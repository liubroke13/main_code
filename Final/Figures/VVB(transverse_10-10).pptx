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9" r:id="rId2"/>
    <p:sldId id="261" r:id="rId3"/>
    <p:sldId id="260" r:id="rId4"/>
    <p:sldId id="263" r:id="rId5"/>
    <p:sldId id="264" r:id="rId6"/>
    <p:sldId id="265" r:id="rId7"/>
    <p:sldId id="266" r:id="rId8"/>
    <p:sldId id="267" r:id="rId9"/>
    <p:sldId id="262" r:id="rId10"/>
  </p:sldIdLst>
  <p:sldSz cx="9906000" cy="62103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C485"/>
    <a:srgbClr val="238109"/>
    <a:srgbClr val="2E75B6"/>
    <a:srgbClr val="F47A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016362"/>
            <a:ext cx="7429500" cy="2162104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261846"/>
            <a:ext cx="7429500" cy="1499384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698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5313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548263"/>
            <a:ext cx="8543925" cy="2583312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4156014"/>
            <a:ext cx="8543925" cy="1358503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9367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653205"/>
            <a:ext cx="4210050" cy="394037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653205"/>
            <a:ext cx="4210050" cy="394037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6850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30641"/>
            <a:ext cx="8543925" cy="120037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522387"/>
            <a:ext cx="4190702" cy="746098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2268485"/>
            <a:ext cx="4190702" cy="333659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522387"/>
            <a:ext cx="4211340" cy="746098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268485"/>
            <a:ext cx="4211340" cy="333659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897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3752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9189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14020"/>
            <a:ext cx="3194943" cy="144907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894169"/>
            <a:ext cx="5014913" cy="4413338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863090"/>
            <a:ext cx="3194943" cy="3451605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904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14020"/>
            <a:ext cx="3194943" cy="144907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894169"/>
            <a:ext cx="5014913" cy="4413338"/>
          </a:xfrm>
        </p:spPr>
        <p:txBody>
          <a:bodyPr anchor="t"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863090"/>
            <a:ext cx="3194943" cy="3451605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2985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758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330641"/>
            <a:ext cx="2135981" cy="526294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330641"/>
            <a:ext cx="6284119" cy="526294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6191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30641"/>
            <a:ext cx="8543925" cy="1200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653205"/>
            <a:ext cx="8543925" cy="394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5756028"/>
            <a:ext cx="2228850" cy="33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4E92E-A8AC-429E-9EB5-C3F29BFFE487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5756028"/>
            <a:ext cx="3343275" cy="33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5756028"/>
            <a:ext cx="2228850" cy="33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0021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4.png"/><Relationship Id="rId18" Type="http://schemas.openxmlformats.org/officeDocument/2006/relationships/image" Target="../media/image78.png"/><Relationship Id="rId26" Type="http://schemas.openxmlformats.org/officeDocument/2006/relationships/image" Target="../media/image86.png"/><Relationship Id="rId39" Type="http://schemas.openxmlformats.org/officeDocument/2006/relationships/image" Target="../media/image98.png"/><Relationship Id="rId21" Type="http://schemas.openxmlformats.org/officeDocument/2006/relationships/image" Target="../media/image81.png"/><Relationship Id="rId34" Type="http://schemas.openxmlformats.org/officeDocument/2006/relationships/image" Target="../media/image93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7.png"/><Relationship Id="rId25" Type="http://schemas.openxmlformats.org/officeDocument/2006/relationships/image" Target="../media/image85.png"/><Relationship Id="rId33" Type="http://schemas.openxmlformats.org/officeDocument/2006/relationships/image" Target="../media/image92.png"/><Relationship Id="rId38" Type="http://schemas.openxmlformats.org/officeDocument/2006/relationships/image" Target="../media/image97.png"/><Relationship Id="rId2" Type="http://schemas.openxmlformats.org/officeDocument/2006/relationships/image" Target="../media/image1.png"/><Relationship Id="rId16" Type="http://schemas.openxmlformats.org/officeDocument/2006/relationships/image" Target="../media/image6.png"/><Relationship Id="rId20" Type="http://schemas.openxmlformats.org/officeDocument/2006/relationships/image" Target="../media/image80.png"/><Relationship Id="rId29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72.png"/><Relationship Id="rId24" Type="http://schemas.openxmlformats.org/officeDocument/2006/relationships/image" Target="../media/image84.png"/><Relationship Id="rId32" Type="http://schemas.openxmlformats.org/officeDocument/2006/relationships/image" Target="../media/image7.png"/><Relationship Id="rId37" Type="http://schemas.openxmlformats.org/officeDocument/2006/relationships/image" Target="../media/image96.png"/><Relationship Id="rId40" Type="http://schemas.openxmlformats.org/officeDocument/2006/relationships/image" Target="../media/image8.png"/><Relationship Id="rId5" Type="http://schemas.openxmlformats.org/officeDocument/2006/relationships/image" Target="../media/image4.png"/><Relationship Id="rId15" Type="http://schemas.openxmlformats.org/officeDocument/2006/relationships/image" Target="../media/image76.png"/><Relationship Id="rId23" Type="http://schemas.openxmlformats.org/officeDocument/2006/relationships/image" Target="../media/image83.png"/><Relationship Id="rId28" Type="http://schemas.openxmlformats.org/officeDocument/2006/relationships/image" Target="../media/image88.png"/><Relationship Id="rId36" Type="http://schemas.openxmlformats.org/officeDocument/2006/relationships/image" Target="../media/image95.png"/><Relationship Id="rId10" Type="http://schemas.openxmlformats.org/officeDocument/2006/relationships/image" Target="../media/image71.png"/><Relationship Id="rId19" Type="http://schemas.openxmlformats.org/officeDocument/2006/relationships/image" Target="../media/image79.png"/><Relationship Id="rId31" Type="http://schemas.openxmlformats.org/officeDocument/2006/relationships/image" Target="../media/image91.png"/><Relationship Id="rId4" Type="http://schemas.openxmlformats.org/officeDocument/2006/relationships/image" Target="../media/image3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Relationship Id="rId22" Type="http://schemas.openxmlformats.org/officeDocument/2006/relationships/image" Target="../media/image82.png"/><Relationship Id="rId27" Type="http://schemas.openxmlformats.org/officeDocument/2006/relationships/image" Target="../media/image87.png"/><Relationship Id="rId30" Type="http://schemas.openxmlformats.org/officeDocument/2006/relationships/image" Target="../media/image90.png"/><Relationship Id="rId35" Type="http://schemas.openxmlformats.org/officeDocument/2006/relationships/image" Target="../media/image94.png"/><Relationship Id="rId8" Type="http://schemas.openxmlformats.org/officeDocument/2006/relationships/image" Target="../media/image69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0.png"/><Relationship Id="rId18" Type="http://schemas.openxmlformats.org/officeDocument/2006/relationships/image" Target="../media/image300.png"/><Relationship Id="rId26" Type="http://schemas.openxmlformats.org/officeDocument/2006/relationships/image" Target="../media/image14.png"/><Relationship Id="rId39" Type="http://schemas.openxmlformats.org/officeDocument/2006/relationships/image" Target="../media/image51.png"/><Relationship Id="rId21" Type="http://schemas.openxmlformats.org/officeDocument/2006/relationships/image" Target="../media/image330.png"/><Relationship Id="rId34" Type="http://schemas.openxmlformats.org/officeDocument/2006/relationships/image" Target="../media/image46.png"/><Relationship Id="rId7" Type="http://schemas.openxmlformats.org/officeDocument/2006/relationships/image" Target="../media/image17.png"/><Relationship Id="rId12" Type="http://schemas.openxmlformats.org/officeDocument/2006/relationships/image" Target="../media/image240.png"/><Relationship Id="rId17" Type="http://schemas.openxmlformats.org/officeDocument/2006/relationships/image" Target="../media/image290.png"/><Relationship Id="rId25" Type="http://schemas.openxmlformats.org/officeDocument/2006/relationships/image" Target="../media/image13.png"/><Relationship Id="rId33" Type="http://schemas.openxmlformats.org/officeDocument/2006/relationships/image" Target="../media/image450.png"/><Relationship Id="rId38" Type="http://schemas.openxmlformats.org/officeDocument/2006/relationships/image" Target="../media/image50.png"/><Relationship Id="rId2" Type="http://schemas.openxmlformats.org/officeDocument/2006/relationships/image" Target="../media/image140.png"/><Relationship Id="rId16" Type="http://schemas.openxmlformats.org/officeDocument/2006/relationships/image" Target="../media/image280.png"/><Relationship Id="rId20" Type="http://schemas.openxmlformats.org/officeDocument/2006/relationships/image" Target="../media/image320.png"/><Relationship Id="rId29" Type="http://schemas.openxmlformats.org/officeDocument/2006/relationships/image" Target="../media/image4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230.png"/><Relationship Id="rId24" Type="http://schemas.openxmlformats.org/officeDocument/2006/relationships/image" Target="../media/image12.png"/><Relationship Id="rId32" Type="http://schemas.openxmlformats.org/officeDocument/2006/relationships/image" Target="../media/image440.png"/><Relationship Id="rId37" Type="http://schemas.openxmlformats.org/officeDocument/2006/relationships/image" Target="../media/image49.png"/><Relationship Id="rId40" Type="http://schemas.openxmlformats.org/officeDocument/2006/relationships/image" Target="../media/image52.png"/><Relationship Id="rId5" Type="http://schemas.openxmlformats.org/officeDocument/2006/relationships/image" Target="../media/image170.png"/><Relationship Id="rId15" Type="http://schemas.openxmlformats.org/officeDocument/2006/relationships/image" Target="../media/image6.png"/><Relationship Id="rId23" Type="http://schemas.openxmlformats.org/officeDocument/2006/relationships/image" Target="../media/image350.png"/><Relationship Id="rId28" Type="http://schemas.openxmlformats.org/officeDocument/2006/relationships/image" Target="../media/image400.png"/><Relationship Id="rId36" Type="http://schemas.openxmlformats.org/officeDocument/2006/relationships/image" Target="../media/image480.png"/><Relationship Id="rId10" Type="http://schemas.openxmlformats.org/officeDocument/2006/relationships/image" Target="../media/image220.png"/><Relationship Id="rId19" Type="http://schemas.openxmlformats.org/officeDocument/2006/relationships/image" Target="../media/image310.png"/><Relationship Id="rId31" Type="http://schemas.openxmlformats.org/officeDocument/2006/relationships/image" Target="../media/image430.png"/><Relationship Id="rId4" Type="http://schemas.openxmlformats.org/officeDocument/2006/relationships/image" Target="../media/image9.png"/><Relationship Id="rId9" Type="http://schemas.openxmlformats.org/officeDocument/2006/relationships/image" Target="../media/image210.png"/><Relationship Id="rId14" Type="http://schemas.openxmlformats.org/officeDocument/2006/relationships/image" Target="../media/image11.png"/><Relationship Id="rId22" Type="http://schemas.openxmlformats.org/officeDocument/2006/relationships/image" Target="../media/image340.png"/><Relationship Id="rId27" Type="http://schemas.openxmlformats.org/officeDocument/2006/relationships/image" Target="../media/image15.png"/><Relationship Id="rId30" Type="http://schemas.openxmlformats.org/officeDocument/2006/relationships/image" Target="../media/image420.png"/><Relationship Id="rId35" Type="http://schemas.openxmlformats.org/officeDocument/2006/relationships/image" Target="../media/image17.png"/><Relationship Id="rId8" Type="http://schemas.openxmlformats.org/officeDocument/2006/relationships/image" Target="../media/image200.png"/><Relationship Id="rId3" Type="http://schemas.openxmlformats.org/officeDocument/2006/relationships/image" Target="../media/image15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10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610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png"/><Relationship Id="rId18" Type="http://schemas.openxmlformats.org/officeDocument/2006/relationships/image" Target="../media/image55.png"/><Relationship Id="rId26" Type="http://schemas.openxmlformats.org/officeDocument/2006/relationships/image" Target="../media/image61.png"/><Relationship Id="rId39" Type="http://schemas.openxmlformats.org/officeDocument/2006/relationships/image" Target="../media/image106.png"/><Relationship Id="rId21" Type="http://schemas.openxmlformats.org/officeDocument/2006/relationships/image" Target="../media/image58.png"/><Relationship Id="rId34" Type="http://schemas.openxmlformats.org/officeDocument/2006/relationships/image" Target="../media/image100.png"/><Relationship Id="rId42" Type="http://schemas.openxmlformats.org/officeDocument/2006/relationships/image" Target="../media/image17.png"/><Relationship Id="rId7" Type="http://schemas.openxmlformats.org/officeDocument/2006/relationships/image" Target="../media/image39.png"/><Relationship Id="rId2" Type="http://schemas.openxmlformats.org/officeDocument/2006/relationships/image" Target="../media/image9.png"/><Relationship Id="rId16" Type="http://schemas.openxmlformats.org/officeDocument/2006/relationships/image" Target="../media/image54.png"/><Relationship Id="rId29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24" Type="http://schemas.openxmlformats.org/officeDocument/2006/relationships/image" Target="../media/image48.png"/><Relationship Id="rId32" Type="http://schemas.openxmlformats.org/officeDocument/2006/relationships/image" Target="../media/image67.png"/><Relationship Id="rId37" Type="http://schemas.openxmlformats.org/officeDocument/2006/relationships/image" Target="../media/image103.png"/><Relationship Id="rId40" Type="http://schemas.openxmlformats.org/officeDocument/2006/relationships/image" Target="../media/image107.png"/><Relationship Id="rId45" Type="http://schemas.openxmlformats.org/officeDocument/2006/relationships/image" Target="../media/image110.png"/><Relationship Id="rId5" Type="http://schemas.openxmlformats.org/officeDocument/2006/relationships/image" Target="../media/image37.png"/><Relationship Id="rId15" Type="http://schemas.openxmlformats.org/officeDocument/2006/relationships/image" Target="../media/image53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36" Type="http://schemas.openxmlformats.org/officeDocument/2006/relationships/image" Target="../media/image102.png"/><Relationship Id="rId10" Type="http://schemas.openxmlformats.org/officeDocument/2006/relationships/image" Target="../media/image42.png"/><Relationship Id="rId19" Type="http://schemas.openxmlformats.org/officeDocument/2006/relationships/image" Target="../media/image56.png"/><Relationship Id="rId31" Type="http://schemas.openxmlformats.org/officeDocument/2006/relationships/image" Target="../media/image66.png"/><Relationship Id="rId44" Type="http://schemas.openxmlformats.org/officeDocument/2006/relationships/image" Target="../media/image109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7.png"/><Relationship Id="rId22" Type="http://schemas.openxmlformats.org/officeDocument/2006/relationships/image" Target="../media/image6.png"/><Relationship Id="rId27" Type="http://schemas.openxmlformats.org/officeDocument/2006/relationships/image" Target="../media/image62.png"/><Relationship Id="rId30" Type="http://schemas.openxmlformats.org/officeDocument/2006/relationships/image" Target="../media/image63.png"/><Relationship Id="rId35" Type="http://schemas.openxmlformats.org/officeDocument/2006/relationships/image" Target="../media/image101.png"/><Relationship Id="rId43" Type="http://schemas.openxmlformats.org/officeDocument/2006/relationships/image" Target="../media/image200.png"/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12" Type="http://schemas.openxmlformats.org/officeDocument/2006/relationships/image" Target="../media/image44.png"/><Relationship Id="rId17" Type="http://schemas.openxmlformats.org/officeDocument/2006/relationships/image" Target="../media/image104.png"/><Relationship Id="rId25" Type="http://schemas.openxmlformats.org/officeDocument/2006/relationships/image" Target="../media/image60.png"/><Relationship Id="rId33" Type="http://schemas.openxmlformats.org/officeDocument/2006/relationships/image" Target="../media/image99.png"/><Relationship Id="rId38" Type="http://schemas.openxmlformats.org/officeDocument/2006/relationships/image" Target="../media/image105.png"/><Relationship Id="rId20" Type="http://schemas.openxmlformats.org/officeDocument/2006/relationships/image" Target="../media/image57.png"/><Relationship Id="rId41" Type="http://schemas.openxmlformats.org/officeDocument/2006/relationships/image" Target="../media/image108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3.png"/><Relationship Id="rId21" Type="http://schemas.openxmlformats.org/officeDocument/2006/relationships/image" Target="../media/image102.png"/><Relationship Id="rId42" Type="http://schemas.openxmlformats.org/officeDocument/2006/relationships/image" Target="../media/image139.png"/><Relationship Id="rId47" Type="http://schemas.openxmlformats.org/officeDocument/2006/relationships/image" Target="../media/image144.png"/><Relationship Id="rId63" Type="http://schemas.openxmlformats.org/officeDocument/2006/relationships/image" Target="../media/image161.png"/><Relationship Id="rId68" Type="http://schemas.openxmlformats.org/officeDocument/2006/relationships/image" Target="../media/image166.png"/><Relationship Id="rId7" Type="http://schemas.openxmlformats.org/officeDocument/2006/relationships/image" Target="../media/image115.png"/><Relationship Id="rId2" Type="http://schemas.openxmlformats.org/officeDocument/2006/relationships/image" Target="../media/image9.png"/><Relationship Id="rId16" Type="http://schemas.openxmlformats.org/officeDocument/2006/relationships/image" Target="../media/image119.png"/><Relationship Id="rId29" Type="http://schemas.openxmlformats.org/officeDocument/2006/relationships/image" Target="../media/image126.png"/><Relationship Id="rId11" Type="http://schemas.openxmlformats.org/officeDocument/2006/relationships/image" Target="../media/image48.png"/><Relationship Id="rId24" Type="http://schemas.openxmlformats.org/officeDocument/2006/relationships/image" Target="../media/image121.png"/><Relationship Id="rId32" Type="http://schemas.openxmlformats.org/officeDocument/2006/relationships/image" Target="../media/image129.png"/><Relationship Id="rId37" Type="http://schemas.openxmlformats.org/officeDocument/2006/relationships/image" Target="../media/image134.png"/><Relationship Id="rId40" Type="http://schemas.openxmlformats.org/officeDocument/2006/relationships/image" Target="../media/image137.png"/><Relationship Id="rId45" Type="http://schemas.openxmlformats.org/officeDocument/2006/relationships/image" Target="../media/image142.png"/><Relationship Id="rId53" Type="http://schemas.openxmlformats.org/officeDocument/2006/relationships/image" Target="../media/image151.png"/><Relationship Id="rId58" Type="http://schemas.openxmlformats.org/officeDocument/2006/relationships/image" Target="../media/image156.png"/><Relationship Id="rId66" Type="http://schemas.openxmlformats.org/officeDocument/2006/relationships/image" Target="../media/image164.png"/><Relationship Id="rId5" Type="http://schemas.openxmlformats.org/officeDocument/2006/relationships/image" Target="../media/image113.png"/><Relationship Id="rId61" Type="http://schemas.openxmlformats.org/officeDocument/2006/relationships/image" Target="../media/image159.png"/><Relationship Id="rId19" Type="http://schemas.openxmlformats.org/officeDocument/2006/relationships/image" Target="../media/image100.png"/><Relationship Id="rId14" Type="http://schemas.openxmlformats.org/officeDocument/2006/relationships/image" Target="../media/image62.png"/><Relationship Id="rId22" Type="http://schemas.openxmlformats.org/officeDocument/2006/relationships/image" Target="../media/image110.png"/><Relationship Id="rId27" Type="http://schemas.openxmlformats.org/officeDocument/2006/relationships/image" Target="../media/image124.png"/><Relationship Id="rId30" Type="http://schemas.openxmlformats.org/officeDocument/2006/relationships/image" Target="../media/image127.png"/><Relationship Id="rId35" Type="http://schemas.openxmlformats.org/officeDocument/2006/relationships/image" Target="../media/image132.png"/><Relationship Id="rId43" Type="http://schemas.openxmlformats.org/officeDocument/2006/relationships/image" Target="../media/image141.png"/><Relationship Id="rId48" Type="http://schemas.openxmlformats.org/officeDocument/2006/relationships/image" Target="../media/image145.png"/><Relationship Id="rId56" Type="http://schemas.openxmlformats.org/officeDocument/2006/relationships/image" Target="../media/image154.png"/><Relationship Id="rId64" Type="http://schemas.openxmlformats.org/officeDocument/2006/relationships/image" Target="../media/image162.png"/><Relationship Id="rId69" Type="http://schemas.openxmlformats.org/officeDocument/2006/relationships/image" Target="../media/image167.png"/><Relationship Id="rId8" Type="http://schemas.openxmlformats.org/officeDocument/2006/relationships/image" Target="../media/image116.png"/><Relationship Id="rId51" Type="http://schemas.openxmlformats.org/officeDocument/2006/relationships/image" Target="../media/image148.png"/><Relationship Id="rId3" Type="http://schemas.openxmlformats.org/officeDocument/2006/relationships/image" Target="../media/image111.png"/><Relationship Id="rId12" Type="http://schemas.openxmlformats.org/officeDocument/2006/relationships/image" Target="../media/image60.png"/><Relationship Id="rId17" Type="http://schemas.openxmlformats.org/officeDocument/2006/relationships/image" Target="../media/image67.png"/><Relationship Id="rId25" Type="http://schemas.openxmlformats.org/officeDocument/2006/relationships/image" Target="../media/image122.png"/><Relationship Id="rId33" Type="http://schemas.openxmlformats.org/officeDocument/2006/relationships/image" Target="../media/image130.png"/><Relationship Id="rId38" Type="http://schemas.openxmlformats.org/officeDocument/2006/relationships/image" Target="../media/image135.png"/><Relationship Id="rId46" Type="http://schemas.openxmlformats.org/officeDocument/2006/relationships/image" Target="../media/image143.png"/><Relationship Id="rId59" Type="http://schemas.openxmlformats.org/officeDocument/2006/relationships/image" Target="../media/image157.png"/><Relationship Id="rId67" Type="http://schemas.openxmlformats.org/officeDocument/2006/relationships/image" Target="../media/image165.png"/><Relationship Id="rId20" Type="http://schemas.openxmlformats.org/officeDocument/2006/relationships/image" Target="../media/image101.png"/><Relationship Id="rId41" Type="http://schemas.openxmlformats.org/officeDocument/2006/relationships/image" Target="../media/image138.png"/><Relationship Id="rId54" Type="http://schemas.openxmlformats.org/officeDocument/2006/relationships/image" Target="../media/image152.png"/><Relationship Id="rId62" Type="http://schemas.openxmlformats.org/officeDocument/2006/relationships/image" Target="../media/image1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15" Type="http://schemas.openxmlformats.org/officeDocument/2006/relationships/image" Target="../media/image118.png"/><Relationship Id="rId23" Type="http://schemas.openxmlformats.org/officeDocument/2006/relationships/image" Target="../media/image120.png"/><Relationship Id="rId28" Type="http://schemas.openxmlformats.org/officeDocument/2006/relationships/image" Target="../media/image125.png"/><Relationship Id="rId36" Type="http://schemas.openxmlformats.org/officeDocument/2006/relationships/image" Target="../media/image133.png"/><Relationship Id="rId49" Type="http://schemas.openxmlformats.org/officeDocument/2006/relationships/image" Target="../media/image146.png"/><Relationship Id="rId57" Type="http://schemas.openxmlformats.org/officeDocument/2006/relationships/image" Target="../media/image155.png"/><Relationship Id="rId10" Type="http://schemas.openxmlformats.org/officeDocument/2006/relationships/image" Target="../media/image117.png"/><Relationship Id="rId31" Type="http://schemas.openxmlformats.org/officeDocument/2006/relationships/image" Target="../media/image128.png"/><Relationship Id="rId44" Type="http://schemas.openxmlformats.org/officeDocument/2006/relationships/image" Target="../media/image63.png"/><Relationship Id="rId52" Type="http://schemas.openxmlformats.org/officeDocument/2006/relationships/image" Target="../media/image149.png"/><Relationship Id="rId60" Type="http://schemas.openxmlformats.org/officeDocument/2006/relationships/image" Target="../media/image158.png"/><Relationship Id="rId65" Type="http://schemas.openxmlformats.org/officeDocument/2006/relationships/image" Target="../media/image163.png"/><Relationship Id="rId4" Type="http://schemas.openxmlformats.org/officeDocument/2006/relationships/image" Target="../media/image112.png"/><Relationship Id="rId9" Type="http://schemas.openxmlformats.org/officeDocument/2006/relationships/image" Target="../media/image6.png"/><Relationship Id="rId13" Type="http://schemas.openxmlformats.org/officeDocument/2006/relationships/image" Target="../media/image61.png"/><Relationship Id="rId18" Type="http://schemas.openxmlformats.org/officeDocument/2006/relationships/image" Target="../media/image99.png"/><Relationship Id="rId39" Type="http://schemas.openxmlformats.org/officeDocument/2006/relationships/image" Target="../media/image136.png"/><Relationship Id="rId34" Type="http://schemas.openxmlformats.org/officeDocument/2006/relationships/image" Target="../media/image131.png"/><Relationship Id="rId50" Type="http://schemas.openxmlformats.org/officeDocument/2006/relationships/image" Target="../media/image147.png"/><Relationship Id="rId55" Type="http://schemas.openxmlformats.org/officeDocument/2006/relationships/image" Target="../media/image15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13" Type="http://schemas.openxmlformats.org/officeDocument/2006/relationships/image" Target="../media/image62.png"/><Relationship Id="rId3" Type="http://schemas.openxmlformats.org/officeDocument/2006/relationships/image" Target="../media/image111.png"/><Relationship Id="rId7" Type="http://schemas.openxmlformats.org/officeDocument/2006/relationships/image" Target="../media/image171.png"/><Relationship Id="rId12" Type="http://schemas.openxmlformats.org/officeDocument/2006/relationships/image" Target="../media/image60.png"/><Relationship Id="rId17" Type="http://schemas.openxmlformats.org/officeDocument/2006/relationships/image" Target="../media/image176.png"/><Relationship Id="rId2" Type="http://schemas.openxmlformats.org/officeDocument/2006/relationships/image" Target="../media/image9.png"/><Relationship Id="rId16" Type="http://schemas.openxmlformats.org/officeDocument/2006/relationships/image" Target="../media/image61.png"/><Relationship Id="rId29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9.png"/><Relationship Id="rId11" Type="http://schemas.openxmlformats.org/officeDocument/2006/relationships/image" Target="../media/image48.png"/><Relationship Id="rId32" Type="http://schemas.openxmlformats.org/officeDocument/2006/relationships/image" Target="../media/image178.png"/><Relationship Id="rId5" Type="http://schemas.openxmlformats.org/officeDocument/2006/relationships/image" Target="../media/image168.png"/><Relationship Id="rId15" Type="http://schemas.openxmlformats.org/officeDocument/2006/relationships/image" Target="../media/image175.png"/><Relationship Id="rId10" Type="http://schemas.openxmlformats.org/officeDocument/2006/relationships/image" Target="../media/image173.png"/><Relationship Id="rId31" Type="http://schemas.openxmlformats.org/officeDocument/2006/relationships/image" Target="../media/image177.png"/><Relationship Id="rId4" Type="http://schemas.openxmlformats.org/officeDocument/2006/relationships/image" Target="../media/image112.png"/><Relationship Id="rId9" Type="http://schemas.openxmlformats.org/officeDocument/2006/relationships/image" Target="../media/image6.png"/><Relationship Id="rId14" Type="http://schemas.openxmlformats.org/officeDocument/2006/relationships/image" Target="../media/image174.png"/><Relationship Id="rId30" Type="http://schemas.openxmlformats.org/officeDocument/2006/relationships/image" Target="../media/image1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72.png"/><Relationship Id="rId18" Type="http://schemas.openxmlformats.org/officeDocument/2006/relationships/image" Target="../media/image175.png"/><Relationship Id="rId3" Type="http://schemas.openxmlformats.org/officeDocument/2006/relationships/image" Target="../media/image180.png"/><Relationship Id="rId7" Type="http://schemas.openxmlformats.org/officeDocument/2006/relationships/image" Target="../media/image184.png"/><Relationship Id="rId12" Type="http://schemas.openxmlformats.org/officeDocument/2006/relationships/image" Target="../media/image171.png"/><Relationship Id="rId17" Type="http://schemas.openxmlformats.org/officeDocument/2006/relationships/image" Target="../media/image174.png"/><Relationship Id="rId33" Type="http://schemas.openxmlformats.org/officeDocument/2006/relationships/image" Target="../media/image187.png"/><Relationship Id="rId2" Type="http://schemas.openxmlformats.org/officeDocument/2006/relationships/image" Target="../media/image179.png"/><Relationship Id="rId16" Type="http://schemas.openxmlformats.org/officeDocument/2006/relationships/image" Target="../media/image48.png"/><Relationship Id="rId20" Type="http://schemas.openxmlformats.org/officeDocument/2006/relationships/image" Target="../media/image176.png"/><Relationship Id="rId29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3.png"/><Relationship Id="rId11" Type="http://schemas.openxmlformats.org/officeDocument/2006/relationships/image" Target="../media/image169.png"/><Relationship Id="rId32" Type="http://schemas.openxmlformats.org/officeDocument/2006/relationships/image" Target="../media/image186.png"/><Relationship Id="rId5" Type="http://schemas.openxmlformats.org/officeDocument/2006/relationships/image" Target="../media/image182.png"/><Relationship Id="rId15" Type="http://schemas.openxmlformats.org/officeDocument/2006/relationships/image" Target="../media/image173.png"/><Relationship Id="rId10" Type="http://schemas.openxmlformats.org/officeDocument/2006/relationships/image" Target="../media/image168.png"/><Relationship Id="rId19" Type="http://schemas.openxmlformats.org/officeDocument/2006/relationships/image" Target="../media/image61.png"/><Relationship Id="rId31" Type="http://schemas.openxmlformats.org/officeDocument/2006/relationships/image" Target="../media/image185.png"/><Relationship Id="rId4" Type="http://schemas.openxmlformats.org/officeDocument/2006/relationships/image" Target="../media/image181.png"/><Relationship Id="rId9" Type="http://schemas.openxmlformats.org/officeDocument/2006/relationships/image" Target="../media/image112.png"/><Relationship Id="rId14" Type="http://schemas.openxmlformats.org/officeDocument/2006/relationships/image" Target="../media/image6.png"/><Relationship Id="rId30" Type="http://schemas.openxmlformats.org/officeDocument/2006/relationships/image" Target="../media/image1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6.png"/><Relationship Id="rId18" Type="http://schemas.openxmlformats.org/officeDocument/2006/relationships/image" Target="../media/image61.png"/><Relationship Id="rId3" Type="http://schemas.openxmlformats.org/officeDocument/2006/relationships/image" Target="../media/image189.png"/><Relationship Id="rId7" Type="http://schemas.openxmlformats.org/officeDocument/2006/relationships/image" Target="../media/image111.png"/><Relationship Id="rId12" Type="http://schemas.openxmlformats.org/officeDocument/2006/relationships/image" Target="../media/image172.png"/><Relationship Id="rId17" Type="http://schemas.openxmlformats.org/officeDocument/2006/relationships/image" Target="../media/image175.png"/><Relationship Id="rId33" Type="http://schemas.openxmlformats.org/officeDocument/2006/relationships/image" Target="../media/image187.png"/><Relationship Id="rId2" Type="http://schemas.openxmlformats.org/officeDocument/2006/relationships/image" Target="../media/image188.png"/><Relationship Id="rId16" Type="http://schemas.openxmlformats.org/officeDocument/2006/relationships/image" Target="../media/image174.png"/><Relationship Id="rId29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2.png"/><Relationship Id="rId11" Type="http://schemas.openxmlformats.org/officeDocument/2006/relationships/image" Target="../media/image171.png"/><Relationship Id="rId32" Type="http://schemas.openxmlformats.org/officeDocument/2006/relationships/image" Target="../media/image194.png"/><Relationship Id="rId5" Type="http://schemas.openxmlformats.org/officeDocument/2006/relationships/image" Target="../media/image191.png"/><Relationship Id="rId15" Type="http://schemas.openxmlformats.org/officeDocument/2006/relationships/image" Target="../media/image48.png"/><Relationship Id="rId10" Type="http://schemas.openxmlformats.org/officeDocument/2006/relationships/image" Target="../media/image169.png"/><Relationship Id="rId19" Type="http://schemas.openxmlformats.org/officeDocument/2006/relationships/image" Target="../media/image176.png"/><Relationship Id="rId31" Type="http://schemas.openxmlformats.org/officeDocument/2006/relationships/image" Target="../media/image193.png"/><Relationship Id="rId4" Type="http://schemas.openxmlformats.org/officeDocument/2006/relationships/image" Target="../media/image190.png"/><Relationship Id="rId9" Type="http://schemas.openxmlformats.org/officeDocument/2006/relationships/image" Target="../media/image168.png"/><Relationship Id="rId14" Type="http://schemas.openxmlformats.org/officeDocument/2006/relationships/image" Target="../media/image173.png"/><Relationship Id="rId30" Type="http://schemas.openxmlformats.org/officeDocument/2006/relationships/image" Target="../media/image127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90.png"/><Relationship Id="rId18" Type="http://schemas.openxmlformats.org/officeDocument/2006/relationships/image" Target="../media/image1830.png"/><Relationship Id="rId26" Type="http://schemas.openxmlformats.org/officeDocument/2006/relationships/image" Target="../media/image1850.png"/><Relationship Id="rId39" Type="http://schemas.openxmlformats.org/officeDocument/2006/relationships/image" Target="../media/image214.png"/><Relationship Id="rId21" Type="http://schemas.openxmlformats.org/officeDocument/2006/relationships/image" Target="NULL"/><Relationship Id="rId34" Type="http://schemas.openxmlformats.org/officeDocument/2006/relationships/image" Target="../media/image208.png"/><Relationship Id="rId42" Type="http://schemas.openxmlformats.org/officeDocument/2006/relationships/image" Target="../media/image1020.png"/><Relationship Id="rId47" Type="http://schemas.openxmlformats.org/officeDocument/2006/relationships/image" Target="../media/image2040.png"/><Relationship Id="rId50" Type="http://schemas.openxmlformats.org/officeDocument/2006/relationships/image" Target="../media/image2070.png"/><Relationship Id="rId7" Type="http://schemas.openxmlformats.org/officeDocument/2006/relationships/image" Target="../media/image199.png"/><Relationship Id="rId2" Type="http://schemas.openxmlformats.org/officeDocument/2006/relationships/image" Target="../media/image1680.png"/><Relationship Id="rId16" Type="http://schemas.openxmlformats.org/officeDocument/2006/relationships/image" Target="../media/image1820.png"/><Relationship Id="rId29" Type="http://schemas.openxmlformats.org/officeDocument/2006/relationships/image" Target="../media/image203.png"/><Relationship Id="rId11" Type="http://schemas.openxmlformats.org/officeDocument/2006/relationships/image" Target="../media/image1770.png"/><Relationship Id="rId24" Type="http://schemas.openxmlformats.org/officeDocument/2006/relationships/image" Target="NULL"/><Relationship Id="rId32" Type="http://schemas.openxmlformats.org/officeDocument/2006/relationships/image" Target="../media/image206.png"/><Relationship Id="rId37" Type="http://schemas.openxmlformats.org/officeDocument/2006/relationships/image" Target="../media/image212.png"/><Relationship Id="rId40" Type="http://schemas.openxmlformats.org/officeDocument/2006/relationships/image" Target="../media/image215.png"/><Relationship Id="rId45" Type="http://schemas.openxmlformats.org/officeDocument/2006/relationships/image" Target="../media/image2020.png"/><Relationship Id="rId5" Type="http://schemas.openxmlformats.org/officeDocument/2006/relationships/image" Target="../media/image197.png"/><Relationship Id="rId15" Type="http://schemas.openxmlformats.org/officeDocument/2006/relationships/image" Target="../media/image1810.png"/><Relationship Id="rId23" Type="http://schemas.openxmlformats.org/officeDocument/2006/relationships/image" Target="NULL"/><Relationship Id="rId28" Type="http://schemas.openxmlformats.org/officeDocument/2006/relationships/image" Target="../media/image1870.png"/><Relationship Id="rId36" Type="http://schemas.openxmlformats.org/officeDocument/2006/relationships/image" Target="../media/image211.png"/><Relationship Id="rId49" Type="http://schemas.openxmlformats.org/officeDocument/2006/relationships/image" Target="../media/image2060.png"/><Relationship Id="rId10" Type="http://schemas.openxmlformats.org/officeDocument/2006/relationships/image" Target="../media/image1760.png"/><Relationship Id="rId19" Type="http://schemas.openxmlformats.org/officeDocument/2006/relationships/image" Target="../media/image1510.png"/><Relationship Id="rId31" Type="http://schemas.openxmlformats.org/officeDocument/2006/relationships/image" Target="../media/image205.png"/><Relationship Id="rId44" Type="http://schemas.openxmlformats.org/officeDocument/2006/relationships/image" Target="../media/image66.png"/><Relationship Id="rId4" Type="http://schemas.openxmlformats.org/officeDocument/2006/relationships/image" Target="../media/image196.png"/><Relationship Id="rId9" Type="http://schemas.openxmlformats.org/officeDocument/2006/relationships/image" Target="../media/image1750.png"/><Relationship Id="rId14" Type="http://schemas.openxmlformats.org/officeDocument/2006/relationships/image" Target="../media/image1800.png"/><Relationship Id="rId22" Type="http://schemas.openxmlformats.org/officeDocument/2006/relationships/image" Target="NULL"/><Relationship Id="rId27" Type="http://schemas.openxmlformats.org/officeDocument/2006/relationships/image" Target="../media/image202.png"/><Relationship Id="rId30" Type="http://schemas.openxmlformats.org/officeDocument/2006/relationships/image" Target="../media/image204.png"/><Relationship Id="rId35" Type="http://schemas.openxmlformats.org/officeDocument/2006/relationships/image" Target="../media/image209.png"/><Relationship Id="rId43" Type="http://schemas.openxmlformats.org/officeDocument/2006/relationships/image" Target="../media/image1030.png"/><Relationship Id="rId48" Type="http://schemas.openxmlformats.org/officeDocument/2006/relationships/image" Target="../media/image2050.png"/><Relationship Id="rId8" Type="http://schemas.openxmlformats.org/officeDocument/2006/relationships/image" Target="../media/image1.png"/><Relationship Id="rId51" Type="http://schemas.openxmlformats.org/officeDocument/2006/relationships/image" Target="../media/image217.png"/><Relationship Id="rId3" Type="http://schemas.openxmlformats.org/officeDocument/2006/relationships/image" Target="../media/image195.png"/><Relationship Id="rId12" Type="http://schemas.openxmlformats.org/officeDocument/2006/relationships/image" Target="../media/image1780.png"/><Relationship Id="rId17" Type="http://schemas.openxmlformats.org/officeDocument/2006/relationships/image" Target="../media/image6.png"/><Relationship Id="rId25" Type="http://schemas.openxmlformats.org/officeDocument/2006/relationships/image" Target="../media/image201.png"/><Relationship Id="rId33" Type="http://schemas.openxmlformats.org/officeDocument/2006/relationships/image" Target="../media/image207.png"/><Relationship Id="rId38" Type="http://schemas.openxmlformats.org/officeDocument/2006/relationships/image" Target="../media/image213.png"/><Relationship Id="rId46" Type="http://schemas.openxmlformats.org/officeDocument/2006/relationships/image" Target="../media/image217.png"/><Relationship Id="rId20" Type="http://schemas.openxmlformats.org/officeDocument/2006/relationships/image" Target="NULL"/><Relationship Id="rId41" Type="http://schemas.openxmlformats.org/officeDocument/2006/relationships/image" Target="../media/image2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BF09B052-4C3F-4EC6-A337-45ED454E80E1}"/>
              </a:ext>
            </a:extLst>
          </p:cNvPr>
          <p:cNvSpPr/>
          <p:nvPr/>
        </p:nvSpPr>
        <p:spPr>
          <a:xfrm>
            <a:off x="1" y="2538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grpSp>
        <p:nvGrpSpPr>
          <p:cNvPr id="315" name="群組 314">
            <a:extLst>
              <a:ext uri="{FF2B5EF4-FFF2-40B4-BE49-F238E27FC236}">
                <a16:creationId xmlns:a16="http://schemas.microsoft.com/office/drawing/2014/main" id="{1C0050F0-AAD3-4777-86A3-4436F2AA4806}"/>
              </a:ext>
            </a:extLst>
          </p:cNvPr>
          <p:cNvGrpSpPr/>
          <p:nvPr/>
        </p:nvGrpSpPr>
        <p:grpSpPr>
          <a:xfrm>
            <a:off x="3571009" y="1325594"/>
            <a:ext cx="1196482" cy="1196482"/>
            <a:chOff x="7369987" y="1465126"/>
            <a:chExt cx="2090057" cy="2090057"/>
          </a:xfrm>
        </p:grpSpPr>
        <p:sp>
          <p:nvSpPr>
            <p:cNvPr id="316" name="矩形: 圓角 315">
              <a:extLst>
                <a:ext uri="{FF2B5EF4-FFF2-40B4-BE49-F238E27FC236}">
                  <a16:creationId xmlns:a16="http://schemas.microsoft.com/office/drawing/2014/main" id="{8DA291CD-F9F5-479F-B3E3-17ECA01C7287}"/>
                </a:ext>
              </a:extLst>
            </p:cNvPr>
            <p:cNvSpPr/>
            <p:nvPr/>
          </p:nvSpPr>
          <p:spPr>
            <a:xfrm>
              <a:off x="7369987" y="1465126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17" name="橢圓 316">
              <a:extLst>
                <a:ext uri="{FF2B5EF4-FFF2-40B4-BE49-F238E27FC236}">
                  <a16:creationId xmlns:a16="http://schemas.microsoft.com/office/drawing/2014/main" id="{58C61EC4-A7F1-466E-A9A9-5B1602762E7D}"/>
                </a:ext>
              </a:extLst>
            </p:cNvPr>
            <p:cNvSpPr/>
            <p:nvPr/>
          </p:nvSpPr>
          <p:spPr>
            <a:xfrm>
              <a:off x="8203820" y="1627302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18" name="橢圓 317">
              <a:extLst>
                <a:ext uri="{FF2B5EF4-FFF2-40B4-BE49-F238E27FC236}">
                  <a16:creationId xmlns:a16="http://schemas.microsoft.com/office/drawing/2014/main" id="{F518757A-EC3C-4B72-8632-C0505CF5D311}"/>
                </a:ext>
              </a:extLst>
            </p:cNvPr>
            <p:cNvSpPr/>
            <p:nvPr/>
          </p:nvSpPr>
          <p:spPr>
            <a:xfrm>
              <a:off x="8203820" y="2963736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19" name="橢圓 318">
              <a:extLst>
                <a:ext uri="{FF2B5EF4-FFF2-40B4-BE49-F238E27FC236}">
                  <a16:creationId xmlns:a16="http://schemas.microsoft.com/office/drawing/2014/main" id="{31358494-1765-4DB9-B1AE-2E81FF18D1F5}"/>
                </a:ext>
              </a:extLst>
            </p:cNvPr>
            <p:cNvSpPr/>
            <p:nvPr/>
          </p:nvSpPr>
          <p:spPr>
            <a:xfrm>
              <a:off x="8863904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0" name="橢圓 319">
              <a:extLst>
                <a:ext uri="{FF2B5EF4-FFF2-40B4-BE49-F238E27FC236}">
                  <a16:creationId xmlns:a16="http://schemas.microsoft.com/office/drawing/2014/main" id="{C414C673-A03A-409D-A5C5-1D0A9776340D}"/>
                </a:ext>
              </a:extLst>
            </p:cNvPr>
            <p:cNvSpPr/>
            <p:nvPr/>
          </p:nvSpPr>
          <p:spPr>
            <a:xfrm>
              <a:off x="7524489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1" name="橢圓 320">
              <a:extLst>
                <a:ext uri="{FF2B5EF4-FFF2-40B4-BE49-F238E27FC236}">
                  <a16:creationId xmlns:a16="http://schemas.microsoft.com/office/drawing/2014/main" id="{2DD94CC8-8A11-4102-B6FB-8357D0739944}"/>
                </a:ext>
              </a:extLst>
            </p:cNvPr>
            <p:cNvSpPr/>
            <p:nvPr/>
          </p:nvSpPr>
          <p:spPr>
            <a:xfrm>
              <a:off x="7725054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2" name="橢圓 321">
              <a:extLst>
                <a:ext uri="{FF2B5EF4-FFF2-40B4-BE49-F238E27FC236}">
                  <a16:creationId xmlns:a16="http://schemas.microsoft.com/office/drawing/2014/main" id="{8E8291DF-20E7-4870-A2D3-F9D701F0F455}"/>
                </a:ext>
              </a:extLst>
            </p:cNvPr>
            <p:cNvSpPr/>
            <p:nvPr/>
          </p:nvSpPr>
          <p:spPr>
            <a:xfrm>
              <a:off x="7725054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3" name="橢圓 322">
              <a:extLst>
                <a:ext uri="{FF2B5EF4-FFF2-40B4-BE49-F238E27FC236}">
                  <a16:creationId xmlns:a16="http://schemas.microsoft.com/office/drawing/2014/main" id="{D388D75F-6F5F-4CE3-AAF0-E9F3ED5E3C04}"/>
                </a:ext>
              </a:extLst>
            </p:cNvPr>
            <p:cNvSpPr/>
            <p:nvPr/>
          </p:nvSpPr>
          <p:spPr>
            <a:xfrm>
              <a:off x="8678740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24" name="橢圓 323">
              <a:extLst>
                <a:ext uri="{FF2B5EF4-FFF2-40B4-BE49-F238E27FC236}">
                  <a16:creationId xmlns:a16="http://schemas.microsoft.com/office/drawing/2014/main" id="{CDB941AC-87F9-4945-BD53-60A49D37163B}"/>
                </a:ext>
              </a:extLst>
            </p:cNvPr>
            <p:cNvSpPr/>
            <p:nvPr/>
          </p:nvSpPr>
          <p:spPr>
            <a:xfrm>
              <a:off x="8678740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5" name="等腰三角形 324">
              <a:extLst>
                <a:ext uri="{FF2B5EF4-FFF2-40B4-BE49-F238E27FC236}">
                  <a16:creationId xmlns:a16="http://schemas.microsoft.com/office/drawing/2014/main" id="{0A97D4A1-E317-4828-BF73-318F34D82317}"/>
                </a:ext>
              </a:extLst>
            </p:cNvPr>
            <p:cNvSpPr/>
            <p:nvPr/>
          </p:nvSpPr>
          <p:spPr>
            <a:xfrm rot="16200000">
              <a:off x="8335379" y="1569710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6" name="等腰三角形 325">
              <a:extLst>
                <a:ext uri="{FF2B5EF4-FFF2-40B4-BE49-F238E27FC236}">
                  <a16:creationId xmlns:a16="http://schemas.microsoft.com/office/drawing/2014/main" id="{DBF54B7B-0DD8-40BE-B6A7-4B3A2ECFCD71}"/>
                </a:ext>
              </a:extLst>
            </p:cNvPr>
            <p:cNvSpPr/>
            <p:nvPr/>
          </p:nvSpPr>
          <p:spPr>
            <a:xfrm rot="16200000">
              <a:off x="8335379" y="290366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7" name="等腰三角形 326">
              <a:extLst>
                <a:ext uri="{FF2B5EF4-FFF2-40B4-BE49-F238E27FC236}">
                  <a16:creationId xmlns:a16="http://schemas.microsoft.com/office/drawing/2014/main" id="{4B228CBA-DA29-45F5-89CD-06FA861936C1}"/>
                </a:ext>
              </a:extLst>
            </p:cNvPr>
            <p:cNvSpPr/>
            <p:nvPr/>
          </p:nvSpPr>
          <p:spPr>
            <a:xfrm rot="16200000">
              <a:off x="7656048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8" name="等腰三角形 327">
              <a:extLst>
                <a:ext uri="{FF2B5EF4-FFF2-40B4-BE49-F238E27FC236}">
                  <a16:creationId xmlns:a16="http://schemas.microsoft.com/office/drawing/2014/main" id="{EB2169F6-9886-47F3-8B05-AAFA2BB0759D}"/>
                </a:ext>
              </a:extLst>
            </p:cNvPr>
            <p:cNvSpPr/>
            <p:nvPr/>
          </p:nvSpPr>
          <p:spPr>
            <a:xfrm rot="16200000">
              <a:off x="7856613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9" name="等腰三角形 328">
              <a:extLst>
                <a:ext uri="{FF2B5EF4-FFF2-40B4-BE49-F238E27FC236}">
                  <a16:creationId xmlns:a16="http://schemas.microsoft.com/office/drawing/2014/main" id="{542E7F20-D3A5-4B2E-BFA1-D2806B24CCF1}"/>
                </a:ext>
              </a:extLst>
            </p:cNvPr>
            <p:cNvSpPr/>
            <p:nvPr/>
          </p:nvSpPr>
          <p:spPr>
            <a:xfrm rot="16200000">
              <a:off x="7856613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0" name="等腰三角形 329">
              <a:extLst>
                <a:ext uri="{FF2B5EF4-FFF2-40B4-BE49-F238E27FC236}">
                  <a16:creationId xmlns:a16="http://schemas.microsoft.com/office/drawing/2014/main" id="{5B5985D0-79D4-4382-BE14-3EE98370DA31}"/>
                </a:ext>
              </a:extLst>
            </p:cNvPr>
            <p:cNvSpPr/>
            <p:nvPr/>
          </p:nvSpPr>
          <p:spPr>
            <a:xfrm rot="16200000">
              <a:off x="8810299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1" name="等腰三角形 330">
              <a:extLst>
                <a:ext uri="{FF2B5EF4-FFF2-40B4-BE49-F238E27FC236}">
                  <a16:creationId xmlns:a16="http://schemas.microsoft.com/office/drawing/2014/main" id="{D66227D4-DC96-4BB5-ADEB-223F758BC9D2}"/>
                </a:ext>
              </a:extLst>
            </p:cNvPr>
            <p:cNvSpPr/>
            <p:nvPr/>
          </p:nvSpPr>
          <p:spPr>
            <a:xfrm rot="16200000">
              <a:off x="8810299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2" name="等腰三角形 331">
              <a:extLst>
                <a:ext uri="{FF2B5EF4-FFF2-40B4-BE49-F238E27FC236}">
                  <a16:creationId xmlns:a16="http://schemas.microsoft.com/office/drawing/2014/main" id="{1243CE8D-9FDE-4103-8567-51AE6BDA1150}"/>
                </a:ext>
              </a:extLst>
            </p:cNvPr>
            <p:cNvSpPr/>
            <p:nvPr/>
          </p:nvSpPr>
          <p:spPr>
            <a:xfrm rot="16200000">
              <a:off x="8995464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333" name="群組 332">
            <a:extLst>
              <a:ext uri="{FF2B5EF4-FFF2-40B4-BE49-F238E27FC236}">
                <a16:creationId xmlns:a16="http://schemas.microsoft.com/office/drawing/2014/main" id="{F10D56AE-BC32-4B3E-8CC1-92CD6F97B489}"/>
              </a:ext>
            </a:extLst>
          </p:cNvPr>
          <p:cNvGrpSpPr/>
          <p:nvPr/>
        </p:nvGrpSpPr>
        <p:grpSpPr>
          <a:xfrm>
            <a:off x="660071" y="4879599"/>
            <a:ext cx="1196482" cy="1196482"/>
            <a:chOff x="3321304" y="8992368"/>
            <a:chExt cx="2090057" cy="2090057"/>
          </a:xfrm>
        </p:grpSpPr>
        <p:sp>
          <p:nvSpPr>
            <p:cNvPr id="334" name="矩形: 圓角 333">
              <a:extLst>
                <a:ext uri="{FF2B5EF4-FFF2-40B4-BE49-F238E27FC236}">
                  <a16:creationId xmlns:a16="http://schemas.microsoft.com/office/drawing/2014/main" id="{107AEB76-CF5F-42E0-8438-BE366BDF9094}"/>
                </a:ext>
              </a:extLst>
            </p:cNvPr>
            <p:cNvSpPr/>
            <p:nvPr/>
          </p:nvSpPr>
          <p:spPr>
            <a:xfrm>
              <a:off x="3321304" y="8992368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35" name="橢圓 334">
              <a:extLst>
                <a:ext uri="{FF2B5EF4-FFF2-40B4-BE49-F238E27FC236}">
                  <a16:creationId xmlns:a16="http://schemas.microsoft.com/office/drawing/2014/main" id="{F1E3B3CE-CAE4-43EC-A81F-BB799E5103BC}"/>
                </a:ext>
              </a:extLst>
            </p:cNvPr>
            <p:cNvSpPr/>
            <p:nvPr/>
          </p:nvSpPr>
          <p:spPr>
            <a:xfrm>
              <a:off x="4172118" y="918103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6" name="橢圓 335">
              <a:extLst>
                <a:ext uri="{FF2B5EF4-FFF2-40B4-BE49-F238E27FC236}">
                  <a16:creationId xmlns:a16="http://schemas.microsoft.com/office/drawing/2014/main" id="{CE662264-7C2E-4ABA-9D27-BEA55CB6BA6F}"/>
                </a:ext>
              </a:extLst>
            </p:cNvPr>
            <p:cNvSpPr/>
            <p:nvPr/>
          </p:nvSpPr>
          <p:spPr>
            <a:xfrm>
              <a:off x="4172118" y="10517464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7" name="橢圓 336">
              <a:extLst>
                <a:ext uri="{FF2B5EF4-FFF2-40B4-BE49-F238E27FC236}">
                  <a16:creationId xmlns:a16="http://schemas.microsoft.com/office/drawing/2014/main" id="{AB53FEC4-F3B1-4175-9F8F-F4655C34622B}"/>
                </a:ext>
              </a:extLst>
            </p:cNvPr>
            <p:cNvSpPr/>
            <p:nvPr/>
          </p:nvSpPr>
          <p:spPr>
            <a:xfrm>
              <a:off x="4832202" y="9858385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8" name="橢圓 337">
              <a:extLst>
                <a:ext uri="{FF2B5EF4-FFF2-40B4-BE49-F238E27FC236}">
                  <a16:creationId xmlns:a16="http://schemas.microsoft.com/office/drawing/2014/main" id="{A45FA053-7604-4139-B44C-68F082CE7D8D}"/>
                </a:ext>
              </a:extLst>
            </p:cNvPr>
            <p:cNvSpPr/>
            <p:nvPr/>
          </p:nvSpPr>
          <p:spPr>
            <a:xfrm>
              <a:off x="3492787" y="9858385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9" name="橢圓 338">
              <a:extLst>
                <a:ext uri="{FF2B5EF4-FFF2-40B4-BE49-F238E27FC236}">
                  <a16:creationId xmlns:a16="http://schemas.microsoft.com/office/drawing/2014/main" id="{E3BC649D-B41A-4189-B71E-121DFA569612}"/>
                </a:ext>
              </a:extLst>
            </p:cNvPr>
            <p:cNvSpPr/>
            <p:nvPr/>
          </p:nvSpPr>
          <p:spPr>
            <a:xfrm>
              <a:off x="3693352" y="103445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0" name="橢圓 339">
              <a:extLst>
                <a:ext uri="{FF2B5EF4-FFF2-40B4-BE49-F238E27FC236}">
                  <a16:creationId xmlns:a16="http://schemas.microsoft.com/office/drawing/2014/main" id="{6452AD14-8072-4DC0-8C39-5E8939A9AA7D}"/>
                </a:ext>
              </a:extLst>
            </p:cNvPr>
            <p:cNvSpPr/>
            <p:nvPr/>
          </p:nvSpPr>
          <p:spPr>
            <a:xfrm>
              <a:off x="3693352" y="9383378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1" name="橢圓 340">
              <a:extLst>
                <a:ext uri="{FF2B5EF4-FFF2-40B4-BE49-F238E27FC236}">
                  <a16:creationId xmlns:a16="http://schemas.microsoft.com/office/drawing/2014/main" id="{63424603-F592-4039-BF7E-D5010E12EBFA}"/>
                </a:ext>
              </a:extLst>
            </p:cNvPr>
            <p:cNvSpPr/>
            <p:nvPr/>
          </p:nvSpPr>
          <p:spPr>
            <a:xfrm>
              <a:off x="4647038" y="103445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42" name="橢圓 341">
              <a:extLst>
                <a:ext uri="{FF2B5EF4-FFF2-40B4-BE49-F238E27FC236}">
                  <a16:creationId xmlns:a16="http://schemas.microsoft.com/office/drawing/2014/main" id="{00BB0486-5E10-4828-9BA9-FBA1482A7ADA}"/>
                </a:ext>
              </a:extLst>
            </p:cNvPr>
            <p:cNvSpPr/>
            <p:nvPr/>
          </p:nvSpPr>
          <p:spPr>
            <a:xfrm>
              <a:off x="4647038" y="9383378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3" name="等腰三角形 342">
              <a:extLst>
                <a:ext uri="{FF2B5EF4-FFF2-40B4-BE49-F238E27FC236}">
                  <a16:creationId xmlns:a16="http://schemas.microsoft.com/office/drawing/2014/main" id="{45D97480-D20C-44B0-9B6C-7F45BB4A5FB8}"/>
                </a:ext>
              </a:extLst>
            </p:cNvPr>
            <p:cNvSpPr/>
            <p:nvPr/>
          </p:nvSpPr>
          <p:spPr>
            <a:xfrm rot="5400000" flipH="1">
              <a:off x="4303677" y="9123438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4" name="等腰三角形 343">
              <a:extLst>
                <a:ext uri="{FF2B5EF4-FFF2-40B4-BE49-F238E27FC236}">
                  <a16:creationId xmlns:a16="http://schemas.microsoft.com/office/drawing/2014/main" id="{8EF70A1B-A69D-49AC-B2A1-234A2D98F2F1}"/>
                </a:ext>
              </a:extLst>
            </p:cNvPr>
            <p:cNvSpPr/>
            <p:nvPr/>
          </p:nvSpPr>
          <p:spPr>
            <a:xfrm rot="5400000" flipH="1">
              <a:off x="4303677" y="1045739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5" name="等腰三角形 344">
              <a:extLst>
                <a:ext uri="{FF2B5EF4-FFF2-40B4-BE49-F238E27FC236}">
                  <a16:creationId xmlns:a16="http://schemas.microsoft.com/office/drawing/2014/main" id="{CF9FCFFE-8AA8-4688-9C9D-A22D7844B2B5}"/>
                </a:ext>
              </a:extLst>
            </p:cNvPr>
            <p:cNvSpPr/>
            <p:nvPr/>
          </p:nvSpPr>
          <p:spPr>
            <a:xfrm rot="5400000" flipH="1">
              <a:off x="3624346" y="980546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6" name="等腰三角形 345">
              <a:extLst>
                <a:ext uri="{FF2B5EF4-FFF2-40B4-BE49-F238E27FC236}">
                  <a16:creationId xmlns:a16="http://schemas.microsoft.com/office/drawing/2014/main" id="{18AAB132-8DE7-40C3-A391-4AE2735256FB}"/>
                </a:ext>
              </a:extLst>
            </p:cNvPr>
            <p:cNvSpPr/>
            <p:nvPr/>
          </p:nvSpPr>
          <p:spPr>
            <a:xfrm rot="5400000" flipH="1">
              <a:off x="3824911" y="9323463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7" name="等腰三角形 346">
              <a:extLst>
                <a:ext uri="{FF2B5EF4-FFF2-40B4-BE49-F238E27FC236}">
                  <a16:creationId xmlns:a16="http://schemas.microsoft.com/office/drawing/2014/main" id="{B1114456-56ED-4D58-927A-08139F0843B8}"/>
                </a:ext>
              </a:extLst>
            </p:cNvPr>
            <p:cNvSpPr/>
            <p:nvPr/>
          </p:nvSpPr>
          <p:spPr>
            <a:xfrm rot="5400000" flipH="1">
              <a:off x="3824911" y="1028594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8" name="等腰三角形 347">
              <a:extLst>
                <a:ext uri="{FF2B5EF4-FFF2-40B4-BE49-F238E27FC236}">
                  <a16:creationId xmlns:a16="http://schemas.microsoft.com/office/drawing/2014/main" id="{EBB27CA8-F4E4-4B69-9A73-57E28643DA2E}"/>
                </a:ext>
              </a:extLst>
            </p:cNvPr>
            <p:cNvSpPr/>
            <p:nvPr/>
          </p:nvSpPr>
          <p:spPr>
            <a:xfrm rot="5400000" flipH="1">
              <a:off x="4778597" y="9323463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9" name="等腰三角形 348">
              <a:extLst>
                <a:ext uri="{FF2B5EF4-FFF2-40B4-BE49-F238E27FC236}">
                  <a16:creationId xmlns:a16="http://schemas.microsoft.com/office/drawing/2014/main" id="{2A3B11E2-A6BB-40FF-ACBF-04FE7509E736}"/>
                </a:ext>
              </a:extLst>
            </p:cNvPr>
            <p:cNvSpPr/>
            <p:nvPr/>
          </p:nvSpPr>
          <p:spPr>
            <a:xfrm rot="5400000" flipH="1">
              <a:off x="4778597" y="1028594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0" name="等腰三角形 349">
              <a:extLst>
                <a:ext uri="{FF2B5EF4-FFF2-40B4-BE49-F238E27FC236}">
                  <a16:creationId xmlns:a16="http://schemas.microsoft.com/office/drawing/2014/main" id="{7839C4B8-B370-465B-B5FE-0E930B4AE14D}"/>
                </a:ext>
              </a:extLst>
            </p:cNvPr>
            <p:cNvSpPr/>
            <p:nvPr/>
          </p:nvSpPr>
          <p:spPr>
            <a:xfrm rot="5400000" flipH="1">
              <a:off x="4963762" y="980546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351" name="群組 350">
            <a:extLst>
              <a:ext uri="{FF2B5EF4-FFF2-40B4-BE49-F238E27FC236}">
                <a16:creationId xmlns:a16="http://schemas.microsoft.com/office/drawing/2014/main" id="{B724DA2B-E9BC-4562-A3B3-9AF7535E6FB1}"/>
              </a:ext>
            </a:extLst>
          </p:cNvPr>
          <p:cNvGrpSpPr/>
          <p:nvPr/>
        </p:nvGrpSpPr>
        <p:grpSpPr>
          <a:xfrm>
            <a:off x="3450796" y="4418759"/>
            <a:ext cx="1196482" cy="1196482"/>
            <a:chOff x="8631015" y="5186974"/>
            <a:chExt cx="2090057" cy="2090057"/>
          </a:xfrm>
        </p:grpSpPr>
        <p:sp>
          <p:nvSpPr>
            <p:cNvPr id="352" name="矩形: 圓角 351">
              <a:extLst>
                <a:ext uri="{FF2B5EF4-FFF2-40B4-BE49-F238E27FC236}">
                  <a16:creationId xmlns:a16="http://schemas.microsoft.com/office/drawing/2014/main" id="{43898566-395E-4111-9B43-01060DF92027}"/>
                </a:ext>
              </a:extLst>
            </p:cNvPr>
            <p:cNvSpPr/>
            <p:nvPr/>
          </p:nvSpPr>
          <p:spPr>
            <a:xfrm>
              <a:off x="8631015" y="5186974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3" name="箭號: 左-右雙向 352">
              <a:extLst>
                <a:ext uri="{FF2B5EF4-FFF2-40B4-BE49-F238E27FC236}">
                  <a16:creationId xmlns:a16="http://schemas.microsoft.com/office/drawing/2014/main" id="{82A6ADB4-3F1E-4F80-9029-1E228BF300ED}"/>
                </a:ext>
              </a:extLst>
            </p:cNvPr>
            <p:cNvSpPr/>
            <p:nvPr/>
          </p:nvSpPr>
          <p:spPr>
            <a:xfrm rot="5400000">
              <a:off x="8825319" y="607722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4" name="箭號: 左-右雙向 353">
              <a:extLst>
                <a:ext uri="{FF2B5EF4-FFF2-40B4-BE49-F238E27FC236}">
                  <a16:creationId xmlns:a16="http://schemas.microsoft.com/office/drawing/2014/main" id="{D63EDDF5-BB13-4B5E-A535-347DDB0A07FB}"/>
                </a:ext>
              </a:extLst>
            </p:cNvPr>
            <p:cNvSpPr/>
            <p:nvPr/>
          </p:nvSpPr>
          <p:spPr>
            <a:xfrm rot="5400000">
              <a:off x="10130264" y="607722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5" name="箭號: 左-右雙向 354">
              <a:extLst>
                <a:ext uri="{FF2B5EF4-FFF2-40B4-BE49-F238E27FC236}">
                  <a16:creationId xmlns:a16="http://schemas.microsoft.com/office/drawing/2014/main" id="{A069FEC9-5127-459F-9C62-904F84A8FF81}"/>
                </a:ext>
              </a:extLst>
            </p:cNvPr>
            <p:cNvSpPr/>
            <p:nvPr/>
          </p:nvSpPr>
          <p:spPr>
            <a:xfrm rot="18900000">
              <a:off x="9018245" y="561506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6" name="箭號: 左-右雙向 355">
              <a:extLst>
                <a:ext uri="{FF2B5EF4-FFF2-40B4-BE49-F238E27FC236}">
                  <a16:creationId xmlns:a16="http://schemas.microsoft.com/office/drawing/2014/main" id="{5122AC35-15BD-446B-B5D1-B5D54D4B1730}"/>
                </a:ext>
              </a:extLst>
            </p:cNvPr>
            <p:cNvSpPr/>
            <p:nvPr/>
          </p:nvSpPr>
          <p:spPr>
            <a:xfrm rot="18900000">
              <a:off x="9922348" y="655657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7" name="箭號: 左-右雙向 356">
              <a:extLst>
                <a:ext uri="{FF2B5EF4-FFF2-40B4-BE49-F238E27FC236}">
                  <a16:creationId xmlns:a16="http://schemas.microsoft.com/office/drawing/2014/main" id="{70A27790-5715-4E46-A674-F10382B2BA3C}"/>
                </a:ext>
              </a:extLst>
            </p:cNvPr>
            <p:cNvSpPr/>
            <p:nvPr/>
          </p:nvSpPr>
          <p:spPr>
            <a:xfrm rot="2700000">
              <a:off x="9018246" y="655657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8" name="箭號: 左-右雙向 357">
              <a:extLst>
                <a:ext uri="{FF2B5EF4-FFF2-40B4-BE49-F238E27FC236}">
                  <a16:creationId xmlns:a16="http://schemas.microsoft.com/office/drawing/2014/main" id="{098D3561-7D6C-4FE5-9244-64E312ADE6CA}"/>
                </a:ext>
              </a:extLst>
            </p:cNvPr>
            <p:cNvSpPr/>
            <p:nvPr/>
          </p:nvSpPr>
          <p:spPr>
            <a:xfrm rot="2700000">
              <a:off x="9922347" y="561506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9" name="箭號: 左-右雙向 358">
              <a:extLst>
                <a:ext uri="{FF2B5EF4-FFF2-40B4-BE49-F238E27FC236}">
                  <a16:creationId xmlns:a16="http://schemas.microsoft.com/office/drawing/2014/main" id="{3C65C6E2-CDB7-4353-8846-4453C31F3AB5}"/>
                </a:ext>
              </a:extLst>
            </p:cNvPr>
            <p:cNvSpPr/>
            <p:nvPr/>
          </p:nvSpPr>
          <p:spPr>
            <a:xfrm>
              <a:off x="9460044" y="674436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0" name="箭號: 左-右雙向 359">
              <a:extLst>
                <a:ext uri="{FF2B5EF4-FFF2-40B4-BE49-F238E27FC236}">
                  <a16:creationId xmlns:a16="http://schemas.microsoft.com/office/drawing/2014/main" id="{52E743E2-818E-4891-A897-9F529E8CAD6F}"/>
                </a:ext>
              </a:extLst>
            </p:cNvPr>
            <p:cNvSpPr/>
            <p:nvPr/>
          </p:nvSpPr>
          <p:spPr>
            <a:xfrm>
              <a:off x="9460044" y="541468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361" name="群組 360">
            <a:extLst>
              <a:ext uri="{FF2B5EF4-FFF2-40B4-BE49-F238E27FC236}">
                <a16:creationId xmlns:a16="http://schemas.microsoft.com/office/drawing/2014/main" id="{F1EC7C86-34C0-49AE-A684-EA29C29291F1}"/>
              </a:ext>
            </a:extLst>
          </p:cNvPr>
          <p:cNvGrpSpPr/>
          <p:nvPr/>
        </p:nvGrpSpPr>
        <p:grpSpPr>
          <a:xfrm>
            <a:off x="376498" y="1895647"/>
            <a:ext cx="1196482" cy="1196482"/>
            <a:chOff x="-756975" y="5254023"/>
            <a:chExt cx="2090057" cy="2090057"/>
          </a:xfrm>
        </p:grpSpPr>
        <p:sp>
          <p:nvSpPr>
            <p:cNvPr id="362" name="矩形: 圓角 361">
              <a:extLst>
                <a:ext uri="{FF2B5EF4-FFF2-40B4-BE49-F238E27FC236}">
                  <a16:creationId xmlns:a16="http://schemas.microsoft.com/office/drawing/2014/main" id="{BAB11C24-559C-47B4-83B2-20939F6BFFE3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63" name="箭號: 左-右雙向 362">
              <a:extLst>
                <a:ext uri="{FF2B5EF4-FFF2-40B4-BE49-F238E27FC236}">
                  <a16:creationId xmlns:a16="http://schemas.microsoft.com/office/drawing/2014/main" id="{085D0F66-90C3-433A-8B61-8B0596E06F06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64" name="箭號: 左-右雙向 363">
              <a:extLst>
                <a:ext uri="{FF2B5EF4-FFF2-40B4-BE49-F238E27FC236}">
                  <a16:creationId xmlns:a16="http://schemas.microsoft.com/office/drawing/2014/main" id="{63543E97-5470-4A00-A28D-D88626DFCF6C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5" name="箭號: 左-右雙向 364">
              <a:extLst>
                <a:ext uri="{FF2B5EF4-FFF2-40B4-BE49-F238E27FC236}">
                  <a16:creationId xmlns:a16="http://schemas.microsoft.com/office/drawing/2014/main" id="{AA0FD772-E17D-4061-A1CE-FF3EDC576C22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6" name="箭號: 左-右雙向 365">
              <a:extLst>
                <a:ext uri="{FF2B5EF4-FFF2-40B4-BE49-F238E27FC236}">
                  <a16:creationId xmlns:a16="http://schemas.microsoft.com/office/drawing/2014/main" id="{C4DCFFC6-C3FC-4C6A-89EA-448524803490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7" name="箭號: 左-右雙向 366">
              <a:extLst>
                <a:ext uri="{FF2B5EF4-FFF2-40B4-BE49-F238E27FC236}">
                  <a16:creationId xmlns:a16="http://schemas.microsoft.com/office/drawing/2014/main" id="{63D621B5-785C-4E23-803A-558CD60AEA47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68" name="箭號: 左-右雙向 367">
              <a:extLst>
                <a:ext uri="{FF2B5EF4-FFF2-40B4-BE49-F238E27FC236}">
                  <a16:creationId xmlns:a16="http://schemas.microsoft.com/office/drawing/2014/main" id="{02A38FA9-9EC2-4445-85DC-8170CB57DF44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9" name="箭號: 左-右雙向 368">
              <a:extLst>
                <a:ext uri="{FF2B5EF4-FFF2-40B4-BE49-F238E27FC236}">
                  <a16:creationId xmlns:a16="http://schemas.microsoft.com/office/drawing/2014/main" id="{98201BBA-1E57-41A2-ACBD-79E234C433D1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70" name="箭號: 左-右雙向 369">
              <a:extLst>
                <a:ext uri="{FF2B5EF4-FFF2-40B4-BE49-F238E27FC236}">
                  <a16:creationId xmlns:a16="http://schemas.microsoft.com/office/drawing/2014/main" id="{AA819231-176E-45E1-A188-540465AC731B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40958" y="2538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72" name="圖片 171">
            <a:extLst>
              <a:ext uri="{FF2B5EF4-FFF2-40B4-BE49-F238E27FC236}">
                <a16:creationId xmlns:a16="http://schemas.microsoft.com/office/drawing/2014/main" id="{C4F9FD23-F59D-4871-BF3A-B11C66BBB6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3409157" y="3124200"/>
            <a:ext cx="1268118" cy="1263696"/>
          </a:xfrm>
          <a:prstGeom prst="rect">
            <a:avLst/>
          </a:prstGeom>
        </p:spPr>
      </p:pic>
      <p:pic>
        <p:nvPicPr>
          <p:cNvPr id="173" name="圖片 172">
            <a:extLst>
              <a:ext uri="{FF2B5EF4-FFF2-40B4-BE49-F238E27FC236}">
                <a16:creationId xmlns:a16="http://schemas.microsoft.com/office/drawing/2014/main" id="{5CB2585F-5691-4308-B3E7-51BE98D183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340" b="12447"/>
          <a:stretch/>
        </p:blipFill>
        <p:spPr>
          <a:xfrm>
            <a:off x="331578" y="3124200"/>
            <a:ext cx="1281831" cy="1263696"/>
          </a:xfrm>
          <a:prstGeom prst="rect">
            <a:avLst/>
          </a:prstGeom>
        </p:spPr>
      </p:pic>
      <p:pic>
        <p:nvPicPr>
          <p:cNvPr id="174" name="圖片 173">
            <a:extLst>
              <a:ext uri="{FF2B5EF4-FFF2-40B4-BE49-F238E27FC236}">
                <a16:creationId xmlns:a16="http://schemas.microsoft.com/office/drawing/2014/main" id="{2AA07A5C-5C85-4BE6-B680-E9532BC1CB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1904219" y="1300945"/>
            <a:ext cx="1268118" cy="1263696"/>
          </a:xfrm>
          <a:prstGeom prst="rect">
            <a:avLst/>
          </a:prstGeom>
        </p:spPr>
      </p:pic>
      <p:pic>
        <p:nvPicPr>
          <p:cNvPr id="176" name="圖片 175">
            <a:extLst>
              <a:ext uri="{FF2B5EF4-FFF2-40B4-BE49-F238E27FC236}">
                <a16:creationId xmlns:a16="http://schemas.microsoft.com/office/drawing/2014/main" id="{C3CC341F-0714-41BC-B2FA-8CB504F9E9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1904219" y="4855581"/>
            <a:ext cx="1268118" cy="1263696"/>
          </a:xfrm>
          <a:prstGeom prst="rect">
            <a:avLst/>
          </a:prstGeom>
        </p:spPr>
      </p:pic>
      <p:pic>
        <p:nvPicPr>
          <p:cNvPr id="178" name="圖片 177">
            <a:extLst>
              <a:ext uri="{FF2B5EF4-FFF2-40B4-BE49-F238E27FC236}">
                <a16:creationId xmlns:a16="http://schemas.microsoft.com/office/drawing/2014/main" id="{956E80BA-DEC2-4EDF-A592-965E72A28C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28" t="13572" r="38969" b="4004"/>
          <a:stretch/>
        </p:blipFill>
        <p:spPr>
          <a:xfrm>
            <a:off x="6783407" y="1306805"/>
            <a:ext cx="1248021" cy="1250648"/>
          </a:xfrm>
          <a:prstGeom prst="rect">
            <a:avLst/>
          </a:prstGeom>
        </p:spPr>
      </p:pic>
      <p:pic>
        <p:nvPicPr>
          <p:cNvPr id="179" name="圖片 178">
            <a:extLst>
              <a:ext uri="{FF2B5EF4-FFF2-40B4-BE49-F238E27FC236}">
                <a16:creationId xmlns:a16="http://schemas.microsoft.com/office/drawing/2014/main" id="{4AB21A6B-65B1-42A1-AD2B-3C92C9F48C1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36" t="13557" r="38852" b="3847"/>
          <a:stretch/>
        </p:blipFill>
        <p:spPr>
          <a:xfrm>
            <a:off x="6771242" y="4864303"/>
            <a:ext cx="1253276" cy="1253276"/>
          </a:xfrm>
          <a:prstGeom prst="rect">
            <a:avLst/>
          </a:prstGeom>
        </p:spPr>
      </p:pic>
      <p:pic>
        <p:nvPicPr>
          <p:cNvPr id="181" name="圖片 180">
            <a:extLst>
              <a:ext uri="{FF2B5EF4-FFF2-40B4-BE49-F238E27FC236}">
                <a16:creationId xmlns:a16="http://schemas.microsoft.com/office/drawing/2014/main" id="{6A8246AB-E613-4DE1-9932-5F0B43B9B07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57" t="13652" r="38542" b="3900"/>
          <a:stretch/>
        </p:blipFill>
        <p:spPr>
          <a:xfrm>
            <a:off x="5204018" y="3123848"/>
            <a:ext cx="1272193" cy="1250997"/>
          </a:xfrm>
          <a:prstGeom prst="rect">
            <a:avLst/>
          </a:prstGeom>
        </p:spPr>
      </p:pic>
      <p:pic>
        <p:nvPicPr>
          <p:cNvPr id="182" name="圖片 181">
            <a:extLst>
              <a:ext uri="{FF2B5EF4-FFF2-40B4-BE49-F238E27FC236}">
                <a16:creationId xmlns:a16="http://schemas.microsoft.com/office/drawing/2014/main" id="{9A4FC02B-00A2-4332-9177-3ADCDD72FA1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6" t="13733" r="38996" b="4189"/>
          <a:stretch/>
        </p:blipFill>
        <p:spPr>
          <a:xfrm>
            <a:off x="8330525" y="3123691"/>
            <a:ext cx="1243423" cy="12453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/>
              <p:nvPr/>
            </p:nvSpPr>
            <p:spPr>
              <a:xfrm>
                <a:off x="2143803" y="4475663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803" y="4475663"/>
                <a:ext cx="812954" cy="338554"/>
              </a:xfrm>
              <a:prstGeom prst="rect">
                <a:avLst/>
              </a:prstGeom>
              <a:blipFill>
                <a:blip r:embed="rId7"/>
                <a:stretch>
                  <a:fillRect t="-108929" r="-4661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/>
              <p:nvPr/>
            </p:nvSpPr>
            <p:spPr>
              <a:xfrm>
                <a:off x="2160599" y="2530071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599" y="2530071"/>
                <a:ext cx="812954" cy="338554"/>
              </a:xfrm>
              <a:prstGeom prst="rect">
                <a:avLst/>
              </a:prstGeom>
              <a:blipFill>
                <a:blip r:embed="rId8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1" name="群組 190">
            <a:extLst>
              <a:ext uri="{FF2B5EF4-FFF2-40B4-BE49-F238E27FC236}">
                <a16:creationId xmlns:a16="http://schemas.microsoft.com/office/drawing/2014/main" id="{12A3856D-C8EE-4E5C-9371-C38BC0FAAC9C}"/>
              </a:ext>
            </a:extLst>
          </p:cNvPr>
          <p:cNvGrpSpPr/>
          <p:nvPr/>
        </p:nvGrpSpPr>
        <p:grpSpPr>
          <a:xfrm>
            <a:off x="2523735" y="1841095"/>
            <a:ext cx="115586" cy="110880"/>
            <a:chOff x="1373392" y="2391862"/>
            <a:chExt cx="479433" cy="476535"/>
          </a:xfrm>
        </p:grpSpPr>
        <p:sp>
          <p:nvSpPr>
            <p:cNvPr id="194" name="箭號: 向右 193">
              <a:extLst>
                <a:ext uri="{FF2B5EF4-FFF2-40B4-BE49-F238E27FC236}">
                  <a16:creationId xmlns:a16="http://schemas.microsoft.com/office/drawing/2014/main" id="{5A9976EA-DC90-4C92-81FF-F86EA39FDC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5" name="箭號: 向右 194">
              <a:extLst>
                <a:ext uri="{FF2B5EF4-FFF2-40B4-BE49-F238E27FC236}">
                  <a16:creationId xmlns:a16="http://schemas.microsoft.com/office/drawing/2014/main" id="{916F6971-5A5A-43BC-B03E-319A01E32168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/>
              <p:nvPr/>
            </p:nvSpPr>
            <p:spPr>
              <a:xfrm>
                <a:off x="2403858" y="1468119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858" y="1468119"/>
                <a:ext cx="438402" cy="424283"/>
              </a:xfrm>
              <a:prstGeom prst="rect">
                <a:avLst/>
              </a:prstGeom>
              <a:blipFill>
                <a:blip r:embed="rId9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/>
              <p:nvPr/>
            </p:nvSpPr>
            <p:spPr>
              <a:xfrm>
                <a:off x="2576841" y="1746271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841" y="1746271"/>
                <a:ext cx="388427" cy="400110"/>
              </a:xfrm>
              <a:prstGeom prst="rect">
                <a:avLst/>
              </a:prstGeom>
              <a:blipFill>
                <a:blip r:embed="rId10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/>
              <p:nvPr/>
            </p:nvSpPr>
            <p:spPr>
              <a:xfrm>
                <a:off x="1869914" y="2177398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914" y="2177398"/>
                <a:ext cx="652306" cy="338554"/>
              </a:xfrm>
              <a:prstGeom prst="rect">
                <a:avLst/>
              </a:prstGeom>
              <a:blipFill>
                <a:blip r:embed="rId11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813141" y="116395"/>
            <a:ext cx="347427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1700782" y="1267558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782" y="1267558"/>
                <a:ext cx="1673596" cy="338554"/>
              </a:xfrm>
              <a:prstGeom prst="rect">
                <a:avLst/>
              </a:prstGeom>
              <a:blipFill>
                <a:blip r:embed="rId12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380945" y="3085892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45" y="3085892"/>
                <a:ext cx="1150186" cy="338554"/>
              </a:xfrm>
              <a:prstGeom prst="rect">
                <a:avLst/>
              </a:prstGeom>
              <a:blipFill>
                <a:blip r:embed="rId13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3463670" y="3085892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670" y="3085892"/>
                <a:ext cx="1150186" cy="338554"/>
              </a:xfrm>
              <a:prstGeom prst="rect">
                <a:avLst/>
              </a:prstGeom>
              <a:blipFill>
                <a:blip r:embed="rId14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1975187" y="4843096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187" y="4843096"/>
                <a:ext cx="1150186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" name="圖片 152">
            <a:extLst>
              <a:ext uri="{FF2B5EF4-FFF2-40B4-BE49-F238E27FC236}">
                <a16:creationId xmlns:a16="http://schemas.microsoft.com/office/drawing/2014/main" id="{E70F1D4D-A58E-4BD6-A8D5-405865F16C15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3202101" y="1249651"/>
            <a:ext cx="424866" cy="13549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/>
              <p:nvPr/>
            </p:nvSpPr>
            <p:spPr>
              <a:xfrm>
                <a:off x="3128482" y="233922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482" y="2339228"/>
                <a:ext cx="478319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14">
            <a:extLst>
              <a:ext uri="{FF2B5EF4-FFF2-40B4-BE49-F238E27FC236}">
                <a16:creationId xmlns:a16="http://schemas.microsoft.com/office/drawing/2014/main" id="{7F5221CE-37EE-40D8-BC56-84C6BB77B026}"/>
              </a:ext>
            </a:extLst>
          </p:cNvPr>
          <p:cNvSpPr/>
          <p:nvPr/>
        </p:nvSpPr>
        <p:spPr>
          <a:xfrm>
            <a:off x="2490566" y="2826351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CDA31535-4AC8-4BAD-BE8E-AFCF3A5C1DFF}"/>
              </a:ext>
            </a:extLst>
          </p:cNvPr>
          <p:cNvSpPr/>
          <p:nvPr/>
        </p:nvSpPr>
        <p:spPr>
          <a:xfrm>
            <a:off x="1851985" y="2910489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1B9C275D-D4F9-404B-9759-D3137F20859E}"/>
              </a:ext>
            </a:extLst>
          </p:cNvPr>
          <p:cNvSpPr/>
          <p:nvPr/>
        </p:nvSpPr>
        <p:spPr>
          <a:xfrm>
            <a:off x="2490566" y="4321308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" name="SHO">
            <a:extLst>
              <a:ext uri="{FF2B5EF4-FFF2-40B4-BE49-F238E27FC236}">
                <a16:creationId xmlns:a16="http://schemas.microsoft.com/office/drawing/2014/main" id="{A12C8863-94E3-49F7-8C57-91B9A2E1BDE3}"/>
              </a:ext>
            </a:extLst>
          </p:cNvPr>
          <p:cNvSpPr/>
          <p:nvPr/>
        </p:nvSpPr>
        <p:spPr>
          <a:xfrm rot="16200000">
            <a:off x="2260446" y="2936888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9" name="SVO">
            <a:extLst>
              <a:ext uri="{FF2B5EF4-FFF2-40B4-BE49-F238E27FC236}">
                <a16:creationId xmlns:a16="http://schemas.microsoft.com/office/drawing/2014/main" id="{BC0941FF-C00B-42D1-B1F2-D6E6CE090459}"/>
              </a:ext>
            </a:extLst>
          </p:cNvPr>
          <p:cNvSpPr/>
          <p:nvPr/>
        </p:nvSpPr>
        <p:spPr>
          <a:xfrm>
            <a:off x="2209892" y="2910990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3B7219CA-A385-4095-B7EA-6C247B36BEF6}"/>
              </a:ext>
            </a:extLst>
          </p:cNvPr>
          <p:cNvSpPr/>
          <p:nvPr/>
        </p:nvSpPr>
        <p:spPr>
          <a:xfrm rot="16200000">
            <a:off x="2260446" y="2936888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B7A5A3D7-6CE8-4726-9BEB-8C30B332BFDE}"/>
                  </a:ext>
                </a:extLst>
              </p:cNvPr>
              <p:cNvSpPr txBox="1"/>
              <p:nvPr/>
            </p:nvSpPr>
            <p:spPr>
              <a:xfrm>
                <a:off x="2022094" y="3480536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B7A5A3D7-6CE8-4726-9BEB-8C30B332B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094" y="3480536"/>
                <a:ext cx="176928" cy="338554"/>
              </a:xfrm>
              <a:prstGeom prst="rect">
                <a:avLst/>
              </a:prstGeom>
              <a:blipFill>
                <a:blip r:embed="rId18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22">
            <a:extLst>
              <a:ext uri="{FF2B5EF4-FFF2-40B4-BE49-F238E27FC236}">
                <a16:creationId xmlns:a16="http://schemas.microsoft.com/office/drawing/2014/main" id="{DC8DEB48-159A-432A-A563-D1E2F53D788D}"/>
              </a:ext>
            </a:extLst>
          </p:cNvPr>
          <p:cNvSpPr/>
          <p:nvPr/>
        </p:nvSpPr>
        <p:spPr>
          <a:xfrm>
            <a:off x="2489620" y="432130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C30F96C9-2DED-45AF-B673-D98C394280FB}"/>
                  </a:ext>
                </a:extLst>
              </p:cNvPr>
              <p:cNvSpPr txBox="1"/>
              <p:nvPr/>
            </p:nvSpPr>
            <p:spPr>
              <a:xfrm>
                <a:off x="2677017" y="357593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C30F96C9-2DED-45AF-B673-D98C39428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017" y="3575933"/>
                <a:ext cx="176928" cy="338554"/>
              </a:xfrm>
              <a:prstGeom prst="rect">
                <a:avLst/>
              </a:prstGeom>
              <a:blipFill>
                <a:blip r:embed="rId19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34AEE752-FCEC-49A9-B464-EE05AB88A4CD}"/>
                  </a:ext>
                </a:extLst>
              </p:cNvPr>
              <p:cNvSpPr txBox="1"/>
              <p:nvPr/>
            </p:nvSpPr>
            <p:spPr>
              <a:xfrm>
                <a:off x="2432893" y="2946191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34AEE752-FCEC-49A9-B464-EE05AB88A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893" y="2946191"/>
                <a:ext cx="256967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DVO">
            <a:extLst>
              <a:ext uri="{FF2B5EF4-FFF2-40B4-BE49-F238E27FC236}">
                <a16:creationId xmlns:a16="http://schemas.microsoft.com/office/drawing/2014/main" id="{602C53B1-114A-48C0-9D73-85F68ECA2FBE}"/>
              </a:ext>
            </a:extLst>
          </p:cNvPr>
          <p:cNvSpPr/>
          <p:nvPr/>
        </p:nvSpPr>
        <p:spPr>
          <a:xfrm flipH="1">
            <a:off x="2209892" y="2910990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Oval 23">
            <a:extLst>
              <a:ext uri="{FF2B5EF4-FFF2-40B4-BE49-F238E27FC236}">
                <a16:creationId xmlns:a16="http://schemas.microsoft.com/office/drawing/2014/main" id="{2F8E52B4-3879-4A53-853D-37DC6B8692F9}"/>
              </a:ext>
            </a:extLst>
          </p:cNvPr>
          <p:cNvSpPr/>
          <p:nvPr/>
        </p:nvSpPr>
        <p:spPr>
          <a:xfrm>
            <a:off x="3212476" y="357475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3" name="Straight Arrow Connector 7">
            <a:extLst>
              <a:ext uri="{FF2B5EF4-FFF2-40B4-BE49-F238E27FC236}">
                <a16:creationId xmlns:a16="http://schemas.microsoft.com/office/drawing/2014/main" id="{36EC1456-E151-43D6-83EA-97600C49E115}"/>
              </a:ext>
            </a:extLst>
          </p:cNvPr>
          <p:cNvCxnSpPr>
            <a:cxnSpLocks/>
          </p:cNvCxnSpPr>
          <p:nvPr/>
        </p:nvCxnSpPr>
        <p:spPr>
          <a:xfrm flipV="1">
            <a:off x="2567861" y="3210806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19">
            <a:extLst>
              <a:ext uri="{FF2B5EF4-FFF2-40B4-BE49-F238E27FC236}">
                <a16:creationId xmlns:a16="http://schemas.microsoft.com/office/drawing/2014/main" id="{2B4DD044-2A67-4570-938D-6F05AB6D2E0C}"/>
              </a:ext>
            </a:extLst>
          </p:cNvPr>
          <p:cNvCxnSpPr>
            <a:cxnSpLocks/>
          </p:cNvCxnSpPr>
          <p:nvPr/>
        </p:nvCxnSpPr>
        <p:spPr>
          <a:xfrm>
            <a:off x="2570845" y="3654512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18">
            <a:extLst>
              <a:ext uri="{FF2B5EF4-FFF2-40B4-BE49-F238E27FC236}">
                <a16:creationId xmlns:a16="http://schemas.microsoft.com/office/drawing/2014/main" id="{19BA3216-8E1C-4DF5-A108-33E08250036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399523" y="3483036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0">
            <a:extLst>
              <a:ext uri="{FF2B5EF4-FFF2-40B4-BE49-F238E27FC236}">
                <a16:creationId xmlns:a16="http://schemas.microsoft.com/office/drawing/2014/main" id="{C08F1200-1646-4E05-8061-9C6620047C71}"/>
              </a:ext>
            </a:extLst>
          </p:cNvPr>
          <p:cNvSpPr/>
          <p:nvPr/>
        </p:nvSpPr>
        <p:spPr>
          <a:xfrm>
            <a:off x="1768312" y="357475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9" name="Oval 22">
            <a:extLst>
              <a:ext uri="{FF2B5EF4-FFF2-40B4-BE49-F238E27FC236}">
                <a16:creationId xmlns:a16="http://schemas.microsoft.com/office/drawing/2014/main" id="{FA290670-5ADB-4445-9B33-122BE606D9A1}"/>
              </a:ext>
            </a:extLst>
          </p:cNvPr>
          <p:cNvSpPr/>
          <p:nvPr/>
        </p:nvSpPr>
        <p:spPr>
          <a:xfrm>
            <a:off x="2490802" y="281847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40" name="Partial Circle 9">
            <a:extLst>
              <a:ext uri="{FF2B5EF4-FFF2-40B4-BE49-F238E27FC236}">
                <a16:creationId xmlns:a16="http://schemas.microsoft.com/office/drawing/2014/main" id="{44538DF5-DE96-4104-B849-41515C1FF374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505459" y="3560359"/>
            <a:ext cx="102408" cy="197724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10">
                <a:extLst>
                  <a:ext uri="{FF2B5EF4-FFF2-40B4-BE49-F238E27FC236}">
                    <a16:creationId xmlns:a16="http://schemas.microsoft.com/office/drawing/2014/main" id="{84F7F63B-75CC-4115-B39D-DAAE72357C14}"/>
                  </a:ext>
                </a:extLst>
              </p:cNvPr>
              <p:cNvSpPr txBox="1"/>
              <p:nvPr/>
            </p:nvSpPr>
            <p:spPr>
              <a:xfrm>
                <a:off x="2141443" y="3595409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1" name="TextBox 10">
                <a:extLst>
                  <a:ext uri="{FF2B5EF4-FFF2-40B4-BE49-F238E27FC236}">
                    <a16:creationId xmlns:a16="http://schemas.microsoft.com/office/drawing/2014/main" id="{84F7F63B-75CC-4115-B39D-DAAE72357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443" y="3595409"/>
                <a:ext cx="315234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2" name="Straight Arrow Connector 17">
            <a:extLst>
              <a:ext uri="{FF2B5EF4-FFF2-40B4-BE49-F238E27FC236}">
                <a16:creationId xmlns:a16="http://schemas.microsoft.com/office/drawing/2014/main" id="{9118E4FA-F32D-4FFA-A291-5D7406EE0F0F}"/>
              </a:ext>
            </a:extLst>
          </p:cNvPr>
          <p:cNvCxnSpPr>
            <a:cxnSpLocks/>
          </p:cNvCxnSpPr>
          <p:nvPr/>
        </p:nvCxnSpPr>
        <p:spPr>
          <a:xfrm flipH="1">
            <a:off x="2348712" y="3660431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3" name="Partial Circle 9">
            <a:extLst>
              <a:ext uri="{FF2B5EF4-FFF2-40B4-BE49-F238E27FC236}">
                <a16:creationId xmlns:a16="http://schemas.microsoft.com/office/drawing/2014/main" id="{E3086480-D87C-44BE-A5FD-FCCCBCB51C1D}"/>
              </a:ext>
            </a:extLst>
          </p:cNvPr>
          <p:cNvSpPr>
            <a:spLocks noChangeAspect="1"/>
          </p:cNvSpPr>
          <p:nvPr/>
        </p:nvSpPr>
        <p:spPr>
          <a:xfrm>
            <a:off x="2492736" y="3523138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TextBox 10">
                <a:extLst>
                  <a:ext uri="{FF2B5EF4-FFF2-40B4-BE49-F238E27FC236}">
                    <a16:creationId xmlns:a16="http://schemas.microsoft.com/office/drawing/2014/main" id="{88C10C99-5EFB-4159-8781-24325DAB3E66}"/>
                  </a:ext>
                </a:extLst>
              </p:cNvPr>
              <p:cNvSpPr txBox="1"/>
              <p:nvPr/>
            </p:nvSpPr>
            <p:spPr>
              <a:xfrm>
                <a:off x="2532514" y="3274991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4" name="TextBox 10">
                <a:extLst>
                  <a:ext uri="{FF2B5EF4-FFF2-40B4-BE49-F238E27FC236}">
                    <a16:creationId xmlns:a16="http://schemas.microsoft.com/office/drawing/2014/main" id="{88C10C99-5EFB-4159-8781-24325DAB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514" y="3274991"/>
                <a:ext cx="297046" cy="338554"/>
              </a:xfrm>
              <a:prstGeom prst="rect">
                <a:avLst/>
              </a:prstGeom>
              <a:blipFill>
                <a:blip r:embed="rId22"/>
                <a:stretch>
                  <a:fillRect r="-4082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5" name="Straight Arrow Connector 17">
            <a:extLst>
              <a:ext uri="{FF2B5EF4-FFF2-40B4-BE49-F238E27FC236}">
                <a16:creationId xmlns:a16="http://schemas.microsoft.com/office/drawing/2014/main" id="{4E3FCC2D-106E-4711-AEA1-A315AFE9C031}"/>
              </a:ext>
            </a:extLst>
          </p:cNvPr>
          <p:cNvCxnSpPr>
            <a:cxnSpLocks/>
          </p:cNvCxnSpPr>
          <p:nvPr/>
        </p:nvCxnSpPr>
        <p:spPr>
          <a:xfrm flipV="1">
            <a:off x="2562209" y="3214705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7004190" y="4491895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4491895"/>
                <a:ext cx="812954" cy="338554"/>
              </a:xfrm>
              <a:prstGeom prst="rect">
                <a:avLst/>
              </a:prstGeom>
              <a:blipFill>
                <a:blip r:embed="rId23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7004190" y="2546303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2546303"/>
                <a:ext cx="812954" cy="338554"/>
              </a:xfrm>
              <a:prstGeom prst="rect">
                <a:avLst/>
              </a:prstGeom>
              <a:blipFill>
                <a:blip r:embed="rId24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399448" y="1799161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279571" y="1426185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9571" y="1426185"/>
                <a:ext cx="438402" cy="424283"/>
              </a:xfrm>
              <a:prstGeom prst="rect">
                <a:avLst/>
              </a:prstGeom>
              <a:blipFill>
                <a:blip r:embed="rId25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452554" y="1704337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554" y="1704337"/>
                <a:ext cx="388427" cy="400110"/>
              </a:xfrm>
              <a:prstGeom prst="rect">
                <a:avLst/>
              </a:prstGeom>
              <a:blipFill>
                <a:blip r:embed="rId2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756111" y="2170409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111" y="2170409"/>
                <a:ext cx="652306" cy="338554"/>
              </a:xfrm>
              <a:prstGeom prst="rect">
                <a:avLst/>
              </a:prstGeom>
              <a:blipFill>
                <a:blip r:embed="rId27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53351" y="116395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573869" y="1276205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869" y="1276205"/>
                <a:ext cx="1673596" cy="338554"/>
              </a:xfrm>
              <a:prstGeom prst="rect">
                <a:avLst/>
              </a:prstGeom>
              <a:blipFill>
                <a:blip r:embed="rId28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273398" y="3085892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398" y="3085892"/>
                <a:ext cx="1150186" cy="338554"/>
              </a:xfrm>
              <a:prstGeom prst="rect">
                <a:avLst/>
              </a:prstGeom>
              <a:blipFill>
                <a:blip r:embed="rId29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56122" y="3085892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122" y="3085892"/>
                <a:ext cx="1150186" cy="338554"/>
              </a:xfrm>
              <a:prstGeom prst="rect">
                <a:avLst/>
              </a:prstGeom>
              <a:blipFill>
                <a:blip r:embed="rId30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35574" y="4830776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4830776"/>
                <a:ext cx="1150186" cy="33855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8086335" y="1248405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8004871" y="23328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871" y="2332878"/>
                <a:ext cx="478319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27414" y="2842583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88833" y="2926721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27414" y="4337540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97294" y="2953120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46740" y="2927222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97294" y="2953120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58942" y="3496768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2" y="3496768"/>
                <a:ext cx="176928" cy="338554"/>
              </a:xfrm>
              <a:prstGeom prst="rect">
                <a:avLst/>
              </a:prstGeom>
              <a:blipFill>
                <a:blip r:embed="rId33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26468" y="433754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13865" y="3592165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865" y="3592165"/>
                <a:ext cx="176928" cy="338554"/>
              </a:xfrm>
              <a:prstGeom prst="rect">
                <a:avLst/>
              </a:prstGeom>
              <a:blipFill>
                <a:blip r:embed="rId34"/>
                <a:stretch>
                  <a:fillRect r="-51724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9741" y="2962423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741" y="2962423"/>
                <a:ext cx="256967" cy="338554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46740" y="2927222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49324" y="3590982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404709" y="3227038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407693" y="3670744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36371" y="3499268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605160" y="3590982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27650" y="2834709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43811" y="3575856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9793" y="3610902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93" y="3610902"/>
                <a:ext cx="315234" cy="338554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87062" y="3675924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31086" y="3538631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70865" y="3290484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65" y="3290484"/>
                <a:ext cx="297046" cy="338554"/>
              </a:xfrm>
              <a:prstGeom prst="rect">
                <a:avLst/>
              </a:prstGeom>
              <a:blipFill>
                <a:blip r:embed="rId37"/>
                <a:stretch>
                  <a:fillRect r="-4082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400560" y="3230199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309" name="群組 308">
            <a:extLst>
              <a:ext uri="{FF2B5EF4-FFF2-40B4-BE49-F238E27FC236}">
                <a16:creationId xmlns:a16="http://schemas.microsoft.com/office/drawing/2014/main" id="{923BE20A-F83E-4C32-9F62-F6AECA9B854D}"/>
              </a:ext>
            </a:extLst>
          </p:cNvPr>
          <p:cNvGrpSpPr/>
          <p:nvPr/>
        </p:nvGrpSpPr>
        <p:grpSpPr>
          <a:xfrm>
            <a:off x="4045903" y="1517103"/>
            <a:ext cx="528478" cy="516457"/>
            <a:chOff x="4045903" y="1840952"/>
            <a:chExt cx="528478" cy="516457"/>
          </a:xfrm>
        </p:grpSpPr>
        <p:grpSp>
          <p:nvGrpSpPr>
            <p:cNvPr id="310" name="群組 309">
              <a:extLst>
                <a:ext uri="{FF2B5EF4-FFF2-40B4-BE49-F238E27FC236}">
                  <a16:creationId xmlns:a16="http://schemas.microsoft.com/office/drawing/2014/main" id="{3563E56C-C75B-4B56-8CDF-CF1056A0307D}"/>
                </a:ext>
              </a:extLst>
            </p:cNvPr>
            <p:cNvGrpSpPr/>
            <p:nvPr/>
          </p:nvGrpSpPr>
          <p:grpSpPr>
            <a:xfrm>
              <a:off x="4171971" y="2141506"/>
              <a:ext cx="115586" cy="110880"/>
              <a:chOff x="1373392" y="2391862"/>
              <a:chExt cx="479433" cy="476535"/>
            </a:xfrm>
          </p:grpSpPr>
          <p:sp>
            <p:nvSpPr>
              <p:cNvPr id="313" name="箭號: 向右 312">
                <a:extLst>
                  <a:ext uri="{FF2B5EF4-FFF2-40B4-BE49-F238E27FC236}">
                    <a16:creationId xmlns:a16="http://schemas.microsoft.com/office/drawing/2014/main" id="{46418E2D-1845-4FA3-9CF6-D73E2295F05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314" name="箭號: 向右 313">
                <a:extLst>
                  <a:ext uri="{FF2B5EF4-FFF2-40B4-BE49-F238E27FC236}">
                    <a16:creationId xmlns:a16="http://schemas.microsoft.com/office/drawing/2014/main" id="{37A4EB8D-9830-4CB9-AA92-31692CC6CCA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1" name="文字方塊 310">
                  <a:extLst>
                    <a:ext uri="{FF2B5EF4-FFF2-40B4-BE49-F238E27FC236}">
                      <a16:creationId xmlns:a16="http://schemas.microsoft.com/office/drawing/2014/main" id="{F7D64F3C-F299-402A-B134-A6C3BA5467F7}"/>
                    </a:ext>
                  </a:extLst>
                </p:cNvPr>
                <p:cNvSpPr txBox="1"/>
                <p:nvPr/>
              </p:nvSpPr>
              <p:spPr>
                <a:xfrm>
                  <a:off x="4045903" y="1840952"/>
                  <a:ext cx="411859" cy="357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11" name="文字方塊 310">
                  <a:extLst>
                    <a:ext uri="{FF2B5EF4-FFF2-40B4-BE49-F238E27FC236}">
                      <a16:creationId xmlns:a16="http://schemas.microsoft.com/office/drawing/2014/main" id="{F7D64F3C-F299-402A-B134-A6C3BA5467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5903" y="1840952"/>
                  <a:ext cx="411859" cy="357983"/>
                </a:xfrm>
                <a:prstGeom prst="rect">
                  <a:avLst/>
                </a:prstGeom>
                <a:blipFill>
                  <a:blip r:embed="rId38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2" name="文字方塊 311">
                  <a:extLst>
                    <a:ext uri="{FF2B5EF4-FFF2-40B4-BE49-F238E27FC236}">
                      <a16:creationId xmlns:a16="http://schemas.microsoft.com/office/drawing/2014/main" id="{30083B1C-CF23-469A-A441-D3DB2F8F2D4B}"/>
                    </a:ext>
                  </a:extLst>
                </p:cNvPr>
                <p:cNvSpPr txBox="1"/>
                <p:nvPr/>
              </p:nvSpPr>
              <p:spPr>
                <a:xfrm>
                  <a:off x="4225540" y="2018855"/>
                  <a:ext cx="34884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12" name="文字方塊 311">
                  <a:extLst>
                    <a:ext uri="{FF2B5EF4-FFF2-40B4-BE49-F238E27FC236}">
                      <a16:creationId xmlns:a16="http://schemas.microsoft.com/office/drawing/2014/main" id="{30083B1C-CF23-469A-A441-D3DB2F8F2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5540" y="2018855"/>
                  <a:ext cx="348841" cy="338554"/>
                </a:xfrm>
                <a:prstGeom prst="rect">
                  <a:avLst/>
                </a:prstGeom>
                <a:blipFill>
                  <a:blip r:embed="rId39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71" name="圖片 370">
            <a:extLst>
              <a:ext uri="{FF2B5EF4-FFF2-40B4-BE49-F238E27FC236}">
                <a16:creationId xmlns:a16="http://schemas.microsoft.com/office/drawing/2014/main" id="{A18C1BEC-26D9-453F-97C9-98C303ABC8E7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876"/>
          <a:stretch/>
        </p:blipFill>
        <p:spPr>
          <a:xfrm>
            <a:off x="6257302" y="603565"/>
            <a:ext cx="2342330" cy="444119"/>
          </a:xfrm>
          <a:prstGeom prst="rect">
            <a:avLst/>
          </a:prstGeom>
        </p:spPr>
      </p:pic>
      <p:pic>
        <p:nvPicPr>
          <p:cNvPr id="372" name="圖片 371">
            <a:extLst>
              <a:ext uri="{FF2B5EF4-FFF2-40B4-BE49-F238E27FC236}">
                <a16:creationId xmlns:a16="http://schemas.microsoft.com/office/drawing/2014/main" id="{0D1E4E23-ACFA-4275-A339-4ED5EBCF4A2E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49709"/>
          <a:stretch/>
        </p:blipFill>
        <p:spPr>
          <a:xfrm>
            <a:off x="-352653" y="1065796"/>
            <a:ext cx="2342330" cy="58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72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40957" y="2536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BF09B052-4C3F-4EC6-A337-45ED454E80E1}"/>
              </a:ext>
            </a:extLst>
          </p:cNvPr>
          <p:cNvSpPr/>
          <p:nvPr/>
        </p:nvSpPr>
        <p:spPr>
          <a:xfrm>
            <a:off x="0" y="2536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F111E595-CBD6-4A37-A812-559483B3BC18}"/>
              </a:ext>
            </a:extLst>
          </p:cNvPr>
          <p:cNvGrpSpPr/>
          <p:nvPr/>
        </p:nvGrpSpPr>
        <p:grpSpPr>
          <a:xfrm>
            <a:off x="712681" y="4918062"/>
            <a:ext cx="1150186" cy="1150186"/>
            <a:chOff x="801581" y="4966326"/>
            <a:chExt cx="1150186" cy="1150186"/>
          </a:xfrm>
        </p:grpSpPr>
        <p:sp>
          <p:nvSpPr>
            <p:cNvPr id="128" name="矩形: 圓角 127">
              <a:extLst>
                <a:ext uri="{FF2B5EF4-FFF2-40B4-BE49-F238E27FC236}">
                  <a16:creationId xmlns:a16="http://schemas.microsoft.com/office/drawing/2014/main" id="{2F5A42B8-06A5-4158-B8B4-858406CBC6BD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EC5B6F29-1474-4CFA-B8E3-262BF4573A66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DE11110E-D0C1-484B-8789-647E2582B8F3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4973AC85-68A3-4542-BA7F-9D4B68A203AE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77EA9BD2-7763-47C9-8A62-F043AF3E9BD2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A93CB31D-6BCE-4617-BE71-E1F7B1239A1F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72EE7746-CB46-409C-9043-A05A8C5FAE57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23FABD83-7310-4179-8DDD-462F0769E415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89C81756-7ED8-4066-B463-89FC9AEBCA10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BB55E2A2-A461-4F17-BD94-5680C302370E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70B47730-1AFC-443E-AA3E-DBD84767B180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FF7D7A52-1610-46C7-983C-8B0CF9A61B7E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8DC42994-2580-4E83-A94A-0D6D58E6AFA1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61CC7E32-1CDA-4EE2-9F3C-915BC3EEBB6D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F032D4F5-4127-42D6-8644-C4E6AA934D86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4AB18EB2-6677-4448-A729-D38143E95FBF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8C63E15B-762B-4188-BC2D-DA796D1434E1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BF94BE1F-3691-4B5F-9AF0-5D5F4535D47C}"/>
              </a:ext>
            </a:extLst>
          </p:cNvPr>
          <p:cNvGrpSpPr/>
          <p:nvPr/>
        </p:nvGrpSpPr>
        <p:grpSpPr>
          <a:xfrm>
            <a:off x="3463278" y="4421229"/>
            <a:ext cx="1150186" cy="1150186"/>
            <a:chOff x="3463278" y="4507593"/>
            <a:chExt cx="1150186" cy="1150186"/>
          </a:xfrm>
        </p:grpSpPr>
        <p:sp>
          <p:nvSpPr>
            <p:cNvPr id="129" name="矩形: 圓角 128">
              <a:extLst>
                <a:ext uri="{FF2B5EF4-FFF2-40B4-BE49-F238E27FC236}">
                  <a16:creationId xmlns:a16="http://schemas.microsoft.com/office/drawing/2014/main" id="{2D038D8C-0BDF-42F2-9612-7A8BE01DE865}"/>
                </a:ext>
              </a:extLst>
            </p:cNvPr>
            <p:cNvSpPr/>
            <p:nvPr/>
          </p:nvSpPr>
          <p:spPr>
            <a:xfrm>
              <a:off x="3463278" y="4507593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1" name="箭號: 左-右雙向 80">
              <a:extLst>
                <a:ext uri="{FF2B5EF4-FFF2-40B4-BE49-F238E27FC236}">
                  <a16:creationId xmlns:a16="http://schemas.microsoft.com/office/drawing/2014/main" id="{05D7B791-A1EF-44BC-9A11-06C1AB8C1CB8}"/>
                </a:ext>
              </a:extLst>
            </p:cNvPr>
            <p:cNvSpPr/>
            <p:nvPr/>
          </p:nvSpPr>
          <p:spPr>
            <a:xfrm rot="5400000">
              <a:off x="3570206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2" name="箭號: 左-右雙向 81">
              <a:extLst>
                <a:ext uri="{FF2B5EF4-FFF2-40B4-BE49-F238E27FC236}">
                  <a16:creationId xmlns:a16="http://schemas.microsoft.com/office/drawing/2014/main" id="{E21E3599-A113-48A6-A6E1-E5EE1AD4BDFC}"/>
                </a:ext>
              </a:extLst>
            </p:cNvPr>
            <p:cNvSpPr/>
            <p:nvPr/>
          </p:nvSpPr>
          <p:spPr>
            <a:xfrm rot="5400000">
              <a:off x="4288335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" name="箭號: 左-右雙向 82">
              <a:extLst>
                <a:ext uri="{FF2B5EF4-FFF2-40B4-BE49-F238E27FC236}">
                  <a16:creationId xmlns:a16="http://schemas.microsoft.com/office/drawing/2014/main" id="{42D1021F-2AB3-4D5D-8853-8149A2082D5D}"/>
                </a:ext>
              </a:extLst>
            </p:cNvPr>
            <p:cNvSpPr/>
            <p:nvPr/>
          </p:nvSpPr>
          <p:spPr>
            <a:xfrm rot="5400000">
              <a:off x="3676376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" name="箭號: 左-右雙向 83">
              <a:extLst>
                <a:ext uri="{FF2B5EF4-FFF2-40B4-BE49-F238E27FC236}">
                  <a16:creationId xmlns:a16="http://schemas.microsoft.com/office/drawing/2014/main" id="{63A1FEF8-8BDF-4FB8-B45A-1D49216C701E}"/>
                </a:ext>
              </a:extLst>
            </p:cNvPr>
            <p:cNvSpPr/>
            <p:nvPr/>
          </p:nvSpPr>
          <p:spPr>
            <a:xfrm rot="5400000">
              <a:off x="417391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" name="箭號: 左-右雙向 84">
              <a:extLst>
                <a:ext uri="{FF2B5EF4-FFF2-40B4-BE49-F238E27FC236}">
                  <a16:creationId xmlns:a16="http://schemas.microsoft.com/office/drawing/2014/main" id="{F59B9D53-190E-495D-B0E1-273637D7645A}"/>
                </a:ext>
              </a:extLst>
            </p:cNvPr>
            <p:cNvSpPr/>
            <p:nvPr/>
          </p:nvSpPr>
          <p:spPr>
            <a:xfrm rot="5400000">
              <a:off x="367637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6" name="箭號: 左-右雙向 85">
              <a:extLst>
                <a:ext uri="{FF2B5EF4-FFF2-40B4-BE49-F238E27FC236}">
                  <a16:creationId xmlns:a16="http://schemas.microsoft.com/office/drawing/2014/main" id="{D1679020-6196-46BB-BAF1-FC9954E0FF4B}"/>
                </a:ext>
              </a:extLst>
            </p:cNvPr>
            <p:cNvSpPr/>
            <p:nvPr/>
          </p:nvSpPr>
          <p:spPr>
            <a:xfrm rot="5400000">
              <a:off x="4173915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7" name="箭號: 左-右雙向 86">
              <a:extLst>
                <a:ext uri="{FF2B5EF4-FFF2-40B4-BE49-F238E27FC236}">
                  <a16:creationId xmlns:a16="http://schemas.microsoft.com/office/drawing/2014/main" id="{EA521358-79D5-4481-B616-3A2FDBA114D9}"/>
                </a:ext>
              </a:extLst>
            </p:cNvPr>
            <p:cNvSpPr/>
            <p:nvPr/>
          </p:nvSpPr>
          <p:spPr>
            <a:xfrm rot="5400000">
              <a:off x="3919504" y="5364647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8" name="箭號: 左-右雙向 87">
              <a:extLst>
                <a:ext uri="{FF2B5EF4-FFF2-40B4-BE49-F238E27FC236}">
                  <a16:creationId xmlns:a16="http://schemas.microsoft.com/office/drawing/2014/main" id="{6064CD01-BF47-4A51-90C6-CDC67131DBAB}"/>
                </a:ext>
              </a:extLst>
            </p:cNvPr>
            <p:cNvSpPr/>
            <p:nvPr/>
          </p:nvSpPr>
          <p:spPr>
            <a:xfrm rot="5400000">
              <a:off x="3919504" y="463290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7174BC2A-1B9F-4151-AE65-69868F38E2CE}"/>
              </a:ext>
            </a:extLst>
          </p:cNvPr>
          <p:cNvGrpSpPr/>
          <p:nvPr/>
        </p:nvGrpSpPr>
        <p:grpSpPr>
          <a:xfrm>
            <a:off x="389151" y="1922593"/>
            <a:ext cx="1150186" cy="1150186"/>
            <a:chOff x="389151" y="2161357"/>
            <a:chExt cx="1150186" cy="1150186"/>
          </a:xfrm>
        </p:grpSpPr>
        <p:sp>
          <p:nvSpPr>
            <p:cNvPr id="127" name="矩形: 圓角 126">
              <a:extLst>
                <a:ext uri="{FF2B5EF4-FFF2-40B4-BE49-F238E27FC236}">
                  <a16:creationId xmlns:a16="http://schemas.microsoft.com/office/drawing/2014/main" id="{611036DC-FA7F-4C36-88D5-80568EB37EAF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90" name="箭號: 左-右雙向 89">
              <a:extLst>
                <a:ext uri="{FF2B5EF4-FFF2-40B4-BE49-F238E27FC236}">
                  <a16:creationId xmlns:a16="http://schemas.microsoft.com/office/drawing/2014/main" id="{E64B9AE0-9328-44CB-B79C-DC3875153546}"/>
                </a:ext>
              </a:extLst>
            </p:cNvPr>
            <p:cNvSpPr/>
            <p:nvPr/>
          </p:nvSpPr>
          <p:spPr>
            <a:xfrm rot="10800000">
              <a:off x="494862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91" name="箭號: 左-右雙向 90">
              <a:extLst>
                <a:ext uri="{FF2B5EF4-FFF2-40B4-BE49-F238E27FC236}">
                  <a16:creationId xmlns:a16="http://schemas.microsoft.com/office/drawing/2014/main" id="{EB4C84A6-FE54-42E1-8180-684A7283A1A9}"/>
                </a:ext>
              </a:extLst>
            </p:cNvPr>
            <p:cNvSpPr/>
            <p:nvPr/>
          </p:nvSpPr>
          <p:spPr>
            <a:xfrm rot="10800000">
              <a:off x="1212991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92" name="箭號: 左-右雙向 91">
              <a:extLst>
                <a:ext uri="{FF2B5EF4-FFF2-40B4-BE49-F238E27FC236}">
                  <a16:creationId xmlns:a16="http://schemas.microsoft.com/office/drawing/2014/main" id="{DC4B2C4F-0F38-4B30-A91F-18556FC423F7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93" name="箭號: 左-右雙向 92">
              <a:extLst>
                <a:ext uri="{FF2B5EF4-FFF2-40B4-BE49-F238E27FC236}">
                  <a16:creationId xmlns:a16="http://schemas.microsoft.com/office/drawing/2014/main" id="{1CF9B053-1A19-4B04-8316-81E4FD56B2AB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94" name="箭號: 左-右雙向 93">
              <a:extLst>
                <a:ext uri="{FF2B5EF4-FFF2-40B4-BE49-F238E27FC236}">
                  <a16:creationId xmlns:a16="http://schemas.microsoft.com/office/drawing/2014/main" id="{34996541-5BC9-4E89-8980-E6D6444437CA}"/>
                </a:ext>
              </a:extLst>
            </p:cNvPr>
            <p:cNvSpPr/>
            <p:nvPr/>
          </p:nvSpPr>
          <p:spPr>
            <a:xfrm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95" name="箭號: 左-右雙向 94">
              <a:extLst>
                <a:ext uri="{FF2B5EF4-FFF2-40B4-BE49-F238E27FC236}">
                  <a16:creationId xmlns:a16="http://schemas.microsoft.com/office/drawing/2014/main" id="{73E6DCEE-851F-47E2-913E-FF55A7FB4C47}"/>
                </a:ext>
              </a:extLst>
            </p:cNvPr>
            <p:cNvSpPr/>
            <p:nvPr/>
          </p:nvSpPr>
          <p:spPr>
            <a:xfrm>
              <a:off x="1098571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96" name="箭號: 左-右雙向 95">
              <a:extLst>
                <a:ext uri="{FF2B5EF4-FFF2-40B4-BE49-F238E27FC236}">
                  <a16:creationId xmlns:a16="http://schemas.microsoft.com/office/drawing/2014/main" id="{F4130B0D-A554-4785-9D95-AB0479A2027D}"/>
                </a:ext>
              </a:extLst>
            </p:cNvPr>
            <p:cNvSpPr/>
            <p:nvPr/>
          </p:nvSpPr>
          <p:spPr>
            <a:xfrm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97" name="箭號: 左-右雙向 96">
              <a:extLst>
                <a:ext uri="{FF2B5EF4-FFF2-40B4-BE49-F238E27FC236}">
                  <a16:creationId xmlns:a16="http://schemas.microsoft.com/office/drawing/2014/main" id="{3B2FEE22-1AD5-48AF-80D0-9896692AA9E1}"/>
                </a:ext>
              </a:extLst>
            </p:cNvPr>
            <p:cNvSpPr/>
            <p:nvPr/>
          </p:nvSpPr>
          <p:spPr>
            <a:xfrm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/>
              <p:nvPr/>
            </p:nvSpPr>
            <p:spPr>
              <a:xfrm>
                <a:off x="2143803" y="4475662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803" y="4475662"/>
                <a:ext cx="812954" cy="338554"/>
              </a:xfrm>
              <a:prstGeom prst="rect">
                <a:avLst/>
              </a:prstGeom>
              <a:blipFill>
                <a:blip r:embed="rId2"/>
                <a:stretch>
                  <a:fillRect t="-108929" r="-4661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/>
              <p:nvPr/>
            </p:nvSpPr>
            <p:spPr>
              <a:xfrm>
                <a:off x="2160599" y="2591714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599" y="2591714"/>
                <a:ext cx="812954" cy="338554"/>
              </a:xfrm>
              <a:prstGeom prst="rect">
                <a:avLst/>
              </a:prstGeom>
              <a:blipFill>
                <a:blip r:embed="rId3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圖片 31">
            <a:extLst>
              <a:ext uri="{FF2B5EF4-FFF2-40B4-BE49-F238E27FC236}">
                <a16:creationId xmlns:a16="http://schemas.microsoft.com/office/drawing/2014/main" id="{AA50D0C9-379E-4B88-BFAB-45F8554B4F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1887575" y="1293130"/>
            <a:ext cx="1308764" cy="1285746"/>
          </a:xfrm>
          <a:prstGeom prst="rect">
            <a:avLst/>
          </a:prstGeom>
        </p:spPr>
      </p:pic>
      <p:pic>
        <p:nvPicPr>
          <p:cNvPr id="131" name="圖片 130">
            <a:extLst>
              <a:ext uri="{FF2B5EF4-FFF2-40B4-BE49-F238E27FC236}">
                <a16:creationId xmlns:a16="http://schemas.microsoft.com/office/drawing/2014/main" id="{09E37AD3-84C7-4EB4-B06B-7110E29A5E6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317135" y="3118843"/>
            <a:ext cx="1308764" cy="1285746"/>
          </a:xfrm>
          <a:prstGeom prst="rect">
            <a:avLst/>
          </a:prstGeom>
        </p:spPr>
      </p:pic>
      <p:pic>
        <p:nvPicPr>
          <p:cNvPr id="132" name="圖片 131">
            <a:extLst>
              <a:ext uri="{FF2B5EF4-FFF2-40B4-BE49-F238E27FC236}">
                <a16:creationId xmlns:a16="http://schemas.microsoft.com/office/drawing/2014/main" id="{08E3CD1A-4342-4058-BB78-8709BF5E63E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3389535" y="3118843"/>
            <a:ext cx="1308764" cy="1285746"/>
          </a:xfrm>
          <a:prstGeom prst="rect">
            <a:avLst/>
          </a:prstGeom>
        </p:spPr>
      </p:pic>
      <p:pic>
        <p:nvPicPr>
          <p:cNvPr id="133" name="圖片 132">
            <a:extLst>
              <a:ext uri="{FF2B5EF4-FFF2-40B4-BE49-F238E27FC236}">
                <a16:creationId xmlns:a16="http://schemas.microsoft.com/office/drawing/2014/main" id="{7A5486C3-2624-48BB-83FE-832C13E6A68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1895898" y="4857271"/>
            <a:ext cx="1308764" cy="1285746"/>
          </a:xfrm>
          <a:prstGeom prst="rect">
            <a:avLst/>
          </a:prstGeom>
        </p:spPr>
      </p:pic>
      <p:grpSp>
        <p:nvGrpSpPr>
          <p:cNvPr id="191" name="群組 190">
            <a:extLst>
              <a:ext uri="{FF2B5EF4-FFF2-40B4-BE49-F238E27FC236}">
                <a16:creationId xmlns:a16="http://schemas.microsoft.com/office/drawing/2014/main" id="{12A3856D-C8EE-4E5C-9371-C38BC0FAAC9C}"/>
              </a:ext>
            </a:extLst>
          </p:cNvPr>
          <p:cNvGrpSpPr/>
          <p:nvPr/>
        </p:nvGrpSpPr>
        <p:grpSpPr>
          <a:xfrm>
            <a:off x="2523735" y="1841094"/>
            <a:ext cx="115586" cy="110880"/>
            <a:chOff x="1373392" y="2391862"/>
            <a:chExt cx="479433" cy="476535"/>
          </a:xfrm>
        </p:grpSpPr>
        <p:sp>
          <p:nvSpPr>
            <p:cNvPr id="194" name="箭號: 向右 193">
              <a:extLst>
                <a:ext uri="{FF2B5EF4-FFF2-40B4-BE49-F238E27FC236}">
                  <a16:creationId xmlns:a16="http://schemas.microsoft.com/office/drawing/2014/main" id="{5A9976EA-DC90-4C92-81FF-F86EA39FDC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5" name="箭號: 向右 194">
              <a:extLst>
                <a:ext uri="{FF2B5EF4-FFF2-40B4-BE49-F238E27FC236}">
                  <a16:creationId xmlns:a16="http://schemas.microsoft.com/office/drawing/2014/main" id="{916F6971-5A5A-43BC-B03E-319A01E32168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/>
              <p:nvPr/>
            </p:nvSpPr>
            <p:spPr>
              <a:xfrm>
                <a:off x="2403858" y="1468117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858" y="1468117"/>
                <a:ext cx="438402" cy="424283"/>
              </a:xfrm>
              <a:prstGeom prst="rect">
                <a:avLst/>
              </a:prstGeom>
              <a:blipFill>
                <a:blip r:embed="rId5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/>
              <p:nvPr/>
            </p:nvSpPr>
            <p:spPr>
              <a:xfrm>
                <a:off x="2576840" y="1746270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840" y="1746270"/>
                <a:ext cx="388427" cy="400110"/>
              </a:xfrm>
              <a:prstGeom prst="rect">
                <a:avLst/>
              </a:prstGeom>
              <a:blipFill>
                <a:blip r:embed="rId6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群組 30">
            <a:extLst>
              <a:ext uri="{FF2B5EF4-FFF2-40B4-BE49-F238E27FC236}">
                <a16:creationId xmlns:a16="http://schemas.microsoft.com/office/drawing/2014/main" id="{F80A0570-8D7F-4088-A36E-EDFA2AEC7B7B}"/>
              </a:ext>
            </a:extLst>
          </p:cNvPr>
          <p:cNvGrpSpPr/>
          <p:nvPr/>
        </p:nvGrpSpPr>
        <p:grpSpPr>
          <a:xfrm>
            <a:off x="3595979" y="1339944"/>
            <a:ext cx="1150186" cy="1150186"/>
            <a:chOff x="3481679" y="1553308"/>
            <a:chExt cx="1150186" cy="1150186"/>
          </a:xfrm>
        </p:grpSpPr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877AF323-90EC-4DA0-9D2C-44F10B312DE5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BFD12D8F-18EF-4CE2-B5CB-EF9D62E97FAF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1C220D7D-D2E4-4B02-848B-A30F57AC6D7C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C03BE9E6-CBE4-4CDE-B6BE-D37200A1F03D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954ADC9E-6B01-44E0-B4CA-5C696A915190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E67DCB90-0A7F-481B-BABD-D05B6C89D6F4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CD4D6430-3860-4CDC-834E-87A1CB379DB5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6E7FB9E9-E437-426C-8FE1-FFF8C37BEA31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6211590B-91FC-4104-932A-C4B35F040F5B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3" name="等腰三角形 52">
              <a:extLst>
                <a:ext uri="{FF2B5EF4-FFF2-40B4-BE49-F238E27FC236}">
                  <a16:creationId xmlns:a16="http://schemas.microsoft.com/office/drawing/2014/main" id="{039E01BD-05C8-4311-BDAA-A5DEFBD09F4A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4" name="等腰三角形 53">
              <a:extLst>
                <a:ext uri="{FF2B5EF4-FFF2-40B4-BE49-F238E27FC236}">
                  <a16:creationId xmlns:a16="http://schemas.microsoft.com/office/drawing/2014/main" id="{AEF80FE7-E823-4210-9AA1-694E9506974B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5" name="等腰三角形 54">
              <a:extLst>
                <a:ext uri="{FF2B5EF4-FFF2-40B4-BE49-F238E27FC236}">
                  <a16:creationId xmlns:a16="http://schemas.microsoft.com/office/drawing/2014/main" id="{B94407FE-F407-43E6-987A-5EB6347AD5D1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6" name="等腰三角形 55">
              <a:extLst>
                <a:ext uri="{FF2B5EF4-FFF2-40B4-BE49-F238E27FC236}">
                  <a16:creationId xmlns:a16="http://schemas.microsoft.com/office/drawing/2014/main" id="{2858E61A-4EEA-448B-AF67-5B5C3564BF86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7" name="等腰三角形 56">
              <a:extLst>
                <a:ext uri="{FF2B5EF4-FFF2-40B4-BE49-F238E27FC236}">
                  <a16:creationId xmlns:a16="http://schemas.microsoft.com/office/drawing/2014/main" id="{2D902AEF-584D-4324-B24B-F33B7E7C59DD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535CC7B3-FEE4-4F08-8939-BA239AB4958F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0F46E098-9168-4FAD-B9EC-73C08F7C4774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2" name="等腰三角形 61">
              <a:extLst>
                <a:ext uri="{FF2B5EF4-FFF2-40B4-BE49-F238E27FC236}">
                  <a16:creationId xmlns:a16="http://schemas.microsoft.com/office/drawing/2014/main" id="{0FDF0A34-5E11-4D28-A6CE-C4297F577CE8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grpSp>
          <p:nvGrpSpPr>
            <p:cNvPr id="197" name="群組 196">
              <a:extLst>
                <a:ext uri="{FF2B5EF4-FFF2-40B4-BE49-F238E27FC236}">
                  <a16:creationId xmlns:a16="http://schemas.microsoft.com/office/drawing/2014/main" id="{64572B81-FCEE-489A-BCAF-0F86A81819B7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200" name="箭號: 向右 199">
                <a:extLst>
                  <a:ext uri="{FF2B5EF4-FFF2-40B4-BE49-F238E27FC236}">
                    <a16:creationId xmlns:a16="http://schemas.microsoft.com/office/drawing/2014/main" id="{4BF31411-8F4A-4F23-8A60-5C1E37F03CE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201" name="箭號: 向右 200">
                <a:extLst>
                  <a:ext uri="{FF2B5EF4-FFF2-40B4-BE49-F238E27FC236}">
                    <a16:creationId xmlns:a16="http://schemas.microsoft.com/office/drawing/2014/main" id="{AA185A28-BD2D-474C-A576-226BFFE361A3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/>
                <p:nvPr/>
              </p:nvSpPr>
              <p:spPr>
                <a:xfrm>
                  <a:off x="3931603" y="1730465"/>
                  <a:ext cx="411859" cy="357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1603" y="1730465"/>
                  <a:ext cx="411859" cy="357983"/>
                </a:xfrm>
                <a:prstGeom prst="rect">
                  <a:avLst/>
                </a:prstGeom>
                <a:blipFill>
                  <a:blip r:embed="rId7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/>
                <p:nvPr/>
              </p:nvSpPr>
              <p:spPr>
                <a:xfrm>
                  <a:off x="4111240" y="1908368"/>
                  <a:ext cx="34884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1240" y="1908368"/>
                  <a:ext cx="348841" cy="338554"/>
                </a:xfrm>
                <a:prstGeom prst="rect">
                  <a:avLst/>
                </a:prstGeom>
                <a:blipFill>
                  <a:blip r:embed="rId8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/>
              <p:nvPr/>
            </p:nvSpPr>
            <p:spPr>
              <a:xfrm>
                <a:off x="1869914" y="2177397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914" y="2177397"/>
                <a:ext cx="652306" cy="338554"/>
              </a:xfrm>
              <a:prstGeom prst="rect">
                <a:avLst/>
              </a:prstGeom>
              <a:blipFill>
                <a:blip r:embed="rId9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813141" y="116393"/>
            <a:ext cx="347427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1700782" y="1267557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782" y="1267557"/>
                <a:ext cx="1673596" cy="338554"/>
              </a:xfrm>
              <a:prstGeom prst="rect">
                <a:avLst/>
              </a:prstGeom>
              <a:blipFill>
                <a:blip r:embed="rId10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380945" y="308589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45" y="3085891"/>
                <a:ext cx="1150186" cy="338554"/>
              </a:xfrm>
              <a:prstGeom prst="rect">
                <a:avLst/>
              </a:prstGeom>
              <a:blipFill>
                <a:blip r:embed="rId11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3463670" y="308589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670" y="3085891"/>
                <a:ext cx="1150186" cy="338554"/>
              </a:xfrm>
              <a:prstGeom prst="rect">
                <a:avLst/>
              </a:prstGeom>
              <a:blipFill>
                <a:blip r:embed="rId12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1975187" y="4843095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187" y="4843095"/>
                <a:ext cx="1150186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4" name="圖片 223">
            <a:extLst>
              <a:ext uri="{FF2B5EF4-FFF2-40B4-BE49-F238E27FC236}">
                <a16:creationId xmlns:a16="http://schemas.microsoft.com/office/drawing/2014/main" id="{4EA54F6C-70B5-4267-BECD-E6E6C07FBDE8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49083"/>
          <a:stretch/>
        </p:blipFill>
        <p:spPr>
          <a:xfrm>
            <a:off x="1399921" y="515896"/>
            <a:ext cx="2300718" cy="620437"/>
          </a:xfrm>
          <a:prstGeom prst="rect">
            <a:avLst/>
          </a:prstGeom>
        </p:spPr>
      </p:pic>
      <p:pic>
        <p:nvPicPr>
          <p:cNvPr id="153" name="圖片 152">
            <a:extLst>
              <a:ext uri="{FF2B5EF4-FFF2-40B4-BE49-F238E27FC236}">
                <a16:creationId xmlns:a16="http://schemas.microsoft.com/office/drawing/2014/main" id="{E70F1D4D-A58E-4BD6-A8D5-405865F16C15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3202101" y="1249650"/>
            <a:ext cx="424866" cy="13549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/>
              <p:nvPr/>
            </p:nvSpPr>
            <p:spPr>
              <a:xfrm>
                <a:off x="3128481" y="2339226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481" y="2339226"/>
                <a:ext cx="478319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14">
            <a:extLst>
              <a:ext uri="{FF2B5EF4-FFF2-40B4-BE49-F238E27FC236}">
                <a16:creationId xmlns:a16="http://schemas.microsoft.com/office/drawing/2014/main" id="{7F5221CE-37EE-40D8-BC56-84C6BB77B026}"/>
              </a:ext>
            </a:extLst>
          </p:cNvPr>
          <p:cNvSpPr/>
          <p:nvPr/>
        </p:nvSpPr>
        <p:spPr>
          <a:xfrm>
            <a:off x="2490566" y="2826349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CDA31535-4AC8-4BAD-BE8E-AFCF3A5C1DFF}"/>
              </a:ext>
            </a:extLst>
          </p:cNvPr>
          <p:cNvSpPr/>
          <p:nvPr/>
        </p:nvSpPr>
        <p:spPr>
          <a:xfrm>
            <a:off x="1851984" y="2910487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1B9C275D-D4F9-404B-9759-D3137F20859E}"/>
              </a:ext>
            </a:extLst>
          </p:cNvPr>
          <p:cNvSpPr/>
          <p:nvPr/>
        </p:nvSpPr>
        <p:spPr>
          <a:xfrm>
            <a:off x="2490566" y="4321306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" name="SHO">
            <a:extLst>
              <a:ext uri="{FF2B5EF4-FFF2-40B4-BE49-F238E27FC236}">
                <a16:creationId xmlns:a16="http://schemas.microsoft.com/office/drawing/2014/main" id="{A12C8863-94E3-49F7-8C57-91B9A2E1BDE3}"/>
              </a:ext>
            </a:extLst>
          </p:cNvPr>
          <p:cNvSpPr/>
          <p:nvPr/>
        </p:nvSpPr>
        <p:spPr>
          <a:xfrm rot="16200000">
            <a:off x="2260445" y="2936886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9" name="SVO">
            <a:extLst>
              <a:ext uri="{FF2B5EF4-FFF2-40B4-BE49-F238E27FC236}">
                <a16:creationId xmlns:a16="http://schemas.microsoft.com/office/drawing/2014/main" id="{BC0941FF-C00B-42D1-B1F2-D6E6CE090459}"/>
              </a:ext>
            </a:extLst>
          </p:cNvPr>
          <p:cNvSpPr/>
          <p:nvPr/>
        </p:nvSpPr>
        <p:spPr>
          <a:xfrm>
            <a:off x="2209892" y="2910988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3B7219CA-A385-4095-B7EA-6C247B36BEF6}"/>
              </a:ext>
            </a:extLst>
          </p:cNvPr>
          <p:cNvSpPr/>
          <p:nvPr/>
        </p:nvSpPr>
        <p:spPr>
          <a:xfrm rot="16200000">
            <a:off x="2260445" y="2936886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B7A5A3D7-6CE8-4726-9BEB-8C30B332BFDE}"/>
                  </a:ext>
                </a:extLst>
              </p:cNvPr>
              <p:cNvSpPr txBox="1"/>
              <p:nvPr/>
            </p:nvSpPr>
            <p:spPr>
              <a:xfrm>
                <a:off x="2022094" y="3480535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B7A5A3D7-6CE8-4726-9BEB-8C30B332B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094" y="3480535"/>
                <a:ext cx="176928" cy="338554"/>
              </a:xfrm>
              <a:prstGeom prst="rect">
                <a:avLst/>
              </a:prstGeom>
              <a:blipFill>
                <a:blip r:embed="rId17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22">
            <a:extLst>
              <a:ext uri="{FF2B5EF4-FFF2-40B4-BE49-F238E27FC236}">
                <a16:creationId xmlns:a16="http://schemas.microsoft.com/office/drawing/2014/main" id="{DC8DEB48-159A-432A-A563-D1E2F53D788D}"/>
              </a:ext>
            </a:extLst>
          </p:cNvPr>
          <p:cNvSpPr/>
          <p:nvPr/>
        </p:nvSpPr>
        <p:spPr>
          <a:xfrm>
            <a:off x="2489620" y="4321306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C30F96C9-2DED-45AF-B673-D98C394280FB}"/>
                  </a:ext>
                </a:extLst>
              </p:cNvPr>
              <p:cNvSpPr txBox="1"/>
              <p:nvPr/>
            </p:nvSpPr>
            <p:spPr>
              <a:xfrm>
                <a:off x="2677017" y="3575932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C30F96C9-2DED-45AF-B673-D98C39428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017" y="3575932"/>
                <a:ext cx="176928" cy="338554"/>
              </a:xfrm>
              <a:prstGeom prst="rect">
                <a:avLst/>
              </a:prstGeom>
              <a:blipFill>
                <a:blip r:embed="rId18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34AEE752-FCEC-49A9-B464-EE05AB88A4CD}"/>
                  </a:ext>
                </a:extLst>
              </p:cNvPr>
              <p:cNvSpPr txBox="1"/>
              <p:nvPr/>
            </p:nvSpPr>
            <p:spPr>
              <a:xfrm>
                <a:off x="2432892" y="2946190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34AEE752-FCEC-49A9-B464-EE05AB88A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892" y="2946190"/>
                <a:ext cx="256967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DVO">
            <a:extLst>
              <a:ext uri="{FF2B5EF4-FFF2-40B4-BE49-F238E27FC236}">
                <a16:creationId xmlns:a16="http://schemas.microsoft.com/office/drawing/2014/main" id="{602C53B1-114A-48C0-9D73-85F68ECA2FBE}"/>
              </a:ext>
            </a:extLst>
          </p:cNvPr>
          <p:cNvSpPr/>
          <p:nvPr/>
        </p:nvSpPr>
        <p:spPr>
          <a:xfrm flipH="1">
            <a:off x="2209892" y="2910988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Oval 23">
            <a:extLst>
              <a:ext uri="{FF2B5EF4-FFF2-40B4-BE49-F238E27FC236}">
                <a16:creationId xmlns:a16="http://schemas.microsoft.com/office/drawing/2014/main" id="{2F8E52B4-3879-4A53-853D-37DC6B8692F9}"/>
              </a:ext>
            </a:extLst>
          </p:cNvPr>
          <p:cNvSpPr/>
          <p:nvPr/>
        </p:nvSpPr>
        <p:spPr>
          <a:xfrm>
            <a:off x="3212476" y="357474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3" name="Straight Arrow Connector 7">
            <a:extLst>
              <a:ext uri="{FF2B5EF4-FFF2-40B4-BE49-F238E27FC236}">
                <a16:creationId xmlns:a16="http://schemas.microsoft.com/office/drawing/2014/main" id="{36EC1456-E151-43D6-83EA-97600C49E115}"/>
              </a:ext>
            </a:extLst>
          </p:cNvPr>
          <p:cNvCxnSpPr>
            <a:cxnSpLocks/>
          </p:cNvCxnSpPr>
          <p:nvPr/>
        </p:nvCxnSpPr>
        <p:spPr>
          <a:xfrm flipV="1">
            <a:off x="2567860" y="3210805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19">
            <a:extLst>
              <a:ext uri="{FF2B5EF4-FFF2-40B4-BE49-F238E27FC236}">
                <a16:creationId xmlns:a16="http://schemas.microsoft.com/office/drawing/2014/main" id="{2B4DD044-2A67-4570-938D-6F05AB6D2E0C}"/>
              </a:ext>
            </a:extLst>
          </p:cNvPr>
          <p:cNvCxnSpPr>
            <a:cxnSpLocks/>
          </p:cNvCxnSpPr>
          <p:nvPr/>
        </p:nvCxnSpPr>
        <p:spPr>
          <a:xfrm>
            <a:off x="2570845" y="3654510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18">
            <a:extLst>
              <a:ext uri="{FF2B5EF4-FFF2-40B4-BE49-F238E27FC236}">
                <a16:creationId xmlns:a16="http://schemas.microsoft.com/office/drawing/2014/main" id="{19BA3216-8E1C-4DF5-A108-33E08250036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399523" y="3483035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0">
            <a:extLst>
              <a:ext uri="{FF2B5EF4-FFF2-40B4-BE49-F238E27FC236}">
                <a16:creationId xmlns:a16="http://schemas.microsoft.com/office/drawing/2014/main" id="{C08F1200-1646-4E05-8061-9C6620047C71}"/>
              </a:ext>
            </a:extLst>
          </p:cNvPr>
          <p:cNvSpPr/>
          <p:nvPr/>
        </p:nvSpPr>
        <p:spPr>
          <a:xfrm>
            <a:off x="1768312" y="357474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9" name="Oval 22">
            <a:extLst>
              <a:ext uri="{FF2B5EF4-FFF2-40B4-BE49-F238E27FC236}">
                <a16:creationId xmlns:a16="http://schemas.microsoft.com/office/drawing/2014/main" id="{FA290670-5ADB-4445-9B33-122BE606D9A1}"/>
              </a:ext>
            </a:extLst>
          </p:cNvPr>
          <p:cNvSpPr/>
          <p:nvPr/>
        </p:nvSpPr>
        <p:spPr>
          <a:xfrm>
            <a:off x="2490802" y="281847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40" name="Partial Circle 9">
            <a:extLst>
              <a:ext uri="{FF2B5EF4-FFF2-40B4-BE49-F238E27FC236}">
                <a16:creationId xmlns:a16="http://schemas.microsoft.com/office/drawing/2014/main" id="{44538DF5-DE96-4104-B849-41515C1FF374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505459" y="3560358"/>
            <a:ext cx="102408" cy="197724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10">
                <a:extLst>
                  <a:ext uri="{FF2B5EF4-FFF2-40B4-BE49-F238E27FC236}">
                    <a16:creationId xmlns:a16="http://schemas.microsoft.com/office/drawing/2014/main" id="{84F7F63B-75CC-4115-B39D-DAAE72357C14}"/>
                  </a:ext>
                </a:extLst>
              </p:cNvPr>
              <p:cNvSpPr txBox="1"/>
              <p:nvPr/>
            </p:nvSpPr>
            <p:spPr>
              <a:xfrm>
                <a:off x="2141443" y="3595408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1" name="TextBox 10">
                <a:extLst>
                  <a:ext uri="{FF2B5EF4-FFF2-40B4-BE49-F238E27FC236}">
                    <a16:creationId xmlns:a16="http://schemas.microsoft.com/office/drawing/2014/main" id="{84F7F63B-75CC-4115-B39D-DAAE72357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443" y="3595408"/>
                <a:ext cx="31523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2" name="Straight Arrow Connector 17">
            <a:extLst>
              <a:ext uri="{FF2B5EF4-FFF2-40B4-BE49-F238E27FC236}">
                <a16:creationId xmlns:a16="http://schemas.microsoft.com/office/drawing/2014/main" id="{9118E4FA-F32D-4FFA-A291-5D7406EE0F0F}"/>
              </a:ext>
            </a:extLst>
          </p:cNvPr>
          <p:cNvCxnSpPr>
            <a:cxnSpLocks/>
          </p:cNvCxnSpPr>
          <p:nvPr/>
        </p:nvCxnSpPr>
        <p:spPr>
          <a:xfrm flipH="1">
            <a:off x="2348711" y="366042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3" name="Partial Circle 9">
            <a:extLst>
              <a:ext uri="{FF2B5EF4-FFF2-40B4-BE49-F238E27FC236}">
                <a16:creationId xmlns:a16="http://schemas.microsoft.com/office/drawing/2014/main" id="{E3086480-D87C-44BE-A5FD-FCCCBCB51C1D}"/>
              </a:ext>
            </a:extLst>
          </p:cNvPr>
          <p:cNvSpPr>
            <a:spLocks noChangeAspect="1"/>
          </p:cNvSpPr>
          <p:nvPr/>
        </p:nvSpPr>
        <p:spPr>
          <a:xfrm>
            <a:off x="2492736" y="3523137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TextBox 10">
                <a:extLst>
                  <a:ext uri="{FF2B5EF4-FFF2-40B4-BE49-F238E27FC236}">
                    <a16:creationId xmlns:a16="http://schemas.microsoft.com/office/drawing/2014/main" id="{88C10C99-5EFB-4159-8781-24325DAB3E66}"/>
                  </a:ext>
                </a:extLst>
              </p:cNvPr>
              <p:cNvSpPr txBox="1"/>
              <p:nvPr/>
            </p:nvSpPr>
            <p:spPr>
              <a:xfrm>
                <a:off x="2532514" y="3274990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4" name="TextBox 10">
                <a:extLst>
                  <a:ext uri="{FF2B5EF4-FFF2-40B4-BE49-F238E27FC236}">
                    <a16:creationId xmlns:a16="http://schemas.microsoft.com/office/drawing/2014/main" id="{88C10C99-5EFB-4159-8781-24325DAB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514" y="3274990"/>
                <a:ext cx="297046" cy="338554"/>
              </a:xfrm>
              <a:prstGeom prst="rect">
                <a:avLst/>
              </a:prstGeom>
              <a:blipFill>
                <a:blip r:embed="rId21"/>
                <a:stretch>
                  <a:fillRect r="-4082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5" name="Straight Arrow Connector 17">
            <a:extLst>
              <a:ext uri="{FF2B5EF4-FFF2-40B4-BE49-F238E27FC236}">
                <a16:creationId xmlns:a16="http://schemas.microsoft.com/office/drawing/2014/main" id="{4E3FCC2D-106E-4711-AEA1-A315AFE9C031}"/>
              </a:ext>
            </a:extLst>
          </p:cNvPr>
          <p:cNvCxnSpPr>
            <a:cxnSpLocks/>
          </p:cNvCxnSpPr>
          <p:nvPr/>
        </p:nvCxnSpPr>
        <p:spPr>
          <a:xfrm flipV="1">
            <a:off x="2562208" y="321470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7004190" y="4491894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4491894"/>
                <a:ext cx="812954" cy="338554"/>
              </a:xfrm>
              <a:prstGeom prst="rect">
                <a:avLst/>
              </a:prstGeom>
              <a:blipFill>
                <a:blip r:embed="rId22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7004190" y="2607946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2607946"/>
                <a:ext cx="812954" cy="338554"/>
              </a:xfrm>
              <a:prstGeom prst="rect">
                <a:avLst/>
              </a:prstGeom>
              <a:blipFill>
                <a:blip r:embed="rId23"/>
                <a:stretch>
                  <a:fillRect t="-110909" r="-36842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8" name="圖片 207">
            <a:extLst>
              <a:ext uri="{FF2B5EF4-FFF2-40B4-BE49-F238E27FC236}">
                <a16:creationId xmlns:a16="http://schemas.microsoft.com/office/drawing/2014/main" id="{78D82BF4-13A5-45FF-B9A2-9375B9FE926C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95" t="13543" r="38773" b="2524"/>
          <a:stretch/>
        </p:blipFill>
        <p:spPr>
          <a:xfrm>
            <a:off x="6764229" y="1294531"/>
            <a:ext cx="1292876" cy="1282944"/>
          </a:xfrm>
          <a:prstGeom prst="rect">
            <a:avLst/>
          </a:prstGeom>
        </p:spPr>
      </p:pic>
      <p:pic>
        <p:nvPicPr>
          <p:cNvPr id="209" name="圖片 208">
            <a:extLst>
              <a:ext uri="{FF2B5EF4-FFF2-40B4-BE49-F238E27FC236}">
                <a16:creationId xmlns:a16="http://schemas.microsoft.com/office/drawing/2014/main" id="{C9751448-EBCD-4B26-A30A-607AD48C72A0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20" t="13440" r="38701" b="1703"/>
          <a:stretch/>
        </p:blipFill>
        <p:spPr>
          <a:xfrm>
            <a:off x="6767966" y="4851605"/>
            <a:ext cx="1285402" cy="1297078"/>
          </a:xfrm>
          <a:prstGeom prst="rect">
            <a:avLst/>
          </a:prstGeom>
        </p:spPr>
      </p:pic>
      <p:pic>
        <p:nvPicPr>
          <p:cNvPr id="210" name="圖片 209">
            <a:extLst>
              <a:ext uri="{FF2B5EF4-FFF2-40B4-BE49-F238E27FC236}">
                <a16:creationId xmlns:a16="http://schemas.microsoft.com/office/drawing/2014/main" id="{974A8271-7062-41BF-812F-7BEA57BAB9E7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62" t="13456" r="38352" b="3300"/>
          <a:stretch/>
        </p:blipFill>
        <p:spPr>
          <a:xfrm>
            <a:off x="5216814" y="3119422"/>
            <a:ext cx="1300348" cy="1272418"/>
          </a:xfrm>
          <a:prstGeom prst="rect">
            <a:avLst/>
          </a:prstGeom>
        </p:spPr>
      </p:pic>
      <p:pic>
        <p:nvPicPr>
          <p:cNvPr id="211" name="圖片 210">
            <a:extLst>
              <a:ext uri="{FF2B5EF4-FFF2-40B4-BE49-F238E27FC236}">
                <a16:creationId xmlns:a16="http://schemas.microsoft.com/office/drawing/2014/main" id="{FCFA52FF-0D4E-4B9B-A77C-EA8292B51925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59" t="13318" r="38456" b="2874"/>
          <a:stretch/>
        </p:blipFill>
        <p:spPr>
          <a:xfrm>
            <a:off x="8288152" y="3119049"/>
            <a:ext cx="1300348" cy="1281010"/>
          </a:xfrm>
          <a:prstGeom prst="rect">
            <a:avLst/>
          </a:prstGeom>
        </p:spPr>
      </p:pic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399448" y="1799160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279571" y="1426183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9571" y="1426183"/>
                <a:ext cx="438402" cy="424283"/>
              </a:xfrm>
              <a:prstGeom prst="rect">
                <a:avLst/>
              </a:prstGeom>
              <a:blipFill>
                <a:blip r:embed="rId28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452553" y="1704336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553" y="1704336"/>
                <a:ext cx="388427" cy="400110"/>
              </a:xfrm>
              <a:prstGeom prst="rect">
                <a:avLst/>
              </a:prstGeom>
              <a:blipFill>
                <a:blip r:embed="rId29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756111" y="2170408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111" y="2170408"/>
                <a:ext cx="652306" cy="338554"/>
              </a:xfrm>
              <a:prstGeom prst="rect">
                <a:avLst/>
              </a:prstGeom>
              <a:blipFill>
                <a:blip r:embed="rId30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53351" y="116393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0" name="圖片 229">
            <a:extLst>
              <a:ext uri="{FF2B5EF4-FFF2-40B4-BE49-F238E27FC236}">
                <a16:creationId xmlns:a16="http://schemas.microsoft.com/office/drawing/2014/main" id="{78DD5379-389F-4B1B-AD61-D7F44D0D3FC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573869" y="1276204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869" y="1276204"/>
                <a:ext cx="1673596" cy="338554"/>
              </a:xfrm>
              <a:prstGeom prst="rect">
                <a:avLst/>
              </a:prstGeom>
              <a:blipFill>
                <a:blip r:embed="rId31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273398" y="308589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398" y="3085891"/>
                <a:ext cx="1150186" cy="338554"/>
              </a:xfrm>
              <a:prstGeom prst="rect">
                <a:avLst/>
              </a:prstGeom>
              <a:blipFill>
                <a:blip r:embed="rId32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56122" y="308589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122" y="3085891"/>
                <a:ext cx="1150186" cy="338554"/>
              </a:xfrm>
              <a:prstGeom prst="rect">
                <a:avLst/>
              </a:prstGeom>
              <a:blipFill>
                <a:blip r:embed="rId33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35574" y="4830775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4830775"/>
                <a:ext cx="1150186" cy="33855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8086335" y="1248404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8004870" y="2332876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870" y="2332876"/>
                <a:ext cx="478319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27414" y="2842581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88832" y="2926719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27414" y="4337538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97293" y="2953118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46740" y="2927220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97293" y="2953118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58942" y="3496767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2" y="3496767"/>
                <a:ext cx="176928" cy="338554"/>
              </a:xfrm>
              <a:prstGeom prst="rect">
                <a:avLst/>
              </a:prstGeom>
              <a:blipFill>
                <a:blip r:embed="rId36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26468" y="433753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13865" y="3592164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865" y="3592164"/>
                <a:ext cx="176928" cy="338554"/>
              </a:xfrm>
              <a:prstGeom prst="rect">
                <a:avLst/>
              </a:prstGeom>
              <a:blipFill>
                <a:blip r:embed="rId37"/>
                <a:stretch>
                  <a:fillRect r="-51724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9740" y="2962422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740" y="2962422"/>
                <a:ext cx="256967" cy="33855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46740" y="2927220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49324" y="359098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404708" y="3227037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407693" y="3670742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36371" y="3499267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605160" y="359098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27650" y="28347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43810" y="3575854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9793" y="3610901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93" y="3610901"/>
                <a:ext cx="315234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87061" y="3675922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31086" y="3538630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70865" y="3290483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65" y="3290483"/>
                <a:ext cx="297046" cy="338554"/>
              </a:xfrm>
              <a:prstGeom prst="rect">
                <a:avLst/>
              </a:prstGeom>
              <a:blipFill>
                <a:blip r:embed="rId40"/>
                <a:stretch>
                  <a:fillRect r="-4082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400559" y="3230198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942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文字方塊 267">
                <a:extLst>
                  <a:ext uri="{FF2B5EF4-FFF2-40B4-BE49-F238E27FC236}">
                    <a16:creationId xmlns:a16="http://schemas.microsoft.com/office/drawing/2014/main" id="{5D3AEBFE-AA9B-4AB6-B6D6-597215E84291}"/>
                  </a:ext>
                </a:extLst>
              </p:cNvPr>
              <p:cNvSpPr txBox="1"/>
              <p:nvPr/>
            </p:nvSpPr>
            <p:spPr>
              <a:xfrm>
                <a:off x="4591226" y="2377007"/>
                <a:ext cx="715550" cy="297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68" name="文字方塊 267">
                <a:extLst>
                  <a:ext uri="{FF2B5EF4-FFF2-40B4-BE49-F238E27FC236}">
                    <a16:creationId xmlns:a16="http://schemas.microsoft.com/office/drawing/2014/main" id="{5D3AEBFE-AA9B-4AB6-B6D6-597215E84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226" y="2377007"/>
                <a:ext cx="715550" cy="297991"/>
              </a:xfrm>
              <a:prstGeom prst="rect">
                <a:avLst/>
              </a:prstGeom>
              <a:blipFill>
                <a:blip r:embed="rId2"/>
                <a:stretch>
                  <a:fillRect t="-124490" r="-48305" b="-2061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群組 57">
            <a:extLst>
              <a:ext uri="{FF2B5EF4-FFF2-40B4-BE49-F238E27FC236}">
                <a16:creationId xmlns:a16="http://schemas.microsoft.com/office/drawing/2014/main" id="{431588BE-1855-4CCB-ADC4-3511EF936D2C}"/>
              </a:ext>
            </a:extLst>
          </p:cNvPr>
          <p:cNvGrpSpPr/>
          <p:nvPr/>
        </p:nvGrpSpPr>
        <p:grpSpPr>
          <a:xfrm>
            <a:off x="4245941" y="2796596"/>
            <a:ext cx="1414118" cy="1470886"/>
            <a:chOff x="4245941" y="2796596"/>
            <a:chExt cx="1414118" cy="1470886"/>
          </a:xfrm>
        </p:grpSpPr>
        <p:sp>
          <p:nvSpPr>
            <p:cNvPr id="269" name="Oval 14">
              <a:extLst>
                <a:ext uri="{FF2B5EF4-FFF2-40B4-BE49-F238E27FC236}">
                  <a16:creationId xmlns:a16="http://schemas.microsoft.com/office/drawing/2014/main" id="{4689D5C6-97DE-488F-87F0-FE12CF3E9EF2}"/>
                </a:ext>
              </a:extLst>
            </p:cNvPr>
            <p:cNvSpPr/>
            <p:nvPr/>
          </p:nvSpPr>
          <p:spPr>
            <a:xfrm>
              <a:off x="4881658" y="2803527"/>
              <a:ext cx="142986" cy="148115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270" name="Oval 4">
              <a:extLst>
                <a:ext uri="{FF2B5EF4-FFF2-40B4-BE49-F238E27FC236}">
                  <a16:creationId xmlns:a16="http://schemas.microsoft.com/office/drawing/2014/main" id="{53208EB0-1CE8-4640-A186-75CAF514CBE1}"/>
                </a:ext>
              </a:extLst>
            </p:cNvPr>
            <p:cNvSpPr/>
            <p:nvPr/>
          </p:nvSpPr>
          <p:spPr>
            <a:xfrm>
              <a:off x="4319588" y="2877584"/>
              <a:ext cx="1270987" cy="1316580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71" name="Oval 15">
              <a:extLst>
                <a:ext uri="{FF2B5EF4-FFF2-40B4-BE49-F238E27FC236}">
                  <a16:creationId xmlns:a16="http://schemas.microsoft.com/office/drawing/2014/main" id="{74135E44-F8A2-4F0D-8AF2-0723EAFB3C44}"/>
                </a:ext>
              </a:extLst>
            </p:cNvPr>
            <p:cNvSpPr/>
            <p:nvPr/>
          </p:nvSpPr>
          <p:spPr>
            <a:xfrm>
              <a:off x="4881658" y="4119367"/>
              <a:ext cx="142986" cy="148115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72" name="SHO">
              <a:extLst>
                <a:ext uri="{FF2B5EF4-FFF2-40B4-BE49-F238E27FC236}">
                  <a16:creationId xmlns:a16="http://schemas.microsoft.com/office/drawing/2014/main" id="{096D88D5-0B3E-48F5-9738-21E5B4AC5E8E}"/>
                </a:ext>
              </a:extLst>
            </p:cNvPr>
            <p:cNvSpPr/>
            <p:nvPr/>
          </p:nvSpPr>
          <p:spPr>
            <a:xfrm rot="16200000">
              <a:off x="4679109" y="2900820"/>
              <a:ext cx="548086" cy="1270987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73" name="SVO">
              <a:extLst>
                <a:ext uri="{FF2B5EF4-FFF2-40B4-BE49-F238E27FC236}">
                  <a16:creationId xmlns:a16="http://schemas.microsoft.com/office/drawing/2014/main" id="{23D7A24E-0DE2-46E4-A45F-E7BC2034123B}"/>
                </a:ext>
              </a:extLst>
            </p:cNvPr>
            <p:cNvSpPr/>
            <p:nvPr/>
          </p:nvSpPr>
          <p:spPr>
            <a:xfrm>
              <a:off x="4634613" y="2878025"/>
              <a:ext cx="635494" cy="1316580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74" name="Oval 6">
              <a:extLst>
                <a:ext uri="{FF2B5EF4-FFF2-40B4-BE49-F238E27FC236}">
                  <a16:creationId xmlns:a16="http://schemas.microsoft.com/office/drawing/2014/main" id="{560231E6-4031-4A90-B8D1-3E0A7C7E7C0D}"/>
                </a:ext>
              </a:extLst>
            </p:cNvPr>
            <p:cNvSpPr/>
            <p:nvPr/>
          </p:nvSpPr>
          <p:spPr>
            <a:xfrm rot="16200000">
              <a:off x="4679109" y="2900820"/>
              <a:ext cx="548086" cy="1270987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5" name="TextBox 11">
                  <a:extLst>
                    <a:ext uri="{FF2B5EF4-FFF2-40B4-BE49-F238E27FC236}">
                      <a16:creationId xmlns:a16="http://schemas.microsoft.com/office/drawing/2014/main" id="{F4A7CE3B-905B-4481-B918-943351550BC3}"/>
                    </a:ext>
                  </a:extLst>
                </p:cNvPr>
                <p:cNvSpPr txBox="1"/>
                <p:nvPr/>
              </p:nvSpPr>
              <p:spPr>
                <a:xfrm>
                  <a:off x="4469316" y="3379332"/>
                  <a:ext cx="155729" cy="2979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75" name="TextBox 11">
                  <a:extLst>
                    <a:ext uri="{FF2B5EF4-FFF2-40B4-BE49-F238E27FC236}">
                      <a16:creationId xmlns:a16="http://schemas.microsoft.com/office/drawing/2014/main" id="{F4A7CE3B-905B-4481-B918-943351550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9316" y="3379332"/>
                  <a:ext cx="155729" cy="297990"/>
                </a:xfrm>
                <a:prstGeom prst="rect">
                  <a:avLst/>
                </a:prstGeom>
                <a:blipFill>
                  <a:blip r:embed="rId3"/>
                  <a:stretch>
                    <a:fillRect r="-5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6" name="Oval 22">
              <a:extLst>
                <a:ext uri="{FF2B5EF4-FFF2-40B4-BE49-F238E27FC236}">
                  <a16:creationId xmlns:a16="http://schemas.microsoft.com/office/drawing/2014/main" id="{13B283A6-76DA-4B47-8A32-D960DF53F1C4}"/>
                </a:ext>
              </a:extLst>
            </p:cNvPr>
            <p:cNvSpPr/>
            <p:nvPr/>
          </p:nvSpPr>
          <p:spPr>
            <a:xfrm>
              <a:off x="4880826" y="4119367"/>
              <a:ext cx="142986" cy="148115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7" name="TextBox 12">
                  <a:extLst>
                    <a:ext uri="{FF2B5EF4-FFF2-40B4-BE49-F238E27FC236}">
                      <a16:creationId xmlns:a16="http://schemas.microsoft.com/office/drawing/2014/main" id="{50AD08FB-0B0F-4286-8F64-562010D528DC}"/>
                    </a:ext>
                  </a:extLst>
                </p:cNvPr>
                <p:cNvSpPr txBox="1"/>
                <p:nvPr/>
              </p:nvSpPr>
              <p:spPr>
                <a:xfrm>
                  <a:off x="5045770" y="3463299"/>
                  <a:ext cx="155729" cy="2979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77" name="TextBox 12">
                  <a:extLst>
                    <a:ext uri="{FF2B5EF4-FFF2-40B4-BE49-F238E27FC236}">
                      <a16:creationId xmlns:a16="http://schemas.microsoft.com/office/drawing/2014/main" id="{50AD08FB-0B0F-4286-8F64-562010D528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5770" y="3463299"/>
                  <a:ext cx="155729" cy="297990"/>
                </a:xfrm>
                <a:prstGeom prst="rect">
                  <a:avLst/>
                </a:prstGeom>
                <a:blipFill>
                  <a:blip r:embed="rId4"/>
                  <a:stretch>
                    <a:fillRect r="-68000" b="-183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8" name="TextBox 13">
                  <a:extLst>
                    <a:ext uri="{FF2B5EF4-FFF2-40B4-BE49-F238E27FC236}">
                      <a16:creationId xmlns:a16="http://schemas.microsoft.com/office/drawing/2014/main" id="{CDB86208-1C74-4026-9BD9-8E64878B51F7}"/>
                    </a:ext>
                  </a:extLst>
                </p:cNvPr>
                <p:cNvSpPr txBox="1"/>
                <p:nvPr/>
              </p:nvSpPr>
              <p:spPr>
                <a:xfrm>
                  <a:off x="4830895" y="2909009"/>
                  <a:ext cx="226179" cy="2979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78" name="TextBox 13">
                  <a:extLst>
                    <a:ext uri="{FF2B5EF4-FFF2-40B4-BE49-F238E27FC236}">
                      <a16:creationId xmlns:a16="http://schemas.microsoft.com/office/drawing/2014/main" id="{CDB86208-1C74-4026-9BD9-8E64878B51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0895" y="2909009"/>
                  <a:ext cx="226179" cy="297990"/>
                </a:xfrm>
                <a:prstGeom prst="rect">
                  <a:avLst/>
                </a:prstGeom>
                <a:blipFill>
                  <a:blip r:embed="rId5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9" name="DVO">
              <a:extLst>
                <a:ext uri="{FF2B5EF4-FFF2-40B4-BE49-F238E27FC236}">
                  <a16:creationId xmlns:a16="http://schemas.microsoft.com/office/drawing/2014/main" id="{BF205060-FE2D-431C-BEF1-58E156C15332}"/>
                </a:ext>
              </a:extLst>
            </p:cNvPr>
            <p:cNvSpPr/>
            <p:nvPr/>
          </p:nvSpPr>
          <p:spPr>
            <a:xfrm flipH="1">
              <a:off x="4634613" y="2878025"/>
              <a:ext cx="635494" cy="1316580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80" name="Oval 23">
              <a:extLst>
                <a:ext uri="{FF2B5EF4-FFF2-40B4-BE49-F238E27FC236}">
                  <a16:creationId xmlns:a16="http://schemas.microsoft.com/office/drawing/2014/main" id="{226F1150-87F8-4971-9CBF-6FBA2361AD38}"/>
                </a:ext>
              </a:extLst>
            </p:cNvPr>
            <p:cNvSpPr/>
            <p:nvPr/>
          </p:nvSpPr>
          <p:spPr>
            <a:xfrm>
              <a:off x="5517073" y="3462257"/>
              <a:ext cx="142986" cy="148115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281" name="Straight Arrow Connector 7">
              <a:extLst>
                <a:ext uri="{FF2B5EF4-FFF2-40B4-BE49-F238E27FC236}">
                  <a16:creationId xmlns:a16="http://schemas.microsoft.com/office/drawing/2014/main" id="{A528206F-7A7D-4CF2-BC47-5CDC0E47D4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9691" y="3141920"/>
              <a:ext cx="1494" cy="39246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Arrow Connector 19">
              <a:extLst>
                <a:ext uri="{FF2B5EF4-FFF2-40B4-BE49-F238E27FC236}">
                  <a16:creationId xmlns:a16="http://schemas.microsoft.com/office/drawing/2014/main" id="{1FD65F16-46DE-475E-B0E5-C4353A30A3F6}"/>
                </a:ext>
              </a:extLst>
            </p:cNvPr>
            <p:cNvCxnSpPr>
              <a:cxnSpLocks/>
            </p:cNvCxnSpPr>
            <p:nvPr/>
          </p:nvCxnSpPr>
          <p:spPr>
            <a:xfrm>
              <a:off x="4952319" y="3532462"/>
              <a:ext cx="172342" cy="1379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Arrow Connector 18">
              <a:extLst>
                <a:ext uri="{FF2B5EF4-FFF2-40B4-BE49-F238E27FC236}">
                  <a16:creationId xmlns:a16="http://schemas.microsoft.com/office/drawing/2014/main" id="{B65E84F1-DC44-4A7A-8E2A-1ED334FEFA98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4801524" y="3381533"/>
              <a:ext cx="0" cy="3018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4" name="Oval 20">
              <a:extLst>
                <a:ext uri="{FF2B5EF4-FFF2-40B4-BE49-F238E27FC236}">
                  <a16:creationId xmlns:a16="http://schemas.microsoft.com/office/drawing/2014/main" id="{C2E247A6-131A-4848-AA8E-B195D4E2B662}"/>
                </a:ext>
              </a:extLst>
            </p:cNvPr>
            <p:cNvSpPr/>
            <p:nvPr/>
          </p:nvSpPr>
          <p:spPr>
            <a:xfrm>
              <a:off x="4245941" y="3462257"/>
              <a:ext cx="142986" cy="148115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85" name="Oval 22">
              <a:extLst>
                <a:ext uri="{FF2B5EF4-FFF2-40B4-BE49-F238E27FC236}">
                  <a16:creationId xmlns:a16="http://schemas.microsoft.com/office/drawing/2014/main" id="{5F03D6E4-4619-4708-A257-677E9DEEE7AB}"/>
                </a:ext>
              </a:extLst>
            </p:cNvPr>
            <p:cNvSpPr/>
            <p:nvPr/>
          </p:nvSpPr>
          <p:spPr>
            <a:xfrm>
              <a:off x="4881866" y="2796596"/>
              <a:ext cx="142986" cy="148115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286" name="Partial Circle 9">
              <a:extLst>
                <a:ext uri="{FF2B5EF4-FFF2-40B4-BE49-F238E27FC236}">
                  <a16:creationId xmlns:a16="http://schemas.microsoft.com/office/drawing/2014/main" id="{80A03812-C056-400F-AEC2-EF27B0E58657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4894767" y="3449591"/>
              <a:ext cx="90138" cy="174034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7" name="TextBox 10">
                  <a:extLst>
                    <a:ext uri="{FF2B5EF4-FFF2-40B4-BE49-F238E27FC236}">
                      <a16:creationId xmlns:a16="http://schemas.microsoft.com/office/drawing/2014/main" id="{86CEFA29-7335-4F44-B29E-06835594894E}"/>
                    </a:ext>
                  </a:extLst>
                </p:cNvPr>
                <p:cNvSpPr txBox="1"/>
                <p:nvPr/>
              </p:nvSpPr>
              <p:spPr>
                <a:xfrm>
                  <a:off x="4574365" y="3480442"/>
                  <a:ext cx="277464" cy="2979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87" name="TextBox 10">
                  <a:extLst>
                    <a:ext uri="{FF2B5EF4-FFF2-40B4-BE49-F238E27FC236}">
                      <a16:creationId xmlns:a16="http://schemas.microsoft.com/office/drawing/2014/main" id="{86CEFA29-7335-4F44-B29E-0683559489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4365" y="3480442"/>
                  <a:ext cx="277464" cy="29799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8" name="Straight Arrow Connector 17">
              <a:extLst>
                <a:ext uri="{FF2B5EF4-FFF2-40B4-BE49-F238E27FC236}">
                  <a16:creationId xmlns:a16="http://schemas.microsoft.com/office/drawing/2014/main" id="{ACA00968-0FC0-43FC-AD3B-902ACEB6FD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6800" y="3537672"/>
              <a:ext cx="195036" cy="2522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89" name="Partial Circle 9">
              <a:extLst>
                <a:ext uri="{FF2B5EF4-FFF2-40B4-BE49-F238E27FC236}">
                  <a16:creationId xmlns:a16="http://schemas.microsoft.com/office/drawing/2014/main" id="{AAEFDEF4-BD4B-409C-BD9A-13276A41A7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83568" y="3416830"/>
              <a:ext cx="131336" cy="265258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0" name="TextBox 10">
                  <a:extLst>
                    <a:ext uri="{FF2B5EF4-FFF2-40B4-BE49-F238E27FC236}">
                      <a16:creationId xmlns:a16="http://schemas.microsoft.com/office/drawing/2014/main" id="{35320787-B3F6-45B3-947C-4596A189E05F}"/>
                    </a:ext>
                  </a:extLst>
                </p:cNvPr>
                <p:cNvSpPr txBox="1"/>
                <p:nvPr/>
              </p:nvSpPr>
              <p:spPr>
                <a:xfrm>
                  <a:off x="4918580" y="3198414"/>
                  <a:ext cx="261456" cy="2979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90" name="TextBox 10">
                  <a:extLst>
                    <a:ext uri="{FF2B5EF4-FFF2-40B4-BE49-F238E27FC236}">
                      <a16:creationId xmlns:a16="http://schemas.microsoft.com/office/drawing/2014/main" id="{35320787-B3F6-45B3-947C-4596A189E0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8580" y="3198414"/>
                  <a:ext cx="261456" cy="297990"/>
                </a:xfrm>
                <a:prstGeom prst="rect">
                  <a:avLst/>
                </a:prstGeom>
                <a:blipFill>
                  <a:blip r:embed="rId7"/>
                  <a:stretch>
                    <a:fillRect l="-2326" r="-16279" b="-2449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1" name="Straight Arrow Connector 17">
              <a:extLst>
                <a:ext uri="{FF2B5EF4-FFF2-40B4-BE49-F238E27FC236}">
                  <a16:creationId xmlns:a16="http://schemas.microsoft.com/office/drawing/2014/main" id="{017B3253-F9E8-4598-86F2-1BEDA4966E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4717" y="3145351"/>
              <a:ext cx="503398" cy="39577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92" name="Oval 23">
              <a:extLst>
                <a:ext uri="{FF2B5EF4-FFF2-40B4-BE49-F238E27FC236}">
                  <a16:creationId xmlns:a16="http://schemas.microsoft.com/office/drawing/2014/main" id="{CEF9B341-3B22-4A8A-AFB9-A122768E6FFE}"/>
                </a:ext>
              </a:extLst>
            </p:cNvPr>
            <p:cNvSpPr/>
            <p:nvPr/>
          </p:nvSpPr>
          <p:spPr>
            <a:xfrm>
              <a:off x="5181722" y="3705386"/>
              <a:ext cx="142986" cy="148115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93" name="Oval 23">
              <a:extLst>
                <a:ext uri="{FF2B5EF4-FFF2-40B4-BE49-F238E27FC236}">
                  <a16:creationId xmlns:a16="http://schemas.microsoft.com/office/drawing/2014/main" id="{AF1292E9-CE00-476C-99A2-F75CD94AB265}"/>
                </a:ext>
              </a:extLst>
            </p:cNvPr>
            <p:cNvSpPr/>
            <p:nvPr/>
          </p:nvSpPr>
          <p:spPr>
            <a:xfrm>
              <a:off x="4578091" y="3235895"/>
              <a:ext cx="142986" cy="148115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文字方塊 294">
                <a:extLst>
                  <a:ext uri="{FF2B5EF4-FFF2-40B4-BE49-F238E27FC236}">
                    <a16:creationId xmlns:a16="http://schemas.microsoft.com/office/drawing/2014/main" id="{FC271FA9-92E1-407C-AF0B-6E64C730A39F}"/>
                  </a:ext>
                </a:extLst>
              </p:cNvPr>
              <p:cNvSpPr txBox="1"/>
              <p:nvPr/>
            </p:nvSpPr>
            <p:spPr>
              <a:xfrm>
                <a:off x="1285226" y="2472257"/>
                <a:ext cx="715550" cy="297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95" name="文字方塊 294">
                <a:extLst>
                  <a:ext uri="{FF2B5EF4-FFF2-40B4-BE49-F238E27FC236}">
                    <a16:creationId xmlns:a16="http://schemas.microsoft.com/office/drawing/2014/main" id="{FC271FA9-92E1-407C-AF0B-6E64C730A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226" y="2472257"/>
                <a:ext cx="715550" cy="297991"/>
              </a:xfrm>
              <a:prstGeom prst="rect">
                <a:avLst/>
              </a:prstGeom>
              <a:blipFill>
                <a:blip r:embed="rId8"/>
                <a:stretch>
                  <a:fillRect t="-127083" r="-48718" b="-2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群組 58">
            <a:extLst>
              <a:ext uri="{FF2B5EF4-FFF2-40B4-BE49-F238E27FC236}">
                <a16:creationId xmlns:a16="http://schemas.microsoft.com/office/drawing/2014/main" id="{52A5839A-DF49-48A0-93F2-EE077E233D8B}"/>
              </a:ext>
            </a:extLst>
          </p:cNvPr>
          <p:cNvGrpSpPr/>
          <p:nvPr/>
        </p:nvGrpSpPr>
        <p:grpSpPr>
          <a:xfrm>
            <a:off x="939941" y="2796596"/>
            <a:ext cx="1414118" cy="1470886"/>
            <a:chOff x="939941" y="2796596"/>
            <a:chExt cx="1414118" cy="1470886"/>
          </a:xfrm>
        </p:grpSpPr>
        <p:sp>
          <p:nvSpPr>
            <p:cNvPr id="296" name="Oval 14">
              <a:extLst>
                <a:ext uri="{FF2B5EF4-FFF2-40B4-BE49-F238E27FC236}">
                  <a16:creationId xmlns:a16="http://schemas.microsoft.com/office/drawing/2014/main" id="{AE0820CC-0281-4860-9EB2-65D1A8408959}"/>
                </a:ext>
              </a:extLst>
            </p:cNvPr>
            <p:cNvSpPr/>
            <p:nvPr/>
          </p:nvSpPr>
          <p:spPr>
            <a:xfrm>
              <a:off x="1575658" y="2803527"/>
              <a:ext cx="142986" cy="148115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297" name="Oval 4">
              <a:extLst>
                <a:ext uri="{FF2B5EF4-FFF2-40B4-BE49-F238E27FC236}">
                  <a16:creationId xmlns:a16="http://schemas.microsoft.com/office/drawing/2014/main" id="{D88C9E40-30F8-4C78-B4CD-5C13100DDC8F}"/>
                </a:ext>
              </a:extLst>
            </p:cNvPr>
            <p:cNvSpPr/>
            <p:nvPr/>
          </p:nvSpPr>
          <p:spPr>
            <a:xfrm>
              <a:off x="1013588" y="2877584"/>
              <a:ext cx="1270987" cy="1316580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98" name="Oval 15">
              <a:extLst>
                <a:ext uri="{FF2B5EF4-FFF2-40B4-BE49-F238E27FC236}">
                  <a16:creationId xmlns:a16="http://schemas.microsoft.com/office/drawing/2014/main" id="{13D06304-A317-4AA1-89F8-56D03425A77E}"/>
                </a:ext>
              </a:extLst>
            </p:cNvPr>
            <p:cNvSpPr/>
            <p:nvPr/>
          </p:nvSpPr>
          <p:spPr>
            <a:xfrm>
              <a:off x="1575658" y="4119367"/>
              <a:ext cx="142986" cy="148115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99" name="SHO">
              <a:extLst>
                <a:ext uri="{FF2B5EF4-FFF2-40B4-BE49-F238E27FC236}">
                  <a16:creationId xmlns:a16="http://schemas.microsoft.com/office/drawing/2014/main" id="{C7C8B9A8-4511-41BF-B2A4-A13C1ED1847D}"/>
                </a:ext>
              </a:extLst>
            </p:cNvPr>
            <p:cNvSpPr/>
            <p:nvPr/>
          </p:nvSpPr>
          <p:spPr>
            <a:xfrm rot="16200000">
              <a:off x="1373109" y="2900820"/>
              <a:ext cx="548086" cy="1270987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300" name="SVO">
              <a:extLst>
                <a:ext uri="{FF2B5EF4-FFF2-40B4-BE49-F238E27FC236}">
                  <a16:creationId xmlns:a16="http://schemas.microsoft.com/office/drawing/2014/main" id="{6719B3BF-EA9B-4188-9D3B-0ECC40548243}"/>
                </a:ext>
              </a:extLst>
            </p:cNvPr>
            <p:cNvSpPr/>
            <p:nvPr/>
          </p:nvSpPr>
          <p:spPr>
            <a:xfrm>
              <a:off x="1328613" y="2878025"/>
              <a:ext cx="635494" cy="1316580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01" name="Oval 6">
              <a:extLst>
                <a:ext uri="{FF2B5EF4-FFF2-40B4-BE49-F238E27FC236}">
                  <a16:creationId xmlns:a16="http://schemas.microsoft.com/office/drawing/2014/main" id="{D20F8B93-087D-412B-9AB1-F4FCE5C2238A}"/>
                </a:ext>
              </a:extLst>
            </p:cNvPr>
            <p:cNvSpPr/>
            <p:nvPr/>
          </p:nvSpPr>
          <p:spPr>
            <a:xfrm rot="16200000">
              <a:off x="1373109" y="2900820"/>
              <a:ext cx="548086" cy="1270987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2" name="TextBox 11">
                  <a:extLst>
                    <a:ext uri="{FF2B5EF4-FFF2-40B4-BE49-F238E27FC236}">
                      <a16:creationId xmlns:a16="http://schemas.microsoft.com/office/drawing/2014/main" id="{C51FD5C0-0C59-422E-AD5B-FCC217FA5CFD}"/>
                    </a:ext>
                  </a:extLst>
                </p:cNvPr>
                <p:cNvSpPr txBox="1"/>
                <p:nvPr/>
              </p:nvSpPr>
              <p:spPr>
                <a:xfrm>
                  <a:off x="1163316" y="3379332"/>
                  <a:ext cx="155729" cy="2979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02" name="TextBox 11">
                  <a:extLst>
                    <a:ext uri="{FF2B5EF4-FFF2-40B4-BE49-F238E27FC236}">
                      <a16:creationId xmlns:a16="http://schemas.microsoft.com/office/drawing/2014/main" id="{C51FD5C0-0C59-422E-AD5B-FCC217FA5C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3316" y="3379332"/>
                  <a:ext cx="155729" cy="297991"/>
                </a:xfrm>
                <a:prstGeom prst="rect">
                  <a:avLst/>
                </a:prstGeom>
                <a:blipFill>
                  <a:blip r:embed="rId9"/>
                  <a:stretch>
                    <a:fillRect r="-56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3" name="Oval 22">
              <a:extLst>
                <a:ext uri="{FF2B5EF4-FFF2-40B4-BE49-F238E27FC236}">
                  <a16:creationId xmlns:a16="http://schemas.microsoft.com/office/drawing/2014/main" id="{094781A2-309E-4986-8E48-3BA5C62A14EF}"/>
                </a:ext>
              </a:extLst>
            </p:cNvPr>
            <p:cNvSpPr/>
            <p:nvPr/>
          </p:nvSpPr>
          <p:spPr>
            <a:xfrm>
              <a:off x="1574826" y="4119367"/>
              <a:ext cx="142986" cy="148115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4" name="TextBox 12">
                  <a:extLst>
                    <a:ext uri="{FF2B5EF4-FFF2-40B4-BE49-F238E27FC236}">
                      <a16:creationId xmlns:a16="http://schemas.microsoft.com/office/drawing/2014/main" id="{040A4E34-8CEF-41F9-AEFA-AED58A37738F}"/>
                    </a:ext>
                  </a:extLst>
                </p:cNvPr>
                <p:cNvSpPr txBox="1"/>
                <p:nvPr/>
              </p:nvSpPr>
              <p:spPr>
                <a:xfrm>
                  <a:off x="1739770" y="3463299"/>
                  <a:ext cx="155729" cy="2979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04" name="TextBox 12">
                  <a:extLst>
                    <a:ext uri="{FF2B5EF4-FFF2-40B4-BE49-F238E27FC236}">
                      <a16:creationId xmlns:a16="http://schemas.microsoft.com/office/drawing/2014/main" id="{040A4E34-8CEF-41F9-AEFA-AED58A377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770" y="3463299"/>
                  <a:ext cx="155729" cy="297991"/>
                </a:xfrm>
                <a:prstGeom prst="rect">
                  <a:avLst/>
                </a:prstGeom>
                <a:blipFill>
                  <a:blip r:embed="rId10"/>
                  <a:stretch>
                    <a:fillRect r="-65385" b="-183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5" name="TextBox 13">
                  <a:extLst>
                    <a:ext uri="{FF2B5EF4-FFF2-40B4-BE49-F238E27FC236}">
                      <a16:creationId xmlns:a16="http://schemas.microsoft.com/office/drawing/2014/main" id="{A2F0201D-5959-4FB3-9FB0-8AAEC8AE7F86}"/>
                    </a:ext>
                  </a:extLst>
                </p:cNvPr>
                <p:cNvSpPr txBox="1"/>
                <p:nvPr/>
              </p:nvSpPr>
              <p:spPr>
                <a:xfrm>
                  <a:off x="1524895" y="2909009"/>
                  <a:ext cx="226179" cy="2979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05" name="TextBox 13">
                  <a:extLst>
                    <a:ext uri="{FF2B5EF4-FFF2-40B4-BE49-F238E27FC236}">
                      <a16:creationId xmlns:a16="http://schemas.microsoft.com/office/drawing/2014/main" id="{A2F0201D-5959-4FB3-9FB0-8AAEC8AE7F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895" y="2909009"/>
                  <a:ext cx="226179" cy="297991"/>
                </a:xfrm>
                <a:prstGeom prst="rect">
                  <a:avLst/>
                </a:prstGeom>
                <a:blipFill>
                  <a:blip r:embed="rId11"/>
                  <a:stretch>
                    <a:fillRect r="-810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6" name="DVO">
              <a:extLst>
                <a:ext uri="{FF2B5EF4-FFF2-40B4-BE49-F238E27FC236}">
                  <a16:creationId xmlns:a16="http://schemas.microsoft.com/office/drawing/2014/main" id="{71F37504-EB3F-4CB0-9238-AD01404954CF}"/>
                </a:ext>
              </a:extLst>
            </p:cNvPr>
            <p:cNvSpPr/>
            <p:nvPr/>
          </p:nvSpPr>
          <p:spPr>
            <a:xfrm flipH="1">
              <a:off x="1328613" y="2878025"/>
              <a:ext cx="635494" cy="1316580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307" name="Oval 23">
              <a:extLst>
                <a:ext uri="{FF2B5EF4-FFF2-40B4-BE49-F238E27FC236}">
                  <a16:creationId xmlns:a16="http://schemas.microsoft.com/office/drawing/2014/main" id="{B24019C4-8CA7-429E-BB22-2456FA8791C1}"/>
                </a:ext>
              </a:extLst>
            </p:cNvPr>
            <p:cNvSpPr/>
            <p:nvPr/>
          </p:nvSpPr>
          <p:spPr>
            <a:xfrm>
              <a:off x="2211073" y="3462257"/>
              <a:ext cx="142986" cy="148115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308" name="Straight Arrow Connector 7">
              <a:extLst>
                <a:ext uri="{FF2B5EF4-FFF2-40B4-BE49-F238E27FC236}">
                  <a16:creationId xmlns:a16="http://schemas.microsoft.com/office/drawing/2014/main" id="{53D7FB63-22BE-4C3A-BA65-9F0E79C0FA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3691" y="3141919"/>
              <a:ext cx="1494" cy="39246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Arrow Connector 19">
              <a:extLst>
                <a:ext uri="{FF2B5EF4-FFF2-40B4-BE49-F238E27FC236}">
                  <a16:creationId xmlns:a16="http://schemas.microsoft.com/office/drawing/2014/main" id="{B4B1F377-BB42-40C5-BCF1-FF1213920A90}"/>
                </a:ext>
              </a:extLst>
            </p:cNvPr>
            <p:cNvCxnSpPr>
              <a:cxnSpLocks/>
            </p:cNvCxnSpPr>
            <p:nvPr/>
          </p:nvCxnSpPr>
          <p:spPr>
            <a:xfrm>
              <a:off x="1646319" y="3532462"/>
              <a:ext cx="172342" cy="1379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Arrow Connector 18">
              <a:extLst>
                <a:ext uri="{FF2B5EF4-FFF2-40B4-BE49-F238E27FC236}">
                  <a16:creationId xmlns:a16="http://schemas.microsoft.com/office/drawing/2014/main" id="{FD6F116E-99E5-40EE-8599-F058837A701F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1495524" y="3381533"/>
              <a:ext cx="0" cy="3018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Oval 20">
              <a:extLst>
                <a:ext uri="{FF2B5EF4-FFF2-40B4-BE49-F238E27FC236}">
                  <a16:creationId xmlns:a16="http://schemas.microsoft.com/office/drawing/2014/main" id="{14AC49B1-6CE8-4D01-BA40-F54F0D51909C}"/>
                </a:ext>
              </a:extLst>
            </p:cNvPr>
            <p:cNvSpPr/>
            <p:nvPr/>
          </p:nvSpPr>
          <p:spPr>
            <a:xfrm>
              <a:off x="939941" y="3462257"/>
              <a:ext cx="142986" cy="148115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12" name="Oval 22">
              <a:extLst>
                <a:ext uri="{FF2B5EF4-FFF2-40B4-BE49-F238E27FC236}">
                  <a16:creationId xmlns:a16="http://schemas.microsoft.com/office/drawing/2014/main" id="{2FF87E68-FF04-4C06-8551-23DF2193CADF}"/>
                </a:ext>
              </a:extLst>
            </p:cNvPr>
            <p:cNvSpPr/>
            <p:nvPr/>
          </p:nvSpPr>
          <p:spPr>
            <a:xfrm>
              <a:off x="1575866" y="2796596"/>
              <a:ext cx="142986" cy="148115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313" name="Partial Circle 9">
              <a:extLst>
                <a:ext uri="{FF2B5EF4-FFF2-40B4-BE49-F238E27FC236}">
                  <a16:creationId xmlns:a16="http://schemas.microsoft.com/office/drawing/2014/main" id="{7DC56E84-5CC3-4E01-9214-B21811060899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588767" y="3449591"/>
              <a:ext cx="90138" cy="174034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4" name="TextBox 10">
                  <a:extLst>
                    <a:ext uri="{FF2B5EF4-FFF2-40B4-BE49-F238E27FC236}">
                      <a16:creationId xmlns:a16="http://schemas.microsoft.com/office/drawing/2014/main" id="{13FF7775-066D-4327-9033-B8A2AEBDB02D}"/>
                    </a:ext>
                  </a:extLst>
                </p:cNvPr>
                <p:cNvSpPr txBox="1"/>
                <p:nvPr/>
              </p:nvSpPr>
              <p:spPr>
                <a:xfrm>
                  <a:off x="1268365" y="3480442"/>
                  <a:ext cx="277464" cy="2979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14" name="TextBox 10">
                  <a:extLst>
                    <a:ext uri="{FF2B5EF4-FFF2-40B4-BE49-F238E27FC236}">
                      <a16:creationId xmlns:a16="http://schemas.microsoft.com/office/drawing/2014/main" id="{13FF7775-066D-4327-9033-B8A2AEBDB0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8365" y="3480442"/>
                  <a:ext cx="277464" cy="29799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5" name="Straight Arrow Connector 17">
              <a:extLst>
                <a:ext uri="{FF2B5EF4-FFF2-40B4-BE49-F238E27FC236}">
                  <a16:creationId xmlns:a16="http://schemas.microsoft.com/office/drawing/2014/main" id="{BE9CF1AB-0316-45E0-9AB0-1006CF3361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50800" y="3537672"/>
              <a:ext cx="195036" cy="2522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16" name="Partial Circle 9">
              <a:extLst>
                <a:ext uri="{FF2B5EF4-FFF2-40B4-BE49-F238E27FC236}">
                  <a16:creationId xmlns:a16="http://schemas.microsoft.com/office/drawing/2014/main" id="{B2F9308C-7459-46AB-9643-3641C9FE27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77568" y="3416830"/>
              <a:ext cx="131336" cy="265258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" name="TextBox 10">
                  <a:extLst>
                    <a:ext uri="{FF2B5EF4-FFF2-40B4-BE49-F238E27FC236}">
                      <a16:creationId xmlns:a16="http://schemas.microsoft.com/office/drawing/2014/main" id="{19308FF9-5440-4975-8903-6A8FFC0A7C3D}"/>
                    </a:ext>
                  </a:extLst>
                </p:cNvPr>
                <p:cNvSpPr txBox="1"/>
                <p:nvPr/>
              </p:nvSpPr>
              <p:spPr>
                <a:xfrm>
                  <a:off x="1612580" y="3198414"/>
                  <a:ext cx="261456" cy="2979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17" name="TextBox 10">
                  <a:extLst>
                    <a:ext uri="{FF2B5EF4-FFF2-40B4-BE49-F238E27FC236}">
                      <a16:creationId xmlns:a16="http://schemas.microsoft.com/office/drawing/2014/main" id="{19308FF9-5440-4975-8903-6A8FFC0A7C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2580" y="3198414"/>
                  <a:ext cx="261456" cy="297991"/>
                </a:xfrm>
                <a:prstGeom prst="rect">
                  <a:avLst/>
                </a:prstGeom>
                <a:blipFill>
                  <a:blip r:embed="rId13"/>
                  <a:stretch>
                    <a:fillRect l="-2381" r="-19048" b="-2449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8" name="Straight Arrow Connector 17">
              <a:extLst>
                <a:ext uri="{FF2B5EF4-FFF2-40B4-BE49-F238E27FC236}">
                  <a16:creationId xmlns:a16="http://schemas.microsoft.com/office/drawing/2014/main" id="{0DE3B514-B70B-4DCF-90A1-5615D8E3D0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8717" y="3145351"/>
              <a:ext cx="503398" cy="39577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19" name="Oval 23">
              <a:extLst>
                <a:ext uri="{FF2B5EF4-FFF2-40B4-BE49-F238E27FC236}">
                  <a16:creationId xmlns:a16="http://schemas.microsoft.com/office/drawing/2014/main" id="{0BDE5DF2-EA30-4815-88D6-E983D1C64A3D}"/>
                </a:ext>
              </a:extLst>
            </p:cNvPr>
            <p:cNvSpPr/>
            <p:nvPr/>
          </p:nvSpPr>
          <p:spPr>
            <a:xfrm>
              <a:off x="1875722" y="3705386"/>
              <a:ext cx="142986" cy="148115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320" name="Oval 23">
              <a:extLst>
                <a:ext uri="{FF2B5EF4-FFF2-40B4-BE49-F238E27FC236}">
                  <a16:creationId xmlns:a16="http://schemas.microsoft.com/office/drawing/2014/main" id="{D8B39C0B-A04F-4FB3-AF1D-5A73BEEB901C}"/>
                </a:ext>
              </a:extLst>
            </p:cNvPr>
            <p:cNvSpPr/>
            <p:nvPr/>
          </p:nvSpPr>
          <p:spPr>
            <a:xfrm>
              <a:off x="1272091" y="3235895"/>
              <a:ext cx="142986" cy="148115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文字方塊 321">
                <a:extLst>
                  <a:ext uri="{FF2B5EF4-FFF2-40B4-BE49-F238E27FC236}">
                    <a16:creationId xmlns:a16="http://schemas.microsoft.com/office/drawing/2014/main" id="{02D058C9-B39B-4BF1-97D5-E3BE56582142}"/>
                  </a:ext>
                </a:extLst>
              </p:cNvPr>
              <p:cNvSpPr txBox="1"/>
              <p:nvPr/>
            </p:nvSpPr>
            <p:spPr>
              <a:xfrm>
                <a:off x="7897226" y="2557982"/>
                <a:ext cx="715550" cy="297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322" name="文字方塊 321">
                <a:extLst>
                  <a:ext uri="{FF2B5EF4-FFF2-40B4-BE49-F238E27FC236}">
                    <a16:creationId xmlns:a16="http://schemas.microsoft.com/office/drawing/2014/main" id="{02D058C9-B39B-4BF1-97D5-E3BE56582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226" y="2557982"/>
                <a:ext cx="715550" cy="297991"/>
              </a:xfrm>
              <a:prstGeom prst="rect">
                <a:avLst/>
              </a:prstGeom>
              <a:blipFill>
                <a:blip r:embed="rId14"/>
                <a:stretch>
                  <a:fillRect t="-127083" r="-48305" b="-2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群組 43">
            <a:extLst>
              <a:ext uri="{FF2B5EF4-FFF2-40B4-BE49-F238E27FC236}">
                <a16:creationId xmlns:a16="http://schemas.microsoft.com/office/drawing/2014/main" id="{02E1A5DF-4609-4B38-AAE3-91E501D6DDA3}"/>
              </a:ext>
            </a:extLst>
          </p:cNvPr>
          <p:cNvGrpSpPr/>
          <p:nvPr/>
        </p:nvGrpSpPr>
        <p:grpSpPr>
          <a:xfrm>
            <a:off x="7551941" y="2796596"/>
            <a:ext cx="1414118" cy="1470886"/>
            <a:chOff x="7551941" y="2796596"/>
            <a:chExt cx="1414118" cy="1470886"/>
          </a:xfrm>
        </p:grpSpPr>
        <p:sp>
          <p:nvSpPr>
            <p:cNvPr id="323" name="Oval 14">
              <a:extLst>
                <a:ext uri="{FF2B5EF4-FFF2-40B4-BE49-F238E27FC236}">
                  <a16:creationId xmlns:a16="http://schemas.microsoft.com/office/drawing/2014/main" id="{FD1151DC-A598-46CB-A155-AB7F7FE1DA18}"/>
                </a:ext>
              </a:extLst>
            </p:cNvPr>
            <p:cNvSpPr/>
            <p:nvPr/>
          </p:nvSpPr>
          <p:spPr>
            <a:xfrm>
              <a:off x="8187658" y="2803527"/>
              <a:ext cx="142986" cy="148115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324" name="Oval 4">
              <a:extLst>
                <a:ext uri="{FF2B5EF4-FFF2-40B4-BE49-F238E27FC236}">
                  <a16:creationId xmlns:a16="http://schemas.microsoft.com/office/drawing/2014/main" id="{197204DD-8427-49B6-8BE2-0BB477D893DE}"/>
                </a:ext>
              </a:extLst>
            </p:cNvPr>
            <p:cNvSpPr/>
            <p:nvPr/>
          </p:nvSpPr>
          <p:spPr>
            <a:xfrm>
              <a:off x="7625588" y="2877584"/>
              <a:ext cx="1270987" cy="1316580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325" name="Oval 15">
              <a:extLst>
                <a:ext uri="{FF2B5EF4-FFF2-40B4-BE49-F238E27FC236}">
                  <a16:creationId xmlns:a16="http://schemas.microsoft.com/office/drawing/2014/main" id="{72914C10-DFFE-42E7-BBBD-9678F14B1224}"/>
                </a:ext>
              </a:extLst>
            </p:cNvPr>
            <p:cNvSpPr/>
            <p:nvPr/>
          </p:nvSpPr>
          <p:spPr>
            <a:xfrm>
              <a:off x="8187658" y="4119367"/>
              <a:ext cx="142986" cy="148115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326" name="SHO">
              <a:extLst>
                <a:ext uri="{FF2B5EF4-FFF2-40B4-BE49-F238E27FC236}">
                  <a16:creationId xmlns:a16="http://schemas.microsoft.com/office/drawing/2014/main" id="{A0A9D979-463B-4EFA-B3DB-B73A910BC41A}"/>
                </a:ext>
              </a:extLst>
            </p:cNvPr>
            <p:cNvSpPr/>
            <p:nvPr/>
          </p:nvSpPr>
          <p:spPr>
            <a:xfrm rot="16200000">
              <a:off x="7985109" y="2900820"/>
              <a:ext cx="548086" cy="1270987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327" name="SVO">
              <a:extLst>
                <a:ext uri="{FF2B5EF4-FFF2-40B4-BE49-F238E27FC236}">
                  <a16:creationId xmlns:a16="http://schemas.microsoft.com/office/drawing/2014/main" id="{F3A84157-3557-4DE0-8428-2BEF685D748E}"/>
                </a:ext>
              </a:extLst>
            </p:cNvPr>
            <p:cNvSpPr/>
            <p:nvPr/>
          </p:nvSpPr>
          <p:spPr>
            <a:xfrm>
              <a:off x="7940613" y="2878025"/>
              <a:ext cx="635494" cy="1316580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28" name="Oval 6">
              <a:extLst>
                <a:ext uri="{FF2B5EF4-FFF2-40B4-BE49-F238E27FC236}">
                  <a16:creationId xmlns:a16="http://schemas.microsoft.com/office/drawing/2014/main" id="{CDFB757A-8C2C-44BB-BF1C-07D37C168D6B}"/>
                </a:ext>
              </a:extLst>
            </p:cNvPr>
            <p:cNvSpPr/>
            <p:nvPr/>
          </p:nvSpPr>
          <p:spPr>
            <a:xfrm rot="16200000">
              <a:off x="7985109" y="2900820"/>
              <a:ext cx="548086" cy="1270987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9" name="TextBox 11">
                  <a:extLst>
                    <a:ext uri="{FF2B5EF4-FFF2-40B4-BE49-F238E27FC236}">
                      <a16:creationId xmlns:a16="http://schemas.microsoft.com/office/drawing/2014/main" id="{E4A17B35-B66A-4DE5-93E6-0F05532DD557}"/>
                    </a:ext>
                  </a:extLst>
                </p:cNvPr>
                <p:cNvSpPr txBox="1"/>
                <p:nvPr/>
              </p:nvSpPr>
              <p:spPr>
                <a:xfrm>
                  <a:off x="7775316" y="3379332"/>
                  <a:ext cx="155729" cy="2979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29" name="TextBox 11">
                  <a:extLst>
                    <a:ext uri="{FF2B5EF4-FFF2-40B4-BE49-F238E27FC236}">
                      <a16:creationId xmlns:a16="http://schemas.microsoft.com/office/drawing/2014/main" id="{E4A17B35-B66A-4DE5-93E6-0F05532DD5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5316" y="3379332"/>
                  <a:ext cx="155729" cy="297991"/>
                </a:xfrm>
                <a:prstGeom prst="rect">
                  <a:avLst/>
                </a:prstGeom>
                <a:blipFill>
                  <a:blip r:embed="rId15"/>
                  <a:stretch>
                    <a:fillRect r="-5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0" name="Oval 22">
              <a:extLst>
                <a:ext uri="{FF2B5EF4-FFF2-40B4-BE49-F238E27FC236}">
                  <a16:creationId xmlns:a16="http://schemas.microsoft.com/office/drawing/2014/main" id="{DF0C22D2-4FE7-4FD7-A533-9322A40F6F1F}"/>
                </a:ext>
              </a:extLst>
            </p:cNvPr>
            <p:cNvSpPr/>
            <p:nvPr/>
          </p:nvSpPr>
          <p:spPr>
            <a:xfrm>
              <a:off x="8186826" y="4119367"/>
              <a:ext cx="142986" cy="148115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1" name="TextBox 12">
                  <a:extLst>
                    <a:ext uri="{FF2B5EF4-FFF2-40B4-BE49-F238E27FC236}">
                      <a16:creationId xmlns:a16="http://schemas.microsoft.com/office/drawing/2014/main" id="{2811FE26-D445-41C0-86D7-9CA9C80C3E2E}"/>
                    </a:ext>
                  </a:extLst>
                </p:cNvPr>
                <p:cNvSpPr txBox="1"/>
                <p:nvPr/>
              </p:nvSpPr>
              <p:spPr>
                <a:xfrm>
                  <a:off x="8351770" y="3463299"/>
                  <a:ext cx="155729" cy="2979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31" name="TextBox 12">
                  <a:extLst>
                    <a:ext uri="{FF2B5EF4-FFF2-40B4-BE49-F238E27FC236}">
                      <a16:creationId xmlns:a16="http://schemas.microsoft.com/office/drawing/2014/main" id="{2811FE26-D445-41C0-86D7-9CA9C80C3E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1770" y="3463299"/>
                  <a:ext cx="155729" cy="297991"/>
                </a:xfrm>
                <a:prstGeom prst="rect">
                  <a:avLst/>
                </a:prstGeom>
                <a:blipFill>
                  <a:blip r:embed="rId16"/>
                  <a:stretch>
                    <a:fillRect r="-65385" b="-183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2" name="TextBox 13">
                  <a:extLst>
                    <a:ext uri="{FF2B5EF4-FFF2-40B4-BE49-F238E27FC236}">
                      <a16:creationId xmlns:a16="http://schemas.microsoft.com/office/drawing/2014/main" id="{47D654D0-7E7F-45E0-9D94-45AD1ACAE7E9}"/>
                    </a:ext>
                  </a:extLst>
                </p:cNvPr>
                <p:cNvSpPr txBox="1"/>
                <p:nvPr/>
              </p:nvSpPr>
              <p:spPr>
                <a:xfrm>
                  <a:off x="8136895" y="2909009"/>
                  <a:ext cx="226179" cy="2979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32" name="TextBox 13">
                  <a:extLst>
                    <a:ext uri="{FF2B5EF4-FFF2-40B4-BE49-F238E27FC236}">
                      <a16:creationId xmlns:a16="http://schemas.microsoft.com/office/drawing/2014/main" id="{47D654D0-7E7F-45E0-9D94-45AD1ACAE7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6895" y="2909009"/>
                  <a:ext cx="226179" cy="297991"/>
                </a:xfrm>
                <a:prstGeom prst="rect">
                  <a:avLst/>
                </a:prstGeom>
                <a:blipFill>
                  <a:blip r:embed="rId17"/>
                  <a:stretch>
                    <a:fillRect r="-540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3" name="DVO">
              <a:extLst>
                <a:ext uri="{FF2B5EF4-FFF2-40B4-BE49-F238E27FC236}">
                  <a16:creationId xmlns:a16="http://schemas.microsoft.com/office/drawing/2014/main" id="{E6EB32A8-0750-4E95-88DD-6136D34E7E6C}"/>
                </a:ext>
              </a:extLst>
            </p:cNvPr>
            <p:cNvSpPr/>
            <p:nvPr/>
          </p:nvSpPr>
          <p:spPr>
            <a:xfrm flipH="1">
              <a:off x="7940613" y="2878025"/>
              <a:ext cx="635494" cy="1316580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334" name="Oval 23">
              <a:extLst>
                <a:ext uri="{FF2B5EF4-FFF2-40B4-BE49-F238E27FC236}">
                  <a16:creationId xmlns:a16="http://schemas.microsoft.com/office/drawing/2014/main" id="{38D1C46E-F2C8-440F-8023-AD90FCFD8120}"/>
                </a:ext>
              </a:extLst>
            </p:cNvPr>
            <p:cNvSpPr/>
            <p:nvPr/>
          </p:nvSpPr>
          <p:spPr>
            <a:xfrm>
              <a:off x="8823073" y="3462257"/>
              <a:ext cx="142986" cy="148115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335" name="Straight Arrow Connector 7">
              <a:extLst>
                <a:ext uri="{FF2B5EF4-FFF2-40B4-BE49-F238E27FC236}">
                  <a16:creationId xmlns:a16="http://schemas.microsoft.com/office/drawing/2014/main" id="{AE438CD4-B8DF-4CA5-AF0C-5ACE8C5E16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5691" y="3141919"/>
              <a:ext cx="1494" cy="39246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Arrow Connector 19">
              <a:extLst>
                <a:ext uri="{FF2B5EF4-FFF2-40B4-BE49-F238E27FC236}">
                  <a16:creationId xmlns:a16="http://schemas.microsoft.com/office/drawing/2014/main" id="{2FD5487D-EAF3-4AC1-9DC0-577EA17778E0}"/>
                </a:ext>
              </a:extLst>
            </p:cNvPr>
            <p:cNvCxnSpPr>
              <a:cxnSpLocks/>
            </p:cNvCxnSpPr>
            <p:nvPr/>
          </p:nvCxnSpPr>
          <p:spPr>
            <a:xfrm>
              <a:off x="8258319" y="3532462"/>
              <a:ext cx="172342" cy="1379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Arrow Connector 18">
              <a:extLst>
                <a:ext uri="{FF2B5EF4-FFF2-40B4-BE49-F238E27FC236}">
                  <a16:creationId xmlns:a16="http://schemas.microsoft.com/office/drawing/2014/main" id="{5D8FDB85-B1E5-4C0E-AF96-566A13EDB538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8107524" y="3381533"/>
              <a:ext cx="0" cy="3018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" name="Oval 20">
              <a:extLst>
                <a:ext uri="{FF2B5EF4-FFF2-40B4-BE49-F238E27FC236}">
                  <a16:creationId xmlns:a16="http://schemas.microsoft.com/office/drawing/2014/main" id="{A2D251A8-026E-4F6F-8B1D-39AE1A84B7D6}"/>
                </a:ext>
              </a:extLst>
            </p:cNvPr>
            <p:cNvSpPr/>
            <p:nvPr/>
          </p:nvSpPr>
          <p:spPr>
            <a:xfrm>
              <a:off x="7551941" y="3462257"/>
              <a:ext cx="142986" cy="148115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39" name="Oval 22">
              <a:extLst>
                <a:ext uri="{FF2B5EF4-FFF2-40B4-BE49-F238E27FC236}">
                  <a16:creationId xmlns:a16="http://schemas.microsoft.com/office/drawing/2014/main" id="{89327D7C-6AA1-42BE-934E-1B590D5076E1}"/>
                </a:ext>
              </a:extLst>
            </p:cNvPr>
            <p:cNvSpPr/>
            <p:nvPr/>
          </p:nvSpPr>
          <p:spPr>
            <a:xfrm>
              <a:off x="8187866" y="2796596"/>
              <a:ext cx="142986" cy="148115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340" name="Partial Circle 9">
              <a:extLst>
                <a:ext uri="{FF2B5EF4-FFF2-40B4-BE49-F238E27FC236}">
                  <a16:creationId xmlns:a16="http://schemas.microsoft.com/office/drawing/2014/main" id="{4057FBE0-C2C1-4E50-A190-E974FC6ACA0C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200767" y="3449591"/>
              <a:ext cx="90138" cy="174034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1" name="TextBox 10">
                  <a:extLst>
                    <a:ext uri="{FF2B5EF4-FFF2-40B4-BE49-F238E27FC236}">
                      <a16:creationId xmlns:a16="http://schemas.microsoft.com/office/drawing/2014/main" id="{AB7843E9-4A83-41BA-B13A-9E81BEA65A5C}"/>
                    </a:ext>
                  </a:extLst>
                </p:cNvPr>
                <p:cNvSpPr txBox="1"/>
                <p:nvPr/>
              </p:nvSpPr>
              <p:spPr>
                <a:xfrm>
                  <a:off x="7880365" y="3480442"/>
                  <a:ext cx="277464" cy="2979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41" name="TextBox 10">
                  <a:extLst>
                    <a:ext uri="{FF2B5EF4-FFF2-40B4-BE49-F238E27FC236}">
                      <a16:creationId xmlns:a16="http://schemas.microsoft.com/office/drawing/2014/main" id="{AB7843E9-4A83-41BA-B13A-9E81BEA65A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0365" y="3480442"/>
                  <a:ext cx="277464" cy="297991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2" name="Straight Arrow Connector 17">
              <a:extLst>
                <a:ext uri="{FF2B5EF4-FFF2-40B4-BE49-F238E27FC236}">
                  <a16:creationId xmlns:a16="http://schemas.microsoft.com/office/drawing/2014/main" id="{354698CB-AC22-4394-8AD7-AEF3151CDF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2800" y="3537672"/>
              <a:ext cx="195036" cy="2522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43" name="Partial Circle 9">
              <a:extLst>
                <a:ext uri="{FF2B5EF4-FFF2-40B4-BE49-F238E27FC236}">
                  <a16:creationId xmlns:a16="http://schemas.microsoft.com/office/drawing/2014/main" id="{5D68462F-DECC-4F55-91FC-3B8481A6D0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89568" y="3416830"/>
              <a:ext cx="131336" cy="265258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4" name="TextBox 10">
                  <a:extLst>
                    <a:ext uri="{FF2B5EF4-FFF2-40B4-BE49-F238E27FC236}">
                      <a16:creationId xmlns:a16="http://schemas.microsoft.com/office/drawing/2014/main" id="{F1102D78-3F05-41F8-9A1C-41E758D49EDC}"/>
                    </a:ext>
                  </a:extLst>
                </p:cNvPr>
                <p:cNvSpPr txBox="1"/>
                <p:nvPr/>
              </p:nvSpPr>
              <p:spPr>
                <a:xfrm>
                  <a:off x="8224580" y="3198414"/>
                  <a:ext cx="261456" cy="2979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44" name="TextBox 10">
                  <a:extLst>
                    <a:ext uri="{FF2B5EF4-FFF2-40B4-BE49-F238E27FC236}">
                      <a16:creationId xmlns:a16="http://schemas.microsoft.com/office/drawing/2014/main" id="{F1102D78-3F05-41F8-9A1C-41E758D49E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4580" y="3198414"/>
                  <a:ext cx="261456" cy="297991"/>
                </a:xfrm>
                <a:prstGeom prst="rect">
                  <a:avLst/>
                </a:prstGeom>
                <a:blipFill>
                  <a:blip r:embed="rId19"/>
                  <a:stretch>
                    <a:fillRect r="-18605" b="-2449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5" name="Straight Arrow Connector 17">
              <a:extLst>
                <a:ext uri="{FF2B5EF4-FFF2-40B4-BE49-F238E27FC236}">
                  <a16:creationId xmlns:a16="http://schemas.microsoft.com/office/drawing/2014/main" id="{95022639-17AD-494A-9A67-BADF02E00C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0717" y="3145351"/>
              <a:ext cx="503398" cy="39577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46" name="Oval 23">
              <a:extLst>
                <a:ext uri="{FF2B5EF4-FFF2-40B4-BE49-F238E27FC236}">
                  <a16:creationId xmlns:a16="http://schemas.microsoft.com/office/drawing/2014/main" id="{26CAD7DC-489A-49B1-823F-9C504775D5BD}"/>
                </a:ext>
              </a:extLst>
            </p:cNvPr>
            <p:cNvSpPr/>
            <p:nvPr/>
          </p:nvSpPr>
          <p:spPr>
            <a:xfrm>
              <a:off x="8487722" y="3705386"/>
              <a:ext cx="142986" cy="148115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347" name="Oval 23">
              <a:extLst>
                <a:ext uri="{FF2B5EF4-FFF2-40B4-BE49-F238E27FC236}">
                  <a16:creationId xmlns:a16="http://schemas.microsoft.com/office/drawing/2014/main" id="{415B58BF-06C0-449D-A1E1-9C73FAF33E90}"/>
                </a:ext>
              </a:extLst>
            </p:cNvPr>
            <p:cNvSpPr/>
            <p:nvPr/>
          </p:nvSpPr>
          <p:spPr>
            <a:xfrm>
              <a:off x="7884091" y="3235895"/>
              <a:ext cx="142986" cy="148115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文字方塊 347">
                <a:extLst>
                  <a:ext uri="{FF2B5EF4-FFF2-40B4-BE49-F238E27FC236}">
                    <a16:creationId xmlns:a16="http://schemas.microsoft.com/office/drawing/2014/main" id="{2D8B50E0-574C-44F0-8A36-255E746D5FE8}"/>
                  </a:ext>
                </a:extLst>
              </p:cNvPr>
              <p:cNvSpPr txBox="1"/>
              <p:nvPr/>
            </p:nvSpPr>
            <p:spPr>
              <a:xfrm>
                <a:off x="4572678" y="4237537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348" name="文字方塊 347">
                <a:extLst>
                  <a:ext uri="{FF2B5EF4-FFF2-40B4-BE49-F238E27FC236}">
                    <a16:creationId xmlns:a16="http://schemas.microsoft.com/office/drawing/2014/main" id="{2D8B50E0-574C-44F0-8A36-255E746D5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678" y="4237537"/>
                <a:ext cx="812954" cy="338554"/>
              </a:xfrm>
              <a:prstGeom prst="rect">
                <a:avLst/>
              </a:prstGeom>
              <a:blipFill>
                <a:blip r:embed="rId20"/>
                <a:stretch>
                  <a:fillRect t="-108929" r="-47368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2448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BF09B052-4C3F-4EC6-A337-45ED454E80E1}"/>
              </a:ext>
            </a:extLst>
          </p:cNvPr>
          <p:cNvSpPr/>
          <p:nvPr/>
        </p:nvSpPr>
        <p:spPr>
          <a:xfrm>
            <a:off x="15659" y="51493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sp>
        <p:nvSpPr>
          <p:cNvPr id="259" name="矩形: 圓角 258">
            <a:extLst>
              <a:ext uri="{FF2B5EF4-FFF2-40B4-BE49-F238E27FC236}">
                <a16:creationId xmlns:a16="http://schemas.microsoft.com/office/drawing/2014/main" id="{959FACEB-C3CB-461B-BDF0-505AC0C07B2C}"/>
              </a:ext>
            </a:extLst>
          </p:cNvPr>
          <p:cNvSpPr/>
          <p:nvPr/>
        </p:nvSpPr>
        <p:spPr>
          <a:xfrm>
            <a:off x="3306000" y="51493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sp>
        <p:nvSpPr>
          <p:cNvPr id="260" name="矩形: 圓角 259">
            <a:extLst>
              <a:ext uri="{FF2B5EF4-FFF2-40B4-BE49-F238E27FC236}">
                <a16:creationId xmlns:a16="http://schemas.microsoft.com/office/drawing/2014/main" id="{0E98C710-0167-4CF6-97D2-0852B1B511ED}"/>
              </a:ext>
            </a:extLst>
          </p:cNvPr>
          <p:cNvSpPr/>
          <p:nvPr/>
        </p:nvSpPr>
        <p:spPr>
          <a:xfrm>
            <a:off x="6612000" y="51493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59" name="圖片 158">
            <a:extLst>
              <a:ext uri="{FF2B5EF4-FFF2-40B4-BE49-F238E27FC236}">
                <a16:creationId xmlns:a16="http://schemas.microsoft.com/office/drawing/2014/main" id="{010B618D-C7B8-4966-B550-CAFC99AC93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6663588" y="3542479"/>
            <a:ext cx="720000" cy="707337"/>
          </a:xfrm>
          <a:prstGeom prst="rect">
            <a:avLst/>
          </a:prstGeom>
        </p:spPr>
      </p:pic>
      <p:pic>
        <p:nvPicPr>
          <p:cNvPr id="160" name="圖片 159">
            <a:extLst>
              <a:ext uri="{FF2B5EF4-FFF2-40B4-BE49-F238E27FC236}">
                <a16:creationId xmlns:a16="http://schemas.microsoft.com/office/drawing/2014/main" id="{58AEA4B2-DBA9-448C-871D-785C7C3F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9021294" y="1959499"/>
            <a:ext cx="720000" cy="707337"/>
          </a:xfrm>
          <a:prstGeom prst="rect">
            <a:avLst/>
          </a:prstGeom>
        </p:spPr>
      </p:pic>
      <p:pic>
        <p:nvPicPr>
          <p:cNvPr id="162" name="圖片 161">
            <a:extLst>
              <a:ext uri="{FF2B5EF4-FFF2-40B4-BE49-F238E27FC236}">
                <a16:creationId xmlns:a16="http://schemas.microsoft.com/office/drawing/2014/main" id="{9D4E3A59-8198-486E-B672-5B9C7837C4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7902918" y="4717399"/>
            <a:ext cx="720000" cy="707337"/>
          </a:xfrm>
          <a:prstGeom prst="rect">
            <a:avLst/>
          </a:prstGeom>
        </p:spPr>
      </p:pic>
      <p:pic>
        <p:nvPicPr>
          <p:cNvPr id="158" name="圖片 157">
            <a:extLst>
              <a:ext uri="{FF2B5EF4-FFF2-40B4-BE49-F238E27FC236}">
                <a16:creationId xmlns:a16="http://schemas.microsoft.com/office/drawing/2014/main" id="{3AE67B08-D548-4643-9A9C-457A26C885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7817962" y="996749"/>
            <a:ext cx="720000" cy="70733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035E06C7-27C6-4B8A-AAA7-BE29FD9BC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3" y="3542479"/>
            <a:ext cx="720000" cy="720000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2A134FD6-1DC8-49FE-BC9B-B931F0C9D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496" y="970543"/>
            <a:ext cx="720000" cy="725517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9E230871-4B3D-4E31-BD93-9971AC524E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516" y="4645199"/>
            <a:ext cx="720000" cy="722770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E9A61BDF-CA5E-4C00-89EE-0261B448C4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7096" y="3542479"/>
            <a:ext cx="720000" cy="722759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1E02FFB1-7AF4-4102-9C32-26FA9CA575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9093" y="1954120"/>
            <a:ext cx="720000" cy="717252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D870EE29-31C0-47B0-99C8-0AA9BE531A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569" y="1954126"/>
            <a:ext cx="720000" cy="717241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E4675BC1-6295-44B4-AE32-BF49041B89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7333" y="996749"/>
            <a:ext cx="720000" cy="722770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2FFA7FDB-0155-4CD8-8CDB-B2D9F7F48B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2968" y="4710529"/>
            <a:ext cx="720000" cy="720000"/>
          </a:xfrm>
          <a:prstGeom prst="rect">
            <a:avLst/>
          </a:prstGeom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CF5FA9D9-3911-475F-BFC8-C9FAA75EE76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5722" y="3542479"/>
            <a:ext cx="720000" cy="720000"/>
          </a:xfrm>
          <a:prstGeom prst="rect">
            <a:avLst/>
          </a:prstGeom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F654AC39-2F4E-43A7-A6FD-D3538062E3A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7562" y="3542479"/>
            <a:ext cx="720000" cy="725538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8DAA81FC-0C46-4C5D-A032-DA9788302F3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00348" y="1951121"/>
            <a:ext cx="720000" cy="722781"/>
          </a:xfrm>
          <a:prstGeom prst="rect">
            <a:avLst/>
          </a:prstGeom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21AD8354-04FD-4DF7-92FD-C20178D6309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49258" y="1952629"/>
            <a:ext cx="720000" cy="720000"/>
          </a:xfrm>
          <a:prstGeom prst="rect">
            <a:avLst/>
          </a:prstGeom>
        </p:spPr>
      </p:pic>
      <p:grpSp>
        <p:nvGrpSpPr>
          <p:cNvPr id="191" name="群組 190">
            <a:extLst>
              <a:ext uri="{FF2B5EF4-FFF2-40B4-BE49-F238E27FC236}">
                <a16:creationId xmlns:a16="http://schemas.microsoft.com/office/drawing/2014/main" id="{12A3856D-C8EE-4E5C-9371-C38BC0FAAC9C}"/>
              </a:ext>
            </a:extLst>
          </p:cNvPr>
          <p:cNvGrpSpPr/>
          <p:nvPr/>
        </p:nvGrpSpPr>
        <p:grpSpPr>
          <a:xfrm>
            <a:off x="8100260" y="1862164"/>
            <a:ext cx="76622" cy="73502"/>
            <a:chOff x="1373392" y="2391862"/>
            <a:chExt cx="479433" cy="476535"/>
          </a:xfrm>
        </p:grpSpPr>
        <p:sp>
          <p:nvSpPr>
            <p:cNvPr id="194" name="箭號: 向右 193">
              <a:extLst>
                <a:ext uri="{FF2B5EF4-FFF2-40B4-BE49-F238E27FC236}">
                  <a16:creationId xmlns:a16="http://schemas.microsoft.com/office/drawing/2014/main" id="{5A9976EA-DC90-4C92-81FF-F86EA39FDC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5" name="箭號: 向右 194">
              <a:extLst>
                <a:ext uri="{FF2B5EF4-FFF2-40B4-BE49-F238E27FC236}">
                  <a16:creationId xmlns:a16="http://schemas.microsoft.com/office/drawing/2014/main" id="{916F6971-5A5A-43BC-B03E-319A01E32168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/>
              <p:nvPr/>
            </p:nvSpPr>
            <p:spPr>
              <a:xfrm>
                <a:off x="7926844" y="1465811"/>
                <a:ext cx="290616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844" y="1465811"/>
                <a:ext cx="290616" cy="424283"/>
              </a:xfrm>
              <a:prstGeom prst="rect">
                <a:avLst/>
              </a:prstGeom>
              <a:blipFill>
                <a:blip r:embed="rId15"/>
                <a:stretch>
                  <a:fillRect r="-41667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/>
              <p:nvPr/>
            </p:nvSpPr>
            <p:spPr>
              <a:xfrm>
                <a:off x="8107277" y="1698614"/>
                <a:ext cx="2574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7277" y="1698614"/>
                <a:ext cx="257490" cy="400110"/>
              </a:xfrm>
              <a:prstGeom prst="rect">
                <a:avLst/>
              </a:prstGeom>
              <a:blipFill>
                <a:blip r:embed="rId16"/>
                <a:stretch>
                  <a:fillRect r="-50000"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/>
              <p:nvPr/>
            </p:nvSpPr>
            <p:spPr>
              <a:xfrm>
                <a:off x="3788947" y="2015385"/>
                <a:ext cx="4324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947" y="2015385"/>
                <a:ext cx="432414" cy="338554"/>
              </a:xfrm>
              <a:prstGeom prst="rect">
                <a:avLst/>
              </a:prstGeom>
              <a:blipFill>
                <a:blip r:embed="rId17"/>
                <a:stretch>
                  <a:fillRect r="-40000"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368240" y="134630"/>
            <a:ext cx="2459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and imaginary part of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7796782" y="1223742"/>
                <a:ext cx="16735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782" y="1223742"/>
                <a:ext cx="1673596" cy="307777"/>
              </a:xfrm>
              <a:prstGeom prst="rect">
                <a:avLst/>
              </a:prstGeom>
              <a:blipFill>
                <a:blip r:embed="rId18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6469129" y="3603978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129" y="3603978"/>
                <a:ext cx="1150186" cy="307777"/>
              </a:xfrm>
              <a:prstGeom prst="rect">
                <a:avLst/>
              </a:prstGeom>
              <a:blipFill>
                <a:blip r:embed="rId19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8758207" y="2256605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207" y="2256605"/>
                <a:ext cx="1150186" cy="307777"/>
              </a:xfrm>
              <a:prstGeom prst="rect">
                <a:avLst/>
              </a:prstGeom>
              <a:blipFill>
                <a:blip r:embed="rId20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7722670" y="4705838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2670" y="4705838"/>
                <a:ext cx="1150186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" name="圖片 152">
            <a:extLst>
              <a:ext uri="{FF2B5EF4-FFF2-40B4-BE49-F238E27FC236}">
                <a16:creationId xmlns:a16="http://schemas.microsoft.com/office/drawing/2014/main" id="{E70F1D4D-A58E-4BD6-A8D5-405865F16C15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8580724" y="1478030"/>
            <a:ext cx="281644" cy="8982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/>
              <p:nvPr/>
            </p:nvSpPr>
            <p:spPr>
              <a:xfrm>
                <a:off x="8482777" y="2257752"/>
                <a:ext cx="3170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2777" y="2257752"/>
                <a:ext cx="317078" cy="307777"/>
              </a:xfrm>
              <a:prstGeom prst="rect">
                <a:avLst/>
              </a:prstGeom>
              <a:blipFill>
                <a:blip r:embed="rId23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F57829FF-CD68-4562-AB59-154F24F908FA}"/>
              </a:ext>
            </a:extLst>
          </p:cNvPr>
          <p:cNvCxnSpPr>
            <a:cxnSpLocks/>
          </p:cNvCxnSpPr>
          <p:nvPr/>
        </p:nvCxnSpPr>
        <p:spPr>
          <a:xfrm>
            <a:off x="3949700" y="3292475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8EA3D37D-BFAA-448D-8EDF-6DD3156581A5}"/>
              </a:ext>
            </a:extLst>
          </p:cNvPr>
          <p:cNvCxnSpPr>
            <a:cxnSpLocks/>
          </p:cNvCxnSpPr>
          <p:nvPr/>
        </p:nvCxnSpPr>
        <p:spPr>
          <a:xfrm>
            <a:off x="5320030" y="3786188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85901407-932B-4660-A0CE-FBFB95C7B064}"/>
              </a:ext>
            </a:extLst>
          </p:cNvPr>
          <p:cNvCxnSpPr>
            <a:cxnSpLocks/>
          </p:cNvCxnSpPr>
          <p:nvPr/>
        </p:nvCxnSpPr>
        <p:spPr>
          <a:xfrm flipV="1">
            <a:off x="5595938" y="3448051"/>
            <a:ext cx="80962" cy="128587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直線接點 149">
            <a:extLst>
              <a:ext uri="{FF2B5EF4-FFF2-40B4-BE49-F238E27FC236}">
                <a16:creationId xmlns:a16="http://schemas.microsoft.com/office/drawing/2014/main" id="{DBE34094-4181-4370-ADC4-4716A25B3D7C}"/>
              </a:ext>
            </a:extLst>
          </p:cNvPr>
          <p:cNvCxnSpPr>
            <a:cxnSpLocks/>
          </p:cNvCxnSpPr>
          <p:nvPr/>
        </p:nvCxnSpPr>
        <p:spPr>
          <a:xfrm flipV="1">
            <a:off x="3934738" y="3588681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2" name="圖片 21">
            <a:extLst>
              <a:ext uri="{FF2B5EF4-FFF2-40B4-BE49-F238E27FC236}">
                <a16:creationId xmlns:a16="http://schemas.microsoft.com/office/drawing/2014/main" id="{8CF55AA8-D300-4DBB-B84A-B1D0EF8829A7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8711" r="1957"/>
          <a:stretch/>
        </p:blipFill>
        <p:spPr>
          <a:xfrm>
            <a:off x="3802379" y="437229"/>
            <a:ext cx="2110741" cy="606711"/>
          </a:xfrm>
          <a:prstGeom prst="rect">
            <a:avLst/>
          </a:prstGeom>
        </p:spPr>
      </p:pic>
      <p:pic>
        <p:nvPicPr>
          <p:cNvPr id="261" name="圖片 260">
            <a:extLst>
              <a:ext uri="{FF2B5EF4-FFF2-40B4-BE49-F238E27FC236}">
                <a16:creationId xmlns:a16="http://schemas.microsoft.com/office/drawing/2014/main" id="{F08D374B-4CF5-400F-ACE8-3625B0FB40AF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5186" r="35481"/>
          <a:stretch/>
        </p:blipFill>
        <p:spPr>
          <a:xfrm>
            <a:off x="533399" y="436147"/>
            <a:ext cx="2110741" cy="606711"/>
          </a:xfrm>
          <a:prstGeom prst="rect">
            <a:avLst/>
          </a:prstGeom>
        </p:spPr>
      </p:pic>
      <p:pic>
        <p:nvPicPr>
          <p:cNvPr id="262" name="圖片 261">
            <a:extLst>
              <a:ext uri="{FF2B5EF4-FFF2-40B4-BE49-F238E27FC236}">
                <a16:creationId xmlns:a16="http://schemas.microsoft.com/office/drawing/2014/main" id="{904D4BA7-08D5-4063-939B-B758E7390733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529"/>
          <a:stretch/>
        </p:blipFill>
        <p:spPr>
          <a:xfrm>
            <a:off x="7048501" y="264439"/>
            <a:ext cx="2505008" cy="631014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24C3C99A-98E5-47C9-AB15-672D015296A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39044" y="3542479"/>
            <a:ext cx="720000" cy="717241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9D7645E-3BE5-495F-98A9-E7DD7F6C38B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518848" y="2924919"/>
            <a:ext cx="868304" cy="9017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C399EF3A-C961-4B18-B022-7DA8B40E37E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63588" y="1952629"/>
            <a:ext cx="720000" cy="72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5A878C86-D4DF-45C0-8C9D-1A1E9CBF2015}"/>
                  </a:ext>
                </a:extLst>
              </p:cNvPr>
              <p:cNvSpPr txBox="1"/>
              <p:nvPr/>
            </p:nvSpPr>
            <p:spPr>
              <a:xfrm>
                <a:off x="6596129" y="2245302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5A878C86-D4DF-45C0-8C9D-1A1E9CBF2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6129" y="2245302"/>
                <a:ext cx="1150186" cy="307777"/>
              </a:xfrm>
              <a:prstGeom prst="rect">
                <a:avLst/>
              </a:prstGeom>
              <a:blipFill>
                <a:blip r:embed="rId28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B7CFAB37-E98B-4BFF-A8D8-CA5A27A2490F}"/>
                  </a:ext>
                </a:extLst>
              </p:cNvPr>
              <p:cNvSpPr txBox="1"/>
              <p:nvPr/>
            </p:nvSpPr>
            <p:spPr>
              <a:xfrm>
                <a:off x="8724870" y="3618680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B7CFAB37-E98B-4BFF-A8D8-CA5A27A24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4870" y="3618680"/>
                <a:ext cx="1150186" cy="307777"/>
              </a:xfrm>
              <a:prstGeom prst="rect">
                <a:avLst/>
              </a:prstGeom>
              <a:blipFill>
                <a:blip r:embed="rId2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圖片 17">
            <a:extLst>
              <a:ext uri="{FF2B5EF4-FFF2-40B4-BE49-F238E27FC236}">
                <a16:creationId xmlns:a16="http://schemas.microsoft.com/office/drawing/2014/main" id="{1D7C0C96-40AC-4F70-900C-840DA764932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6862" y="4286584"/>
            <a:ext cx="720000" cy="720000"/>
          </a:xfrm>
          <a:prstGeom prst="rect">
            <a:avLst/>
          </a:prstGeom>
        </p:spPr>
      </p:pic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3BE8E174-D028-4761-8BA5-E6222DDB17AE}"/>
              </a:ext>
            </a:extLst>
          </p:cNvPr>
          <p:cNvSpPr txBox="1"/>
          <p:nvPr/>
        </p:nvSpPr>
        <p:spPr>
          <a:xfrm>
            <a:off x="3662240" y="134630"/>
            <a:ext cx="2459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and imaginary part of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68525387-2430-46A7-B8A2-95573C4A0BC7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978" b="1"/>
          <a:stretch/>
        </p:blipFill>
        <p:spPr>
          <a:xfrm>
            <a:off x="1808712" y="933450"/>
            <a:ext cx="309319" cy="878616"/>
          </a:xfrm>
          <a:prstGeom prst="rect">
            <a:avLst/>
          </a:prstGeom>
        </p:spPr>
      </p:pic>
      <p:pic>
        <p:nvPicPr>
          <p:cNvPr id="135" name="圖片 134">
            <a:extLst>
              <a:ext uri="{FF2B5EF4-FFF2-40B4-BE49-F238E27FC236}">
                <a16:creationId xmlns:a16="http://schemas.microsoft.com/office/drawing/2014/main" id="{5B071087-F036-45E3-B0C5-6A4B44F9147B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0145"/>
          <a:stretch/>
        </p:blipFill>
        <p:spPr>
          <a:xfrm>
            <a:off x="5225907" y="943886"/>
            <a:ext cx="309319" cy="875688"/>
          </a:xfrm>
          <a:prstGeom prst="rect">
            <a:avLst/>
          </a:prstGeom>
        </p:spPr>
      </p:pic>
      <p:pic>
        <p:nvPicPr>
          <p:cNvPr id="137" name="圖片 136">
            <a:extLst>
              <a:ext uri="{FF2B5EF4-FFF2-40B4-BE49-F238E27FC236}">
                <a16:creationId xmlns:a16="http://schemas.microsoft.com/office/drawing/2014/main" id="{A064F628-A689-43B1-9AC6-B188A880332A}"/>
              </a:ext>
            </a:extLst>
          </p:cNvPr>
          <p:cNvPicPr>
            <a:picLocks noChangeAspect="1"/>
          </p:cNvPicPr>
          <p:nvPr/>
        </p:nvPicPr>
        <p:blipFill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08712" y="1820292"/>
            <a:ext cx="384005" cy="882157"/>
          </a:xfrm>
          <a:prstGeom prst="rect">
            <a:avLst/>
          </a:prstGeom>
        </p:spPr>
      </p:pic>
      <p:pic>
        <p:nvPicPr>
          <p:cNvPr id="138" name="圖片 137">
            <a:extLst>
              <a:ext uri="{FF2B5EF4-FFF2-40B4-BE49-F238E27FC236}">
                <a16:creationId xmlns:a16="http://schemas.microsoft.com/office/drawing/2014/main" id="{90B38691-918C-4C96-B7B1-4191B536CC9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28507" y="2924919"/>
            <a:ext cx="868304" cy="901700"/>
          </a:xfrm>
          <a:prstGeom prst="rect">
            <a:avLst/>
          </a:prstGeom>
        </p:spPr>
      </p:pic>
      <p:pic>
        <p:nvPicPr>
          <p:cNvPr id="139" name="圖片 138">
            <a:extLst>
              <a:ext uri="{FF2B5EF4-FFF2-40B4-BE49-F238E27FC236}">
                <a16:creationId xmlns:a16="http://schemas.microsoft.com/office/drawing/2014/main" id="{2134993D-BEE5-4E8C-87EB-C56955BDD63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24848" y="2924919"/>
            <a:ext cx="868304" cy="901700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E2B8DD0E-1E93-4201-96AE-AD929C95C68D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81074" y="1838325"/>
            <a:ext cx="720000" cy="720000"/>
          </a:xfrm>
          <a:prstGeom prst="rect">
            <a:avLst/>
          </a:prstGeom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F1766D80-2BA8-42A7-AC3D-04CA939652C4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73516" y="5383720"/>
            <a:ext cx="720000" cy="714545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8E89CA86-8429-43CD-A00F-5216E636200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314402" y="2709687"/>
            <a:ext cx="720000" cy="728308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2E5085C8-182C-42D1-BD81-32006B6F7435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24569" y="2693347"/>
            <a:ext cx="720000" cy="725517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A7843710-F572-44E6-AE13-5056D5C487A7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431979" y="1760226"/>
            <a:ext cx="720000" cy="722738"/>
          </a:xfrm>
          <a:prstGeom prst="rect">
            <a:avLst/>
          </a:prstGeom>
        </p:spPr>
      </p:pic>
      <p:pic>
        <p:nvPicPr>
          <p:cNvPr id="148" name="圖片 147">
            <a:extLst>
              <a:ext uri="{FF2B5EF4-FFF2-40B4-BE49-F238E27FC236}">
                <a16:creationId xmlns:a16="http://schemas.microsoft.com/office/drawing/2014/main" id="{CC4A5DF7-5614-4FB8-B22C-016D7C6239D9}"/>
              </a:ext>
            </a:extLst>
          </p:cNvPr>
          <p:cNvPicPr>
            <a:picLocks noChangeAspect="1"/>
          </p:cNvPicPr>
          <p:nvPr/>
        </p:nvPicPr>
        <p:blipFill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25907" y="1827530"/>
            <a:ext cx="384005" cy="882157"/>
          </a:xfrm>
          <a:prstGeom prst="rect">
            <a:avLst/>
          </a:prstGeom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E2A0E6FE-ED20-4956-A81D-EF80A6656FEE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600030" y="5438616"/>
            <a:ext cx="720000" cy="725496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B3AFBF57-976D-4C7A-85F0-65D162B141D8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371676" y="4295601"/>
            <a:ext cx="720000" cy="720000"/>
          </a:xfrm>
          <a:prstGeom prst="rect">
            <a:avLst/>
          </a:prstGeom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38FDB72D-5F81-4DE1-BED2-3F88653E8B64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547562" y="4286584"/>
            <a:ext cx="720000" cy="722758"/>
          </a:xfrm>
          <a:prstGeom prst="rect">
            <a:avLst/>
          </a:prstGeom>
        </p:spPr>
      </p:pic>
      <p:pic>
        <p:nvPicPr>
          <p:cNvPr id="53" name="圖片 52">
            <a:extLst>
              <a:ext uri="{FF2B5EF4-FFF2-40B4-BE49-F238E27FC236}">
                <a16:creationId xmlns:a16="http://schemas.microsoft.com/office/drawing/2014/main" id="{AEC27FE0-58DD-4253-8DE7-EB816984D059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612305" y="2678078"/>
            <a:ext cx="720000" cy="722759"/>
          </a:xfrm>
          <a:prstGeom prst="rect">
            <a:avLst/>
          </a:prstGeom>
        </p:spPr>
      </p:pic>
      <p:grpSp>
        <p:nvGrpSpPr>
          <p:cNvPr id="151" name="群組 150">
            <a:extLst>
              <a:ext uri="{FF2B5EF4-FFF2-40B4-BE49-F238E27FC236}">
                <a16:creationId xmlns:a16="http://schemas.microsoft.com/office/drawing/2014/main" id="{58DC3E75-BC7D-45BF-B332-38C4697E26D5}"/>
              </a:ext>
            </a:extLst>
          </p:cNvPr>
          <p:cNvGrpSpPr/>
          <p:nvPr/>
        </p:nvGrpSpPr>
        <p:grpSpPr>
          <a:xfrm>
            <a:off x="7913580" y="5490262"/>
            <a:ext cx="720000" cy="720000"/>
            <a:chOff x="801581" y="4966326"/>
            <a:chExt cx="1150186" cy="1150186"/>
          </a:xfrm>
        </p:grpSpPr>
        <p:sp>
          <p:nvSpPr>
            <p:cNvPr id="152" name="矩形: 圓角 151">
              <a:extLst>
                <a:ext uri="{FF2B5EF4-FFF2-40B4-BE49-F238E27FC236}">
                  <a16:creationId xmlns:a16="http://schemas.microsoft.com/office/drawing/2014/main" id="{B316BE28-DF79-4A1E-96F5-57A746729CA2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54" name="橢圓 153">
              <a:extLst>
                <a:ext uri="{FF2B5EF4-FFF2-40B4-BE49-F238E27FC236}">
                  <a16:creationId xmlns:a16="http://schemas.microsoft.com/office/drawing/2014/main" id="{45161E32-470A-4C1D-91BB-B6BAC65B70EB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61" name="橢圓 160">
              <a:extLst>
                <a:ext uri="{FF2B5EF4-FFF2-40B4-BE49-F238E27FC236}">
                  <a16:creationId xmlns:a16="http://schemas.microsoft.com/office/drawing/2014/main" id="{A4D03064-ED01-4136-8670-C5EF3FBF23C0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68" name="橢圓 167">
              <a:extLst>
                <a:ext uri="{FF2B5EF4-FFF2-40B4-BE49-F238E27FC236}">
                  <a16:creationId xmlns:a16="http://schemas.microsoft.com/office/drawing/2014/main" id="{46D68422-85E1-40BA-905A-A51DBDADA5D8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2" name="橢圓 171">
              <a:extLst>
                <a:ext uri="{FF2B5EF4-FFF2-40B4-BE49-F238E27FC236}">
                  <a16:creationId xmlns:a16="http://schemas.microsoft.com/office/drawing/2014/main" id="{D80540C1-F7C5-4E53-A66C-26A10E2E2FDB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3" name="橢圓 172">
              <a:extLst>
                <a:ext uri="{FF2B5EF4-FFF2-40B4-BE49-F238E27FC236}">
                  <a16:creationId xmlns:a16="http://schemas.microsoft.com/office/drawing/2014/main" id="{368162BB-8A34-471C-939A-37614C3D7910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4" name="橢圓 173">
              <a:extLst>
                <a:ext uri="{FF2B5EF4-FFF2-40B4-BE49-F238E27FC236}">
                  <a16:creationId xmlns:a16="http://schemas.microsoft.com/office/drawing/2014/main" id="{E962D529-EEA8-470E-B1E9-BB5861A8EF98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DC11DCA6-1303-4BAA-A9E9-3BF4391511B6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77" name="橢圓 176">
              <a:extLst>
                <a:ext uri="{FF2B5EF4-FFF2-40B4-BE49-F238E27FC236}">
                  <a16:creationId xmlns:a16="http://schemas.microsoft.com/office/drawing/2014/main" id="{8959A784-0883-4638-87C5-F0A0AB6D9ED5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8" name="等腰三角形 177">
              <a:extLst>
                <a:ext uri="{FF2B5EF4-FFF2-40B4-BE49-F238E27FC236}">
                  <a16:creationId xmlns:a16="http://schemas.microsoft.com/office/drawing/2014/main" id="{E0DF30EA-8CCE-4215-A2FA-F24F61EC45B3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9" name="等腰三角形 178">
              <a:extLst>
                <a:ext uri="{FF2B5EF4-FFF2-40B4-BE49-F238E27FC236}">
                  <a16:creationId xmlns:a16="http://schemas.microsoft.com/office/drawing/2014/main" id="{005B33D3-557C-4ABF-9FFC-6F4CF5E7525B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0" name="等腰三角形 179">
              <a:extLst>
                <a:ext uri="{FF2B5EF4-FFF2-40B4-BE49-F238E27FC236}">
                  <a16:creationId xmlns:a16="http://schemas.microsoft.com/office/drawing/2014/main" id="{FD6CFE3B-D598-42A2-A719-269ADB0B6606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1" name="等腰三角形 180">
              <a:extLst>
                <a:ext uri="{FF2B5EF4-FFF2-40B4-BE49-F238E27FC236}">
                  <a16:creationId xmlns:a16="http://schemas.microsoft.com/office/drawing/2014/main" id="{18B876A1-EC32-4417-978A-BD3B38390D6A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2" name="等腰三角形 181">
              <a:extLst>
                <a:ext uri="{FF2B5EF4-FFF2-40B4-BE49-F238E27FC236}">
                  <a16:creationId xmlns:a16="http://schemas.microsoft.com/office/drawing/2014/main" id="{52AEBE77-6734-4AF2-A16C-E332DEDD680B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3" name="等腰三角形 182">
              <a:extLst>
                <a:ext uri="{FF2B5EF4-FFF2-40B4-BE49-F238E27FC236}">
                  <a16:creationId xmlns:a16="http://schemas.microsoft.com/office/drawing/2014/main" id="{B7404FCA-D0F2-4E1A-A0D9-7B0585F250C1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4" name="等腰三角形 183">
              <a:extLst>
                <a:ext uri="{FF2B5EF4-FFF2-40B4-BE49-F238E27FC236}">
                  <a16:creationId xmlns:a16="http://schemas.microsoft.com/office/drawing/2014/main" id="{8A48DCE5-6457-4C5C-82D9-24518D44C341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5" name="等腰三角形 184">
              <a:extLst>
                <a:ext uri="{FF2B5EF4-FFF2-40B4-BE49-F238E27FC236}">
                  <a16:creationId xmlns:a16="http://schemas.microsoft.com/office/drawing/2014/main" id="{9A59E40B-D858-4FA5-9ED4-89634CC2E01D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186" name="群組 185">
            <a:extLst>
              <a:ext uri="{FF2B5EF4-FFF2-40B4-BE49-F238E27FC236}">
                <a16:creationId xmlns:a16="http://schemas.microsoft.com/office/drawing/2014/main" id="{65ADD714-A1DE-4641-9856-1FD80B885A86}"/>
              </a:ext>
            </a:extLst>
          </p:cNvPr>
          <p:cNvGrpSpPr/>
          <p:nvPr/>
        </p:nvGrpSpPr>
        <p:grpSpPr>
          <a:xfrm>
            <a:off x="9025047" y="2687013"/>
            <a:ext cx="720000" cy="720000"/>
            <a:chOff x="3463278" y="4507593"/>
            <a:chExt cx="1150186" cy="1150186"/>
          </a:xfrm>
        </p:grpSpPr>
        <p:sp>
          <p:nvSpPr>
            <p:cNvPr id="187" name="矩形: 圓角 186">
              <a:extLst>
                <a:ext uri="{FF2B5EF4-FFF2-40B4-BE49-F238E27FC236}">
                  <a16:creationId xmlns:a16="http://schemas.microsoft.com/office/drawing/2014/main" id="{47F12105-5737-48CA-BDB3-650EAEAE7303}"/>
                </a:ext>
              </a:extLst>
            </p:cNvPr>
            <p:cNvSpPr/>
            <p:nvPr/>
          </p:nvSpPr>
          <p:spPr>
            <a:xfrm>
              <a:off x="3463278" y="4507593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88" name="箭號: 左-右雙向 187">
              <a:extLst>
                <a:ext uri="{FF2B5EF4-FFF2-40B4-BE49-F238E27FC236}">
                  <a16:creationId xmlns:a16="http://schemas.microsoft.com/office/drawing/2014/main" id="{62396AA6-236C-474A-9586-0FDECFF8CB89}"/>
                </a:ext>
              </a:extLst>
            </p:cNvPr>
            <p:cNvSpPr/>
            <p:nvPr/>
          </p:nvSpPr>
          <p:spPr>
            <a:xfrm rot="5400000">
              <a:off x="3570206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89" name="箭號: 左-右雙向 188">
              <a:extLst>
                <a:ext uri="{FF2B5EF4-FFF2-40B4-BE49-F238E27FC236}">
                  <a16:creationId xmlns:a16="http://schemas.microsoft.com/office/drawing/2014/main" id="{38EF6431-60F9-491B-85FF-2F48C4D15660}"/>
                </a:ext>
              </a:extLst>
            </p:cNvPr>
            <p:cNvSpPr/>
            <p:nvPr/>
          </p:nvSpPr>
          <p:spPr>
            <a:xfrm rot="5400000">
              <a:off x="4288335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90" name="箭號: 左-右雙向 189">
              <a:extLst>
                <a:ext uri="{FF2B5EF4-FFF2-40B4-BE49-F238E27FC236}">
                  <a16:creationId xmlns:a16="http://schemas.microsoft.com/office/drawing/2014/main" id="{AA2BA15B-3977-44A2-97B0-61EC695CA12D}"/>
                </a:ext>
              </a:extLst>
            </p:cNvPr>
            <p:cNvSpPr/>
            <p:nvPr/>
          </p:nvSpPr>
          <p:spPr>
            <a:xfrm rot="5400000">
              <a:off x="3676376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96" name="箭號: 左-右雙向 195">
              <a:extLst>
                <a:ext uri="{FF2B5EF4-FFF2-40B4-BE49-F238E27FC236}">
                  <a16:creationId xmlns:a16="http://schemas.microsoft.com/office/drawing/2014/main" id="{45A2530F-0739-411F-BAAF-C1F166D03B56}"/>
                </a:ext>
              </a:extLst>
            </p:cNvPr>
            <p:cNvSpPr/>
            <p:nvPr/>
          </p:nvSpPr>
          <p:spPr>
            <a:xfrm rot="5400000">
              <a:off x="417391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97" name="箭號: 左-右雙向 196">
              <a:extLst>
                <a:ext uri="{FF2B5EF4-FFF2-40B4-BE49-F238E27FC236}">
                  <a16:creationId xmlns:a16="http://schemas.microsoft.com/office/drawing/2014/main" id="{BE63735A-4064-41B1-A32F-F68A0BC097F8}"/>
                </a:ext>
              </a:extLst>
            </p:cNvPr>
            <p:cNvSpPr/>
            <p:nvPr/>
          </p:nvSpPr>
          <p:spPr>
            <a:xfrm rot="5400000">
              <a:off x="367637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98" name="箭號: 左-右雙向 197">
              <a:extLst>
                <a:ext uri="{FF2B5EF4-FFF2-40B4-BE49-F238E27FC236}">
                  <a16:creationId xmlns:a16="http://schemas.microsoft.com/office/drawing/2014/main" id="{56F139DE-8B20-4363-B822-68D23D9998DF}"/>
                </a:ext>
              </a:extLst>
            </p:cNvPr>
            <p:cNvSpPr/>
            <p:nvPr/>
          </p:nvSpPr>
          <p:spPr>
            <a:xfrm rot="5400000">
              <a:off x="4173915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99" name="箭號: 左-右雙向 198">
              <a:extLst>
                <a:ext uri="{FF2B5EF4-FFF2-40B4-BE49-F238E27FC236}">
                  <a16:creationId xmlns:a16="http://schemas.microsoft.com/office/drawing/2014/main" id="{AEED60B2-087D-4647-BEA0-616684287D6C}"/>
                </a:ext>
              </a:extLst>
            </p:cNvPr>
            <p:cNvSpPr/>
            <p:nvPr/>
          </p:nvSpPr>
          <p:spPr>
            <a:xfrm rot="5400000">
              <a:off x="3919504" y="5364647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00" name="箭號: 左-右雙向 199">
              <a:extLst>
                <a:ext uri="{FF2B5EF4-FFF2-40B4-BE49-F238E27FC236}">
                  <a16:creationId xmlns:a16="http://schemas.microsoft.com/office/drawing/2014/main" id="{F75943E6-2957-4A78-BD04-D90381B1E2E8}"/>
                </a:ext>
              </a:extLst>
            </p:cNvPr>
            <p:cNvSpPr/>
            <p:nvPr/>
          </p:nvSpPr>
          <p:spPr>
            <a:xfrm rot="5400000">
              <a:off x="3919504" y="463290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201" name="群組 200">
            <a:extLst>
              <a:ext uri="{FF2B5EF4-FFF2-40B4-BE49-F238E27FC236}">
                <a16:creationId xmlns:a16="http://schemas.microsoft.com/office/drawing/2014/main" id="{B81E06F8-5AD5-43EE-ADF0-0DDBA61F6444}"/>
              </a:ext>
            </a:extLst>
          </p:cNvPr>
          <p:cNvGrpSpPr/>
          <p:nvPr/>
        </p:nvGrpSpPr>
        <p:grpSpPr>
          <a:xfrm>
            <a:off x="6663588" y="4321977"/>
            <a:ext cx="720000" cy="720000"/>
            <a:chOff x="389151" y="2161357"/>
            <a:chExt cx="1150186" cy="1150186"/>
          </a:xfrm>
        </p:grpSpPr>
        <p:sp>
          <p:nvSpPr>
            <p:cNvPr id="263" name="矩形: 圓角 262">
              <a:extLst>
                <a:ext uri="{FF2B5EF4-FFF2-40B4-BE49-F238E27FC236}">
                  <a16:creationId xmlns:a16="http://schemas.microsoft.com/office/drawing/2014/main" id="{6CFBE486-E0D2-4425-B336-7A0931988DFA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64" name="箭號: 左-右雙向 263">
              <a:extLst>
                <a:ext uri="{FF2B5EF4-FFF2-40B4-BE49-F238E27FC236}">
                  <a16:creationId xmlns:a16="http://schemas.microsoft.com/office/drawing/2014/main" id="{422DF8FB-0D8E-4B95-8656-00B475A136DD}"/>
                </a:ext>
              </a:extLst>
            </p:cNvPr>
            <p:cNvSpPr/>
            <p:nvPr/>
          </p:nvSpPr>
          <p:spPr>
            <a:xfrm rot="10800000">
              <a:off x="494862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65" name="箭號: 左-右雙向 264">
              <a:extLst>
                <a:ext uri="{FF2B5EF4-FFF2-40B4-BE49-F238E27FC236}">
                  <a16:creationId xmlns:a16="http://schemas.microsoft.com/office/drawing/2014/main" id="{3118E494-60F6-4A15-82C6-E92476F51E4F}"/>
                </a:ext>
              </a:extLst>
            </p:cNvPr>
            <p:cNvSpPr/>
            <p:nvPr/>
          </p:nvSpPr>
          <p:spPr>
            <a:xfrm rot="10800000">
              <a:off x="1212991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66" name="箭號: 左-右雙向 265">
              <a:extLst>
                <a:ext uri="{FF2B5EF4-FFF2-40B4-BE49-F238E27FC236}">
                  <a16:creationId xmlns:a16="http://schemas.microsoft.com/office/drawing/2014/main" id="{0C41AA46-B72F-41CA-8A3F-AFF136F4A829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67" name="箭號: 左-右雙向 266">
              <a:extLst>
                <a:ext uri="{FF2B5EF4-FFF2-40B4-BE49-F238E27FC236}">
                  <a16:creationId xmlns:a16="http://schemas.microsoft.com/office/drawing/2014/main" id="{6AF8B114-B09B-4AEC-950F-56629A264744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68" name="箭號: 左-右雙向 267">
              <a:extLst>
                <a:ext uri="{FF2B5EF4-FFF2-40B4-BE49-F238E27FC236}">
                  <a16:creationId xmlns:a16="http://schemas.microsoft.com/office/drawing/2014/main" id="{8306A892-BFAB-4FCD-8B76-FAC5FC631D8C}"/>
                </a:ext>
              </a:extLst>
            </p:cNvPr>
            <p:cNvSpPr/>
            <p:nvPr/>
          </p:nvSpPr>
          <p:spPr>
            <a:xfrm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69" name="箭號: 左-右雙向 268">
              <a:extLst>
                <a:ext uri="{FF2B5EF4-FFF2-40B4-BE49-F238E27FC236}">
                  <a16:creationId xmlns:a16="http://schemas.microsoft.com/office/drawing/2014/main" id="{FDC6628A-BF80-4C31-A220-8D07B0EA3B79}"/>
                </a:ext>
              </a:extLst>
            </p:cNvPr>
            <p:cNvSpPr/>
            <p:nvPr/>
          </p:nvSpPr>
          <p:spPr>
            <a:xfrm>
              <a:off x="1098571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70" name="箭號: 左-右雙向 269">
              <a:extLst>
                <a:ext uri="{FF2B5EF4-FFF2-40B4-BE49-F238E27FC236}">
                  <a16:creationId xmlns:a16="http://schemas.microsoft.com/office/drawing/2014/main" id="{8A96F8DF-1B22-4CD7-82AB-0F399D1845EE}"/>
                </a:ext>
              </a:extLst>
            </p:cNvPr>
            <p:cNvSpPr/>
            <p:nvPr/>
          </p:nvSpPr>
          <p:spPr>
            <a:xfrm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71" name="箭號: 左-右雙向 270">
              <a:extLst>
                <a:ext uri="{FF2B5EF4-FFF2-40B4-BE49-F238E27FC236}">
                  <a16:creationId xmlns:a16="http://schemas.microsoft.com/office/drawing/2014/main" id="{3D6C54FF-BC72-41C5-92BB-454D2B038313}"/>
                </a:ext>
              </a:extLst>
            </p:cNvPr>
            <p:cNvSpPr/>
            <p:nvPr/>
          </p:nvSpPr>
          <p:spPr>
            <a:xfrm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272" name="群組 271">
            <a:extLst>
              <a:ext uri="{FF2B5EF4-FFF2-40B4-BE49-F238E27FC236}">
                <a16:creationId xmlns:a16="http://schemas.microsoft.com/office/drawing/2014/main" id="{B8F9CF98-D270-463A-8696-2F2B7D50D07F}"/>
              </a:ext>
            </a:extLst>
          </p:cNvPr>
          <p:cNvGrpSpPr/>
          <p:nvPr/>
        </p:nvGrpSpPr>
        <p:grpSpPr>
          <a:xfrm>
            <a:off x="7834374" y="1766334"/>
            <a:ext cx="720000" cy="720000"/>
            <a:chOff x="3481679" y="1553308"/>
            <a:chExt cx="1150186" cy="1150186"/>
          </a:xfrm>
        </p:grpSpPr>
        <p:sp>
          <p:nvSpPr>
            <p:cNvPr id="273" name="矩形: 圓角 272">
              <a:extLst>
                <a:ext uri="{FF2B5EF4-FFF2-40B4-BE49-F238E27FC236}">
                  <a16:creationId xmlns:a16="http://schemas.microsoft.com/office/drawing/2014/main" id="{56C6E5DC-7B1B-4EF8-8CB0-4FBFBB302E32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74" name="橢圓 273">
              <a:extLst>
                <a:ext uri="{FF2B5EF4-FFF2-40B4-BE49-F238E27FC236}">
                  <a16:creationId xmlns:a16="http://schemas.microsoft.com/office/drawing/2014/main" id="{9D149666-E1D8-4B66-886A-45C98473E725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275" name="橢圓 274">
              <a:extLst>
                <a:ext uri="{FF2B5EF4-FFF2-40B4-BE49-F238E27FC236}">
                  <a16:creationId xmlns:a16="http://schemas.microsoft.com/office/drawing/2014/main" id="{182BB967-3183-4188-8998-B3617EF237F3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276" name="橢圓 275">
              <a:extLst>
                <a:ext uri="{FF2B5EF4-FFF2-40B4-BE49-F238E27FC236}">
                  <a16:creationId xmlns:a16="http://schemas.microsoft.com/office/drawing/2014/main" id="{6EBF50DC-5B9C-4567-8B7B-8D0ED324CFC6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277" name="橢圓 276">
              <a:extLst>
                <a:ext uri="{FF2B5EF4-FFF2-40B4-BE49-F238E27FC236}">
                  <a16:creationId xmlns:a16="http://schemas.microsoft.com/office/drawing/2014/main" id="{358BFE33-45A8-459A-9E31-85AB1DF02F4D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78" name="橢圓 277">
              <a:extLst>
                <a:ext uri="{FF2B5EF4-FFF2-40B4-BE49-F238E27FC236}">
                  <a16:creationId xmlns:a16="http://schemas.microsoft.com/office/drawing/2014/main" id="{CB6ABECC-1510-4BA0-A52F-8112B4E8F86A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79" name="橢圓 278">
              <a:extLst>
                <a:ext uri="{FF2B5EF4-FFF2-40B4-BE49-F238E27FC236}">
                  <a16:creationId xmlns:a16="http://schemas.microsoft.com/office/drawing/2014/main" id="{4054D066-393D-4951-AC08-0474884F9019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80" name="橢圓 279">
              <a:extLst>
                <a:ext uri="{FF2B5EF4-FFF2-40B4-BE49-F238E27FC236}">
                  <a16:creationId xmlns:a16="http://schemas.microsoft.com/office/drawing/2014/main" id="{3923215A-96DE-41F0-8419-DCF82FA8A921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 dirty="0"/>
            </a:p>
          </p:txBody>
        </p:sp>
        <p:sp>
          <p:nvSpPr>
            <p:cNvPr id="281" name="橢圓 280">
              <a:extLst>
                <a:ext uri="{FF2B5EF4-FFF2-40B4-BE49-F238E27FC236}">
                  <a16:creationId xmlns:a16="http://schemas.microsoft.com/office/drawing/2014/main" id="{4EAEB10F-21D8-4B81-B1D9-A66D8897383B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282" name="等腰三角形 281">
              <a:extLst>
                <a:ext uri="{FF2B5EF4-FFF2-40B4-BE49-F238E27FC236}">
                  <a16:creationId xmlns:a16="http://schemas.microsoft.com/office/drawing/2014/main" id="{791D9617-22C3-4C87-AF74-4FFD447114BF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283" name="等腰三角形 282">
              <a:extLst>
                <a:ext uri="{FF2B5EF4-FFF2-40B4-BE49-F238E27FC236}">
                  <a16:creationId xmlns:a16="http://schemas.microsoft.com/office/drawing/2014/main" id="{32B2AC2A-DFC6-42BF-A9B5-87EAD9D94637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284" name="等腰三角形 283">
              <a:extLst>
                <a:ext uri="{FF2B5EF4-FFF2-40B4-BE49-F238E27FC236}">
                  <a16:creationId xmlns:a16="http://schemas.microsoft.com/office/drawing/2014/main" id="{6EF2030E-EA42-4D27-BA32-633023CF1843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85" name="等腰三角形 284">
              <a:extLst>
                <a:ext uri="{FF2B5EF4-FFF2-40B4-BE49-F238E27FC236}">
                  <a16:creationId xmlns:a16="http://schemas.microsoft.com/office/drawing/2014/main" id="{2D4B6412-FF9E-4F28-8307-B666E32CDFDF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286" name="等腰三角形 285">
              <a:extLst>
                <a:ext uri="{FF2B5EF4-FFF2-40B4-BE49-F238E27FC236}">
                  <a16:creationId xmlns:a16="http://schemas.microsoft.com/office/drawing/2014/main" id="{EDBABF0B-7700-4F26-A6B5-A6D59A4AF199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287" name="等腰三角形 286">
              <a:extLst>
                <a:ext uri="{FF2B5EF4-FFF2-40B4-BE49-F238E27FC236}">
                  <a16:creationId xmlns:a16="http://schemas.microsoft.com/office/drawing/2014/main" id="{A5291A1A-0CEA-457F-A526-FC02F52F6B57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288" name="等腰三角形 287">
              <a:extLst>
                <a:ext uri="{FF2B5EF4-FFF2-40B4-BE49-F238E27FC236}">
                  <a16:creationId xmlns:a16="http://schemas.microsoft.com/office/drawing/2014/main" id="{118ED6AB-7926-426E-B373-35405C0541B1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289" name="等腰三角形 288">
              <a:extLst>
                <a:ext uri="{FF2B5EF4-FFF2-40B4-BE49-F238E27FC236}">
                  <a16:creationId xmlns:a16="http://schemas.microsoft.com/office/drawing/2014/main" id="{DEB13A10-CDB2-492C-BF5D-AA44556C3C28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grpSp>
          <p:nvGrpSpPr>
            <p:cNvPr id="290" name="群組 289">
              <a:extLst>
                <a:ext uri="{FF2B5EF4-FFF2-40B4-BE49-F238E27FC236}">
                  <a16:creationId xmlns:a16="http://schemas.microsoft.com/office/drawing/2014/main" id="{7CBDBFDD-63C6-4991-B160-2D7CC7BE5DB7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293" name="箭號: 向右 292">
                <a:extLst>
                  <a:ext uri="{FF2B5EF4-FFF2-40B4-BE49-F238E27FC236}">
                    <a16:creationId xmlns:a16="http://schemas.microsoft.com/office/drawing/2014/main" id="{C6168726-3F7F-4789-B136-BB6333131899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294" name="箭號: 向右 293">
                <a:extLst>
                  <a:ext uri="{FF2B5EF4-FFF2-40B4-BE49-F238E27FC236}">
                    <a16:creationId xmlns:a16="http://schemas.microsoft.com/office/drawing/2014/main" id="{7FD1B7AA-4AB1-4415-B704-443144996D6B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1" name="文字方塊 290">
                  <a:extLst>
                    <a:ext uri="{FF2B5EF4-FFF2-40B4-BE49-F238E27FC236}">
                      <a16:creationId xmlns:a16="http://schemas.microsoft.com/office/drawing/2014/main" id="{4CAEBB5F-0CA9-47BE-B473-C75A04BC9B33}"/>
                    </a:ext>
                  </a:extLst>
                </p:cNvPr>
                <p:cNvSpPr txBox="1"/>
                <p:nvPr/>
              </p:nvSpPr>
              <p:spPr>
                <a:xfrm>
                  <a:off x="3931603" y="1730465"/>
                  <a:ext cx="411859" cy="357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1603" y="1730465"/>
                  <a:ext cx="411859" cy="357983"/>
                </a:xfrm>
                <a:prstGeom prst="rect">
                  <a:avLst/>
                </a:prstGeom>
                <a:blipFill>
                  <a:blip r:embed="rId42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2" name="文字方塊 291">
                  <a:extLst>
                    <a:ext uri="{FF2B5EF4-FFF2-40B4-BE49-F238E27FC236}">
                      <a16:creationId xmlns:a16="http://schemas.microsoft.com/office/drawing/2014/main" id="{D11D6A61-4F70-4C8F-B3DE-EA6478E6CB8C}"/>
                    </a:ext>
                  </a:extLst>
                </p:cNvPr>
                <p:cNvSpPr txBox="1"/>
                <p:nvPr/>
              </p:nvSpPr>
              <p:spPr>
                <a:xfrm>
                  <a:off x="4111240" y="1908368"/>
                  <a:ext cx="34884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1240" y="1908368"/>
                  <a:ext cx="348841" cy="338554"/>
                </a:xfrm>
                <a:prstGeom prst="rect">
                  <a:avLst/>
                </a:prstGeom>
                <a:blipFill>
                  <a:blip r:embed="rId43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4" name="圖片 53">
            <a:extLst>
              <a:ext uri="{FF2B5EF4-FFF2-40B4-BE49-F238E27FC236}">
                <a16:creationId xmlns:a16="http://schemas.microsoft.com/office/drawing/2014/main" id="{8D0A7F50-6072-47B8-AECE-87D639BF6A75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419475" y="2689903"/>
            <a:ext cx="743124" cy="748797"/>
          </a:xfrm>
          <a:prstGeom prst="rect">
            <a:avLst/>
          </a:prstGeom>
        </p:spPr>
      </p:pic>
      <p:grpSp>
        <p:nvGrpSpPr>
          <p:cNvPr id="295" name="群組 294">
            <a:extLst>
              <a:ext uri="{FF2B5EF4-FFF2-40B4-BE49-F238E27FC236}">
                <a16:creationId xmlns:a16="http://schemas.microsoft.com/office/drawing/2014/main" id="{CA018554-7913-4843-AA28-406D72C6461F}"/>
              </a:ext>
            </a:extLst>
          </p:cNvPr>
          <p:cNvGrpSpPr/>
          <p:nvPr/>
        </p:nvGrpSpPr>
        <p:grpSpPr>
          <a:xfrm>
            <a:off x="6633288" y="2695675"/>
            <a:ext cx="720000" cy="720000"/>
            <a:chOff x="389151" y="2161357"/>
            <a:chExt cx="1150186" cy="1150186"/>
          </a:xfrm>
        </p:grpSpPr>
        <p:sp>
          <p:nvSpPr>
            <p:cNvPr id="296" name="矩形: 圓角 295">
              <a:extLst>
                <a:ext uri="{FF2B5EF4-FFF2-40B4-BE49-F238E27FC236}">
                  <a16:creationId xmlns:a16="http://schemas.microsoft.com/office/drawing/2014/main" id="{8077FE78-98AD-42FC-890B-E9018136394E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97" name="箭號: 左-右雙向 296">
              <a:extLst>
                <a:ext uri="{FF2B5EF4-FFF2-40B4-BE49-F238E27FC236}">
                  <a16:creationId xmlns:a16="http://schemas.microsoft.com/office/drawing/2014/main" id="{E3698EB3-BA03-4A6B-B900-26E21EC03C01}"/>
                </a:ext>
              </a:extLst>
            </p:cNvPr>
            <p:cNvSpPr/>
            <p:nvPr/>
          </p:nvSpPr>
          <p:spPr>
            <a:xfrm rot="2700000">
              <a:off x="494863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98" name="箭號: 左-右雙向 297">
              <a:extLst>
                <a:ext uri="{FF2B5EF4-FFF2-40B4-BE49-F238E27FC236}">
                  <a16:creationId xmlns:a16="http://schemas.microsoft.com/office/drawing/2014/main" id="{DD2D6B96-8256-4A1C-9910-7999D285A401}"/>
                </a:ext>
              </a:extLst>
            </p:cNvPr>
            <p:cNvSpPr/>
            <p:nvPr/>
          </p:nvSpPr>
          <p:spPr>
            <a:xfrm rot="2700000">
              <a:off x="1212991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99" name="箭號: 左-右雙向 298">
              <a:extLst>
                <a:ext uri="{FF2B5EF4-FFF2-40B4-BE49-F238E27FC236}">
                  <a16:creationId xmlns:a16="http://schemas.microsoft.com/office/drawing/2014/main" id="{31B4718A-1161-4CD4-B428-4752A3D3C2BE}"/>
                </a:ext>
              </a:extLst>
            </p:cNvPr>
            <p:cNvSpPr/>
            <p:nvPr/>
          </p:nvSpPr>
          <p:spPr>
            <a:xfrm rot="27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0" name="箭號: 左-右雙向 299">
              <a:extLst>
                <a:ext uri="{FF2B5EF4-FFF2-40B4-BE49-F238E27FC236}">
                  <a16:creationId xmlns:a16="http://schemas.microsoft.com/office/drawing/2014/main" id="{A12A80ED-0212-4ED3-88FA-0EA1BA3695A4}"/>
                </a:ext>
              </a:extLst>
            </p:cNvPr>
            <p:cNvSpPr/>
            <p:nvPr/>
          </p:nvSpPr>
          <p:spPr>
            <a:xfrm rot="27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1" name="箭號: 左-右雙向 300">
              <a:extLst>
                <a:ext uri="{FF2B5EF4-FFF2-40B4-BE49-F238E27FC236}">
                  <a16:creationId xmlns:a16="http://schemas.microsoft.com/office/drawing/2014/main" id="{88571464-6C46-4AEA-A60C-A3CDF51593FB}"/>
                </a:ext>
              </a:extLst>
            </p:cNvPr>
            <p:cNvSpPr/>
            <p:nvPr/>
          </p:nvSpPr>
          <p:spPr>
            <a:xfrm rot="2700000"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302" name="箭號: 左-右雙向 301">
              <a:extLst>
                <a:ext uri="{FF2B5EF4-FFF2-40B4-BE49-F238E27FC236}">
                  <a16:creationId xmlns:a16="http://schemas.microsoft.com/office/drawing/2014/main" id="{BA48A871-2320-4FBF-AC5B-D4004133C815}"/>
                </a:ext>
              </a:extLst>
            </p:cNvPr>
            <p:cNvSpPr/>
            <p:nvPr/>
          </p:nvSpPr>
          <p:spPr>
            <a:xfrm rot="2700000">
              <a:off x="109857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3" name="箭號: 左-右雙向 302">
              <a:extLst>
                <a:ext uri="{FF2B5EF4-FFF2-40B4-BE49-F238E27FC236}">
                  <a16:creationId xmlns:a16="http://schemas.microsoft.com/office/drawing/2014/main" id="{DA445C6C-D601-419E-9742-B9D97AE0D1A6}"/>
                </a:ext>
              </a:extLst>
            </p:cNvPr>
            <p:cNvSpPr/>
            <p:nvPr/>
          </p:nvSpPr>
          <p:spPr>
            <a:xfrm rot="2700000"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4" name="箭號: 左-右雙向 303">
              <a:extLst>
                <a:ext uri="{FF2B5EF4-FFF2-40B4-BE49-F238E27FC236}">
                  <a16:creationId xmlns:a16="http://schemas.microsoft.com/office/drawing/2014/main" id="{A8F12E58-5D69-41C2-9423-26B0A5BDD497}"/>
                </a:ext>
              </a:extLst>
            </p:cNvPr>
            <p:cNvSpPr/>
            <p:nvPr/>
          </p:nvSpPr>
          <p:spPr>
            <a:xfrm rot="2700000"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305" name="群組 304">
            <a:extLst>
              <a:ext uri="{FF2B5EF4-FFF2-40B4-BE49-F238E27FC236}">
                <a16:creationId xmlns:a16="http://schemas.microsoft.com/office/drawing/2014/main" id="{060CF5B3-237B-468F-A0F8-89032EF314B0}"/>
              </a:ext>
            </a:extLst>
          </p:cNvPr>
          <p:cNvGrpSpPr/>
          <p:nvPr/>
        </p:nvGrpSpPr>
        <p:grpSpPr>
          <a:xfrm>
            <a:off x="8878985" y="4271162"/>
            <a:ext cx="720000" cy="720000"/>
            <a:chOff x="389151" y="2161357"/>
            <a:chExt cx="1150186" cy="1150186"/>
          </a:xfrm>
        </p:grpSpPr>
        <p:sp>
          <p:nvSpPr>
            <p:cNvPr id="306" name="矩形: 圓角 305">
              <a:extLst>
                <a:ext uri="{FF2B5EF4-FFF2-40B4-BE49-F238E27FC236}">
                  <a16:creationId xmlns:a16="http://schemas.microsoft.com/office/drawing/2014/main" id="{F8B5D415-46CC-41C8-95D1-0BCD7F4283AB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307" name="箭號: 左-右雙向 306">
              <a:extLst>
                <a:ext uri="{FF2B5EF4-FFF2-40B4-BE49-F238E27FC236}">
                  <a16:creationId xmlns:a16="http://schemas.microsoft.com/office/drawing/2014/main" id="{85CB28F0-F2A3-45FB-9839-A0EE3F0E96BA}"/>
                </a:ext>
              </a:extLst>
            </p:cNvPr>
            <p:cNvSpPr/>
            <p:nvPr/>
          </p:nvSpPr>
          <p:spPr>
            <a:xfrm rot="18900000">
              <a:off x="494863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308" name="箭號: 左-右雙向 307">
              <a:extLst>
                <a:ext uri="{FF2B5EF4-FFF2-40B4-BE49-F238E27FC236}">
                  <a16:creationId xmlns:a16="http://schemas.microsoft.com/office/drawing/2014/main" id="{CBD7F2DF-E887-4C52-AD78-8206B3F1459B}"/>
                </a:ext>
              </a:extLst>
            </p:cNvPr>
            <p:cNvSpPr/>
            <p:nvPr/>
          </p:nvSpPr>
          <p:spPr>
            <a:xfrm rot="18900000">
              <a:off x="1212991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9" name="箭號: 左-右雙向 308">
              <a:extLst>
                <a:ext uri="{FF2B5EF4-FFF2-40B4-BE49-F238E27FC236}">
                  <a16:creationId xmlns:a16="http://schemas.microsoft.com/office/drawing/2014/main" id="{E9A6D9D6-D717-41E7-BEB2-B15CBE4EA84E}"/>
                </a:ext>
              </a:extLst>
            </p:cNvPr>
            <p:cNvSpPr/>
            <p:nvPr/>
          </p:nvSpPr>
          <p:spPr>
            <a:xfrm rot="189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10" name="箭號: 左-右雙向 309">
              <a:extLst>
                <a:ext uri="{FF2B5EF4-FFF2-40B4-BE49-F238E27FC236}">
                  <a16:creationId xmlns:a16="http://schemas.microsoft.com/office/drawing/2014/main" id="{D6EFB147-A32A-4FC2-885E-9D51CE864837}"/>
                </a:ext>
              </a:extLst>
            </p:cNvPr>
            <p:cNvSpPr/>
            <p:nvPr/>
          </p:nvSpPr>
          <p:spPr>
            <a:xfrm rot="189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11" name="箭號: 左-右雙向 310">
              <a:extLst>
                <a:ext uri="{FF2B5EF4-FFF2-40B4-BE49-F238E27FC236}">
                  <a16:creationId xmlns:a16="http://schemas.microsoft.com/office/drawing/2014/main" id="{7F7E7055-C633-456D-9778-8DE80316532D}"/>
                </a:ext>
              </a:extLst>
            </p:cNvPr>
            <p:cNvSpPr/>
            <p:nvPr/>
          </p:nvSpPr>
          <p:spPr>
            <a:xfrm rot="18900000"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312" name="箭號: 左-右雙向 311">
              <a:extLst>
                <a:ext uri="{FF2B5EF4-FFF2-40B4-BE49-F238E27FC236}">
                  <a16:creationId xmlns:a16="http://schemas.microsoft.com/office/drawing/2014/main" id="{72B4C468-664C-438E-B2B7-780AE2DB1E5A}"/>
                </a:ext>
              </a:extLst>
            </p:cNvPr>
            <p:cNvSpPr/>
            <p:nvPr/>
          </p:nvSpPr>
          <p:spPr>
            <a:xfrm rot="18900000">
              <a:off x="109857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13" name="箭號: 左-右雙向 312">
              <a:extLst>
                <a:ext uri="{FF2B5EF4-FFF2-40B4-BE49-F238E27FC236}">
                  <a16:creationId xmlns:a16="http://schemas.microsoft.com/office/drawing/2014/main" id="{9415F1B4-567F-4F1C-9D37-F964AA7DC3D3}"/>
                </a:ext>
              </a:extLst>
            </p:cNvPr>
            <p:cNvSpPr/>
            <p:nvPr/>
          </p:nvSpPr>
          <p:spPr>
            <a:xfrm rot="18900000"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14" name="箭號: 左-右雙向 313">
              <a:extLst>
                <a:ext uri="{FF2B5EF4-FFF2-40B4-BE49-F238E27FC236}">
                  <a16:creationId xmlns:a16="http://schemas.microsoft.com/office/drawing/2014/main" id="{543AB9EE-EB52-406C-8D26-00677B4BF136}"/>
                </a:ext>
              </a:extLst>
            </p:cNvPr>
            <p:cNvSpPr/>
            <p:nvPr/>
          </p:nvSpPr>
          <p:spPr>
            <a:xfrm rot="18900000"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pic>
        <p:nvPicPr>
          <p:cNvPr id="55" name="圖片 54">
            <a:extLst>
              <a:ext uri="{FF2B5EF4-FFF2-40B4-BE49-F238E27FC236}">
                <a16:creationId xmlns:a16="http://schemas.microsoft.com/office/drawing/2014/main" id="{7980954A-C9C7-40B1-88BB-5E171A9D9A1F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237853" y="4304081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85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矩形: 圓角 259">
            <a:extLst>
              <a:ext uri="{FF2B5EF4-FFF2-40B4-BE49-F238E27FC236}">
                <a16:creationId xmlns:a16="http://schemas.microsoft.com/office/drawing/2014/main" id="{0E98C710-0167-4CF6-97D2-0852B1B511ED}"/>
              </a:ext>
            </a:extLst>
          </p:cNvPr>
          <p:cNvSpPr/>
          <p:nvPr/>
        </p:nvSpPr>
        <p:spPr>
          <a:xfrm>
            <a:off x="6612000" y="51493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BF09B052-4C3F-4EC6-A337-45ED454E80E1}"/>
              </a:ext>
            </a:extLst>
          </p:cNvPr>
          <p:cNvSpPr/>
          <p:nvPr/>
        </p:nvSpPr>
        <p:spPr>
          <a:xfrm>
            <a:off x="15659" y="51493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sp>
        <p:nvSpPr>
          <p:cNvPr id="259" name="矩形: 圓角 258">
            <a:extLst>
              <a:ext uri="{FF2B5EF4-FFF2-40B4-BE49-F238E27FC236}">
                <a16:creationId xmlns:a16="http://schemas.microsoft.com/office/drawing/2014/main" id="{959FACEB-C3CB-461B-BDF0-505AC0C07B2C}"/>
              </a:ext>
            </a:extLst>
          </p:cNvPr>
          <p:cNvSpPr/>
          <p:nvPr/>
        </p:nvSpPr>
        <p:spPr>
          <a:xfrm>
            <a:off x="3306000" y="51493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59" name="圖片 158">
            <a:extLst>
              <a:ext uri="{FF2B5EF4-FFF2-40B4-BE49-F238E27FC236}">
                <a16:creationId xmlns:a16="http://schemas.microsoft.com/office/drawing/2014/main" id="{010B618D-C7B8-4966-B550-CAFC99AC93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6748799" y="3845154"/>
            <a:ext cx="720000" cy="707337"/>
          </a:xfrm>
          <a:prstGeom prst="rect">
            <a:avLst/>
          </a:prstGeom>
        </p:spPr>
      </p:pic>
      <p:pic>
        <p:nvPicPr>
          <p:cNvPr id="160" name="圖片 159">
            <a:extLst>
              <a:ext uri="{FF2B5EF4-FFF2-40B4-BE49-F238E27FC236}">
                <a16:creationId xmlns:a16="http://schemas.microsoft.com/office/drawing/2014/main" id="{58AEA4B2-DBA9-448C-871D-785C7C3F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8952016" y="1968691"/>
            <a:ext cx="720000" cy="707337"/>
          </a:xfrm>
          <a:prstGeom prst="rect">
            <a:avLst/>
          </a:prstGeom>
        </p:spPr>
      </p:pic>
      <p:pic>
        <p:nvPicPr>
          <p:cNvPr id="162" name="圖片 161">
            <a:extLst>
              <a:ext uri="{FF2B5EF4-FFF2-40B4-BE49-F238E27FC236}">
                <a16:creationId xmlns:a16="http://schemas.microsoft.com/office/drawing/2014/main" id="{9D4E3A59-8198-486E-B672-5B9C7837C4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7888736" y="4554316"/>
            <a:ext cx="720000" cy="707337"/>
          </a:xfrm>
          <a:prstGeom prst="rect">
            <a:avLst/>
          </a:prstGeom>
        </p:spPr>
      </p:pic>
      <p:pic>
        <p:nvPicPr>
          <p:cNvPr id="158" name="圖片 157">
            <a:extLst>
              <a:ext uri="{FF2B5EF4-FFF2-40B4-BE49-F238E27FC236}">
                <a16:creationId xmlns:a16="http://schemas.microsoft.com/office/drawing/2014/main" id="{3AE67B08-D548-4643-9A9C-457A26C885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7777224" y="1158674"/>
            <a:ext cx="720000" cy="707337"/>
          </a:xfrm>
          <a:prstGeom prst="rect">
            <a:avLst/>
          </a:prstGeom>
        </p:spPr>
      </p:pic>
      <p:grpSp>
        <p:nvGrpSpPr>
          <p:cNvPr id="28" name="群組 27">
            <a:extLst>
              <a:ext uri="{FF2B5EF4-FFF2-40B4-BE49-F238E27FC236}">
                <a16:creationId xmlns:a16="http://schemas.microsoft.com/office/drawing/2014/main" id="{6C6461DF-8EE2-442E-8E34-03B34732ED50}"/>
              </a:ext>
            </a:extLst>
          </p:cNvPr>
          <p:cNvGrpSpPr/>
          <p:nvPr/>
        </p:nvGrpSpPr>
        <p:grpSpPr>
          <a:xfrm>
            <a:off x="7988756" y="1138626"/>
            <a:ext cx="414111" cy="435433"/>
            <a:chOff x="7969706" y="-605877"/>
            <a:chExt cx="414111" cy="435433"/>
          </a:xfrm>
        </p:grpSpPr>
        <p:grpSp>
          <p:nvGrpSpPr>
            <p:cNvPr id="191" name="群組 190">
              <a:extLst>
                <a:ext uri="{FF2B5EF4-FFF2-40B4-BE49-F238E27FC236}">
                  <a16:creationId xmlns:a16="http://schemas.microsoft.com/office/drawing/2014/main" id="{12A3856D-C8EE-4E5C-9371-C38BC0FAAC9C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194" name="箭號: 向右 193">
                <a:extLst>
                  <a:ext uri="{FF2B5EF4-FFF2-40B4-BE49-F238E27FC236}">
                    <a16:creationId xmlns:a16="http://schemas.microsoft.com/office/drawing/2014/main" id="{5A9976EA-DC90-4C92-81FF-F86EA39FDC9B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195" name="箭號: 向右 194">
                <a:extLst>
                  <a:ext uri="{FF2B5EF4-FFF2-40B4-BE49-F238E27FC236}">
                    <a16:creationId xmlns:a16="http://schemas.microsoft.com/office/drawing/2014/main" id="{916F6971-5A5A-43BC-B03E-319A01E3216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文字方塊 191">
                  <a:extLst>
                    <a:ext uri="{FF2B5EF4-FFF2-40B4-BE49-F238E27FC236}">
                      <a16:creationId xmlns:a16="http://schemas.microsoft.com/office/drawing/2014/main" id="{882169EE-BA39-4323-A236-BF2A8F339107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192" name="文字方塊 191">
                  <a:extLst>
                    <a:ext uri="{FF2B5EF4-FFF2-40B4-BE49-F238E27FC236}">
                      <a16:creationId xmlns:a16="http://schemas.microsoft.com/office/drawing/2014/main" id="{882169EE-BA39-4323-A236-BF2A8F3391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文字方塊 192">
                  <a:extLst>
                    <a:ext uri="{FF2B5EF4-FFF2-40B4-BE49-F238E27FC236}">
                      <a16:creationId xmlns:a16="http://schemas.microsoft.com/office/drawing/2014/main" id="{314BEA76-4D8E-4B0B-B6FB-45880D221837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193" name="文字方塊 192">
                  <a:extLst>
                    <a:ext uri="{FF2B5EF4-FFF2-40B4-BE49-F238E27FC236}">
                      <a16:creationId xmlns:a16="http://schemas.microsoft.com/office/drawing/2014/main" id="{314BEA76-4D8E-4B0B-B6FB-45880D2218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368240" y="96530"/>
            <a:ext cx="2459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and imaginary part of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7298310" y="890014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310" y="890014"/>
                <a:ext cx="1673596" cy="276999"/>
              </a:xfrm>
              <a:prstGeom prst="rect">
                <a:avLst/>
              </a:prstGeom>
              <a:blipFill>
                <a:blip r:embed="rId5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6516754" y="3585929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754" y="3585929"/>
                <a:ext cx="1150186" cy="276999"/>
              </a:xfrm>
              <a:prstGeom prst="rect">
                <a:avLst/>
              </a:prstGeom>
              <a:blipFill>
                <a:blip r:embed="rId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8691532" y="166210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532" y="1662106"/>
                <a:ext cx="1150186" cy="276999"/>
              </a:xfrm>
              <a:prstGeom prst="rect">
                <a:avLst/>
              </a:prstGeom>
              <a:blipFill>
                <a:blip r:embed="rId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7653207" y="426954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3207" y="4269546"/>
                <a:ext cx="1150186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" name="圖片 152">
            <a:extLst>
              <a:ext uri="{FF2B5EF4-FFF2-40B4-BE49-F238E27FC236}">
                <a16:creationId xmlns:a16="http://schemas.microsoft.com/office/drawing/2014/main" id="{E70F1D4D-A58E-4BD6-A8D5-405865F16C1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8514297" y="1130955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/>
              <p:nvPr/>
            </p:nvSpPr>
            <p:spPr>
              <a:xfrm rot="5400000">
                <a:off x="8406559" y="1503130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406559" y="1503130"/>
                <a:ext cx="399520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F57829FF-CD68-4562-AB59-154F24F908FA}"/>
              </a:ext>
            </a:extLst>
          </p:cNvPr>
          <p:cNvCxnSpPr>
            <a:cxnSpLocks/>
          </p:cNvCxnSpPr>
          <p:nvPr/>
        </p:nvCxnSpPr>
        <p:spPr>
          <a:xfrm>
            <a:off x="7395427" y="3443017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8EA3D37D-BFAA-448D-8EDF-6DD3156581A5}"/>
              </a:ext>
            </a:extLst>
          </p:cNvPr>
          <p:cNvCxnSpPr>
            <a:cxnSpLocks/>
          </p:cNvCxnSpPr>
          <p:nvPr/>
        </p:nvCxnSpPr>
        <p:spPr>
          <a:xfrm>
            <a:off x="8492707" y="3771630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直線接點 149">
            <a:extLst>
              <a:ext uri="{FF2B5EF4-FFF2-40B4-BE49-F238E27FC236}">
                <a16:creationId xmlns:a16="http://schemas.microsoft.com/office/drawing/2014/main" id="{DBE34094-4181-4370-ADC4-4716A25B3D7C}"/>
              </a:ext>
            </a:extLst>
          </p:cNvPr>
          <p:cNvCxnSpPr>
            <a:cxnSpLocks/>
          </p:cNvCxnSpPr>
          <p:nvPr/>
        </p:nvCxnSpPr>
        <p:spPr>
          <a:xfrm flipV="1">
            <a:off x="7501115" y="3656673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2" name="圖片 21">
            <a:extLst>
              <a:ext uri="{FF2B5EF4-FFF2-40B4-BE49-F238E27FC236}">
                <a16:creationId xmlns:a16="http://schemas.microsoft.com/office/drawing/2014/main" id="{8CF55AA8-D300-4DBB-B84A-B1D0EF8829A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8711" r="1957"/>
          <a:stretch/>
        </p:blipFill>
        <p:spPr>
          <a:xfrm>
            <a:off x="3802379" y="289245"/>
            <a:ext cx="2110741" cy="606711"/>
          </a:xfrm>
          <a:prstGeom prst="rect">
            <a:avLst/>
          </a:prstGeom>
        </p:spPr>
      </p:pic>
      <p:pic>
        <p:nvPicPr>
          <p:cNvPr id="261" name="圖片 260">
            <a:extLst>
              <a:ext uri="{FF2B5EF4-FFF2-40B4-BE49-F238E27FC236}">
                <a16:creationId xmlns:a16="http://schemas.microsoft.com/office/drawing/2014/main" id="{F08D374B-4CF5-400F-ACE8-3625B0FB40A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5186" r="36090"/>
          <a:stretch/>
        </p:blipFill>
        <p:spPr>
          <a:xfrm>
            <a:off x="533400" y="288163"/>
            <a:ext cx="2066926" cy="606711"/>
          </a:xfrm>
          <a:prstGeom prst="rect">
            <a:avLst/>
          </a:prstGeom>
        </p:spPr>
      </p:pic>
      <p:pic>
        <p:nvPicPr>
          <p:cNvPr id="262" name="圖片 261">
            <a:extLst>
              <a:ext uri="{FF2B5EF4-FFF2-40B4-BE49-F238E27FC236}">
                <a16:creationId xmlns:a16="http://schemas.microsoft.com/office/drawing/2014/main" id="{904D4BA7-08D5-4063-939B-B758E739073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529"/>
          <a:stretch/>
        </p:blipFill>
        <p:spPr>
          <a:xfrm>
            <a:off x="7313044" y="192772"/>
            <a:ext cx="1975922" cy="497738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24C3C99A-98E5-47C9-AB15-672D015296A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2016" y="3840202"/>
            <a:ext cx="720000" cy="717241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9D7645E-3BE5-495F-98A9-E7DD7F6C38B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18848" y="3153519"/>
            <a:ext cx="868304" cy="9017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C399EF3A-C961-4B18-B022-7DA8B40E37E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48799" y="1962359"/>
            <a:ext cx="720000" cy="72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5A878C86-D4DF-45C0-8C9D-1A1E9CBF2015}"/>
                  </a:ext>
                </a:extLst>
              </p:cNvPr>
              <p:cNvSpPr txBox="1"/>
              <p:nvPr/>
            </p:nvSpPr>
            <p:spPr>
              <a:xfrm>
                <a:off x="6591715" y="1650803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5A878C86-D4DF-45C0-8C9D-1A1E9CBF2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715" y="1650803"/>
                <a:ext cx="1150186" cy="276999"/>
              </a:xfrm>
              <a:prstGeom prst="rect">
                <a:avLst/>
              </a:prstGeom>
              <a:blipFill>
                <a:blip r:embed="rId15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B7CFAB37-E98B-4BFF-A8D8-CA5A27A2490F}"/>
                  </a:ext>
                </a:extLst>
              </p:cNvPr>
              <p:cNvSpPr txBox="1"/>
              <p:nvPr/>
            </p:nvSpPr>
            <p:spPr>
              <a:xfrm>
                <a:off x="8853488" y="3585929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B7CFAB37-E98B-4BFF-A8D8-CA5A27A24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3488" y="3585929"/>
                <a:ext cx="988200" cy="276999"/>
              </a:xfrm>
              <a:prstGeom prst="rect">
                <a:avLst/>
              </a:prstGeom>
              <a:blipFill>
                <a:blip r:embed="rId1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3BE8E174-D028-4761-8BA5-E6222DDB17AE}"/>
              </a:ext>
            </a:extLst>
          </p:cNvPr>
          <p:cNvSpPr txBox="1"/>
          <p:nvPr/>
        </p:nvSpPr>
        <p:spPr>
          <a:xfrm>
            <a:off x="3662240" y="96530"/>
            <a:ext cx="2459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and imaginary part of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7" name="圖片 136">
            <a:extLst>
              <a:ext uri="{FF2B5EF4-FFF2-40B4-BE49-F238E27FC236}">
                <a16:creationId xmlns:a16="http://schemas.microsoft.com/office/drawing/2014/main" id="{A064F628-A689-43B1-9AC6-B188A880332A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2050" y="1130955"/>
            <a:ext cx="322777" cy="741500"/>
          </a:xfrm>
          <a:prstGeom prst="rect">
            <a:avLst/>
          </a:prstGeom>
        </p:spPr>
      </p:pic>
      <p:pic>
        <p:nvPicPr>
          <p:cNvPr id="138" name="圖片 137">
            <a:extLst>
              <a:ext uri="{FF2B5EF4-FFF2-40B4-BE49-F238E27FC236}">
                <a16:creationId xmlns:a16="http://schemas.microsoft.com/office/drawing/2014/main" id="{90B38691-918C-4C96-B7B1-4191B536CC9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8507" y="3153519"/>
            <a:ext cx="868304" cy="901700"/>
          </a:xfrm>
          <a:prstGeom prst="rect">
            <a:avLst/>
          </a:prstGeom>
        </p:spPr>
      </p:pic>
      <p:pic>
        <p:nvPicPr>
          <p:cNvPr id="139" name="圖片 138">
            <a:extLst>
              <a:ext uri="{FF2B5EF4-FFF2-40B4-BE49-F238E27FC236}">
                <a16:creationId xmlns:a16="http://schemas.microsoft.com/office/drawing/2014/main" id="{2134993D-BEE5-4E8C-87EB-C56955BDD63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24848" y="3153519"/>
            <a:ext cx="868304" cy="901700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E2B8DD0E-1E93-4201-96AE-AD929C95C68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3735" y="1158674"/>
            <a:ext cx="720000" cy="720000"/>
          </a:xfrm>
          <a:prstGeom prst="rect">
            <a:avLst/>
          </a:prstGeom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F1766D80-2BA8-42A7-AC3D-04CA939652C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15247" y="4550712"/>
            <a:ext cx="720000" cy="714545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8E89CA86-8429-43CD-A00F-5216E636200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81064" y="1958205"/>
            <a:ext cx="720000" cy="728308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2E5085C8-182C-42D1-BD81-32006B6F743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2127" y="1959601"/>
            <a:ext cx="720000" cy="725517"/>
          </a:xfrm>
          <a:prstGeom prst="rect">
            <a:avLst/>
          </a:prstGeom>
        </p:spPr>
      </p:pic>
      <p:pic>
        <p:nvPicPr>
          <p:cNvPr id="148" name="圖片 147">
            <a:extLst>
              <a:ext uri="{FF2B5EF4-FFF2-40B4-BE49-F238E27FC236}">
                <a16:creationId xmlns:a16="http://schemas.microsoft.com/office/drawing/2014/main" id="{CC4A5DF7-5614-4FB8-B22C-016D7C6239D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21145" y="1130955"/>
            <a:ext cx="322777" cy="741500"/>
          </a:xfrm>
          <a:prstGeom prst="rect">
            <a:avLst/>
          </a:prstGeom>
        </p:spPr>
      </p:pic>
      <p:grpSp>
        <p:nvGrpSpPr>
          <p:cNvPr id="151" name="群組 150">
            <a:extLst>
              <a:ext uri="{FF2B5EF4-FFF2-40B4-BE49-F238E27FC236}">
                <a16:creationId xmlns:a16="http://schemas.microsoft.com/office/drawing/2014/main" id="{58DC3E75-BC7D-45BF-B332-38C4697E26D5}"/>
              </a:ext>
            </a:extLst>
          </p:cNvPr>
          <p:cNvGrpSpPr/>
          <p:nvPr/>
        </p:nvGrpSpPr>
        <p:grpSpPr>
          <a:xfrm>
            <a:off x="7888736" y="5282570"/>
            <a:ext cx="720000" cy="720000"/>
            <a:chOff x="801581" y="4966326"/>
            <a:chExt cx="1150186" cy="1150186"/>
          </a:xfrm>
        </p:grpSpPr>
        <p:sp>
          <p:nvSpPr>
            <p:cNvPr id="152" name="矩形: 圓角 151">
              <a:extLst>
                <a:ext uri="{FF2B5EF4-FFF2-40B4-BE49-F238E27FC236}">
                  <a16:creationId xmlns:a16="http://schemas.microsoft.com/office/drawing/2014/main" id="{B316BE28-DF79-4A1E-96F5-57A746729CA2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54" name="橢圓 153">
              <a:extLst>
                <a:ext uri="{FF2B5EF4-FFF2-40B4-BE49-F238E27FC236}">
                  <a16:creationId xmlns:a16="http://schemas.microsoft.com/office/drawing/2014/main" id="{45161E32-470A-4C1D-91BB-B6BAC65B70EB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61" name="橢圓 160">
              <a:extLst>
                <a:ext uri="{FF2B5EF4-FFF2-40B4-BE49-F238E27FC236}">
                  <a16:creationId xmlns:a16="http://schemas.microsoft.com/office/drawing/2014/main" id="{A4D03064-ED01-4136-8670-C5EF3FBF23C0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68" name="橢圓 167">
              <a:extLst>
                <a:ext uri="{FF2B5EF4-FFF2-40B4-BE49-F238E27FC236}">
                  <a16:creationId xmlns:a16="http://schemas.microsoft.com/office/drawing/2014/main" id="{46D68422-85E1-40BA-905A-A51DBDADA5D8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2" name="橢圓 171">
              <a:extLst>
                <a:ext uri="{FF2B5EF4-FFF2-40B4-BE49-F238E27FC236}">
                  <a16:creationId xmlns:a16="http://schemas.microsoft.com/office/drawing/2014/main" id="{D80540C1-F7C5-4E53-A66C-26A10E2E2FDB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3" name="橢圓 172">
              <a:extLst>
                <a:ext uri="{FF2B5EF4-FFF2-40B4-BE49-F238E27FC236}">
                  <a16:creationId xmlns:a16="http://schemas.microsoft.com/office/drawing/2014/main" id="{368162BB-8A34-471C-939A-37614C3D7910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4" name="橢圓 173">
              <a:extLst>
                <a:ext uri="{FF2B5EF4-FFF2-40B4-BE49-F238E27FC236}">
                  <a16:creationId xmlns:a16="http://schemas.microsoft.com/office/drawing/2014/main" id="{E962D529-EEA8-470E-B1E9-BB5861A8EF98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DC11DCA6-1303-4BAA-A9E9-3BF4391511B6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77" name="橢圓 176">
              <a:extLst>
                <a:ext uri="{FF2B5EF4-FFF2-40B4-BE49-F238E27FC236}">
                  <a16:creationId xmlns:a16="http://schemas.microsoft.com/office/drawing/2014/main" id="{8959A784-0883-4638-87C5-F0A0AB6D9ED5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8" name="等腰三角形 177">
              <a:extLst>
                <a:ext uri="{FF2B5EF4-FFF2-40B4-BE49-F238E27FC236}">
                  <a16:creationId xmlns:a16="http://schemas.microsoft.com/office/drawing/2014/main" id="{E0DF30EA-8CCE-4215-A2FA-F24F61EC45B3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9" name="等腰三角形 178">
              <a:extLst>
                <a:ext uri="{FF2B5EF4-FFF2-40B4-BE49-F238E27FC236}">
                  <a16:creationId xmlns:a16="http://schemas.microsoft.com/office/drawing/2014/main" id="{005B33D3-557C-4ABF-9FFC-6F4CF5E7525B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0" name="等腰三角形 179">
              <a:extLst>
                <a:ext uri="{FF2B5EF4-FFF2-40B4-BE49-F238E27FC236}">
                  <a16:creationId xmlns:a16="http://schemas.microsoft.com/office/drawing/2014/main" id="{FD6CFE3B-D598-42A2-A719-269ADB0B6606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1" name="等腰三角形 180">
              <a:extLst>
                <a:ext uri="{FF2B5EF4-FFF2-40B4-BE49-F238E27FC236}">
                  <a16:creationId xmlns:a16="http://schemas.microsoft.com/office/drawing/2014/main" id="{18B876A1-EC32-4417-978A-BD3B38390D6A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2" name="等腰三角形 181">
              <a:extLst>
                <a:ext uri="{FF2B5EF4-FFF2-40B4-BE49-F238E27FC236}">
                  <a16:creationId xmlns:a16="http://schemas.microsoft.com/office/drawing/2014/main" id="{52AEBE77-6734-4AF2-A16C-E332DEDD680B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3" name="等腰三角形 182">
              <a:extLst>
                <a:ext uri="{FF2B5EF4-FFF2-40B4-BE49-F238E27FC236}">
                  <a16:creationId xmlns:a16="http://schemas.microsoft.com/office/drawing/2014/main" id="{B7404FCA-D0F2-4E1A-A0D9-7B0585F250C1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4" name="等腰三角形 183">
              <a:extLst>
                <a:ext uri="{FF2B5EF4-FFF2-40B4-BE49-F238E27FC236}">
                  <a16:creationId xmlns:a16="http://schemas.microsoft.com/office/drawing/2014/main" id="{8A48DCE5-6457-4C5C-82D9-24518D44C341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5" name="等腰三角形 184">
              <a:extLst>
                <a:ext uri="{FF2B5EF4-FFF2-40B4-BE49-F238E27FC236}">
                  <a16:creationId xmlns:a16="http://schemas.microsoft.com/office/drawing/2014/main" id="{9A59E40B-D858-4FA5-9ED4-89634CC2E01D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186" name="群組 185">
            <a:extLst>
              <a:ext uri="{FF2B5EF4-FFF2-40B4-BE49-F238E27FC236}">
                <a16:creationId xmlns:a16="http://schemas.microsoft.com/office/drawing/2014/main" id="{65ADD714-A1DE-4641-9856-1FD80B885A86}"/>
              </a:ext>
            </a:extLst>
          </p:cNvPr>
          <p:cNvGrpSpPr/>
          <p:nvPr/>
        </p:nvGrpSpPr>
        <p:grpSpPr>
          <a:xfrm>
            <a:off x="8952016" y="2719287"/>
            <a:ext cx="720000" cy="720000"/>
            <a:chOff x="3463278" y="4507593"/>
            <a:chExt cx="1150186" cy="1150186"/>
          </a:xfrm>
        </p:grpSpPr>
        <p:sp>
          <p:nvSpPr>
            <p:cNvPr id="187" name="矩形: 圓角 186">
              <a:extLst>
                <a:ext uri="{FF2B5EF4-FFF2-40B4-BE49-F238E27FC236}">
                  <a16:creationId xmlns:a16="http://schemas.microsoft.com/office/drawing/2014/main" id="{47F12105-5737-48CA-BDB3-650EAEAE7303}"/>
                </a:ext>
              </a:extLst>
            </p:cNvPr>
            <p:cNvSpPr/>
            <p:nvPr/>
          </p:nvSpPr>
          <p:spPr>
            <a:xfrm>
              <a:off x="3463278" y="4507593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88" name="箭號: 左-右雙向 187">
              <a:extLst>
                <a:ext uri="{FF2B5EF4-FFF2-40B4-BE49-F238E27FC236}">
                  <a16:creationId xmlns:a16="http://schemas.microsoft.com/office/drawing/2014/main" id="{62396AA6-236C-474A-9586-0FDECFF8CB89}"/>
                </a:ext>
              </a:extLst>
            </p:cNvPr>
            <p:cNvSpPr/>
            <p:nvPr/>
          </p:nvSpPr>
          <p:spPr>
            <a:xfrm rot="5400000">
              <a:off x="3570206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89" name="箭號: 左-右雙向 188">
              <a:extLst>
                <a:ext uri="{FF2B5EF4-FFF2-40B4-BE49-F238E27FC236}">
                  <a16:creationId xmlns:a16="http://schemas.microsoft.com/office/drawing/2014/main" id="{38EF6431-60F9-491B-85FF-2F48C4D15660}"/>
                </a:ext>
              </a:extLst>
            </p:cNvPr>
            <p:cNvSpPr/>
            <p:nvPr/>
          </p:nvSpPr>
          <p:spPr>
            <a:xfrm rot="5400000">
              <a:off x="4288335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90" name="箭號: 左-右雙向 189">
              <a:extLst>
                <a:ext uri="{FF2B5EF4-FFF2-40B4-BE49-F238E27FC236}">
                  <a16:creationId xmlns:a16="http://schemas.microsoft.com/office/drawing/2014/main" id="{AA2BA15B-3977-44A2-97B0-61EC695CA12D}"/>
                </a:ext>
              </a:extLst>
            </p:cNvPr>
            <p:cNvSpPr/>
            <p:nvPr/>
          </p:nvSpPr>
          <p:spPr>
            <a:xfrm rot="5400000">
              <a:off x="3676376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96" name="箭號: 左-右雙向 195">
              <a:extLst>
                <a:ext uri="{FF2B5EF4-FFF2-40B4-BE49-F238E27FC236}">
                  <a16:creationId xmlns:a16="http://schemas.microsoft.com/office/drawing/2014/main" id="{45A2530F-0739-411F-BAAF-C1F166D03B56}"/>
                </a:ext>
              </a:extLst>
            </p:cNvPr>
            <p:cNvSpPr/>
            <p:nvPr/>
          </p:nvSpPr>
          <p:spPr>
            <a:xfrm rot="5400000">
              <a:off x="417391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97" name="箭號: 左-右雙向 196">
              <a:extLst>
                <a:ext uri="{FF2B5EF4-FFF2-40B4-BE49-F238E27FC236}">
                  <a16:creationId xmlns:a16="http://schemas.microsoft.com/office/drawing/2014/main" id="{BE63735A-4064-41B1-A32F-F68A0BC097F8}"/>
                </a:ext>
              </a:extLst>
            </p:cNvPr>
            <p:cNvSpPr/>
            <p:nvPr/>
          </p:nvSpPr>
          <p:spPr>
            <a:xfrm rot="5400000">
              <a:off x="367637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98" name="箭號: 左-右雙向 197">
              <a:extLst>
                <a:ext uri="{FF2B5EF4-FFF2-40B4-BE49-F238E27FC236}">
                  <a16:creationId xmlns:a16="http://schemas.microsoft.com/office/drawing/2014/main" id="{56F139DE-8B20-4363-B822-68D23D9998DF}"/>
                </a:ext>
              </a:extLst>
            </p:cNvPr>
            <p:cNvSpPr/>
            <p:nvPr/>
          </p:nvSpPr>
          <p:spPr>
            <a:xfrm rot="5400000">
              <a:off x="4173915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99" name="箭號: 左-右雙向 198">
              <a:extLst>
                <a:ext uri="{FF2B5EF4-FFF2-40B4-BE49-F238E27FC236}">
                  <a16:creationId xmlns:a16="http://schemas.microsoft.com/office/drawing/2014/main" id="{AEED60B2-087D-4647-BEA0-616684287D6C}"/>
                </a:ext>
              </a:extLst>
            </p:cNvPr>
            <p:cNvSpPr/>
            <p:nvPr/>
          </p:nvSpPr>
          <p:spPr>
            <a:xfrm rot="5400000">
              <a:off x="3919504" y="5364647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00" name="箭號: 左-右雙向 199">
              <a:extLst>
                <a:ext uri="{FF2B5EF4-FFF2-40B4-BE49-F238E27FC236}">
                  <a16:creationId xmlns:a16="http://schemas.microsoft.com/office/drawing/2014/main" id="{F75943E6-2957-4A78-BD04-D90381B1E2E8}"/>
                </a:ext>
              </a:extLst>
            </p:cNvPr>
            <p:cNvSpPr/>
            <p:nvPr/>
          </p:nvSpPr>
          <p:spPr>
            <a:xfrm rot="5400000">
              <a:off x="3919504" y="463290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201" name="群組 200">
            <a:extLst>
              <a:ext uri="{FF2B5EF4-FFF2-40B4-BE49-F238E27FC236}">
                <a16:creationId xmlns:a16="http://schemas.microsoft.com/office/drawing/2014/main" id="{B81E06F8-5AD5-43EE-ADF0-0DDBA61F6444}"/>
              </a:ext>
            </a:extLst>
          </p:cNvPr>
          <p:cNvGrpSpPr/>
          <p:nvPr/>
        </p:nvGrpSpPr>
        <p:grpSpPr>
          <a:xfrm>
            <a:off x="6748799" y="4587173"/>
            <a:ext cx="720000" cy="720000"/>
            <a:chOff x="389151" y="2161357"/>
            <a:chExt cx="1150186" cy="1150186"/>
          </a:xfrm>
        </p:grpSpPr>
        <p:sp>
          <p:nvSpPr>
            <p:cNvPr id="263" name="矩形: 圓角 262">
              <a:extLst>
                <a:ext uri="{FF2B5EF4-FFF2-40B4-BE49-F238E27FC236}">
                  <a16:creationId xmlns:a16="http://schemas.microsoft.com/office/drawing/2014/main" id="{6CFBE486-E0D2-4425-B336-7A0931988DFA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64" name="箭號: 左-右雙向 263">
              <a:extLst>
                <a:ext uri="{FF2B5EF4-FFF2-40B4-BE49-F238E27FC236}">
                  <a16:creationId xmlns:a16="http://schemas.microsoft.com/office/drawing/2014/main" id="{422DF8FB-0D8E-4B95-8656-00B475A136DD}"/>
                </a:ext>
              </a:extLst>
            </p:cNvPr>
            <p:cNvSpPr/>
            <p:nvPr/>
          </p:nvSpPr>
          <p:spPr>
            <a:xfrm rot="10800000">
              <a:off x="494862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65" name="箭號: 左-右雙向 264">
              <a:extLst>
                <a:ext uri="{FF2B5EF4-FFF2-40B4-BE49-F238E27FC236}">
                  <a16:creationId xmlns:a16="http://schemas.microsoft.com/office/drawing/2014/main" id="{3118E494-60F6-4A15-82C6-E92476F51E4F}"/>
                </a:ext>
              </a:extLst>
            </p:cNvPr>
            <p:cNvSpPr/>
            <p:nvPr/>
          </p:nvSpPr>
          <p:spPr>
            <a:xfrm rot="10800000">
              <a:off x="1212991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66" name="箭號: 左-右雙向 265">
              <a:extLst>
                <a:ext uri="{FF2B5EF4-FFF2-40B4-BE49-F238E27FC236}">
                  <a16:creationId xmlns:a16="http://schemas.microsoft.com/office/drawing/2014/main" id="{0C41AA46-B72F-41CA-8A3F-AFF136F4A829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67" name="箭號: 左-右雙向 266">
              <a:extLst>
                <a:ext uri="{FF2B5EF4-FFF2-40B4-BE49-F238E27FC236}">
                  <a16:creationId xmlns:a16="http://schemas.microsoft.com/office/drawing/2014/main" id="{6AF8B114-B09B-4AEC-950F-56629A264744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68" name="箭號: 左-右雙向 267">
              <a:extLst>
                <a:ext uri="{FF2B5EF4-FFF2-40B4-BE49-F238E27FC236}">
                  <a16:creationId xmlns:a16="http://schemas.microsoft.com/office/drawing/2014/main" id="{8306A892-BFAB-4FCD-8B76-FAC5FC631D8C}"/>
                </a:ext>
              </a:extLst>
            </p:cNvPr>
            <p:cNvSpPr/>
            <p:nvPr/>
          </p:nvSpPr>
          <p:spPr>
            <a:xfrm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69" name="箭號: 左-右雙向 268">
              <a:extLst>
                <a:ext uri="{FF2B5EF4-FFF2-40B4-BE49-F238E27FC236}">
                  <a16:creationId xmlns:a16="http://schemas.microsoft.com/office/drawing/2014/main" id="{FDC6628A-BF80-4C31-A220-8D07B0EA3B79}"/>
                </a:ext>
              </a:extLst>
            </p:cNvPr>
            <p:cNvSpPr/>
            <p:nvPr/>
          </p:nvSpPr>
          <p:spPr>
            <a:xfrm>
              <a:off x="1098571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70" name="箭號: 左-右雙向 269">
              <a:extLst>
                <a:ext uri="{FF2B5EF4-FFF2-40B4-BE49-F238E27FC236}">
                  <a16:creationId xmlns:a16="http://schemas.microsoft.com/office/drawing/2014/main" id="{8A96F8DF-1B22-4CD7-82AB-0F399D1845EE}"/>
                </a:ext>
              </a:extLst>
            </p:cNvPr>
            <p:cNvSpPr/>
            <p:nvPr/>
          </p:nvSpPr>
          <p:spPr>
            <a:xfrm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71" name="箭號: 左-右雙向 270">
              <a:extLst>
                <a:ext uri="{FF2B5EF4-FFF2-40B4-BE49-F238E27FC236}">
                  <a16:creationId xmlns:a16="http://schemas.microsoft.com/office/drawing/2014/main" id="{3D6C54FF-BC72-41C5-92BB-454D2B038313}"/>
                </a:ext>
              </a:extLst>
            </p:cNvPr>
            <p:cNvSpPr/>
            <p:nvPr/>
          </p:nvSpPr>
          <p:spPr>
            <a:xfrm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295" name="群組 294">
            <a:extLst>
              <a:ext uri="{FF2B5EF4-FFF2-40B4-BE49-F238E27FC236}">
                <a16:creationId xmlns:a16="http://schemas.microsoft.com/office/drawing/2014/main" id="{CA018554-7913-4843-AA28-406D72C6461F}"/>
              </a:ext>
            </a:extLst>
          </p:cNvPr>
          <p:cNvGrpSpPr/>
          <p:nvPr/>
        </p:nvGrpSpPr>
        <p:grpSpPr>
          <a:xfrm>
            <a:off x="6748799" y="2719287"/>
            <a:ext cx="720000" cy="720000"/>
            <a:chOff x="389151" y="2161357"/>
            <a:chExt cx="1150186" cy="1150186"/>
          </a:xfrm>
        </p:grpSpPr>
        <p:sp>
          <p:nvSpPr>
            <p:cNvPr id="296" name="矩形: 圓角 295">
              <a:extLst>
                <a:ext uri="{FF2B5EF4-FFF2-40B4-BE49-F238E27FC236}">
                  <a16:creationId xmlns:a16="http://schemas.microsoft.com/office/drawing/2014/main" id="{8077FE78-98AD-42FC-890B-E9018136394E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97" name="箭號: 左-右雙向 296">
              <a:extLst>
                <a:ext uri="{FF2B5EF4-FFF2-40B4-BE49-F238E27FC236}">
                  <a16:creationId xmlns:a16="http://schemas.microsoft.com/office/drawing/2014/main" id="{E3698EB3-BA03-4A6B-B900-26E21EC03C01}"/>
                </a:ext>
              </a:extLst>
            </p:cNvPr>
            <p:cNvSpPr/>
            <p:nvPr/>
          </p:nvSpPr>
          <p:spPr>
            <a:xfrm rot="2700000">
              <a:off x="494863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98" name="箭號: 左-右雙向 297">
              <a:extLst>
                <a:ext uri="{FF2B5EF4-FFF2-40B4-BE49-F238E27FC236}">
                  <a16:creationId xmlns:a16="http://schemas.microsoft.com/office/drawing/2014/main" id="{DD2D6B96-8256-4A1C-9910-7999D285A401}"/>
                </a:ext>
              </a:extLst>
            </p:cNvPr>
            <p:cNvSpPr/>
            <p:nvPr/>
          </p:nvSpPr>
          <p:spPr>
            <a:xfrm rot="2700000">
              <a:off x="1212991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99" name="箭號: 左-右雙向 298">
              <a:extLst>
                <a:ext uri="{FF2B5EF4-FFF2-40B4-BE49-F238E27FC236}">
                  <a16:creationId xmlns:a16="http://schemas.microsoft.com/office/drawing/2014/main" id="{31B4718A-1161-4CD4-B428-4752A3D3C2BE}"/>
                </a:ext>
              </a:extLst>
            </p:cNvPr>
            <p:cNvSpPr/>
            <p:nvPr/>
          </p:nvSpPr>
          <p:spPr>
            <a:xfrm rot="27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0" name="箭號: 左-右雙向 299">
              <a:extLst>
                <a:ext uri="{FF2B5EF4-FFF2-40B4-BE49-F238E27FC236}">
                  <a16:creationId xmlns:a16="http://schemas.microsoft.com/office/drawing/2014/main" id="{A12A80ED-0212-4ED3-88FA-0EA1BA3695A4}"/>
                </a:ext>
              </a:extLst>
            </p:cNvPr>
            <p:cNvSpPr/>
            <p:nvPr/>
          </p:nvSpPr>
          <p:spPr>
            <a:xfrm rot="27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1" name="箭號: 左-右雙向 300">
              <a:extLst>
                <a:ext uri="{FF2B5EF4-FFF2-40B4-BE49-F238E27FC236}">
                  <a16:creationId xmlns:a16="http://schemas.microsoft.com/office/drawing/2014/main" id="{88571464-6C46-4AEA-A60C-A3CDF51593FB}"/>
                </a:ext>
              </a:extLst>
            </p:cNvPr>
            <p:cNvSpPr/>
            <p:nvPr/>
          </p:nvSpPr>
          <p:spPr>
            <a:xfrm rot="2700000"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302" name="箭號: 左-右雙向 301">
              <a:extLst>
                <a:ext uri="{FF2B5EF4-FFF2-40B4-BE49-F238E27FC236}">
                  <a16:creationId xmlns:a16="http://schemas.microsoft.com/office/drawing/2014/main" id="{BA48A871-2320-4FBF-AC5B-D4004133C815}"/>
                </a:ext>
              </a:extLst>
            </p:cNvPr>
            <p:cNvSpPr/>
            <p:nvPr/>
          </p:nvSpPr>
          <p:spPr>
            <a:xfrm rot="2700000">
              <a:off x="109857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3" name="箭號: 左-右雙向 302">
              <a:extLst>
                <a:ext uri="{FF2B5EF4-FFF2-40B4-BE49-F238E27FC236}">
                  <a16:creationId xmlns:a16="http://schemas.microsoft.com/office/drawing/2014/main" id="{DA445C6C-D601-419E-9742-B9D97AE0D1A6}"/>
                </a:ext>
              </a:extLst>
            </p:cNvPr>
            <p:cNvSpPr/>
            <p:nvPr/>
          </p:nvSpPr>
          <p:spPr>
            <a:xfrm rot="2700000"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4" name="箭號: 左-右雙向 303">
              <a:extLst>
                <a:ext uri="{FF2B5EF4-FFF2-40B4-BE49-F238E27FC236}">
                  <a16:creationId xmlns:a16="http://schemas.microsoft.com/office/drawing/2014/main" id="{A8F12E58-5D69-41C2-9423-26B0A5BDD497}"/>
                </a:ext>
              </a:extLst>
            </p:cNvPr>
            <p:cNvSpPr/>
            <p:nvPr/>
          </p:nvSpPr>
          <p:spPr>
            <a:xfrm rot="2700000"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305" name="群組 304">
            <a:extLst>
              <a:ext uri="{FF2B5EF4-FFF2-40B4-BE49-F238E27FC236}">
                <a16:creationId xmlns:a16="http://schemas.microsoft.com/office/drawing/2014/main" id="{060CF5B3-237B-468F-A0F8-89032EF314B0}"/>
              </a:ext>
            </a:extLst>
          </p:cNvPr>
          <p:cNvGrpSpPr/>
          <p:nvPr/>
        </p:nvGrpSpPr>
        <p:grpSpPr>
          <a:xfrm>
            <a:off x="8952016" y="4587173"/>
            <a:ext cx="720000" cy="720000"/>
            <a:chOff x="389151" y="2161357"/>
            <a:chExt cx="1150186" cy="1150186"/>
          </a:xfrm>
        </p:grpSpPr>
        <p:sp>
          <p:nvSpPr>
            <p:cNvPr id="306" name="矩形: 圓角 305">
              <a:extLst>
                <a:ext uri="{FF2B5EF4-FFF2-40B4-BE49-F238E27FC236}">
                  <a16:creationId xmlns:a16="http://schemas.microsoft.com/office/drawing/2014/main" id="{F8B5D415-46CC-41C8-95D1-0BCD7F4283AB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307" name="箭號: 左-右雙向 306">
              <a:extLst>
                <a:ext uri="{FF2B5EF4-FFF2-40B4-BE49-F238E27FC236}">
                  <a16:creationId xmlns:a16="http://schemas.microsoft.com/office/drawing/2014/main" id="{85CB28F0-F2A3-45FB-9839-A0EE3F0E96BA}"/>
                </a:ext>
              </a:extLst>
            </p:cNvPr>
            <p:cNvSpPr/>
            <p:nvPr/>
          </p:nvSpPr>
          <p:spPr>
            <a:xfrm rot="18900000">
              <a:off x="494863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308" name="箭號: 左-右雙向 307">
              <a:extLst>
                <a:ext uri="{FF2B5EF4-FFF2-40B4-BE49-F238E27FC236}">
                  <a16:creationId xmlns:a16="http://schemas.microsoft.com/office/drawing/2014/main" id="{CBD7F2DF-E887-4C52-AD78-8206B3F1459B}"/>
                </a:ext>
              </a:extLst>
            </p:cNvPr>
            <p:cNvSpPr/>
            <p:nvPr/>
          </p:nvSpPr>
          <p:spPr>
            <a:xfrm rot="18900000">
              <a:off x="1212991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9" name="箭號: 左-右雙向 308">
              <a:extLst>
                <a:ext uri="{FF2B5EF4-FFF2-40B4-BE49-F238E27FC236}">
                  <a16:creationId xmlns:a16="http://schemas.microsoft.com/office/drawing/2014/main" id="{E9A6D9D6-D717-41E7-BEB2-B15CBE4EA84E}"/>
                </a:ext>
              </a:extLst>
            </p:cNvPr>
            <p:cNvSpPr/>
            <p:nvPr/>
          </p:nvSpPr>
          <p:spPr>
            <a:xfrm rot="189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10" name="箭號: 左-右雙向 309">
              <a:extLst>
                <a:ext uri="{FF2B5EF4-FFF2-40B4-BE49-F238E27FC236}">
                  <a16:creationId xmlns:a16="http://schemas.microsoft.com/office/drawing/2014/main" id="{D6EFB147-A32A-4FC2-885E-9D51CE864837}"/>
                </a:ext>
              </a:extLst>
            </p:cNvPr>
            <p:cNvSpPr/>
            <p:nvPr/>
          </p:nvSpPr>
          <p:spPr>
            <a:xfrm rot="189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11" name="箭號: 左-右雙向 310">
              <a:extLst>
                <a:ext uri="{FF2B5EF4-FFF2-40B4-BE49-F238E27FC236}">
                  <a16:creationId xmlns:a16="http://schemas.microsoft.com/office/drawing/2014/main" id="{7F7E7055-C633-456D-9778-8DE80316532D}"/>
                </a:ext>
              </a:extLst>
            </p:cNvPr>
            <p:cNvSpPr/>
            <p:nvPr/>
          </p:nvSpPr>
          <p:spPr>
            <a:xfrm rot="18900000"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312" name="箭號: 左-右雙向 311">
              <a:extLst>
                <a:ext uri="{FF2B5EF4-FFF2-40B4-BE49-F238E27FC236}">
                  <a16:creationId xmlns:a16="http://schemas.microsoft.com/office/drawing/2014/main" id="{72B4C468-664C-438E-B2B7-780AE2DB1E5A}"/>
                </a:ext>
              </a:extLst>
            </p:cNvPr>
            <p:cNvSpPr/>
            <p:nvPr/>
          </p:nvSpPr>
          <p:spPr>
            <a:xfrm rot="18900000">
              <a:off x="109857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13" name="箭號: 左-右雙向 312">
              <a:extLst>
                <a:ext uri="{FF2B5EF4-FFF2-40B4-BE49-F238E27FC236}">
                  <a16:creationId xmlns:a16="http://schemas.microsoft.com/office/drawing/2014/main" id="{9415F1B4-567F-4F1C-9D37-F964AA7DC3D3}"/>
                </a:ext>
              </a:extLst>
            </p:cNvPr>
            <p:cNvSpPr/>
            <p:nvPr/>
          </p:nvSpPr>
          <p:spPr>
            <a:xfrm rot="18900000"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14" name="箭號: 左-右雙向 313">
              <a:extLst>
                <a:ext uri="{FF2B5EF4-FFF2-40B4-BE49-F238E27FC236}">
                  <a16:creationId xmlns:a16="http://schemas.microsoft.com/office/drawing/2014/main" id="{543AB9EE-EB52-406C-8D26-00677B4BF136}"/>
                </a:ext>
              </a:extLst>
            </p:cNvPr>
            <p:cNvSpPr/>
            <p:nvPr/>
          </p:nvSpPr>
          <p:spPr>
            <a:xfrm rot="18900000"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pic>
        <p:nvPicPr>
          <p:cNvPr id="55" name="圖片 54">
            <a:extLst>
              <a:ext uri="{FF2B5EF4-FFF2-40B4-BE49-F238E27FC236}">
                <a16:creationId xmlns:a16="http://schemas.microsoft.com/office/drawing/2014/main" id="{7980954A-C9C7-40B1-88BB-5E171A9D9A1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81064" y="3838822"/>
            <a:ext cx="720000" cy="720000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261D77EC-38EC-4633-9E90-2B416D1BED81}"/>
              </a:ext>
            </a:extLst>
          </p:cNvPr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25907" y="1884091"/>
            <a:ext cx="283685" cy="736062"/>
          </a:xfrm>
          <a:prstGeom prst="rect">
            <a:avLst/>
          </a:prstGeom>
        </p:spPr>
      </p:pic>
      <p:pic>
        <p:nvPicPr>
          <p:cNvPr id="156" name="圖片 155">
            <a:extLst>
              <a:ext uri="{FF2B5EF4-FFF2-40B4-BE49-F238E27FC236}">
                <a16:creationId xmlns:a16="http://schemas.microsoft.com/office/drawing/2014/main" id="{7C1E6C98-53DF-4890-A6A2-4839AFBBE87B}"/>
              </a:ext>
            </a:extLst>
          </p:cNvPr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6812" y="1884091"/>
            <a:ext cx="283685" cy="73606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9F72CA7-674E-45FB-8EDE-8FB98E2A57F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657464" y="1962359"/>
            <a:ext cx="720000" cy="72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3626675-ECE8-42CD-AD77-A333530D572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525159" y="1960980"/>
            <a:ext cx="720000" cy="72275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6F4E286-94E3-4504-8B3A-366352CD495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74483" y="1158674"/>
            <a:ext cx="720000" cy="72274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F226ADC-5A65-4FD3-9B1B-02EBB9A7607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585995" y="4546610"/>
            <a:ext cx="720000" cy="72274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BC460E1-594E-4ACD-A075-60467E38DC56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42127" y="4588547"/>
            <a:ext cx="720000" cy="7172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/>
              <p:nvPr/>
            </p:nvSpPr>
            <p:spPr>
              <a:xfrm>
                <a:off x="7874823" y="1591929"/>
                <a:ext cx="6121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400" dirty="0"/>
              </a:p>
            </p:txBody>
          </p:sp>
        </mc:Choice>
        <mc:Fallback xmlns="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823" y="1591929"/>
                <a:ext cx="612129" cy="307777"/>
              </a:xfrm>
              <a:prstGeom prst="rect">
                <a:avLst/>
              </a:prstGeom>
              <a:blipFill>
                <a:blip r:embed="rId28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7" name="群組 156">
            <a:extLst>
              <a:ext uri="{FF2B5EF4-FFF2-40B4-BE49-F238E27FC236}">
                <a16:creationId xmlns:a16="http://schemas.microsoft.com/office/drawing/2014/main" id="{C76AB8B2-5724-4497-91CB-1714340FDF32}"/>
              </a:ext>
            </a:extLst>
          </p:cNvPr>
          <p:cNvGrpSpPr/>
          <p:nvPr/>
        </p:nvGrpSpPr>
        <p:grpSpPr>
          <a:xfrm>
            <a:off x="7777224" y="1890159"/>
            <a:ext cx="720000" cy="720000"/>
            <a:chOff x="3481679" y="1553308"/>
            <a:chExt cx="1150186" cy="1150186"/>
          </a:xfrm>
        </p:grpSpPr>
        <p:sp>
          <p:nvSpPr>
            <p:cNvPr id="163" name="矩形: 圓角 162">
              <a:extLst>
                <a:ext uri="{FF2B5EF4-FFF2-40B4-BE49-F238E27FC236}">
                  <a16:creationId xmlns:a16="http://schemas.microsoft.com/office/drawing/2014/main" id="{0A3F81C3-849F-4550-A4DC-1C7614DA094B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F1CB8B88-9C08-4CED-B6CB-54DA771EEDBC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65" name="橢圓 164">
              <a:extLst>
                <a:ext uri="{FF2B5EF4-FFF2-40B4-BE49-F238E27FC236}">
                  <a16:creationId xmlns:a16="http://schemas.microsoft.com/office/drawing/2014/main" id="{4B4577C5-D8DD-4596-B5E8-15BD43C436EE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42E7CC52-CAE4-49A0-80DA-5401A2819C3F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67" name="橢圓 166">
              <a:extLst>
                <a:ext uri="{FF2B5EF4-FFF2-40B4-BE49-F238E27FC236}">
                  <a16:creationId xmlns:a16="http://schemas.microsoft.com/office/drawing/2014/main" id="{A0B1F999-C95E-4DBD-A56B-CF7ACA5874D9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69" name="橢圓 168">
              <a:extLst>
                <a:ext uri="{FF2B5EF4-FFF2-40B4-BE49-F238E27FC236}">
                  <a16:creationId xmlns:a16="http://schemas.microsoft.com/office/drawing/2014/main" id="{2FA522DF-585E-46CF-9084-38B402BEFE81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70" name="橢圓 169">
              <a:extLst>
                <a:ext uri="{FF2B5EF4-FFF2-40B4-BE49-F238E27FC236}">
                  <a16:creationId xmlns:a16="http://schemas.microsoft.com/office/drawing/2014/main" id="{2FEF2423-3D88-40FD-99EF-9D23AF41CA42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71" name="橢圓 170">
              <a:extLst>
                <a:ext uri="{FF2B5EF4-FFF2-40B4-BE49-F238E27FC236}">
                  <a16:creationId xmlns:a16="http://schemas.microsoft.com/office/drawing/2014/main" id="{2B11985A-1A08-4DF2-87BD-86636E726853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202" name="橢圓 201">
              <a:extLst>
                <a:ext uri="{FF2B5EF4-FFF2-40B4-BE49-F238E27FC236}">
                  <a16:creationId xmlns:a16="http://schemas.microsoft.com/office/drawing/2014/main" id="{109AA45A-5215-4775-A673-D93E8EDA96CD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3" name="等腰三角形 202">
              <a:extLst>
                <a:ext uri="{FF2B5EF4-FFF2-40B4-BE49-F238E27FC236}">
                  <a16:creationId xmlns:a16="http://schemas.microsoft.com/office/drawing/2014/main" id="{10F3EEAF-F659-471B-AF1B-8E7ADCC08294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4" name="等腰三角形 203">
              <a:extLst>
                <a:ext uri="{FF2B5EF4-FFF2-40B4-BE49-F238E27FC236}">
                  <a16:creationId xmlns:a16="http://schemas.microsoft.com/office/drawing/2014/main" id="{42106B5A-376D-4820-B0B1-25625834A793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5" name="等腰三角形 204">
              <a:extLst>
                <a:ext uri="{FF2B5EF4-FFF2-40B4-BE49-F238E27FC236}">
                  <a16:creationId xmlns:a16="http://schemas.microsoft.com/office/drawing/2014/main" id="{36D5C360-15D9-4A52-8135-D7D944FA42BA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6" name="等腰三角形 205">
              <a:extLst>
                <a:ext uri="{FF2B5EF4-FFF2-40B4-BE49-F238E27FC236}">
                  <a16:creationId xmlns:a16="http://schemas.microsoft.com/office/drawing/2014/main" id="{495C52EC-DA23-4B76-A803-FFD2FFC71BC7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7" name="等腰三角形 206">
              <a:extLst>
                <a:ext uri="{FF2B5EF4-FFF2-40B4-BE49-F238E27FC236}">
                  <a16:creationId xmlns:a16="http://schemas.microsoft.com/office/drawing/2014/main" id="{3004AA87-3ECC-47D2-8AEE-EEC82CF7CA59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8" name="等腰三角形 207">
              <a:extLst>
                <a:ext uri="{FF2B5EF4-FFF2-40B4-BE49-F238E27FC236}">
                  <a16:creationId xmlns:a16="http://schemas.microsoft.com/office/drawing/2014/main" id="{B07827DB-7159-4A06-9D86-03A9B74C89E2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9" name="等腰三角形 208">
              <a:extLst>
                <a:ext uri="{FF2B5EF4-FFF2-40B4-BE49-F238E27FC236}">
                  <a16:creationId xmlns:a16="http://schemas.microsoft.com/office/drawing/2014/main" id="{B01622FE-AA68-4276-A9DE-D89C299881A3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10" name="等腰三角形 209">
              <a:extLst>
                <a:ext uri="{FF2B5EF4-FFF2-40B4-BE49-F238E27FC236}">
                  <a16:creationId xmlns:a16="http://schemas.microsoft.com/office/drawing/2014/main" id="{AA073FE7-E9C5-4949-8D62-8F78B9EE8637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211" name="群組 210">
              <a:extLst>
                <a:ext uri="{FF2B5EF4-FFF2-40B4-BE49-F238E27FC236}">
                  <a16:creationId xmlns:a16="http://schemas.microsoft.com/office/drawing/2014/main" id="{A74C0134-78B3-4C13-B661-3322941247B3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215" name="箭號: 向右 214">
                <a:extLst>
                  <a:ext uri="{FF2B5EF4-FFF2-40B4-BE49-F238E27FC236}">
                    <a16:creationId xmlns:a16="http://schemas.microsoft.com/office/drawing/2014/main" id="{31D93CFC-296E-40BB-A3B3-77B70F450CFA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217" name="箭號: 向右 216">
                <a:extLst>
                  <a:ext uri="{FF2B5EF4-FFF2-40B4-BE49-F238E27FC236}">
                    <a16:creationId xmlns:a16="http://schemas.microsoft.com/office/drawing/2014/main" id="{96E68673-DFDB-4CE0-ABD9-4C45E17FE871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字方塊 211">
                  <a:extLst>
                    <a:ext uri="{FF2B5EF4-FFF2-40B4-BE49-F238E27FC236}">
                      <a16:creationId xmlns:a16="http://schemas.microsoft.com/office/drawing/2014/main" id="{2F277362-35E4-4735-B441-54E296E605EB}"/>
                    </a:ext>
                  </a:extLst>
                </p:cNvPr>
                <p:cNvSpPr txBox="1"/>
                <p:nvPr/>
              </p:nvSpPr>
              <p:spPr>
                <a:xfrm>
                  <a:off x="3802268" y="1555481"/>
                  <a:ext cx="411859" cy="4524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2" name="文字方塊 211">
                  <a:extLst>
                    <a:ext uri="{FF2B5EF4-FFF2-40B4-BE49-F238E27FC236}">
                      <a16:creationId xmlns:a16="http://schemas.microsoft.com/office/drawing/2014/main" id="{2F277362-35E4-4735-B441-54E296E605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2268" y="1555481"/>
                  <a:ext cx="411859" cy="452437"/>
                </a:xfrm>
                <a:prstGeom prst="rect">
                  <a:avLst/>
                </a:prstGeom>
                <a:blipFill>
                  <a:blip r:embed="rId29"/>
                  <a:stretch>
                    <a:fillRect r="-95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文字方塊 212">
                  <a:extLst>
                    <a:ext uri="{FF2B5EF4-FFF2-40B4-BE49-F238E27FC236}">
                      <a16:creationId xmlns:a16="http://schemas.microsoft.com/office/drawing/2014/main" id="{6F76D634-24B5-4B81-891A-25B936FE3E82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0" cy="4302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3" name="文字方塊 212">
                  <a:extLst>
                    <a:ext uri="{FF2B5EF4-FFF2-40B4-BE49-F238E27FC236}">
                      <a16:creationId xmlns:a16="http://schemas.microsoft.com/office/drawing/2014/main" id="{6F76D634-24B5-4B81-891A-25B936FE3E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0" cy="430208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" name="圖片 12">
            <a:extLst>
              <a:ext uri="{FF2B5EF4-FFF2-40B4-BE49-F238E27FC236}">
                <a16:creationId xmlns:a16="http://schemas.microsoft.com/office/drawing/2014/main" id="{3A13C7FB-0A18-4A82-AFFF-81EBCBA5E1C9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03735" y="1890159"/>
            <a:ext cx="720000" cy="725496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1E6F8723-B360-42EC-8BD4-BF78924ACCB9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15247" y="5339486"/>
            <a:ext cx="720000" cy="72273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A7C00E6B-9B07-4B65-B901-9B8192BCED92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281064" y="4585799"/>
            <a:ext cx="720000" cy="722748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1ECDF624-4AA4-40C9-8E94-6CB3B6FFEFAB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474483" y="1890159"/>
            <a:ext cx="720000" cy="722738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8C3CF90A-798D-47E0-81AF-E4F08DF0734C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585995" y="5283295"/>
            <a:ext cx="720000" cy="725517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4BD65CC9-5234-4AA9-B570-48A795D74A86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525159" y="4585794"/>
            <a:ext cx="720000" cy="722759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2A8E4C92-A164-4072-B53A-7B281E146155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657464" y="4584415"/>
            <a:ext cx="720000" cy="7255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文字方塊 217">
                <a:extLst>
                  <a:ext uri="{FF2B5EF4-FFF2-40B4-BE49-F238E27FC236}">
                    <a16:creationId xmlns:a16="http://schemas.microsoft.com/office/drawing/2014/main" id="{773DF64D-ADE8-4134-9400-8477436DEDCB}"/>
                  </a:ext>
                </a:extLst>
              </p:cNvPr>
              <p:cNvSpPr txBox="1"/>
              <p:nvPr/>
            </p:nvSpPr>
            <p:spPr>
              <a:xfrm rot="5400000">
                <a:off x="5166408" y="1125182"/>
                <a:ext cx="3374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18" name="文字方塊 217">
                <a:extLst>
                  <a:ext uri="{FF2B5EF4-FFF2-40B4-BE49-F238E27FC236}">
                    <a16:creationId xmlns:a16="http://schemas.microsoft.com/office/drawing/2014/main" id="{773DF64D-ADE8-4134-9400-8477436DE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166408" y="1125182"/>
                <a:ext cx="337468" cy="307777"/>
              </a:xfrm>
              <a:prstGeom prst="rect">
                <a:avLst/>
              </a:prstGeom>
              <a:blipFill>
                <a:blip r:embed="rId38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文字方塊 218">
                <a:extLst>
                  <a:ext uri="{FF2B5EF4-FFF2-40B4-BE49-F238E27FC236}">
                    <a16:creationId xmlns:a16="http://schemas.microsoft.com/office/drawing/2014/main" id="{89127739-8860-4F4B-A45C-989B68CBCD71}"/>
                  </a:ext>
                </a:extLst>
              </p:cNvPr>
              <p:cNvSpPr txBox="1"/>
              <p:nvPr/>
            </p:nvSpPr>
            <p:spPr>
              <a:xfrm rot="5400000">
                <a:off x="1779363" y="1125182"/>
                <a:ext cx="33746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19" name="文字方塊 218">
                <a:extLst>
                  <a:ext uri="{FF2B5EF4-FFF2-40B4-BE49-F238E27FC236}">
                    <a16:creationId xmlns:a16="http://schemas.microsoft.com/office/drawing/2014/main" id="{89127739-8860-4F4B-A45C-989B68CBC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779363" y="1125182"/>
                <a:ext cx="337469" cy="307777"/>
              </a:xfrm>
              <a:prstGeom prst="rect">
                <a:avLst/>
              </a:prstGeom>
              <a:blipFill>
                <a:blip r:embed="rId39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0" name="直線接點 219">
            <a:extLst>
              <a:ext uri="{FF2B5EF4-FFF2-40B4-BE49-F238E27FC236}">
                <a16:creationId xmlns:a16="http://schemas.microsoft.com/office/drawing/2014/main" id="{5F032B72-F734-4A51-BBC4-DDF27A81BF08}"/>
              </a:ext>
            </a:extLst>
          </p:cNvPr>
          <p:cNvCxnSpPr>
            <a:cxnSpLocks/>
          </p:cNvCxnSpPr>
          <p:nvPr/>
        </p:nvCxnSpPr>
        <p:spPr>
          <a:xfrm flipV="1">
            <a:off x="8688327" y="3321493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4" name="直線接點 223">
            <a:extLst>
              <a:ext uri="{FF2B5EF4-FFF2-40B4-BE49-F238E27FC236}">
                <a16:creationId xmlns:a16="http://schemas.microsoft.com/office/drawing/2014/main" id="{478F1EE5-DCC0-43A4-9C86-3A56985A451A}"/>
              </a:ext>
            </a:extLst>
          </p:cNvPr>
          <p:cNvCxnSpPr>
            <a:cxnSpLocks/>
          </p:cNvCxnSpPr>
          <p:nvPr/>
        </p:nvCxnSpPr>
        <p:spPr>
          <a:xfrm>
            <a:off x="4088648" y="3428435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5" name="直線接點 224">
            <a:extLst>
              <a:ext uri="{FF2B5EF4-FFF2-40B4-BE49-F238E27FC236}">
                <a16:creationId xmlns:a16="http://schemas.microsoft.com/office/drawing/2014/main" id="{DFD685BB-19CE-40A9-AC8C-69D4A5307A02}"/>
              </a:ext>
            </a:extLst>
          </p:cNvPr>
          <p:cNvCxnSpPr>
            <a:cxnSpLocks/>
          </p:cNvCxnSpPr>
          <p:nvPr/>
        </p:nvCxnSpPr>
        <p:spPr>
          <a:xfrm>
            <a:off x="5185928" y="3757048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6" name="直線接點 225">
            <a:extLst>
              <a:ext uri="{FF2B5EF4-FFF2-40B4-BE49-F238E27FC236}">
                <a16:creationId xmlns:a16="http://schemas.microsoft.com/office/drawing/2014/main" id="{5A7A1085-33B7-4E18-87D2-7E2551B784C6}"/>
              </a:ext>
            </a:extLst>
          </p:cNvPr>
          <p:cNvCxnSpPr>
            <a:cxnSpLocks/>
          </p:cNvCxnSpPr>
          <p:nvPr/>
        </p:nvCxnSpPr>
        <p:spPr>
          <a:xfrm flipV="1">
            <a:off x="4194336" y="3642091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7" name="直線接點 226">
            <a:extLst>
              <a:ext uri="{FF2B5EF4-FFF2-40B4-BE49-F238E27FC236}">
                <a16:creationId xmlns:a16="http://schemas.microsoft.com/office/drawing/2014/main" id="{516526C4-0ADF-4995-9011-F8A37857A9AF}"/>
              </a:ext>
            </a:extLst>
          </p:cNvPr>
          <p:cNvCxnSpPr>
            <a:cxnSpLocks/>
          </p:cNvCxnSpPr>
          <p:nvPr/>
        </p:nvCxnSpPr>
        <p:spPr>
          <a:xfrm flipV="1">
            <a:off x="5381548" y="3306911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8" name="直線接點 227">
            <a:extLst>
              <a:ext uri="{FF2B5EF4-FFF2-40B4-BE49-F238E27FC236}">
                <a16:creationId xmlns:a16="http://schemas.microsoft.com/office/drawing/2014/main" id="{D42F555E-B91B-4B8E-B0E6-64587C4A9AB9}"/>
              </a:ext>
            </a:extLst>
          </p:cNvPr>
          <p:cNvCxnSpPr>
            <a:cxnSpLocks/>
          </p:cNvCxnSpPr>
          <p:nvPr/>
        </p:nvCxnSpPr>
        <p:spPr>
          <a:xfrm>
            <a:off x="804397" y="3423287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9" name="直線接點 228">
            <a:extLst>
              <a:ext uri="{FF2B5EF4-FFF2-40B4-BE49-F238E27FC236}">
                <a16:creationId xmlns:a16="http://schemas.microsoft.com/office/drawing/2014/main" id="{A4FFCB0D-29A7-4C96-AB16-28C5FE5FFB88}"/>
              </a:ext>
            </a:extLst>
          </p:cNvPr>
          <p:cNvCxnSpPr>
            <a:cxnSpLocks/>
          </p:cNvCxnSpPr>
          <p:nvPr/>
        </p:nvCxnSpPr>
        <p:spPr>
          <a:xfrm>
            <a:off x="1901677" y="3751900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0" name="直線接點 229">
            <a:extLst>
              <a:ext uri="{FF2B5EF4-FFF2-40B4-BE49-F238E27FC236}">
                <a16:creationId xmlns:a16="http://schemas.microsoft.com/office/drawing/2014/main" id="{6CFD0B98-B27C-4265-B406-8EEEBFEEAE5D}"/>
              </a:ext>
            </a:extLst>
          </p:cNvPr>
          <p:cNvCxnSpPr>
            <a:cxnSpLocks/>
          </p:cNvCxnSpPr>
          <p:nvPr/>
        </p:nvCxnSpPr>
        <p:spPr>
          <a:xfrm flipV="1">
            <a:off x="910085" y="3636943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1" name="直線接點 230">
            <a:extLst>
              <a:ext uri="{FF2B5EF4-FFF2-40B4-BE49-F238E27FC236}">
                <a16:creationId xmlns:a16="http://schemas.microsoft.com/office/drawing/2014/main" id="{40D857EB-AA24-42D0-8A60-CBF5B058C9D5}"/>
              </a:ext>
            </a:extLst>
          </p:cNvPr>
          <p:cNvCxnSpPr>
            <a:cxnSpLocks/>
          </p:cNvCxnSpPr>
          <p:nvPr/>
        </p:nvCxnSpPr>
        <p:spPr>
          <a:xfrm flipV="1">
            <a:off x="2097297" y="3301763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" name="圖片 2">
            <a:extLst>
              <a:ext uri="{FF2B5EF4-FFF2-40B4-BE49-F238E27FC236}">
                <a16:creationId xmlns:a16="http://schemas.microsoft.com/office/drawing/2014/main" id="{A5B694B5-2671-4525-BE8B-BB7C53A56A02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525159" y="3837443"/>
            <a:ext cx="720000" cy="72275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8F1C858-87D6-403C-BE32-9723465EECB7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657464" y="3837443"/>
            <a:ext cx="720000" cy="722759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BB3D1EC3-2647-41EF-B71C-33DE69FB5E39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657464" y="2717908"/>
            <a:ext cx="720000" cy="722759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1EB9F52A-320B-43CE-B90E-E1DF89B9341F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525159" y="2715133"/>
            <a:ext cx="720000" cy="728308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1D7C0C96-40AC-4F70-900C-840DA7649320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42127" y="3838822"/>
            <a:ext cx="720000" cy="72000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9EA1EA70-0FF0-4BA8-8DB1-B8291ECE7936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281064" y="2716518"/>
            <a:ext cx="720000" cy="725538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688B10A1-282E-422D-9BAA-7A060D7847FD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42127" y="2717908"/>
            <a:ext cx="720000" cy="7227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8642F152-82B9-4B7F-8DF8-1EE8A96BC6F3}"/>
                  </a:ext>
                </a:extLst>
              </p:cNvPr>
              <p:cNvSpPr txBox="1"/>
              <p:nvPr/>
            </p:nvSpPr>
            <p:spPr>
              <a:xfrm rot="5400000">
                <a:off x="5158470" y="1874483"/>
                <a:ext cx="3374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8642F152-82B9-4B7F-8DF8-1EE8A96BC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158470" y="1874483"/>
                <a:ext cx="337468" cy="307777"/>
              </a:xfrm>
              <a:prstGeom prst="rect">
                <a:avLst/>
              </a:prstGeom>
              <a:blipFill>
                <a:blip r:embed="rId38"/>
                <a:stretch>
                  <a:fillRect b="-16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37BB4CA6-D363-4A24-B696-9A405CAE8228}"/>
                  </a:ext>
                </a:extLst>
              </p:cNvPr>
              <p:cNvSpPr txBox="1"/>
              <p:nvPr/>
            </p:nvSpPr>
            <p:spPr>
              <a:xfrm rot="5400000">
                <a:off x="1771425" y="1874483"/>
                <a:ext cx="33746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37BB4CA6-D363-4A24-B696-9A405CAE8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771425" y="1874483"/>
                <a:ext cx="337469" cy="307777"/>
              </a:xfrm>
              <a:prstGeom prst="rect">
                <a:avLst/>
              </a:prstGeom>
              <a:blipFill>
                <a:blip r:embed="rId39"/>
                <a:stretch>
                  <a:fillRect b="-16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F1AB51B8-5A4C-411C-8DC2-0882D6F9FB91}"/>
                  </a:ext>
                </a:extLst>
              </p:cNvPr>
              <p:cNvSpPr txBox="1"/>
              <p:nvPr/>
            </p:nvSpPr>
            <p:spPr>
              <a:xfrm>
                <a:off x="7897980" y="2872307"/>
                <a:ext cx="7155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F1AB51B8-5A4C-411C-8DC2-0882D6F9F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980" y="2872307"/>
                <a:ext cx="715550" cy="307777"/>
              </a:xfrm>
              <a:prstGeom prst="rect">
                <a:avLst/>
              </a:prstGeom>
              <a:blipFill>
                <a:blip r:embed="rId47"/>
                <a:stretch>
                  <a:fillRect t="-101961" r="-39316" b="-1568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文字方塊 234">
                <a:extLst>
                  <a:ext uri="{FF2B5EF4-FFF2-40B4-BE49-F238E27FC236}">
                    <a16:creationId xmlns:a16="http://schemas.microsoft.com/office/drawing/2014/main" id="{5497085F-C42D-455A-BFA7-F2FD90CDCFF7}"/>
                  </a:ext>
                </a:extLst>
              </p:cNvPr>
              <p:cNvSpPr txBox="1"/>
              <p:nvPr/>
            </p:nvSpPr>
            <p:spPr>
              <a:xfrm>
                <a:off x="7849278" y="4008937"/>
                <a:ext cx="81295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5" name="文字方塊 234">
                <a:extLst>
                  <a:ext uri="{FF2B5EF4-FFF2-40B4-BE49-F238E27FC236}">
                    <a16:creationId xmlns:a16="http://schemas.microsoft.com/office/drawing/2014/main" id="{5497085F-C42D-455A-BFA7-F2FD90CDC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278" y="4008937"/>
                <a:ext cx="812954" cy="307777"/>
              </a:xfrm>
              <a:prstGeom prst="rect">
                <a:avLst/>
              </a:prstGeom>
              <a:blipFill>
                <a:blip r:embed="rId48"/>
                <a:stretch>
                  <a:fillRect t="-104000" r="-36842" b="-16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7358B035-09F8-42B3-B0B3-3E04673DAC92}"/>
                  </a:ext>
                </a:extLst>
              </p:cNvPr>
              <p:cNvSpPr txBox="1"/>
              <p:nvPr/>
            </p:nvSpPr>
            <p:spPr>
              <a:xfrm>
                <a:off x="4602330" y="2872307"/>
                <a:ext cx="7155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7358B035-09F8-42B3-B0B3-3E04673DA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330" y="2872307"/>
                <a:ext cx="715550" cy="307777"/>
              </a:xfrm>
              <a:prstGeom prst="rect">
                <a:avLst/>
              </a:prstGeom>
              <a:blipFill>
                <a:blip r:embed="rId47"/>
                <a:stretch>
                  <a:fillRect t="-101961" r="-39316" b="-1568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文字方塊 236">
                <a:extLst>
                  <a:ext uri="{FF2B5EF4-FFF2-40B4-BE49-F238E27FC236}">
                    <a16:creationId xmlns:a16="http://schemas.microsoft.com/office/drawing/2014/main" id="{CE380238-45B4-4C5B-950B-6E62FDA8D667}"/>
                  </a:ext>
                </a:extLst>
              </p:cNvPr>
              <p:cNvSpPr txBox="1"/>
              <p:nvPr/>
            </p:nvSpPr>
            <p:spPr>
              <a:xfrm>
                <a:off x="4553628" y="4008937"/>
                <a:ext cx="81295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7" name="文字方塊 236">
                <a:extLst>
                  <a:ext uri="{FF2B5EF4-FFF2-40B4-BE49-F238E27FC236}">
                    <a16:creationId xmlns:a16="http://schemas.microsoft.com/office/drawing/2014/main" id="{CE380238-45B4-4C5B-950B-6E62FDA8D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628" y="4008937"/>
                <a:ext cx="812954" cy="307777"/>
              </a:xfrm>
              <a:prstGeom prst="rect">
                <a:avLst/>
              </a:prstGeom>
              <a:blipFill>
                <a:blip r:embed="rId48"/>
                <a:stretch>
                  <a:fillRect t="-104000" r="-36842" b="-16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文字方塊 237">
                <a:extLst>
                  <a:ext uri="{FF2B5EF4-FFF2-40B4-BE49-F238E27FC236}">
                    <a16:creationId xmlns:a16="http://schemas.microsoft.com/office/drawing/2014/main" id="{F6EDA7E1-61F7-4D23-95A2-6E7D1C227A01}"/>
                  </a:ext>
                </a:extLst>
              </p:cNvPr>
              <p:cNvSpPr txBox="1"/>
              <p:nvPr/>
            </p:nvSpPr>
            <p:spPr>
              <a:xfrm>
                <a:off x="1287630" y="2853257"/>
                <a:ext cx="7155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8" name="文字方塊 237">
                <a:extLst>
                  <a:ext uri="{FF2B5EF4-FFF2-40B4-BE49-F238E27FC236}">
                    <a16:creationId xmlns:a16="http://schemas.microsoft.com/office/drawing/2014/main" id="{F6EDA7E1-61F7-4D23-95A2-6E7D1C227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630" y="2853257"/>
                <a:ext cx="715550" cy="307777"/>
              </a:xfrm>
              <a:prstGeom prst="rect">
                <a:avLst/>
              </a:prstGeom>
              <a:blipFill>
                <a:blip r:embed="rId49"/>
                <a:stretch>
                  <a:fillRect t="-101961" r="-38983" b="-1568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文字方塊 238">
                <a:extLst>
                  <a:ext uri="{FF2B5EF4-FFF2-40B4-BE49-F238E27FC236}">
                    <a16:creationId xmlns:a16="http://schemas.microsoft.com/office/drawing/2014/main" id="{A35343EC-E881-4F60-A9B7-1C43A71C9B21}"/>
                  </a:ext>
                </a:extLst>
              </p:cNvPr>
              <p:cNvSpPr txBox="1"/>
              <p:nvPr/>
            </p:nvSpPr>
            <p:spPr>
              <a:xfrm>
                <a:off x="1238928" y="3989887"/>
                <a:ext cx="81295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9" name="文字方塊 238">
                <a:extLst>
                  <a:ext uri="{FF2B5EF4-FFF2-40B4-BE49-F238E27FC236}">
                    <a16:creationId xmlns:a16="http://schemas.microsoft.com/office/drawing/2014/main" id="{A35343EC-E881-4F60-A9B7-1C43A71C9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928" y="3989887"/>
                <a:ext cx="812954" cy="307777"/>
              </a:xfrm>
              <a:prstGeom prst="rect">
                <a:avLst/>
              </a:prstGeom>
              <a:blipFill>
                <a:blip r:embed="rId50"/>
                <a:stretch>
                  <a:fillRect t="-104000" r="-36567" b="-16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文字方塊 239">
                <a:extLst>
                  <a:ext uri="{FF2B5EF4-FFF2-40B4-BE49-F238E27FC236}">
                    <a16:creationId xmlns:a16="http://schemas.microsoft.com/office/drawing/2014/main" id="{6E50ABED-3CF7-4457-A2E0-5412453C5B3B}"/>
                  </a:ext>
                </a:extLst>
              </p:cNvPr>
              <p:cNvSpPr txBox="1"/>
              <p:nvPr/>
            </p:nvSpPr>
            <p:spPr>
              <a:xfrm>
                <a:off x="4079106" y="869833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40" name="文字方塊 239">
                <a:extLst>
                  <a:ext uri="{FF2B5EF4-FFF2-40B4-BE49-F238E27FC236}">
                    <a16:creationId xmlns:a16="http://schemas.microsoft.com/office/drawing/2014/main" id="{6E50ABED-3CF7-4457-A2E0-5412453C5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106" y="869833"/>
                <a:ext cx="1673596" cy="276999"/>
              </a:xfrm>
              <a:prstGeom prst="rect">
                <a:avLst/>
              </a:prstGeom>
              <a:blipFill>
                <a:blip r:embed="rId5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文字方塊 240">
                <a:extLst>
                  <a:ext uri="{FF2B5EF4-FFF2-40B4-BE49-F238E27FC236}">
                    <a16:creationId xmlns:a16="http://schemas.microsoft.com/office/drawing/2014/main" id="{EA0688C9-41BB-43DC-B513-C08B8EDC10F5}"/>
                  </a:ext>
                </a:extLst>
              </p:cNvPr>
              <p:cNvSpPr txBox="1"/>
              <p:nvPr/>
            </p:nvSpPr>
            <p:spPr>
              <a:xfrm>
                <a:off x="3297550" y="356574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41" name="文字方塊 240">
                <a:extLst>
                  <a:ext uri="{FF2B5EF4-FFF2-40B4-BE49-F238E27FC236}">
                    <a16:creationId xmlns:a16="http://schemas.microsoft.com/office/drawing/2014/main" id="{EA0688C9-41BB-43DC-B513-C08B8EDC1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550" y="3565748"/>
                <a:ext cx="1150186" cy="276999"/>
              </a:xfrm>
              <a:prstGeom prst="rect">
                <a:avLst/>
              </a:prstGeom>
              <a:blipFill>
                <a:blip r:embed="rId5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文字方塊 241">
                <a:extLst>
                  <a:ext uri="{FF2B5EF4-FFF2-40B4-BE49-F238E27FC236}">
                    <a16:creationId xmlns:a16="http://schemas.microsoft.com/office/drawing/2014/main" id="{BDFCE3CF-2C28-412D-B59B-B6B4888018C8}"/>
                  </a:ext>
                </a:extLst>
              </p:cNvPr>
              <p:cNvSpPr txBox="1"/>
              <p:nvPr/>
            </p:nvSpPr>
            <p:spPr>
              <a:xfrm>
                <a:off x="5426853" y="1641925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42" name="文字方塊 241">
                <a:extLst>
                  <a:ext uri="{FF2B5EF4-FFF2-40B4-BE49-F238E27FC236}">
                    <a16:creationId xmlns:a16="http://schemas.microsoft.com/office/drawing/2014/main" id="{BDFCE3CF-2C28-412D-B59B-B6B488801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853" y="1641925"/>
                <a:ext cx="1150186" cy="276999"/>
              </a:xfrm>
              <a:prstGeom prst="rect">
                <a:avLst/>
              </a:prstGeom>
              <a:blipFill>
                <a:blip r:embed="rId5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文字方塊 242">
                <a:extLst>
                  <a:ext uri="{FF2B5EF4-FFF2-40B4-BE49-F238E27FC236}">
                    <a16:creationId xmlns:a16="http://schemas.microsoft.com/office/drawing/2014/main" id="{D8C049C0-6D75-41E5-9B22-9118D6B548C6}"/>
                  </a:ext>
                </a:extLst>
              </p:cNvPr>
              <p:cNvSpPr txBox="1"/>
              <p:nvPr/>
            </p:nvSpPr>
            <p:spPr>
              <a:xfrm>
                <a:off x="4386378" y="4249365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43" name="文字方塊 242">
                <a:extLst>
                  <a:ext uri="{FF2B5EF4-FFF2-40B4-BE49-F238E27FC236}">
                    <a16:creationId xmlns:a16="http://schemas.microsoft.com/office/drawing/2014/main" id="{D8C049C0-6D75-41E5-9B22-9118D6B54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378" y="4249365"/>
                <a:ext cx="1150186" cy="276999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文字方塊 243">
                <a:extLst>
                  <a:ext uri="{FF2B5EF4-FFF2-40B4-BE49-F238E27FC236}">
                    <a16:creationId xmlns:a16="http://schemas.microsoft.com/office/drawing/2014/main" id="{245912BE-E206-4BF3-93B8-11E626A4BB50}"/>
                  </a:ext>
                </a:extLst>
              </p:cNvPr>
              <p:cNvSpPr txBox="1"/>
              <p:nvPr/>
            </p:nvSpPr>
            <p:spPr>
              <a:xfrm>
                <a:off x="3372511" y="1630622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44" name="文字方塊 243">
                <a:extLst>
                  <a:ext uri="{FF2B5EF4-FFF2-40B4-BE49-F238E27FC236}">
                    <a16:creationId xmlns:a16="http://schemas.microsoft.com/office/drawing/2014/main" id="{245912BE-E206-4BF3-93B8-11E626A4B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511" y="1630622"/>
                <a:ext cx="1150186" cy="276999"/>
              </a:xfrm>
              <a:prstGeom prst="rect">
                <a:avLst/>
              </a:prstGeom>
              <a:blipFill>
                <a:blip r:embed="rId5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文字方塊 244">
                <a:extLst>
                  <a:ext uri="{FF2B5EF4-FFF2-40B4-BE49-F238E27FC236}">
                    <a16:creationId xmlns:a16="http://schemas.microsoft.com/office/drawing/2014/main" id="{2FF3C749-E29E-4C27-B124-778CB2D78130}"/>
                  </a:ext>
                </a:extLst>
              </p:cNvPr>
              <p:cNvSpPr txBox="1"/>
              <p:nvPr/>
            </p:nvSpPr>
            <p:spPr>
              <a:xfrm>
                <a:off x="5588809" y="3565748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45" name="文字方塊 244">
                <a:extLst>
                  <a:ext uri="{FF2B5EF4-FFF2-40B4-BE49-F238E27FC236}">
                    <a16:creationId xmlns:a16="http://schemas.microsoft.com/office/drawing/2014/main" id="{2FF3C749-E29E-4C27-B124-778CB2D78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809" y="3565748"/>
                <a:ext cx="988200" cy="276999"/>
              </a:xfrm>
              <a:prstGeom prst="rect">
                <a:avLst/>
              </a:prstGeom>
              <a:blipFill>
                <a:blip r:embed="rId56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文字方塊 245">
                <a:extLst>
                  <a:ext uri="{FF2B5EF4-FFF2-40B4-BE49-F238E27FC236}">
                    <a16:creationId xmlns:a16="http://schemas.microsoft.com/office/drawing/2014/main" id="{1326C99F-AF3B-4C58-B086-FD0FCF7C637A}"/>
                  </a:ext>
                </a:extLst>
              </p:cNvPr>
              <p:cNvSpPr txBox="1"/>
              <p:nvPr/>
            </p:nvSpPr>
            <p:spPr>
              <a:xfrm>
                <a:off x="744472" y="890014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46" name="文字方塊 245">
                <a:extLst>
                  <a:ext uri="{FF2B5EF4-FFF2-40B4-BE49-F238E27FC236}">
                    <a16:creationId xmlns:a16="http://schemas.microsoft.com/office/drawing/2014/main" id="{1326C99F-AF3B-4C58-B086-FD0FCF7C6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72" y="890014"/>
                <a:ext cx="1673596" cy="276999"/>
              </a:xfrm>
              <a:prstGeom prst="rect">
                <a:avLst/>
              </a:prstGeom>
              <a:blipFill>
                <a:blip r:embed="rId5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文字方塊 246">
                <a:extLst>
                  <a:ext uri="{FF2B5EF4-FFF2-40B4-BE49-F238E27FC236}">
                    <a16:creationId xmlns:a16="http://schemas.microsoft.com/office/drawing/2014/main" id="{0712B867-9BAD-48DD-AD73-97DCA1749098}"/>
                  </a:ext>
                </a:extLst>
              </p:cNvPr>
              <p:cNvSpPr txBox="1"/>
              <p:nvPr/>
            </p:nvSpPr>
            <p:spPr>
              <a:xfrm>
                <a:off x="-37084" y="3585929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47" name="文字方塊 246">
                <a:extLst>
                  <a:ext uri="{FF2B5EF4-FFF2-40B4-BE49-F238E27FC236}">
                    <a16:creationId xmlns:a16="http://schemas.microsoft.com/office/drawing/2014/main" id="{0712B867-9BAD-48DD-AD73-97DCA1749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084" y="3585929"/>
                <a:ext cx="1150186" cy="276999"/>
              </a:xfrm>
              <a:prstGeom prst="rect">
                <a:avLst/>
              </a:prstGeom>
              <a:blipFill>
                <a:blip r:embed="rId5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文字方塊 247">
                <a:extLst>
                  <a:ext uri="{FF2B5EF4-FFF2-40B4-BE49-F238E27FC236}">
                    <a16:creationId xmlns:a16="http://schemas.microsoft.com/office/drawing/2014/main" id="{77E833D1-FCC5-4D32-A8E8-FB11ABA5625B}"/>
                  </a:ext>
                </a:extLst>
              </p:cNvPr>
              <p:cNvSpPr txBox="1"/>
              <p:nvPr/>
            </p:nvSpPr>
            <p:spPr>
              <a:xfrm>
                <a:off x="2023394" y="166210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48" name="文字方塊 247">
                <a:extLst>
                  <a:ext uri="{FF2B5EF4-FFF2-40B4-BE49-F238E27FC236}">
                    <a16:creationId xmlns:a16="http://schemas.microsoft.com/office/drawing/2014/main" id="{77E833D1-FCC5-4D32-A8E8-FB11ABA56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394" y="1662106"/>
                <a:ext cx="1150186" cy="276999"/>
              </a:xfrm>
              <a:prstGeom prst="rect">
                <a:avLst/>
              </a:prstGeom>
              <a:blipFill>
                <a:blip r:embed="rId5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文字方塊 248">
                <a:extLst>
                  <a:ext uri="{FF2B5EF4-FFF2-40B4-BE49-F238E27FC236}">
                    <a16:creationId xmlns:a16="http://schemas.microsoft.com/office/drawing/2014/main" id="{16017E1C-D579-4096-B0F3-7A827B48B076}"/>
                  </a:ext>
                </a:extLst>
              </p:cNvPr>
              <p:cNvSpPr txBox="1"/>
              <p:nvPr/>
            </p:nvSpPr>
            <p:spPr>
              <a:xfrm>
                <a:off x="1051744" y="426954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49" name="文字方塊 248">
                <a:extLst>
                  <a:ext uri="{FF2B5EF4-FFF2-40B4-BE49-F238E27FC236}">
                    <a16:creationId xmlns:a16="http://schemas.microsoft.com/office/drawing/2014/main" id="{16017E1C-D579-4096-B0F3-7A827B48B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744" y="4269546"/>
                <a:ext cx="1150186" cy="276999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0" name="文字方塊 249">
                <a:extLst>
                  <a:ext uri="{FF2B5EF4-FFF2-40B4-BE49-F238E27FC236}">
                    <a16:creationId xmlns:a16="http://schemas.microsoft.com/office/drawing/2014/main" id="{630990CF-B849-4300-BE14-78B32D7A3BA8}"/>
                  </a:ext>
                </a:extLst>
              </p:cNvPr>
              <p:cNvSpPr txBox="1"/>
              <p:nvPr/>
            </p:nvSpPr>
            <p:spPr>
              <a:xfrm>
                <a:off x="37877" y="1650803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50" name="文字方塊 249">
                <a:extLst>
                  <a:ext uri="{FF2B5EF4-FFF2-40B4-BE49-F238E27FC236}">
                    <a16:creationId xmlns:a16="http://schemas.microsoft.com/office/drawing/2014/main" id="{630990CF-B849-4300-BE14-78B32D7A3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77" y="1650803"/>
                <a:ext cx="1150186" cy="276999"/>
              </a:xfrm>
              <a:prstGeom prst="rect">
                <a:avLst/>
              </a:prstGeom>
              <a:blipFill>
                <a:blip r:embed="rId6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文字方塊 250">
                <a:extLst>
                  <a:ext uri="{FF2B5EF4-FFF2-40B4-BE49-F238E27FC236}">
                    <a16:creationId xmlns:a16="http://schemas.microsoft.com/office/drawing/2014/main" id="{49E30C7E-3945-4A47-9BD6-A88D78A818AD}"/>
                  </a:ext>
                </a:extLst>
              </p:cNvPr>
              <p:cNvSpPr txBox="1"/>
              <p:nvPr/>
            </p:nvSpPr>
            <p:spPr>
              <a:xfrm>
                <a:off x="2185350" y="3585929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51" name="文字方塊 250">
                <a:extLst>
                  <a:ext uri="{FF2B5EF4-FFF2-40B4-BE49-F238E27FC236}">
                    <a16:creationId xmlns:a16="http://schemas.microsoft.com/office/drawing/2014/main" id="{49E30C7E-3945-4A47-9BD6-A88D78A81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5350" y="3585929"/>
                <a:ext cx="988200" cy="276999"/>
              </a:xfrm>
              <a:prstGeom prst="rect">
                <a:avLst/>
              </a:prstGeom>
              <a:blipFill>
                <a:blip r:embed="rId6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2" name="群組 251">
            <a:extLst>
              <a:ext uri="{FF2B5EF4-FFF2-40B4-BE49-F238E27FC236}">
                <a16:creationId xmlns:a16="http://schemas.microsoft.com/office/drawing/2014/main" id="{B9AE1348-1273-486A-91FB-8A1794FE9779}"/>
              </a:ext>
            </a:extLst>
          </p:cNvPr>
          <p:cNvGrpSpPr/>
          <p:nvPr/>
        </p:nvGrpSpPr>
        <p:grpSpPr>
          <a:xfrm>
            <a:off x="1316494" y="1160058"/>
            <a:ext cx="414111" cy="435433"/>
            <a:chOff x="7969706" y="-605877"/>
            <a:chExt cx="414111" cy="435433"/>
          </a:xfrm>
        </p:grpSpPr>
        <p:grpSp>
          <p:nvGrpSpPr>
            <p:cNvPr id="253" name="群組 252">
              <a:extLst>
                <a:ext uri="{FF2B5EF4-FFF2-40B4-BE49-F238E27FC236}">
                  <a16:creationId xmlns:a16="http://schemas.microsoft.com/office/drawing/2014/main" id="{E51DAF75-D8F6-4DFC-AB5A-1B26341F87C6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256" name="箭號: 向右 255">
                <a:extLst>
                  <a:ext uri="{FF2B5EF4-FFF2-40B4-BE49-F238E27FC236}">
                    <a16:creationId xmlns:a16="http://schemas.microsoft.com/office/drawing/2014/main" id="{A2F98A9B-7FFC-4754-A70C-52EADDC60530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箭號: 向右 256">
                <a:extLst>
                  <a:ext uri="{FF2B5EF4-FFF2-40B4-BE49-F238E27FC236}">
                    <a16:creationId xmlns:a16="http://schemas.microsoft.com/office/drawing/2014/main" id="{5AC55675-9778-4A83-A9D3-E54F643E84FA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文字方塊 253">
                  <a:extLst>
                    <a:ext uri="{FF2B5EF4-FFF2-40B4-BE49-F238E27FC236}">
                      <a16:creationId xmlns:a16="http://schemas.microsoft.com/office/drawing/2014/main" id="{2394287C-B45B-4A6B-9282-C11C21D86B5E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254" name="文字方塊 253">
                  <a:extLst>
                    <a:ext uri="{FF2B5EF4-FFF2-40B4-BE49-F238E27FC236}">
                      <a16:creationId xmlns:a16="http://schemas.microsoft.com/office/drawing/2014/main" id="{2394287C-B45B-4A6B-9282-C11C21D86B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文字方塊 254">
                  <a:extLst>
                    <a:ext uri="{FF2B5EF4-FFF2-40B4-BE49-F238E27FC236}">
                      <a16:creationId xmlns:a16="http://schemas.microsoft.com/office/drawing/2014/main" id="{3DBEDD92-0BF9-44D0-9A91-35B0FDC58D5A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255" name="文字方塊 254">
                  <a:extLst>
                    <a:ext uri="{FF2B5EF4-FFF2-40B4-BE49-F238E27FC236}">
                      <a16:creationId xmlns:a16="http://schemas.microsoft.com/office/drawing/2014/main" id="{3DBEDD92-0BF9-44D0-9A91-35B0FDC58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6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文字方塊 257">
                <a:extLst>
                  <a:ext uri="{FF2B5EF4-FFF2-40B4-BE49-F238E27FC236}">
                    <a16:creationId xmlns:a16="http://schemas.microsoft.com/office/drawing/2014/main" id="{B03F227D-ED65-4E1D-92A4-EE572E145EF0}"/>
                  </a:ext>
                </a:extLst>
              </p:cNvPr>
              <p:cNvSpPr txBox="1"/>
              <p:nvPr/>
            </p:nvSpPr>
            <p:spPr>
              <a:xfrm>
                <a:off x="1202561" y="1613361"/>
                <a:ext cx="612129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50" dirty="0"/>
              </a:p>
            </p:txBody>
          </p:sp>
        </mc:Choice>
        <mc:Fallback xmlns="">
          <p:sp>
            <p:nvSpPr>
              <p:cNvPr id="258" name="文字方塊 257">
                <a:extLst>
                  <a:ext uri="{FF2B5EF4-FFF2-40B4-BE49-F238E27FC236}">
                    <a16:creationId xmlns:a16="http://schemas.microsoft.com/office/drawing/2014/main" id="{B03F227D-ED65-4E1D-92A4-EE572E145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561" y="1613361"/>
                <a:ext cx="612129" cy="269304"/>
              </a:xfrm>
              <a:prstGeom prst="rect">
                <a:avLst/>
              </a:prstGeom>
              <a:blipFill>
                <a:blip r:embed="rId65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2" name="群組 271">
            <a:extLst>
              <a:ext uri="{FF2B5EF4-FFF2-40B4-BE49-F238E27FC236}">
                <a16:creationId xmlns:a16="http://schemas.microsoft.com/office/drawing/2014/main" id="{57F5F4FE-3EAD-4473-BD4C-B13C3EF062DC}"/>
              </a:ext>
            </a:extLst>
          </p:cNvPr>
          <p:cNvGrpSpPr/>
          <p:nvPr/>
        </p:nvGrpSpPr>
        <p:grpSpPr>
          <a:xfrm>
            <a:off x="1315816" y="1873334"/>
            <a:ext cx="414111" cy="435433"/>
            <a:chOff x="7969706" y="-605877"/>
            <a:chExt cx="414111" cy="435433"/>
          </a:xfrm>
        </p:grpSpPr>
        <p:grpSp>
          <p:nvGrpSpPr>
            <p:cNvPr id="273" name="群組 272">
              <a:extLst>
                <a:ext uri="{FF2B5EF4-FFF2-40B4-BE49-F238E27FC236}">
                  <a16:creationId xmlns:a16="http://schemas.microsoft.com/office/drawing/2014/main" id="{2DB31BC8-760F-46C1-9090-ADABE73F70E9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276" name="箭號: 向右 275">
                <a:extLst>
                  <a:ext uri="{FF2B5EF4-FFF2-40B4-BE49-F238E27FC236}">
                    <a16:creationId xmlns:a16="http://schemas.microsoft.com/office/drawing/2014/main" id="{F95823C5-EADC-4B91-8106-EEB5FD166408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77" name="箭號: 向右 276">
                <a:extLst>
                  <a:ext uri="{FF2B5EF4-FFF2-40B4-BE49-F238E27FC236}">
                    <a16:creationId xmlns:a16="http://schemas.microsoft.com/office/drawing/2014/main" id="{4A017E22-D99E-4954-90B0-5021CEE98B8D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文字方塊 273">
                  <a:extLst>
                    <a:ext uri="{FF2B5EF4-FFF2-40B4-BE49-F238E27FC236}">
                      <a16:creationId xmlns:a16="http://schemas.microsoft.com/office/drawing/2014/main" id="{DFC2BE80-A217-4DD9-9AE3-2D0223525422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274" name="文字方塊 273">
                  <a:extLst>
                    <a:ext uri="{FF2B5EF4-FFF2-40B4-BE49-F238E27FC236}">
                      <a16:creationId xmlns:a16="http://schemas.microsoft.com/office/drawing/2014/main" id="{DFC2BE80-A217-4DD9-9AE3-2D02235254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5" name="文字方塊 274">
                  <a:extLst>
                    <a:ext uri="{FF2B5EF4-FFF2-40B4-BE49-F238E27FC236}">
                      <a16:creationId xmlns:a16="http://schemas.microsoft.com/office/drawing/2014/main" id="{5EF9ACC8-920F-42A6-AA22-A0575344A195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275" name="文字方塊 274">
                  <a:extLst>
                    <a:ext uri="{FF2B5EF4-FFF2-40B4-BE49-F238E27FC236}">
                      <a16:creationId xmlns:a16="http://schemas.microsoft.com/office/drawing/2014/main" id="{5EF9ACC8-920F-42A6-AA22-A0575344A1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6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文字方塊 277">
                <a:extLst>
                  <a:ext uri="{FF2B5EF4-FFF2-40B4-BE49-F238E27FC236}">
                    <a16:creationId xmlns:a16="http://schemas.microsoft.com/office/drawing/2014/main" id="{AA3E0B0F-243A-4C81-B240-901EFD3B598B}"/>
                  </a:ext>
                </a:extLst>
              </p:cNvPr>
              <p:cNvSpPr txBox="1"/>
              <p:nvPr/>
            </p:nvSpPr>
            <p:spPr>
              <a:xfrm>
                <a:off x="1201883" y="2326637"/>
                <a:ext cx="612129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50" dirty="0"/>
              </a:p>
            </p:txBody>
          </p:sp>
        </mc:Choice>
        <mc:Fallback xmlns="">
          <p:sp>
            <p:nvSpPr>
              <p:cNvPr id="278" name="文字方塊 277">
                <a:extLst>
                  <a:ext uri="{FF2B5EF4-FFF2-40B4-BE49-F238E27FC236}">
                    <a16:creationId xmlns:a16="http://schemas.microsoft.com/office/drawing/2014/main" id="{AA3E0B0F-243A-4C81-B240-901EFD3B5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883" y="2326637"/>
                <a:ext cx="612129" cy="269304"/>
              </a:xfrm>
              <a:prstGeom prst="rect">
                <a:avLst/>
              </a:prstGeom>
              <a:blipFill>
                <a:blip r:embed="rId65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9" name="群組 278">
            <a:extLst>
              <a:ext uri="{FF2B5EF4-FFF2-40B4-BE49-F238E27FC236}">
                <a16:creationId xmlns:a16="http://schemas.microsoft.com/office/drawing/2014/main" id="{44B6BCCA-95E6-421B-8724-0D6773FD31F3}"/>
              </a:ext>
            </a:extLst>
          </p:cNvPr>
          <p:cNvGrpSpPr/>
          <p:nvPr/>
        </p:nvGrpSpPr>
        <p:grpSpPr>
          <a:xfrm>
            <a:off x="4697624" y="1170851"/>
            <a:ext cx="414111" cy="435433"/>
            <a:chOff x="7969706" y="-605877"/>
            <a:chExt cx="414111" cy="435433"/>
          </a:xfrm>
        </p:grpSpPr>
        <p:grpSp>
          <p:nvGrpSpPr>
            <p:cNvPr id="280" name="群組 279">
              <a:extLst>
                <a:ext uri="{FF2B5EF4-FFF2-40B4-BE49-F238E27FC236}">
                  <a16:creationId xmlns:a16="http://schemas.microsoft.com/office/drawing/2014/main" id="{800AF7AE-77B4-4EC7-8A46-C364AD40B274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283" name="箭號: 向右 282">
                <a:extLst>
                  <a:ext uri="{FF2B5EF4-FFF2-40B4-BE49-F238E27FC236}">
                    <a16:creationId xmlns:a16="http://schemas.microsoft.com/office/drawing/2014/main" id="{C2FF40A9-7D40-4897-9465-45B44E8F564A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84" name="箭號: 向右 283">
                <a:extLst>
                  <a:ext uri="{FF2B5EF4-FFF2-40B4-BE49-F238E27FC236}">
                    <a16:creationId xmlns:a16="http://schemas.microsoft.com/office/drawing/2014/main" id="{D9B4C911-7FB8-4E68-9CC6-CEB849873FEA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1" name="文字方塊 280">
                  <a:extLst>
                    <a:ext uri="{FF2B5EF4-FFF2-40B4-BE49-F238E27FC236}">
                      <a16:creationId xmlns:a16="http://schemas.microsoft.com/office/drawing/2014/main" id="{FD98747D-1F3A-4307-A453-217730AEC2AE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281" name="文字方塊 280">
                  <a:extLst>
                    <a:ext uri="{FF2B5EF4-FFF2-40B4-BE49-F238E27FC236}">
                      <a16:creationId xmlns:a16="http://schemas.microsoft.com/office/drawing/2014/main" id="{FD98747D-1F3A-4307-A453-217730AEC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2" name="文字方塊 281">
                  <a:extLst>
                    <a:ext uri="{FF2B5EF4-FFF2-40B4-BE49-F238E27FC236}">
                      <a16:creationId xmlns:a16="http://schemas.microsoft.com/office/drawing/2014/main" id="{89124D88-CD55-447F-8E41-A08E6CD241DA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282" name="文字方塊 281">
                  <a:extLst>
                    <a:ext uri="{FF2B5EF4-FFF2-40B4-BE49-F238E27FC236}">
                      <a16:creationId xmlns:a16="http://schemas.microsoft.com/office/drawing/2014/main" id="{89124D88-CD55-447F-8E41-A08E6CD241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4"/>
                  <a:stretch>
                    <a:fillRect r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文字方塊 284">
                <a:extLst>
                  <a:ext uri="{FF2B5EF4-FFF2-40B4-BE49-F238E27FC236}">
                    <a16:creationId xmlns:a16="http://schemas.microsoft.com/office/drawing/2014/main" id="{943CC52A-BDF9-4777-9E0D-06A90C476247}"/>
                  </a:ext>
                </a:extLst>
              </p:cNvPr>
              <p:cNvSpPr txBox="1"/>
              <p:nvPr/>
            </p:nvSpPr>
            <p:spPr>
              <a:xfrm>
                <a:off x="4583691" y="1624154"/>
                <a:ext cx="612129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50" dirty="0"/>
              </a:p>
            </p:txBody>
          </p:sp>
        </mc:Choice>
        <mc:Fallback xmlns="">
          <p:sp>
            <p:nvSpPr>
              <p:cNvPr id="285" name="文字方塊 284">
                <a:extLst>
                  <a:ext uri="{FF2B5EF4-FFF2-40B4-BE49-F238E27FC236}">
                    <a16:creationId xmlns:a16="http://schemas.microsoft.com/office/drawing/2014/main" id="{943CC52A-BDF9-4777-9E0D-06A90C476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691" y="1624154"/>
                <a:ext cx="612129" cy="269304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6" name="群組 285">
            <a:extLst>
              <a:ext uri="{FF2B5EF4-FFF2-40B4-BE49-F238E27FC236}">
                <a16:creationId xmlns:a16="http://schemas.microsoft.com/office/drawing/2014/main" id="{274932C5-31E5-4534-A7E9-FF9057DF752A}"/>
              </a:ext>
            </a:extLst>
          </p:cNvPr>
          <p:cNvGrpSpPr/>
          <p:nvPr/>
        </p:nvGrpSpPr>
        <p:grpSpPr>
          <a:xfrm>
            <a:off x="4696946" y="1884127"/>
            <a:ext cx="414111" cy="435433"/>
            <a:chOff x="7969706" y="-605877"/>
            <a:chExt cx="414111" cy="435433"/>
          </a:xfrm>
        </p:grpSpPr>
        <p:grpSp>
          <p:nvGrpSpPr>
            <p:cNvPr id="287" name="群組 286">
              <a:extLst>
                <a:ext uri="{FF2B5EF4-FFF2-40B4-BE49-F238E27FC236}">
                  <a16:creationId xmlns:a16="http://schemas.microsoft.com/office/drawing/2014/main" id="{C916D8E1-60D7-4512-9C33-15EF96695EB7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290" name="箭號: 向右 289">
                <a:extLst>
                  <a:ext uri="{FF2B5EF4-FFF2-40B4-BE49-F238E27FC236}">
                    <a16:creationId xmlns:a16="http://schemas.microsoft.com/office/drawing/2014/main" id="{74B67083-3D22-46D5-AF61-2A1291307197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91" name="箭號: 向右 290">
                <a:extLst>
                  <a:ext uri="{FF2B5EF4-FFF2-40B4-BE49-F238E27FC236}">
                    <a16:creationId xmlns:a16="http://schemas.microsoft.com/office/drawing/2014/main" id="{57F047F4-59C0-4D18-A4E0-1519AF50576A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8" name="文字方塊 287">
                  <a:extLst>
                    <a:ext uri="{FF2B5EF4-FFF2-40B4-BE49-F238E27FC236}">
                      <a16:creationId xmlns:a16="http://schemas.microsoft.com/office/drawing/2014/main" id="{8CB93847-B992-4915-815A-D0FA55BCF87E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288" name="文字方塊 287">
                  <a:extLst>
                    <a:ext uri="{FF2B5EF4-FFF2-40B4-BE49-F238E27FC236}">
                      <a16:creationId xmlns:a16="http://schemas.microsoft.com/office/drawing/2014/main" id="{8CB93847-B992-4915-815A-D0FA55BCF8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9" name="文字方塊 288">
                  <a:extLst>
                    <a:ext uri="{FF2B5EF4-FFF2-40B4-BE49-F238E27FC236}">
                      <a16:creationId xmlns:a16="http://schemas.microsoft.com/office/drawing/2014/main" id="{8C179A42-3334-4F23-9942-E20717503B08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289" name="文字方塊 288">
                  <a:extLst>
                    <a:ext uri="{FF2B5EF4-FFF2-40B4-BE49-F238E27FC236}">
                      <a16:creationId xmlns:a16="http://schemas.microsoft.com/office/drawing/2014/main" id="{8C179A42-3334-4F23-9942-E20717503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6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2" name="文字方塊 291">
                <a:extLst>
                  <a:ext uri="{FF2B5EF4-FFF2-40B4-BE49-F238E27FC236}">
                    <a16:creationId xmlns:a16="http://schemas.microsoft.com/office/drawing/2014/main" id="{62D8E2C0-AA0F-4FD2-96A6-D4B5BEB725EC}"/>
                  </a:ext>
                </a:extLst>
              </p:cNvPr>
              <p:cNvSpPr txBox="1"/>
              <p:nvPr/>
            </p:nvSpPr>
            <p:spPr>
              <a:xfrm>
                <a:off x="4583013" y="2337430"/>
                <a:ext cx="612129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50" dirty="0"/>
              </a:p>
            </p:txBody>
          </p:sp>
        </mc:Choice>
        <mc:Fallback xmlns="">
          <p:sp>
            <p:nvSpPr>
              <p:cNvPr id="292" name="文字方塊 291">
                <a:extLst>
                  <a:ext uri="{FF2B5EF4-FFF2-40B4-BE49-F238E27FC236}">
                    <a16:creationId xmlns:a16="http://schemas.microsoft.com/office/drawing/2014/main" id="{62D8E2C0-AA0F-4FD2-96A6-D4B5BEB72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013" y="2337430"/>
                <a:ext cx="612129" cy="269304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3" name="文字方塊 292">
            <a:extLst>
              <a:ext uri="{FF2B5EF4-FFF2-40B4-BE49-F238E27FC236}">
                <a16:creationId xmlns:a16="http://schemas.microsoft.com/office/drawing/2014/main" id="{9D5B2D67-C5D8-4EA9-84FA-63A7EB7FF906}"/>
              </a:ext>
            </a:extLst>
          </p:cNvPr>
          <p:cNvSpPr txBox="1"/>
          <p:nvPr/>
        </p:nvSpPr>
        <p:spPr>
          <a:xfrm>
            <a:off x="1926101" y="1112502"/>
            <a:ext cx="452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4" name="文字方塊 293">
            <a:extLst>
              <a:ext uri="{FF2B5EF4-FFF2-40B4-BE49-F238E27FC236}">
                <a16:creationId xmlns:a16="http://schemas.microsoft.com/office/drawing/2014/main" id="{DA282223-174D-495B-9C26-79E5E6E9501A}"/>
              </a:ext>
            </a:extLst>
          </p:cNvPr>
          <p:cNvSpPr txBox="1"/>
          <p:nvPr/>
        </p:nvSpPr>
        <p:spPr>
          <a:xfrm>
            <a:off x="1926101" y="1865842"/>
            <a:ext cx="452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5" name="文字方塊 314">
            <a:extLst>
              <a:ext uri="{FF2B5EF4-FFF2-40B4-BE49-F238E27FC236}">
                <a16:creationId xmlns:a16="http://schemas.microsoft.com/office/drawing/2014/main" id="{75A3EEB0-0E3A-4A90-9EDD-E1E7EC5E86A4}"/>
              </a:ext>
            </a:extLst>
          </p:cNvPr>
          <p:cNvSpPr txBox="1"/>
          <p:nvPr/>
        </p:nvSpPr>
        <p:spPr>
          <a:xfrm>
            <a:off x="5291323" y="1106708"/>
            <a:ext cx="452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6" name="文字方塊 315">
            <a:extLst>
              <a:ext uri="{FF2B5EF4-FFF2-40B4-BE49-F238E27FC236}">
                <a16:creationId xmlns:a16="http://schemas.microsoft.com/office/drawing/2014/main" id="{C41305C1-50F3-4337-887F-80D7833502C3}"/>
              </a:ext>
            </a:extLst>
          </p:cNvPr>
          <p:cNvSpPr txBox="1"/>
          <p:nvPr/>
        </p:nvSpPr>
        <p:spPr>
          <a:xfrm>
            <a:off x="5291323" y="1860048"/>
            <a:ext cx="452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534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矩形: 圓角 259">
            <a:extLst>
              <a:ext uri="{FF2B5EF4-FFF2-40B4-BE49-F238E27FC236}">
                <a16:creationId xmlns:a16="http://schemas.microsoft.com/office/drawing/2014/main" id="{0E98C710-0167-4CF6-97D2-0852B1B511ED}"/>
              </a:ext>
            </a:extLst>
          </p:cNvPr>
          <p:cNvSpPr/>
          <p:nvPr/>
        </p:nvSpPr>
        <p:spPr>
          <a:xfrm>
            <a:off x="3327780" y="51493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59" name="圖片 158">
            <a:extLst>
              <a:ext uri="{FF2B5EF4-FFF2-40B4-BE49-F238E27FC236}">
                <a16:creationId xmlns:a16="http://schemas.microsoft.com/office/drawing/2014/main" id="{010B618D-C7B8-4966-B550-CAFC99AC93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3464579" y="3845154"/>
            <a:ext cx="720000" cy="707337"/>
          </a:xfrm>
          <a:prstGeom prst="rect">
            <a:avLst/>
          </a:prstGeom>
        </p:spPr>
      </p:pic>
      <p:pic>
        <p:nvPicPr>
          <p:cNvPr id="160" name="圖片 159">
            <a:extLst>
              <a:ext uri="{FF2B5EF4-FFF2-40B4-BE49-F238E27FC236}">
                <a16:creationId xmlns:a16="http://schemas.microsoft.com/office/drawing/2014/main" id="{58AEA4B2-DBA9-448C-871D-785C7C3FFE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5667796" y="1968691"/>
            <a:ext cx="720000" cy="707337"/>
          </a:xfrm>
          <a:prstGeom prst="rect">
            <a:avLst/>
          </a:prstGeom>
        </p:spPr>
      </p:pic>
      <p:pic>
        <p:nvPicPr>
          <p:cNvPr id="162" name="圖片 161">
            <a:extLst>
              <a:ext uri="{FF2B5EF4-FFF2-40B4-BE49-F238E27FC236}">
                <a16:creationId xmlns:a16="http://schemas.microsoft.com/office/drawing/2014/main" id="{9D4E3A59-8198-486E-B672-5B9C7837C4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4604516" y="4554316"/>
            <a:ext cx="720000" cy="707337"/>
          </a:xfrm>
          <a:prstGeom prst="rect">
            <a:avLst/>
          </a:prstGeom>
        </p:spPr>
      </p:pic>
      <p:pic>
        <p:nvPicPr>
          <p:cNvPr id="158" name="圖片 157">
            <a:extLst>
              <a:ext uri="{FF2B5EF4-FFF2-40B4-BE49-F238E27FC236}">
                <a16:creationId xmlns:a16="http://schemas.microsoft.com/office/drawing/2014/main" id="{3AE67B08-D548-4643-9A9C-457A26C885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4493004" y="1158674"/>
            <a:ext cx="720000" cy="707337"/>
          </a:xfrm>
          <a:prstGeom prst="rect">
            <a:avLst/>
          </a:prstGeom>
        </p:spPr>
      </p:pic>
      <p:grpSp>
        <p:nvGrpSpPr>
          <p:cNvPr id="28" name="群組 27">
            <a:extLst>
              <a:ext uri="{FF2B5EF4-FFF2-40B4-BE49-F238E27FC236}">
                <a16:creationId xmlns:a16="http://schemas.microsoft.com/office/drawing/2014/main" id="{6C6461DF-8EE2-442E-8E34-03B34732ED50}"/>
              </a:ext>
            </a:extLst>
          </p:cNvPr>
          <p:cNvGrpSpPr/>
          <p:nvPr/>
        </p:nvGrpSpPr>
        <p:grpSpPr>
          <a:xfrm>
            <a:off x="4704536" y="1138626"/>
            <a:ext cx="414111" cy="435433"/>
            <a:chOff x="7969706" y="-605877"/>
            <a:chExt cx="414111" cy="435433"/>
          </a:xfrm>
        </p:grpSpPr>
        <p:grpSp>
          <p:nvGrpSpPr>
            <p:cNvPr id="191" name="群組 190">
              <a:extLst>
                <a:ext uri="{FF2B5EF4-FFF2-40B4-BE49-F238E27FC236}">
                  <a16:creationId xmlns:a16="http://schemas.microsoft.com/office/drawing/2014/main" id="{12A3856D-C8EE-4E5C-9371-C38BC0FAAC9C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194" name="箭號: 向右 193">
                <a:extLst>
                  <a:ext uri="{FF2B5EF4-FFF2-40B4-BE49-F238E27FC236}">
                    <a16:creationId xmlns:a16="http://schemas.microsoft.com/office/drawing/2014/main" id="{5A9976EA-DC90-4C92-81FF-F86EA39FDC9B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195" name="箭號: 向右 194">
                <a:extLst>
                  <a:ext uri="{FF2B5EF4-FFF2-40B4-BE49-F238E27FC236}">
                    <a16:creationId xmlns:a16="http://schemas.microsoft.com/office/drawing/2014/main" id="{916F6971-5A5A-43BC-B03E-319A01E3216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文字方塊 191">
                  <a:extLst>
                    <a:ext uri="{FF2B5EF4-FFF2-40B4-BE49-F238E27FC236}">
                      <a16:creationId xmlns:a16="http://schemas.microsoft.com/office/drawing/2014/main" id="{882169EE-BA39-4323-A236-BF2A8F339107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192" name="文字方塊 191">
                  <a:extLst>
                    <a:ext uri="{FF2B5EF4-FFF2-40B4-BE49-F238E27FC236}">
                      <a16:creationId xmlns:a16="http://schemas.microsoft.com/office/drawing/2014/main" id="{882169EE-BA39-4323-A236-BF2A8F3391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文字方塊 192">
                  <a:extLst>
                    <a:ext uri="{FF2B5EF4-FFF2-40B4-BE49-F238E27FC236}">
                      <a16:creationId xmlns:a16="http://schemas.microsoft.com/office/drawing/2014/main" id="{314BEA76-4D8E-4B0B-B6FB-45880D221837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193" name="文字方塊 192">
                  <a:extLst>
                    <a:ext uri="{FF2B5EF4-FFF2-40B4-BE49-F238E27FC236}">
                      <a16:creationId xmlns:a16="http://schemas.microsoft.com/office/drawing/2014/main" id="{314BEA76-4D8E-4B0B-B6FB-45880D2218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4014090" y="890014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090" y="890014"/>
                <a:ext cx="1673596" cy="276999"/>
              </a:xfrm>
              <a:prstGeom prst="rect">
                <a:avLst/>
              </a:prstGeom>
              <a:blipFill>
                <a:blip r:embed="rId5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3232534" y="3585929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534" y="3585929"/>
                <a:ext cx="1150186" cy="276999"/>
              </a:xfrm>
              <a:prstGeom prst="rect">
                <a:avLst/>
              </a:prstGeom>
              <a:blipFill>
                <a:blip r:embed="rId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5407312" y="166210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312" y="1662106"/>
                <a:ext cx="1150186" cy="276999"/>
              </a:xfrm>
              <a:prstGeom prst="rect">
                <a:avLst/>
              </a:prstGeom>
              <a:blipFill>
                <a:blip r:embed="rId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4368987" y="426954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987" y="4269546"/>
                <a:ext cx="1150186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" name="圖片 152">
            <a:extLst>
              <a:ext uri="{FF2B5EF4-FFF2-40B4-BE49-F238E27FC236}">
                <a16:creationId xmlns:a16="http://schemas.microsoft.com/office/drawing/2014/main" id="{E70F1D4D-A58E-4BD6-A8D5-405865F16C1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5230077" y="1130955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/>
              <p:nvPr/>
            </p:nvSpPr>
            <p:spPr>
              <a:xfrm rot="5400000">
                <a:off x="5122339" y="1503130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122339" y="1503130"/>
                <a:ext cx="399520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F57829FF-CD68-4562-AB59-154F24F908FA}"/>
              </a:ext>
            </a:extLst>
          </p:cNvPr>
          <p:cNvCxnSpPr>
            <a:cxnSpLocks/>
          </p:cNvCxnSpPr>
          <p:nvPr/>
        </p:nvCxnSpPr>
        <p:spPr>
          <a:xfrm>
            <a:off x="4111207" y="3443017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8EA3D37D-BFAA-448D-8EDF-6DD3156581A5}"/>
              </a:ext>
            </a:extLst>
          </p:cNvPr>
          <p:cNvCxnSpPr>
            <a:cxnSpLocks/>
          </p:cNvCxnSpPr>
          <p:nvPr/>
        </p:nvCxnSpPr>
        <p:spPr>
          <a:xfrm>
            <a:off x="5208487" y="3771630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直線接點 149">
            <a:extLst>
              <a:ext uri="{FF2B5EF4-FFF2-40B4-BE49-F238E27FC236}">
                <a16:creationId xmlns:a16="http://schemas.microsoft.com/office/drawing/2014/main" id="{DBE34094-4181-4370-ADC4-4716A25B3D7C}"/>
              </a:ext>
            </a:extLst>
          </p:cNvPr>
          <p:cNvCxnSpPr>
            <a:cxnSpLocks/>
          </p:cNvCxnSpPr>
          <p:nvPr/>
        </p:nvCxnSpPr>
        <p:spPr>
          <a:xfrm flipV="1">
            <a:off x="4216895" y="3656673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62" name="圖片 261">
            <a:extLst>
              <a:ext uri="{FF2B5EF4-FFF2-40B4-BE49-F238E27FC236}">
                <a16:creationId xmlns:a16="http://schemas.microsoft.com/office/drawing/2014/main" id="{904D4BA7-08D5-4063-939B-B758E739073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529"/>
          <a:stretch/>
        </p:blipFill>
        <p:spPr>
          <a:xfrm>
            <a:off x="4028824" y="192772"/>
            <a:ext cx="1975922" cy="497738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24C3C99A-98E5-47C9-AB15-672D015296A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67796" y="3840202"/>
            <a:ext cx="720000" cy="71724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C399EF3A-C961-4B18-B022-7DA8B40E37E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64579" y="1962359"/>
            <a:ext cx="720000" cy="72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5A878C86-D4DF-45C0-8C9D-1A1E9CBF2015}"/>
                  </a:ext>
                </a:extLst>
              </p:cNvPr>
              <p:cNvSpPr txBox="1"/>
              <p:nvPr/>
            </p:nvSpPr>
            <p:spPr>
              <a:xfrm>
                <a:off x="3307495" y="1650803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5A878C86-D4DF-45C0-8C9D-1A1E9CBF2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495" y="1650803"/>
                <a:ext cx="1150186" cy="276999"/>
              </a:xfrm>
              <a:prstGeom prst="rect">
                <a:avLst/>
              </a:prstGeom>
              <a:blipFill>
                <a:blip r:embed="rId1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B7CFAB37-E98B-4BFF-A8D8-CA5A27A2490F}"/>
                  </a:ext>
                </a:extLst>
              </p:cNvPr>
              <p:cNvSpPr txBox="1"/>
              <p:nvPr/>
            </p:nvSpPr>
            <p:spPr>
              <a:xfrm>
                <a:off x="5569268" y="3585929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B7CFAB37-E98B-4BFF-A8D8-CA5A27A24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268" y="3585929"/>
                <a:ext cx="988200" cy="276999"/>
              </a:xfrm>
              <a:prstGeom prst="rect">
                <a:avLst/>
              </a:prstGeom>
              <a:blipFill>
                <a:blip r:embed="rId1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9" name="圖片 138">
            <a:extLst>
              <a:ext uri="{FF2B5EF4-FFF2-40B4-BE49-F238E27FC236}">
                <a16:creationId xmlns:a16="http://schemas.microsoft.com/office/drawing/2014/main" id="{2134993D-BEE5-4E8C-87EB-C56955BDD63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40628" y="3153519"/>
            <a:ext cx="868304" cy="901700"/>
          </a:xfrm>
          <a:prstGeom prst="rect">
            <a:avLst/>
          </a:prstGeom>
        </p:spPr>
      </p:pic>
      <p:grpSp>
        <p:nvGrpSpPr>
          <p:cNvPr id="151" name="群組 150">
            <a:extLst>
              <a:ext uri="{FF2B5EF4-FFF2-40B4-BE49-F238E27FC236}">
                <a16:creationId xmlns:a16="http://schemas.microsoft.com/office/drawing/2014/main" id="{58DC3E75-BC7D-45BF-B332-38C4697E26D5}"/>
              </a:ext>
            </a:extLst>
          </p:cNvPr>
          <p:cNvGrpSpPr/>
          <p:nvPr/>
        </p:nvGrpSpPr>
        <p:grpSpPr>
          <a:xfrm>
            <a:off x="4604516" y="5282570"/>
            <a:ext cx="720000" cy="720000"/>
            <a:chOff x="801581" y="4966326"/>
            <a:chExt cx="1150186" cy="1150186"/>
          </a:xfrm>
        </p:grpSpPr>
        <p:sp>
          <p:nvSpPr>
            <p:cNvPr id="152" name="矩形: 圓角 151">
              <a:extLst>
                <a:ext uri="{FF2B5EF4-FFF2-40B4-BE49-F238E27FC236}">
                  <a16:creationId xmlns:a16="http://schemas.microsoft.com/office/drawing/2014/main" id="{B316BE28-DF79-4A1E-96F5-57A746729CA2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54" name="橢圓 153">
              <a:extLst>
                <a:ext uri="{FF2B5EF4-FFF2-40B4-BE49-F238E27FC236}">
                  <a16:creationId xmlns:a16="http://schemas.microsoft.com/office/drawing/2014/main" id="{45161E32-470A-4C1D-91BB-B6BAC65B70EB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61" name="橢圓 160">
              <a:extLst>
                <a:ext uri="{FF2B5EF4-FFF2-40B4-BE49-F238E27FC236}">
                  <a16:creationId xmlns:a16="http://schemas.microsoft.com/office/drawing/2014/main" id="{A4D03064-ED01-4136-8670-C5EF3FBF23C0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68" name="橢圓 167">
              <a:extLst>
                <a:ext uri="{FF2B5EF4-FFF2-40B4-BE49-F238E27FC236}">
                  <a16:creationId xmlns:a16="http://schemas.microsoft.com/office/drawing/2014/main" id="{46D68422-85E1-40BA-905A-A51DBDADA5D8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2" name="橢圓 171">
              <a:extLst>
                <a:ext uri="{FF2B5EF4-FFF2-40B4-BE49-F238E27FC236}">
                  <a16:creationId xmlns:a16="http://schemas.microsoft.com/office/drawing/2014/main" id="{D80540C1-F7C5-4E53-A66C-26A10E2E2FDB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3" name="橢圓 172">
              <a:extLst>
                <a:ext uri="{FF2B5EF4-FFF2-40B4-BE49-F238E27FC236}">
                  <a16:creationId xmlns:a16="http://schemas.microsoft.com/office/drawing/2014/main" id="{368162BB-8A34-471C-939A-37614C3D7910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4" name="橢圓 173">
              <a:extLst>
                <a:ext uri="{FF2B5EF4-FFF2-40B4-BE49-F238E27FC236}">
                  <a16:creationId xmlns:a16="http://schemas.microsoft.com/office/drawing/2014/main" id="{E962D529-EEA8-470E-B1E9-BB5861A8EF98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DC11DCA6-1303-4BAA-A9E9-3BF4391511B6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77" name="橢圓 176">
              <a:extLst>
                <a:ext uri="{FF2B5EF4-FFF2-40B4-BE49-F238E27FC236}">
                  <a16:creationId xmlns:a16="http://schemas.microsoft.com/office/drawing/2014/main" id="{8959A784-0883-4638-87C5-F0A0AB6D9ED5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8" name="等腰三角形 177">
              <a:extLst>
                <a:ext uri="{FF2B5EF4-FFF2-40B4-BE49-F238E27FC236}">
                  <a16:creationId xmlns:a16="http://schemas.microsoft.com/office/drawing/2014/main" id="{E0DF30EA-8CCE-4215-A2FA-F24F61EC45B3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9" name="等腰三角形 178">
              <a:extLst>
                <a:ext uri="{FF2B5EF4-FFF2-40B4-BE49-F238E27FC236}">
                  <a16:creationId xmlns:a16="http://schemas.microsoft.com/office/drawing/2014/main" id="{005B33D3-557C-4ABF-9FFC-6F4CF5E7525B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0" name="等腰三角形 179">
              <a:extLst>
                <a:ext uri="{FF2B5EF4-FFF2-40B4-BE49-F238E27FC236}">
                  <a16:creationId xmlns:a16="http://schemas.microsoft.com/office/drawing/2014/main" id="{FD6CFE3B-D598-42A2-A719-269ADB0B6606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1" name="等腰三角形 180">
              <a:extLst>
                <a:ext uri="{FF2B5EF4-FFF2-40B4-BE49-F238E27FC236}">
                  <a16:creationId xmlns:a16="http://schemas.microsoft.com/office/drawing/2014/main" id="{18B876A1-EC32-4417-978A-BD3B38390D6A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2" name="等腰三角形 181">
              <a:extLst>
                <a:ext uri="{FF2B5EF4-FFF2-40B4-BE49-F238E27FC236}">
                  <a16:creationId xmlns:a16="http://schemas.microsoft.com/office/drawing/2014/main" id="{52AEBE77-6734-4AF2-A16C-E332DEDD680B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3" name="等腰三角形 182">
              <a:extLst>
                <a:ext uri="{FF2B5EF4-FFF2-40B4-BE49-F238E27FC236}">
                  <a16:creationId xmlns:a16="http://schemas.microsoft.com/office/drawing/2014/main" id="{B7404FCA-D0F2-4E1A-A0D9-7B0585F250C1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4" name="等腰三角形 183">
              <a:extLst>
                <a:ext uri="{FF2B5EF4-FFF2-40B4-BE49-F238E27FC236}">
                  <a16:creationId xmlns:a16="http://schemas.microsoft.com/office/drawing/2014/main" id="{8A48DCE5-6457-4C5C-82D9-24518D44C341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5" name="等腰三角形 184">
              <a:extLst>
                <a:ext uri="{FF2B5EF4-FFF2-40B4-BE49-F238E27FC236}">
                  <a16:creationId xmlns:a16="http://schemas.microsoft.com/office/drawing/2014/main" id="{9A59E40B-D858-4FA5-9ED4-89634CC2E01D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186" name="群組 185">
            <a:extLst>
              <a:ext uri="{FF2B5EF4-FFF2-40B4-BE49-F238E27FC236}">
                <a16:creationId xmlns:a16="http://schemas.microsoft.com/office/drawing/2014/main" id="{65ADD714-A1DE-4641-9856-1FD80B885A86}"/>
              </a:ext>
            </a:extLst>
          </p:cNvPr>
          <p:cNvGrpSpPr/>
          <p:nvPr/>
        </p:nvGrpSpPr>
        <p:grpSpPr>
          <a:xfrm>
            <a:off x="5667796" y="2719287"/>
            <a:ext cx="720000" cy="720000"/>
            <a:chOff x="3463278" y="4507593"/>
            <a:chExt cx="1150186" cy="1150186"/>
          </a:xfrm>
        </p:grpSpPr>
        <p:sp>
          <p:nvSpPr>
            <p:cNvPr id="187" name="矩形: 圓角 186">
              <a:extLst>
                <a:ext uri="{FF2B5EF4-FFF2-40B4-BE49-F238E27FC236}">
                  <a16:creationId xmlns:a16="http://schemas.microsoft.com/office/drawing/2014/main" id="{47F12105-5737-48CA-BDB3-650EAEAE7303}"/>
                </a:ext>
              </a:extLst>
            </p:cNvPr>
            <p:cNvSpPr/>
            <p:nvPr/>
          </p:nvSpPr>
          <p:spPr>
            <a:xfrm>
              <a:off x="3463278" y="4507593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88" name="箭號: 左-右雙向 187">
              <a:extLst>
                <a:ext uri="{FF2B5EF4-FFF2-40B4-BE49-F238E27FC236}">
                  <a16:creationId xmlns:a16="http://schemas.microsoft.com/office/drawing/2014/main" id="{62396AA6-236C-474A-9586-0FDECFF8CB89}"/>
                </a:ext>
              </a:extLst>
            </p:cNvPr>
            <p:cNvSpPr/>
            <p:nvPr/>
          </p:nvSpPr>
          <p:spPr>
            <a:xfrm rot="5400000">
              <a:off x="3570206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89" name="箭號: 左-右雙向 188">
              <a:extLst>
                <a:ext uri="{FF2B5EF4-FFF2-40B4-BE49-F238E27FC236}">
                  <a16:creationId xmlns:a16="http://schemas.microsoft.com/office/drawing/2014/main" id="{38EF6431-60F9-491B-85FF-2F48C4D15660}"/>
                </a:ext>
              </a:extLst>
            </p:cNvPr>
            <p:cNvSpPr/>
            <p:nvPr/>
          </p:nvSpPr>
          <p:spPr>
            <a:xfrm rot="5400000">
              <a:off x="4288335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90" name="箭號: 左-右雙向 189">
              <a:extLst>
                <a:ext uri="{FF2B5EF4-FFF2-40B4-BE49-F238E27FC236}">
                  <a16:creationId xmlns:a16="http://schemas.microsoft.com/office/drawing/2014/main" id="{AA2BA15B-3977-44A2-97B0-61EC695CA12D}"/>
                </a:ext>
              </a:extLst>
            </p:cNvPr>
            <p:cNvSpPr/>
            <p:nvPr/>
          </p:nvSpPr>
          <p:spPr>
            <a:xfrm rot="5400000">
              <a:off x="3676376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96" name="箭號: 左-右雙向 195">
              <a:extLst>
                <a:ext uri="{FF2B5EF4-FFF2-40B4-BE49-F238E27FC236}">
                  <a16:creationId xmlns:a16="http://schemas.microsoft.com/office/drawing/2014/main" id="{45A2530F-0739-411F-BAAF-C1F166D03B56}"/>
                </a:ext>
              </a:extLst>
            </p:cNvPr>
            <p:cNvSpPr/>
            <p:nvPr/>
          </p:nvSpPr>
          <p:spPr>
            <a:xfrm rot="5400000">
              <a:off x="417391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97" name="箭號: 左-右雙向 196">
              <a:extLst>
                <a:ext uri="{FF2B5EF4-FFF2-40B4-BE49-F238E27FC236}">
                  <a16:creationId xmlns:a16="http://schemas.microsoft.com/office/drawing/2014/main" id="{BE63735A-4064-41B1-A32F-F68A0BC097F8}"/>
                </a:ext>
              </a:extLst>
            </p:cNvPr>
            <p:cNvSpPr/>
            <p:nvPr/>
          </p:nvSpPr>
          <p:spPr>
            <a:xfrm rot="5400000">
              <a:off x="367637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98" name="箭號: 左-右雙向 197">
              <a:extLst>
                <a:ext uri="{FF2B5EF4-FFF2-40B4-BE49-F238E27FC236}">
                  <a16:creationId xmlns:a16="http://schemas.microsoft.com/office/drawing/2014/main" id="{56F139DE-8B20-4363-B822-68D23D9998DF}"/>
                </a:ext>
              </a:extLst>
            </p:cNvPr>
            <p:cNvSpPr/>
            <p:nvPr/>
          </p:nvSpPr>
          <p:spPr>
            <a:xfrm rot="5400000">
              <a:off x="4173915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99" name="箭號: 左-右雙向 198">
              <a:extLst>
                <a:ext uri="{FF2B5EF4-FFF2-40B4-BE49-F238E27FC236}">
                  <a16:creationId xmlns:a16="http://schemas.microsoft.com/office/drawing/2014/main" id="{AEED60B2-087D-4647-BEA0-616684287D6C}"/>
                </a:ext>
              </a:extLst>
            </p:cNvPr>
            <p:cNvSpPr/>
            <p:nvPr/>
          </p:nvSpPr>
          <p:spPr>
            <a:xfrm rot="5400000">
              <a:off x="3919504" y="5364647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00" name="箭號: 左-右雙向 199">
              <a:extLst>
                <a:ext uri="{FF2B5EF4-FFF2-40B4-BE49-F238E27FC236}">
                  <a16:creationId xmlns:a16="http://schemas.microsoft.com/office/drawing/2014/main" id="{F75943E6-2957-4A78-BD04-D90381B1E2E8}"/>
                </a:ext>
              </a:extLst>
            </p:cNvPr>
            <p:cNvSpPr/>
            <p:nvPr/>
          </p:nvSpPr>
          <p:spPr>
            <a:xfrm rot="5400000">
              <a:off x="3919504" y="463290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201" name="群組 200">
            <a:extLst>
              <a:ext uri="{FF2B5EF4-FFF2-40B4-BE49-F238E27FC236}">
                <a16:creationId xmlns:a16="http://schemas.microsoft.com/office/drawing/2014/main" id="{B81E06F8-5AD5-43EE-ADF0-0DDBA61F6444}"/>
              </a:ext>
            </a:extLst>
          </p:cNvPr>
          <p:cNvGrpSpPr/>
          <p:nvPr/>
        </p:nvGrpSpPr>
        <p:grpSpPr>
          <a:xfrm>
            <a:off x="3464579" y="4587173"/>
            <a:ext cx="720000" cy="720000"/>
            <a:chOff x="389151" y="2161357"/>
            <a:chExt cx="1150186" cy="1150186"/>
          </a:xfrm>
        </p:grpSpPr>
        <p:sp>
          <p:nvSpPr>
            <p:cNvPr id="263" name="矩形: 圓角 262">
              <a:extLst>
                <a:ext uri="{FF2B5EF4-FFF2-40B4-BE49-F238E27FC236}">
                  <a16:creationId xmlns:a16="http://schemas.microsoft.com/office/drawing/2014/main" id="{6CFBE486-E0D2-4425-B336-7A0931988DFA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64" name="箭號: 左-右雙向 263">
              <a:extLst>
                <a:ext uri="{FF2B5EF4-FFF2-40B4-BE49-F238E27FC236}">
                  <a16:creationId xmlns:a16="http://schemas.microsoft.com/office/drawing/2014/main" id="{422DF8FB-0D8E-4B95-8656-00B475A136DD}"/>
                </a:ext>
              </a:extLst>
            </p:cNvPr>
            <p:cNvSpPr/>
            <p:nvPr/>
          </p:nvSpPr>
          <p:spPr>
            <a:xfrm rot="10800000">
              <a:off x="494862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65" name="箭號: 左-右雙向 264">
              <a:extLst>
                <a:ext uri="{FF2B5EF4-FFF2-40B4-BE49-F238E27FC236}">
                  <a16:creationId xmlns:a16="http://schemas.microsoft.com/office/drawing/2014/main" id="{3118E494-60F6-4A15-82C6-E92476F51E4F}"/>
                </a:ext>
              </a:extLst>
            </p:cNvPr>
            <p:cNvSpPr/>
            <p:nvPr/>
          </p:nvSpPr>
          <p:spPr>
            <a:xfrm rot="10800000">
              <a:off x="1212991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66" name="箭號: 左-右雙向 265">
              <a:extLst>
                <a:ext uri="{FF2B5EF4-FFF2-40B4-BE49-F238E27FC236}">
                  <a16:creationId xmlns:a16="http://schemas.microsoft.com/office/drawing/2014/main" id="{0C41AA46-B72F-41CA-8A3F-AFF136F4A829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67" name="箭號: 左-右雙向 266">
              <a:extLst>
                <a:ext uri="{FF2B5EF4-FFF2-40B4-BE49-F238E27FC236}">
                  <a16:creationId xmlns:a16="http://schemas.microsoft.com/office/drawing/2014/main" id="{6AF8B114-B09B-4AEC-950F-56629A264744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68" name="箭號: 左-右雙向 267">
              <a:extLst>
                <a:ext uri="{FF2B5EF4-FFF2-40B4-BE49-F238E27FC236}">
                  <a16:creationId xmlns:a16="http://schemas.microsoft.com/office/drawing/2014/main" id="{8306A892-BFAB-4FCD-8B76-FAC5FC631D8C}"/>
                </a:ext>
              </a:extLst>
            </p:cNvPr>
            <p:cNvSpPr/>
            <p:nvPr/>
          </p:nvSpPr>
          <p:spPr>
            <a:xfrm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69" name="箭號: 左-右雙向 268">
              <a:extLst>
                <a:ext uri="{FF2B5EF4-FFF2-40B4-BE49-F238E27FC236}">
                  <a16:creationId xmlns:a16="http://schemas.microsoft.com/office/drawing/2014/main" id="{FDC6628A-BF80-4C31-A220-8D07B0EA3B79}"/>
                </a:ext>
              </a:extLst>
            </p:cNvPr>
            <p:cNvSpPr/>
            <p:nvPr/>
          </p:nvSpPr>
          <p:spPr>
            <a:xfrm>
              <a:off x="1098571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70" name="箭號: 左-右雙向 269">
              <a:extLst>
                <a:ext uri="{FF2B5EF4-FFF2-40B4-BE49-F238E27FC236}">
                  <a16:creationId xmlns:a16="http://schemas.microsoft.com/office/drawing/2014/main" id="{8A96F8DF-1B22-4CD7-82AB-0F399D1845EE}"/>
                </a:ext>
              </a:extLst>
            </p:cNvPr>
            <p:cNvSpPr/>
            <p:nvPr/>
          </p:nvSpPr>
          <p:spPr>
            <a:xfrm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71" name="箭號: 左-右雙向 270">
              <a:extLst>
                <a:ext uri="{FF2B5EF4-FFF2-40B4-BE49-F238E27FC236}">
                  <a16:creationId xmlns:a16="http://schemas.microsoft.com/office/drawing/2014/main" id="{3D6C54FF-BC72-41C5-92BB-454D2B038313}"/>
                </a:ext>
              </a:extLst>
            </p:cNvPr>
            <p:cNvSpPr/>
            <p:nvPr/>
          </p:nvSpPr>
          <p:spPr>
            <a:xfrm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295" name="群組 294">
            <a:extLst>
              <a:ext uri="{FF2B5EF4-FFF2-40B4-BE49-F238E27FC236}">
                <a16:creationId xmlns:a16="http://schemas.microsoft.com/office/drawing/2014/main" id="{CA018554-7913-4843-AA28-406D72C6461F}"/>
              </a:ext>
            </a:extLst>
          </p:cNvPr>
          <p:cNvGrpSpPr/>
          <p:nvPr/>
        </p:nvGrpSpPr>
        <p:grpSpPr>
          <a:xfrm>
            <a:off x="3464579" y="2719287"/>
            <a:ext cx="720000" cy="720000"/>
            <a:chOff x="389151" y="2161357"/>
            <a:chExt cx="1150186" cy="1150186"/>
          </a:xfrm>
        </p:grpSpPr>
        <p:sp>
          <p:nvSpPr>
            <p:cNvPr id="296" name="矩形: 圓角 295">
              <a:extLst>
                <a:ext uri="{FF2B5EF4-FFF2-40B4-BE49-F238E27FC236}">
                  <a16:creationId xmlns:a16="http://schemas.microsoft.com/office/drawing/2014/main" id="{8077FE78-98AD-42FC-890B-E9018136394E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97" name="箭號: 左-右雙向 296">
              <a:extLst>
                <a:ext uri="{FF2B5EF4-FFF2-40B4-BE49-F238E27FC236}">
                  <a16:creationId xmlns:a16="http://schemas.microsoft.com/office/drawing/2014/main" id="{E3698EB3-BA03-4A6B-B900-26E21EC03C01}"/>
                </a:ext>
              </a:extLst>
            </p:cNvPr>
            <p:cNvSpPr/>
            <p:nvPr/>
          </p:nvSpPr>
          <p:spPr>
            <a:xfrm rot="2700000">
              <a:off x="494863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98" name="箭號: 左-右雙向 297">
              <a:extLst>
                <a:ext uri="{FF2B5EF4-FFF2-40B4-BE49-F238E27FC236}">
                  <a16:creationId xmlns:a16="http://schemas.microsoft.com/office/drawing/2014/main" id="{DD2D6B96-8256-4A1C-9910-7999D285A401}"/>
                </a:ext>
              </a:extLst>
            </p:cNvPr>
            <p:cNvSpPr/>
            <p:nvPr/>
          </p:nvSpPr>
          <p:spPr>
            <a:xfrm rot="2700000">
              <a:off x="1212991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99" name="箭號: 左-右雙向 298">
              <a:extLst>
                <a:ext uri="{FF2B5EF4-FFF2-40B4-BE49-F238E27FC236}">
                  <a16:creationId xmlns:a16="http://schemas.microsoft.com/office/drawing/2014/main" id="{31B4718A-1161-4CD4-B428-4752A3D3C2BE}"/>
                </a:ext>
              </a:extLst>
            </p:cNvPr>
            <p:cNvSpPr/>
            <p:nvPr/>
          </p:nvSpPr>
          <p:spPr>
            <a:xfrm rot="27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0" name="箭號: 左-右雙向 299">
              <a:extLst>
                <a:ext uri="{FF2B5EF4-FFF2-40B4-BE49-F238E27FC236}">
                  <a16:creationId xmlns:a16="http://schemas.microsoft.com/office/drawing/2014/main" id="{A12A80ED-0212-4ED3-88FA-0EA1BA3695A4}"/>
                </a:ext>
              </a:extLst>
            </p:cNvPr>
            <p:cNvSpPr/>
            <p:nvPr/>
          </p:nvSpPr>
          <p:spPr>
            <a:xfrm rot="27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1" name="箭號: 左-右雙向 300">
              <a:extLst>
                <a:ext uri="{FF2B5EF4-FFF2-40B4-BE49-F238E27FC236}">
                  <a16:creationId xmlns:a16="http://schemas.microsoft.com/office/drawing/2014/main" id="{88571464-6C46-4AEA-A60C-A3CDF51593FB}"/>
                </a:ext>
              </a:extLst>
            </p:cNvPr>
            <p:cNvSpPr/>
            <p:nvPr/>
          </p:nvSpPr>
          <p:spPr>
            <a:xfrm rot="2700000"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302" name="箭號: 左-右雙向 301">
              <a:extLst>
                <a:ext uri="{FF2B5EF4-FFF2-40B4-BE49-F238E27FC236}">
                  <a16:creationId xmlns:a16="http://schemas.microsoft.com/office/drawing/2014/main" id="{BA48A871-2320-4FBF-AC5B-D4004133C815}"/>
                </a:ext>
              </a:extLst>
            </p:cNvPr>
            <p:cNvSpPr/>
            <p:nvPr/>
          </p:nvSpPr>
          <p:spPr>
            <a:xfrm rot="2700000">
              <a:off x="109857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3" name="箭號: 左-右雙向 302">
              <a:extLst>
                <a:ext uri="{FF2B5EF4-FFF2-40B4-BE49-F238E27FC236}">
                  <a16:creationId xmlns:a16="http://schemas.microsoft.com/office/drawing/2014/main" id="{DA445C6C-D601-419E-9742-B9D97AE0D1A6}"/>
                </a:ext>
              </a:extLst>
            </p:cNvPr>
            <p:cNvSpPr/>
            <p:nvPr/>
          </p:nvSpPr>
          <p:spPr>
            <a:xfrm rot="2700000"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4" name="箭號: 左-右雙向 303">
              <a:extLst>
                <a:ext uri="{FF2B5EF4-FFF2-40B4-BE49-F238E27FC236}">
                  <a16:creationId xmlns:a16="http://schemas.microsoft.com/office/drawing/2014/main" id="{A8F12E58-5D69-41C2-9423-26B0A5BDD497}"/>
                </a:ext>
              </a:extLst>
            </p:cNvPr>
            <p:cNvSpPr/>
            <p:nvPr/>
          </p:nvSpPr>
          <p:spPr>
            <a:xfrm rot="2700000"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305" name="群組 304">
            <a:extLst>
              <a:ext uri="{FF2B5EF4-FFF2-40B4-BE49-F238E27FC236}">
                <a16:creationId xmlns:a16="http://schemas.microsoft.com/office/drawing/2014/main" id="{060CF5B3-237B-468F-A0F8-89032EF314B0}"/>
              </a:ext>
            </a:extLst>
          </p:cNvPr>
          <p:cNvGrpSpPr/>
          <p:nvPr/>
        </p:nvGrpSpPr>
        <p:grpSpPr>
          <a:xfrm>
            <a:off x="5667796" y="4587173"/>
            <a:ext cx="720000" cy="720000"/>
            <a:chOff x="389151" y="2161357"/>
            <a:chExt cx="1150186" cy="1150186"/>
          </a:xfrm>
        </p:grpSpPr>
        <p:sp>
          <p:nvSpPr>
            <p:cNvPr id="306" name="矩形: 圓角 305">
              <a:extLst>
                <a:ext uri="{FF2B5EF4-FFF2-40B4-BE49-F238E27FC236}">
                  <a16:creationId xmlns:a16="http://schemas.microsoft.com/office/drawing/2014/main" id="{F8B5D415-46CC-41C8-95D1-0BCD7F4283AB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307" name="箭號: 左-右雙向 306">
              <a:extLst>
                <a:ext uri="{FF2B5EF4-FFF2-40B4-BE49-F238E27FC236}">
                  <a16:creationId xmlns:a16="http://schemas.microsoft.com/office/drawing/2014/main" id="{85CB28F0-F2A3-45FB-9839-A0EE3F0E96BA}"/>
                </a:ext>
              </a:extLst>
            </p:cNvPr>
            <p:cNvSpPr/>
            <p:nvPr/>
          </p:nvSpPr>
          <p:spPr>
            <a:xfrm rot="18900000">
              <a:off x="494863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308" name="箭號: 左-右雙向 307">
              <a:extLst>
                <a:ext uri="{FF2B5EF4-FFF2-40B4-BE49-F238E27FC236}">
                  <a16:creationId xmlns:a16="http://schemas.microsoft.com/office/drawing/2014/main" id="{CBD7F2DF-E887-4C52-AD78-8206B3F1459B}"/>
                </a:ext>
              </a:extLst>
            </p:cNvPr>
            <p:cNvSpPr/>
            <p:nvPr/>
          </p:nvSpPr>
          <p:spPr>
            <a:xfrm rot="18900000">
              <a:off x="1212991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9" name="箭號: 左-右雙向 308">
              <a:extLst>
                <a:ext uri="{FF2B5EF4-FFF2-40B4-BE49-F238E27FC236}">
                  <a16:creationId xmlns:a16="http://schemas.microsoft.com/office/drawing/2014/main" id="{E9A6D9D6-D717-41E7-BEB2-B15CBE4EA84E}"/>
                </a:ext>
              </a:extLst>
            </p:cNvPr>
            <p:cNvSpPr/>
            <p:nvPr/>
          </p:nvSpPr>
          <p:spPr>
            <a:xfrm rot="189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10" name="箭號: 左-右雙向 309">
              <a:extLst>
                <a:ext uri="{FF2B5EF4-FFF2-40B4-BE49-F238E27FC236}">
                  <a16:creationId xmlns:a16="http://schemas.microsoft.com/office/drawing/2014/main" id="{D6EFB147-A32A-4FC2-885E-9D51CE864837}"/>
                </a:ext>
              </a:extLst>
            </p:cNvPr>
            <p:cNvSpPr/>
            <p:nvPr/>
          </p:nvSpPr>
          <p:spPr>
            <a:xfrm rot="189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11" name="箭號: 左-右雙向 310">
              <a:extLst>
                <a:ext uri="{FF2B5EF4-FFF2-40B4-BE49-F238E27FC236}">
                  <a16:creationId xmlns:a16="http://schemas.microsoft.com/office/drawing/2014/main" id="{7F7E7055-C633-456D-9778-8DE80316532D}"/>
                </a:ext>
              </a:extLst>
            </p:cNvPr>
            <p:cNvSpPr/>
            <p:nvPr/>
          </p:nvSpPr>
          <p:spPr>
            <a:xfrm rot="18900000"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312" name="箭號: 左-右雙向 311">
              <a:extLst>
                <a:ext uri="{FF2B5EF4-FFF2-40B4-BE49-F238E27FC236}">
                  <a16:creationId xmlns:a16="http://schemas.microsoft.com/office/drawing/2014/main" id="{72B4C468-664C-438E-B2B7-780AE2DB1E5A}"/>
                </a:ext>
              </a:extLst>
            </p:cNvPr>
            <p:cNvSpPr/>
            <p:nvPr/>
          </p:nvSpPr>
          <p:spPr>
            <a:xfrm rot="18900000">
              <a:off x="109857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13" name="箭號: 左-右雙向 312">
              <a:extLst>
                <a:ext uri="{FF2B5EF4-FFF2-40B4-BE49-F238E27FC236}">
                  <a16:creationId xmlns:a16="http://schemas.microsoft.com/office/drawing/2014/main" id="{9415F1B4-567F-4F1C-9D37-F964AA7DC3D3}"/>
                </a:ext>
              </a:extLst>
            </p:cNvPr>
            <p:cNvSpPr/>
            <p:nvPr/>
          </p:nvSpPr>
          <p:spPr>
            <a:xfrm rot="18900000"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14" name="箭號: 左-右雙向 313">
              <a:extLst>
                <a:ext uri="{FF2B5EF4-FFF2-40B4-BE49-F238E27FC236}">
                  <a16:creationId xmlns:a16="http://schemas.microsoft.com/office/drawing/2014/main" id="{543AB9EE-EB52-406C-8D26-00677B4BF136}"/>
                </a:ext>
              </a:extLst>
            </p:cNvPr>
            <p:cNvSpPr/>
            <p:nvPr/>
          </p:nvSpPr>
          <p:spPr>
            <a:xfrm rot="18900000"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/>
              <p:nvPr/>
            </p:nvSpPr>
            <p:spPr>
              <a:xfrm>
                <a:off x="4590603" y="1591929"/>
                <a:ext cx="6121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400" dirty="0"/>
              </a:p>
            </p:txBody>
          </p:sp>
        </mc:Choice>
        <mc:Fallback xmlns="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603" y="1591929"/>
                <a:ext cx="612129" cy="307777"/>
              </a:xfrm>
              <a:prstGeom prst="rect">
                <a:avLst/>
              </a:prstGeom>
              <a:blipFill>
                <a:blip r:embed="rId17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7" name="群組 156">
            <a:extLst>
              <a:ext uri="{FF2B5EF4-FFF2-40B4-BE49-F238E27FC236}">
                <a16:creationId xmlns:a16="http://schemas.microsoft.com/office/drawing/2014/main" id="{C76AB8B2-5724-4497-91CB-1714340FDF32}"/>
              </a:ext>
            </a:extLst>
          </p:cNvPr>
          <p:cNvGrpSpPr/>
          <p:nvPr/>
        </p:nvGrpSpPr>
        <p:grpSpPr>
          <a:xfrm>
            <a:off x="4493004" y="1890159"/>
            <a:ext cx="720000" cy="720000"/>
            <a:chOff x="3481679" y="1553308"/>
            <a:chExt cx="1150186" cy="1150186"/>
          </a:xfrm>
        </p:grpSpPr>
        <p:sp>
          <p:nvSpPr>
            <p:cNvPr id="163" name="矩形: 圓角 162">
              <a:extLst>
                <a:ext uri="{FF2B5EF4-FFF2-40B4-BE49-F238E27FC236}">
                  <a16:creationId xmlns:a16="http://schemas.microsoft.com/office/drawing/2014/main" id="{0A3F81C3-849F-4550-A4DC-1C7614DA094B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F1CB8B88-9C08-4CED-B6CB-54DA771EEDBC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65" name="橢圓 164">
              <a:extLst>
                <a:ext uri="{FF2B5EF4-FFF2-40B4-BE49-F238E27FC236}">
                  <a16:creationId xmlns:a16="http://schemas.microsoft.com/office/drawing/2014/main" id="{4B4577C5-D8DD-4596-B5E8-15BD43C436EE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42E7CC52-CAE4-49A0-80DA-5401A2819C3F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67" name="橢圓 166">
              <a:extLst>
                <a:ext uri="{FF2B5EF4-FFF2-40B4-BE49-F238E27FC236}">
                  <a16:creationId xmlns:a16="http://schemas.microsoft.com/office/drawing/2014/main" id="{A0B1F999-C95E-4DBD-A56B-CF7ACA5874D9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69" name="橢圓 168">
              <a:extLst>
                <a:ext uri="{FF2B5EF4-FFF2-40B4-BE49-F238E27FC236}">
                  <a16:creationId xmlns:a16="http://schemas.microsoft.com/office/drawing/2014/main" id="{2FA522DF-585E-46CF-9084-38B402BEFE81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70" name="橢圓 169">
              <a:extLst>
                <a:ext uri="{FF2B5EF4-FFF2-40B4-BE49-F238E27FC236}">
                  <a16:creationId xmlns:a16="http://schemas.microsoft.com/office/drawing/2014/main" id="{2FEF2423-3D88-40FD-99EF-9D23AF41CA42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71" name="橢圓 170">
              <a:extLst>
                <a:ext uri="{FF2B5EF4-FFF2-40B4-BE49-F238E27FC236}">
                  <a16:creationId xmlns:a16="http://schemas.microsoft.com/office/drawing/2014/main" id="{2B11985A-1A08-4DF2-87BD-86636E726853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202" name="橢圓 201">
              <a:extLst>
                <a:ext uri="{FF2B5EF4-FFF2-40B4-BE49-F238E27FC236}">
                  <a16:creationId xmlns:a16="http://schemas.microsoft.com/office/drawing/2014/main" id="{109AA45A-5215-4775-A673-D93E8EDA96CD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3" name="等腰三角形 202">
              <a:extLst>
                <a:ext uri="{FF2B5EF4-FFF2-40B4-BE49-F238E27FC236}">
                  <a16:creationId xmlns:a16="http://schemas.microsoft.com/office/drawing/2014/main" id="{10F3EEAF-F659-471B-AF1B-8E7ADCC08294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4" name="等腰三角形 203">
              <a:extLst>
                <a:ext uri="{FF2B5EF4-FFF2-40B4-BE49-F238E27FC236}">
                  <a16:creationId xmlns:a16="http://schemas.microsoft.com/office/drawing/2014/main" id="{42106B5A-376D-4820-B0B1-25625834A793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5" name="等腰三角形 204">
              <a:extLst>
                <a:ext uri="{FF2B5EF4-FFF2-40B4-BE49-F238E27FC236}">
                  <a16:creationId xmlns:a16="http://schemas.microsoft.com/office/drawing/2014/main" id="{36D5C360-15D9-4A52-8135-D7D944FA42BA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6" name="等腰三角形 205">
              <a:extLst>
                <a:ext uri="{FF2B5EF4-FFF2-40B4-BE49-F238E27FC236}">
                  <a16:creationId xmlns:a16="http://schemas.microsoft.com/office/drawing/2014/main" id="{495C52EC-DA23-4B76-A803-FFD2FFC71BC7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7" name="等腰三角形 206">
              <a:extLst>
                <a:ext uri="{FF2B5EF4-FFF2-40B4-BE49-F238E27FC236}">
                  <a16:creationId xmlns:a16="http://schemas.microsoft.com/office/drawing/2014/main" id="{3004AA87-3ECC-47D2-8AEE-EEC82CF7CA59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8" name="等腰三角形 207">
              <a:extLst>
                <a:ext uri="{FF2B5EF4-FFF2-40B4-BE49-F238E27FC236}">
                  <a16:creationId xmlns:a16="http://schemas.microsoft.com/office/drawing/2014/main" id="{B07827DB-7159-4A06-9D86-03A9B74C89E2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9" name="等腰三角形 208">
              <a:extLst>
                <a:ext uri="{FF2B5EF4-FFF2-40B4-BE49-F238E27FC236}">
                  <a16:creationId xmlns:a16="http://schemas.microsoft.com/office/drawing/2014/main" id="{B01622FE-AA68-4276-A9DE-D89C299881A3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10" name="等腰三角形 209">
              <a:extLst>
                <a:ext uri="{FF2B5EF4-FFF2-40B4-BE49-F238E27FC236}">
                  <a16:creationId xmlns:a16="http://schemas.microsoft.com/office/drawing/2014/main" id="{AA073FE7-E9C5-4949-8D62-8F78B9EE8637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211" name="群組 210">
              <a:extLst>
                <a:ext uri="{FF2B5EF4-FFF2-40B4-BE49-F238E27FC236}">
                  <a16:creationId xmlns:a16="http://schemas.microsoft.com/office/drawing/2014/main" id="{A74C0134-78B3-4C13-B661-3322941247B3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215" name="箭號: 向右 214">
                <a:extLst>
                  <a:ext uri="{FF2B5EF4-FFF2-40B4-BE49-F238E27FC236}">
                    <a16:creationId xmlns:a16="http://schemas.microsoft.com/office/drawing/2014/main" id="{31D93CFC-296E-40BB-A3B3-77B70F450CFA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217" name="箭號: 向右 216">
                <a:extLst>
                  <a:ext uri="{FF2B5EF4-FFF2-40B4-BE49-F238E27FC236}">
                    <a16:creationId xmlns:a16="http://schemas.microsoft.com/office/drawing/2014/main" id="{96E68673-DFDB-4CE0-ABD9-4C45E17FE871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字方塊 211">
                  <a:extLst>
                    <a:ext uri="{FF2B5EF4-FFF2-40B4-BE49-F238E27FC236}">
                      <a16:creationId xmlns:a16="http://schemas.microsoft.com/office/drawing/2014/main" id="{2F277362-35E4-4735-B441-54E296E605EB}"/>
                    </a:ext>
                  </a:extLst>
                </p:cNvPr>
                <p:cNvSpPr txBox="1"/>
                <p:nvPr/>
              </p:nvSpPr>
              <p:spPr>
                <a:xfrm>
                  <a:off x="3802268" y="1555481"/>
                  <a:ext cx="411859" cy="4524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2" name="文字方塊 211">
                  <a:extLst>
                    <a:ext uri="{FF2B5EF4-FFF2-40B4-BE49-F238E27FC236}">
                      <a16:creationId xmlns:a16="http://schemas.microsoft.com/office/drawing/2014/main" id="{2F277362-35E4-4735-B441-54E296E605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2268" y="1555481"/>
                  <a:ext cx="411859" cy="452437"/>
                </a:xfrm>
                <a:prstGeom prst="rect">
                  <a:avLst/>
                </a:prstGeom>
                <a:blipFill>
                  <a:blip r:embed="rId29"/>
                  <a:stretch>
                    <a:fillRect r="-95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文字方塊 212">
                  <a:extLst>
                    <a:ext uri="{FF2B5EF4-FFF2-40B4-BE49-F238E27FC236}">
                      <a16:creationId xmlns:a16="http://schemas.microsoft.com/office/drawing/2014/main" id="{6F76D634-24B5-4B81-891A-25B936FE3E82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0" cy="4302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3" name="文字方塊 212">
                  <a:extLst>
                    <a:ext uri="{FF2B5EF4-FFF2-40B4-BE49-F238E27FC236}">
                      <a16:creationId xmlns:a16="http://schemas.microsoft.com/office/drawing/2014/main" id="{6F76D634-24B5-4B81-891A-25B936FE3E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0" cy="430208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20" name="直線接點 219">
            <a:extLst>
              <a:ext uri="{FF2B5EF4-FFF2-40B4-BE49-F238E27FC236}">
                <a16:creationId xmlns:a16="http://schemas.microsoft.com/office/drawing/2014/main" id="{5F032B72-F734-4A51-BBC4-DDF27A81BF08}"/>
              </a:ext>
            </a:extLst>
          </p:cNvPr>
          <p:cNvCxnSpPr>
            <a:cxnSpLocks/>
          </p:cNvCxnSpPr>
          <p:nvPr/>
        </p:nvCxnSpPr>
        <p:spPr>
          <a:xfrm flipV="1">
            <a:off x="5404107" y="3321493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F1AB51B8-5A4C-411C-8DC2-0882D6F9FB91}"/>
                  </a:ext>
                </a:extLst>
              </p:cNvPr>
              <p:cNvSpPr txBox="1"/>
              <p:nvPr/>
            </p:nvSpPr>
            <p:spPr>
              <a:xfrm>
                <a:off x="4613760" y="2872307"/>
                <a:ext cx="7155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F1AB51B8-5A4C-411C-8DC2-0882D6F9F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760" y="2872307"/>
                <a:ext cx="715550" cy="307777"/>
              </a:xfrm>
              <a:prstGeom prst="rect">
                <a:avLst/>
              </a:prstGeom>
              <a:blipFill>
                <a:blip r:embed="rId31"/>
                <a:stretch>
                  <a:fillRect t="-101961" r="-39316" b="-1568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文字方塊 234">
                <a:extLst>
                  <a:ext uri="{FF2B5EF4-FFF2-40B4-BE49-F238E27FC236}">
                    <a16:creationId xmlns:a16="http://schemas.microsoft.com/office/drawing/2014/main" id="{5497085F-C42D-455A-BFA7-F2FD90CDCFF7}"/>
                  </a:ext>
                </a:extLst>
              </p:cNvPr>
              <p:cNvSpPr txBox="1"/>
              <p:nvPr/>
            </p:nvSpPr>
            <p:spPr>
              <a:xfrm>
                <a:off x="4565058" y="4008937"/>
                <a:ext cx="81295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5" name="文字方塊 234">
                <a:extLst>
                  <a:ext uri="{FF2B5EF4-FFF2-40B4-BE49-F238E27FC236}">
                    <a16:creationId xmlns:a16="http://schemas.microsoft.com/office/drawing/2014/main" id="{5497085F-C42D-455A-BFA7-F2FD90CDC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058" y="4008937"/>
                <a:ext cx="812954" cy="307777"/>
              </a:xfrm>
              <a:prstGeom prst="rect">
                <a:avLst/>
              </a:prstGeom>
              <a:blipFill>
                <a:blip r:embed="rId32"/>
                <a:stretch>
                  <a:fillRect t="-104000" r="-36842" b="-16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883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矩形: 圓角 259">
            <a:extLst>
              <a:ext uri="{FF2B5EF4-FFF2-40B4-BE49-F238E27FC236}">
                <a16:creationId xmlns:a16="http://schemas.microsoft.com/office/drawing/2014/main" id="{0E98C710-0167-4CF6-97D2-0852B1B511ED}"/>
              </a:ext>
            </a:extLst>
          </p:cNvPr>
          <p:cNvSpPr/>
          <p:nvPr/>
        </p:nvSpPr>
        <p:spPr>
          <a:xfrm>
            <a:off x="3327780" y="51493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20" name="圖片 119">
            <a:extLst>
              <a:ext uri="{FF2B5EF4-FFF2-40B4-BE49-F238E27FC236}">
                <a16:creationId xmlns:a16="http://schemas.microsoft.com/office/drawing/2014/main" id="{335710ED-67BF-4075-A224-789F64961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687" y="3850230"/>
            <a:ext cx="720000" cy="720000"/>
          </a:xfrm>
          <a:prstGeom prst="rect">
            <a:avLst/>
          </a:prstGeom>
        </p:spPr>
      </p:pic>
      <p:pic>
        <p:nvPicPr>
          <p:cNvPr id="121" name="圖片 120">
            <a:extLst>
              <a:ext uri="{FF2B5EF4-FFF2-40B4-BE49-F238E27FC236}">
                <a16:creationId xmlns:a16="http://schemas.microsoft.com/office/drawing/2014/main" id="{9FFF58DF-4241-41A0-B882-52A18D32A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604" y="3842449"/>
            <a:ext cx="720000" cy="718411"/>
          </a:xfrm>
          <a:prstGeom prst="rect">
            <a:avLst/>
          </a:prstGeom>
        </p:spPr>
      </p:pic>
      <p:pic>
        <p:nvPicPr>
          <p:cNvPr id="122" name="圖片 121">
            <a:extLst>
              <a:ext uri="{FF2B5EF4-FFF2-40B4-BE49-F238E27FC236}">
                <a16:creationId xmlns:a16="http://schemas.microsoft.com/office/drawing/2014/main" id="{7A79E3CB-1C81-401E-9789-537B99A73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393" y="1969955"/>
            <a:ext cx="720000" cy="721593"/>
          </a:xfrm>
          <a:prstGeom prst="rect">
            <a:avLst/>
          </a:prstGeom>
        </p:spPr>
      </p:pic>
      <p:pic>
        <p:nvPicPr>
          <p:cNvPr id="123" name="圖片 122">
            <a:extLst>
              <a:ext uri="{FF2B5EF4-FFF2-40B4-BE49-F238E27FC236}">
                <a16:creationId xmlns:a16="http://schemas.microsoft.com/office/drawing/2014/main" id="{6574E1CB-3025-49D5-8C28-9EA98C14A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2449" y="1963931"/>
            <a:ext cx="720000" cy="720000"/>
          </a:xfrm>
          <a:prstGeom prst="rect">
            <a:avLst/>
          </a:prstGeom>
        </p:spPr>
      </p:pic>
      <p:pic>
        <p:nvPicPr>
          <p:cNvPr id="124" name="圖片 123">
            <a:extLst>
              <a:ext uri="{FF2B5EF4-FFF2-40B4-BE49-F238E27FC236}">
                <a16:creationId xmlns:a16="http://schemas.microsoft.com/office/drawing/2014/main" id="{B8D21C26-0CCC-48ED-8662-F40A56DD64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3218" y="1160565"/>
            <a:ext cx="720000" cy="724811"/>
          </a:xfrm>
          <a:prstGeom prst="rect">
            <a:avLst/>
          </a:prstGeom>
        </p:spPr>
      </p:pic>
      <p:pic>
        <p:nvPicPr>
          <p:cNvPr id="125" name="圖片 124">
            <a:extLst>
              <a:ext uri="{FF2B5EF4-FFF2-40B4-BE49-F238E27FC236}">
                <a16:creationId xmlns:a16="http://schemas.microsoft.com/office/drawing/2014/main" id="{F60241BF-1C13-40AB-8A82-59FF447941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367" y="4541497"/>
            <a:ext cx="720000" cy="721593"/>
          </a:xfrm>
          <a:prstGeom prst="rect">
            <a:avLst/>
          </a:prstGeom>
        </p:spPr>
      </p:pic>
      <p:grpSp>
        <p:nvGrpSpPr>
          <p:cNvPr id="28" name="群組 27">
            <a:extLst>
              <a:ext uri="{FF2B5EF4-FFF2-40B4-BE49-F238E27FC236}">
                <a16:creationId xmlns:a16="http://schemas.microsoft.com/office/drawing/2014/main" id="{6C6461DF-8EE2-442E-8E34-03B34732ED50}"/>
              </a:ext>
            </a:extLst>
          </p:cNvPr>
          <p:cNvGrpSpPr/>
          <p:nvPr/>
        </p:nvGrpSpPr>
        <p:grpSpPr>
          <a:xfrm>
            <a:off x="4704536" y="1138626"/>
            <a:ext cx="414111" cy="435433"/>
            <a:chOff x="7969706" y="-605877"/>
            <a:chExt cx="414111" cy="435433"/>
          </a:xfrm>
        </p:grpSpPr>
        <p:grpSp>
          <p:nvGrpSpPr>
            <p:cNvPr id="191" name="群組 190">
              <a:extLst>
                <a:ext uri="{FF2B5EF4-FFF2-40B4-BE49-F238E27FC236}">
                  <a16:creationId xmlns:a16="http://schemas.microsoft.com/office/drawing/2014/main" id="{12A3856D-C8EE-4E5C-9371-C38BC0FAAC9C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194" name="箭號: 向右 193">
                <a:extLst>
                  <a:ext uri="{FF2B5EF4-FFF2-40B4-BE49-F238E27FC236}">
                    <a16:creationId xmlns:a16="http://schemas.microsoft.com/office/drawing/2014/main" id="{5A9976EA-DC90-4C92-81FF-F86EA39FDC9B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195" name="箭號: 向右 194">
                <a:extLst>
                  <a:ext uri="{FF2B5EF4-FFF2-40B4-BE49-F238E27FC236}">
                    <a16:creationId xmlns:a16="http://schemas.microsoft.com/office/drawing/2014/main" id="{916F6971-5A5A-43BC-B03E-319A01E3216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文字方塊 191">
                  <a:extLst>
                    <a:ext uri="{FF2B5EF4-FFF2-40B4-BE49-F238E27FC236}">
                      <a16:creationId xmlns:a16="http://schemas.microsoft.com/office/drawing/2014/main" id="{882169EE-BA39-4323-A236-BF2A8F339107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192" name="文字方塊 191">
                  <a:extLst>
                    <a:ext uri="{FF2B5EF4-FFF2-40B4-BE49-F238E27FC236}">
                      <a16:creationId xmlns:a16="http://schemas.microsoft.com/office/drawing/2014/main" id="{882169EE-BA39-4323-A236-BF2A8F3391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文字方塊 192">
                  <a:extLst>
                    <a:ext uri="{FF2B5EF4-FFF2-40B4-BE49-F238E27FC236}">
                      <a16:creationId xmlns:a16="http://schemas.microsoft.com/office/drawing/2014/main" id="{314BEA76-4D8E-4B0B-B6FB-45880D221837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193" name="文字方塊 192">
                  <a:extLst>
                    <a:ext uri="{FF2B5EF4-FFF2-40B4-BE49-F238E27FC236}">
                      <a16:creationId xmlns:a16="http://schemas.microsoft.com/office/drawing/2014/main" id="{314BEA76-4D8E-4B0B-B6FB-45880D2218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4014090" y="890014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090" y="890014"/>
                <a:ext cx="1673596" cy="276999"/>
              </a:xfrm>
              <a:prstGeom prst="rect">
                <a:avLst/>
              </a:prstGeom>
              <a:blipFill>
                <a:blip r:embed="rId10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3232534" y="3585929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534" y="3585929"/>
                <a:ext cx="1150186" cy="276999"/>
              </a:xfrm>
              <a:prstGeom prst="rect">
                <a:avLst/>
              </a:prstGeom>
              <a:blipFill>
                <a:blip r:embed="rId11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5407312" y="166210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312" y="1662106"/>
                <a:ext cx="1150186" cy="276999"/>
              </a:xfrm>
              <a:prstGeom prst="rect">
                <a:avLst/>
              </a:prstGeom>
              <a:blipFill>
                <a:blip r:embed="rId1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4368987" y="426954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987" y="4269546"/>
                <a:ext cx="1150186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" name="圖片 152">
            <a:extLst>
              <a:ext uri="{FF2B5EF4-FFF2-40B4-BE49-F238E27FC236}">
                <a16:creationId xmlns:a16="http://schemas.microsoft.com/office/drawing/2014/main" id="{E70F1D4D-A58E-4BD6-A8D5-405865F16C15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5230077" y="1130955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/>
              <p:nvPr/>
            </p:nvSpPr>
            <p:spPr>
              <a:xfrm rot="5400000">
                <a:off x="5122339" y="1503130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122339" y="1503130"/>
                <a:ext cx="399520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F57829FF-CD68-4562-AB59-154F24F908FA}"/>
              </a:ext>
            </a:extLst>
          </p:cNvPr>
          <p:cNvCxnSpPr>
            <a:cxnSpLocks/>
          </p:cNvCxnSpPr>
          <p:nvPr/>
        </p:nvCxnSpPr>
        <p:spPr>
          <a:xfrm>
            <a:off x="4111207" y="3443017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8EA3D37D-BFAA-448D-8EDF-6DD3156581A5}"/>
              </a:ext>
            </a:extLst>
          </p:cNvPr>
          <p:cNvCxnSpPr>
            <a:cxnSpLocks/>
          </p:cNvCxnSpPr>
          <p:nvPr/>
        </p:nvCxnSpPr>
        <p:spPr>
          <a:xfrm>
            <a:off x="5208487" y="3771630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直線接點 149">
            <a:extLst>
              <a:ext uri="{FF2B5EF4-FFF2-40B4-BE49-F238E27FC236}">
                <a16:creationId xmlns:a16="http://schemas.microsoft.com/office/drawing/2014/main" id="{DBE34094-4181-4370-ADC4-4716A25B3D7C}"/>
              </a:ext>
            </a:extLst>
          </p:cNvPr>
          <p:cNvCxnSpPr>
            <a:cxnSpLocks/>
          </p:cNvCxnSpPr>
          <p:nvPr/>
        </p:nvCxnSpPr>
        <p:spPr>
          <a:xfrm flipV="1">
            <a:off x="4216895" y="3656673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62" name="圖片 261">
            <a:extLst>
              <a:ext uri="{FF2B5EF4-FFF2-40B4-BE49-F238E27FC236}">
                <a16:creationId xmlns:a16="http://schemas.microsoft.com/office/drawing/2014/main" id="{904D4BA7-08D5-4063-939B-B758E7390733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529"/>
          <a:stretch/>
        </p:blipFill>
        <p:spPr>
          <a:xfrm>
            <a:off x="4028824" y="192772"/>
            <a:ext cx="1975922" cy="4977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5A878C86-D4DF-45C0-8C9D-1A1E9CBF2015}"/>
                  </a:ext>
                </a:extLst>
              </p:cNvPr>
              <p:cNvSpPr txBox="1"/>
              <p:nvPr/>
            </p:nvSpPr>
            <p:spPr>
              <a:xfrm>
                <a:off x="3307495" y="1650803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5A878C86-D4DF-45C0-8C9D-1A1E9CBF2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495" y="1650803"/>
                <a:ext cx="1150186" cy="276999"/>
              </a:xfrm>
              <a:prstGeom prst="rect">
                <a:avLst/>
              </a:prstGeom>
              <a:blipFill>
                <a:blip r:embed="rId1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B7CFAB37-E98B-4BFF-A8D8-CA5A27A2490F}"/>
                  </a:ext>
                </a:extLst>
              </p:cNvPr>
              <p:cNvSpPr txBox="1"/>
              <p:nvPr/>
            </p:nvSpPr>
            <p:spPr>
              <a:xfrm>
                <a:off x="5569268" y="3585929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B7CFAB37-E98B-4BFF-A8D8-CA5A27A24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268" y="3585929"/>
                <a:ext cx="988200" cy="276999"/>
              </a:xfrm>
              <a:prstGeom prst="rect">
                <a:avLst/>
              </a:prstGeom>
              <a:blipFill>
                <a:blip r:embed="rId1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9" name="圖片 138">
            <a:extLst>
              <a:ext uri="{FF2B5EF4-FFF2-40B4-BE49-F238E27FC236}">
                <a16:creationId xmlns:a16="http://schemas.microsoft.com/office/drawing/2014/main" id="{2134993D-BEE5-4E8C-87EB-C56955BDD63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40628" y="3153519"/>
            <a:ext cx="868304" cy="901700"/>
          </a:xfrm>
          <a:prstGeom prst="rect">
            <a:avLst/>
          </a:prstGeom>
        </p:spPr>
      </p:pic>
      <p:grpSp>
        <p:nvGrpSpPr>
          <p:cNvPr id="151" name="群組 150">
            <a:extLst>
              <a:ext uri="{FF2B5EF4-FFF2-40B4-BE49-F238E27FC236}">
                <a16:creationId xmlns:a16="http://schemas.microsoft.com/office/drawing/2014/main" id="{58DC3E75-BC7D-45BF-B332-38C4697E26D5}"/>
              </a:ext>
            </a:extLst>
          </p:cNvPr>
          <p:cNvGrpSpPr/>
          <p:nvPr/>
        </p:nvGrpSpPr>
        <p:grpSpPr>
          <a:xfrm>
            <a:off x="4604516" y="5282570"/>
            <a:ext cx="720000" cy="720000"/>
            <a:chOff x="801581" y="4966326"/>
            <a:chExt cx="1150186" cy="1150186"/>
          </a:xfrm>
        </p:grpSpPr>
        <p:sp>
          <p:nvSpPr>
            <p:cNvPr id="152" name="矩形: 圓角 151">
              <a:extLst>
                <a:ext uri="{FF2B5EF4-FFF2-40B4-BE49-F238E27FC236}">
                  <a16:creationId xmlns:a16="http://schemas.microsoft.com/office/drawing/2014/main" id="{B316BE28-DF79-4A1E-96F5-57A746729CA2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54" name="橢圓 153">
              <a:extLst>
                <a:ext uri="{FF2B5EF4-FFF2-40B4-BE49-F238E27FC236}">
                  <a16:creationId xmlns:a16="http://schemas.microsoft.com/office/drawing/2014/main" id="{45161E32-470A-4C1D-91BB-B6BAC65B70EB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61" name="橢圓 160">
              <a:extLst>
                <a:ext uri="{FF2B5EF4-FFF2-40B4-BE49-F238E27FC236}">
                  <a16:creationId xmlns:a16="http://schemas.microsoft.com/office/drawing/2014/main" id="{A4D03064-ED01-4136-8670-C5EF3FBF23C0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68" name="橢圓 167">
              <a:extLst>
                <a:ext uri="{FF2B5EF4-FFF2-40B4-BE49-F238E27FC236}">
                  <a16:creationId xmlns:a16="http://schemas.microsoft.com/office/drawing/2014/main" id="{46D68422-85E1-40BA-905A-A51DBDADA5D8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2" name="橢圓 171">
              <a:extLst>
                <a:ext uri="{FF2B5EF4-FFF2-40B4-BE49-F238E27FC236}">
                  <a16:creationId xmlns:a16="http://schemas.microsoft.com/office/drawing/2014/main" id="{D80540C1-F7C5-4E53-A66C-26A10E2E2FDB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3" name="橢圓 172">
              <a:extLst>
                <a:ext uri="{FF2B5EF4-FFF2-40B4-BE49-F238E27FC236}">
                  <a16:creationId xmlns:a16="http://schemas.microsoft.com/office/drawing/2014/main" id="{368162BB-8A34-471C-939A-37614C3D7910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4" name="橢圓 173">
              <a:extLst>
                <a:ext uri="{FF2B5EF4-FFF2-40B4-BE49-F238E27FC236}">
                  <a16:creationId xmlns:a16="http://schemas.microsoft.com/office/drawing/2014/main" id="{E962D529-EEA8-470E-B1E9-BB5861A8EF98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DC11DCA6-1303-4BAA-A9E9-3BF4391511B6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77" name="橢圓 176">
              <a:extLst>
                <a:ext uri="{FF2B5EF4-FFF2-40B4-BE49-F238E27FC236}">
                  <a16:creationId xmlns:a16="http://schemas.microsoft.com/office/drawing/2014/main" id="{8959A784-0883-4638-87C5-F0A0AB6D9ED5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8" name="等腰三角形 177">
              <a:extLst>
                <a:ext uri="{FF2B5EF4-FFF2-40B4-BE49-F238E27FC236}">
                  <a16:creationId xmlns:a16="http://schemas.microsoft.com/office/drawing/2014/main" id="{E0DF30EA-8CCE-4215-A2FA-F24F61EC45B3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9" name="等腰三角形 178">
              <a:extLst>
                <a:ext uri="{FF2B5EF4-FFF2-40B4-BE49-F238E27FC236}">
                  <a16:creationId xmlns:a16="http://schemas.microsoft.com/office/drawing/2014/main" id="{005B33D3-557C-4ABF-9FFC-6F4CF5E7525B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0" name="等腰三角形 179">
              <a:extLst>
                <a:ext uri="{FF2B5EF4-FFF2-40B4-BE49-F238E27FC236}">
                  <a16:creationId xmlns:a16="http://schemas.microsoft.com/office/drawing/2014/main" id="{FD6CFE3B-D598-42A2-A719-269ADB0B6606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1" name="等腰三角形 180">
              <a:extLst>
                <a:ext uri="{FF2B5EF4-FFF2-40B4-BE49-F238E27FC236}">
                  <a16:creationId xmlns:a16="http://schemas.microsoft.com/office/drawing/2014/main" id="{18B876A1-EC32-4417-978A-BD3B38390D6A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2" name="等腰三角形 181">
              <a:extLst>
                <a:ext uri="{FF2B5EF4-FFF2-40B4-BE49-F238E27FC236}">
                  <a16:creationId xmlns:a16="http://schemas.microsoft.com/office/drawing/2014/main" id="{52AEBE77-6734-4AF2-A16C-E332DEDD680B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3" name="等腰三角形 182">
              <a:extLst>
                <a:ext uri="{FF2B5EF4-FFF2-40B4-BE49-F238E27FC236}">
                  <a16:creationId xmlns:a16="http://schemas.microsoft.com/office/drawing/2014/main" id="{B7404FCA-D0F2-4E1A-A0D9-7B0585F250C1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4" name="等腰三角形 183">
              <a:extLst>
                <a:ext uri="{FF2B5EF4-FFF2-40B4-BE49-F238E27FC236}">
                  <a16:creationId xmlns:a16="http://schemas.microsoft.com/office/drawing/2014/main" id="{8A48DCE5-6457-4C5C-82D9-24518D44C341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5" name="等腰三角形 184">
              <a:extLst>
                <a:ext uri="{FF2B5EF4-FFF2-40B4-BE49-F238E27FC236}">
                  <a16:creationId xmlns:a16="http://schemas.microsoft.com/office/drawing/2014/main" id="{9A59E40B-D858-4FA5-9ED4-89634CC2E01D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186" name="群組 185">
            <a:extLst>
              <a:ext uri="{FF2B5EF4-FFF2-40B4-BE49-F238E27FC236}">
                <a16:creationId xmlns:a16="http://schemas.microsoft.com/office/drawing/2014/main" id="{65ADD714-A1DE-4641-9856-1FD80B885A86}"/>
              </a:ext>
            </a:extLst>
          </p:cNvPr>
          <p:cNvGrpSpPr/>
          <p:nvPr/>
        </p:nvGrpSpPr>
        <p:grpSpPr>
          <a:xfrm>
            <a:off x="5667796" y="2719287"/>
            <a:ext cx="720000" cy="720000"/>
            <a:chOff x="3463278" y="4507593"/>
            <a:chExt cx="1150186" cy="1150186"/>
          </a:xfrm>
        </p:grpSpPr>
        <p:sp>
          <p:nvSpPr>
            <p:cNvPr id="187" name="矩形: 圓角 186">
              <a:extLst>
                <a:ext uri="{FF2B5EF4-FFF2-40B4-BE49-F238E27FC236}">
                  <a16:creationId xmlns:a16="http://schemas.microsoft.com/office/drawing/2014/main" id="{47F12105-5737-48CA-BDB3-650EAEAE7303}"/>
                </a:ext>
              </a:extLst>
            </p:cNvPr>
            <p:cNvSpPr/>
            <p:nvPr/>
          </p:nvSpPr>
          <p:spPr>
            <a:xfrm>
              <a:off x="3463278" y="4507593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88" name="箭號: 左-右雙向 187">
              <a:extLst>
                <a:ext uri="{FF2B5EF4-FFF2-40B4-BE49-F238E27FC236}">
                  <a16:creationId xmlns:a16="http://schemas.microsoft.com/office/drawing/2014/main" id="{62396AA6-236C-474A-9586-0FDECFF8CB89}"/>
                </a:ext>
              </a:extLst>
            </p:cNvPr>
            <p:cNvSpPr/>
            <p:nvPr/>
          </p:nvSpPr>
          <p:spPr>
            <a:xfrm rot="5400000">
              <a:off x="3570206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89" name="箭號: 左-右雙向 188">
              <a:extLst>
                <a:ext uri="{FF2B5EF4-FFF2-40B4-BE49-F238E27FC236}">
                  <a16:creationId xmlns:a16="http://schemas.microsoft.com/office/drawing/2014/main" id="{38EF6431-60F9-491B-85FF-2F48C4D15660}"/>
                </a:ext>
              </a:extLst>
            </p:cNvPr>
            <p:cNvSpPr/>
            <p:nvPr/>
          </p:nvSpPr>
          <p:spPr>
            <a:xfrm rot="5400000">
              <a:off x="4288335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90" name="箭號: 左-右雙向 189">
              <a:extLst>
                <a:ext uri="{FF2B5EF4-FFF2-40B4-BE49-F238E27FC236}">
                  <a16:creationId xmlns:a16="http://schemas.microsoft.com/office/drawing/2014/main" id="{AA2BA15B-3977-44A2-97B0-61EC695CA12D}"/>
                </a:ext>
              </a:extLst>
            </p:cNvPr>
            <p:cNvSpPr/>
            <p:nvPr/>
          </p:nvSpPr>
          <p:spPr>
            <a:xfrm rot="5400000">
              <a:off x="3676376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96" name="箭號: 左-右雙向 195">
              <a:extLst>
                <a:ext uri="{FF2B5EF4-FFF2-40B4-BE49-F238E27FC236}">
                  <a16:creationId xmlns:a16="http://schemas.microsoft.com/office/drawing/2014/main" id="{45A2530F-0739-411F-BAAF-C1F166D03B56}"/>
                </a:ext>
              </a:extLst>
            </p:cNvPr>
            <p:cNvSpPr/>
            <p:nvPr/>
          </p:nvSpPr>
          <p:spPr>
            <a:xfrm rot="5400000">
              <a:off x="417391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97" name="箭號: 左-右雙向 196">
              <a:extLst>
                <a:ext uri="{FF2B5EF4-FFF2-40B4-BE49-F238E27FC236}">
                  <a16:creationId xmlns:a16="http://schemas.microsoft.com/office/drawing/2014/main" id="{BE63735A-4064-41B1-A32F-F68A0BC097F8}"/>
                </a:ext>
              </a:extLst>
            </p:cNvPr>
            <p:cNvSpPr/>
            <p:nvPr/>
          </p:nvSpPr>
          <p:spPr>
            <a:xfrm rot="5400000">
              <a:off x="367637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98" name="箭號: 左-右雙向 197">
              <a:extLst>
                <a:ext uri="{FF2B5EF4-FFF2-40B4-BE49-F238E27FC236}">
                  <a16:creationId xmlns:a16="http://schemas.microsoft.com/office/drawing/2014/main" id="{56F139DE-8B20-4363-B822-68D23D9998DF}"/>
                </a:ext>
              </a:extLst>
            </p:cNvPr>
            <p:cNvSpPr/>
            <p:nvPr/>
          </p:nvSpPr>
          <p:spPr>
            <a:xfrm rot="5400000">
              <a:off x="4173915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99" name="箭號: 左-右雙向 198">
              <a:extLst>
                <a:ext uri="{FF2B5EF4-FFF2-40B4-BE49-F238E27FC236}">
                  <a16:creationId xmlns:a16="http://schemas.microsoft.com/office/drawing/2014/main" id="{AEED60B2-087D-4647-BEA0-616684287D6C}"/>
                </a:ext>
              </a:extLst>
            </p:cNvPr>
            <p:cNvSpPr/>
            <p:nvPr/>
          </p:nvSpPr>
          <p:spPr>
            <a:xfrm rot="5400000">
              <a:off x="3919504" y="5364647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00" name="箭號: 左-右雙向 199">
              <a:extLst>
                <a:ext uri="{FF2B5EF4-FFF2-40B4-BE49-F238E27FC236}">
                  <a16:creationId xmlns:a16="http://schemas.microsoft.com/office/drawing/2014/main" id="{F75943E6-2957-4A78-BD04-D90381B1E2E8}"/>
                </a:ext>
              </a:extLst>
            </p:cNvPr>
            <p:cNvSpPr/>
            <p:nvPr/>
          </p:nvSpPr>
          <p:spPr>
            <a:xfrm rot="5400000">
              <a:off x="3919504" y="463290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201" name="群組 200">
            <a:extLst>
              <a:ext uri="{FF2B5EF4-FFF2-40B4-BE49-F238E27FC236}">
                <a16:creationId xmlns:a16="http://schemas.microsoft.com/office/drawing/2014/main" id="{B81E06F8-5AD5-43EE-ADF0-0DDBA61F6444}"/>
              </a:ext>
            </a:extLst>
          </p:cNvPr>
          <p:cNvGrpSpPr/>
          <p:nvPr/>
        </p:nvGrpSpPr>
        <p:grpSpPr>
          <a:xfrm>
            <a:off x="3464579" y="4587173"/>
            <a:ext cx="720000" cy="720000"/>
            <a:chOff x="389151" y="2161357"/>
            <a:chExt cx="1150186" cy="1150186"/>
          </a:xfrm>
        </p:grpSpPr>
        <p:sp>
          <p:nvSpPr>
            <p:cNvPr id="263" name="矩形: 圓角 262">
              <a:extLst>
                <a:ext uri="{FF2B5EF4-FFF2-40B4-BE49-F238E27FC236}">
                  <a16:creationId xmlns:a16="http://schemas.microsoft.com/office/drawing/2014/main" id="{6CFBE486-E0D2-4425-B336-7A0931988DFA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64" name="箭號: 左-右雙向 263">
              <a:extLst>
                <a:ext uri="{FF2B5EF4-FFF2-40B4-BE49-F238E27FC236}">
                  <a16:creationId xmlns:a16="http://schemas.microsoft.com/office/drawing/2014/main" id="{422DF8FB-0D8E-4B95-8656-00B475A136DD}"/>
                </a:ext>
              </a:extLst>
            </p:cNvPr>
            <p:cNvSpPr/>
            <p:nvPr/>
          </p:nvSpPr>
          <p:spPr>
            <a:xfrm rot="10800000">
              <a:off x="494862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65" name="箭號: 左-右雙向 264">
              <a:extLst>
                <a:ext uri="{FF2B5EF4-FFF2-40B4-BE49-F238E27FC236}">
                  <a16:creationId xmlns:a16="http://schemas.microsoft.com/office/drawing/2014/main" id="{3118E494-60F6-4A15-82C6-E92476F51E4F}"/>
                </a:ext>
              </a:extLst>
            </p:cNvPr>
            <p:cNvSpPr/>
            <p:nvPr/>
          </p:nvSpPr>
          <p:spPr>
            <a:xfrm rot="10800000">
              <a:off x="1212991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66" name="箭號: 左-右雙向 265">
              <a:extLst>
                <a:ext uri="{FF2B5EF4-FFF2-40B4-BE49-F238E27FC236}">
                  <a16:creationId xmlns:a16="http://schemas.microsoft.com/office/drawing/2014/main" id="{0C41AA46-B72F-41CA-8A3F-AFF136F4A829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67" name="箭號: 左-右雙向 266">
              <a:extLst>
                <a:ext uri="{FF2B5EF4-FFF2-40B4-BE49-F238E27FC236}">
                  <a16:creationId xmlns:a16="http://schemas.microsoft.com/office/drawing/2014/main" id="{6AF8B114-B09B-4AEC-950F-56629A264744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68" name="箭號: 左-右雙向 267">
              <a:extLst>
                <a:ext uri="{FF2B5EF4-FFF2-40B4-BE49-F238E27FC236}">
                  <a16:creationId xmlns:a16="http://schemas.microsoft.com/office/drawing/2014/main" id="{8306A892-BFAB-4FCD-8B76-FAC5FC631D8C}"/>
                </a:ext>
              </a:extLst>
            </p:cNvPr>
            <p:cNvSpPr/>
            <p:nvPr/>
          </p:nvSpPr>
          <p:spPr>
            <a:xfrm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69" name="箭號: 左-右雙向 268">
              <a:extLst>
                <a:ext uri="{FF2B5EF4-FFF2-40B4-BE49-F238E27FC236}">
                  <a16:creationId xmlns:a16="http://schemas.microsoft.com/office/drawing/2014/main" id="{FDC6628A-BF80-4C31-A220-8D07B0EA3B79}"/>
                </a:ext>
              </a:extLst>
            </p:cNvPr>
            <p:cNvSpPr/>
            <p:nvPr/>
          </p:nvSpPr>
          <p:spPr>
            <a:xfrm>
              <a:off x="1098571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70" name="箭號: 左-右雙向 269">
              <a:extLst>
                <a:ext uri="{FF2B5EF4-FFF2-40B4-BE49-F238E27FC236}">
                  <a16:creationId xmlns:a16="http://schemas.microsoft.com/office/drawing/2014/main" id="{8A96F8DF-1B22-4CD7-82AB-0F399D1845EE}"/>
                </a:ext>
              </a:extLst>
            </p:cNvPr>
            <p:cNvSpPr/>
            <p:nvPr/>
          </p:nvSpPr>
          <p:spPr>
            <a:xfrm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71" name="箭號: 左-右雙向 270">
              <a:extLst>
                <a:ext uri="{FF2B5EF4-FFF2-40B4-BE49-F238E27FC236}">
                  <a16:creationId xmlns:a16="http://schemas.microsoft.com/office/drawing/2014/main" id="{3D6C54FF-BC72-41C5-92BB-454D2B038313}"/>
                </a:ext>
              </a:extLst>
            </p:cNvPr>
            <p:cNvSpPr/>
            <p:nvPr/>
          </p:nvSpPr>
          <p:spPr>
            <a:xfrm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295" name="群組 294">
            <a:extLst>
              <a:ext uri="{FF2B5EF4-FFF2-40B4-BE49-F238E27FC236}">
                <a16:creationId xmlns:a16="http://schemas.microsoft.com/office/drawing/2014/main" id="{CA018554-7913-4843-AA28-406D72C6461F}"/>
              </a:ext>
            </a:extLst>
          </p:cNvPr>
          <p:cNvGrpSpPr/>
          <p:nvPr/>
        </p:nvGrpSpPr>
        <p:grpSpPr>
          <a:xfrm>
            <a:off x="3464579" y="2719287"/>
            <a:ext cx="720000" cy="720000"/>
            <a:chOff x="389151" y="2161357"/>
            <a:chExt cx="1150186" cy="1150186"/>
          </a:xfrm>
        </p:grpSpPr>
        <p:sp>
          <p:nvSpPr>
            <p:cNvPr id="296" name="矩形: 圓角 295">
              <a:extLst>
                <a:ext uri="{FF2B5EF4-FFF2-40B4-BE49-F238E27FC236}">
                  <a16:creationId xmlns:a16="http://schemas.microsoft.com/office/drawing/2014/main" id="{8077FE78-98AD-42FC-890B-E9018136394E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97" name="箭號: 左-右雙向 296">
              <a:extLst>
                <a:ext uri="{FF2B5EF4-FFF2-40B4-BE49-F238E27FC236}">
                  <a16:creationId xmlns:a16="http://schemas.microsoft.com/office/drawing/2014/main" id="{E3698EB3-BA03-4A6B-B900-26E21EC03C01}"/>
                </a:ext>
              </a:extLst>
            </p:cNvPr>
            <p:cNvSpPr/>
            <p:nvPr/>
          </p:nvSpPr>
          <p:spPr>
            <a:xfrm rot="2700000">
              <a:off x="494863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98" name="箭號: 左-右雙向 297">
              <a:extLst>
                <a:ext uri="{FF2B5EF4-FFF2-40B4-BE49-F238E27FC236}">
                  <a16:creationId xmlns:a16="http://schemas.microsoft.com/office/drawing/2014/main" id="{DD2D6B96-8256-4A1C-9910-7999D285A401}"/>
                </a:ext>
              </a:extLst>
            </p:cNvPr>
            <p:cNvSpPr/>
            <p:nvPr/>
          </p:nvSpPr>
          <p:spPr>
            <a:xfrm rot="2700000">
              <a:off x="1212991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99" name="箭號: 左-右雙向 298">
              <a:extLst>
                <a:ext uri="{FF2B5EF4-FFF2-40B4-BE49-F238E27FC236}">
                  <a16:creationId xmlns:a16="http://schemas.microsoft.com/office/drawing/2014/main" id="{31B4718A-1161-4CD4-B428-4752A3D3C2BE}"/>
                </a:ext>
              </a:extLst>
            </p:cNvPr>
            <p:cNvSpPr/>
            <p:nvPr/>
          </p:nvSpPr>
          <p:spPr>
            <a:xfrm rot="27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0" name="箭號: 左-右雙向 299">
              <a:extLst>
                <a:ext uri="{FF2B5EF4-FFF2-40B4-BE49-F238E27FC236}">
                  <a16:creationId xmlns:a16="http://schemas.microsoft.com/office/drawing/2014/main" id="{A12A80ED-0212-4ED3-88FA-0EA1BA3695A4}"/>
                </a:ext>
              </a:extLst>
            </p:cNvPr>
            <p:cNvSpPr/>
            <p:nvPr/>
          </p:nvSpPr>
          <p:spPr>
            <a:xfrm rot="27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1" name="箭號: 左-右雙向 300">
              <a:extLst>
                <a:ext uri="{FF2B5EF4-FFF2-40B4-BE49-F238E27FC236}">
                  <a16:creationId xmlns:a16="http://schemas.microsoft.com/office/drawing/2014/main" id="{88571464-6C46-4AEA-A60C-A3CDF51593FB}"/>
                </a:ext>
              </a:extLst>
            </p:cNvPr>
            <p:cNvSpPr/>
            <p:nvPr/>
          </p:nvSpPr>
          <p:spPr>
            <a:xfrm rot="2700000"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302" name="箭號: 左-右雙向 301">
              <a:extLst>
                <a:ext uri="{FF2B5EF4-FFF2-40B4-BE49-F238E27FC236}">
                  <a16:creationId xmlns:a16="http://schemas.microsoft.com/office/drawing/2014/main" id="{BA48A871-2320-4FBF-AC5B-D4004133C815}"/>
                </a:ext>
              </a:extLst>
            </p:cNvPr>
            <p:cNvSpPr/>
            <p:nvPr/>
          </p:nvSpPr>
          <p:spPr>
            <a:xfrm rot="2700000">
              <a:off x="109857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3" name="箭號: 左-右雙向 302">
              <a:extLst>
                <a:ext uri="{FF2B5EF4-FFF2-40B4-BE49-F238E27FC236}">
                  <a16:creationId xmlns:a16="http://schemas.microsoft.com/office/drawing/2014/main" id="{DA445C6C-D601-419E-9742-B9D97AE0D1A6}"/>
                </a:ext>
              </a:extLst>
            </p:cNvPr>
            <p:cNvSpPr/>
            <p:nvPr/>
          </p:nvSpPr>
          <p:spPr>
            <a:xfrm rot="2700000"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4" name="箭號: 左-右雙向 303">
              <a:extLst>
                <a:ext uri="{FF2B5EF4-FFF2-40B4-BE49-F238E27FC236}">
                  <a16:creationId xmlns:a16="http://schemas.microsoft.com/office/drawing/2014/main" id="{A8F12E58-5D69-41C2-9423-26B0A5BDD497}"/>
                </a:ext>
              </a:extLst>
            </p:cNvPr>
            <p:cNvSpPr/>
            <p:nvPr/>
          </p:nvSpPr>
          <p:spPr>
            <a:xfrm rot="2700000"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305" name="群組 304">
            <a:extLst>
              <a:ext uri="{FF2B5EF4-FFF2-40B4-BE49-F238E27FC236}">
                <a16:creationId xmlns:a16="http://schemas.microsoft.com/office/drawing/2014/main" id="{060CF5B3-237B-468F-A0F8-89032EF314B0}"/>
              </a:ext>
            </a:extLst>
          </p:cNvPr>
          <p:cNvGrpSpPr/>
          <p:nvPr/>
        </p:nvGrpSpPr>
        <p:grpSpPr>
          <a:xfrm>
            <a:off x="5667796" y="4587173"/>
            <a:ext cx="720000" cy="720000"/>
            <a:chOff x="389151" y="2161357"/>
            <a:chExt cx="1150186" cy="1150186"/>
          </a:xfrm>
        </p:grpSpPr>
        <p:sp>
          <p:nvSpPr>
            <p:cNvPr id="306" name="矩形: 圓角 305">
              <a:extLst>
                <a:ext uri="{FF2B5EF4-FFF2-40B4-BE49-F238E27FC236}">
                  <a16:creationId xmlns:a16="http://schemas.microsoft.com/office/drawing/2014/main" id="{F8B5D415-46CC-41C8-95D1-0BCD7F4283AB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307" name="箭號: 左-右雙向 306">
              <a:extLst>
                <a:ext uri="{FF2B5EF4-FFF2-40B4-BE49-F238E27FC236}">
                  <a16:creationId xmlns:a16="http://schemas.microsoft.com/office/drawing/2014/main" id="{85CB28F0-F2A3-45FB-9839-A0EE3F0E96BA}"/>
                </a:ext>
              </a:extLst>
            </p:cNvPr>
            <p:cNvSpPr/>
            <p:nvPr/>
          </p:nvSpPr>
          <p:spPr>
            <a:xfrm rot="18900000">
              <a:off x="494863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308" name="箭號: 左-右雙向 307">
              <a:extLst>
                <a:ext uri="{FF2B5EF4-FFF2-40B4-BE49-F238E27FC236}">
                  <a16:creationId xmlns:a16="http://schemas.microsoft.com/office/drawing/2014/main" id="{CBD7F2DF-E887-4C52-AD78-8206B3F1459B}"/>
                </a:ext>
              </a:extLst>
            </p:cNvPr>
            <p:cNvSpPr/>
            <p:nvPr/>
          </p:nvSpPr>
          <p:spPr>
            <a:xfrm rot="18900000">
              <a:off x="1212991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9" name="箭號: 左-右雙向 308">
              <a:extLst>
                <a:ext uri="{FF2B5EF4-FFF2-40B4-BE49-F238E27FC236}">
                  <a16:creationId xmlns:a16="http://schemas.microsoft.com/office/drawing/2014/main" id="{E9A6D9D6-D717-41E7-BEB2-B15CBE4EA84E}"/>
                </a:ext>
              </a:extLst>
            </p:cNvPr>
            <p:cNvSpPr/>
            <p:nvPr/>
          </p:nvSpPr>
          <p:spPr>
            <a:xfrm rot="189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10" name="箭號: 左-右雙向 309">
              <a:extLst>
                <a:ext uri="{FF2B5EF4-FFF2-40B4-BE49-F238E27FC236}">
                  <a16:creationId xmlns:a16="http://schemas.microsoft.com/office/drawing/2014/main" id="{D6EFB147-A32A-4FC2-885E-9D51CE864837}"/>
                </a:ext>
              </a:extLst>
            </p:cNvPr>
            <p:cNvSpPr/>
            <p:nvPr/>
          </p:nvSpPr>
          <p:spPr>
            <a:xfrm rot="189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11" name="箭號: 左-右雙向 310">
              <a:extLst>
                <a:ext uri="{FF2B5EF4-FFF2-40B4-BE49-F238E27FC236}">
                  <a16:creationId xmlns:a16="http://schemas.microsoft.com/office/drawing/2014/main" id="{7F7E7055-C633-456D-9778-8DE80316532D}"/>
                </a:ext>
              </a:extLst>
            </p:cNvPr>
            <p:cNvSpPr/>
            <p:nvPr/>
          </p:nvSpPr>
          <p:spPr>
            <a:xfrm rot="18900000"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312" name="箭號: 左-右雙向 311">
              <a:extLst>
                <a:ext uri="{FF2B5EF4-FFF2-40B4-BE49-F238E27FC236}">
                  <a16:creationId xmlns:a16="http://schemas.microsoft.com/office/drawing/2014/main" id="{72B4C468-664C-438E-B2B7-780AE2DB1E5A}"/>
                </a:ext>
              </a:extLst>
            </p:cNvPr>
            <p:cNvSpPr/>
            <p:nvPr/>
          </p:nvSpPr>
          <p:spPr>
            <a:xfrm rot="18900000">
              <a:off x="109857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13" name="箭號: 左-右雙向 312">
              <a:extLst>
                <a:ext uri="{FF2B5EF4-FFF2-40B4-BE49-F238E27FC236}">
                  <a16:creationId xmlns:a16="http://schemas.microsoft.com/office/drawing/2014/main" id="{9415F1B4-567F-4F1C-9D37-F964AA7DC3D3}"/>
                </a:ext>
              </a:extLst>
            </p:cNvPr>
            <p:cNvSpPr/>
            <p:nvPr/>
          </p:nvSpPr>
          <p:spPr>
            <a:xfrm rot="18900000"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14" name="箭號: 左-右雙向 313">
              <a:extLst>
                <a:ext uri="{FF2B5EF4-FFF2-40B4-BE49-F238E27FC236}">
                  <a16:creationId xmlns:a16="http://schemas.microsoft.com/office/drawing/2014/main" id="{543AB9EE-EB52-406C-8D26-00677B4BF136}"/>
                </a:ext>
              </a:extLst>
            </p:cNvPr>
            <p:cNvSpPr/>
            <p:nvPr/>
          </p:nvSpPr>
          <p:spPr>
            <a:xfrm rot="18900000"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/>
              <p:nvPr/>
            </p:nvSpPr>
            <p:spPr>
              <a:xfrm>
                <a:off x="4590603" y="1591929"/>
                <a:ext cx="6121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400" dirty="0"/>
              </a:p>
            </p:txBody>
          </p:sp>
        </mc:Choice>
        <mc:Fallback xmlns="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603" y="1591929"/>
                <a:ext cx="612129" cy="307777"/>
              </a:xfrm>
              <a:prstGeom prst="rect">
                <a:avLst/>
              </a:prstGeom>
              <a:blipFill>
                <a:blip r:embed="rId20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7" name="群組 156">
            <a:extLst>
              <a:ext uri="{FF2B5EF4-FFF2-40B4-BE49-F238E27FC236}">
                <a16:creationId xmlns:a16="http://schemas.microsoft.com/office/drawing/2014/main" id="{C76AB8B2-5724-4497-91CB-1714340FDF32}"/>
              </a:ext>
            </a:extLst>
          </p:cNvPr>
          <p:cNvGrpSpPr/>
          <p:nvPr/>
        </p:nvGrpSpPr>
        <p:grpSpPr>
          <a:xfrm>
            <a:off x="4493004" y="1890159"/>
            <a:ext cx="720000" cy="720000"/>
            <a:chOff x="3481679" y="1553308"/>
            <a:chExt cx="1150186" cy="1150186"/>
          </a:xfrm>
        </p:grpSpPr>
        <p:sp>
          <p:nvSpPr>
            <p:cNvPr id="163" name="矩形: 圓角 162">
              <a:extLst>
                <a:ext uri="{FF2B5EF4-FFF2-40B4-BE49-F238E27FC236}">
                  <a16:creationId xmlns:a16="http://schemas.microsoft.com/office/drawing/2014/main" id="{0A3F81C3-849F-4550-A4DC-1C7614DA094B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F1CB8B88-9C08-4CED-B6CB-54DA771EEDBC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65" name="橢圓 164">
              <a:extLst>
                <a:ext uri="{FF2B5EF4-FFF2-40B4-BE49-F238E27FC236}">
                  <a16:creationId xmlns:a16="http://schemas.microsoft.com/office/drawing/2014/main" id="{4B4577C5-D8DD-4596-B5E8-15BD43C436EE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42E7CC52-CAE4-49A0-80DA-5401A2819C3F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67" name="橢圓 166">
              <a:extLst>
                <a:ext uri="{FF2B5EF4-FFF2-40B4-BE49-F238E27FC236}">
                  <a16:creationId xmlns:a16="http://schemas.microsoft.com/office/drawing/2014/main" id="{A0B1F999-C95E-4DBD-A56B-CF7ACA5874D9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69" name="橢圓 168">
              <a:extLst>
                <a:ext uri="{FF2B5EF4-FFF2-40B4-BE49-F238E27FC236}">
                  <a16:creationId xmlns:a16="http://schemas.microsoft.com/office/drawing/2014/main" id="{2FA522DF-585E-46CF-9084-38B402BEFE81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70" name="橢圓 169">
              <a:extLst>
                <a:ext uri="{FF2B5EF4-FFF2-40B4-BE49-F238E27FC236}">
                  <a16:creationId xmlns:a16="http://schemas.microsoft.com/office/drawing/2014/main" id="{2FEF2423-3D88-40FD-99EF-9D23AF41CA42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71" name="橢圓 170">
              <a:extLst>
                <a:ext uri="{FF2B5EF4-FFF2-40B4-BE49-F238E27FC236}">
                  <a16:creationId xmlns:a16="http://schemas.microsoft.com/office/drawing/2014/main" id="{2B11985A-1A08-4DF2-87BD-86636E726853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202" name="橢圓 201">
              <a:extLst>
                <a:ext uri="{FF2B5EF4-FFF2-40B4-BE49-F238E27FC236}">
                  <a16:creationId xmlns:a16="http://schemas.microsoft.com/office/drawing/2014/main" id="{109AA45A-5215-4775-A673-D93E8EDA96CD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3" name="等腰三角形 202">
              <a:extLst>
                <a:ext uri="{FF2B5EF4-FFF2-40B4-BE49-F238E27FC236}">
                  <a16:creationId xmlns:a16="http://schemas.microsoft.com/office/drawing/2014/main" id="{10F3EEAF-F659-471B-AF1B-8E7ADCC08294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4" name="等腰三角形 203">
              <a:extLst>
                <a:ext uri="{FF2B5EF4-FFF2-40B4-BE49-F238E27FC236}">
                  <a16:creationId xmlns:a16="http://schemas.microsoft.com/office/drawing/2014/main" id="{42106B5A-376D-4820-B0B1-25625834A793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5" name="等腰三角形 204">
              <a:extLst>
                <a:ext uri="{FF2B5EF4-FFF2-40B4-BE49-F238E27FC236}">
                  <a16:creationId xmlns:a16="http://schemas.microsoft.com/office/drawing/2014/main" id="{36D5C360-15D9-4A52-8135-D7D944FA42BA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6" name="等腰三角形 205">
              <a:extLst>
                <a:ext uri="{FF2B5EF4-FFF2-40B4-BE49-F238E27FC236}">
                  <a16:creationId xmlns:a16="http://schemas.microsoft.com/office/drawing/2014/main" id="{495C52EC-DA23-4B76-A803-FFD2FFC71BC7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7" name="等腰三角形 206">
              <a:extLst>
                <a:ext uri="{FF2B5EF4-FFF2-40B4-BE49-F238E27FC236}">
                  <a16:creationId xmlns:a16="http://schemas.microsoft.com/office/drawing/2014/main" id="{3004AA87-3ECC-47D2-8AEE-EEC82CF7CA59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8" name="等腰三角形 207">
              <a:extLst>
                <a:ext uri="{FF2B5EF4-FFF2-40B4-BE49-F238E27FC236}">
                  <a16:creationId xmlns:a16="http://schemas.microsoft.com/office/drawing/2014/main" id="{B07827DB-7159-4A06-9D86-03A9B74C89E2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9" name="等腰三角形 208">
              <a:extLst>
                <a:ext uri="{FF2B5EF4-FFF2-40B4-BE49-F238E27FC236}">
                  <a16:creationId xmlns:a16="http://schemas.microsoft.com/office/drawing/2014/main" id="{B01622FE-AA68-4276-A9DE-D89C299881A3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10" name="等腰三角形 209">
              <a:extLst>
                <a:ext uri="{FF2B5EF4-FFF2-40B4-BE49-F238E27FC236}">
                  <a16:creationId xmlns:a16="http://schemas.microsoft.com/office/drawing/2014/main" id="{AA073FE7-E9C5-4949-8D62-8F78B9EE8637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211" name="群組 210">
              <a:extLst>
                <a:ext uri="{FF2B5EF4-FFF2-40B4-BE49-F238E27FC236}">
                  <a16:creationId xmlns:a16="http://schemas.microsoft.com/office/drawing/2014/main" id="{A74C0134-78B3-4C13-B661-3322941247B3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215" name="箭號: 向右 214">
                <a:extLst>
                  <a:ext uri="{FF2B5EF4-FFF2-40B4-BE49-F238E27FC236}">
                    <a16:creationId xmlns:a16="http://schemas.microsoft.com/office/drawing/2014/main" id="{31D93CFC-296E-40BB-A3B3-77B70F450CFA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217" name="箭號: 向右 216">
                <a:extLst>
                  <a:ext uri="{FF2B5EF4-FFF2-40B4-BE49-F238E27FC236}">
                    <a16:creationId xmlns:a16="http://schemas.microsoft.com/office/drawing/2014/main" id="{96E68673-DFDB-4CE0-ABD9-4C45E17FE871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字方塊 211">
                  <a:extLst>
                    <a:ext uri="{FF2B5EF4-FFF2-40B4-BE49-F238E27FC236}">
                      <a16:creationId xmlns:a16="http://schemas.microsoft.com/office/drawing/2014/main" id="{2F277362-35E4-4735-B441-54E296E605EB}"/>
                    </a:ext>
                  </a:extLst>
                </p:cNvPr>
                <p:cNvSpPr txBox="1"/>
                <p:nvPr/>
              </p:nvSpPr>
              <p:spPr>
                <a:xfrm>
                  <a:off x="3802268" y="1555481"/>
                  <a:ext cx="411859" cy="4524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2" name="文字方塊 211">
                  <a:extLst>
                    <a:ext uri="{FF2B5EF4-FFF2-40B4-BE49-F238E27FC236}">
                      <a16:creationId xmlns:a16="http://schemas.microsoft.com/office/drawing/2014/main" id="{2F277362-35E4-4735-B441-54E296E605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2268" y="1555481"/>
                  <a:ext cx="411859" cy="452437"/>
                </a:xfrm>
                <a:prstGeom prst="rect">
                  <a:avLst/>
                </a:prstGeom>
                <a:blipFill>
                  <a:blip r:embed="rId29"/>
                  <a:stretch>
                    <a:fillRect r="-95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文字方塊 212">
                  <a:extLst>
                    <a:ext uri="{FF2B5EF4-FFF2-40B4-BE49-F238E27FC236}">
                      <a16:creationId xmlns:a16="http://schemas.microsoft.com/office/drawing/2014/main" id="{6F76D634-24B5-4B81-891A-25B936FE3E82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0" cy="4302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3" name="文字方塊 212">
                  <a:extLst>
                    <a:ext uri="{FF2B5EF4-FFF2-40B4-BE49-F238E27FC236}">
                      <a16:creationId xmlns:a16="http://schemas.microsoft.com/office/drawing/2014/main" id="{6F76D634-24B5-4B81-891A-25B936FE3E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0" cy="430208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20" name="直線接點 219">
            <a:extLst>
              <a:ext uri="{FF2B5EF4-FFF2-40B4-BE49-F238E27FC236}">
                <a16:creationId xmlns:a16="http://schemas.microsoft.com/office/drawing/2014/main" id="{5F032B72-F734-4A51-BBC4-DDF27A81BF08}"/>
              </a:ext>
            </a:extLst>
          </p:cNvPr>
          <p:cNvCxnSpPr>
            <a:cxnSpLocks/>
          </p:cNvCxnSpPr>
          <p:nvPr/>
        </p:nvCxnSpPr>
        <p:spPr>
          <a:xfrm flipV="1">
            <a:off x="5404107" y="3321493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F1AB51B8-5A4C-411C-8DC2-0882D6F9FB91}"/>
                  </a:ext>
                </a:extLst>
              </p:cNvPr>
              <p:cNvSpPr txBox="1"/>
              <p:nvPr/>
            </p:nvSpPr>
            <p:spPr>
              <a:xfrm>
                <a:off x="4613760" y="2872307"/>
                <a:ext cx="7155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F1AB51B8-5A4C-411C-8DC2-0882D6F9F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760" y="2872307"/>
                <a:ext cx="715550" cy="307777"/>
              </a:xfrm>
              <a:prstGeom prst="rect">
                <a:avLst/>
              </a:prstGeom>
              <a:blipFill>
                <a:blip r:embed="rId31"/>
                <a:stretch>
                  <a:fillRect t="-101961" r="-48718" b="-1568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5" name="文字方塊 234">
                <a:extLst>
                  <a:ext uri="{FF2B5EF4-FFF2-40B4-BE49-F238E27FC236}">
                    <a16:creationId xmlns:a16="http://schemas.microsoft.com/office/drawing/2014/main" id="{5497085F-C42D-455A-BFA7-F2FD90CDCFF7}"/>
                  </a:ext>
                </a:extLst>
              </p:cNvPr>
              <p:cNvSpPr txBox="1"/>
              <p:nvPr/>
            </p:nvSpPr>
            <p:spPr>
              <a:xfrm>
                <a:off x="4565058" y="4008937"/>
                <a:ext cx="81295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235" name="文字方塊 234">
                <a:extLst>
                  <a:ext uri="{FF2B5EF4-FFF2-40B4-BE49-F238E27FC236}">
                    <a16:creationId xmlns:a16="http://schemas.microsoft.com/office/drawing/2014/main" id="{5497085F-C42D-455A-BFA7-F2FD90CDC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058" y="4008937"/>
                <a:ext cx="812954" cy="307777"/>
              </a:xfrm>
              <a:prstGeom prst="rect">
                <a:avLst/>
              </a:prstGeom>
              <a:blipFill>
                <a:blip r:embed="rId32"/>
                <a:stretch>
                  <a:fillRect t="-104000" r="-46617" b="-16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14BAEA4D-970D-40D5-96DA-6D33A18B83B3}"/>
                  </a:ext>
                </a:extLst>
              </p:cNvPr>
              <p:cNvSpPr txBox="1"/>
              <p:nvPr/>
            </p:nvSpPr>
            <p:spPr>
              <a:xfrm>
                <a:off x="6717026" y="256975"/>
                <a:ext cx="10823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1, 1, −1,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14BAEA4D-970D-40D5-96DA-6D33A18B8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7026" y="256975"/>
                <a:ext cx="1082363" cy="369332"/>
              </a:xfrm>
              <a:prstGeom prst="rect">
                <a:avLst/>
              </a:prstGeom>
              <a:blipFill>
                <a:blip r:embed="rId33"/>
                <a:stretch>
                  <a:fillRect r="-28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0596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矩形: 圓角 259">
            <a:extLst>
              <a:ext uri="{FF2B5EF4-FFF2-40B4-BE49-F238E27FC236}">
                <a16:creationId xmlns:a16="http://schemas.microsoft.com/office/drawing/2014/main" id="{0E98C710-0167-4CF6-97D2-0852B1B511ED}"/>
              </a:ext>
            </a:extLst>
          </p:cNvPr>
          <p:cNvSpPr/>
          <p:nvPr/>
        </p:nvSpPr>
        <p:spPr>
          <a:xfrm>
            <a:off x="3327780" y="51493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26" name="圖片 125">
            <a:extLst>
              <a:ext uri="{FF2B5EF4-FFF2-40B4-BE49-F238E27FC236}">
                <a16:creationId xmlns:a16="http://schemas.microsoft.com/office/drawing/2014/main" id="{BA0DD386-EC9A-45D5-BBDC-6A2B7617C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394" y="3855376"/>
            <a:ext cx="720000" cy="721596"/>
          </a:xfrm>
          <a:prstGeom prst="rect">
            <a:avLst/>
          </a:prstGeom>
        </p:spPr>
      </p:pic>
      <p:pic>
        <p:nvPicPr>
          <p:cNvPr id="127" name="圖片 126">
            <a:extLst>
              <a:ext uri="{FF2B5EF4-FFF2-40B4-BE49-F238E27FC236}">
                <a16:creationId xmlns:a16="http://schemas.microsoft.com/office/drawing/2014/main" id="{7FDBF1B9-78CE-49F8-83B4-6F29BF18C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414" y="3839986"/>
            <a:ext cx="720000" cy="723193"/>
          </a:xfrm>
          <a:prstGeom prst="rect">
            <a:avLst/>
          </a:prstGeom>
        </p:spPr>
      </p:pic>
      <p:pic>
        <p:nvPicPr>
          <p:cNvPr id="128" name="圖片 127">
            <a:extLst>
              <a:ext uri="{FF2B5EF4-FFF2-40B4-BE49-F238E27FC236}">
                <a16:creationId xmlns:a16="http://schemas.microsoft.com/office/drawing/2014/main" id="{4BD8FD42-D1C7-46CB-8EB4-D916A2AB7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5604" y="1972340"/>
            <a:ext cx="720000" cy="718411"/>
          </a:xfrm>
          <a:prstGeom prst="rect">
            <a:avLst/>
          </a:prstGeom>
        </p:spPr>
      </p:pic>
      <p:pic>
        <p:nvPicPr>
          <p:cNvPr id="129" name="圖片 128">
            <a:extLst>
              <a:ext uri="{FF2B5EF4-FFF2-40B4-BE49-F238E27FC236}">
                <a16:creationId xmlns:a16="http://schemas.microsoft.com/office/drawing/2014/main" id="{4E0E1C06-FE47-4497-B4BF-B893C24D2E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965" y="1962936"/>
            <a:ext cx="720000" cy="720000"/>
          </a:xfrm>
          <a:prstGeom prst="rect">
            <a:avLst/>
          </a:prstGeom>
        </p:spPr>
      </p:pic>
      <p:pic>
        <p:nvPicPr>
          <p:cNvPr id="130" name="圖片 129">
            <a:extLst>
              <a:ext uri="{FF2B5EF4-FFF2-40B4-BE49-F238E27FC236}">
                <a16:creationId xmlns:a16="http://schemas.microsoft.com/office/drawing/2014/main" id="{DF52E816-7D2F-46A8-B24A-DAF6FC1EAF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3218" y="1153074"/>
            <a:ext cx="720000" cy="720000"/>
          </a:xfrm>
          <a:prstGeom prst="rect">
            <a:avLst/>
          </a:prstGeom>
        </p:spPr>
      </p:pic>
      <p:pic>
        <p:nvPicPr>
          <p:cNvPr id="131" name="圖片 130">
            <a:extLst>
              <a:ext uri="{FF2B5EF4-FFF2-40B4-BE49-F238E27FC236}">
                <a16:creationId xmlns:a16="http://schemas.microsoft.com/office/drawing/2014/main" id="{BF8D47D8-06D1-4400-9678-69BD480598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1857" y="4550524"/>
            <a:ext cx="720000" cy="721593"/>
          </a:xfrm>
          <a:prstGeom prst="rect">
            <a:avLst/>
          </a:prstGeom>
        </p:spPr>
      </p:pic>
      <p:grpSp>
        <p:nvGrpSpPr>
          <p:cNvPr id="28" name="群組 27">
            <a:extLst>
              <a:ext uri="{FF2B5EF4-FFF2-40B4-BE49-F238E27FC236}">
                <a16:creationId xmlns:a16="http://schemas.microsoft.com/office/drawing/2014/main" id="{6C6461DF-8EE2-442E-8E34-03B34732ED50}"/>
              </a:ext>
            </a:extLst>
          </p:cNvPr>
          <p:cNvGrpSpPr/>
          <p:nvPr/>
        </p:nvGrpSpPr>
        <p:grpSpPr>
          <a:xfrm>
            <a:off x="4704536" y="1138626"/>
            <a:ext cx="414111" cy="435433"/>
            <a:chOff x="7969706" y="-605877"/>
            <a:chExt cx="414111" cy="435433"/>
          </a:xfrm>
        </p:grpSpPr>
        <p:grpSp>
          <p:nvGrpSpPr>
            <p:cNvPr id="191" name="群組 190">
              <a:extLst>
                <a:ext uri="{FF2B5EF4-FFF2-40B4-BE49-F238E27FC236}">
                  <a16:creationId xmlns:a16="http://schemas.microsoft.com/office/drawing/2014/main" id="{12A3856D-C8EE-4E5C-9371-C38BC0FAAC9C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194" name="箭號: 向右 193">
                <a:extLst>
                  <a:ext uri="{FF2B5EF4-FFF2-40B4-BE49-F238E27FC236}">
                    <a16:creationId xmlns:a16="http://schemas.microsoft.com/office/drawing/2014/main" id="{5A9976EA-DC90-4C92-81FF-F86EA39FDC9B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195" name="箭號: 向右 194">
                <a:extLst>
                  <a:ext uri="{FF2B5EF4-FFF2-40B4-BE49-F238E27FC236}">
                    <a16:creationId xmlns:a16="http://schemas.microsoft.com/office/drawing/2014/main" id="{916F6971-5A5A-43BC-B03E-319A01E3216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文字方塊 191">
                  <a:extLst>
                    <a:ext uri="{FF2B5EF4-FFF2-40B4-BE49-F238E27FC236}">
                      <a16:creationId xmlns:a16="http://schemas.microsoft.com/office/drawing/2014/main" id="{882169EE-BA39-4323-A236-BF2A8F339107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192" name="文字方塊 191">
                  <a:extLst>
                    <a:ext uri="{FF2B5EF4-FFF2-40B4-BE49-F238E27FC236}">
                      <a16:creationId xmlns:a16="http://schemas.microsoft.com/office/drawing/2014/main" id="{882169EE-BA39-4323-A236-BF2A8F3391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文字方塊 192">
                  <a:extLst>
                    <a:ext uri="{FF2B5EF4-FFF2-40B4-BE49-F238E27FC236}">
                      <a16:creationId xmlns:a16="http://schemas.microsoft.com/office/drawing/2014/main" id="{314BEA76-4D8E-4B0B-B6FB-45880D221837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193" name="文字方塊 192">
                  <a:extLst>
                    <a:ext uri="{FF2B5EF4-FFF2-40B4-BE49-F238E27FC236}">
                      <a16:creationId xmlns:a16="http://schemas.microsoft.com/office/drawing/2014/main" id="{314BEA76-4D8E-4B0B-B6FB-45880D2218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8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4014090" y="890014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090" y="890014"/>
                <a:ext cx="1673596" cy="276999"/>
              </a:xfrm>
              <a:prstGeom prst="rect">
                <a:avLst/>
              </a:prstGeom>
              <a:blipFill>
                <a:blip r:embed="rId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3232534" y="3585929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534" y="3585929"/>
                <a:ext cx="1150186" cy="276999"/>
              </a:xfrm>
              <a:prstGeom prst="rect">
                <a:avLst/>
              </a:prstGeom>
              <a:blipFill>
                <a:blip r:embed="rId1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5407312" y="166210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312" y="1662106"/>
                <a:ext cx="1150186" cy="276999"/>
              </a:xfrm>
              <a:prstGeom prst="rect">
                <a:avLst/>
              </a:prstGeom>
              <a:blipFill>
                <a:blip r:embed="rId1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4368987" y="426954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987" y="4269546"/>
                <a:ext cx="1150186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" name="圖片 152">
            <a:extLst>
              <a:ext uri="{FF2B5EF4-FFF2-40B4-BE49-F238E27FC236}">
                <a16:creationId xmlns:a16="http://schemas.microsoft.com/office/drawing/2014/main" id="{E70F1D4D-A58E-4BD6-A8D5-405865F16C1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5230077" y="1130955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/>
              <p:nvPr/>
            </p:nvSpPr>
            <p:spPr>
              <a:xfrm rot="5400000">
                <a:off x="5122339" y="1503130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122339" y="1503130"/>
                <a:ext cx="399520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F57829FF-CD68-4562-AB59-154F24F908FA}"/>
              </a:ext>
            </a:extLst>
          </p:cNvPr>
          <p:cNvCxnSpPr>
            <a:cxnSpLocks/>
          </p:cNvCxnSpPr>
          <p:nvPr/>
        </p:nvCxnSpPr>
        <p:spPr>
          <a:xfrm>
            <a:off x="4111207" y="3443017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8EA3D37D-BFAA-448D-8EDF-6DD3156581A5}"/>
              </a:ext>
            </a:extLst>
          </p:cNvPr>
          <p:cNvCxnSpPr>
            <a:cxnSpLocks/>
          </p:cNvCxnSpPr>
          <p:nvPr/>
        </p:nvCxnSpPr>
        <p:spPr>
          <a:xfrm>
            <a:off x="5208487" y="3771630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直線接點 149">
            <a:extLst>
              <a:ext uri="{FF2B5EF4-FFF2-40B4-BE49-F238E27FC236}">
                <a16:creationId xmlns:a16="http://schemas.microsoft.com/office/drawing/2014/main" id="{DBE34094-4181-4370-ADC4-4716A25B3D7C}"/>
              </a:ext>
            </a:extLst>
          </p:cNvPr>
          <p:cNvCxnSpPr>
            <a:cxnSpLocks/>
          </p:cNvCxnSpPr>
          <p:nvPr/>
        </p:nvCxnSpPr>
        <p:spPr>
          <a:xfrm flipV="1">
            <a:off x="4216895" y="3656673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62" name="圖片 261">
            <a:extLst>
              <a:ext uri="{FF2B5EF4-FFF2-40B4-BE49-F238E27FC236}">
                <a16:creationId xmlns:a16="http://schemas.microsoft.com/office/drawing/2014/main" id="{904D4BA7-08D5-4063-939B-B758E7390733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529"/>
          <a:stretch/>
        </p:blipFill>
        <p:spPr>
          <a:xfrm>
            <a:off x="4028824" y="192772"/>
            <a:ext cx="1975922" cy="4977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5A878C86-D4DF-45C0-8C9D-1A1E9CBF2015}"/>
                  </a:ext>
                </a:extLst>
              </p:cNvPr>
              <p:cNvSpPr txBox="1"/>
              <p:nvPr/>
            </p:nvSpPr>
            <p:spPr>
              <a:xfrm>
                <a:off x="3307495" y="1650803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5A878C86-D4DF-45C0-8C9D-1A1E9CBF2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495" y="1650803"/>
                <a:ext cx="1150186" cy="276999"/>
              </a:xfrm>
              <a:prstGeom prst="rect">
                <a:avLst/>
              </a:prstGeom>
              <a:blipFill>
                <a:blip r:embed="rId16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B7CFAB37-E98B-4BFF-A8D8-CA5A27A2490F}"/>
                  </a:ext>
                </a:extLst>
              </p:cNvPr>
              <p:cNvSpPr txBox="1"/>
              <p:nvPr/>
            </p:nvSpPr>
            <p:spPr>
              <a:xfrm>
                <a:off x="5569268" y="3585929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B7CFAB37-E98B-4BFF-A8D8-CA5A27A24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268" y="3585929"/>
                <a:ext cx="988200" cy="276999"/>
              </a:xfrm>
              <a:prstGeom prst="rect">
                <a:avLst/>
              </a:prstGeom>
              <a:blipFill>
                <a:blip r:embed="rId17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9" name="圖片 138">
            <a:extLst>
              <a:ext uri="{FF2B5EF4-FFF2-40B4-BE49-F238E27FC236}">
                <a16:creationId xmlns:a16="http://schemas.microsoft.com/office/drawing/2014/main" id="{2134993D-BEE5-4E8C-87EB-C56955BDD63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40628" y="3153519"/>
            <a:ext cx="868304" cy="901700"/>
          </a:xfrm>
          <a:prstGeom prst="rect">
            <a:avLst/>
          </a:prstGeom>
        </p:spPr>
      </p:pic>
      <p:grpSp>
        <p:nvGrpSpPr>
          <p:cNvPr id="151" name="群組 150">
            <a:extLst>
              <a:ext uri="{FF2B5EF4-FFF2-40B4-BE49-F238E27FC236}">
                <a16:creationId xmlns:a16="http://schemas.microsoft.com/office/drawing/2014/main" id="{58DC3E75-BC7D-45BF-B332-38C4697E26D5}"/>
              </a:ext>
            </a:extLst>
          </p:cNvPr>
          <p:cNvGrpSpPr/>
          <p:nvPr/>
        </p:nvGrpSpPr>
        <p:grpSpPr>
          <a:xfrm>
            <a:off x="4604516" y="5282570"/>
            <a:ext cx="720000" cy="720000"/>
            <a:chOff x="801581" y="4966326"/>
            <a:chExt cx="1150186" cy="1150186"/>
          </a:xfrm>
        </p:grpSpPr>
        <p:sp>
          <p:nvSpPr>
            <p:cNvPr id="152" name="矩形: 圓角 151">
              <a:extLst>
                <a:ext uri="{FF2B5EF4-FFF2-40B4-BE49-F238E27FC236}">
                  <a16:creationId xmlns:a16="http://schemas.microsoft.com/office/drawing/2014/main" id="{B316BE28-DF79-4A1E-96F5-57A746729CA2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54" name="橢圓 153">
              <a:extLst>
                <a:ext uri="{FF2B5EF4-FFF2-40B4-BE49-F238E27FC236}">
                  <a16:creationId xmlns:a16="http://schemas.microsoft.com/office/drawing/2014/main" id="{45161E32-470A-4C1D-91BB-B6BAC65B70EB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61" name="橢圓 160">
              <a:extLst>
                <a:ext uri="{FF2B5EF4-FFF2-40B4-BE49-F238E27FC236}">
                  <a16:creationId xmlns:a16="http://schemas.microsoft.com/office/drawing/2014/main" id="{A4D03064-ED01-4136-8670-C5EF3FBF23C0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68" name="橢圓 167">
              <a:extLst>
                <a:ext uri="{FF2B5EF4-FFF2-40B4-BE49-F238E27FC236}">
                  <a16:creationId xmlns:a16="http://schemas.microsoft.com/office/drawing/2014/main" id="{46D68422-85E1-40BA-905A-A51DBDADA5D8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2" name="橢圓 171">
              <a:extLst>
                <a:ext uri="{FF2B5EF4-FFF2-40B4-BE49-F238E27FC236}">
                  <a16:creationId xmlns:a16="http://schemas.microsoft.com/office/drawing/2014/main" id="{D80540C1-F7C5-4E53-A66C-26A10E2E2FDB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3" name="橢圓 172">
              <a:extLst>
                <a:ext uri="{FF2B5EF4-FFF2-40B4-BE49-F238E27FC236}">
                  <a16:creationId xmlns:a16="http://schemas.microsoft.com/office/drawing/2014/main" id="{368162BB-8A34-471C-939A-37614C3D7910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4" name="橢圓 173">
              <a:extLst>
                <a:ext uri="{FF2B5EF4-FFF2-40B4-BE49-F238E27FC236}">
                  <a16:creationId xmlns:a16="http://schemas.microsoft.com/office/drawing/2014/main" id="{E962D529-EEA8-470E-B1E9-BB5861A8EF98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DC11DCA6-1303-4BAA-A9E9-3BF4391511B6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77" name="橢圓 176">
              <a:extLst>
                <a:ext uri="{FF2B5EF4-FFF2-40B4-BE49-F238E27FC236}">
                  <a16:creationId xmlns:a16="http://schemas.microsoft.com/office/drawing/2014/main" id="{8959A784-0883-4638-87C5-F0A0AB6D9ED5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8" name="等腰三角形 177">
              <a:extLst>
                <a:ext uri="{FF2B5EF4-FFF2-40B4-BE49-F238E27FC236}">
                  <a16:creationId xmlns:a16="http://schemas.microsoft.com/office/drawing/2014/main" id="{E0DF30EA-8CCE-4215-A2FA-F24F61EC45B3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79" name="等腰三角形 178">
              <a:extLst>
                <a:ext uri="{FF2B5EF4-FFF2-40B4-BE49-F238E27FC236}">
                  <a16:creationId xmlns:a16="http://schemas.microsoft.com/office/drawing/2014/main" id="{005B33D3-557C-4ABF-9FFC-6F4CF5E7525B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0" name="等腰三角形 179">
              <a:extLst>
                <a:ext uri="{FF2B5EF4-FFF2-40B4-BE49-F238E27FC236}">
                  <a16:creationId xmlns:a16="http://schemas.microsoft.com/office/drawing/2014/main" id="{FD6CFE3B-D598-42A2-A719-269ADB0B6606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1" name="等腰三角形 180">
              <a:extLst>
                <a:ext uri="{FF2B5EF4-FFF2-40B4-BE49-F238E27FC236}">
                  <a16:creationId xmlns:a16="http://schemas.microsoft.com/office/drawing/2014/main" id="{18B876A1-EC32-4417-978A-BD3B38390D6A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2" name="等腰三角形 181">
              <a:extLst>
                <a:ext uri="{FF2B5EF4-FFF2-40B4-BE49-F238E27FC236}">
                  <a16:creationId xmlns:a16="http://schemas.microsoft.com/office/drawing/2014/main" id="{52AEBE77-6734-4AF2-A16C-E332DEDD680B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3" name="等腰三角形 182">
              <a:extLst>
                <a:ext uri="{FF2B5EF4-FFF2-40B4-BE49-F238E27FC236}">
                  <a16:creationId xmlns:a16="http://schemas.microsoft.com/office/drawing/2014/main" id="{B7404FCA-D0F2-4E1A-A0D9-7B0585F250C1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4" name="等腰三角形 183">
              <a:extLst>
                <a:ext uri="{FF2B5EF4-FFF2-40B4-BE49-F238E27FC236}">
                  <a16:creationId xmlns:a16="http://schemas.microsoft.com/office/drawing/2014/main" id="{8A48DCE5-6457-4C5C-82D9-24518D44C341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85" name="等腰三角形 184">
              <a:extLst>
                <a:ext uri="{FF2B5EF4-FFF2-40B4-BE49-F238E27FC236}">
                  <a16:creationId xmlns:a16="http://schemas.microsoft.com/office/drawing/2014/main" id="{9A59E40B-D858-4FA5-9ED4-89634CC2E01D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186" name="群組 185">
            <a:extLst>
              <a:ext uri="{FF2B5EF4-FFF2-40B4-BE49-F238E27FC236}">
                <a16:creationId xmlns:a16="http://schemas.microsoft.com/office/drawing/2014/main" id="{65ADD714-A1DE-4641-9856-1FD80B885A86}"/>
              </a:ext>
            </a:extLst>
          </p:cNvPr>
          <p:cNvGrpSpPr/>
          <p:nvPr/>
        </p:nvGrpSpPr>
        <p:grpSpPr>
          <a:xfrm>
            <a:off x="5667796" y="2719287"/>
            <a:ext cx="720000" cy="720000"/>
            <a:chOff x="3463278" y="4507593"/>
            <a:chExt cx="1150186" cy="1150186"/>
          </a:xfrm>
        </p:grpSpPr>
        <p:sp>
          <p:nvSpPr>
            <p:cNvPr id="187" name="矩形: 圓角 186">
              <a:extLst>
                <a:ext uri="{FF2B5EF4-FFF2-40B4-BE49-F238E27FC236}">
                  <a16:creationId xmlns:a16="http://schemas.microsoft.com/office/drawing/2014/main" id="{47F12105-5737-48CA-BDB3-650EAEAE7303}"/>
                </a:ext>
              </a:extLst>
            </p:cNvPr>
            <p:cNvSpPr/>
            <p:nvPr/>
          </p:nvSpPr>
          <p:spPr>
            <a:xfrm>
              <a:off x="3463278" y="4507593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88" name="箭號: 左-右雙向 187">
              <a:extLst>
                <a:ext uri="{FF2B5EF4-FFF2-40B4-BE49-F238E27FC236}">
                  <a16:creationId xmlns:a16="http://schemas.microsoft.com/office/drawing/2014/main" id="{62396AA6-236C-474A-9586-0FDECFF8CB89}"/>
                </a:ext>
              </a:extLst>
            </p:cNvPr>
            <p:cNvSpPr/>
            <p:nvPr/>
          </p:nvSpPr>
          <p:spPr>
            <a:xfrm rot="5400000">
              <a:off x="3570206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89" name="箭號: 左-右雙向 188">
              <a:extLst>
                <a:ext uri="{FF2B5EF4-FFF2-40B4-BE49-F238E27FC236}">
                  <a16:creationId xmlns:a16="http://schemas.microsoft.com/office/drawing/2014/main" id="{38EF6431-60F9-491B-85FF-2F48C4D15660}"/>
                </a:ext>
              </a:extLst>
            </p:cNvPr>
            <p:cNvSpPr/>
            <p:nvPr/>
          </p:nvSpPr>
          <p:spPr>
            <a:xfrm rot="5400000">
              <a:off x="4288335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90" name="箭號: 左-右雙向 189">
              <a:extLst>
                <a:ext uri="{FF2B5EF4-FFF2-40B4-BE49-F238E27FC236}">
                  <a16:creationId xmlns:a16="http://schemas.microsoft.com/office/drawing/2014/main" id="{AA2BA15B-3977-44A2-97B0-61EC695CA12D}"/>
                </a:ext>
              </a:extLst>
            </p:cNvPr>
            <p:cNvSpPr/>
            <p:nvPr/>
          </p:nvSpPr>
          <p:spPr>
            <a:xfrm rot="5400000">
              <a:off x="3676376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96" name="箭號: 左-右雙向 195">
              <a:extLst>
                <a:ext uri="{FF2B5EF4-FFF2-40B4-BE49-F238E27FC236}">
                  <a16:creationId xmlns:a16="http://schemas.microsoft.com/office/drawing/2014/main" id="{45A2530F-0739-411F-BAAF-C1F166D03B56}"/>
                </a:ext>
              </a:extLst>
            </p:cNvPr>
            <p:cNvSpPr/>
            <p:nvPr/>
          </p:nvSpPr>
          <p:spPr>
            <a:xfrm rot="5400000">
              <a:off x="417391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97" name="箭號: 左-右雙向 196">
              <a:extLst>
                <a:ext uri="{FF2B5EF4-FFF2-40B4-BE49-F238E27FC236}">
                  <a16:creationId xmlns:a16="http://schemas.microsoft.com/office/drawing/2014/main" id="{BE63735A-4064-41B1-A32F-F68A0BC097F8}"/>
                </a:ext>
              </a:extLst>
            </p:cNvPr>
            <p:cNvSpPr/>
            <p:nvPr/>
          </p:nvSpPr>
          <p:spPr>
            <a:xfrm rot="5400000">
              <a:off x="367637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98" name="箭號: 左-右雙向 197">
              <a:extLst>
                <a:ext uri="{FF2B5EF4-FFF2-40B4-BE49-F238E27FC236}">
                  <a16:creationId xmlns:a16="http://schemas.microsoft.com/office/drawing/2014/main" id="{56F139DE-8B20-4363-B822-68D23D9998DF}"/>
                </a:ext>
              </a:extLst>
            </p:cNvPr>
            <p:cNvSpPr/>
            <p:nvPr/>
          </p:nvSpPr>
          <p:spPr>
            <a:xfrm rot="5400000">
              <a:off x="4173915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99" name="箭號: 左-右雙向 198">
              <a:extLst>
                <a:ext uri="{FF2B5EF4-FFF2-40B4-BE49-F238E27FC236}">
                  <a16:creationId xmlns:a16="http://schemas.microsoft.com/office/drawing/2014/main" id="{AEED60B2-087D-4647-BEA0-616684287D6C}"/>
                </a:ext>
              </a:extLst>
            </p:cNvPr>
            <p:cNvSpPr/>
            <p:nvPr/>
          </p:nvSpPr>
          <p:spPr>
            <a:xfrm rot="5400000">
              <a:off x="3919504" y="5364647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00" name="箭號: 左-右雙向 199">
              <a:extLst>
                <a:ext uri="{FF2B5EF4-FFF2-40B4-BE49-F238E27FC236}">
                  <a16:creationId xmlns:a16="http://schemas.microsoft.com/office/drawing/2014/main" id="{F75943E6-2957-4A78-BD04-D90381B1E2E8}"/>
                </a:ext>
              </a:extLst>
            </p:cNvPr>
            <p:cNvSpPr/>
            <p:nvPr/>
          </p:nvSpPr>
          <p:spPr>
            <a:xfrm rot="5400000">
              <a:off x="3919504" y="463290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201" name="群組 200">
            <a:extLst>
              <a:ext uri="{FF2B5EF4-FFF2-40B4-BE49-F238E27FC236}">
                <a16:creationId xmlns:a16="http://schemas.microsoft.com/office/drawing/2014/main" id="{B81E06F8-5AD5-43EE-ADF0-0DDBA61F6444}"/>
              </a:ext>
            </a:extLst>
          </p:cNvPr>
          <p:cNvGrpSpPr/>
          <p:nvPr/>
        </p:nvGrpSpPr>
        <p:grpSpPr>
          <a:xfrm>
            <a:off x="3464579" y="4587173"/>
            <a:ext cx="720000" cy="720000"/>
            <a:chOff x="389151" y="2161357"/>
            <a:chExt cx="1150186" cy="1150186"/>
          </a:xfrm>
        </p:grpSpPr>
        <p:sp>
          <p:nvSpPr>
            <p:cNvPr id="263" name="矩形: 圓角 262">
              <a:extLst>
                <a:ext uri="{FF2B5EF4-FFF2-40B4-BE49-F238E27FC236}">
                  <a16:creationId xmlns:a16="http://schemas.microsoft.com/office/drawing/2014/main" id="{6CFBE486-E0D2-4425-B336-7A0931988DFA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64" name="箭號: 左-右雙向 263">
              <a:extLst>
                <a:ext uri="{FF2B5EF4-FFF2-40B4-BE49-F238E27FC236}">
                  <a16:creationId xmlns:a16="http://schemas.microsoft.com/office/drawing/2014/main" id="{422DF8FB-0D8E-4B95-8656-00B475A136DD}"/>
                </a:ext>
              </a:extLst>
            </p:cNvPr>
            <p:cNvSpPr/>
            <p:nvPr/>
          </p:nvSpPr>
          <p:spPr>
            <a:xfrm rot="10800000">
              <a:off x="494862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65" name="箭號: 左-右雙向 264">
              <a:extLst>
                <a:ext uri="{FF2B5EF4-FFF2-40B4-BE49-F238E27FC236}">
                  <a16:creationId xmlns:a16="http://schemas.microsoft.com/office/drawing/2014/main" id="{3118E494-60F6-4A15-82C6-E92476F51E4F}"/>
                </a:ext>
              </a:extLst>
            </p:cNvPr>
            <p:cNvSpPr/>
            <p:nvPr/>
          </p:nvSpPr>
          <p:spPr>
            <a:xfrm rot="10800000">
              <a:off x="1212991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66" name="箭號: 左-右雙向 265">
              <a:extLst>
                <a:ext uri="{FF2B5EF4-FFF2-40B4-BE49-F238E27FC236}">
                  <a16:creationId xmlns:a16="http://schemas.microsoft.com/office/drawing/2014/main" id="{0C41AA46-B72F-41CA-8A3F-AFF136F4A829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67" name="箭號: 左-右雙向 266">
              <a:extLst>
                <a:ext uri="{FF2B5EF4-FFF2-40B4-BE49-F238E27FC236}">
                  <a16:creationId xmlns:a16="http://schemas.microsoft.com/office/drawing/2014/main" id="{6AF8B114-B09B-4AEC-950F-56629A264744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68" name="箭號: 左-右雙向 267">
              <a:extLst>
                <a:ext uri="{FF2B5EF4-FFF2-40B4-BE49-F238E27FC236}">
                  <a16:creationId xmlns:a16="http://schemas.microsoft.com/office/drawing/2014/main" id="{8306A892-BFAB-4FCD-8B76-FAC5FC631D8C}"/>
                </a:ext>
              </a:extLst>
            </p:cNvPr>
            <p:cNvSpPr/>
            <p:nvPr/>
          </p:nvSpPr>
          <p:spPr>
            <a:xfrm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69" name="箭號: 左-右雙向 268">
              <a:extLst>
                <a:ext uri="{FF2B5EF4-FFF2-40B4-BE49-F238E27FC236}">
                  <a16:creationId xmlns:a16="http://schemas.microsoft.com/office/drawing/2014/main" id="{FDC6628A-BF80-4C31-A220-8D07B0EA3B79}"/>
                </a:ext>
              </a:extLst>
            </p:cNvPr>
            <p:cNvSpPr/>
            <p:nvPr/>
          </p:nvSpPr>
          <p:spPr>
            <a:xfrm>
              <a:off x="1098571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70" name="箭號: 左-右雙向 269">
              <a:extLst>
                <a:ext uri="{FF2B5EF4-FFF2-40B4-BE49-F238E27FC236}">
                  <a16:creationId xmlns:a16="http://schemas.microsoft.com/office/drawing/2014/main" id="{8A96F8DF-1B22-4CD7-82AB-0F399D1845EE}"/>
                </a:ext>
              </a:extLst>
            </p:cNvPr>
            <p:cNvSpPr/>
            <p:nvPr/>
          </p:nvSpPr>
          <p:spPr>
            <a:xfrm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71" name="箭號: 左-右雙向 270">
              <a:extLst>
                <a:ext uri="{FF2B5EF4-FFF2-40B4-BE49-F238E27FC236}">
                  <a16:creationId xmlns:a16="http://schemas.microsoft.com/office/drawing/2014/main" id="{3D6C54FF-BC72-41C5-92BB-454D2B038313}"/>
                </a:ext>
              </a:extLst>
            </p:cNvPr>
            <p:cNvSpPr/>
            <p:nvPr/>
          </p:nvSpPr>
          <p:spPr>
            <a:xfrm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295" name="群組 294">
            <a:extLst>
              <a:ext uri="{FF2B5EF4-FFF2-40B4-BE49-F238E27FC236}">
                <a16:creationId xmlns:a16="http://schemas.microsoft.com/office/drawing/2014/main" id="{CA018554-7913-4843-AA28-406D72C6461F}"/>
              </a:ext>
            </a:extLst>
          </p:cNvPr>
          <p:cNvGrpSpPr/>
          <p:nvPr/>
        </p:nvGrpSpPr>
        <p:grpSpPr>
          <a:xfrm>
            <a:off x="3464579" y="2719287"/>
            <a:ext cx="720000" cy="720000"/>
            <a:chOff x="389151" y="2161357"/>
            <a:chExt cx="1150186" cy="1150186"/>
          </a:xfrm>
        </p:grpSpPr>
        <p:sp>
          <p:nvSpPr>
            <p:cNvPr id="296" name="矩形: 圓角 295">
              <a:extLst>
                <a:ext uri="{FF2B5EF4-FFF2-40B4-BE49-F238E27FC236}">
                  <a16:creationId xmlns:a16="http://schemas.microsoft.com/office/drawing/2014/main" id="{8077FE78-98AD-42FC-890B-E9018136394E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97" name="箭號: 左-右雙向 296">
              <a:extLst>
                <a:ext uri="{FF2B5EF4-FFF2-40B4-BE49-F238E27FC236}">
                  <a16:creationId xmlns:a16="http://schemas.microsoft.com/office/drawing/2014/main" id="{E3698EB3-BA03-4A6B-B900-26E21EC03C01}"/>
                </a:ext>
              </a:extLst>
            </p:cNvPr>
            <p:cNvSpPr/>
            <p:nvPr/>
          </p:nvSpPr>
          <p:spPr>
            <a:xfrm rot="2700000">
              <a:off x="494863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98" name="箭號: 左-右雙向 297">
              <a:extLst>
                <a:ext uri="{FF2B5EF4-FFF2-40B4-BE49-F238E27FC236}">
                  <a16:creationId xmlns:a16="http://schemas.microsoft.com/office/drawing/2014/main" id="{DD2D6B96-8256-4A1C-9910-7999D285A401}"/>
                </a:ext>
              </a:extLst>
            </p:cNvPr>
            <p:cNvSpPr/>
            <p:nvPr/>
          </p:nvSpPr>
          <p:spPr>
            <a:xfrm rot="2700000">
              <a:off x="1212991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299" name="箭號: 左-右雙向 298">
              <a:extLst>
                <a:ext uri="{FF2B5EF4-FFF2-40B4-BE49-F238E27FC236}">
                  <a16:creationId xmlns:a16="http://schemas.microsoft.com/office/drawing/2014/main" id="{31B4718A-1161-4CD4-B428-4752A3D3C2BE}"/>
                </a:ext>
              </a:extLst>
            </p:cNvPr>
            <p:cNvSpPr/>
            <p:nvPr/>
          </p:nvSpPr>
          <p:spPr>
            <a:xfrm rot="27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0" name="箭號: 左-右雙向 299">
              <a:extLst>
                <a:ext uri="{FF2B5EF4-FFF2-40B4-BE49-F238E27FC236}">
                  <a16:creationId xmlns:a16="http://schemas.microsoft.com/office/drawing/2014/main" id="{A12A80ED-0212-4ED3-88FA-0EA1BA3695A4}"/>
                </a:ext>
              </a:extLst>
            </p:cNvPr>
            <p:cNvSpPr/>
            <p:nvPr/>
          </p:nvSpPr>
          <p:spPr>
            <a:xfrm rot="27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1" name="箭號: 左-右雙向 300">
              <a:extLst>
                <a:ext uri="{FF2B5EF4-FFF2-40B4-BE49-F238E27FC236}">
                  <a16:creationId xmlns:a16="http://schemas.microsoft.com/office/drawing/2014/main" id="{88571464-6C46-4AEA-A60C-A3CDF51593FB}"/>
                </a:ext>
              </a:extLst>
            </p:cNvPr>
            <p:cNvSpPr/>
            <p:nvPr/>
          </p:nvSpPr>
          <p:spPr>
            <a:xfrm rot="2700000"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302" name="箭號: 左-右雙向 301">
              <a:extLst>
                <a:ext uri="{FF2B5EF4-FFF2-40B4-BE49-F238E27FC236}">
                  <a16:creationId xmlns:a16="http://schemas.microsoft.com/office/drawing/2014/main" id="{BA48A871-2320-4FBF-AC5B-D4004133C815}"/>
                </a:ext>
              </a:extLst>
            </p:cNvPr>
            <p:cNvSpPr/>
            <p:nvPr/>
          </p:nvSpPr>
          <p:spPr>
            <a:xfrm rot="2700000">
              <a:off x="109857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3" name="箭號: 左-右雙向 302">
              <a:extLst>
                <a:ext uri="{FF2B5EF4-FFF2-40B4-BE49-F238E27FC236}">
                  <a16:creationId xmlns:a16="http://schemas.microsoft.com/office/drawing/2014/main" id="{DA445C6C-D601-419E-9742-B9D97AE0D1A6}"/>
                </a:ext>
              </a:extLst>
            </p:cNvPr>
            <p:cNvSpPr/>
            <p:nvPr/>
          </p:nvSpPr>
          <p:spPr>
            <a:xfrm rot="2700000"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4" name="箭號: 左-右雙向 303">
              <a:extLst>
                <a:ext uri="{FF2B5EF4-FFF2-40B4-BE49-F238E27FC236}">
                  <a16:creationId xmlns:a16="http://schemas.microsoft.com/office/drawing/2014/main" id="{A8F12E58-5D69-41C2-9423-26B0A5BDD497}"/>
                </a:ext>
              </a:extLst>
            </p:cNvPr>
            <p:cNvSpPr/>
            <p:nvPr/>
          </p:nvSpPr>
          <p:spPr>
            <a:xfrm rot="2700000"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305" name="群組 304">
            <a:extLst>
              <a:ext uri="{FF2B5EF4-FFF2-40B4-BE49-F238E27FC236}">
                <a16:creationId xmlns:a16="http://schemas.microsoft.com/office/drawing/2014/main" id="{060CF5B3-237B-468F-A0F8-89032EF314B0}"/>
              </a:ext>
            </a:extLst>
          </p:cNvPr>
          <p:cNvGrpSpPr/>
          <p:nvPr/>
        </p:nvGrpSpPr>
        <p:grpSpPr>
          <a:xfrm>
            <a:off x="5667796" y="4587173"/>
            <a:ext cx="720000" cy="720000"/>
            <a:chOff x="389151" y="2161357"/>
            <a:chExt cx="1150186" cy="1150186"/>
          </a:xfrm>
        </p:grpSpPr>
        <p:sp>
          <p:nvSpPr>
            <p:cNvPr id="306" name="矩形: 圓角 305">
              <a:extLst>
                <a:ext uri="{FF2B5EF4-FFF2-40B4-BE49-F238E27FC236}">
                  <a16:creationId xmlns:a16="http://schemas.microsoft.com/office/drawing/2014/main" id="{F8B5D415-46CC-41C8-95D1-0BCD7F4283AB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307" name="箭號: 左-右雙向 306">
              <a:extLst>
                <a:ext uri="{FF2B5EF4-FFF2-40B4-BE49-F238E27FC236}">
                  <a16:creationId xmlns:a16="http://schemas.microsoft.com/office/drawing/2014/main" id="{85CB28F0-F2A3-45FB-9839-A0EE3F0E96BA}"/>
                </a:ext>
              </a:extLst>
            </p:cNvPr>
            <p:cNvSpPr/>
            <p:nvPr/>
          </p:nvSpPr>
          <p:spPr>
            <a:xfrm rot="18900000">
              <a:off x="494863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308" name="箭號: 左-右雙向 307">
              <a:extLst>
                <a:ext uri="{FF2B5EF4-FFF2-40B4-BE49-F238E27FC236}">
                  <a16:creationId xmlns:a16="http://schemas.microsoft.com/office/drawing/2014/main" id="{CBD7F2DF-E887-4C52-AD78-8206B3F1459B}"/>
                </a:ext>
              </a:extLst>
            </p:cNvPr>
            <p:cNvSpPr/>
            <p:nvPr/>
          </p:nvSpPr>
          <p:spPr>
            <a:xfrm rot="18900000">
              <a:off x="1212991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09" name="箭號: 左-右雙向 308">
              <a:extLst>
                <a:ext uri="{FF2B5EF4-FFF2-40B4-BE49-F238E27FC236}">
                  <a16:creationId xmlns:a16="http://schemas.microsoft.com/office/drawing/2014/main" id="{E9A6D9D6-D717-41E7-BEB2-B15CBE4EA84E}"/>
                </a:ext>
              </a:extLst>
            </p:cNvPr>
            <p:cNvSpPr/>
            <p:nvPr/>
          </p:nvSpPr>
          <p:spPr>
            <a:xfrm rot="189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10" name="箭號: 左-右雙向 309">
              <a:extLst>
                <a:ext uri="{FF2B5EF4-FFF2-40B4-BE49-F238E27FC236}">
                  <a16:creationId xmlns:a16="http://schemas.microsoft.com/office/drawing/2014/main" id="{D6EFB147-A32A-4FC2-885E-9D51CE864837}"/>
                </a:ext>
              </a:extLst>
            </p:cNvPr>
            <p:cNvSpPr/>
            <p:nvPr/>
          </p:nvSpPr>
          <p:spPr>
            <a:xfrm rot="189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11" name="箭號: 左-右雙向 310">
              <a:extLst>
                <a:ext uri="{FF2B5EF4-FFF2-40B4-BE49-F238E27FC236}">
                  <a16:creationId xmlns:a16="http://schemas.microsoft.com/office/drawing/2014/main" id="{7F7E7055-C633-456D-9778-8DE80316532D}"/>
                </a:ext>
              </a:extLst>
            </p:cNvPr>
            <p:cNvSpPr/>
            <p:nvPr/>
          </p:nvSpPr>
          <p:spPr>
            <a:xfrm rot="18900000"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312" name="箭號: 左-右雙向 311">
              <a:extLst>
                <a:ext uri="{FF2B5EF4-FFF2-40B4-BE49-F238E27FC236}">
                  <a16:creationId xmlns:a16="http://schemas.microsoft.com/office/drawing/2014/main" id="{72B4C468-664C-438E-B2B7-780AE2DB1E5A}"/>
                </a:ext>
              </a:extLst>
            </p:cNvPr>
            <p:cNvSpPr/>
            <p:nvPr/>
          </p:nvSpPr>
          <p:spPr>
            <a:xfrm rot="18900000">
              <a:off x="109857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13" name="箭號: 左-右雙向 312">
              <a:extLst>
                <a:ext uri="{FF2B5EF4-FFF2-40B4-BE49-F238E27FC236}">
                  <a16:creationId xmlns:a16="http://schemas.microsoft.com/office/drawing/2014/main" id="{9415F1B4-567F-4F1C-9D37-F964AA7DC3D3}"/>
                </a:ext>
              </a:extLst>
            </p:cNvPr>
            <p:cNvSpPr/>
            <p:nvPr/>
          </p:nvSpPr>
          <p:spPr>
            <a:xfrm rot="18900000"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314" name="箭號: 左-右雙向 313">
              <a:extLst>
                <a:ext uri="{FF2B5EF4-FFF2-40B4-BE49-F238E27FC236}">
                  <a16:creationId xmlns:a16="http://schemas.microsoft.com/office/drawing/2014/main" id="{543AB9EE-EB52-406C-8D26-00677B4BF136}"/>
                </a:ext>
              </a:extLst>
            </p:cNvPr>
            <p:cNvSpPr/>
            <p:nvPr/>
          </p:nvSpPr>
          <p:spPr>
            <a:xfrm rot="18900000"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/>
              <p:nvPr/>
            </p:nvSpPr>
            <p:spPr>
              <a:xfrm>
                <a:off x="4590603" y="1591929"/>
                <a:ext cx="6121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400" dirty="0"/>
              </a:p>
            </p:txBody>
          </p:sp>
        </mc:Choice>
        <mc:Fallback xmlns="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603" y="1591929"/>
                <a:ext cx="612129" cy="307777"/>
              </a:xfrm>
              <a:prstGeom prst="rect">
                <a:avLst/>
              </a:prstGeom>
              <a:blipFill>
                <a:blip r:embed="rId19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7" name="群組 156">
            <a:extLst>
              <a:ext uri="{FF2B5EF4-FFF2-40B4-BE49-F238E27FC236}">
                <a16:creationId xmlns:a16="http://schemas.microsoft.com/office/drawing/2014/main" id="{C76AB8B2-5724-4497-91CB-1714340FDF32}"/>
              </a:ext>
            </a:extLst>
          </p:cNvPr>
          <p:cNvGrpSpPr/>
          <p:nvPr/>
        </p:nvGrpSpPr>
        <p:grpSpPr>
          <a:xfrm>
            <a:off x="4493004" y="1890159"/>
            <a:ext cx="720000" cy="720000"/>
            <a:chOff x="3481679" y="1553308"/>
            <a:chExt cx="1150186" cy="1150186"/>
          </a:xfrm>
        </p:grpSpPr>
        <p:sp>
          <p:nvSpPr>
            <p:cNvPr id="163" name="矩形: 圓角 162">
              <a:extLst>
                <a:ext uri="{FF2B5EF4-FFF2-40B4-BE49-F238E27FC236}">
                  <a16:creationId xmlns:a16="http://schemas.microsoft.com/office/drawing/2014/main" id="{0A3F81C3-849F-4550-A4DC-1C7614DA094B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F1CB8B88-9C08-4CED-B6CB-54DA771EEDBC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65" name="橢圓 164">
              <a:extLst>
                <a:ext uri="{FF2B5EF4-FFF2-40B4-BE49-F238E27FC236}">
                  <a16:creationId xmlns:a16="http://schemas.microsoft.com/office/drawing/2014/main" id="{4B4577C5-D8DD-4596-B5E8-15BD43C436EE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42E7CC52-CAE4-49A0-80DA-5401A2819C3F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67" name="橢圓 166">
              <a:extLst>
                <a:ext uri="{FF2B5EF4-FFF2-40B4-BE49-F238E27FC236}">
                  <a16:creationId xmlns:a16="http://schemas.microsoft.com/office/drawing/2014/main" id="{A0B1F999-C95E-4DBD-A56B-CF7ACA5874D9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69" name="橢圓 168">
              <a:extLst>
                <a:ext uri="{FF2B5EF4-FFF2-40B4-BE49-F238E27FC236}">
                  <a16:creationId xmlns:a16="http://schemas.microsoft.com/office/drawing/2014/main" id="{2FA522DF-585E-46CF-9084-38B402BEFE81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70" name="橢圓 169">
              <a:extLst>
                <a:ext uri="{FF2B5EF4-FFF2-40B4-BE49-F238E27FC236}">
                  <a16:creationId xmlns:a16="http://schemas.microsoft.com/office/drawing/2014/main" id="{2FEF2423-3D88-40FD-99EF-9D23AF41CA42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171" name="橢圓 170">
              <a:extLst>
                <a:ext uri="{FF2B5EF4-FFF2-40B4-BE49-F238E27FC236}">
                  <a16:creationId xmlns:a16="http://schemas.microsoft.com/office/drawing/2014/main" id="{2B11985A-1A08-4DF2-87BD-86636E726853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202" name="橢圓 201">
              <a:extLst>
                <a:ext uri="{FF2B5EF4-FFF2-40B4-BE49-F238E27FC236}">
                  <a16:creationId xmlns:a16="http://schemas.microsoft.com/office/drawing/2014/main" id="{109AA45A-5215-4775-A673-D93E8EDA96CD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3" name="等腰三角形 202">
              <a:extLst>
                <a:ext uri="{FF2B5EF4-FFF2-40B4-BE49-F238E27FC236}">
                  <a16:creationId xmlns:a16="http://schemas.microsoft.com/office/drawing/2014/main" id="{10F3EEAF-F659-471B-AF1B-8E7ADCC08294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4" name="等腰三角形 203">
              <a:extLst>
                <a:ext uri="{FF2B5EF4-FFF2-40B4-BE49-F238E27FC236}">
                  <a16:creationId xmlns:a16="http://schemas.microsoft.com/office/drawing/2014/main" id="{42106B5A-376D-4820-B0B1-25625834A793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5" name="等腰三角形 204">
              <a:extLst>
                <a:ext uri="{FF2B5EF4-FFF2-40B4-BE49-F238E27FC236}">
                  <a16:creationId xmlns:a16="http://schemas.microsoft.com/office/drawing/2014/main" id="{36D5C360-15D9-4A52-8135-D7D944FA42BA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6" name="等腰三角形 205">
              <a:extLst>
                <a:ext uri="{FF2B5EF4-FFF2-40B4-BE49-F238E27FC236}">
                  <a16:creationId xmlns:a16="http://schemas.microsoft.com/office/drawing/2014/main" id="{495C52EC-DA23-4B76-A803-FFD2FFC71BC7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7" name="等腰三角形 206">
              <a:extLst>
                <a:ext uri="{FF2B5EF4-FFF2-40B4-BE49-F238E27FC236}">
                  <a16:creationId xmlns:a16="http://schemas.microsoft.com/office/drawing/2014/main" id="{3004AA87-3ECC-47D2-8AEE-EEC82CF7CA59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8" name="等腰三角形 207">
              <a:extLst>
                <a:ext uri="{FF2B5EF4-FFF2-40B4-BE49-F238E27FC236}">
                  <a16:creationId xmlns:a16="http://schemas.microsoft.com/office/drawing/2014/main" id="{B07827DB-7159-4A06-9D86-03A9B74C89E2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09" name="等腰三角形 208">
              <a:extLst>
                <a:ext uri="{FF2B5EF4-FFF2-40B4-BE49-F238E27FC236}">
                  <a16:creationId xmlns:a16="http://schemas.microsoft.com/office/drawing/2014/main" id="{B01622FE-AA68-4276-A9DE-D89C299881A3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210" name="等腰三角形 209">
              <a:extLst>
                <a:ext uri="{FF2B5EF4-FFF2-40B4-BE49-F238E27FC236}">
                  <a16:creationId xmlns:a16="http://schemas.microsoft.com/office/drawing/2014/main" id="{AA073FE7-E9C5-4949-8D62-8F78B9EE8637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211" name="群組 210">
              <a:extLst>
                <a:ext uri="{FF2B5EF4-FFF2-40B4-BE49-F238E27FC236}">
                  <a16:creationId xmlns:a16="http://schemas.microsoft.com/office/drawing/2014/main" id="{A74C0134-78B3-4C13-B661-3322941247B3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215" name="箭號: 向右 214">
                <a:extLst>
                  <a:ext uri="{FF2B5EF4-FFF2-40B4-BE49-F238E27FC236}">
                    <a16:creationId xmlns:a16="http://schemas.microsoft.com/office/drawing/2014/main" id="{31D93CFC-296E-40BB-A3B3-77B70F450CFA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217" name="箭號: 向右 216">
                <a:extLst>
                  <a:ext uri="{FF2B5EF4-FFF2-40B4-BE49-F238E27FC236}">
                    <a16:creationId xmlns:a16="http://schemas.microsoft.com/office/drawing/2014/main" id="{96E68673-DFDB-4CE0-ABD9-4C45E17FE871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字方塊 211">
                  <a:extLst>
                    <a:ext uri="{FF2B5EF4-FFF2-40B4-BE49-F238E27FC236}">
                      <a16:creationId xmlns:a16="http://schemas.microsoft.com/office/drawing/2014/main" id="{2F277362-35E4-4735-B441-54E296E605EB}"/>
                    </a:ext>
                  </a:extLst>
                </p:cNvPr>
                <p:cNvSpPr txBox="1"/>
                <p:nvPr/>
              </p:nvSpPr>
              <p:spPr>
                <a:xfrm>
                  <a:off x="3802268" y="1555481"/>
                  <a:ext cx="411859" cy="4524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2" name="文字方塊 211">
                  <a:extLst>
                    <a:ext uri="{FF2B5EF4-FFF2-40B4-BE49-F238E27FC236}">
                      <a16:creationId xmlns:a16="http://schemas.microsoft.com/office/drawing/2014/main" id="{2F277362-35E4-4735-B441-54E296E605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2268" y="1555481"/>
                  <a:ext cx="411859" cy="452437"/>
                </a:xfrm>
                <a:prstGeom prst="rect">
                  <a:avLst/>
                </a:prstGeom>
                <a:blipFill>
                  <a:blip r:embed="rId29"/>
                  <a:stretch>
                    <a:fillRect r="-95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文字方塊 212">
                  <a:extLst>
                    <a:ext uri="{FF2B5EF4-FFF2-40B4-BE49-F238E27FC236}">
                      <a16:creationId xmlns:a16="http://schemas.microsoft.com/office/drawing/2014/main" id="{6F76D634-24B5-4B81-891A-25B936FE3E82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0" cy="4302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3" name="文字方塊 212">
                  <a:extLst>
                    <a:ext uri="{FF2B5EF4-FFF2-40B4-BE49-F238E27FC236}">
                      <a16:creationId xmlns:a16="http://schemas.microsoft.com/office/drawing/2014/main" id="{6F76D634-24B5-4B81-891A-25B936FE3E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0" cy="430208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20" name="直線接點 219">
            <a:extLst>
              <a:ext uri="{FF2B5EF4-FFF2-40B4-BE49-F238E27FC236}">
                <a16:creationId xmlns:a16="http://schemas.microsoft.com/office/drawing/2014/main" id="{5F032B72-F734-4A51-BBC4-DDF27A81BF08}"/>
              </a:ext>
            </a:extLst>
          </p:cNvPr>
          <p:cNvCxnSpPr>
            <a:cxnSpLocks/>
          </p:cNvCxnSpPr>
          <p:nvPr/>
        </p:nvCxnSpPr>
        <p:spPr>
          <a:xfrm flipV="1">
            <a:off x="5404107" y="3321493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F1AB51B8-5A4C-411C-8DC2-0882D6F9FB91}"/>
                  </a:ext>
                </a:extLst>
              </p:cNvPr>
              <p:cNvSpPr txBox="1"/>
              <p:nvPr/>
            </p:nvSpPr>
            <p:spPr>
              <a:xfrm>
                <a:off x="4613760" y="2872307"/>
                <a:ext cx="7155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F1AB51B8-5A4C-411C-8DC2-0882D6F9F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760" y="2872307"/>
                <a:ext cx="715550" cy="307777"/>
              </a:xfrm>
              <a:prstGeom prst="rect">
                <a:avLst/>
              </a:prstGeom>
              <a:blipFill>
                <a:blip r:embed="rId31"/>
                <a:stretch>
                  <a:fillRect t="-101961" r="-39316" b="-1568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文字方塊 234">
                <a:extLst>
                  <a:ext uri="{FF2B5EF4-FFF2-40B4-BE49-F238E27FC236}">
                    <a16:creationId xmlns:a16="http://schemas.microsoft.com/office/drawing/2014/main" id="{5497085F-C42D-455A-BFA7-F2FD90CDCFF7}"/>
                  </a:ext>
                </a:extLst>
              </p:cNvPr>
              <p:cNvSpPr txBox="1"/>
              <p:nvPr/>
            </p:nvSpPr>
            <p:spPr>
              <a:xfrm>
                <a:off x="4565058" y="4008937"/>
                <a:ext cx="81295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5" name="文字方塊 234">
                <a:extLst>
                  <a:ext uri="{FF2B5EF4-FFF2-40B4-BE49-F238E27FC236}">
                    <a16:creationId xmlns:a16="http://schemas.microsoft.com/office/drawing/2014/main" id="{5497085F-C42D-455A-BFA7-F2FD90CDC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058" y="4008937"/>
                <a:ext cx="812954" cy="307777"/>
              </a:xfrm>
              <a:prstGeom prst="rect">
                <a:avLst/>
              </a:prstGeom>
              <a:blipFill>
                <a:blip r:embed="rId32"/>
                <a:stretch>
                  <a:fillRect t="-104000" r="-36842" b="-16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14BAEA4D-970D-40D5-96DA-6D33A18B83B3}"/>
                  </a:ext>
                </a:extLst>
              </p:cNvPr>
              <p:cNvSpPr txBox="1"/>
              <p:nvPr/>
            </p:nvSpPr>
            <p:spPr>
              <a:xfrm>
                <a:off x="6717026" y="256975"/>
                <a:ext cx="10823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1, 1, −1,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14BAEA4D-970D-40D5-96DA-6D33A18B8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7026" y="256975"/>
                <a:ext cx="1082363" cy="369332"/>
              </a:xfrm>
              <a:prstGeom prst="rect">
                <a:avLst/>
              </a:prstGeom>
              <a:blipFill>
                <a:blip r:embed="rId33"/>
                <a:stretch>
                  <a:fillRect r="-28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4906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750A7010-FFDC-44B9-8B58-B0B38D8B6E31}"/>
                  </a:ext>
                </a:extLst>
              </p:cNvPr>
              <p:cNvSpPr/>
              <p:nvPr/>
            </p:nvSpPr>
            <p:spPr>
              <a:xfrm>
                <a:off x="-2129157" y="2392326"/>
                <a:ext cx="1356462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−1, −1,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750A7010-FFDC-44B9-8B58-B0B38D8B6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29157" y="2392326"/>
                <a:ext cx="135646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矩形 167">
            <a:extLst>
              <a:ext uri="{FF2B5EF4-FFF2-40B4-BE49-F238E27FC236}">
                <a16:creationId xmlns:a16="http://schemas.microsoft.com/office/drawing/2014/main" id="{8FFEB04E-8721-4A1E-B20C-8834C90333E1}"/>
              </a:ext>
            </a:extLst>
          </p:cNvPr>
          <p:cNvSpPr/>
          <p:nvPr/>
        </p:nvSpPr>
        <p:spPr>
          <a:xfrm>
            <a:off x="-665628" y="3626607"/>
            <a:ext cx="264575" cy="279646"/>
          </a:xfrm>
          <a:prstGeom prst="rect">
            <a:avLst/>
          </a:prstGeom>
          <a:solidFill>
            <a:srgbClr val="EFEFEF"/>
          </a:solidFill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pic>
        <p:nvPicPr>
          <p:cNvPr id="49" name="圖片 48">
            <a:extLst>
              <a:ext uri="{FF2B5EF4-FFF2-40B4-BE49-F238E27FC236}">
                <a16:creationId xmlns:a16="http://schemas.microsoft.com/office/drawing/2014/main" id="{BF203D9A-4E7D-4E4D-8C25-CEBF1DCD9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120" y="318195"/>
            <a:ext cx="890783" cy="893782"/>
          </a:xfrm>
          <a:prstGeom prst="rect">
            <a:avLst/>
          </a:prstGeom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CDDC0151-5B8B-4670-88A3-DCDC5AF1B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945" y="6060861"/>
            <a:ext cx="943172" cy="952731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A3CE74EC-D36F-421D-B231-0424B223D1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420757" y="4691131"/>
            <a:ext cx="936005" cy="943150"/>
          </a:xfrm>
          <a:prstGeom prst="rect">
            <a:avLst/>
          </a:prstGeom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7F4577E5-AD10-4146-983B-F1D8D965C7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6486" y="3811273"/>
            <a:ext cx="747887" cy="759262"/>
          </a:xfrm>
          <a:prstGeom prst="rect">
            <a:avLst/>
          </a:prstGeom>
        </p:spPr>
      </p:pic>
      <p:pic>
        <p:nvPicPr>
          <p:cNvPr id="53" name="圖片 52">
            <a:extLst>
              <a:ext uri="{FF2B5EF4-FFF2-40B4-BE49-F238E27FC236}">
                <a16:creationId xmlns:a16="http://schemas.microsoft.com/office/drawing/2014/main" id="{3A90D16B-00AC-4509-A0A8-F1C32A2219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241704" y="1472710"/>
            <a:ext cx="911750" cy="911750"/>
          </a:xfrm>
          <a:prstGeom prst="rect">
            <a:avLst/>
          </a:prstGeom>
        </p:spPr>
      </p:pic>
      <p:grpSp>
        <p:nvGrpSpPr>
          <p:cNvPr id="37" name="群組 36">
            <a:extLst>
              <a:ext uri="{FF2B5EF4-FFF2-40B4-BE49-F238E27FC236}">
                <a16:creationId xmlns:a16="http://schemas.microsoft.com/office/drawing/2014/main" id="{6248D0BF-84A5-4468-9CD8-F664D1436D86}"/>
              </a:ext>
            </a:extLst>
          </p:cNvPr>
          <p:cNvGrpSpPr/>
          <p:nvPr/>
        </p:nvGrpSpPr>
        <p:grpSpPr>
          <a:xfrm>
            <a:off x="249184" y="644376"/>
            <a:ext cx="9025445" cy="5239192"/>
            <a:chOff x="249184" y="644376"/>
            <a:chExt cx="9025445" cy="5239192"/>
          </a:xfrm>
        </p:grpSpPr>
        <p:sp>
          <p:nvSpPr>
            <p:cNvPr id="175" name="矩形: 圓角 174">
              <a:extLst>
                <a:ext uri="{FF2B5EF4-FFF2-40B4-BE49-F238E27FC236}">
                  <a16:creationId xmlns:a16="http://schemas.microsoft.com/office/drawing/2014/main" id="{BF09B052-4C3F-4EC6-A337-45ED454E80E1}"/>
                </a:ext>
              </a:extLst>
            </p:cNvPr>
            <p:cNvSpPr/>
            <p:nvPr/>
          </p:nvSpPr>
          <p:spPr>
            <a:xfrm>
              <a:off x="275771" y="648393"/>
              <a:ext cx="8998858" cy="5235175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pic>
          <p:nvPicPr>
            <p:cNvPr id="112" name="圖片 111">
              <a:extLst>
                <a:ext uri="{FF2B5EF4-FFF2-40B4-BE49-F238E27FC236}">
                  <a16:creationId xmlns:a16="http://schemas.microsoft.com/office/drawing/2014/main" id="{5C033BE9-6E1D-40DB-8200-797C6F2D22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72" t="20398" r="28568" b="12447"/>
            <a:stretch/>
          </p:blipFill>
          <p:spPr>
            <a:xfrm>
              <a:off x="5663197" y="2555831"/>
              <a:ext cx="867600" cy="864575"/>
            </a:xfrm>
            <a:prstGeom prst="rect">
              <a:avLst/>
            </a:prstGeom>
          </p:spPr>
        </p:pic>
        <p:pic>
          <p:nvPicPr>
            <p:cNvPr id="115" name="圖片 114">
              <a:extLst>
                <a:ext uri="{FF2B5EF4-FFF2-40B4-BE49-F238E27FC236}">
                  <a16:creationId xmlns:a16="http://schemas.microsoft.com/office/drawing/2014/main" id="{18D34B52-23B0-4279-A1CC-670294886D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72" t="20398" r="28340" b="12447"/>
            <a:stretch/>
          </p:blipFill>
          <p:spPr>
            <a:xfrm>
              <a:off x="391336" y="3902576"/>
              <a:ext cx="867600" cy="855325"/>
            </a:xfrm>
            <a:prstGeom prst="rect">
              <a:avLst/>
            </a:prstGeom>
          </p:spPr>
        </p:pic>
        <p:pic>
          <p:nvPicPr>
            <p:cNvPr id="116" name="圖片 115">
              <a:extLst>
                <a:ext uri="{FF2B5EF4-FFF2-40B4-BE49-F238E27FC236}">
                  <a16:creationId xmlns:a16="http://schemas.microsoft.com/office/drawing/2014/main" id="{BCF2FB91-FE26-4058-B6A7-50FE9987CC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72" t="20398" r="28568" b="12447"/>
            <a:stretch/>
          </p:blipFill>
          <p:spPr>
            <a:xfrm>
              <a:off x="4258124" y="1500404"/>
              <a:ext cx="867600" cy="864575"/>
            </a:xfrm>
            <a:prstGeom prst="rect">
              <a:avLst/>
            </a:prstGeom>
          </p:spPr>
        </p:pic>
        <p:pic>
          <p:nvPicPr>
            <p:cNvPr id="117" name="圖片 116">
              <a:extLst>
                <a:ext uri="{FF2B5EF4-FFF2-40B4-BE49-F238E27FC236}">
                  <a16:creationId xmlns:a16="http://schemas.microsoft.com/office/drawing/2014/main" id="{21B9F618-288E-44E7-A7D2-C7BC261E8F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72" t="20398" r="28568" b="12447"/>
            <a:stretch/>
          </p:blipFill>
          <p:spPr>
            <a:xfrm>
              <a:off x="4367539" y="4905035"/>
              <a:ext cx="867600" cy="86457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字方塊 112">
                  <a:extLst>
                    <a:ext uri="{FF2B5EF4-FFF2-40B4-BE49-F238E27FC236}">
                      <a16:creationId xmlns:a16="http://schemas.microsoft.com/office/drawing/2014/main" id="{BD7D3F58-D2E2-42DB-8B1B-53D87DE0B9E9}"/>
                    </a:ext>
                  </a:extLst>
                </p:cNvPr>
                <p:cNvSpPr txBox="1"/>
                <p:nvPr/>
              </p:nvSpPr>
              <p:spPr>
                <a:xfrm>
                  <a:off x="4391703" y="4475662"/>
                  <a:ext cx="81295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−1, </m:t>
                            </m:r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 xmlns="">
            <p:sp>
              <p:nvSpPr>
                <p:cNvPr id="113" name="文字方塊 112">
                  <a:extLst>
                    <a:ext uri="{FF2B5EF4-FFF2-40B4-BE49-F238E27FC236}">
                      <a16:creationId xmlns:a16="http://schemas.microsoft.com/office/drawing/2014/main" id="{BD7D3F58-D2E2-42DB-8B1B-53D87DE0B9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1703" y="4475662"/>
                  <a:ext cx="812954" cy="338554"/>
                </a:xfrm>
                <a:prstGeom prst="rect">
                  <a:avLst/>
                </a:prstGeom>
                <a:blipFill>
                  <a:blip r:embed="rId9"/>
                  <a:stretch>
                    <a:fillRect t="-108929" r="-46269" b="-1678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1BA56FA5-8D51-4524-8DD0-600404F1F9F0}"/>
                </a:ext>
              </a:extLst>
            </p:cNvPr>
            <p:cNvGrpSpPr/>
            <p:nvPr/>
          </p:nvGrpSpPr>
          <p:grpSpPr>
            <a:xfrm>
              <a:off x="4220267" y="1465811"/>
              <a:ext cx="727720" cy="888128"/>
              <a:chOff x="3788947" y="1465811"/>
              <a:chExt cx="727720" cy="888128"/>
            </a:xfrm>
          </p:grpSpPr>
          <p:grpSp>
            <p:nvGrpSpPr>
              <p:cNvPr id="191" name="群組 190">
                <a:extLst>
                  <a:ext uri="{FF2B5EF4-FFF2-40B4-BE49-F238E27FC236}">
                    <a16:creationId xmlns:a16="http://schemas.microsoft.com/office/drawing/2014/main" id="{12A3856D-C8EE-4E5C-9371-C38BC0FAAC9C}"/>
                  </a:ext>
                </a:extLst>
              </p:cNvPr>
              <p:cNvGrpSpPr/>
              <p:nvPr/>
            </p:nvGrpSpPr>
            <p:grpSpPr>
              <a:xfrm>
                <a:off x="4252160" y="1862164"/>
                <a:ext cx="76622" cy="73502"/>
                <a:chOff x="1373392" y="2391862"/>
                <a:chExt cx="479433" cy="476535"/>
              </a:xfrm>
            </p:grpSpPr>
            <p:sp>
              <p:nvSpPr>
                <p:cNvPr id="194" name="箭號: 向右 193">
                  <a:extLst>
                    <a:ext uri="{FF2B5EF4-FFF2-40B4-BE49-F238E27FC236}">
                      <a16:creationId xmlns:a16="http://schemas.microsoft.com/office/drawing/2014/main" id="{5A9976EA-DC90-4C92-81FF-F86EA39FDC9B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5" name="箭號: 向右 194">
                  <a:extLst>
                    <a:ext uri="{FF2B5EF4-FFF2-40B4-BE49-F238E27FC236}">
                      <a16:creationId xmlns:a16="http://schemas.microsoft.com/office/drawing/2014/main" id="{916F6971-5A5A-43BC-B03E-319A01E32168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2" name="文字方塊 191">
                    <a:extLst>
                      <a:ext uri="{FF2B5EF4-FFF2-40B4-BE49-F238E27FC236}">
                        <a16:creationId xmlns:a16="http://schemas.microsoft.com/office/drawing/2014/main" id="{882169EE-BA39-4323-A236-BF2A8F339107}"/>
                      </a:ext>
                    </a:extLst>
                  </p:cNvPr>
                  <p:cNvSpPr txBox="1"/>
                  <p:nvPr/>
                </p:nvSpPr>
                <p:spPr>
                  <a:xfrm>
                    <a:off x="4078744" y="1465811"/>
                    <a:ext cx="290616" cy="424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192" name="文字方塊 191">
                    <a:extLst>
                      <a:ext uri="{FF2B5EF4-FFF2-40B4-BE49-F238E27FC236}">
                        <a16:creationId xmlns:a16="http://schemas.microsoft.com/office/drawing/2014/main" id="{882169EE-BA39-4323-A236-BF2A8F3391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8744" y="1465811"/>
                    <a:ext cx="290616" cy="42428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41667"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3" name="文字方塊 192">
                    <a:extLst>
                      <a:ext uri="{FF2B5EF4-FFF2-40B4-BE49-F238E27FC236}">
                        <a16:creationId xmlns:a16="http://schemas.microsoft.com/office/drawing/2014/main" id="{314BEA76-4D8E-4B0B-B6FB-45880D221837}"/>
                      </a:ext>
                    </a:extLst>
                  </p:cNvPr>
                  <p:cNvSpPr txBox="1"/>
                  <p:nvPr/>
                </p:nvSpPr>
                <p:spPr>
                  <a:xfrm>
                    <a:off x="4259177" y="1698614"/>
                    <a:ext cx="25749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193" name="文字方塊 192">
                    <a:extLst>
                      <a:ext uri="{FF2B5EF4-FFF2-40B4-BE49-F238E27FC236}">
                        <a16:creationId xmlns:a16="http://schemas.microsoft.com/office/drawing/2014/main" id="{314BEA76-4D8E-4B0B-B6FB-45880D2218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59177" y="1698614"/>
                    <a:ext cx="257490" cy="4001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46512" b="-769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4" name="文字方塊 213">
                    <a:extLst>
                      <a:ext uri="{FF2B5EF4-FFF2-40B4-BE49-F238E27FC236}">
                        <a16:creationId xmlns:a16="http://schemas.microsoft.com/office/drawing/2014/main" id="{EFDA59F8-F89D-4806-A636-5828FA46C3A1}"/>
                      </a:ext>
                    </a:extLst>
                  </p:cNvPr>
                  <p:cNvSpPr txBox="1"/>
                  <p:nvPr/>
                </p:nvSpPr>
                <p:spPr>
                  <a:xfrm>
                    <a:off x="3788947" y="2015385"/>
                    <a:ext cx="43241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00" dirty="0"/>
                  </a:p>
                </p:txBody>
              </p:sp>
            </mc:Choice>
            <mc:Fallback xmlns="">
              <p:sp>
                <p:nvSpPr>
                  <p:cNvPr id="214" name="文字方塊 213">
                    <a:extLst>
                      <a:ext uri="{FF2B5EF4-FFF2-40B4-BE49-F238E27FC236}">
                        <a16:creationId xmlns:a16="http://schemas.microsoft.com/office/drawing/2014/main" id="{EFDA59F8-F89D-4806-A636-5828FA46C3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8947" y="2015385"/>
                    <a:ext cx="432414" cy="33855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39437" b="-727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9B50033E-DE33-4154-B5F1-8F9B5FFA7A61}"/>
                    </a:ext>
                  </a:extLst>
                </p:cNvPr>
                <p:cNvSpPr txBox="1"/>
                <p:nvPr/>
              </p:nvSpPr>
              <p:spPr>
                <a:xfrm>
                  <a:off x="3912396" y="1257880"/>
                  <a:ext cx="167359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9B50033E-DE33-4154-B5F1-8F9B5FFA7A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2396" y="1257880"/>
                  <a:ext cx="1673596" cy="307777"/>
                </a:xfrm>
                <a:prstGeom prst="rect">
                  <a:avLst/>
                </a:prstGeom>
                <a:blipFill>
                  <a:blip r:embed="rId13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文字方塊 220">
                  <a:extLst>
                    <a:ext uri="{FF2B5EF4-FFF2-40B4-BE49-F238E27FC236}">
                      <a16:creationId xmlns:a16="http://schemas.microsoft.com/office/drawing/2014/main" id="{1F2AF2E0-5B21-4D02-9C04-810F49C1DE66}"/>
                    </a:ext>
                  </a:extLst>
                </p:cNvPr>
                <p:cNvSpPr txBox="1"/>
                <p:nvPr/>
              </p:nvSpPr>
              <p:spPr>
                <a:xfrm>
                  <a:off x="249184" y="3883378"/>
                  <a:ext cx="115018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221" name="文字方塊 220">
                  <a:extLst>
                    <a:ext uri="{FF2B5EF4-FFF2-40B4-BE49-F238E27FC236}">
                      <a16:creationId xmlns:a16="http://schemas.microsoft.com/office/drawing/2014/main" id="{1F2AF2E0-5B21-4D02-9C04-810F49C1D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184" y="3883378"/>
                  <a:ext cx="1150186" cy="307777"/>
                </a:xfrm>
                <a:prstGeom prst="rect">
                  <a:avLst/>
                </a:prstGeom>
                <a:blipFill>
                  <a:blip r:embed="rId14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文字方塊 221">
                  <a:extLst>
                    <a:ext uri="{FF2B5EF4-FFF2-40B4-BE49-F238E27FC236}">
                      <a16:creationId xmlns:a16="http://schemas.microsoft.com/office/drawing/2014/main" id="{5E07A889-321A-4082-9225-757B6BF06F3F}"/>
                    </a:ext>
                  </a:extLst>
                </p:cNvPr>
                <p:cNvSpPr txBox="1"/>
                <p:nvPr/>
              </p:nvSpPr>
              <p:spPr>
                <a:xfrm>
                  <a:off x="5532407" y="2536005"/>
                  <a:ext cx="115018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222" name="文字方塊 221">
                  <a:extLst>
                    <a:ext uri="{FF2B5EF4-FFF2-40B4-BE49-F238E27FC236}">
                      <a16:creationId xmlns:a16="http://schemas.microsoft.com/office/drawing/2014/main" id="{5E07A889-321A-4082-9225-757B6BF06F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2407" y="2536005"/>
                  <a:ext cx="1150186" cy="307777"/>
                </a:xfrm>
                <a:prstGeom prst="rect">
                  <a:avLst/>
                </a:prstGeom>
                <a:blipFill>
                  <a:blip r:embed="rId15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文字方塊 222">
                  <a:extLst>
                    <a:ext uri="{FF2B5EF4-FFF2-40B4-BE49-F238E27FC236}">
                      <a16:creationId xmlns:a16="http://schemas.microsoft.com/office/drawing/2014/main" id="{8E51661C-F95C-44C0-A8F0-38165630EE4E}"/>
                    </a:ext>
                  </a:extLst>
                </p:cNvPr>
                <p:cNvSpPr txBox="1"/>
                <p:nvPr/>
              </p:nvSpPr>
              <p:spPr>
                <a:xfrm>
                  <a:off x="4201115" y="4877288"/>
                  <a:ext cx="115018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223" name="文字方塊 222">
                  <a:extLst>
                    <a:ext uri="{FF2B5EF4-FFF2-40B4-BE49-F238E27FC236}">
                      <a16:creationId xmlns:a16="http://schemas.microsoft.com/office/drawing/2014/main" id="{8E51661C-F95C-44C0-A8F0-38165630E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1115" y="4877288"/>
                  <a:ext cx="1150186" cy="30777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3" name="圖片 152">
              <a:extLst>
                <a:ext uri="{FF2B5EF4-FFF2-40B4-BE49-F238E27FC236}">
                  <a16:creationId xmlns:a16="http://schemas.microsoft.com/office/drawing/2014/main" id="{E70F1D4D-A58E-4BD6-A8D5-405865F16C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781" t="8908" r="4868" b="70278"/>
            <a:stretch/>
          </p:blipFill>
          <p:spPr>
            <a:xfrm>
              <a:off x="5133464" y="1483585"/>
              <a:ext cx="281644" cy="89821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字方塊 154">
                  <a:extLst>
                    <a:ext uri="{FF2B5EF4-FFF2-40B4-BE49-F238E27FC236}">
                      <a16:creationId xmlns:a16="http://schemas.microsoft.com/office/drawing/2014/main" id="{6E2C7196-1BBD-4D80-A7AC-4190F3C5767C}"/>
                    </a:ext>
                  </a:extLst>
                </p:cNvPr>
                <p:cNvSpPr txBox="1"/>
                <p:nvPr/>
              </p:nvSpPr>
              <p:spPr>
                <a:xfrm>
                  <a:off x="5030917" y="2257752"/>
                  <a:ext cx="31707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55" name="文字方塊 154">
                  <a:extLst>
                    <a:ext uri="{FF2B5EF4-FFF2-40B4-BE49-F238E27FC236}">
                      <a16:creationId xmlns:a16="http://schemas.microsoft.com/office/drawing/2014/main" id="{6E2C7196-1BBD-4D80-A7AC-4190F3C576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0917" y="2257752"/>
                  <a:ext cx="317078" cy="307777"/>
                </a:xfrm>
                <a:prstGeom prst="rect">
                  <a:avLst/>
                </a:prstGeom>
                <a:blipFill>
                  <a:blip r:embed="rId18"/>
                  <a:stretch>
                    <a:fillRect r="-230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BE783C45-7EFF-4CAC-88CC-AE391F56F0C1}"/>
                </a:ext>
              </a:extLst>
            </p:cNvPr>
            <p:cNvGrpSpPr/>
            <p:nvPr/>
          </p:nvGrpSpPr>
          <p:grpSpPr>
            <a:xfrm>
              <a:off x="4016212" y="2547380"/>
              <a:ext cx="1606614" cy="1942203"/>
              <a:chOff x="1768312" y="2547380"/>
              <a:chExt cx="1606614" cy="19422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文字方塊 113">
                    <a:extLst>
                      <a:ext uri="{FF2B5EF4-FFF2-40B4-BE49-F238E27FC236}">
                        <a16:creationId xmlns:a16="http://schemas.microsoft.com/office/drawing/2014/main" id="{597F4F6E-837A-4FE6-9C6C-CE22102694D1}"/>
                      </a:ext>
                    </a:extLst>
                  </p:cNvPr>
                  <p:cNvSpPr txBox="1"/>
                  <p:nvPr/>
                </p:nvSpPr>
                <p:spPr>
                  <a:xfrm>
                    <a:off x="2160599" y="2547380"/>
                    <a:ext cx="81295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600" dirty="0"/>
                  </a:p>
                </p:txBody>
              </p:sp>
            </mc:Choice>
            <mc:Fallback xmlns="">
              <p:sp>
                <p:nvSpPr>
                  <p:cNvPr id="114" name="文字方塊 113">
                    <a:extLst>
                      <a:ext uri="{FF2B5EF4-FFF2-40B4-BE49-F238E27FC236}">
                        <a16:creationId xmlns:a16="http://schemas.microsoft.com/office/drawing/2014/main" id="{597F4F6E-837A-4FE6-9C6C-CE22102694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0599" y="2547380"/>
                    <a:ext cx="812954" cy="33855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t="-110909" r="-46269" b="-17272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" name="Oval 14">
                <a:extLst>
                  <a:ext uri="{FF2B5EF4-FFF2-40B4-BE49-F238E27FC236}">
                    <a16:creationId xmlns:a16="http://schemas.microsoft.com/office/drawing/2014/main" id="{7F5221CE-37EE-40D8-BC56-84C6BB77B026}"/>
                  </a:ext>
                </a:extLst>
              </p:cNvPr>
              <p:cNvSpPr/>
              <p:nvPr/>
            </p:nvSpPr>
            <p:spPr>
              <a:xfrm>
                <a:off x="2490566" y="2826349"/>
                <a:ext cx="162450" cy="168277"/>
              </a:xfrm>
              <a:prstGeom prst="ellipse">
                <a:avLst/>
              </a:prstGeom>
              <a:gradFill flip="none" rotWithShape="1">
                <a:gsLst>
                  <a:gs pos="0">
                    <a:srgbClr val="D1D1D1"/>
                  </a:gs>
                  <a:gs pos="23000">
                    <a:schemeClr val="bg1">
                      <a:lumMod val="85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/>
              </a:p>
            </p:txBody>
          </p:sp>
          <p:sp>
            <p:nvSpPr>
              <p:cNvPr id="6" name="Oval 4">
                <a:extLst>
                  <a:ext uri="{FF2B5EF4-FFF2-40B4-BE49-F238E27FC236}">
                    <a16:creationId xmlns:a16="http://schemas.microsoft.com/office/drawing/2014/main" id="{CDA31535-4AC8-4BAD-BE8E-AFCF3A5C1DFF}"/>
                  </a:ext>
                </a:extLst>
              </p:cNvPr>
              <p:cNvSpPr/>
              <p:nvPr/>
            </p:nvSpPr>
            <p:spPr>
              <a:xfrm>
                <a:off x="1851984" y="2910487"/>
                <a:ext cx="1443999" cy="1495797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60000"/>
                      <a:lumOff val="40000"/>
                      <a:alpha val="60000"/>
                    </a:schemeClr>
                  </a:gs>
                  <a:gs pos="55000">
                    <a:schemeClr val="accent3">
                      <a:lumMod val="40000"/>
                      <a:lumOff val="60000"/>
                      <a:alpha val="60000"/>
                    </a:schemeClr>
                  </a:gs>
                  <a:gs pos="0">
                    <a:schemeClr val="bg1">
                      <a:alpha val="6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57150">
                <a:solidFill>
                  <a:srgbClr val="D5D7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7" name="Oval 15">
                <a:extLst>
                  <a:ext uri="{FF2B5EF4-FFF2-40B4-BE49-F238E27FC236}">
                    <a16:creationId xmlns:a16="http://schemas.microsoft.com/office/drawing/2014/main" id="{1B9C275D-D4F9-404B-9759-D3137F20859E}"/>
                  </a:ext>
                </a:extLst>
              </p:cNvPr>
              <p:cNvSpPr/>
              <p:nvPr/>
            </p:nvSpPr>
            <p:spPr>
              <a:xfrm>
                <a:off x="2490566" y="4321306"/>
                <a:ext cx="162450" cy="168277"/>
              </a:xfrm>
              <a:prstGeom prst="ellipse">
                <a:avLst/>
              </a:prstGeom>
              <a:gradFill flip="none" rotWithShape="1">
                <a:gsLst>
                  <a:gs pos="17000">
                    <a:srgbClr val="D1D1D1"/>
                  </a:gs>
                  <a:gs pos="0">
                    <a:schemeClr val="bg1">
                      <a:lumMod val="85000"/>
                    </a:schemeClr>
                  </a:gs>
                  <a:gs pos="60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8" name="SHO">
                <a:extLst>
                  <a:ext uri="{FF2B5EF4-FFF2-40B4-BE49-F238E27FC236}">
                    <a16:creationId xmlns:a16="http://schemas.microsoft.com/office/drawing/2014/main" id="{A12C8863-94E3-49F7-8C57-91B9A2E1BDE3}"/>
                  </a:ext>
                </a:extLst>
              </p:cNvPr>
              <p:cNvSpPr/>
              <p:nvPr/>
            </p:nvSpPr>
            <p:spPr>
              <a:xfrm rot="16200000">
                <a:off x="2260445" y="2936886"/>
                <a:ext cx="622693" cy="1443999"/>
              </a:xfrm>
              <a:prstGeom prst="arc">
                <a:avLst>
                  <a:gd name="adj1" fmla="val 5396867"/>
                  <a:gd name="adj2" fmla="val 5395779"/>
                </a:avLst>
              </a:prstGeom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7000">
                    <a:schemeClr val="bg1">
                      <a:lumMod val="50000"/>
                    </a:schemeClr>
                  </a:gs>
                  <a:gs pos="97000">
                    <a:srgbClr val="5E5E5E"/>
                  </a:gs>
                </a:gsLst>
                <a:path path="circle">
                  <a:fillToRect l="50000" t="50000" r="50000" b="50000"/>
                </a:path>
                <a:tileRect/>
              </a:gradFill>
              <a:ln w="317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9" name="SVO">
                <a:extLst>
                  <a:ext uri="{FF2B5EF4-FFF2-40B4-BE49-F238E27FC236}">
                    <a16:creationId xmlns:a16="http://schemas.microsoft.com/office/drawing/2014/main" id="{BC0941FF-C00B-42D1-B1F2-D6E6CE090459}"/>
                  </a:ext>
                </a:extLst>
              </p:cNvPr>
              <p:cNvSpPr/>
              <p:nvPr/>
            </p:nvSpPr>
            <p:spPr>
              <a:xfrm>
                <a:off x="2209892" y="2910988"/>
                <a:ext cx="722000" cy="1495797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0" name="Oval 6">
                <a:extLst>
                  <a:ext uri="{FF2B5EF4-FFF2-40B4-BE49-F238E27FC236}">
                    <a16:creationId xmlns:a16="http://schemas.microsoft.com/office/drawing/2014/main" id="{3B7219CA-A385-4095-B7EA-6C247B36BEF6}"/>
                  </a:ext>
                </a:extLst>
              </p:cNvPr>
              <p:cNvSpPr/>
              <p:nvPr/>
            </p:nvSpPr>
            <p:spPr>
              <a:xfrm rot="16200000">
                <a:off x="2260445" y="2936886"/>
                <a:ext cx="622693" cy="1443999"/>
              </a:xfrm>
              <a:prstGeom prst="ellipse">
                <a:avLst/>
              </a:prstGeom>
              <a:noFill/>
              <a:ln w="38100">
                <a:solidFill>
                  <a:schemeClr val="tx1">
                    <a:alpha val="6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1">
                    <a:extLst>
                      <a:ext uri="{FF2B5EF4-FFF2-40B4-BE49-F238E27FC236}">
                        <a16:creationId xmlns:a16="http://schemas.microsoft.com/office/drawing/2014/main" id="{B7A5A3D7-6CE8-4726-9BEB-8C30B332BFDE}"/>
                      </a:ext>
                    </a:extLst>
                  </p:cNvPr>
                  <p:cNvSpPr txBox="1"/>
                  <p:nvPr/>
                </p:nvSpPr>
                <p:spPr>
                  <a:xfrm>
                    <a:off x="2022094" y="3480535"/>
                    <a:ext cx="176928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3" name="TextBox 11">
                    <a:extLst>
                      <a:ext uri="{FF2B5EF4-FFF2-40B4-BE49-F238E27FC236}">
                        <a16:creationId xmlns:a16="http://schemas.microsoft.com/office/drawing/2014/main" id="{B7A5A3D7-6CE8-4726-9BEB-8C30B332BF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22094" y="3480535"/>
                    <a:ext cx="176928" cy="338554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4137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22">
                <a:extLst>
                  <a:ext uri="{FF2B5EF4-FFF2-40B4-BE49-F238E27FC236}">
                    <a16:creationId xmlns:a16="http://schemas.microsoft.com/office/drawing/2014/main" id="{DC8DEB48-159A-432A-A563-D1E2F53D788D}"/>
                  </a:ext>
                </a:extLst>
              </p:cNvPr>
              <p:cNvSpPr/>
              <p:nvPr/>
            </p:nvSpPr>
            <p:spPr>
              <a:xfrm>
                <a:off x="2489620" y="4321306"/>
                <a:ext cx="162450" cy="168277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2">
                    <a:extLst>
                      <a:ext uri="{FF2B5EF4-FFF2-40B4-BE49-F238E27FC236}">
                        <a16:creationId xmlns:a16="http://schemas.microsoft.com/office/drawing/2014/main" id="{C30F96C9-2DED-45AF-B673-D98C394280FB}"/>
                      </a:ext>
                    </a:extLst>
                  </p:cNvPr>
                  <p:cNvSpPr txBox="1"/>
                  <p:nvPr/>
                </p:nvSpPr>
                <p:spPr>
                  <a:xfrm>
                    <a:off x="2677017" y="3575932"/>
                    <a:ext cx="176928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5" name="TextBox 12">
                    <a:extLst>
                      <a:ext uri="{FF2B5EF4-FFF2-40B4-BE49-F238E27FC236}">
                        <a16:creationId xmlns:a16="http://schemas.microsoft.com/office/drawing/2014/main" id="{C30F96C9-2DED-45AF-B673-D98C394280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77017" y="3575932"/>
                    <a:ext cx="176928" cy="338554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r="-51724" b="-36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3">
                    <a:extLst>
                      <a:ext uri="{FF2B5EF4-FFF2-40B4-BE49-F238E27FC236}">
                        <a16:creationId xmlns:a16="http://schemas.microsoft.com/office/drawing/2014/main" id="{34AEE752-FCEC-49A9-B464-EE05AB88A4CD}"/>
                      </a:ext>
                    </a:extLst>
                  </p:cNvPr>
                  <p:cNvSpPr txBox="1"/>
                  <p:nvPr/>
                </p:nvSpPr>
                <p:spPr>
                  <a:xfrm>
                    <a:off x="2432892" y="2946190"/>
                    <a:ext cx="25696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6" name="TextBox 13">
                    <a:extLst>
                      <a:ext uri="{FF2B5EF4-FFF2-40B4-BE49-F238E27FC236}">
                        <a16:creationId xmlns:a16="http://schemas.microsoft.com/office/drawing/2014/main" id="{34AEE752-FCEC-49A9-B464-EE05AB88A4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32892" y="2946190"/>
                    <a:ext cx="256967" cy="338554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DVO">
                <a:extLst>
                  <a:ext uri="{FF2B5EF4-FFF2-40B4-BE49-F238E27FC236}">
                    <a16:creationId xmlns:a16="http://schemas.microsoft.com/office/drawing/2014/main" id="{602C53B1-114A-48C0-9D73-85F68ECA2FBE}"/>
                  </a:ext>
                </a:extLst>
              </p:cNvPr>
              <p:cNvSpPr/>
              <p:nvPr/>
            </p:nvSpPr>
            <p:spPr>
              <a:xfrm flipH="1">
                <a:off x="2209892" y="2910988"/>
                <a:ext cx="722000" cy="1495797"/>
              </a:xfrm>
              <a:prstGeom prst="arc">
                <a:avLst>
                  <a:gd name="adj1" fmla="val 5396867"/>
                  <a:gd name="adj2" fmla="val 16170484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21" name="Oval 23">
                <a:extLst>
                  <a:ext uri="{FF2B5EF4-FFF2-40B4-BE49-F238E27FC236}">
                    <a16:creationId xmlns:a16="http://schemas.microsoft.com/office/drawing/2014/main" id="{2F8E52B4-3879-4A53-853D-37DC6B8692F9}"/>
                  </a:ext>
                </a:extLst>
              </p:cNvPr>
              <p:cNvSpPr/>
              <p:nvPr/>
            </p:nvSpPr>
            <p:spPr>
              <a:xfrm>
                <a:off x="3212476" y="3574748"/>
                <a:ext cx="162450" cy="168277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cxnSp>
            <p:nvCxnSpPr>
              <p:cNvPr id="23" name="Straight Arrow Connector 7">
                <a:extLst>
                  <a:ext uri="{FF2B5EF4-FFF2-40B4-BE49-F238E27FC236}">
                    <a16:creationId xmlns:a16="http://schemas.microsoft.com/office/drawing/2014/main" id="{36EC1456-E151-43D6-83EA-97600C49E1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67860" y="3210805"/>
                <a:ext cx="1697" cy="44589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19">
                <a:extLst>
                  <a:ext uri="{FF2B5EF4-FFF2-40B4-BE49-F238E27FC236}">
                    <a16:creationId xmlns:a16="http://schemas.microsoft.com/office/drawing/2014/main" id="{2B4DD044-2A67-4570-938D-6F05AB6D2E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70845" y="3654510"/>
                <a:ext cx="195802" cy="1567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18">
                <a:extLst>
                  <a:ext uri="{FF2B5EF4-FFF2-40B4-BE49-F238E27FC236}">
                    <a16:creationId xmlns:a16="http://schemas.microsoft.com/office/drawing/2014/main" id="{19BA3216-8E1C-4DF5-A108-33E08250036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2399523" y="3483035"/>
                <a:ext cx="0" cy="34295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Oval 20">
                <a:extLst>
                  <a:ext uri="{FF2B5EF4-FFF2-40B4-BE49-F238E27FC236}">
                    <a16:creationId xmlns:a16="http://schemas.microsoft.com/office/drawing/2014/main" id="{C08F1200-1646-4E05-8061-9C6620047C71}"/>
                  </a:ext>
                </a:extLst>
              </p:cNvPr>
              <p:cNvSpPr/>
              <p:nvPr/>
            </p:nvSpPr>
            <p:spPr>
              <a:xfrm>
                <a:off x="1768312" y="3574748"/>
                <a:ext cx="162450" cy="168277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29" name="Oval 22">
                <a:extLst>
                  <a:ext uri="{FF2B5EF4-FFF2-40B4-BE49-F238E27FC236}">
                    <a16:creationId xmlns:a16="http://schemas.microsoft.com/office/drawing/2014/main" id="{FA290670-5ADB-4445-9B33-122BE606D9A1}"/>
                  </a:ext>
                </a:extLst>
              </p:cNvPr>
              <p:cNvSpPr/>
              <p:nvPr/>
            </p:nvSpPr>
            <p:spPr>
              <a:xfrm>
                <a:off x="2490802" y="2818475"/>
                <a:ext cx="162450" cy="168277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/>
              </a:p>
            </p:txBody>
          </p:sp>
          <p:sp>
            <p:nvSpPr>
              <p:cNvPr id="240" name="Partial Circle 9">
                <a:extLst>
                  <a:ext uri="{FF2B5EF4-FFF2-40B4-BE49-F238E27FC236}">
                    <a16:creationId xmlns:a16="http://schemas.microsoft.com/office/drawing/2014/main" id="{44538DF5-DE96-4104-B849-41515C1FF37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H="1">
                <a:off x="2505459" y="3560358"/>
                <a:ext cx="102408" cy="197724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chemeClr val="tx1"/>
                  </a:gs>
                  <a:gs pos="50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1" name="TextBox 10">
                    <a:extLst>
                      <a:ext uri="{FF2B5EF4-FFF2-40B4-BE49-F238E27FC236}">
                        <a16:creationId xmlns:a16="http://schemas.microsoft.com/office/drawing/2014/main" id="{84F7F63B-75CC-4115-B39D-DAAE72357C14}"/>
                      </a:ext>
                    </a:extLst>
                  </p:cNvPr>
                  <p:cNvSpPr txBox="1"/>
                  <p:nvPr/>
                </p:nvSpPr>
                <p:spPr>
                  <a:xfrm>
                    <a:off x="2141443" y="3595408"/>
                    <a:ext cx="31523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241" name="TextBox 10">
                    <a:extLst>
                      <a:ext uri="{FF2B5EF4-FFF2-40B4-BE49-F238E27FC236}">
                        <a16:creationId xmlns:a16="http://schemas.microsoft.com/office/drawing/2014/main" id="{84F7F63B-75CC-4115-B39D-DAAE72357C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41443" y="3595408"/>
                    <a:ext cx="315234" cy="338554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42" name="Straight Arrow Connector 17">
                <a:extLst>
                  <a:ext uri="{FF2B5EF4-FFF2-40B4-BE49-F238E27FC236}">
                    <a16:creationId xmlns:a16="http://schemas.microsoft.com/office/drawing/2014/main" id="{9118E4FA-F32D-4FFA-A291-5D7406EE0F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48711" y="3660429"/>
                <a:ext cx="221585" cy="28653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43" name="Partial Circle 9">
                <a:extLst>
                  <a:ext uri="{FF2B5EF4-FFF2-40B4-BE49-F238E27FC236}">
                    <a16:creationId xmlns:a16="http://schemas.microsoft.com/office/drawing/2014/main" id="{E3086480-D87C-44BE-A5FD-FCCCBCB51C1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92736" y="3523137"/>
                <a:ext cx="149214" cy="301366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chemeClr val="tx1"/>
                  </a:gs>
                  <a:gs pos="50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4" name="TextBox 10">
                    <a:extLst>
                      <a:ext uri="{FF2B5EF4-FFF2-40B4-BE49-F238E27FC236}">
                        <a16:creationId xmlns:a16="http://schemas.microsoft.com/office/drawing/2014/main" id="{88C10C99-5EFB-4159-8781-24325DAB3E66}"/>
                      </a:ext>
                    </a:extLst>
                  </p:cNvPr>
                  <p:cNvSpPr txBox="1"/>
                  <p:nvPr/>
                </p:nvSpPr>
                <p:spPr>
                  <a:xfrm>
                    <a:off x="2532514" y="3274990"/>
                    <a:ext cx="29704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244" name="TextBox 10">
                    <a:extLst>
                      <a:ext uri="{FF2B5EF4-FFF2-40B4-BE49-F238E27FC236}">
                        <a16:creationId xmlns:a16="http://schemas.microsoft.com/office/drawing/2014/main" id="{88C10C99-5EFB-4159-8781-24325DAB3E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32514" y="3274990"/>
                    <a:ext cx="297046" cy="338554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r="-4082" b="-892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45" name="Straight Arrow Connector 17">
                <a:extLst>
                  <a:ext uri="{FF2B5EF4-FFF2-40B4-BE49-F238E27FC236}">
                    <a16:creationId xmlns:a16="http://schemas.microsoft.com/office/drawing/2014/main" id="{4E3FCC2D-106E-4711-AEA1-A315AFE9C0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62208" y="3214704"/>
                <a:ext cx="571923" cy="44964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56" name="Oval 23">
                <a:extLst>
                  <a:ext uri="{FF2B5EF4-FFF2-40B4-BE49-F238E27FC236}">
                    <a16:creationId xmlns:a16="http://schemas.microsoft.com/office/drawing/2014/main" id="{BD6C54FF-0932-46E0-AAF1-1EE5D8BEBA20}"/>
                  </a:ext>
                </a:extLst>
              </p:cNvPr>
              <p:cNvSpPr/>
              <p:nvPr/>
            </p:nvSpPr>
            <p:spPr>
              <a:xfrm>
                <a:off x="2831476" y="3850973"/>
                <a:ext cx="162450" cy="168277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57" name="Oval 23">
                <a:extLst>
                  <a:ext uri="{FF2B5EF4-FFF2-40B4-BE49-F238E27FC236}">
                    <a16:creationId xmlns:a16="http://schemas.microsoft.com/office/drawing/2014/main" id="{21C2D51D-46D6-42F1-ACC3-976D84AA89E7}"/>
                  </a:ext>
                </a:extLst>
              </p:cNvPr>
              <p:cNvSpPr/>
              <p:nvPr/>
            </p:nvSpPr>
            <p:spPr>
              <a:xfrm>
                <a:off x="2145676" y="3317573"/>
                <a:ext cx="162450" cy="168277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</p:grpSp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8A77A7AA-C863-435E-93DA-A677E8525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5663197" y="3895206"/>
              <a:ext cx="867600" cy="87006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字方塊 133">
                  <a:extLst>
                    <a:ext uri="{FF2B5EF4-FFF2-40B4-BE49-F238E27FC236}">
                      <a16:creationId xmlns:a16="http://schemas.microsoft.com/office/drawing/2014/main" id="{B7CFAB37-E98B-4BFF-A8D8-CA5A27A2490F}"/>
                    </a:ext>
                  </a:extLst>
                </p:cNvPr>
                <p:cNvSpPr txBox="1"/>
                <p:nvPr/>
              </p:nvSpPr>
              <p:spPr>
                <a:xfrm>
                  <a:off x="5499070" y="3898080"/>
                  <a:ext cx="115018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34" name="文字方塊 133">
                  <a:extLst>
                    <a:ext uri="{FF2B5EF4-FFF2-40B4-BE49-F238E27FC236}">
                      <a16:creationId xmlns:a16="http://schemas.microsoft.com/office/drawing/2014/main" id="{B7CFAB37-E98B-4BFF-A8D8-CA5A27A249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9070" y="3898080"/>
                  <a:ext cx="1150186" cy="307777"/>
                </a:xfrm>
                <a:prstGeom prst="rect">
                  <a:avLst/>
                </a:prstGeom>
                <a:blipFill>
                  <a:blip r:embed="rId26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EA2F7A03-DFBC-4084-A820-E4F8EA562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91336" y="2553263"/>
              <a:ext cx="867600" cy="86971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字方塊 144">
                  <a:extLst>
                    <a:ext uri="{FF2B5EF4-FFF2-40B4-BE49-F238E27FC236}">
                      <a16:creationId xmlns:a16="http://schemas.microsoft.com/office/drawing/2014/main" id="{5A878C86-D4DF-45C0-8C9D-1A1E9CBF2015}"/>
                    </a:ext>
                  </a:extLst>
                </p:cNvPr>
                <p:cNvSpPr txBox="1"/>
                <p:nvPr/>
              </p:nvSpPr>
              <p:spPr>
                <a:xfrm>
                  <a:off x="249184" y="2524702"/>
                  <a:ext cx="115018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45" name="文字方塊 144">
                  <a:extLst>
                    <a:ext uri="{FF2B5EF4-FFF2-40B4-BE49-F238E27FC236}">
                      <a16:creationId xmlns:a16="http://schemas.microsoft.com/office/drawing/2014/main" id="{5A878C86-D4DF-45C0-8C9D-1A1E9CBF20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184" y="2524702"/>
                  <a:ext cx="1150186" cy="307777"/>
                </a:xfrm>
                <a:prstGeom prst="rect">
                  <a:avLst/>
                </a:prstGeom>
                <a:blipFill>
                  <a:blip r:embed="rId28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6" name="直線接點 145">
              <a:extLst>
                <a:ext uri="{FF2B5EF4-FFF2-40B4-BE49-F238E27FC236}">
                  <a16:creationId xmlns:a16="http://schemas.microsoft.com/office/drawing/2014/main" id="{F57829FF-CD68-4562-AB59-154F24F908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9700" y="3378012"/>
              <a:ext cx="453250" cy="188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7" name="直線接點 146">
              <a:extLst>
                <a:ext uri="{FF2B5EF4-FFF2-40B4-BE49-F238E27FC236}">
                  <a16:creationId xmlns:a16="http://schemas.microsoft.com/office/drawing/2014/main" id="{8EA3D37D-BFAA-448D-8EDF-6DD3156581A5}"/>
                </a:ext>
              </a:extLst>
            </p:cNvPr>
            <p:cNvCxnSpPr>
              <a:cxnSpLocks/>
            </p:cNvCxnSpPr>
            <p:nvPr/>
          </p:nvCxnSpPr>
          <p:spPr>
            <a:xfrm>
              <a:off x="5253355" y="3938588"/>
              <a:ext cx="418783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9" name="直線接點 148">
              <a:extLst>
                <a:ext uri="{FF2B5EF4-FFF2-40B4-BE49-F238E27FC236}">
                  <a16:creationId xmlns:a16="http://schemas.microsoft.com/office/drawing/2014/main" id="{85901407-932B-4660-A0CE-FBFB95C7B0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95938" y="3448051"/>
              <a:ext cx="80962" cy="128587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0" name="直線接點 149">
              <a:extLst>
                <a:ext uri="{FF2B5EF4-FFF2-40B4-BE49-F238E27FC236}">
                  <a16:creationId xmlns:a16="http://schemas.microsoft.com/office/drawing/2014/main" id="{DBE34094-4181-4370-ADC4-4716A25B3D7C}"/>
                </a:ext>
              </a:extLst>
            </p:cNvPr>
            <p:cNvCxnSpPr>
              <a:cxnSpLocks/>
              <a:endCxn id="28" idx="3"/>
            </p:cNvCxnSpPr>
            <p:nvPr/>
          </p:nvCxnSpPr>
          <p:spPr>
            <a:xfrm flipV="1">
              <a:off x="3934738" y="3718381"/>
              <a:ext cx="105264" cy="191632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2" name="圖片 1">
              <a:extLst>
                <a:ext uri="{FF2B5EF4-FFF2-40B4-BE49-F238E27FC236}">
                  <a16:creationId xmlns:a16="http://schemas.microsoft.com/office/drawing/2014/main" id="{4E4CAE33-E750-47AC-B588-9C15D197BC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3332" r="33083" b="7503"/>
            <a:stretch/>
          </p:blipFill>
          <p:spPr>
            <a:xfrm>
              <a:off x="4822704" y="662482"/>
              <a:ext cx="1912814" cy="408043"/>
            </a:xfrm>
            <a:prstGeom prst="rect">
              <a:avLst/>
            </a:prstGeom>
          </p:spPr>
        </p:pic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2CD56826-BDA2-489A-A1C9-71760E360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301040" y="3898094"/>
              <a:ext cx="867600" cy="864289"/>
            </a:xfrm>
            <a:prstGeom prst="rect">
              <a:avLst/>
            </a:prstGeom>
          </p:spPr>
        </p:pic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D1A9964D-6163-4CB7-8D60-153153D94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5437788" y="1498891"/>
              <a:ext cx="867600" cy="867600"/>
            </a:xfrm>
            <a:prstGeom prst="rect">
              <a:avLst/>
            </a:prstGeom>
          </p:spPr>
        </p:pic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BB5A25F0-BC28-4745-A715-A5311EC1F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5260584" y="4903522"/>
              <a:ext cx="867600" cy="867600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1D5F1A5A-B966-4E5E-98D5-F3D331955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6587549" y="3892027"/>
              <a:ext cx="867600" cy="876423"/>
            </a:xfrm>
            <a:prstGeom prst="rect">
              <a:avLst/>
            </a:prstGeom>
          </p:spPr>
        </p:pic>
        <p:pic>
          <p:nvPicPr>
            <p:cNvPr id="31" name="圖片 30">
              <a:extLst>
                <a:ext uri="{FF2B5EF4-FFF2-40B4-BE49-F238E27FC236}">
                  <a16:creationId xmlns:a16="http://schemas.microsoft.com/office/drawing/2014/main" id="{05C9260C-70EA-422B-B9B1-56F339E26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6587549" y="2552848"/>
              <a:ext cx="867600" cy="870541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F44AE697-8DEE-41BC-A7FB-60766CFE9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1301040" y="2552853"/>
              <a:ext cx="867600" cy="870530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ED3F24C7-A871-4937-8533-1CAAC6687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6658197" y="1500357"/>
              <a:ext cx="867600" cy="864669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00B2C6EF-8714-46C7-97E2-155CC77F2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6154867" y="4900571"/>
              <a:ext cx="867600" cy="873502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A5578C74-962F-4519-A949-263709844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2207141" y="3896438"/>
              <a:ext cx="867600" cy="867600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FBFCE453-2181-4110-BBFD-A7945B9D4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7489699" y="3896438"/>
              <a:ext cx="867600" cy="867600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1F050963-2539-45DA-8701-B354D3775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7489699" y="2552853"/>
              <a:ext cx="867600" cy="870531"/>
            </a:xfrm>
            <a:prstGeom prst="rect">
              <a:avLst/>
            </a:prstGeom>
          </p:spPr>
        </p:pic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5081DE88-DEFF-4CFB-B295-8F21CFC92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2207141" y="2548416"/>
              <a:ext cx="867600" cy="879404"/>
            </a:xfrm>
            <a:prstGeom prst="rect">
              <a:avLst/>
            </a:prstGeom>
          </p:spPr>
        </p:pic>
        <p:grpSp>
          <p:nvGrpSpPr>
            <p:cNvPr id="88" name="群組 87">
              <a:extLst>
                <a:ext uri="{FF2B5EF4-FFF2-40B4-BE49-F238E27FC236}">
                  <a16:creationId xmlns:a16="http://schemas.microsoft.com/office/drawing/2014/main" id="{9DEA4DE2-F21D-42C3-B991-77BCC2217357}"/>
                </a:ext>
              </a:extLst>
            </p:cNvPr>
            <p:cNvGrpSpPr/>
            <p:nvPr/>
          </p:nvGrpSpPr>
          <p:grpSpPr>
            <a:xfrm>
              <a:off x="7096445" y="4968870"/>
              <a:ext cx="762458" cy="762458"/>
              <a:chOff x="801581" y="4966326"/>
              <a:chExt cx="1150186" cy="1150186"/>
            </a:xfrm>
          </p:grpSpPr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7DD9CEE3-F610-4B75-A6C3-9243D770FBBB}"/>
                  </a:ext>
                </a:extLst>
              </p:cNvPr>
              <p:cNvSpPr/>
              <p:nvPr/>
            </p:nvSpPr>
            <p:spPr>
              <a:xfrm>
                <a:off x="801581" y="4966326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90" name="橢圓 89">
                <a:extLst>
                  <a:ext uri="{FF2B5EF4-FFF2-40B4-BE49-F238E27FC236}">
                    <a16:creationId xmlns:a16="http://schemas.microsoft.com/office/drawing/2014/main" id="{3997D756-5A3B-48D4-A7B8-DF3E34871C30}"/>
                  </a:ext>
                </a:extLst>
              </p:cNvPr>
              <p:cNvSpPr/>
              <p:nvPr/>
            </p:nvSpPr>
            <p:spPr>
              <a:xfrm>
                <a:off x="1269795" y="5070149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91" name="橢圓 90">
                <a:extLst>
                  <a:ext uri="{FF2B5EF4-FFF2-40B4-BE49-F238E27FC236}">
                    <a16:creationId xmlns:a16="http://schemas.microsoft.com/office/drawing/2014/main" id="{877DBD0E-54FE-45AB-9E51-B5999B4EBAC0}"/>
                  </a:ext>
                </a:extLst>
              </p:cNvPr>
              <p:cNvSpPr/>
              <p:nvPr/>
            </p:nvSpPr>
            <p:spPr>
              <a:xfrm>
                <a:off x="1269795" y="5805606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92" name="橢圓 91">
                <a:extLst>
                  <a:ext uri="{FF2B5EF4-FFF2-40B4-BE49-F238E27FC236}">
                    <a16:creationId xmlns:a16="http://schemas.microsoft.com/office/drawing/2014/main" id="{F780AF43-4444-49B0-8E50-D2169AAE53F1}"/>
                  </a:ext>
                </a:extLst>
              </p:cNvPr>
              <p:cNvSpPr/>
              <p:nvPr/>
            </p:nvSpPr>
            <p:spPr>
              <a:xfrm>
                <a:off x="1633048" y="5442907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93" name="橢圓 92">
                <a:extLst>
                  <a:ext uri="{FF2B5EF4-FFF2-40B4-BE49-F238E27FC236}">
                    <a16:creationId xmlns:a16="http://schemas.microsoft.com/office/drawing/2014/main" id="{BA0C037C-178E-4768-95AD-C6DA08CDF5CB}"/>
                  </a:ext>
                </a:extLst>
              </p:cNvPr>
              <p:cNvSpPr/>
              <p:nvPr/>
            </p:nvSpPr>
            <p:spPr>
              <a:xfrm>
                <a:off x="895950" y="5442907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94" name="橢圓 93">
                <a:extLst>
                  <a:ext uri="{FF2B5EF4-FFF2-40B4-BE49-F238E27FC236}">
                    <a16:creationId xmlns:a16="http://schemas.microsoft.com/office/drawing/2014/main" id="{E890A434-F148-4E3B-865E-9BB0FD2331CA}"/>
                  </a:ext>
                </a:extLst>
              </p:cNvPr>
              <p:cNvSpPr/>
              <p:nvPr/>
            </p:nvSpPr>
            <p:spPr>
              <a:xfrm>
                <a:off x="1006324" y="571045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95" name="橢圓 94">
                <a:extLst>
                  <a:ext uri="{FF2B5EF4-FFF2-40B4-BE49-F238E27FC236}">
                    <a16:creationId xmlns:a16="http://schemas.microsoft.com/office/drawing/2014/main" id="{B3CEFE77-43CD-4ED6-BB64-8BE0791BCC08}"/>
                  </a:ext>
                </a:extLst>
              </p:cNvPr>
              <p:cNvSpPr/>
              <p:nvPr/>
            </p:nvSpPr>
            <p:spPr>
              <a:xfrm>
                <a:off x="1006324" y="5181504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96" name="橢圓 95">
                <a:extLst>
                  <a:ext uri="{FF2B5EF4-FFF2-40B4-BE49-F238E27FC236}">
                    <a16:creationId xmlns:a16="http://schemas.microsoft.com/office/drawing/2014/main" id="{927089C6-792F-4794-AA2C-02005CBE1100}"/>
                  </a:ext>
                </a:extLst>
              </p:cNvPr>
              <p:cNvSpPr/>
              <p:nvPr/>
            </p:nvSpPr>
            <p:spPr>
              <a:xfrm>
                <a:off x="1531150" y="571045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97" name="橢圓 96">
                <a:extLst>
                  <a:ext uri="{FF2B5EF4-FFF2-40B4-BE49-F238E27FC236}">
                    <a16:creationId xmlns:a16="http://schemas.microsoft.com/office/drawing/2014/main" id="{44880E88-0436-4B18-87AF-A099F0E99C0B}"/>
                  </a:ext>
                </a:extLst>
              </p:cNvPr>
              <p:cNvSpPr/>
              <p:nvPr/>
            </p:nvSpPr>
            <p:spPr>
              <a:xfrm>
                <a:off x="1531150" y="5181504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98" name="等腰三角形 97">
                <a:extLst>
                  <a:ext uri="{FF2B5EF4-FFF2-40B4-BE49-F238E27FC236}">
                    <a16:creationId xmlns:a16="http://schemas.microsoft.com/office/drawing/2014/main" id="{5C64707A-91B9-4248-8BC6-4D9EE85C288C}"/>
                  </a:ext>
                </a:extLst>
              </p:cNvPr>
              <p:cNvSpPr/>
              <p:nvPr/>
            </p:nvSpPr>
            <p:spPr>
              <a:xfrm rot="5400000" flipH="1">
                <a:off x="1342194" y="5038456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99" name="等腰三角形 98">
                <a:extLst>
                  <a:ext uri="{FF2B5EF4-FFF2-40B4-BE49-F238E27FC236}">
                    <a16:creationId xmlns:a16="http://schemas.microsoft.com/office/drawing/2014/main" id="{70682C90-263C-4760-9802-917120CE51B6}"/>
                  </a:ext>
                </a:extLst>
              </p:cNvPr>
              <p:cNvSpPr/>
              <p:nvPr/>
            </p:nvSpPr>
            <p:spPr>
              <a:xfrm rot="5400000" flipH="1">
                <a:off x="1342194" y="577254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00" name="等腰三角形 99">
                <a:extLst>
                  <a:ext uri="{FF2B5EF4-FFF2-40B4-BE49-F238E27FC236}">
                    <a16:creationId xmlns:a16="http://schemas.microsoft.com/office/drawing/2014/main" id="{714836B4-4F83-4552-9F92-8660F3E2E7E3}"/>
                  </a:ext>
                </a:extLst>
              </p:cNvPr>
              <p:cNvSpPr/>
              <p:nvPr/>
            </p:nvSpPr>
            <p:spPr>
              <a:xfrm rot="5400000" flipH="1">
                <a:off x="968349" y="541378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01" name="等腰三角形 100">
                <a:extLst>
                  <a:ext uri="{FF2B5EF4-FFF2-40B4-BE49-F238E27FC236}">
                    <a16:creationId xmlns:a16="http://schemas.microsoft.com/office/drawing/2014/main" id="{2063B08B-4928-465D-9802-D9D565A24183}"/>
                  </a:ext>
                </a:extLst>
              </p:cNvPr>
              <p:cNvSpPr/>
              <p:nvPr/>
            </p:nvSpPr>
            <p:spPr>
              <a:xfrm rot="5400000" flipH="1">
                <a:off x="1078723" y="514853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02" name="等腰三角形 101">
                <a:extLst>
                  <a:ext uri="{FF2B5EF4-FFF2-40B4-BE49-F238E27FC236}">
                    <a16:creationId xmlns:a16="http://schemas.microsoft.com/office/drawing/2014/main" id="{8881EDFE-42D8-4211-AE30-2F26BDB6366E}"/>
                  </a:ext>
                </a:extLst>
              </p:cNvPr>
              <p:cNvSpPr/>
              <p:nvPr/>
            </p:nvSpPr>
            <p:spPr>
              <a:xfrm rot="5400000" flipH="1">
                <a:off x="1078723" y="567819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03" name="等腰三角形 102">
                <a:extLst>
                  <a:ext uri="{FF2B5EF4-FFF2-40B4-BE49-F238E27FC236}">
                    <a16:creationId xmlns:a16="http://schemas.microsoft.com/office/drawing/2014/main" id="{93F02736-8B99-4217-BD7E-77DCDADA9D6C}"/>
                  </a:ext>
                </a:extLst>
              </p:cNvPr>
              <p:cNvSpPr/>
              <p:nvPr/>
            </p:nvSpPr>
            <p:spPr>
              <a:xfrm rot="5400000" flipH="1">
                <a:off x="1603549" y="514853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04" name="等腰三角形 103">
                <a:extLst>
                  <a:ext uri="{FF2B5EF4-FFF2-40B4-BE49-F238E27FC236}">
                    <a16:creationId xmlns:a16="http://schemas.microsoft.com/office/drawing/2014/main" id="{B3A15E49-BF6F-46DF-8F1B-5155F8F020E8}"/>
                  </a:ext>
                </a:extLst>
              </p:cNvPr>
              <p:cNvSpPr/>
              <p:nvPr/>
            </p:nvSpPr>
            <p:spPr>
              <a:xfrm rot="5400000" flipH="1">
                <a:off x="1603549" y="567819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05" name="等腰三角形 104">
                <a:extLst>
                  <a:ext uri="{FF2B5EF4-FFF2-40B4-BE49-F238E27FC236}">
                    <a16:creationId xmlns:a16="http://schemas.microsoft.com/office/drawing/2014/main" id="{1F930AE7-05EB-4495-93B2-71989B97B830}"/>
                  </a:ext>
                </a:extLst>
              </p:cNvPr>
              <p:cNvSpPr/>
              <p:nvPr/>
            </p:nvSpPr>
            <p:spPr>
              <a:xfrm rot="5400000" flipH="1">
                <a:off x="1705447" y="541378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p:grpSp>
          <p:nvGrpSpPr>
            <p:cNvPr id="106" name="群組 105">
              <a:extLst>
                <a:ext uri="{FF2B5EF4-FFF2-40B4-BE49-F238E27FC236}">
                  <a16:creationId xmlns:a16="http://schemas.microsoft.com/office/drawing/2014/main" id="{CFF4E79D-DEAD-44B4-98BB-A866999977FC}"/>
                </a:ext>
              </a:extLst>
            </p:cNvPr>
            <p:cNvGrpSpPr/>
            <p:nvPr/>
          </p:nvGrpSpPr>
          <p:grpSpPr>
            <a:xfrm>
              <a:off x="7833662" y="1486244"/>
              <a:ext cx="762458" cy="789843"/>
              <a:chOff x="3481679" y="1511997"/>
              <a:chExt cx="1150186" cy="1191497"/>
            </a:xfrm>
          </p:grpSpPr>
          <p:sp>
            <p:nvSpPr>
              <p:cNvPr id="107" name="矩形: 圓角 106">
                <a:extLst>
                  <a:ext uri="{FF2B5EF4-FFF2-40B4-BE49-F238E27FC236}">
                    <a16:creationId xmlns:a16="http://schemas.microsoft.com/office/drawing/2014/main" id="{63F20761-DF56-4DAF-ADEE-1E688EC888F1}"/>
                  </a:ext>
                </a:extLst>
              </p:cNvPr>
              <p:cNvSpPr/>
              <p:nvPr/>
            </p:nvSpPr>
            <p:spPr>
              <a:xfrm>
                <a:off x="3481679" y="1553308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108" name="橢圓 107">
                <a:extLst>
                  <a:ext uri="{FF2B5EF4-FFF2-40B4-BE49-F238E27FC236}">
                    <a16:creationId xmlns:a16="http://schemas.microsoft.com/office/drawing/2014/main" id="{2E1CBA73-5E18-4EE5-9CFA-68B221BF9DBA}"/>
                  </a:ext>
                </a:extLst>
              </p:cNvPr>
              <p:cNvSpPr/>
              <p:nvPr/>
            </p:nvSpPr>
            <p:spPr>
              <a:xfrm>
                <a:off x="3940548" y="1642556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600"/>
              </a:p>
            </p:txBody>
          </p:sp>
          <p:sp>
            <p:nvSpPr>
              <p:cNvPr id="109" name="橢圓 108">
                <a:extLst>
                  <a:ext uri="{FF2B5EF4-FFF2-40B4-BE49-F238E27FC236}">
                    <a16:creationId xmlns:a16="http://schemas.microsoft.com/office/drawing/2014/main" id="{D5E09F90-6F73-454B-91D7-00C8C2174765}"/>
                  </a:ext>
                </a:extLst>
              </p:cNvPr>
              <p:cNvSpPr/>
              <p:nvPr/>
            </p:nvSpPr>
            <p:spPr>
              <a:xfrm>
                <a:off x="3940548" y="23780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600"/>
              </a:p>
            </p:txBody>
          </p:sp>
          <p:sp>
            <p:nvSpPr>
              <p:cNvPr id="110" name="橢圓 109">
                <a:extLst>
                  <a:ext uri="{FF2B5EF4-FFF2-40B4-BE49-F238E27FC236}">
                    <a16:creationId xmlns:a16="http://schemas.microsoft.com/office/drawing/2014/main" id="{890A969E-721E-4B65-A84D-FC7FE51A9361}"/>
                  </a:ext>
                </a:extLst>
              </p:cNvPr>
              <p:cNvSpPr/>
              <p:nvPr/>
            </p:nvSpPr>
            <p:spPr>
              <a:xfrm>
                <a:off x="4303801" y="20153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600"/>
              </a:p>
            </p:txBody>
          </p:sp>
          <p:sp>
            <p:nvSpPr>
              <p:cNvPr id="111" name="橢圓 110">
                <a:extLst>
                  <a:ext uri="{FF2B5EF4-FFF2-40B4-BE49-F238E27FC236}">
                    <a16:creationId xmlns:a16="http://schemas.microsoft.com/office/drawing/2014/main" id="{183D9A8F-D5EA-4532-A8EF-C714C53CC4E9}"/>
                  </a:ext>
                </a:extLst>
              </p:cNvPr>
              <p:cNvSpPr/>
              <p:nvPr/>
            </p:nvSpPr>
            <p:spPr>
              <a:xfrm>
                <a:off x="3566703" y="20153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18" name="橢圓 117">
                <a:extLst>
                  <a:ext uri="{FF2B5EF4-FFF2-40B4-BE49-F238E27FC236}">
                    <a16:creationId xmlns:a16="http://schemas.microsoft.com/office/drawing/2014/main" id="{01539D71-9C9E-4608-A052-39E0B86F3328}"/>
                  </a:ext>
                </a:extLst>
              </p:cNvPr>
              <p:cNvSpPr/>
              <p:nvPr/>
            </p:nvSpPr>
            <p:spPr>
              <a:xfrm>
                <a:off x="3677077" y="228286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19" name="橢圓 118">
                <a:extLst>
                  <a:ext uri="{FF2B5EF4-FFF2-40B4-BE49-F238E27FC236}">
                    <a16:creationId xmlns:a16="http://schemas.microsoft.com/office/drawing/2014/main" id="{0949BB74-FFD4-4C44-B4B9-820771D1372A}"/>
                  </a:ext>
                </a:extLst>
              </p:cNvPr>
              <p:cNvSpPr/>
              <p:nvPr/>
            </p:nvSpPr>
            <p:spPr>
              <a:xfrm>
                <a:off x="3677077" y="175391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20" name="橢圓 119">
                <a:extLst>
                  <a:ext uri="{FF2B5EF4-FFF2-40B4-BE49-F238E27FC236}">
                    <a16:creationId xmlns:a16="http://schemas.microsoft.com/office/drawing/2014/main" id="{ACAB8F48-2397-4F31-B109-98243C82CBF5}"/>
                  </a:ext>
                </a:extLst>
              </p:cNvPr>
              <p:cNvSpPr/>
              <p:nvPr/>
            </p:nvSpPr>
            <p:spPr>
              <a:xfrm>
                <a:off x="4201903" y="228286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600" dirty="0"/>
              </a:p>
            </p:txBody>
          </p:sp>
          <p:sp>
            <p:nvSpPr>
              <p:cNvPr id="121" name="橢圓 120">
                <a:extLst>
                  <a:ext uri="{FF2B5EF4-FFF2-40B4-BE49-F238E27FC236}">
                    <a16:creationId xmlns:a16="http://schemas.microsoft.com/office/drawing/2014/main" id="{BFB258DB-E13C-48C6-9F68-28EAAB93885A}"/>
                  </a:ext>
                </a:extLst>
              </p:cNvPr>
              <p:cNvSpPr/>
              <p:nvPr/>
            </p:nvSpPr>
            <p:spPr>
              <a:xfrm>
                <a:off x="4201902" y="1753910"/>
                <a:ext cx="230063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600"/>
              </a:p>
            </p:txBody>
          </p:sp>
          <p:sp>
            <p:nvSpPr>
              <p:cNvPr id="122" name="等腰三角形 121">
                <a:extLst>
                  <a:ext uri="{FF2B5EF4-FFF2-40B4-BE49-F238E27FC236}">
                    <a16:creationId xmlns:a16="http://schemas.microsoft.com/office/drawing/2014/main" id="{39167AD4-ED1F-4EB6-9F0C-1F3E9615D969}"/>
                  </a:ext>
                </a:extLst>
              </p:cNvPr>
              <p:cNvSpPr/>
              <p:nvPr/>
            </p:nvSpPr>
            <p:spPr>
              <a:xfrm rot="16200000">
                <a:off x="4012947" y="161086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600"/>
              </a:p>
            </p:txBody>
          </p:sp>
          <p:sp>
            <p:nvSpPr>
              <p:cNvPr id="123" name="等腰三角形 122">
                <a:extLst>
                  <a:ext uri="{FF2B5EF4-FFF2-40B4-BE49-F238E27FC236}">
                    <a16:creationId xmlns:a16="http://schemas.microsoft.com/office/drawing/2014/main" id="{582F9B1B-6784-4E30-9017-28EB0B9BBC53}"/>
                  </a:ext>
                </a:extLst>
              </p:cNvPr>
              <p:cNvSpPr/>
              <p:nvPr/>
            </p:nvSpPr>
            <p:spPr>
              <a:xfrm rot="16200000">
                <a:off x="4012947" y="234495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600"/>
              </a:p>
            </p:txBody>
          </p:sp>
          <p:sp>
            <p:nvSpPr>
              <p:cNvPr id="124" name="等腰三角形 123">
                <a:extLst>
                  <a:ext uri="{FF2B5EF4-FFF2-40B4-BE49-F238E27FC236}">
                    <a16:creationId xmlns:a16="http://schemas.microsoft.com/office/drawing/2014/main" id="{D05C643C-BEEA-4E67-A14B-0B0E80CD7D97}"/>
                  </a:ext>
                </a:extLst>
              </p:cNvPr>
              <p:cNvSpPr/>
              <p:nvPr/>
            </p:nvSpPr>
            <p:spPr>
              <a:xfrm rot="16200000">
                <a:off x="3639102" y="1986189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25" name="等腰三角形 124">
                <a:extLst>
                  <a:ext uri="{FF2B5EF4-FFF2-40B4-BE49-F238E27FC236}">
                    <a16:creationId xmlns:a16="http://schemas.microsoft.com/office/drawing/2014/main" id="{B5DABBF9-D654-4BDD-9C94-55479829B42C}"/>
                  </a:ext>
                </a:extLst>
              </p:cNvPr>
              <p:cNvSpPr/>
              <p:nvPr/>
            </p:nvSpPr>
            <p:spPr>
              <a:xfrm rot="16200000">
                <a:off x="3749476" y="172093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600"/>
              </a:p>
            </p:txBody>
          </p:sp>
          <p:sp>
            <p:nvSpPr>
              <p:cNvPr id="126" name="等腰三角形 125">
                <a:extLst>
                  <a:ext uri="{FF2B5EF4-FFF2-40B4-BE49-F238E27FC236}">
                    <a16:creationId xmlns:a16="http://schemas.microsoft.com/office/drawing/2014/main" id="{15BF0349-42A3-487E-9460-B3468168FDC9}"/>
                  </a:ext>
                </a:extLst>
              </p:cNvPr>
              <p:cNvSpPr/>
              <p:nvPr/>
            </p:nvSpPr>
            <p:spPr>
              <a:xfrm rot="16200000">
                <a:off x="3749476" y="225060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600"/>
              </a:p>
            </p:txBody>
          </p:sp>
          <p:sp>
            <p:nvSpPr>
              <p:cNvPr id="127" name="等腰三角形 126">
                <a:extLst>
                  <a:ext uri="{FF2B5EF4-FFF2-40B4-BE49-F238E27FC236}">
                    <a16:creationId xmlns:a16="http://schemas.microsoft.com/office/drawing/2014/main" id="{6B55B73B-2ADA-4885-B61E-75F1F2031016}"/>
                  </a:ext>
                </a:extLst>
              </p:cNvPr>
              <p:cNvSpPr/>
              <p:nvPr/>
            </p:nvSpPr>
            <p:spPr>
              <a:xfrm rot="16200000">
                <a:off x="4274302" y="172093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600"/>
              </a:p>
            </p:txBody>
          </p:sp>
          <p:sp>
            <p:nvSpPr>
              <p:cNvPr id="128" name="等腰三角形 127">
                <a:extLst>
                  <a:ext uri="{FF2B5EF4-FFF2-40B4-BE49-F238E27FC236}">
                    <a16:creationId xmlns:a16="http://schemas.microsoft.com/office/drawing/2014/main" id="{1808E2E1-0C34-44D9-AAA2-61A6AEDFD3E9}"/>
                  </a:ext>
                </a:extLst>
              </p:cNvPr>
              <p:cNvSpPr/>
              <p:nvPr/>
            </p:nvSpPr>
            <p:spPr>
              <a:xfrm rot="16200000">
                <a:off x="4274302" y="225060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600"/>
              </a:p>
            </p:txBody>
          </p:sp>
          <p:sp>
            <p:nvSpPr>
              <p:cNvPr id="129" name="等腰三角形 128">
                <a:extLst>
                  <a:ext uri="{FF2B5EF4-FFF2-40B4-BE49-F238E27FC236}">
                    <a16:creationId xmlns:a16="http://schemas.microsoft.com/office/drawing/2014/main" id="{F5D9CAE8-A19C-426A-8C29-0A0E269DBDA8}"/>
                  </a:ext>
                </a:extLst>
              </p:cNvPr>
              <p:cNvSpPr/>
              <p:nvPr/>
            </p:nvSpPr>
            <p:spPr>
              <a:xfrm rot="16200000">
                <a:off x="4376200" y="1986189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600"/>
              </a:p>
            </p:txBody>
          </p:sp>
          <p:grpSp>
            <p:nvGrpSpPr>
              <p:cNvPr id="130" name="群組 129">
                <a:extLst>
                  <a:ext uri="{FF2B5EF4-FFF2-40B4-BE49-F238E27FC236}">
                    <a16:creationId xmlns:a16="http://schemas.microsoft.com/office/drawing/2014/main" id="{A79A53E0-A5AD-461F-A2C4-B99AFB43FD20}"/>
                  </a:ext>
                </a:extLst>
              </p:cNvPr>
              <p:cNvGrpSpPr/>
              <p:nvPr/>
            </p:nvGrpSpPr>
            <p:grpSpPr>
              <a:xfrm>
                <a:off x="4046896" y="2016650"/>
                <a:ext cx="115585" cy="110881"/>
                <a:chOff x="1328701" y="2330105"/>
                <a:chExt cx="479430" cy="476538"/>
              </a:xfrm>
            </p:grpSpPr>
            <p:sp>
              <p:nvSpPr>
                <p:cNvPr id="133" name="箭號: 向右 132">
                  <a:extLst>
                    <a:ext uri="{FF2B5EF4-FFF2-40B4-BE49-F238E27FC236}">
                      <a16:creationId xmlns:a16="http://schemas.microsoft.com/office/drawing/2014/main" id="{6F7AA3F2-F3B7-46B4-AB91-1020CF6F51AD}"/>
                    </a:ext>
                  </a:extLst>
                </p:cNvPr>
                <p:cNvSpPr/>
                <p:nvPr/>
              </p:nvSpPr>
              <p:spPr>
                <a:xfrm>
                  <a:off x="1366547" y="2674112"/>
                  <a:ext cx="441584" cy="132531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6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5" name="箭號: 向右 134">
                  <a:extLst>
                    <a:ext uri="{FF2B5EF4-FFF2-40B4-BE49-F238E27FC236}">
                      <a16:creationId xmlns:a16="http://schemas.microsoft.com/office/drawing/2014/main" id="{6DE1690C-904C-48F7-9522-F040939A7A66}"/>
                    </a:ext>
                  </a:extLst>
                </p:cNvPr>
                <p:cNvSpPr/>
                <p:nvPr/>
              </p:nvSpPr>
              <p:spPr>
                <a:xfrm rot="16200000">
                  <a:off x="1174173" y="2484633"/>
                  <a:ext cx="441581" cy="132526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60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文字方塊 130">
                    <a:extLst>
                      <a:ext uri="{FF2B5EF4-FFF2-40B4-BE49-F238E27FC236}">
                        <a16:creationId xmlns:a16="http://schemas.microsoft.com/office/drawing/2014/main" id="{12ADC584-B355-467E-88B3-736C0B564D0C}"/>
                      </a:ext>
                    </a:extLst>
                  </p:cNvPr>
                  <p:cNvSpPr txBox="1"/>
                  <p:nvPr/>
                </p:nvSpPr>
                <p:spPr>
                  <a:xfrm>
                    <a:off x="3803785" y="1511997"/>
                    <a:ext cx="546776" cy="5400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8" name="文字方塊 197">
                    <a:extLst>
                      <a:ext uri="{FF2B5EF4-FFF2-40B4-BE49-F238E27FC236}">
                        <a16:creationId xmlns:a16="http://schemas.microsoft.com/office/drawing/2014/main" id="{A158A9CD-C3A5-4146-A816-D6FA568EB4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03785" y="1511997"/>
                    <a:ext cx="546776" cy="540026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 b="-339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文字方塊 131">
                    <a:extLst>
                      <a:ext uri="{FF2B5EF4-FFF2-40B4-BE49-F238E27FC236}">
                        <a16:creationId xmlns:a16="http://schemas.microsoft.com/office/drawing/2014/main" id="{57A33456-CB91-468C-9CB4-1B0042438698}"/>
                      </a:ext>
                    </a:extLst>
                  </p:cNvPr>
                  <p:cNvSpPr txBox="1"/>
                  <p:nvPr/>
                </p:nvSpPr>
                <p:spPr>
                  <a:xfrm>
                    <a:off x="4070531" y="1899986"/>
                    <a:ext cx="480892" cy="51071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9" name="文字方塊 198">
                    <a:extLst>
                      <a:ext uri="{FF2B5EF4-FFF2-40B4-BE49-F238E27FC236}">
                        <a16:creationId xmlns:a16="http://schemas.microsoft.com/office/drawing/2014/main" id="{9F8B6938-D760-409B-B56E-F2C58D701F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0531" y="1899986"/>
                    <a:ext cx="480892" cy="510717"/>
                  </a:xfrm>
                  <a:prstGeom prst="rect">
                    <a:avLst/>
                  </a:prstGeom>
                  <a:blipFill>
                    <a:blip r:embed="rId43"/>
                    <a:stretch>
                      <a:fillRect b="-357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6" name="群組 135">
              <a:extLst>
                <a:ext uri="{FF2B5EF4-FFF2-40B4-BE49-F238E27FC236}">
                  <a16:creationId xmlns:a16="http://schemas.microsoft.com/office/drawing/2014/main" id="{8E625173-4C93-4FFD-A979-0EB3170535ED}"/>
                </a:ext>
              </a:extLst>
            </p:cNvPr>
            <p:cNvGrpSpPr/>
            <p:nvPr/>
          </p:nvGrpSpPr>
          <p:grpSpPr>
            <a:xfrm>
              <a:off x="8379905" y="3949838"/>
              <a:ext cx="762458" cy="762458"/>
              <a:chOff x="389151" y="2161357"/>
              <a:chExt cx="1150186" cy="1150186"/>
            </a:xfrm>
          </p:grpSpPr>
          <p:sp>
            <p:nvSpPr>
              <p:cNvPr id="137" name="矩形: 圓角 136">
                <a:extLst>
                  <a:ext uri="{FF2B5EF4-FFF2-40B4-BE49-F238E27FC236}">
                    <a16:creationId xmlns:a16="http://schemas.microsoft.com/office/drawing/2014/main" id="{42541D75-3339-444F-8C57-09FBA618D2D0}"/>
                  </a:ext>
                </a:extLst>
              </p:cNvPr>
              <p:cNvSpPr/>
              <p:nvPr/>
            </p:nvSpPr>
            <p:spPr>
              <a:xfrm>
                <a:off x="389151" y="2161357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138" name="箭號: 左-右雙向 137">
                <a:extLst>
                  <a:ext uri="{FF2B5EF4-FFF2-40B4-BE49-F238E27FC236}">
                    <a16:creationId xmlns:a16="http://schemas.microsoft.com/office/drawing/2014/main" id="{84A85953-16C3-4E11-8FBE-9462354A15C3}"/>
                  </a:ext>
                </a:extLst>
              </p:cNvPr>
              <p:cNvSpPr/>
              <p:nvPr/>
            </p:nvSpPr>
            <p:spPr>
              <a:xfrm rot="18900000">
                <a:off x="494862" y="267653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139" name="箭號: 左-右雙向 138">
                <a:extLst>
                  <a:ext uri="{FF2B5EF4-FFF2-40B4-BE49-F238E27FC236}">
                    <a16:creationId xmlns:a16="http://schemas.microsoft.com/office/drawing/2014/main" id="{64AD7587-55C1-41A3-9255-9EDB09B03229}"/>
                  </a:ext>
                </a:extLst>
              </p:cNvPr>
              <p:cNvSpPr/>
              <p:nvPr/>
            </p:nvSpPr>
            <p:spPr>
              <a:xfrm rot="18900000">
                <a:off x="1212991" y="267653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40" name="箭號: 左-右雙向 139">
                <a:extLst>
                  <a:ext uri="{FF2B5EF4-FFF2-40B4-BE49-F238E27FC236}">
                    <a16:creationId xmlns:a16="http://schemas.microsoft.com/office/drawing/2014/main" id="{8BB52CAB-0979-40E9-8188-CDAF08DCF40F}"/>
                  </a:ext>
                </a:extLst>
              </p:cNvPr>
              <p:cNvSpPr/>
              <p:nvPr/>
            </p:nvSpPr>
            <p:spPr>
              <a:xfrm>
                <a:off x="601032" y="2422199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41" name="箭號: 左-右雙向 140">
                <a:extLst>
                  <a:ext uri="{FF2B5EF4-FFF2-40B4-BE49-F238E27FC236}">
                    <a16:creationId xmlns:a16="http://schemas.microsoft.com/office/drawing/2014/main" id="{1F9E47A9-40F4-4978-936E-FDFCF2CC421C}"/>
                  </a:ext>
                </a:extLst>
              </p:cNvPr>
              <p:cNvSpPr/>
              <p:nvPr/>
            </p:nvSpPr>
            <p:spPr>
              <a:xfrm>
                <a:off x="1098572" y="294032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42" name="箭號: 左-右雙向 141">
                <a:extLst>
                  <a:ext uri="{FF2B5EF4-FFF2-40B4-BE49-F238E27FC236}">
                    <a16:creationId xmlns:a16="http://schemas.microsoft.com/office/drawing/2014/main" id="{164B692C-561C-4C9B-BB56-AB6449F13EE0}"/>
                  </a:ext>
                </a:extLst>
              </p:cNvPr>
              <p:cNvSpPr/>
              <p:nvPr/>
            </p:nvSpPr>
            <p:spPr>
              <a:xfrm rot="5400000">
                <a:off x="601034" y="294032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143" name="箭號: 左-右雙向 142">
                <a:extLst>
                  <a:ext uri="{FF2B5EF4-FFF2-40B4-BE49-F238E27FC236}">
                    <a16:creationId xmlns:a16="http://schemas.microsoft.com/office/drawing/2014/main" id="{932AD022-4347-4AEF-9FC4-B22BE35C172B}"/>
                  </a:ext>
                </a:extLst>
              </p:cNvPr>
              <p:cNvSpPr/>
              <p:nvPr/>
            </p:nvSpPr>
            <p:spPr>
              <a:xfrm rot="5400000">
                <a:off x="1098570" y="2422199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44" name="箭號: 左-右雙向 143">
                <a:extLst>
                  <a:ext uri="{FF2B5EF4-FFF2-40B4-BE49-F238E27FC236}">
                    <a16:creationId xmlns:a16="http://schemas.microsoft.com/office/drawing/2014/main" id="{31C3F54D-11ED-4D64-B824-79F277B0356A}"/>
                  </a:ext>
                </a:extLst>
              </p:cNvPr>
              <p:cNvSpPr/>
              <p:nvPr/>
            </p:nvSpPr>
            <p:spPr>
              <a:xfrm rot="2700000">
                <a:off x="844159" y="3043671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48" name="箭號: 左-右雙向 147">
                <a:extLst>
                  <a:ext uri="{FF2B5EF4-FFF2-40B4-BE49-F238E27FC236}">
                    <a16:creationId xmlns:a16="http://schemas.microsoft.com/office/drawing/2014/main" id="{C38CBDE5-E5A1-4684-9E55-7127FB8D6912}"/>
                  </a:ext>
                </a:extLst>
              </p:cNvPr>
              <p:cNvSpPr/>
              <p:nvPr/>
            </p:nvSpPr>
            <p:spPr>
              <a:xfrm rot="2700000">
                <a:off x="844159" y="2311929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p:grpSp>
          <p:nvGrpSpPr>
            <p:cNvPr id="151" name="群組 150">
              <a:extLst>
                <a:ext uri="{FF2B5EF4-FFF2-40B4-BE49-F238E27FC236}">
                  <a16:creationId xmlns:a16="http://schemas.microsoft.com/office/drawing/2014/main" id="{A9995117-B29D-4A61-839C-A005BC273CAE}"/>
                </a:ext>
              </a:extLst>
            </p:cNvPr>
            <p:cNvGrpSpPr/>
            <p:nvPr/>
          </p:nvGrpSpPr>
          <p:grpSpPr>
            <a:xfrm>
              <a:off x="3129287" y="2585080"/>
              <a:ext cx="762458" cy="762458"/>
              <a:chOff x="389151" y="2161357"/>
              <a:chExt cx="1150186" cy="1150186"/>
            </a:xfrm>
          </p:grpSpPr>
          <p:sp>
            <p:nvSpPr>
              <p:cNvPr id="152" name="矩形: 圓角 151">
                <a:extLst>
                  <a:ext uri="{FF2B5EF4-FFF2-40B4-BE49-F238E27FC236}">
                    <a16:creationId xmlns:a16="http://schemas.microsoft.com/office/drawing/2014/main" id="{7A58607A-1424-4795-A319-41768ED716A0}"/>
                  </a:ext>
                </a:extLst>
              </p:cNvPr>
              <p:cNvSpPr/>
              <p:nvPr/>
            </p:nvSpPr>
            <p:spPr>
              <a:xfrm>
                <a:off x="389151" y="2161357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154" name="箭號: 左-右雙向 153">
                <a:extLst>
                  <a:ext uri="{FF2B5EF4-FFF2-40B4-BE49-F238E27FC236}">
                    <a16:creationId xmlns:a16="http://schemas.microsoft.com/office/drawing/2014/main" id="{E128E6BD-9BEB-4BB6-90D6-DD4B9E260389}"/>
                  </a:ext>
                </a:extLst>
              </p:cNvPr>
              <p:cNvSpPr/>
              <p:nvPr/>
            </p:nvSpPr>
            <p:spPr>
              <a:xfrm rot="2700000">
                <a:off x="494862" y="267653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158" name="箭號: 左-右雙向 157">
                <a:extLst>
                  <a:ext uri="{FF2B5EF4-FFF2-40B4-BE49-F238E27FC236}">
                    <a16:creationId xmlns:a16="http://schemas.microsoft.com/office/drawing/2014/main" id="{2C9DC731-CBDA-47C9-BBBB-33C064DB0119}"/>
                  </a:ext>
                </a:extLst>
              </p:cNvPr>
              <p:cNvSpPr/>
              <p:nvPr/>
            </p:nvSpPr>
            <p:spPr>
              <a:xfrm rot="2700000">
                <a:off x="1212991" y="267653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59" name="箭號: 左-右雙向 158">
                <a:extLst>
                  <a:ext uri="{FF2B5EF4-FFF2-40B4-BE49-F238E27FC236}">
                    <a16:creationId xmlns:a16="http://schemas.microsoft.com/office/drawing/2014/main" id="{CC9E0076-DA90-46A5-98E4-8428AC5D2B17}"/>
                  </a:ext>
                </a:extLst>
              </p:cNvPr>
              <p:cNvSpPr/>
              <p:nvPr/>
            </p:nvSpPr>
            <p:spPr>
              <a:xfrm rot="5400000">
                <a:off x="601032" y="2422199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60" name="箭號: 左-右雙向 159">
                <a:extLst>
                  <a:ext uri="{FF2B5EF4-FFF2-40B4-BE49-F238E27FC236}">
                    <a16:creationId xmlns:a16="http://schemas.microsoft.com/office/drawing/2014/main" id="{49BB2709-9026-48AD-B4C2-48680F96DADE}"/>
                  </a:ext>
                </a:extLst>
              </p:cNvPr>
              <p:cNvSpPr/>
              <p:nvPr/>
            </p:nvSpPr>
            <p:spPr>
              <a:xfrm rot="5400000">
                <a:off x="1098572" y="294032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62" name="箭號: 左-右雙向 161">
                <a:extLst>
                  <a:ext uri="{FF2B5EF4-FFF2-40B4-BE49-F238E27FC236}">
                    <a16:creationId xmlns:a16="http://schemas.microsoft.com/office/drawing/2014/main" id="{4FD1E419-1EB3-4A9E-BAFC-68E5890188DD}"/>
                  </a:ext>
                </a:extLst>
              </p:cNvPr>
              <p:cNvSpPr/>
              <p:nvPr/>
            </p:nvSpPr>
            <p:spPr>
              <a:xfrm>
                <a:off x="601034" y="294032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163" name="箭號: 左-右雙向 162">
                <a:extLst>
                  <a:ext uri="{FF2B5EF4-FFF2-40B4-BE49-F238E27FC236}">
                    <a16:creationId xmlns:a16="http://schemas.microsoft.com/office/drawing/2014/main" id="{537FD6B6-FE81-4CB2-ABB2-8E0DA6CE232E}"/>
                  </a:ext>
                </a:extLst>
              </p:cNvPr>
              <p:cNvSpPr/>
              <p:nvPr/>
            </p:nvSpPr>
            <p:spPr>
              <a:xfrm>
                <a:off x="1098570" y="2422199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64" name="箭號: 左-右雙向 163">
                <a:extLst>
                  <a:ext uri="{FF2B5EF4-FFF2-40B4-BE49-F238E27FC236}">
                    <a16:creationId xmlns:a16="http://schemas.microsoft.com/office/drawing/2014/main" id="{CA218A62-D11C-4A5A-A24E-47D3AFA7C209}"/>
                  </a:ext>
                </a:extLst>
              </p:cNvPr>
              <p:cNvSpPr/>
              <p:nvPr/>
            </p:nvSpPr>
            <p:spPr>
              <a:xfrm rot="18900000">
                <a:off x="844159" y="3043671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65" name="箭號: 左-右雙向 164">
                <a:extLst>
                  <a:ext uri="{FF2B5EF4-FFF2-40B4-BE49-F238E27FC236}">
                    <a16:creationId xmlns:a16="http://schemas.microsoft.com/office/drawing/2014/main" id="{33C7164E-8D2A-4757-B2CC-ADF33A2225B2}"/>
                  </a:ext>
                </a:extLst>
              </p:cNvPr>
              <p:cNvSpPr/>
              <p:nvPr/>
            </p:nvSpPr>
            <p:spPr>
              <a:xfrm rot="18900000">
                <a:off x="844159" y="2311929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p:grpSp>
          <p:nvGrpSpPr>
            <p:cNvPr id="166" name="群組 165">
              <a:extLst>
                <a:ext uri="{FF2B5EF4-FFF2-40B4-BE49-F238E27FC236}">
                  <a16:creationId xmlns:a16="http://schemas.microsoft.com/office/drawing/2014/main" id="{932708DC-09BA-4A91-8980-75B7AA482EF0}"/>
                </a:ext>
              </a:extLst>
            </p:cNvPr>
            <p:cNvGrpSpPr/>
            <p:nvPr/>
          </p:nvGrpSpPr>
          <p:grpSpPr>
            <a:xfrm>
              <a:off x="8402151" y="2578758"/>
              <a:ext cx="763200" cy="763200"/>
              <a:chOff x="6578505" y="2619036"/>
              <a:chExt cx="763200" cy="763200"/>
            </a:xfrm>
          </p:grpSpPr>
          <p:sp>
            <p:nvSpPr>
              <p:cNvPr id="167" name="矩形: 圓角 166">
                <a:extLst>
                  <a:ext uri="{FF2B5EF4-FFF2-40B4-BE49-F238E27FC236}">
                    <a16:creationId xmlns:a16="http://schemas.microsoft.com/office/drawing/2014/main" id="{E73838FF-5358-4200-88ED-E56A1BC79977}"/>
                  </a:ext>
                </a:extLst>
              </p:cNvPr>
              <p:cNvSpPr/>
              <p:nvPr/>
            </p:nvSpPr>
            <p:spPr>
              <a:xfrm>
                <a:off x="6578505" y="2619036"/>
                <a:ext cx="763200" cy="763200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169" name="箭號: 左-右雙向 168">
                <a:extLst>
                  <a:ext uri="{FF2B5EF4-FFF2-40B4-BE49-F238E27FC236}">
                    <a16:creationId xmlns:a16="http://schemas.microsoft.com/office/drawing/2014/main" id="{5CF7DFF3-7075-4495-919B-4BC12D725285}"/>
                  </a:ext>
                </a:extLst>
              </p:cNvPr>
              <p:cNvSpPr/>
              <p:nvPr/>
            </p:nvSpPr>
            <p:spPr>
              <a:xfrm rot="5400000">
                <a:off x="6649457" y="2968181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170" name="箭號: 左-右雙向 169">
                <a:extLst>
                  <a:ext uri="{FF2B5EF4-FFF2-40B4-BE49-F238E27FC236}">
                    <a16:creationId xmlns:a16="http://schemas.microsoft.com/office/drawing/2014/main" id="{421D9004-23E8-4538-9542-B160B4631A6B}"/>
                  </a:ext>
                </a:extLst>
              </p:cNvPr>
              <p:cNvSpPr/>
              <p:nvPr/>
            </p:nvSpPr>
            <p:spPr>
              <a:xfrm rot="5400000">
                <a:off x="7125967" y="2968181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171" name="箭號: 左-右雙向 170">
                <a:extLst>
                  <a:ext uri="{FF2B5EF4-FFF2-40B4-BE49-F238E27FC236}">
                    <a16:creationId xmlns:a16="http://schemas.microsoft.com/office/drawing/2014/main" id="{126D7B57-F4FD-41CD-A992-89BE3B494277}"/>
                  </a:ext>
                </a:extLst>
              </p:cNvPr>
              <p:cNvSpPr/>
              <p:nvPr/>
            </p:nvSpPr>
            <p:spPr>
              <a:xfrm rot="18900000">
                <a:off x="6719905" y="2799419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172" name="箭號: 左-右雙向 171">
                <a:extLst>
                  <a:ext uri="{FF2B5EF4-FFF2-40B4-BE49-F238E27FC236}">
                    <a16:creationId xmlns:a16="http://schemas.microsoft.com/office/drawing/2014/main" id="{C8BC2598-0F61-47BB-B962-03D2626EEE4E}"/>
                  </a:ext>
                </a:extLst>
              </p:cNvPr>
              <p:cNvSpPr/>
              <p:nvPr/>
            </p:nvSpPr>
            <p:spPr>
              <a:xfrm rot="18900000">
                <a:off x="7050045" y="3143217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173" name="箭號: 左-右雙向 172">
                <a:extLst>
                  <a:ext uri="{FF2B5EF4-FFF2-40B4-BE49-F238E27FC236}">
                    <a16:creationId xmlns:a16="http://schemas.microsoft.com/office/drawing/2014/main" id="{51C72DA0-2193-4C4A-B9D1-4CF2E91A3041}"/>
                  </a:ext>
                </a:extLst>
              </p:cNvPr>
              <p:cNvSpPr/>
              <p:nvPr/>
            </p:nvSpPr>
            <p:spPr>
              <a:xfrm rot="2700000">
                <a:off x="6719905" y="3143218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174" name="箭號: 左-右雙向 173">
                <a:extLst>
                  <a:ext uri="{FF2B5EF4-FFF2-40B4-BE49-F238E27FC236}">
                    <a16:creationId xmlns:a16="http://schemas.microsoft.com/office/drawing/2014/main" id="{66EDCE84-98C2-47C3-BAF8-AEA80D9C3580}"/>
                  </a:ext>
                </a:extLst>
              </p:cNvPr>
              <p:cNvSpPr/>
              <p:nvPr/>
            </p:nvSpPr>
            <p:spPr>
              <a:xfrm rot="2700000">
                <a:off x="7050045" y="2799418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176" name="箭號: 左-右雙向 175">
                <a:extLst>
                  <a:ext uri="{FF2B5EF4-FFF2-40B4-BE49-F238E27FC236}">
                    <a16:creationId xmlns:a16="http://schemas.microsoft.com/office/drawing/2014/main" id="{6B094DDD-30F9-4C0B-835C-F4CF6883D599}"/>
                  </a:ext>
                </a:extLst>
              </p:cNvPr>
              <p:cNvSpPr/>
              <p:nvPr/>
            </p:nvSpPr>
            <p:spPr>
              <a:xfrm>
                <a:off x="6881231" y="3211793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177" name="箭號: 左-右雙向 176">
                <a:extLst>
                  <a:ext uri="{FF2B5EF4-FFF2-40B4-BE49-F238E27FC236}">
                    <a16:creationId xmlns:a16="http://schemas.microsoft.com/office/drawing/2014/main" id="{1C781742-8593-4AC5-8611-67CB49379CE3}"/>
                  </a:ext>
                </a:extLst>
              </p:cNvPr>
              <p:cNvSpPr/>
              <p:nvPr/>
            </p:nvSpPr>
            <p:spPr>
              <a:xfrm>
                <a:off x="6881231" y="2726249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</p:grpSp>
        <p:grpSp>
          <p:nvGrpSpPr>
            <p:cNvPr id="178" name="群組 177">
              <a:extLst>
                <a:ext uri="{FF2B5EF4-FFF2-40B4-BE49-F238E27FC236}">
                  <a16:creationId xmlns:a16="http://schemas.microsoft.com/office/drawing/2014/main" id="{551E7B34-78FC-4243-8916-EA2ED08E8538}"/>
                </a:ext>
              </a:extLst>
            </p:cNvPr>
            <p:cNvGrpSpPr/>
            <p:nvPr/>
          </p:nvGrpSpPr>
          <p:grpSpPr>
            <a:xfrm>
              <a:off x="3122810" y="3963434"/>
              <a:ext cx="763200" cy="763200"/>
              <a:chOff x="-756975" y="5254023"/>
              <a:chExt cx="2090057" cy="2090057"/>
            </a:xfrm>
          </p:grpSpPr>
          <p:sp>
            <p:nvSpPr>
              <p:cNvPr id="179" name="矩形: 圓角 178">
                <a:extLst>
                  <a:ext uri="{FF2B5EF4-FFF2-40B4-BE49-F238E27FC236}">
                    <a16:creationId xmlns:a16="http://schemas.microsoft.com/office/drawing/2014/main" id="{3753DC63-4E9D-47F0-BA06-2C7347DD01F8}"/>
                  </a:ext>
                </a:extLst>
              </p:cNvPr>
              <p:cNvSpPr/>
              <p:nvPr/>
            </p:nvSpPr>
            <p:spPr>
              <a:xfrm>
                <a:off x="-756975" y="5254023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180" name="箭號: 左-右雙向 179">
                <a:extLst>
                  <a:ext uri="{FF2B5EF4-FFF2-40B4-BE49-F238E27FC236}">
                    <a16:creationId xmlns:a16="http://schemas.microsoft.com/office/drawing/2014/main" id="{717D5031-398F-4C00-A346-BE010B3BAE7C}"/>
                  </a:ext>
                </a:extLst>
              </p:cNvPr>
              <p:cNvSpPr/>
              <p:nvPr/>
            </p:nvSpPr>
            <p:spPr>
              <a:xfrm rot="10800000">
                <a:off x="-564882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181" name="箭號: 左-右雙向 180">
                <a:extLst>
                  <a:ext uri="{FF2B5EF4-FFF2-40B4-BE49-F238E27FC236}">
                    <a16:creationId xmlns:a16="http://schemas.microsoft.com/office/drawing/2014/main" id="{B712F4D0-A688-45C9-A6E6-14699316FE72}"/>
                  </a:ext>
                </a:extLst>
              </p:cNvPr>
              <p:cNvSpPr/>
              <p:nvPr/>
            </p:nvSpPr>
            <p:spPr>
              <a:xfrm rot="10800000">
                <a:off x="740063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182" name="箭號: 左-右雙向 181">
                <a:extLst>
                  <a:ext uri="{FF2B5EF4-FFF2-40B4-BE49-F238E27FC236}">
                    <a16:creationId xmlns:a16="http://schemas.microsoft.com/office/drawing/2014/main" id="{821C813C-7CEB-44B3-AE9C-6AF6395A8BD5}"/>
                  </a:ext>
                </a:extLst>
              </p:cNvPr>
              <p:cNvSpPr/>
              <p:nvPr/>
            </p:nvSpPr>
            <p:spPr>
              <a:xfrm rot="2700000">
                <a:off x="-371956" y="5728012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183" name="箭號: 左-右雙向 182">
                <a:extLst>
                  <a:ext uri="{FF2B5EF4-FFF2-40B4-BE49-F238E27FC236}">
                    <a16:creationId xmlns:a16="http://schemas.microsoft.com/office/drawing/2014/main" id="{85024C19-67B3-4973-A836-8FE04424CDFC}"/>
                  </a:ext>
                </a:extLst>
              </p:cNvPr>
              <p:cNvSpPr/>
              <p:nvPr/>
            </p:nvSpPr>
            <p:spPr>
              <a:xfrm rot="2700000">
                <a:off x="532147" y="6669520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184" name="箭號: 左-右雙向 183">
                <a:extLst>
                  <a:ext uri="{FF2B5EF4-FFF2-40B4-BE49-F238E27FC236}">
                    <a16:creationId xmlns:a16="http://schemas.microsoft.com/office/drawing/2014/main" id="{66DBC193-3C78-456B-A543-B36BB386C3E3}"/>
                  </a:ext>
                </a:extLst>
              </p:cNvPr>
              <p:cNvSpPr/>
              <p:nvPr/>
            </p:nvSpPr>
            <p:spPr>
              <a:xfrm rot="18900000">
                <a:off x="-371955" y="666952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185" name="箭號: 左-右雙向 184">
                <a:extLst>
                  <a:ext uri="{FF2B5EF4-FFF2-40B4-BE49-F238E27FC236}">
                    <a16:creationId xmlns:a16="http://schemas.microsoft.com/office/drawing/2014/main" id="{FFAC248A-D629-4EE4-88F8-FF439D65FEBA}"/>
                  </a:ext>
                </a:extLst>
              </p:cNvPr>
              <p:cNvSpPr/>
              <p:nvPr/>
            </p:nvSpPr>
            <p:spPr>
              <a:xfrm rot="18900000">
                <a:off x="532146" y="572801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186" name="箭號: 左-右雙向 185">
                <a:extLst>
                  <a:ext uri="{FF2B5EF4-FFF2-40B4-BE49-F238E27FC236}">
                    <a16:creationId xmlns:a16="http://schemas.microsoft.com/office/drawing/2014/main" id="{DEB0BDDB-7093-4C4C-877A-C3B6E3E8FB53}"/>
                  </a:ext>
                </a:extLst>
              </p:cNvPr>
              <p:cNvSpPr/>
              <p:nvPr/>
            </p:nvSpPr>
            <p:spPr>
              <a:xfrm rot="5400000">
                <a:off x="69843" y="6857317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187" name="箭號: 左-右雙向 186">
                <a:extLst>
                  <a:ext uri="{FF2B5EF4-FFF2-40B4-BE49-F238E27FC236}">
                    <a16:creationId xmlns:a16="http://schemas.microsoft.com/office/drawing/2014/main" id="{77F300A4-87DD-4D17-8E47-2B75D1F471C3}"/>
                  </a:ext>
                </a:extLst>
              </p:cNvPr>
              <p:cNvSpPr/>
              <p:nvPr/>
            </p:nvSpPr>
            <p:spPr>
              <a:xfrm rot="5400000">
                <a:off x="69843" y="552763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</p:grpSp>
        <p:pic>
          <p:nvPicPr>
            <p:cNvPr id="188" name="圖片 187">
              <a:extLst>
                <a:ext uri="{FF2B5EF4-FFF2-40B4-BE49-F238E27FC236}">
                  <a16:creationId xmlns:a16="http://schemas.microsoft.com/office/drawing/2014/main" id="{8AB9936B-CED4-432E-9326-32F77B8973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49978" b="1"/>
            <a:stretch/>
          </p:blipFill>
          <p:spPr>
            <a:xfrm>
              <a:off x="6300404" y="1493383"/>
              <a:ext cx="309319" cy="878616"/>
            </a:xfrm>
            <a:prstGeom prst="rect">
              <a:avLst/>
            </a:prstGeom>
          </p:spPr>
        </p:pic>
        <p:pic>
          <p:nvPicPr>
            <p:cNvPr id="189" name="圖片 188">
              <a:extLst>
                <a:ext uri="{FF2B5EF4-FFF2-40B4-BE49-F238E27FC236}">
                  <a16:creationId xmlns:a16="http://schemas.microsoft.com/office/drawing/2014/main" id="{05597A6F-F20C-4755-B8A9-0728D02E7E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50145"/>
            <a:stretch/>
          </p:blipFill>
          <p:spPr>
            <a:xfrm>
              <a:off x="7530478" y="1494847"/>
              <a:ext cx="309319" cy="87568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文字方塊 189">
                  <a:extLst>
                    <a:ext uri="{FF2B5EF4-FFF2-40B4-BE49-F238E27FC236}">
                      <a16:creationId xmlns:a16="http://schemas.microsoft.com/office/drawing/2014/main" id="{B36A5034-F89B-4047-B06C-3C2D0CF29711}"/>
                    </a:ext>
                  </a:extLst>
                </p:cNvPr>
                <p:cNvSpPr txBox="1"/>
                <p:nvPr/>
              </p:nvSpPr>
              <p:spPr>
                <a:xfrm>
                  <a:off x="6182730" y="2257752"/>
                  <a:ext cx="31707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90" name="文字方塊 189">
                  <a:extLst>
                    <a:ext uri="{FF2B5EF4-FFF2-40B4-BE49-F238E27FC236}">
                      <a16:creationId xmlns:a16="http://schemas.microsoft.com/office/drawing/2014/main" id="{B36A5034-F89B-4047-B06C-3C2D0CF297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2730" y="2257752"/>
                  <a:ext cx="317078" cy="307777"/>
                </a:xfrm>
                <a:prstGeom prst="rect">
                  <a:avLst/>
                </a:prstGeom>
                <a:blipFill>
                  <a:blip r:embed="rId18"/>
                  <a:stretch>
                    <a:fillRect r="-230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文字方塊 195">
                  <a:extLst>
                    <a:ext uri="{FF2B5EF4-FFF2-40B4-BE49-F238E27FC236}">
                      <a16:creationId xmlns:a16="http://schemas.microsoft.com/office/drawing/2014/main" id="{C2666605-D485-4339-904D-E4A38CF1DF50}"/>
                    </a:ext>
                  </a:extLst>
                </p:cNvPr>
                <p:cNvSpPr txBox="1"/>
                <p:nvPr/>
              </p:nvSpPr>
              <p:spPr>
                <a:xfrm>
                  <a:off x="7411220" y="2257752"/>
                  <a:ext cx="31707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96" name="文字方塊 195">
                  <a:extLst>
                    <a:ext uri="{FF2B5EF4-FFF2-40B4-BE49-F238E27FC236}">
                      <a16:creationId xmlns:a16="http://schemas.microsoft.com/office/drawing/2014/main" id="{C2666605-D485-4339-904D-E4A38CF1DF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220" y="2257752"/>
                  <a:ext cx="317078" cy="307777"/>
                </a:xfrm>
                <a:prstGeom prst="rect">
                  <a:avLst/>
                </a:prstGeom>
                <a:blipFill>
                  <a:blip r:embed="rId18"/>
                  <a:stretch>
                    <a:fillRect r="-230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1" name="群組 200">
              <a:extLst>
                <a:ext uri="{FF2B5EF4-FFF2-40B4-BE49-F238E27FC236}">
                  <a16:creationId xmlns:a16="http://schemas.microsoft.com/office/drawing/2014/main" id="{0895137D-EE66-42C7-B723-DBE8D467D67B}"/>
                </a:ext>
              </a:extLst>
            </p:cNvPr>
            <p:cNvGrpSpPr/>
            <p:nvPr/>
          </p:nvGrpSpPr>
          <p:grpSpPr>
            <a:xfrm>
              <a:off x="5404618" y="1476851"/>
              <a:ext cx="727720" cy="888128"/>
              <a:chOff x="3788947" y="1465811"/>
              <a:chExt cx="727720" cy="888128"/>
            </a:xfrm>
          </p:grpSpPr>
          <p:grpSp>
            <p:nvGrpSpPr>
              <p:cNvPr id="202" name="群組 201">
                <a:extLst>
                  <a:ext uri="{FF2B5EF4-FFF2-40B4-BE49-F238E27FC236}">
                    <a16:creationId xmlns:a16="http://schemas.microsoft.com/office/drawing/2014/main" id="{2E8B5F7E-4865-4794-8B4F-FEF62B771D42}"/>
                  </a:ext>
                </a:extLst>
              </p:cNvPr>
              <p:cNvGrpSpPr/>
              <p:nvPr/>
            </p:nvGrpSpPr>
            <p:grpSpPr>
              <a:xfrm>
                <a:off x="4252160" y="1862164"/>
                <a:ext cx="76622" cy="73502"/>
                <a:chOff x="1373392" y="2391862"/>
                <a:chExt cx="479433" cy="476535"/>
              </a:xfrm>
            </p:grpSpPr>
            <p:sp>
              <p:nvSpPr>
                <p:cNvPr id="206" name="箭號: 向右 205">
                  <a:extLst>
                    <a:ext uri="{FF2B5EF4-FFF2-40B4-BE49-F238E27FC236}">
                      <a16:creationId xmlns:a16="http://schemas.microsoft.com/office/drawing/2014/main" id="{37C1327E-B650-4B93-A44F-973298AA9E4B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7" name="箭號: 向右 206">
                  <a:extLst>
                    <a:ext uri="{FF2B5EF4-FFF2-40B4-BE49-F238E27FC236}">
                      <a16:creationId xmlns:a16="http://schemas.microsoft.com/office/drawing/2014/main" id="{C907B99D-FCEC-48EB-840A-294BF5306329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3" name="文字方塊 202">
                    <a:extLst>
                      <a:ext uri="{FF2B5EF4-FFF2-40B4-BE49-F238E27FC236}">
                        <a16:creationId xmlns:a16="http://schemas.microsoft.com/office/drawing/2014/main" id="{DFF99205-4B7C-4633-8213-2A0CE0755FA5}"/>
                      </a:ext>
                    </a:extLst>
                  </p:cNvPr>
                  <p:cNvSpPr txBox="1"/>
                  <p:nvPr/>
                </p:nvSpPr>
                <p:spPr>
                  <a:xfrm>
                    <a:off x="4078744" y="1465811"/>
                    <a:ext cx="290616" cy="424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03" name="文字方塊 202">
                    <a:extLst>
                      <a:ext uri="{FF2B5EF4-FFF2-40B4-BE49-F238E27FC236}">
                        <a16:creationId xmlns:a16="http://schemas.microsoft.com/office/drawing/2014/main" id="{DFF99205-4B7C-4633-8213-2A0CE0755F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8744" y="1465811"/>
                    <a:ext cx="290616" cy="424283"/>
                  </a:xfrm>
                  <a:prstGeom prst="rect">
                    <a:avLst/>
                  </a:prstGeom>
                  <a:blipFill>
                    <a:blip r:embed="rId45"/>
                    <a:stretch>
                      <a:fillRect r="-41667"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4" name="文字方塊 203">
                    <a:extLst>
                      <a:ext uri="{FF2B5EF4-FFF2-40B4-BE49-F238E27FC236}">
                        <a16:creationId xmlns:a16="http://schemas.microsoft.com/office/drawing/2014/main" id="{FC5C91A9-72AF-44EC-8643-DB08A9E1F957}"/>
                      </a:ext>
                    </a:extLst>
                  </p:cNvPr>
                  <p:cNvSpPr txBox="1"/>
                  <p:nvPr/>
                </p:nvSpPr>
                <p:spPr>
                  <a:xfrm>
                    <a:off x="4259177" y="1698614"/>
                    <a:ext cx="25749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04" name="文字方塊 203">
                    <a:extLst>
                      <a:ext uri="{FF2B5EF4-FFF2-40B4-BE49-F238E27FC236}">
                        <a16:creationId xmlns:a16="http://schemas.microsoft.com/office/drawing/2014/main" id="{FC5C91A9-72AF-44EC-8643-DB08A9E1F9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59177" y="1698614"/>
                    <a:ext cx="257490" cy="400110"/>
                  </a:xfrm>
                  <a:prstGeom prst="rect">
                    <a:avLst/>
                  </a:prstGeom>
                  <a:blipFill>
                    <a:blip r:embed="rId46"/>
                    <a:stretch>
                      <a:fillRect r="-50000" b="-757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5" name="文字方塊 204">
                    <a:extLst>
                      <a:ext uri="{FF2B5EF4-FFF2-40B4-BE49-F238E27FC236}">
                        <a16:creationId xmlns:a16="http://schemas.microsoft.com/office/drawing/2014/main" id="{AA5E8B14-BAC2-4336-8A45-AC69E9D1030C}"/>
                      </a:ext>
                    </a:extLst>
                  </p:cNvPr>
                  <p:cNvSpPr txBox="1"/>
                  <p:nvPr/>
                </p:nvSpPr>
                <p:spPr>
                  <a:xfrm>
                    <a:off x="3788947" y="2015385"/>
                    <a:ext cx="43241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00" dirty="0"/>
                  </a:p>
                </p:txBody>
              </p:sp>
            </mc:Choice>
            <mc:Fallback xmlns="">
              <p:sp>
                <p:nvSpPr>
                  <p:cNvPr id="205" name="文字方塊 204">
                    <a:extLst>
                      <a:ext uri="{FF2B5EF4-FFF2-40B4-BE49-F238E27FC236}">
                        <a16:creationId xmlns:a16="http://schemas.microsoft.com/office/drawing/2014/main" id="{AA5E8B14-BAC2-4336-8A45-AC69E9D103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8947" y="2015385"/>
                    <a:ext cx="432414" cy="338554"/>
                  </a:xfrm>
                  <a:prstGeom prst="rect">
                    <a:avLst/>
                  </a:prstGeom>
                  <a:blipFill>
                    <a:blip r:embed="rId47"/>
                    <a:stretch>
                      <a:fillRect r="-38028" b="-535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8" name="群組 207">
              <a:extLst>
                <a:ext uri="{FF2B5EF4-FFF2-40B4-BE49-F238E27FC236}">
                  <a16:creationId xmlns:a16="http://schemas.microsoft.com/office/drawing/2014/main" id="{D167D2CC-88ED-451C-B7A9-F8C9EE63F31B}"/>
                </a:ext>
              </a:extLst>
            </p:cNvPr>
            <p:cNvGrpSpPr/>
            <p:nvPr/>
          </p:nvGrpSpPr>
          <p:grpSpPr>
            <a:xfrm>
              <a:off x="6628274" y="1476851"/>
              <a:ext cx="727720" cy="888128"/>
              <a:chOff x="3788947" y="1465811"/>
              <a:chExt cx="727720" cy="888128"/>
            </a:xfrm>
          </p:grpSpPr>
          <p:grpSp>
            <p:nvGrpSpPr>
              <p:cNvPr id="209" name="群組 208">
                <a:extLst>
                  <a:ext uri="{FF2B5EF4-FFF2-40B4-BE49-F238E27FC236}">
                    <a16:creationId xmlns:a16="http://schemas.microsoft.com/office/drawing/2014/main" id="{AD9DE8F7-2AFB-42C2-B36C-1809BE3B12C9}"/>
                  </a:ext>
                </a:extLst>
              </p:cNvPr>
              <p:cNvGrpSpPr/>
              <p:nvPr/>
            </p:nvGrpSpPr>
            <p:grpSpPr>
              <a:xfrm>
                <a:off x="4252160" y="1862164"/>
                <a:ext cx="76622" cy="73502"/>
                <a:chOff x="1373392" y="2391862"/>
                <a:chExt cx="479433" cy="476535"/>
              </a:xfrm>
            </p:grpSpPr>
            <p:sp>
              <p:nvSpPr>
                <p:cNvPr id="213" name="箭號: 向右 212">
                  <a:extLst>
                    <a:ext uri="{FF2B5EF4-FFF2-40B4-BE49-F238E27FC236}">
                      <a16:creationId xmlns:a16="http://schemas.microsoft.com/office/drawing/2014/main" id="{98E01834-383C-4166-AF03-FEAEA2C78910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5" name="箭號: 向右 214">
                  <a:extLst>
                    <a:ext uri="{FF2B5EF4-FFF2-40B4-BE49-F238E27FC236}">
                      <a16:creationId xmlns:a16="http://schemas.microsoft.com/office/drawing/2014/main" id="{15145FBC-87F4-40B6-BBF5-018347CE3A7C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0" name="文字方塊 209">
                    <a:extLst>
                      <a:ext uri="{FF2B5EF4-FFF2-40B4-BE49-F238E27FC236}">
                        <a16:creationId xmlns:a16="http://schemas.microsoft.com/office/drawing/2014/main" id="{1F3AC62A-C178-4831-BA34-1C3CB0F00902}"/>
                      </a:ext>
                    </a:extLst>
                  </p:cNvPr>
                  <p:cNvSpPr txBox="1"/>
                  <p:nvPr/>
                </p:nvSpPr>
                <p:spPr>
                  <a:xfrm>
                    <a:off x="4078744" y="1465811"/>
                    <a:ext cx="290616" cy="424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10" name="文字方塊 209">
                    <a:extLst>
                      <a:ext uri="{FF2B5EF4-FFF2-40B4-BE49-F238E27FC236}">
                        <a16:creationId xmlns:a16="http://schemas.microsoft.com/office/drawing/2014/main" id="{1F3AC62A-C178-4831-BA34-1C3CB0F009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8744" y="1465811"/>
                    <a:ext cx="290616" cy="424283"/>
                  </a:xfrm>
                  <a:prstGeom prst="rect">
                    <a:avLst/>
                  </a:prstGeom>
                  <a:blipFill>
                    <a:blip r:embed="rId48"/>
                    <a:stretch>
                      <a:fillRect r="-41667"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1" name="文字方塊 210">
                    <a:extLst>
                      <a:ext uri="{FF2B5EF4-FFF2-40B4-BE49-F238E27FC236}">
                        <a16:creationId xmlns:a16="http://schemas.microsoft.com/office/drawing/2014/main" id="{57A432D7-E5C3-474E-9371-44D42D603E3A}"/>
                      </a:ext>
                    </a:extLst>
                  </p:cNvPr>
                  <p:cNvSpPr txBox="1"/>
                  <p:nvPr/>
                </p:nvSpPr>
                <p:spPr>
                  <a:xfrm>
                    <a:off x="4259177" y="1698614"/>
                    <a:ext cx="25749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11" name="文字方塊 210">
                    <a:extLst>
                      <a:ext uri="{FF2B5EF4-FFF2-40B4-BE49-F238E27FC236}">
                        <a16:creationId xmlns:a16="http://schemas.microsoft.com/office/drawing/2014/main" id="{57A432D7-E5C3-474E-9371-44D42D603E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59177" y="1698614"/>
                    <a:ext cx="257490" cy="400110"/>
                  </a:xfrm>
                  <a:prstGeom prst="rect">
                    <a:avLst/>
                  </a:prstGeom>
                  <a:blipFill>
                    <a:blip r:embed="rId49"/>
                    <a:stretch>
                      <a:fillRect r="-46512" b="-757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2" name="文字方塊 211">
                    <a:extLst>
                      <a:ext uri="{FF2B5EF4-FFF2-40B4-BE49-F238E27FC236}">
                        <a16:creationId xmlns:a16="http://schemas.microsoft.com/office/drawing/2014/main" id="{15E8DC79-5BC1-4B0D-83C4-DC484BACF3CA}"/>
                      </a:ext>
                    </a:extLst>
                  </p:cNvPr>
                  <p:cNvSpPr txBox="1"/>
                  <p:nvPr/>
                </p:nvSpPr>
                <p:spPr>
                  <a:xfrm>
                    <a:off x="3788947" y="2015385"/>
                    <a:ext cx="43241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00" dirty="0"/>
                  </a:p>
                </p:txBody>
              </p:sp>
            </mc:Choice>
            <mc:Fallback xmlns="">
              <p:sp>
                <p:nvSpPr>
                  <p:cNvPr id="212" name="文字方塊 211">
                    <a:extLst>
                      <a:ext uri="{FF2B5EF4-FFF2-40B4-BE49-F238E27FC236}">
                        <a16:creationId xmlns:a16="http://schemas.microsoft.com/office/drawing/2014/main" id="{15E8DC79-5BC1-4B0D-83C4-DC484BACF3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8947" y="2015385"/>
                    <a:ext cx="432414" cy="338554"/>
                  </a:xfrm>
                  <a:prstGeom prst="rect">
                    <a:avLst/>
                  </a:prstGeom>
                  <a:blipFill>
                    <a:blip r:embed="rId50"/>
                    <a:stretch>
                      <a:fillRect r="-39437" b="-535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18" name="圖片 217">
              <a:extLst>
                <a:ext uri="{FF2B5EF4-FFF2-40B4-BE49-F238E27FC236}">
                  <a16:creationId xmlns:a16="http://schemas.microsoft.com/office/drawing/2014/main" id="{07D5BCC5-0650-45A5-8C26-3D16511D4B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6896" t="4482"/>
            <a:stretch/>
          </p:blipFill>
          <p:spPr>
            <a:xfrm>
              <a:off x="7134756" y="655818"/>
              <a:ext cx="1885420" cy="421370"/>
            </a:xfrm>
            <a:prstGeom prst="rect">
              <a:avLst/>
            </a:prstGeom>
          </p:spPr>
        </p:pic>
        <p:sp>
          <p:nvSpPr>
            <p:cNvPr id="216" name="文字方塊 215">
              <a:extLst>
                <a:ext uri="{FF2B5EF4-FFF2-40B4-BE49-F238E27FC236}">
                  <a16:creationId xmlns:a16="http://schemas.microsoft.com/office/drawing/2014/main" id="{42C1D9B8-8446-4675-B219-B666A3F92AA7}"/>
                </a:ext>
              </a:extLst>
            </p:cNvPr>
            <p:cNvSpPr txBox="1"/>
            <p:nvPr/>
          </p:nvSpPr>
          <p:spPr>
            <a:xfrm>
              <a:off x="264144" y="1616589"/>
              <a:ext cx="33922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Transverse component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19" name="圖片 218">
              <a:extLst>
                <a:ext uri="{FF2B5EF4-FFF2-40B4-BE49-F238E27FC236}">
                  <a16:creationId xmlns:a16="http://schemas.microsoft.com/office/drawing/2014/main" id="{F7F5E340-0F0A-4184-93A1-BA17CBF591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66844" b="-705"/>
            <a:stretch/>
          </p:blipFill>
          <p:spPr>
            <a:xfrm>
              <a:off x="2693178" y="644376"/>
              <a:ext cx="1888347" cy="444254"/>
            </a:xfrm>
            <a:prstGeom prst="rect">
              <a:avLst/>
            </a:prstGeom>
          </p:spPr>
        </p:pic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7E376923-F447-4F27-B732-F449B9AEAC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43750" y="1086754"/>
              <a:ext cx="819442" cy="41819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0" name="直線單箭頭接點 219">
              <a:extLst>
                <a:ext uri="{FF2B5EF4-FFF2-40B4-BE49-F238E27FC236}">
                  <a16:creationId xmlns:a16="http://schemas.microsoft.com/office/drawing/2014/main" id="{5A8C2553-0334-4E41-B6C4-34107AB67B8F}"/>
                </a:ext>
              </a:extLst>
            </p:cNvPr>
            <p:cNvCxnSpPr>
              <a:cxnSpLocks/>
            </p:cNvCxnSpPr>
            <p:nvPr/>
          </p:nvCxnSpPr>
          <p:spPr>
            <a:xfrm>
              <a:off x="5781019" y="1107340"/>
              <a:ext cx="134006" cy="3690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4" name="直線單箭頭接點 223">
              <a:extLst>
                <a:ext uri="{FF2B5EF4-FFF2-40B4-BE49-F238E27FC236}">
                  <a16:creationId xmlns:a16="http://schemas.microsoft.com/office/drawing/2014/main" id="{91D5B3F2-5ACF-41D1-963B-2295C920CB81}"/>
                </a:ext>
              </a:extLst>
            </p:cNvPr>
            <p:cNvCxnSpPr>
              <a:cxnSpLocks/>
            </p:cNvCxnSpPr>
            <p:nvPr/>
          </p:nvCxnSpPr>
          <p:spPr>
            <a:xfrm>
              <a:off x="3599794" y="1116865"/>
              <a:ext cx="619781" cy="75956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1775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14044</TotalTime>
  <Words>367</Words>
  <Application>Microsoft Office PowerPoint</Application>
  <PresentationFormat>自訂</PresentationFormat>
  <Paragraphs>226</Paragraphs>
  <Slides>9</Slides>
  <Notes>0</Notes>
  <HiddenSlides>5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90</cp:revision>
  <dcterms:created xsi:type="dcterms:W3CDTF">2026-04-27T03:03:02Z</dcterms:created>
  <dcterms:modified xsi:type="dcterms:W3CDTF">2026-07-10T03:22:30Z</dcterms:modified>
</cp:coreProperties>
</file>