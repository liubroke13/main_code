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9" r:id="rId2"/>
    <p:sldId id="261" r:id="rId3"/>
    <p:sldId id="260" r:id="rId4"/>
    <p:sldId id="263" r:id="rId5"/>
    <p:sldId id="264" r:id="rId6"/>
    <p:sldId id="265" r:id="rId7"/>
    <p:sldId id="266" r:id="rId8"/>
    <p:sldId id="267" r:id="rId9"/>
    <p:sldId id="262" r:id="rId10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0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7.png"/><Relationship Id="rId37" Type="http://schemas.openxmlformats.org/officeDocument/2006/relationships/image" Target="../media/image96.png"/><Relationship Id="rId40" Type="http://schemas.openxmlformats.org/officeDocument/2006/relationships/image" Target="../media/image8.png"/><Relationship Id="rId5" Type="http://schemas.openxmlformats.org/officeDocument/2006/relationships/image" Target="../media/image4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0.png"/><Relationship Id="rId18" Type="http://schemas.openxmlformats.org/officeDocument/2006/relationships/image" Target="../media/image300.png"/><Relationship Id="rId26" Type="http://schemas.openxmlformats.org/officeDocument/2006/relationships/image" Target="../media/image14.png"/><Relationship Id="rId39" Type="http://schemas.openxmlformats.org/officeDocument/2006/relationships/image" Target="../media/image51.png"/><Relationship Id="rId21" Type="http://schemas.openxmlformats.org/officeDocument/2006/relationships/image" Target="../media/image330.png"/><Relationship Id="rId34" Type="http://schemas.openxmlformats.org/officeDocument/2006/relationships/image" Target="../media/image46.png"/><Relationship Id="rId7" Type="http://schemas.openxmlformats.org/officeDocument/2006/relationships/image" Target="../media/image17.png"/><Relationship Id="rId12" Type="http://schemas.openxmlformats.org/officeDocument/2006/relationships/image" Target="../media/image240.png"/><Relationship Id="rId17" Type="http://schemas.openxmlformats.org/officeDocument/2006/relationships/image" Target="../media/image290.png"/><Relationship Id="rId25" Type="http://schemas.openxmlformats.org/officeDocument/2006/relationships/image" Target="../media/image13.png"/><Relationship Id="rId33" Type="http://schemas.openxmlformats.org/officeDocument/2006/relationships/image" Target="../media/image450.png"/><Relationship Id="rId38" Type="http://schemas.openxmlformats.org/officeDocument/2006/relationships/image" Target="../media/image50.png"/><Relationship Id="rId2" Type="http://schemas.openxmlformats.org/officeDocument/2006/relationships/image" Target="../media/image140.png"/><Relationship Id="rId16" Type="http://schemas.openxmlformats.org/officeDocument/2006/relationships/image" Target="../media/image280.png"/><Relationship Id="rId20" Type="http://schemas.openxmlformats.org/officeDocument/2006/relationships/image" Target="../media/image320.png"/><Relationship Id="rId29" Type="http://schemas.openxmlformats.org/officeDocument/2006/relationships/image" Target="../media/image4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230.png"/><Relationship Id="rId24" Type="http://schemas.openxmlformats.org/officeDocument/2006/relationships/image" Target="../media/image12.png"/><Relationship Id="rId32" Type="http://schemas.openxmlformats.org/officeDocument/2006/relationships/image" Target="../media/image440.png"/><Relationship Id="rId37" Type="http://schemas.openxmlformats.org/officeDocument/2006/relationships/image" Target="../media/image49.png"/><Relationship Id="rId40" Type="http://schemas.openxmlformats.org/officeDocument/2006/relationships/image" Target="../media/image52.png"/><Relationship Id="rId5" Type="http://schemas.openxmlformats.org/officeDocument/2006/relationships/image" Target="../media/image170.png"/><Relationship Id="rId15" Type="http://schemas.openxmlformats.org/officeDocument/2006/relationships/image" Target="../media/image6.png"/><Relationship Id="rId23" Type="http://schemas.openxmlformats.org/officeDocument/2006/relationships/image" Target="../media/image350.png"/><Relationship Id="rId28" Type="http://schemas.openxmlformats.org/officeDocument/2006/relationships/image" Target="../media/image400.png"/><Relationship Id="rId36" Type="http://schemas.openxmlformats.org/officeDocument/2006/relationships/image" Target="../media/image480.png"/><Relationship Id="rId10" Type="http://schemas.openxmlformats.org/officeDocument/2006/relationships/image" Target="../media/image220.png"/><Relationship Id="rId19" Type="http://schemas.openxmlformats.org/officeDocument/2006/relationships/image" Target="../media/image310.png"/><Relationship Id="rId31" Type="http://schemas.openxmlformats.org/officeDocument/2006/relationships/image" Target="../media/image430.png"/><Relationship Id="rId4" Type="http://schemas.openxmlformats.org/officeDocument/2006/relationships/image" Target="../media/image9.png"/><Relationship Id="rId9" Type="http://schemas.openxmlformats.org/officeDocument/2006/relationships/image" Target="../media/image210.png"/><Relationship Id="rId14" Type="http://schemas.openxmlformats.org/officeDocument/2006/relationships/image" Target="../media/image11.png"/><Relationship Id="rId22" Type="http://schemas.openxmlformats.org/officeDocument/2006/relationships/image" Target="../media/image340.png"/><Relationship Id="rId27" Type="http://schemas.openxmlformats.org/officeDocument/2006/relationships/image" Target="../media/image15.png"/><Relationship Id="rId30" Type="http://schemas.openxmlformats.org/officeDocument/2006/relationships/image" Target="../media/image420.png"/><Relationship Id="rId35" Type="http://schemas.openxmlformats.org/officeDocument/2006/relationships/image" Target="../media/image17.png"/><Relationship Id="rId8" Type="http://schemas.openxmlformats.org/officeDocument/2006/relationships/image" Target="../media/image200.png"/><Relationship Id="rId3" Type="http://schemas.openxmlformats.org/officeDocument/2006/relationships/image" Target="../media/image15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7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10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png"/><Relationship Id="rId18" Type="http://schemas.openxmlformats.org/officeDocument/2006/relationships/image" Target="../media/image55.png"/><Relationship Id="rId26" Type="http://schemas.openxmlformats.org/officeDocument/2006/relationships/image" Target="../media/image61.png"/><Relationship Id="rId39" Type="http://schemas.openxmlformats.org/officeDocument/2006/relationships/image" Target="../media/image106.png"/><Relationship Id="rId21" Type="http://schemas.openxmlformats.org/officeDocument/2006/relationships/image" Target="../media/image58.png"/><Relationship Id="rId34" Type="http://schemas.openxmlformats.org/officeDocument/2006/relationships/image" Target="../media/image100.png"/><Relationship Id="rId42" Type="http://schemas.openxmlformats.org/officeDocument/2006/relationships/image" Target="../media/image17.png"/><Relationship Id="rId7" Type="http://schemas.openxmlformats.org/officeDocument/2006/relationships/image" Target="../media/image39.png"/><Relationship Id="rId2" Type="http://schemas.openxmlformats.org/officeDocument/2006/relationships/image" Target="../media/image9.png"/><Relationship Id="rId16" Type="http://schemas.openxmlformats.org/officeDocument/2006/relationships/image" Target="../media/image54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24" Type="http://schemas.openxmlformats.org/officeDocument/2006/relationships/image" Target="../media/image48.png"/><Relationship Id="rId32" Type="http://schemas.openxmlformats.org/officeDocument/2006/relationships/image" Target="../media/image67.png"/><Relationship Id="rId37" Type="http://schemas.openxmlformats.org/officeDocument/2006/relationships/image" Target="../media/image103.png"/><Relationship Id="rId40" Type="http://schemas.openxmlformats.org/officeDocument/2006/relationships/image" Target="../media/image107.png"/><Relationship Id="rId45" Type="http://schemas.openxmlformats.org/officeDocument/2006/relationships/image" Target="../media/image110.png"/><Relationship Id="rId5" Type="http://schemas.openxmlformats.org/officeDocument/2006/relationships/image" Target="../media/image37.png"/><Relationship Id="rId15" Type="http://schemas.openxmlformats.org/officeDocument/2006/relationships/image" Target="../media/image53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36" Type="http://schemas.openxmlformats.org/officeDocument/2006/relationships/image" Target="../media/image102.png"/><Relationship Id="rId10" Type="http://schemas.openxmlformats.org/officeDocument/2006/relationships/image" Target="../media/image42.png"/><Relationship Id="rId19" Type="http://schemas.openxmlformats.org/officeDocument/2006/relationships/image" Target="../media/image56.png"/><Relationship Id="rId31" Type="http://schemas.openxmlformats.org/officeDocument/2006/relationships/image" Target="../media/image66.png"/><Relationship Id="rId44" Type="http://schemas.openxmlformats.org/officeDocument/2006/relationships/image" Target="../media/image109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7.png"/><Relationship Id="rId22" Type="http://schemas.openxmlformats.org/officeDocument/2006/relationships/image" Target="../media/image6.png"/><Relationship Id="rId27" Type="http://schemas.openxmlformats.org/officeDocument/2006/relationships/image" Target="../media/image62.png"/><Relationship Id="rId30" Type="http://schemas.openxmlformats.org/officeDocument/2006/relationships/image" Target="../media/image63.png"/><Relationship Id="rId35" Type="http://schemas.openxmlformats.org/officeDocument/2006/relationships/image" Target="../media/image101.png"/><Relationship Id="rId43" Type="http://schemas.openxmlformats.org/officeDocument/2006/relationships/image" Target="../media/image200.png"/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12" Type="http://schemas.openxmlformats.org/officeDocument/2006/relationships/image" Target="../media/image44.png"/><Relationship Id="rId17" Type="http://schemas.openxmlformats.org/officeDocument/2006/relationships/image" Target="../media/image104.png"/><Relationship Id="rId25" Type="http://schemas.openxmlformats.org/officeDocument/2006/relationships/image" Target="../media/image60.png"/><Relationship Id="rId33" Type="http://schemas.openxmlformats.org/officeDocument/2006/relationships/image" Target="../media/image99.png"/><Relationship Id="rId38" Type="http://schemas.openxmlformats.org/officeDocument/2006/relationships/image" Target="../media/image105.png"/><Relationship Id="rId20" Type="http://schemas.openxmlformats.org/officeDocument/2006/relationships/image" Target="../media/image57.png"/><Relationship Id="rId41" Type="http://schemas.openxmlformats.org/officeDocument/2006/relationships/image" Target="../media/image108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23.png"/><Relationship Id="rId21" Type="http://schemas.openxmlformats.org/officeDocument/2006/relationships/image" Target="../media/image102.png"/><Relationship Id="rId42" Type="http://schemas.openxmlformats.org/officeDocument/2006/relationships/image" Target="../media/image139.png"/><Relationship Id="rId47" Type="http://schemas.openxmlformats.org/officeDocument/2006/relationships/image" Target="../media/image144.png"/><Relationship Id="rId63" Type="http://schemas.openxmlformats.org/officeDocument/2006/relationships/image" Target="../media/image161.png"/><Relationship Id="rId68" Type="http://schemas.openxmlformats.org/officeDocument/2006/relationships/image" Target="../media/image166.png"/><Relationship Id="rId7" Type="http://schemas.openxmlformats.org/officeDocument/2006/relationships/image" Target="../media/image115.png"/><Relationship Id="rId2" Type="http://schemas.openxmlformats.org/officeDocument/2006/relationships/image" Target="../media/image9.png"/><Relationship Id="rId16" Type="http://schemas.openxmlformats.org/officeDocument/2006/relationships/image" Target="../media/image119.png"/><Relationship Id="rId29" Type="http://schemas.openxmlformats.org/officeDocument/2006/relationships/image" Target="../media/image126.png"/><Relationship Id="rId11" Type="http://schemas.openxmlformats.org/officeDocument/2006/relationships/image" Target="../media/image48.png"/><Relationship Id="rId24" Type="http://schemas.openxmlformats.org/officeDocument/2006/relationships/image" Target="../media/image121.png"/><Relationship Id="rId32" Type="http://schemas.openxmlformats.org/officeDocument/2006/relationships/image" Target="../media/image129.png"/><Relationship Id="rId37" Type="http://schemas.openxmlformats.org/officeDocument/2006/relationships/image" Target="../media/image134.png"/><Relationship Id="rId40" Type="http://schemas.openxmlformats.org/officeDocument/2006/relationships/image" Target="../media/image137.png"/><Relationship Id="rId45" Type="http://schemas.openxmlformats.org/officeDocument/2006/relationships/image" Target="../media/image142.png"/><Relationship Id="rId53" Type="http://schemas.openxmlformats.org/officeDocument/2006/relationships/image" Target="../media/image151.png"/><Relationship Id="rId58" Type="http://schemas.openxmlformats.org/officeDocument/2006/relationships/image" Target="../media/image156.png"/><Relationship Id="rId66" Type="http://schemas.openxmlformats.org/officeDocument/2006/relationships/image" Target="../media/image164.png"/><Relationship Id="rId5" Type="http://schemas.openxmlformats.org/officeDocument/2006/relationships/image" Target="../media/image113.png"/><Relationship Id="rId61" Type="http://schemas.openxmlformats.org/officeDocument/2006/relationships/image" Target="../media/image159.png"/><Relationship Id="rId19" Type="http://schemas.openxmlformats.org/officeDocument/2006/relationships/image" Target="../media/image100.png"/><Relationship Id="rId14" Type="http://schemas.openxmlformats.org/officeDocument/2006/relationships/image" Target="../media/image62.png"/><Relationship Id="rId22" Type="http://schemas.openxmlformats.org/officeDocument/2006/relationships/image" Target="../media/image110.png"/><Relationship Id="rId27" Type="http://schemas.openxmlformats.org/officeDocument/2006/relationships/image" Target="../media/image124.png"/><Relationship Id="rId30" Type="http://schemas.openxmlformats.org/officeDocument/2006/relationships/image" Target="../media/image127.png"/><Relationship Id="rId35" Type="http://schemas.openxmlformats.org/officeDocument/2006/relationships/image" Target="../media/image132.png"/><Relationship Id="rId43" Type="http://schemas.openxmlformats.org/officeDocument/2006/relationships/image" Target="../media/image141.png"/><Relationship Id="rId48" Type="http://schemas.openxmlformats.org/officeDocument/2006/relationships/image" Target="../media/image145.png"/><Relationship Id="rId56" Type="http://schemas.openxmlformats.org/officeDocument/2006/relationships/image" Target="../media/image154.png"/><Relationship Id="rId64" Type="http://schemas.openxmlformats.org/officeDocument/2006/relationships/image" Target="../media/image162.png"/><Relationship Id="rId69" Type="http://schemas.openxmlformats.org/officeDocument/2006/relationships/image" Target="../media/image167.png"/><Relationship Id="rId8" Type="http://schemas.openxmlformats.org/officeDocument/2006/relationships/image" Target="../media/image116.png"/><Relationship Id="rId51" Type="http://schemas.openxmlformats.org/officeDocument/2006/relationships/image" Target="../media/image148.png"/><Relationship Id="rId3" Type="http://schemas.openxmlformats.org/officeDocument/2006/relationships/image" Target="../media/image111.png"/><Relationship Id="rId12" Type="http://schemas.openxmlformats.org/officeDocument/2006/relationships/image" Target="../media/image60.png"/><Relationship Id="rId17" Type="http://schemas.openxmlformats.org/officeDocument/2006/relationships/image" Target="../media/image67.png"/><Relationship Id="rId25" Type="http://schemas.openxmlformats.org/officeDocument/2006/relationships/image" Target="../media/image122.png"/><Relationship Id="rId33" Type="http://schemas.openxmlformats.org/officeDocument/2006/relationships/image" Target="../media/image130.png"/><Relationship Id="rId38" Type="http://schemas.openxmlformats.org/officeDocument/2006/relationships/image" Target="../media/image135.png"/><Relationship Id="rId46" Type="http://schemas.openxmlformats.org/officeDocument/2006/relationships/image" Target="../media/image143.png"/><Relationship Id="rId59" Type="http://schemas.openxmlformats.org/officeDocument/2006/relationships/image" Target="../media/image157.png"/><Relationship Id="rId67" Type="http://schemas.openxmlformats.org/officeDocument/2006/relationships/image" Target="../media/image165.png"/><Relationship Id="rId20" Type="http://schemas.openxmlformats.org/officeDocument/2006/relationships/image" Target="../media/image101.png"/><Relationship Id="rId41" Type="http://schemas.openxmlformats.org/officeDocument/2006/relationships/image" Target="../media/image138.png"/><Relationship Id="rId54" Type="http://schemas.openxmlformats.org/officeDocument/2006/relationships/image" Target="../media/image152.png"/><Relationship Id="rId62" Type="http://schemas.openxmlformats.org/officeDocument/2006/relationships/image" Target="../media/image1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5" Type="http://schemas.openxmlformats.org/officeDocument/2006/relationships/image" Target="../media/image118.png"/><Relationship Id="rId23" Type="http://schemas.openxmlformats.org/officeDocument/2006/relationships/image" Target="../media/image120.png"/><Relationship Id="rId28" Type="http://schemas.openxmlformats.org/officeDocument/2006/relationships/image" Target="../media/image125.png"/><Relationship Id="rId36" Type="http://schemas.openxmlformats.org/officeDocument/2006/relationships/image" Target="../media/image133.png"/><Relationship Id="rId49" Type="http://schemas.openxmlformats.org/officeDocument/2006/relationships/image" Target="../media/image146.png"/><Relationship Id="rId57" Type="http://schemas.openxmlformats.org/officeDocument/2006/relationships/image" Target="../media/image155.png"/><Relationship Id="rId10" Type="http://schemas.openxmlformats.org/officeDocument/2006/relationships/image" Target="../media/image117.png"/><Relationship Id="rId31" Type="http://schemas.openxmlformats.org/officeDocument/2006/relationships/image" Target="../media/image128.png"/><Relationship Id="rId44" Type="http://schemas.openxmlformats.org/officeDocument/2006/relationships/image" Target="../media/image63.png"/><Relationship Id="rId52" Type="http://schemas.openxmlformats.org/officeDocument/2006/relationships/image" Target="../media/image149.png"/><Relationship Id="rId60" Type="http://schemas.openxmlformats.org/officeDocument/2006/relationships/image" Target="../media/image158.png"/><Relationship Id="rId65" Type="http://schemas.openxmlformats.org/officeDocument/2006/relationships/image" Target="../media/image163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3" Type="http://schemas.openxmlformats.org/officeDocument/2006/relationships/image" Target="../media/image61.png"/><Relationship Id="rId18" Type="http://schemas.openxmlformats.org/officeDocument/2006/relationships/image" Target="../media/image99.png"/><Relationship Id="rId39" Type="http://schemas.openxmlformats.org/officeDocument/2006/relationships/image" Target="../media/image136.png"/><Relationship Id="rId34" Type="http://schemas.openxmlformats.org/officeDocument/2006/relationships/image" Target="../media/image131.png"/><Relationship Id="rId50" Type="http://schemas.openxmlformats.org/officeDocument/2006/relationships/image" Target="../media/image147.png"/><Relationship Id="rId55" Type="http://schemas.openxmlformats.org/officeDocument/2006/relationships/image" Target="../media/image15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2.png"/><Relationship Id="rId13" Type="http://schemas.openxmlformats.org/officeDocument/2006/relationships/image" Target="../media/image62.png"/><Relationship Id="rId3" Type="http://schemas.openxmlformats.org/officeDocument/2006/relationships/image" Target="../media/image111.png"/><Relationship Id="rId7" Type="http://schemas.openxmlformats.org/officeDocument/2006/relationships/image" Target="../media/image171.png"/><Relationship Id="rId12" Type="http://schemas.openxmlformats.org/officeDocument/2006/relationships/image" Target="../media/image60.png"/><Relationship Id="rId17" Type="http://schemas.openxmlformats.org/officeDocument/2006/relationships/image" Target="../media/image176.png"/><Relationship Id="rId2" Type="http://schemas.openxmlformats.org/officeDocument/2006/relationships/image" Target="../media/image9.png"/><Relationship Id="rId16" Type="http://schemas.openxmlformats.org/officeDocument/2006/relationships/image" Target="../media/image61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9.png"/><Relationship Id="rId11" Type="http://schemas.openxmlformats.org/officeDocument/2006/relationships/image" Target="../media/image48.png"/><Relationship Id="rId32" Type="http://schemas.openxmlformats.org/officeDocument/2006/relationships/image" Target="../media/image178.png"/><Relationship Id="rId5" Type="http://schemas.openxmlformats.org/officeDocument/2006/relationships/image" Target="../media/image168.png"/><Relationship Id="rId15" Type="http://schemas.openxmlformats.org/officeDocument/2006/relationships/image" Target="../media/image175.png"/><Relationship Id="rId10" Type="http://schemas.openxmlformats.org/officeDocument/2006/relationships/image" Target="../media/image173.png"/><Relationship Id="rId31" Type="http://schemas.openxmlformats.org/officeDocument/2006/relationships/image" Target="../media/image177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4" Type="http://schemas.openxmlformats.org/officeDocument/2006/relationships/image" Target="../media/image174.png"/><Relationship Id="rId30" Type="http://schemas.openxmlformats.org/officeDocument/2006/relationships/image" Target="../media/image1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72.png"/><Relationship Id="rId18" Type="http://schemas.openxmlformats.org/officeDocument/2006/relationships/image" Target="../media/image175.png"/><Relationship Id="rId3" Type="http://schemas.openxmlformats.org/officeDocument/2006/relationships/image" Target="../media/image180.png"/><Relationship Id="rId7" Type="http://schemas.openxmlformats.org/officeDocument/2006/relationships/image" Target="../media/image184.png"/><Relationship Id="rId12" Type="http://schemas.openxmlformats.org/officeDocument/2006/relationships/image" Target="../media/image171.png"/><Relationship Id="rId17" Type="http://schemas.openxmlformats.org/officeDocument/2006/relationships/image" Target="../media/image174.png"/><Relationship Id="rId33" Type="http://schemas.openxmlformats.org/officeDocument/2006/relationships/image" Target="../media/image187.png"/><Relationship Id="rId2" Type="http://schemas.openxmlformats.org/officeDocument/2006/relationships/image" Target="../media/image179.png"/><Relationship Id="rId16" Type="http://schemas.openxmlformats.org/officeDocument/2006/relationships/image" Target="../media/image48.png"/><Relationship Id="rId20" Type="http://schemas.openxmlformats.org/officeDocument/2006/relationships/image" Target="../media/image176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3.png"/><Relationship Id="rId11" Type="http://schemas.openxmlformats.org/officeDocument/2006/relationships/image" Target="../media/image169.png"/><Relationship Id="rId32" Type="http://schemas.openxmlformats.org/officeDocument/2006/relationships/image" Target="../media/image186.png"/><Relationship Id="rId5" Type="http://schemas.openxmlformats.org/officeDocument/2006/relationships/image" Target="../media/image182.png"/><Relationship Id="rId15" Type="http://schemas.openxmlformats.org/officeDocument/2006/relationships/image" Target="../media/image173.png"/><Relationship Id="rId10" Type="http://schemas.openxmlformats.org/officeDocument/2006/relationships/image" Target="../media/image168.png"/><Relationship Id="rId19" Type="http://schemas.openxmlformats.org/officeDocument/2006/relationships/image" Target="../media/image61.png"/><Relationship Id="rId31" Type="http://schemas.openxmlformats.org/officeDocument/2006/relationships/image" Target="../media/image185.png"/><Relationship Id="rId4" Type="http://schemas.openxmlformats.org/officeDocument/2006/relationships/image" Target="../media/image181.png"/><Relationship Id="rId9" Type="http://schemas.openxmlformats.org/officeDocument/2006/relationships/image" Target="../media/image112.png"/><Relationship Id="rId14" Type="http://schemas.openxmlformats.org/officeDocument/2006/relationships/image" Target="../media/image6.png"/><Relationship Id="rId30" Type="http://schemas.openxmlformats.org/officeDocument/2006/relationships/image" Target="../media/image1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6.png"/><Relationship Id="rId18" Type="http://schemas.openxmlformats.org/officeDocument/2006/relationships/image" Target="../media/image61.png"/><Relationship Id="rId3" Type="http://schemas.openxmlformats.org/officeDocument/2006/relationships/image" Target="../media/image189.png"/><Relationship Id="rId7" Type="http://schemas.openxmlformats.org/officeDocument/2006/relationships/image" Target="../media/image111.png"/><Relationship Id="rId12" Type="http://schemas.openxmlformats.org/officeDocument/2006/relationships/image" Target="../media/image172.png"/><Relationship Id="rId17" Type="http://schemas.openxmlformats.org/officeDocument/2006/relationships/image" Target="../media/image175.png"/><Relationship Id="rId33" Type="http://schemas.openxmlformats.org/officeDocument/2006/relationships/image" Target="../media/image187.png"/><Relationship Id="rId2" Type="http://schemas.openxmlformats.org/officeDocument/2006/relationships/image" Target="../media/image188.png"/><Relationship Id="rId16" Type="http://schemas.openxmlformats.org/officeDocument/2006/relationships/image" Target="../media/image174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2.png"/><Relationship Id="rId11" Type="http://schemas.openxmlformats.org/officeDocument/2006/relationships/image" Target="../media/image171.png"/><Relationship Id="rId32" Type="http://schemas.openxmlformats.org/officeDocument/2006/relationships/image" Target="../media/image194.png"/><Relationship Id="rId5" Type="http://schemas.openxmlformats.org/officeDocument/2006/relationships/image" Target="../media/image191.png"/><Relationship Id="rId15" Type="http://schemas.openxmlformats.org/officeDocument/2006/relationships/image" Target="../media/image48.png"/><Relationship Id="rId10" Type="http://schemas.openxmlformats.org/officeDocument/2006/relationships/image" Target="../media/image169.png"/><Relationship Id="rId19" Type="http://schemas.openxmlformats.org/officeDocument/2006/relationships/image" Target="../media/image176.png"/><Relationship Id="rId31" Type="http://schemas.openxmlformats.org/officeDocument/2006/relationships/image" Target="../media/image193.png"/><Relationship Id="rId4" Type="http://schemas.openxmlformats.org/officeDocument/2006/relationships/image" Target="../media/image190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30" Type="http://schemas.openxmlformats.org/officeDocument/2006/relationships/image" Target="../media/image127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90.png"/><Relationship Id="rId18" Type="http://schemas.openxmlformats.org/officeDocument/2006/relationships/image" Target="../media/image1830.png"/><Relationship Id="rId26" Type="http://schemas.openxmlformats.org/officeDocument/2006/relationships/image" Target="../media/image1850.png"/><Relationship Id="rId39" Type="http://schemas.openxmlformats.org/officeDocument/2006/relationships/image" Target="../media/image214.png"/><Relationship Id="rId21" Type="http://schemas.openxmlformats.org/officeDocument/2006/relationships/image" Target="NULL"/><Relationship Id="rId34" Type="http://schemas.openxmlformats.org/officeDocument/2006/relationships/image" Target="../media/image208.png"/><Relationship Id="rId42" Type="http://schemas.openxmlformats.org/officeDocument/2006/relationships/image" Target="../media/image1020.png"/><Relationship Id="rId47" Type="http://schemas.openxmlformats.org/officeDocument/2006/relationships/image" Target="../media/image2040.png"/><Relationship Id="rId50" Type="http://schemas.openxmlformats.org/officeDocument/2006/relationships/image" Target="../media/image2070.png"/><Relationship Id="rId7" Type="http://schemas.openxmlformats.org/officeDocument/2006/relationships/image" Target="../media/image199.png"/><Relationship Id="rId2" Type="http://schemas.openxmlformats.org/officeDocument/2006/relationships/image" Target="../media/image1680.png"/><Relationship Id="rId16" Type="http://schemas.openxmlformats.org/officeDocument/2006/relationships/image" Target="../media/image1820.png"/><Relationship Id="rId29" Type="http://schemas.openxmlformats.org/officeDocument/2006/relationships/image" Target="../media/image203.png"/><Relationship Id="rId11" Type="http://schemas.openxmlformats.org/officeDocument/2006/relationships/image" Target="../media/image1770.png"/><Relationship Id="rId24" Type="http://schemas.openxmlformats.org/officeDocument/2006/relationships/image" Target="NULL"/><Relationship Id="rId32" Type="http://schemas.openxmlformats.org/officeDocument/2006/relationships/image" Target="../media/image206.png"/><Relationship Id="rId37" Type="http://schemas.openxmlformats.org/officeDocument/2006/relationships/image" Target="../media/image212.png"/><Relationship Id="rId40" Type="http://schemas.openxmlformats.org/officeDocument/2006/relationships/image" Target="../media/image215.png"/><Relationship Id="rId45" Type="http://schemas.openxmlformats.org/officeDocument/2006/relationships/image" Target="../media/image2020.png"/><Relationship Id="rId5" Type="http://schemas.openxmlformats.org/officeDocument/2006/relationships/image" Target="../media/image197.png"/><Relationship Id="rId15" Type="http://schemas.openxmlformats.org/officeDocument/2006/relationships/image" Target="../media/image1810.png"/><Relationship Id="rId23" Type="http://schemas.openxmlformats.org/officeDocument/2006/relationships/image" Target="NULL"/><Relationship Id="rId28" Type="http://schemas.openxmlformats.org/officeDocument/2006/relationships/image" Target="../media/image1870.png"/><Relationship Id="rId36" Type="http://schemas.openxmlformats.org/officeDocument/2006/relationships/image" Target="../media/image211.png"/><Relationship Id="rId49" Type="http://schemas.openxmlformats.org/officeDocument/2006/relationships/image" Target="../media/image2060.png"/><Relationship Id="rId10" Type="http://schemas.openxmlformats.org/officeDocument/2006/relationships/image" Target="../media/image1760.png"/><Relationship Id="rId19" Type="http://schemas.openxmlformats.org/officeDocument/2006/relationships/image" Target="../media/image1510.png"/><Relationship Id="rId31" Type="http://schemas.openxmlformats.org/officeDocument/2006/relationships/image" Target="../media/image205.png"/><Relationship Id="rId44" Type="http://schemas.openxmlformats.org/officeDocument/2006/relationships/image" Target="../media/image66.png"/><Relationship Id="rId4" Type="http://schemas.openxmlformats.org/officeDocument/2006/relationships/image" Target="../media/image196.png"/><Relationship Id="rId9" Type="http://schemas.openxmlformats.org/officeDocument/2006/relationships/image" Target="../media/image1750.png"/><Relationship Id="rId14" Type="http://schemas.openxmlformats.org/officeDocument/2006/relationships/image" Target="../media/image1800.png"/><Relationship Id="rId22" Type="http://schemas.openxmlformats.org/officeDocument/2006/relationships/image" Target="NULL"/><Relationship Id="rId27" Type="http://schemas.openxmlformats.org/officeDocument/2006/relationships/image" Target="../media/image202.png"/><Relationship Id="rId30" Type="http://schemas.openxmlformats.org/officeDocument/2006/relationships/image" Target="../media/image204.png"/><Relationship Id="rId35" Type="http://schemas.openxmlformats.org/officeDocument/2006/relationships/image" Target="../media/image209.png"/><Relationship Id="rId43" Type="http://schemas.openxmlformats.org/officeDocument/2006/relationships/image" Target="../media/image1030.png"/><Relationship Id="rId48" Type="http://schemas.openxmlformats.org/officeDocument/2006/relationships/image" Target="../media/image2050.png"/><Relationship Id="rId8" Type="http://schemas.openxmlformats.org/officeDocument/2006/relationships/image" Target="../media/image1.png"/><Relationship Id="rId51" Type="http://schemas.openxmlformats.org/officeDocument/2006/relationships/image" Target="../media/image217.png"/><Relationship Id="rId3" Type="http://schemas.openxmlformats.org/officeDocument/2006/relationships/image" Target="../media/image195.png"/><Relationship Id="rId12" Type="http://schemas.openxmlformats.org/officeDocument/2006/relationships/image" Target="../media/image1780.png"/><Relationship Id="rId17" Type="http://schemas.openxmlformats.org/officeDocument/2006/relationships/image" Target="../media/image6.png"/><Relationship Id="rId25" Type="http://schemas.openxmlformats.org/officeDocument/2006/relationships/image" Target="../media/image201.png"/><Relationship Id="rId33" Type="http://schemas.openxmlformats.org/officeDocument/2006/relationships/image" Target="../media/image207.png"/><Relationship Id="rId38" Type="http://schemas.openxmlformats.org/officeDocument/2006/relationships/image" Target="../media/image213.png"/><Relationship Id="rId46" Type="http://schemas.openxmlformats.org/officeDocument/2006/relationships/image" Target="../media/image217.png"/><Relationship Id="rId20" Type="http://schemas.openxmlformats.org/officeDocument/2006/relationships/image" Target="NULL"/><Relationship Id="rId41" Type="http://schemas.openxmlformats.org/officeDocument/2006/relationships/image" Target="../media/image2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-352653" y="1065796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7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0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712681" y="4918062"/>
            <a:ext cx="1150186" cy="1150186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F94BE1F-3691-4B5F-9AF0-5D5F4535D47C}"/>
              </a:ext>
            </a:extLst>
          </p:cNvPr>
          <p:cNvGrpSpPr/>
          <p:nvPr/>
        </p:nvGrpSpPr>
        <p:grpSpPr>
          <a:xfrm>
            <a:off x="3463278" y="4421229"/>
            <a:ext cx="1150186" cy="1150186"/>
            <a:chOff x="3463278" y="4507593"/>
            <a:chExt cx="1150186" cy="1150186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7174BC2A-1B9F-4151-AE65-69868F38E2CE}"/>
              </a:ext>
            </a:extLst>
          </p:cNvPr>
          <p:cNvGrpSpPr/>
          <p:nvPr/>
        </p:nvGrpSpPr>
        <p:grpSpPr>
          <a:xfrm>
            <a:off x="389151" y="1922593"/>
            <a:ext cx="1150186" cy="1150186"/>
            <a:chOff x="389151" y="2161357"/>
            <a:chExt cx="1150186" cy="1150186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blipFill>
                <a:blip r:embed="rId2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圖片 31">
            <a:extLst>
              <a:ext uri="{FF2B5EF4-FFF2-40B4-BE49-F238E27FC236}">
                <a16:creationId xmlns:a16="http://schemas.microsoft.com/office/drawing/2014/main" id="{AA50D0C9-379E-4B88-BFAB-45F8554B4F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87575" y="1293130"/>
            <a:ext cx="1308764" cy="1285746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09E37AD3-84C7-4EB4-B06B-7110E29A5E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17135" y="3118843"/>
            <a:ext cx="1308764" cy="1285746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08E3CD1A-4342-4058-BB78-8709BF5E6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389535" y="3118843"/>
            <a:ext cx="1308764" cy="1285746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7A5486C3-2624-48BB-83FE-832C13E6A6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95898" y="4857271"/>
            <a:ext cx="1308764" cy="1285746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4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blipFill>
                <a:blip r:embed="rId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blipFill>
                <a:blip r:embed="rId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3595979" y="1339944"/>
            <a:ext cx="1150186" cy="1150186"/>
            <a:chOff x="3481679" y="1553308"/>
            <a:chExt cx="1150186" cy="115018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7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blipFill>
                <a:blip r:embed="rId9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3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blipFill>
                <a:blip r:embed="rId10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blipFill>
                <a:blip r:embed="rId1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4" name="圖片 223">
            <a:extLst>
              <a:ext uri="{FF2B5EF4-FFF2-40B4-BE49-F238E27FC236}">
                <a16:creationId xmlns:a16="http://schemas.microsoft.com/office/drawing/2014/main" id="{4EA54F6C-70B5-4267-BECD-E6E6C07FBDE8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083"/>
          <a:stretch/>
        </p:blipFill>
        <p:spPr>
          <a:xfrm>
            <a:off x="1399921" y="515896"/>
            <a:ext cx="2300718" cy="620437"/>
          </a:xfrm>
          <a:prstGeom prst="rect">
            <a:avLst/>
          </a:prstGeom>
        </p:spPr>
      </p:pic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0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49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4" y="2910487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6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88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blipFill>
                <a:blip r:embed="rId1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6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88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0" y="3210805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0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5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8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1" y="366042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7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blipFill>
                <a:blip r:embed="rId21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8" y="321470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blipFill>
                <a:blip r:embed="rId22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36842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8" name="圖片 207">
            <a:extLst>
              <a:ext uri="{FF2B5EF4-FFF2-40B4-BE49-F238E27FC236}">
                <a16:creationId xmlns:a16="http://schemas.microsoft.com/office/drawing/2014/main" id="{78D82BF4-13A5-45FF-B9A2-9375B9FE926C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6764229" y="1294531"/>
            <a:ext cx="1292876" cy="1282944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C9751448-EBCD-4B26-A30A-607AD48C72A0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6767966" y="4851605"/>
            <a:ext cx="1285402" cy="1297078"/>
          </a:xfrm>
          <a:prstGeom prst="rect">
            <a:avLst/>
          </a:prstGeom>
        </p:spPr>
      </p:pic>
      <p:pic>
        <p:nvPicPr>
          <p:cNvPr id="210" name="圖片 209">
            <a:extLst>
              <a:ext uri="{FF2B5EF4-FFF2-40B4-BE49-F238E27FC236}">
                <a16:creationId xmlns:a16="http://schemas.microsoft.com/office/drawing/2014/main" id="{974A8271-7062-41BF-812F-7BEA57BAB9E7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5216814" y="3119422"/>
            <a:ext cx="1300348" cy="1272418"/>
          </a:xfrm>
          <a:prstGeom prst="rect">
            <a:avLst/>
          </a:prstGeom>
        </p:spPr>
      </p:pic>
      <p:pic>
        <p:nvPicPr>
          <p:cNvPr id="211" name="圖片 210">
            <a:extLst>
              <a:ext uri="{FF2B5EF4-FFF2-40B4-BE49-F238E27FC236}">
                <a16:creationId xmlns:a16="http://schemas.microsoft.com/office/drawing/2014/main" id="{FCFA52FF-0D4E-4B9B-A77C-EA8292B51925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8288152" y="3119049"/>
            <a:ext cx="1300348" cy="1281010"/>
          </a:xfrm>
          <a:prstGeom prst="rect">
            <a:avLst/>
          </a:prstGeom>
        </p:spPr>
      </p:pic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0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blipFill>
                <a:blip r:embed="rId28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blipFill>
                <a:blip r:embed="rId2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0" name="圖片 229">
            <a:extLst>
              <a:ext uri="{FF2B5EF4-FFF2-40B4-BE49-F238E27FC236}">
                <a16:creationId xmlns:a16="http://schemas.microsoft.com/office/drawing/2014/main" id="{78DD5379-389F-4B1B-AD61-D7F44D0D3FC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blipFill>
                <a:blip r:embed="rId3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blipFill>
                <a:blip r:embed="rId3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blipFill>
                <a:blip r:embed="rId3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2" y="292671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3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blipFill>
                <a:blip r:embed="rId36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3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blipFill>
                <a:blip r:embed="rId37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8" y="3227037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7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0" y="357585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1" y="367592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0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blipFill>
                <a:blip r:embed="rId40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59" y="3230198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942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5D3AEBFE-AA9B-4AB6-B6D6-597215E84291}"/>
                  </a:ext>
                </a:extLst>
              </p:cNvPr>
              <p:cNvSpPr txBox="1"/>
              <p:nvPr/>
            </p:nvSpPr>
            <p:spPr>
              <a:xfrm>
                <a:off x="4591226" y="2377007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5D3AEBFE-AA9B-4AB6-B6D6-597215E84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226" y="2377007"/>
                <a:ext cx="715550" cy="297991"/>
              </a:xfrm>
              <a:prstGeom prst="rect">
                <a:avLst/>
              </a:prstGeom>
              <a:blipFill>
                <a:blip r:embed="rId2"/>
                <a:stretch>
                  <a:fillRect t="-124490" r="-48305" b="-2061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群組 57">
            <a:extLst>
              <a:ext uri="{FF2B5EF4-FFF2-40B4-BE49-F238E27FC236}">
                <a16:creationId xmlns:a16="http://schemas.microsoft.com/office/drawing/2014/main" id="{431588BE-1855-4CCB-ADC4-3511EF936D2C}"/>
              </a:ext>
            </a:extLst>
          </p:cNvPr>
          <p:cNvGrpSpPr/>
          <p:nvPr/>
        </p:nvGrpSpPr>
        <p:grpSpPr>
          <a:xfrm>
            <a:off x="4245941" y="2796596"/>
            <a:ext cx="1414118" cy="1470886"/>
            <a:chOff x="4245941" y="2796596"/>
            <a:chExt cx="1414118" cy="1470886"/>
          </a:xfrm>
        </p:grpSpPr>
        <p:sp>
          <p:nvSpPr>
            <p:cNvPr id="269" name="Oval 14">
              <a:extLst>
                <a:ext uri="{FF2B5EF4-FFF2-40B4-BE49-F238E27FC236}">
                  <a16:creationId xmlns:a16="http://schemas.microsoft.com/office/drawing/2014/main" id="{4689D5C6-97DE-488F-87F0-FE12CF3E9EF2}"/>
                </a:ext>
              </a:extLst>
            </p:cNvPr>
            <p:cNvSpPr/>
            <p:nvPr/>
          </p:nvSpPr>
          <p:spPr>
            <a:xfrm>
              <a:off x="4881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70" name="Oval 4">
              <a:extLst>
                <a:ext uri="{FF2B5EF4-FFF2-40B4-BE49-F238E27FC236}">
                  <a16:creationId xmlns:a16="http://schemas.microsoft.com/office/drawing/2014/main" id="{53208EB0-1CE8-4640-A186-75CAF514CBE1}"/>
                </a:ext>
              </a:extLst>
            </p:cNvPr>
            <p:cNvSpPr/>
            <p:nvPr/>
          </p:nvSpPr>
          <p:spPr>
            <a:xfrm>
              <a:off x="4319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1" name="Oval 15">
              <a:extLst>
                <a:ext uri="{FF2B5EF4-FFF2-40B4-BE49-F238E27FC236}">
                  <a16:creationId xmlns:a16="http://schemas.microsoft.com/office/drawing/2014/main" id="{74135E44-F8A2-4F0D-8AF2-0723EAFB3C44}"/>
                </a:ext>
              </a:extLst>
            </p:cNvPr>
            <p:cNvSpPr/>
            <p:nvPr/>
          </p:nvSpPr>
          <p:spPr>
            <a:xfrm>
              <a:off x="4881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2" name="SHO">
              <a:extLst>
                <a:ext uri="{FF2B5EF4-FFF2-40B4-BE49-F238E27FC236}">
                  <a16:creationId xmlns:a16="http://schemas.microsoft.com/office/drawing/2014/main" id="{096D88D5-0B3E-48F5-9738-21E5B4AC5E8E}"/>
                </a:ext>
              </a:extLst>
            </p:cNvPr>
            <p:cNvSpPr/>
            <p:nvPr/>
          </p:nvSpPr>
          <p:spPr>
            <a:xfrm rot="16200000">
              <a:off x="4679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3" name="SVO">
              <a:extLst>
                <a:ext uri="{FF2B5EF4-FFF2-40B4-BE49-F238E27FC236}">
                  <a16:creationId xmlns:a16="http://schemas.microsoft.com/office/drawing/2014/main" id="{23D7A24E-0DE2-46E4-A45F-E7BC2034123B}"/>
                </a:ext>
              </a:extLst>
            </p:cNvPr>
            <p:cNvSpPr/>
            <p:nvPr/>
          </p:nvSpPr>
          <p:spPr>
            <a:xfrm>
              <a:off x="4634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74" name="Oval 6">
              <a:extLst>
                <a:ext uri="{FF2B5EF4-FFF2-40B4-BE49-F238E27FC236}">
                  <a16:creationId xmlns:a16="http://schemas.microsoft.com/office/drawing/2014/main" id="{560231E6-4031-4A90-B8D1-3E0A7C7E7C0D}"/>
                </a:ext>
              </a:extLst>
            </p:cNvPr>
            <p:cNvSpPr/>
            <p:nvPr/>
          </p:nvSpPr>
          <p:spPr>
            <a:xfrm rot="16200000">
              <a:off x="4679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11">
                  <a:extLst>
                    <a:ext uri="{FF2B5EF4-FFF2-40B4-BE49-F238E27FC236}">
                      <a16:creationId xmlns:a16="http://schemas.microsoft.com/office/drawing/2014/main" id="{F4A7CE3B-905B-4481-B918-943351550BC3}"/>
                    </a:ext>
                  </a:extLst>
                </p:cNvPr>
                <p:cNvSpPr txBox="1"/>
                <p:nvPr/>
              </p:nvSpPr>
              <p:spPr>
                <a:xfrm>
                  <a:off x="4469316" y="3379332"/>
                  <a:ext cx="15572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5" name="TextBox 11">
                  <a:extLst>
                    <a:ext uri="{FF2B5EF4-FFF2-40B4-BE49-F238E27FC236}">
                      <a16:creationId xmlns:a16="http://schemas.microsoft.com/office/drawing/2014/main" id="{F4A7CE3B-905B-4481-B918-943351550B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9316" y="3379332"/>
                  <a:ext cx="155729" cy="297990"/>
                </a:xfrm>
                <a:prstGeom prst="rect">
                  <a:avLst/>
                </a:prstGeom>
                <a:blipFill>
                  <a:blip r:embed="rId3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6" name="Oval 22">
              <a:extLst>
                <a:ext uri="{FF2B5EF4-FFF2-40B4-BE49-F238E27FC236}">
                  <a16:creationId xmlns:a16="http://schemas.microsoft.com/office/drawing/2014/main" id="{13B283A6-76DA-4B47-8A32-D960DF53F1C4}"/>
                </a:ext>
              </a:extLst>
            </p:cNvPr>
            <p:cNvSpPr/>
            <p:nvPr/>
          </p:nvSpPr>
          <p:spPr>
            <a:xfrm>
              <a:off x="4880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12">
                  <a:extLst>
                    <a:ext uri="{FF2B5EF4-FFF2-40B4-BE49-F238E27FC236}">
                      <a16:creationId xmlns:a16="http://schemas.microsoft.com/office/drawing/2014/main" id="{50AD08FB-0B0F-4286-8F64-562010D528DC}"/>
                    </a:ext>
                  </a:extLst>
                </p:cNvPr>
                <p:cNvSpPr txBox="1"/>
                <p:nvPr/>
              </p:nvSpPr>
              <p:spPr>
                <a:xfrm>
                  <a:off x="5045770" y="3463299"/>
                  <a:ext cx="15572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7" name="TextBox 12">
                  <a:extLst>
                    <a:ext uri="{FF2B5EF4-FFF2-40B4-BE49-F238E27FC236}">
                      <a16:creationId xmlns:a16="http://schemas.microsoft.com/office/drawing/2014/main" id="{50AD08FB-0B0F-4286-8F64-562010D52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5770" y="3463299"/>
                  <a:ext cx="155729" cy="297990"/>
                </a:xfrm>
                <a:prstGeom prst="rect">
                  <a:avLst/>
                </a:prstGeom>
                <a:blipFill>
                  <a:blip r:embed="rId4"/>
                  <a:stretch>
                    <a:fillRect r="-68000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13">
                  <a:extLst>
                    <a:ext uri="{FF2B5EF4-FFF2-40B4-BE49-F238E27FC236}">
                      <a16:creationId xmlns:a16="http://schemas.microsoft.com/office/drawing/2014/main" id="{CDB86208-1C74-4026-9BD9-8E64878B51F7}"/>
                    </a:ext>
                  </a:extLst>
                </p:cNvPr>
                <p:cNvSpPr txBox="1"/>
                <p:nvPr/>
              </p:nvSpPr>
              <p:spPr>
                <a:xfrm>
                  <a:off x="4830895" y="2909009"/>
                  <a:ext cx="22617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8" name="TextBox 13">
                  <a:extLst>
                    <a:ext uri="{FF2B5EF4-FFF2-40B4-BE49-F238E27FC236}">
                      <a16:creationId xmlns:a16="http://schemas.microsoft.com/office/drawing/2014/main" id="{CDB86208-1C74-4026-9BD9-8E64878B5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0895" y="2909009"/>
                  <a:ext cx="226179" cy="297990"/>
                </a:xfrm>
                <a:prstGeom prst="rect">
                  <a:avLst/>
                </a:prstGeom>
                <a:blipFill>
                  <a:blip r:embed="rId5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9" name="DVO">
              <a:extLst>
                <a:ext uri="{FF2B5EF4-FFF2-40B4-BE49-F238E27FC236}">
                  <a16:creationId xmlns:a16="http://schemas.microsoft.com/office/drawing/2014/main" id="{BF205060-FE2D-431C-BEF1-58E156C15332}"/>
                </a:ext>
              </a:extLst>
            </p:cNvPr>
            <p:cNvSpPr/>
            <p:nvPr/>
          </p:nvSpPr>
          <p:spPr>
            <a:xfrm flipH="1">
              <a:off x="4634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80" name="Oval 23">
              <a:extLst>
                <a:ext uri="{FF2B5EF4-FFF2-40B4-BE49-F238E27FC236}">
                  <a16:creationId xmlns:a16="http://schemas.microsoft.com/office/drawing/2014/main" id="{226F1150-87F8-4971-9CBF-6FBA2361AD38}"/>
                </a:ext>
              </a:extLst>
            </p:cNvPr>
            <p:cNvSpPr/>
            <p:nvPr/>
          </p:nvSpPr>
          <p:spPr>
            <a:xfrm>
              <a:off x="5517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81" name="Straight Arrow Connector 7">
              <a:extLst>
                <a:ext uri="{FF2B5EF4-FFF2-40B4-BE49-F238E27FC236}">
                  <a16:creationId xmlns:a16="http://schemas.microsoft.com/office/drawing/2014/main" id="{A528206F-7A7D-4CF2-BC47-5CDC0E47D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9691" y="3141920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19">
              <a:extLst>
                <a:ext uri="{FF2B5EF4-FFF2-40B4-BE49-F238E27FC236}">
                  <a16:creationId xmlns:a16="http://schemas.microsoft.com/office/drawing/2014/main" id="{1FD65F16-46DE-475E-B0E5-C4353A30A3F6}"/>
                </a:ext>
              </a:extLst>
            </p:cNvPr>
            <p:cNvCxnSpPr>
              <a:cxnSpLocks/>
            </p:cNvCxnSpPr>
            <p:nvPr/>
          </p:nvCxnSpPr>
          <p:spPr>
            <a:xfrm>
              <a:off x="4952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Arrow Connector 18">
              <a:extLst>
                <a:ext uri="{FF2B5EF4-FFF2-40B4-BE49-F238E27FC236}">
                  <a16:creationId xmlns:a16="http://schemas.microsoft.com/office/drawing/2014/main" id="{B65E84F1-DC44-4A7A-8E2A-1ED334FEFA9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4801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Oval 20">
              <a:extLst>
                <a:ext uri="{FF2B5EF4-FFF2-40B4-BE49-F238E27FC236}">
                  <a16:creationId xmlns:a16="http://schemas.microsoft.com/office/drawing/2014/main" id="{C2E247A6-131A-4848-AA8E-B195D4E2B662}"/>
                </a:ext>
              </a:extLst>
            </p:cNvPr>
            <p:cNvSpPr/>
            <p:nvPr/>
          </p:nvSpPr>
          <p:spPr>
            <a:xfrm>
              <a:off x="4245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85" name="Oval 22">
              <a:extLst>
                <a:ext uri="{FF2B5EF4-FFF2-40B4-BE49-F238E27FC236}">
                  <a16:creationId xmlns:a16="http://schemas.microsoft.com/office/drawing/2014/main" id="{5F03D6E4-4619-4708-A257-677E9DEEE7AB}"/>
                </a:ext>
              </a:extLst>
            </p:cNvPr>
            <p:cNvSpPr/>
            <p:nvPr/>
          </p:nvSpPr>
          <p:spPr>
            <a:xfrm>
              <a:off x="4881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86" name="Partial Circle 9">
              <a:extLst>
                <a:ext uri="{FF2B5EF4-FFF2-40B4-BE49-F238E27FC236}">
                  <a16:creationId xmlns:a16="http://schemas.microsoft.com/office/drawing/2014/main" id="{80A03812-C056-400F-AEC2-EF27B0E5865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894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10">
                  <a:extLst>
                    <a:ext uri="{FF2B5EF4-FFF2-40B4-BE49-F238E27FC236}">
                      <a16:creationId xmlns:a16="http://schemas.microsoft.com/office/drawing/2014/main" id="{86CEFA29-7335-4F44-B29E-06835594894E}"/>
                    </a:ext>
                  </a:extLst>
                </p:cNvPr>
                <p:cNvSpPr txBox="1"/>
                <p:nvPr/>
              </p:nvSpPr>
              <p:spPr>
                <a:xfrm>
                  <a:off x="4574365" y="3480442"/>
                  <a:ext cx="277464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87" name="TextBox 10">
                  <a:extLst>
                    <a:ext uri="{FF2B5EF4-FFF2-40B4-BE49-F238E27FC236}">
                      <a16:creationId xmlns:a16="http://schemas.microsoft.com/office/drawing/2014/main" id="{86CEFA29-7335-4F44-B29E-068355948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365" y="3480442"/>
                  <a:ext cx="277464" cy="29799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8" name="Straight Arrow Connector 17">
              <a:extLst>
                <a:ext uri="{FF2B5EF4-FFF2-40B4-BE49-F238E27FC236}">
                  <a16:creationId xmlns:a16="http://schemas.microsoft.com/office/drawing/2014/main" id="{ACA00968-0FC0-43FC-AD3B-902ACEB6FD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6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89" name="Partial Circle 9">
              <a:extLst>
                <a:ext uri="{FF2B5EF4-FFF2-40B4-BE49-F238E27FC236}">
                  <a16:creationId xmlns:a16="http://schemas.microsoft.com/office/drawing/2014/main" id="{AAEFDEF4-BD4B-409C-BD9A-13276A41A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83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10">
                  <a:extLst>
                    <a:ext uri="{FF2B5EF4-FFF2-40B4-BE49-F238E27FC236}">
                      <a16:creationId xmlns:a16="http://schemas.microsoft.com/office/drawing/2014/main" id="{35320787-B3F6-45B3-947C-4596A189E05F}"/>
                    </a:ext>
                  </a:extLst>
                </p:cNvPr>
                <p:cNvSpPr txBox="1"/>
                <p:nvPr/>
              </p:nvSpPr>
              <p:spPr>
                <a:xfrm>
                  <a:off x="4918580" y="3198414"/>
                  <a:ext cx="261456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90" name="TextBox 10">
                  <a:extLst>
                    <a:ext uri="{FF2B5EF4-FFF2-40B4-BE49-F238E27FC236}">
                      <a16:creationId xmlns:a16="http://schemas.microsoft.com/office/drawing/2014/main" id="{35320787-B3F6-45B3-947C-4596A189E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8580" y="3198414"/>
                  <a:ext cx="261456" cy="297990"/>
                </a:xfrm>
                <a:prstGeom prst="rect">
                  <a:avLst/>
                </a:prstGeom>
                <a:blipFill>
                  <a:blip r:embed="rId7"/>
                  <a:stretch>
                    <a:fillRect l="-2326" r="-16279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1" name="Straight Arrow Connector 17">
              <a:extLst>
                <a:ext uri="{FF2B5EF4-FFF2-40B4-BE49-F238E27FC236}">
                  <a16:creationId xmlns:a16="http://schemas.microsoft.com/office/drawing/2014/main" id="{017B3253-F9E8-4598-86F2-1BEDA4966E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4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92" name="Oval 23">
              <a:extLst>
                <a:ext uri="{FF2B5EF4-FFF2-40B4-BE49-F238E27FC236}">
                  <a16:creationId xmlns:a16="http://schemas.microsoft.com/office/drawing/2014/main" id="{CEF9B341-3B22-4A8A-AFB9-A122768E6FFE}"/>
                </a:ext>
              </a:extLst>
            </p:cNvPr>
            <p:cNvSpPr/>
            <p:nvPr/>
          </p:nvSpPr>
          <p:spPr>
            <a:xfrm>
              <a:off x="5181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3" name="Oval 23">
              <a:extLst>
                <a:ext uri="{FF2B5EF4-FFF2-40B4-BE49-F238E27FC236}">
                  <a16:creationId xmlns:a16="http://schemas.microsoft.com/office/drawing/2014/main" id="{AF1292E9-CE00-476C-99A2-F75CD94AB265}"/>
                </a:ext>
              </a:extLst>
            </p:cNvPr>
            <p:cNvSpPr/>
            <p:nvPr/>
          </p:nvSpPr>
          <p:spPr>
            <a:xfrm>
              <a:off x="4578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5" name="文字方塊 294">
                <a:extLst>
                  <a:ext uri="{FF2B5EF4-FFF2-40B4-BE49-F238E27FC236}">
                    <a16:creationId xmlns:a16="http://schemas.microsoft.com/office/drawing/2014/main" id="{FC271FA9-92E1-407C-AF0B-6E64C730A39F}"/>
                  </a:ext>
                </a:extLst>
              </p:cNvPr>
              <p:cNvSpPr txBox="1"/>
              <p:nvPr/>
            </p:nvSpPr>
            <p:spPr>
              <a:xfrm>
                <a:off x="1285226" y="2472257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95" name="文字方塊 294">
                <a:extLst>
                  <a:ext uri="{FF2B5EF4-FFF2-40B4-BE49-F238E27FC236}">
                    <a16:creationId xmlns:a16="http://schemas.microsoft.com/office/drawing/2014/main" id="{FC271FA9-92E1-407C-AF0B-6E64C730A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226" y="2472257"/>
                <a:ext cx="715550" cy="297991"/>
              </a:xfrm>
              <a:prstGeom prst="rect">
                <a:avLst/>
              </a:prstGeom>
              <a:blipFill>
                <a:blip r:embed="rId8"/>
                <a:stretch>
                  <a:fillRect t="-127083" r="-48718" b="-2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群組 58">
            <a:extLst>
              <a:ext uri="{FF2B5EF4-FFF2-40B4-BE49-F238E27FC236}">
                <a16:creationId xmlns:a16="http://schemas.microsoft.com/office/drawing/2014/main" id="{52A5839A-DF49-48A0-93F2-EE077E233D8B}"/>
              </a:ext>
            </a:extLst>
          </p:cNvPr>
          <p:cNvGrpSpPr/>
          <p:nvPr/>
        </p:nvGrpSpPr>
        <p:grpSpPr>
          <a:xfrm>
            <a:off x="939941" y="2796596"/>
            <a:ext cx="1414118" cy="1470886"/>
            <a:chOff x="939941" y="2796596"/>
            <a:chExt cx="1414118" cy="1470886"/>
          </a:xfrm>
        </p:grpSpPr>
        <p:sp>
          <p:nvSpPr>
            <p:cNvPr id="296" name="Oval 14">
              <a:extLst>
                <a:ext uri="{FF2B5EF4-FFF2-40B4-BE49-F238E27FC236}">
                  <a16:creationId xmlns:a16="http://schemas.microsoft.com/office/drawing/2014/main" id="{AE0820CC-0281-4860-9EB2-65D1A8408959}"/>
                </a:ext>
              </a:extLst>
            </p:cNvPr>
            <p:cNvSpPr/>
            <p:nvPr/>
          </p:nvSpPr>
          <p:spPr>
            <a:xfrm>
              <a:off x="1575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97" name="Oval 4">
              <a:extLst>
                <a:ext uri="{FF2B5EF4-FFF2-40B4-BE49-F238E27FC236}">
                  <a16:creationId xmlns:a16="http://schemas.microsoft.com/office/drawing/2014/main" id="{D88C9E40-30F8-4C78-B4CD-5C13100DDC8F}"/>
                </a:ext>
              </a:extLst>
            </p:cNvPr>
            <p:cNvSpPr/>
            <p:nvPr/>
          </p:nvSpPr>
          <p:spPr>
            <a:xfrm>
              <a:off x="1013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8" name="Oval 15">
              <a:extLst>
                <a:ext uri="{FF2B5EF4-FFF2-40B4-BE49-F238E27FC236}">
                  <a16:creationId xmlns:a16="http://schemas.microsoft.com/office/drawing/2014/main" id="{13D06304-A317-4AA1-89F8-56D03425A77E}"/>
                </a:ext>
              </a:extLst>
            </p:cNvPr>
            <p:cNvSpPr/>
            <p:nvPr/>
          </p:nvSpPr>
          <p:spPr>
            <a:xfrm>
              <a:off x="1575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9" name="SHO">
              <a:extLst>
                <a:ext uri="{FF2B5EF4-FFF2-40B4-BE49-F238E27FC236}">
                  <a16:creationId xmlns:a16="http://schemas.microsoft.com/office/drawing/2014/main" id="{C7C8B9A8-4511-41BF-B2A4-A13C1ED1847D}"/>
                </a:ext>
              </a:extLst>
            </p:cNvPr>
            <p:cNvSpPr/>
            <p:nvPr/>
          </p:nvSpPr>
          <p:spPr>
            <a:xfrm rot="16200000">
              <a:off x="1373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00" name="SVO">
              <a:extLst>
                <a:ext uri="{FF2B5EF4-FFF2-40B4-BE49-F238E27FC236}">
                  <a16:creationId xmlns:a16="http://schemas.microsoft.com/office/drawing/2014/main" id="{6719B3BF-EA9B-4188-9D3B-0ECC40548243}"/>
                </a:ext>
              </a:extLst>
            </p:cNvPr>
            <p:cNvSpPr/>
            <p:nvPr/>
          </p:nvSpPr>
          <p:spPr>
            <a:xfrm>
              <a:off x="1328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01" name="Oval 6">
              <a:extLst>
                <a:ext uri="{FF2B5EF4-FFF2-40B4-BE49-F238E27FC236}">
                  <a16:creationId xmlns:a16="http://schemas.microsoft.com/office/drawing/2014/main" id="{D20F8B93-087D-412B-9AB1-F4FCE5C2238A}"/>
                </a:ext>
              </a:extLst>
            </p:cNvPr>
            <p:cNvSpPr/>
            <p:nvPr/>
          </p:nvSpPr>
          <p:spPr>
            <a:xfrm rot="16200000">
              <a:off x="1373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2" name="TextBox 11">
                  <a:extLst>
                    <a:ext uri="{FF2B5EF4-FFF2-40B4-BE49-F238E27FC236}">
                      <a16:creationId xmlns:a16="http://schemas.microsoft.com/office/drawing/2014/main" id="{C51FD5C0-0C59-422E-AD5B-FCC217FA5CFD}"/>
                    </a:ext>
                  </a:extLst>
                </p:cNvPr>
                <p:cNvSpPr txBox="1"/>
                <p:nvPr/>
              </p:nvSpPr>
              <p:spPr>
                <a:xfrm>
                  <a:off x="1163316" y="3379332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2" name="TextBox 11">
                  <a:extLst>
                    <a:ext uri="{FF2B5EF4-FFF2-40B4-BE49-F238E27FC236}">
                      <a16:creationId xmlns:a16="http://schemas.microsoft.com/office/drawing/2014/main" id="{C51FD5C0-0C59-422E-AD5B-FCC217FA5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316" y="3379332"/>
                  <a:ext cx="155729" cy="297991"/>
                </a:xfrm>
                <a:prstGeom prst="rect">
                  <a:avLst/>
                </a:prstGeom>
                <a:blipFill>
                  <a:blip r:embed="rId9"/>
                  <a:stretch>
                    <a:fillRect r="-56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3" name="Oval 22">
              <a:extLst>
                <a:ext uri="{FF2B5EF4-FFF2-40B4-BE49-F238E27FC236}">
                  <a16:creationId xmlns:a16="http://schemas.microsoft.com/office/drawing/2014/main" id="{094781A2-309E-4986-8E48-3BA5C62A14EF}"/>
                </a:ext>
              </a:extLst>
            </p:cNvPr>
            <p:cNvSpPr/>
            <p:nvPr/>
          </p:nvSpPr>
          <p:spPr>
            <a:xfrm>
              <a:off x="1574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4" name="TextBox 12">
                  <a:extLst>
                    <a:ext uri="{FF2B5EF4-FFF2-40B4-BE49-F238E27FC236}">
                      <a16:creationId xmlns:a16="http://schemas.microsoft.com/office/drawing/2014/main" id="{040A4E34-8CEF-41F9-AEFA-AED58A37738F}"/>
                    </a:ext>
                  </a:extLst>
                </p:cNvPr>
                <p:cNvSpPr txBox="1"/>
                <p:nvPr/>
              </p:nvSpPr>
              <p:spPr>
                <a:xfrm>
                  <a:off x="1739770" y="3463299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4" name="TextBox 12">
                  <a:extLst>
                    <a:ext uri="{FF2B5EF4-FFF2-40B4-BE49-F238E27FC236}">
                      <a16:creationId xmlns:a16="http://schemas.microsoft.com/office/drawing/2014/main" id="{040A4E34-8CEF-41F9-AEFA-AED58A377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9770" y="3463299"/>
                  <a:ext cx="155729" cy="297991"/>
                </a:xfrm>
                <a:prstGeom prst="rect">
                  <a:avLst/>
                </a:prstGeom>
                <a:blipFill>
                  <a:blip r:embed="rId10"/>
                  <a:stretch>
                    <a:fillRect r="-65385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13">
                  <a:extLst>
                    <a:ext uri="{FF2B5EF4-FFF2-40B4-BE49-F238E27FC236}">
                      <a16:creationId xmlns:a16="http://schemas.microsoft.com/office/drawing/2014/main" id="{A2F0201D-5959-4FB3-9FB0-8AAEC8AE7F86}"/>
                    </a:ext>
                  </a:extLst>
                </p:cNvPr>
                <p:cNvSpPr txBox="1"/>
                <p:nvPr/>
              </p:nvSpPr>
              <p:spPr>
                <a:xfrm>
                  <a:off x="1524895" y="2909009"/>
                  <a:ext cx="22617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5" name="TextBox 13">
                  <a:extLst>
                    <a:ext uri="{FF2B5EF4-FFF2-40B4-BE49-F238E27FC236}">
                      <a16:creationId xmlns:a16="http://schemas.microsoft.com/office/drawing/2014/main" id="{A2F0201D-5959-4FB3-9FB0-8AAEC8AE7F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4895" y="2909009"/>
                  <a:ext cx="226179" cy="297991"/>
                </a:xfrm>
                <a:prstGeom prst="rect">
                  <a:avLst/>
                </a:prstGeom>
                <a:blipFill>
                  <a:blip r:embed="rId11"/>
                  <a:stretch>
                    <a:fillRect r="-81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6" name="DVO">
              <a:extLst>
                <a:ext uri="{FF2B5EF4-FFF2-40B4-BE49-F238E27FC236}">
                  <a16:creationId xmlns:a16="http://schemas.microsoft.com/office/drawing/2014/main" id="{71F37504-EB3F-4CB0-9238-AD01404954CF}"/>
                </a:ext>
              </a:extLst>
            </p:cNvPr>
            <p:cNvSpPr/>
            <p:nvPr/>
          </p:nvSpPr>
          <p:spPr>
            <a:xfrm flipH="1">
              <a:off x="1328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07" name="Oval 23">
              <a:extLst>
                <a:ext uri="{FF2B5EF4-FFF2-40B4-BE49-F238E27FC236}">
                  <a16:creationId xmlns:a16="http://schemas.microsoft.com/office/drawing/2014/main" id="{B24019C4-8CA7-429E-BB22-2456FA8791C1}"/>
                </a:ext>
              </a:extLst>
            </p:cNvPr>
            <p:cNvSpPr/>
            <p:nvPr/>
          </p:nvSpPr>
          <p:spPr>
            <a:xfrm>
              <a:off x="2211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08" name="Straight Arrow Connector 7">
              <a:extLst>
                <a:ext uri="{FF2B5EF4-FFF2-40B4-BE49-F238E27FC236}">
                  <a16:creationId xmlns:a16="http://schemas.microsoft.com/office/drawing/2014/main" id="{53D7FB63-22BE-4C3A-BA65-9F0E79C0FA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3691" y="3141919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Arrow Connector 19">
              <a:extLst>
                <a:ext uri="{FF2B5EF4-FFF2-40B4-BE49-F238E27FC236}">
                  <a16:creationId xmlns:a16="http://schemas.microsoft.com/office/drawing/2014/main" id="{B4B1F377-BB42-40C5-BCF1-FF1213920A90}"/>
                </a:ext>
              </a:extLst>
            </p:cNvPr>
            <p:cNvCxnSpPr>
              <a:cxnSpLocks/>
            </p:cNvCxnSpPr>
            <p:nvPr/>
          </p:nvCxnSpPr>
          <p:spPr>
            <a:xfrm>
              <a:off x="1646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Arrow Connector 18">
              <a:extLst>
                <a:ext uri="{FF2B5EF4-FFF2-40B4-BE49-F238E27FC236}">
                  <a16:creationId xmlns:a16="http://schemas.microsoft.com/office/drawing/2014/main" id="{FD6F116E-99E5-40EE-8599-F058837A701F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495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Oval 20">
              <a:extLst>
                <a:ext uri="{FF2B5EF4-FFF2-40B4-BE49-F238E27FC236}">
                  <a16:creationId xmlns:a16="http://schemas.microsoft.com/office/drawing/2014/main" id="{14AC49B1-6CE8-4D01-BA40-F54F0D51909C}"/>
                </a:ext>
              </a:extLst>
            </p:cNvPr>
            <p:cNvSpPr/>
            <p:nvPr/>
          </p:nvSpPr>
          <p:spPr>
            <a:xfrm>
              <a:off x="939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12" name="Oval 22">
              <a:extLst>
                <a:ext uri="{FF2B5EF4-FFF2-40B4-BE49-F238E27FC236}">
                  <a16:creationId xmlns:a16="http://schemas.microsoft.com/office/drawing/2014/main" id="{2FF87E68-FF04-4C06-8551-23DF2193CADF}"/>
                </a:ext>
              </a:extLst>
            </p:cNvPr>
            <p:cNvSpPr/>
            <p:nvPr/>
          </p:nvSpPr>
          <p:spPr>
            <a:xfrm>
              <a:off x="1575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13" name="Partial Circle 9">
              <a:extLst>
                <a:ext uri="{FF2B5EF4-FFF2-40B4-BE49-F238E27FC236}">
                  <a16:creationId xmlns:a16="http://schemas.microsoft.com/office/drawing/2014/main" id="{7DC56E84-5CC3-4E01-9214-B2181106089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588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10">
                  <a:extLst>
                    <a:ext uri="{FF2B5EF4-FFF2-40B4-BE49-F238E27FC236}">
                      <a16:creationId xmlns:a16="http://schemas.microsoft.com/office/drawing/2014/main" id="{13FF7775-066D-4327-9033-B8A2AEBDB02D}"/>
                    </a:ext>
                  </a:extLst>
                </p:cNvPr>
                <p:cNvSpPr txBox="1"/>
                <p:nvPr/>
              </p:nvSpPr>
              <p:spPr>
                <a:xfrm>
                  <a:off x="1268365" y="3480442"/>
                  <a:ext cx="277464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14" name="TextBox 10">
                  <a:extLst>
                    <a:ext uri="{FF2B5EF4-FFF2-40B4-BE49-F238E27FC236}">
                      <a16:creationId xmlns:a16="http://schemas.microsoft.com/office/drawing/2014/main" id="{13FF7775-066D-4327-9033-B8A2AEBDB0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8365" y="3480442"/>
                  <a:ext cx="277464" cy="2979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Arrow Connector 17">
              <a:extLst>
                <a:ext uri="{FF2B5EF4-FFF2-40B4-BE49-F238E27FC236}">
                  <a16:creationId xmlns:a16="http://schemas.microsoft.com/office/drawing/2014/main" id="{BE9CF1AB-0316-45E0-9AB0-1006CF3361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0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6" name="Partial Circle 9">
              <a:extLst>
                <a:ext uri="{FF2B5EF4-FFF2-40B4-BE49-F238E27FC236}">
                  <a16:creationId xmlns:a16="http://schemas.microsoft.com/office/drawing/2014/main" id="{B2F9308C-7459-46AB-9643-3641C9FE27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7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7" name="TextBox 10">
                  <a:extLst>
                    <a:ext uri="{FF2B5EF4-FFF2-40B4-BE49-F238E27FC236}">
                      <a16:creationId xmlns:a16="http://schemas.microsoft.com/office/drawing/2014/main" id="{19308FF9-5440-4975-8903-6A8FFC0A7C3D}"/>
                    </a:ext>
                  </a:extLst>
                </p:cNvPr>
                <p:cNvSpPr txBox="1"/>
                <p:nvPr/>
              </p:nvSpPr>
              <p:spPr>
                <a:xfrm>
                  <a:off x="1612580" y="3198414"/>
                  <a:ext cx="261456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17" name="TextBox 10">
                  <a:extLst>
                    <a:ext uri="{FF2B5EF4-FFF2-40B4-BE49-F238E27FC236}">
                      <a16:creationId xmlns:a16="http://schemas.microsoft.com/office/drawing/2014/main" id="{19308FF9-5440-4975-8903-6A8FFC0A7C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2580" y="3198414"/>
                  <a:ext cx="261456" cy="297991"/>
                </a:xfrm>
                <a:prstGeom prst="rect">
                  <a:avLst/>
                </a:prstGeom>
                <a:blipFill>
                  <a:blip r:embed="rId13"/>
                  <a:stretch>
                    <a:fillRect l="-2381" r="-19048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8" name="Straight Arrow Connector 17">
              <a:extLst>
                <a:ext uri="{FF2B5EF4-FFF2-40B4-BE49-F238E27FC236}">
                  <a16:creationId xmlns:a16="http://schemas.microsoft.com/office/drawing/2014/main" id="{0DE3B514-B70B-4DCF-90A1-5615D8E3D0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8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9" name="Oval 23">
              <a:extLst>
                <a:ext uri="{FF2B5EF4-FFF2-40B4-BE49-F238E27FC236}">
                  <a16:creationId xmlns:a16="http://schemas.microsoft.com/office/drawing/2014/main" id="{0BDE5DF2-EA30-4815-88D6-E983D1C64A3D}"/>
                </a:ext>
              </a:extLst>
            </p:cNvPr>
            <p:cNvSpPr/>
            <p:nvPr/>
          </p:nvSpPr>
          <p:spPr>
            <a:xfrm>
              <a:off x="1875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0" name="Oval 23">
              <a:extLst>
                <a:ext uri="{FF2B5EF4-FFF2-40B4-BE49-F238E27FC236}">
                  <a16:creationId xmlns:a16="http://schemas.microsoft.com/office/drawing/2014/main" id="{D8B39C0B-A04F-4FB3-AF1D-5A73BEEB901C}"/>
                </a:ext>
              </a:extLst>
            </p:cNvPr>
            <p:cNvSpPr/>
            <p:nvPr/>
          </p:nvSpPr>
          <p:spPr>
            <a:xfrm>
              <a:off x="1272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文字方塊 321">
                <a:extLst>
                  <a:ext uri="{FF2B5EF4-FFF2-40B4-BE49-F238E27FC236}">
                    <a16:creationId xmlns:a16="http://schemas.microsoft.com/office/drawing/2014/main" id="{02D058C9-B39B-4BF1-97D5-E3BE56582142}"/>
                  </a:ext>
                </a:extLst>
              </p:cNvPr>
              <p:cNvSpPr txBox="1"/>
              <p:nvPr/>
            </p:nvSpPr>
            <p:spPr>
              <a:xfrm>
                <a:off x="7897226" y="2557982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22" name="文字方塊 321">
                <a:extLst>
                  <a:ext uri="{FF2B5EF4-FFF2-40B4-BE49-F238E27FC236}">
                    <a16:creationId xmlns:a16="http://schemas.microsoft.com/office/drawing/2014/main" id="{02D058C9-B39B-4BF1-97D5-E3BE56582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226" y="2557982"/>
                <a:ext cx="715550" cy="297991"/>
              </a:xfrm>
              <a:prstGeom prst="rect">
                <a:avLst/>
              </a:prstGeom>
              <a:blipFill>
                <a:blip r:embed="rId14"/>
                <a:stretch>
                  <a:fillRect t="-127083" r="-48305" b="-2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群組 43">
            <a:extLst>
              <a:ext uri="{FF2B5EF4-FFF2-40B4-BE49-F238E27FC236}">
                <a16:creationId xmlns:a16="http://schemas.microsoft.com/office/drawing/2014/main" id="{02E1A5DF-4609-4B38-AAE3-91E501D6DDA3}"/>
              </a:ext>
            </a:extLst>
          </p:cNvPr>
          <p:cNvGrpSpPr/>
          <p:nvPr/>
        </p:nvGrpSpPr>
        <p:grpSpPr>
          <a:xfrm>
            <a:off x="7551941" y="2796596"/>
            <a:ext cx="1414118" cy="1470886"/>
            <a:chOff x="7551941" y="2796596"/>
            <a:chExt cx="1414118" cy="1470886"/>
          </a:xfrm>
        </p:grpSpPr>
        <p:sp>
          <p:nvSpPr>
            <p:cNvPr id="323" name="Oval 14">
              <a:extLst>
                <a:ext uri="{FF2B5EF4-FFF2-40B4-BE49-F238E27FC236}">
                  <a16:creationId xmlns:a16="http://schemas.microsoft.com/office/drawing/2014/main" id="{FD1151DC-A598-46CB-A155-AB7F7FE1DA18}"/>
                </a:ext>
              </a:extLst>
            </p:cNvPr>
            <p:cNvSpPr/>
            <p:nvPr/>
          </p:nvSpPr>
          <p:spPr>
            <a:xfrm>
              <a:off x="8187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24" name="Oval 4">
              <a:extLst>
                <a:ext uri="{FF2B5EF4-FFF2-40B4-BE49-F238E27FC236}">
                  <a16:creationId xmlns:a16="http://schemas.microsoft.com/office/drawing/2014/main" id="{197204DD-8427-49B6-8BE2-0BB477D893DE}"/>
                </a:ext>
              </a:extLst>
            </p:cNvPr>
            <p:cNvSpPr/>
            <p:nvPr/>
          </p:nvSpPr>
          <p:spPr>
            <a:xfrm>
              <a:off x="7625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5" name="Oval 15">
              <a:extLst>
                <a:ext uri="{FF2B5EF4-FFF2-40B4-BE49-F238E27FC236}">
                  <a16:creationId xmlns:a16="http://schemas.microsoft.com/office/drawing/2014/main" id="{72914C10-DFFE-42E7-BBBD-9678F14B1224}"/>
                </a:ext>
              </a:extLst>
            </p:cNvPr>
            <p:cNvSpPr/>
            <p:nvPr/>
          </p:nvSpPr>
          <p:spPr>
            <a:xfrm>
              <a:off x="8187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6" name="SHO">
              <a:extLst>
                <a:ext uri="{FF2B5EF4-FFF2-40B4-BE49-F238E27FC236}">
                  <a16:creationId xmlns:a16="http://schemas.microsoft.com/office/drawing/2014/main" id="{A0A9D979-463B-4EFA-B3DB-B73A910BC41A}"/>
                </a:ext>
              </a:extLst>
            </p:cNvPr>
            <p:cNvSpPr/>
            <p:nvPr/>
          </p:nvSpPr>
          <p:spPr>
            <a:xfrm rot="16200000">
              <a:off x="7985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7" name="SVO">
              <a:extLst>
                <a:ext uri="{FF2B5EF4-FFF2-40B4-BE49-F238E27FC236}">
                  <a16:creationId xmlns:a16="http://schemas.microsoft.com/office/drawing/2014/main" id="{F3A84157-3557-4DE0-8428-2BEF685D748E}"/>
                </a:ext>
              </a:extLst>
            </p:cNvPr>
            <p:cNvSpPr/>
            <p:nvPr/>
          </p:nvSpPr>
          <p:spPr>
            <a:xfrm>
              <a:off x="7940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8" name="Oval 6">
              <a:extLst>
                <a:ext uri="{FF2B5EF4-FFF2-40B4-BE49-F238E27FC236}">
                  <a16:creationId xmlns:a16="http://schemas.microsoft.com/office/drawing/2014/main" id="{CDFB757A-8C2C-44BB-BF1C-07D37C168D6B}"/>
                </a:ext>
              </a:extLst>
            </p:cNvPr>
            <p:cNvSpPr/>
            <p:nvPr/>
          </p:nvSpPr>
          <p:spPr>
            <a:xfrm rot="16200000">
              <a:off x="7985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11">
                  <a:extLst>
                    <a:ext uri="{FF2B5EF4-FFF2-40B4-BE49-F238E27FC236}">
                      <a16:creationId xmlns:a16="http://schemas.microsoft.com/office/drawing/2014/main" id="{E4A17B35-B66A-4DE5-93E6-0F05532DD557}"/>
                    </a:ext>
                  </a:extLst>
                </p:cNvPr>
                <p:cNvSpPr txBox="1"/>
                <p:nvPr/>
              </p:nvSpPr>
              <p:spPr>
                <a:xfrm>
                  <a:off x="7775316" y="3379332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29" name="TextBox 11">
                  <a:extLst>
                    <a:ext uri="{FF2B5EF4-FFF2-40B4-BE49-F238E27FC236}">
                      <a16:creationId xmlns:a16="http://schemas.microsoft.com/office/drawing/2014/main" id="{E4A17B35-B66A-4DE5-93E6-0F05532DD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5316" y="3379332"/>
                  <a:ext cx="155729" cy="297991"/>
                </a:xfrm>
                <a:prstGeom prst="rect">
                  <a:avLst/>
                </a:prstGeom>
                <a:blipFill>
                  <a:blip r:embed="rId15"/>
                  <a:stretch>
                    <a:fillRect r="-5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0" name="Oval 22">
              <a:extLst>
                <a:ext uri="{FF2B5EF4-FFF2-40B4-BE49-F238E27FC236}">
                  <a16:creationId xmlns:a16="http://schemas.microsoft.com/office/drawing/2014/main" id="{DF0C22D2-4FE7-4FD7-A533-9322A40F6F1F}"/>
                </a:ext>
              </a:extLst>
            </p:cNvPr>
            <p:cNvSpPr/>
            <p:nvPr/>
          </p:nvSpPr>
          <p:spPr>
            <a:xfrm>
              <a:off x="8186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12">
                  <a:extLst>
                    <a:ext uri="{FF2B5EF4-FFF2-40B4-BE49-F238E27FC236}">
                      <a16:creationId xmlns:a16="http://schemas.microsoft.com/office/drawing/2014/main" id="{2811FE26-D445-41C0-86D7-9CA9C80C3E2E}"/>
                    </a:ext>
                  </a:extLst>
                </p:cNvPr>
                <p:cNvSpPr txBox="1"/>
                <p:nvPr/>
              </p:nvSpPr>
              <p:spPr>
                <a:xfrm>
                  <a:off x="8351770" y="3463299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1" name="TextBox 12">
                  <a:extLst>
                    <a:ext uri="{FF2B5EF4-FFF2-40B4-BE49-F238E27FC236}">
                      <a16:creationId xmlns:a16="http://schemas.microsoft.com/office/drawing/2014/main" id="{2811FE26-D445-41C0-86D7-9CA9C80C3E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1770" y="3463299"/>
                  <a:ext cx="155729" cy="297991"/>
                </a:xfrm>
                <a:prstGeom prst="rect">
                  <a:avLst/>
                </a:prstGeom>
                <a:blipFill>
                  <a:blip r:embed="rId16"/>
                  <a:stretch>
                    <a:fillRect r="-65385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13">
                  <a:extLst>
                    <a:ext uri="{FF2B5EF4-FFF2-40B4-BE49-F238E27FC236}">
                      <a16:creationId xmlns:a16="http://schemas.microsoft.com/office/drawing/2014/main" id="{47D654D0-7E7F-45E0-9D94-45AD1ACAE7E9}"/>
                    </a:ext>
                  </a:extLst>
                </p:cNvPr>
                <p:cNvSpPr txBox="1"/>
                <p:nvPr/>
              </p:nvSpPr>
              <p:spPr>
                <a:xfrm>
                  <a:off x="8136895" y="2909009"/>
                  <a:ext cx="22617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2" name="TextBox 13">
                  <a:extLst>
                    <a:ext uri="{FF2B5EF4-FFF2-40B4-BE49-F238E27FC236}">
                      <a16:creationId xmlns:a16="http://schemas.microsoft.com/office/drawing/2014/main" id="{47D654D0-7E7F-45E0-9D94-45AD1ACAE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6895" y="2909009"/>
                  <a:ext cx="226179" cy="297991"/>
                </a:xfrm>
                <a:prstGeom prst="rect">
                  <a:avLst/>
                </a:prstGeom>
                <a:blipFill>
                  <a:blip r:embed="rId17"/>
                  <a:stretch>
                    <a:fillRect r="-540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3" name="DVO">
              <a:extLst>
                <a:ext uri="{FF2B5EF4-FFF2-40B4-BE49-F238E27FC236}">
                  <a16:creationId xmlns:a16="http://schemas.microsoft.com/office/drawing/2014/main" id="{E6EB32A8-0750-4E95-88DD-6136D34E7E6C}"/>
                </a:ext>
              </a:extLst>
            </p:cNvPr>
            <p:cNvSpPr/>
            <p:nvPr/>
          </p:nvSpPr>
          <p:spPr>
            <a:xfrm flipH="1">
              <a:off x="7940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34" name="Oval 23">
              <a:extLst>
                <a:ext uri="{FF2B5EF4-FFF2-40B4-BE49-F238E27FC236}">
                  <a16:creationId xmlns:a16="http://schemas.microsoft.com/office/drawing/2014/main" id="{38D1C46E-F2C8-440F-8023-AD90FCFD8120}"/>
                </a:ext>
              </a:extLst>
            </p:cNvPr>
            <p:cNvSpPr/>
            <p:nvPr/>
          </p:nvSpPr>
          <p:spPr>
            <a:xfrm>
              <a:off x="8823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35" name="Straight Arrow Connector 7">
              <a:extLst>
                <a:ext uri="{FF2B5EF4-FFF2-40B4-BE49-F238E27FC236}">
                  <a16:creationId xmlns:a16="http://schemas.microsoft.com/office/drawing/2014/main" id="{AE438CD4-B8DF-4CA5-AF0C-5ACE8C5E1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5691" y="3141919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Arrow Connector 19">
              <a:extLst>
                <a:ext uri="{FF2B5EF4-FFF2-40B4-BE49-F238E27FC236}">
                  <a16:creationId xmlns:a16="http://schemas.microsoft.com/office/drawing/2014/main" id="{2FD5487D-EAF3-4AC1-9DC0-577EA17778E0}"/>
                </a:ext>
              </a:extLst>
            </p:cNvPr>
            <p:cNvCxnSpPr>
              <a:cxnSpLocks/>
            </p:cNvCxnSpPr>
            <p:nvPr/>
          </p:nvCxnSpPr>
          <p:spPr>
            <a:xfrm>
              <a:off x="8258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Arrow Connector 18">
              <a:extLst>
                <a:ext uri="{FF2B5EF4-FFF2-40B4-BE49-F238E27FC236}">
                  <a16:creationId xmlns:a16="http://schemas.microsoft.com/office/drawing/2014/main" id="{5D8FDB85-B1E5-4C0E-AF96-566A13EDB53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8107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Oval 20">
              <a:extLst>
                <a:ext uri="{FF2B5EF4-FFF2-40B4-BE49-F238E27FC236}">
                  <a16:creationId xmlns:a16="http://schemas.microsoft.com/office/drawing/2014/main" id="{A2D251A8-026E-4F6F-8B1D-39AE1A84B7D6}"/>
                </a:ext>
              </a:extLst>
            </p:cNvPr>
            <p:cNvSpPr/>
            <p:nvPr/>
          </p:nvSpPr>
          <p:spPr>
            <a:xfrm>
              <a:off x="7551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39" name="Oval 22">
              <a:extLst>
                <a:ext uri="{FF2B5EF4-FFF2-40B4-BE49-F238E27FC236}">
                  <a16:creationId xmlns:a16="http://schemas.microsoft.com/office/drawing/2014/main" id="{89327D7C-6AA1-42BE-934E-1B590D5076E1}"/>
                </a:ext>
              </a:extLst>
            </p:cNvPr>
            <p:cNvSpPr/>
            <p:nvPr/>
          </p:nvSpPr>
          <p:spPr>
            <a:xfrm>
              <a:off x="8187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40" name="Partial Circle 9">
              <a:extLst>
                <a:ext uri="{FF2B5EF4-FFF2-40B4-BE49-F238E27FC236}">
                  <a16:creationId xmlns:a16="http://schemas.microsoft.com/office/drawing/2014/main" id="{4057FBE0-C2C1-4E50-A190-E974FC6ACA0C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200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TextBox 10">
                  <a:extLst>
                    <a:ext uri="{FF2B5EF4-FFF2-40B4-BE49-F238E27FC236}">
                      <a16:creationId xmlns:a16="http://schemas.microsoft.com/office/drawing/2014/main" id="{AB7843E9-4A83-41BA-B13A-9E81BEA65A5C}"/>
                    </a:ext>
                  </a:extLst>
                </p:cNvPr>
                <p:cNvSpPr txBox="1"/>
                <p:nvPr/>
              </p:nvSpPr>
              <p:spPr>
                <a:xfrm>
                  <a:off x="7880365" y="3480442"/>
                  <a:ext cx="277464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1" name="TextBox 10">
                  <a:extLst>
                    <a:ext uri="{FF2B5EF4-FFF2-40B4-BE49-F238E27FC236}">
                      <a16:creationId xmlns:a16="http://schemas.microsoft.com/office/drawing/2014/main" id="{AB7843E9-4A83-41BA-B13A-9E81BEA65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365" y="3480442"/>
                  <a:ext cx="277464" cy="297991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Straight Arrow Connector 17">
              <a:extLst>
                <a:ext uri="{FF2B5EF4-FFF2-40B4-BE49-F238E27FC236}">
                  <a16:creationId xmlns:a16="http://schemas.microsoft.com/office/drawing/2014/main" id="{354698CB-AC22-4394-8AD7-AEF3151CDF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62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43" name="Partial Circle 9">
              <a:extLst>
                <a:ext uri="{FF2B5EF4-FFF2-40B4-BE49-F238E27FC236}">
                  <a16:creationId xmlns:a16="http://schemas.microsoft.com/office/drawing/2014/main" id="{5D68462F-DECC-4F55-91FC-3B8481A6D0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89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4" name="TextBox 10">
                  <a:extLst>
                    <a:ext uri="{FF2B5EF4-FFF2-40B4-BE49-F238E27FC236}">
                      <a16:creationId xmlns:a16="http://schemas.microsoft.com/office/drawing/2014/main" id="{F1102D78-3F05-41F8-9A1C-41E758D49EDC}"/>
                    </a:ext>
                  </a:extLst>
                </p:cNvPr>
                <p:cNvSpPr txBox="1"/>
                <p:nvPr/>
              </p:nvSpPr>
              <p:spPr>
                <a:xfrm>
                  <a:off x="8224580" y="3198414"/>
                  <a:ext cx="261456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4" name="TextBox 10">
                  <a:extLst>
                    <a:ext uri="{FF2B5EF4-FFF2-40B4-BE49-F238E27FC236}">
                      <a16:creationId xmlns:a16="http://schemas.microsoft.com/office/drawing/2014/main" id="{F1102D78-3F05-41F8-9A1C-41E758D49E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4580" y="3198414"/>
                  <a:ext cx="261456" cy="297991"/>
                </a:xfrm>
                <a:prstGeom prst="rect">
                  <a:avLst/>
                </a:prstGeom>
                <a:blipFill>
                  <a:blip r:embed="rId19"/>
                  <a:stretch>
                    <a:fillRect r="-18605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5" name="Straight Arrow Connector 17">
              <a:extLst>
                <a:ext uri="{FF2B5EF4-FFF2-40B4-BE49-F238E27FC236}">
                  <a16:creationId xmlns:a16="http://schemas.microsoft.com/office/drawing/2014/main" id="{95022639-17AD-494A-9A67-BADF02E00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0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46" name="Oval 23">
              <a:extLst>
                <a:ext uri="{FF2B5EF4-FFF2-40B4-BE49-F238E27FC236}">
                  <a16:creationId xmlns:a16="http://schemas.microsoft.com/office/drawing/2014/main" id="{26CAD7DC-489A-49B1-823F-9C504775D5BD}"/>
                </a:ext>
              </a:extLst>
            </p:cNvPr>
            <p:cNvSpPr/>
            <p:nvPr/>
          </p:nvSpPr>
          <p:spPr>
            <a:xfrm>
              <a:off x="8487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47" name="Oval 23">
              <a:extLst>
                <a:ext uri="{FF2B5EF4-FFF2-40B4-BE49-F238E27FC236}">
                  <a16:creationId xmlns:a16="http://schemas.microsoft.com/office/drawing/2014/main" id="{415B58BF-06C0-449D-A1E1-9C73FAF33E90}"/>
                </a:ext>
              </a:extLst>
            </p:cNvPr>
            <p:cNvSpPr/>
            <p:nvPr/>
          </p:nvSpPr>
          <p:spPr>
            <a:xfrm>
              <a:off x="7884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文字方塊 347">
                <a:extLst>
                  <a:ext uri="{FF2B5EF4-FFF2-40B4-BE49-F238E27FC236}">
                    <a16:creationId xmlns:a16="http://schemas.microsoft.com/office/drawing/2014/main" id="{2D8B50E0-574C-44F0-8A36-255E746D5FE8}"/>
                  </a:ext>
                </a:extLst>
              </p:cNvPr>
              <p:cNvSpPr txBox="1"/>
              <p:nvPr/>
            </p:nvSpPr>
            <p:spPr>
              <a:xfrm>
                <a:off x="4572678" y="423753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48" name="文字方塊 347">
                <a:extLst>
                  <a:ext uri="{FF2B5EF4-FFF2-40B4-BE49-F238E27FC236}">
                    <a16:creationId xmlns:a16="http://schemas.microsoft.com/office/drawing/2014/main" id="{2D8B50E0-574C-44F0-8A36-255E746D5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678" y="4237537"/>
                <a:ext cx="812954" cy="338554"/>
              </a:xfrm>
              <a:prstGeom prst="rect">
                <a:avLst/>
              </a:prstGeom>
              <a:blipFill>
                <a:blip r:embed="rId20"/>
                <a:stretch>
                  <a:fillRect t="-108929" r="-47368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306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663588" y="3542479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9021294" y="1959499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902918" y="4717399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817962" y="996749"/>
            <a:ext cx="720000" cy="70733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035E06C7-27C6-4B8A-AAA7-BE29FD9BC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3" y="3542479"/>
            <a:ext cx="720000" cy="72000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2A134FD6-1DC8-49FE-BC9B-B931F0C9D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496" y="970543"/>
            <a:ext cx="720000" cy="725517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9E230871-4B3D-4E31-BD93-9971AC524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16" y="4645199"/>
            <a:ext cx="720000" cy="722770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E9A61BDF-CA5E-4C00-89EE-0261B448C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7096" y="3542479"/>
            <a:ext cx="720000" cy="722759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1E02FFB1-7AF4-4102-9C32-26FA9CA57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093" y="1954120"/>
            <a:ext cx="720000" cy="717252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D870EE29-31C0-47B0-99C8-0AA9BE531A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569" y="1954126"/>
            <a:ext cx="720000" cy="717241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E4675BC1-6295-44B4-AE32-BF49041B89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7333" y="996749"/>
            <a:ext cx="720000" cy="722770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2FFA7FDB-0155-4CD8-8CDB-B2D9F7F48B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2968" y="4710529"/>
            <a:ext cx="720000" cy="7200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CF5FA9D9-3911-475F-BFC8-C9FAA75EE76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5722" y="3542479"/>
            <a:ext cx="720000" cy="720000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F654AC39-2F4E-43A7-A6FD-D3538062E3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47562" y="3542479"/>
            <a:ext cx="720000" cy="725538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8DAA81FC-0C46-4C5D-A032-DA9788302F3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00348" y="1951121"/>
            <a:ext cx="720000" cy="722781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21AD8354-04FD-4DF7-92FD-C20178D6309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9258" y="1952629"/>
            <a:ext cx="720000" cy="720000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8100260" y="1862164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7926844" y="1465811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844" y="1465811"/>
                <a:ext cx="290616" cy="424283"/>
              </a:xfrm>
              <a:prstGeom prst="rect">
                <a:avLst/>
              </a:prstGeom>
              <a:blipFill>
                <a:blip r:embed="rId15"/>
                <a:stretch>
                  <a:fillRect r="-41667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8107277" y="1698614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277" y="1698614"/>
                <a:ext cx="257490" cy="400110"/>
              </a:xfrm>
              <a:prstGeom prst="rect">
                <a:avLst/>
              </a:prstGeom>
              <a:blipFill>
                <a:blip r:embed="rId16"/>
                <a:stretch>
                  <a:fillRect r="-50000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blipFill>
                <a:blip r:embed="rId17"/>
                <a:stretch>
                  <a:fillRect r="-40000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7796782" y="1223742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782" y="1223742"/>
                <a:ext cx="1673596" cy="307777"/>
              </a:xfrm>
              <a:prstGeom prst="rect">
                <a:avLst/>
              </a:prstGeom>
              <a:blipFill>
                <a:blip r:embed="rId1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469129" y="360397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9129" y="3603978"/>
                <a:ext cx="1150186" cy="307777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8758207" y="225660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8207" y="2256605"/>
                <a:ext cx="1150186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7722670" y="470583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2670" y="4705838"/>
                <a:ext cx="1150186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80724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8482777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777" y="2257752"/>
                <a:ext cx="317078" cy="307777"/>
              </a:xfrm>
              <a:prstGeom prst="rect">
                <a:avLst/>
              </a:prstGeom>
              <a:blipFill>
                <a:blip r:embed="rId2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3949700" y="329247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320030" y="37861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595938" y="3448051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3934738" y="358868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" name="圖片 21">
            <a:extLst>
              <a:ext uri="{FF2B5EF4-FFF2-40B4-BE49-F238E27FC236}">
                <a16:creationId xmlns:a16="http://schemas.microsoft.com/office/drawing/2014/main" id="{8CF55AA8-D300-4DBB-B84A-B1D0EF8829A7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711" r="1957"/>
          <a:stretch/>
        </p:blipFill>
        <p:spPr>
          <a:xfrm>
            <a:off x="3802379" y="437229"/>
            <a:ext cx="2110741" cy="606711"/>
          </a:xfrm>
          <a:prstGeom prst="rect">
            <a:avLst/>
          </a:prstGeom>
        </p:spPr>
      </p:pic>
      <p:pic>
        <p:nvPicPr>
          <p:cNvPr id="261" name="圖片 260">
            <a:extLst>
              <a:ext uri="{FF2B5EF4-FFF2-40B4-BE49-F238E27FC236}">
                <a16:creationId xmlns:a16="http://schemas.microsoft.com/office/drawing/2014/main" id="{F08D374B-4CF5-400F-ACE8-3625B0FB40AF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186" r="35481"/>
          <a:stretch/>
        </p:blipFill>
        <p:spPr>
          <a:xfrm>
            <a:off x="533399" y="436147"/>
            <a:ext cx="2110741" cy="606711"/>
          </a:xfrm>
          <a:prstGeom prst="rect">
            <a:avLst/>
          </a:prstGeom>
        </p:spPr>
      </p:pic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7048501" y="264439"/>
            <a:ext cx="2505008" cy="631014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939044" y="3542479"/>
            <a:ext cx="720000" cy="71724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B9D7645E-3BE5-495F-98A9-E7DD7F6C38B2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18848" y="2924919"/>
            <a:ext cx="868304" cy="901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63588" y="195262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6596129" y="2245302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129" y="2245302"/>
                <a:ext cx="1150186" cy="307777"/>
              </a:xfrm>
              <a:prstGeom prst="rect">
                <a:avLst/>
              </a:prstGeom>
              <a:blipFill>
                <a:blip r:embed="rId2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8724870" y="3618680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870" y="3618680"/>
                <a:ext cx="1150186" cy="307777"/>
              </a:xfrm>
              <a:prstGeom prst="rect">
                <a:avLst/>
              </a:prstGeom>
              <a:blipFill>
                <a:blip r:embed="rId2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圖片 17">
            <a:extLst>
              <a:ext uri="{FF2B5EF4-FFF2-40B4-BE49-F238E27FC236}">
                <a16:creationId xmlns:a16="http://schemas.microsoft.com/office/drawing/2014/main" id="{1D7C0C96-40AC-4F70-900C-840DA7649320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862" y="4286584"/>
            <a:ext cx="720000" cy="720000"/>
          </a:xfrm>
          <a:prstGeom prst="rect">
            <a:avLst/>
          </a:prstGeom>
        </p:spPr>
      </p:pic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68525387-2430-46A7-B8A2-95573C4A0BC7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978" b="1"/>
          <a:stretch/>
        </p:blipFill>
        <p:spPr>
          <a:xfrm>
            <a:off x="1808712" y="933450"/>
            <a:ext cx="309319" cy="878616"/>
          </a:xfrm>
          <a:prstGeom prst="rect">
            <a:avLst/>
          </a:prstGeom>
        </p:spPr>
      </p:pic>
      <p:pic>
        <p:nvPicPr>
          <p:cNvPr id="135" name="圖片 134">
            <a:extLst>
              <a:ext uri="{FF2B5EF4-FFF2-40B4-BE49-F238E27FC236}">
                <a16:creationId xmlns:a16="http://schemas.microsoft.com/office/drawing/2014/main" id="{5B071087-F036-45E3-B0C5-6A4B44F9147B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50145"/>
          <a:stretch/>
        </p:blipFill>
        <p:spPr>
          <a:xfrm>
            <a:off x="5225907" y="943886"/>
            <a:ext cx="309319" cy="875688"/>
          </a:xfrm>
          <a:prstGeom prst="rect">
            <a:avLst/>
          </a:prstGeom>
        </p:spPr>
      </p:pic>
      <p:pic>
        <p:nvPicPr>
          <p:cNvPr id="137" name="圖片 136">
            <a:extLst>
              <a:ext uri="{FF2B5EF4-FFF2-40B4-BE49-F238E27FC236}">
                <a16:creationId xmlns:a16="http://schemas.microsoft.com/office/drawing/2014/main" id="{A064F628-A689-43B1-9AC6-B188A880332A}"/>
              </a:ext>
            </a:extLst>
          </p:cNvPr>
          <p:cNvPicPr>
            <a:picLocks noChangeAspect="1"/>
          </p:cNvPicPr>
          <p:nvPr/>
        </p:nvPicPr>
        <p:blipFill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8712" y="1820292"/>
            <a:ext cx="384005" cy="882157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90B38691-918C-4C96-B7B1-4191B536CC9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28507" y="2924919"/>
            <a:ext cx="868304" cy="901700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24848" y="2924919"/>
            <a:ext cx="868304" cy="901700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E2B8DD0E-1E93-4201-96AE-AD929C95C68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81074" y="1838325"/>
            <a:ext cx="720000" cy="720000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F1766D80-2BA8-42A7-AC3D-04CA939652C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73516" y="5383720"/>
            <a:ext cx="720000" cy="714545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8E89CA86-8429-43CD-A00F-5216E6362006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314402" y="2709687"/>
            <a:ext cx="720000" cy="728308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2E5085C8-182C-42D1-BD81-32006B6F7435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24569" y="2693347"/>
            <a:ext cx="720000" cy="725517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A7843710-F572-44E6-AE13-5056D5C487A7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431979" y="1760226"/>
            <a:ext cx="720000" cy="722738"/>
          </a:xfrm>
          <a:prstGeom prst="rect">
            <a:avLst/>
          </a:prstGeom>
        </p:spPr>
      </p:pic>
      <p:pic>
        <p:nvPicPr>
          <p:cNvPr id="148" name="圖片 147">
            <a:extLst>
              <a:ext uri="{FF2B5EF4-FFF2-40B4-BE49-F238E27FC236}">
                <a16:creationId xmlns:a16="http://schemas.microsoft.com/office/drawing/2014/main" id="{CC4A5DF7-5614-4FB8-B22C-016D7C6239D9}"/>
              </a:ext>
            </a:extLst>
          </p:cNvPr>
          <p:cNvPicPr>
            <a:picLocks noChangeAspect="1"/>
          </p:cNvPicPr>
          <p:nvPr/>
        </p:nvPicPr>
        <p:blipFill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27530"/>
            <a:ext cx="384005" cy="882157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E2A0E6FE-ED20-4956-A81D-EF80A6656FE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600030" y="5438616"/>
            <a:ext cx="720000" cy="725496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3AFBF57-976D-4C7A-85F0-65D162B141D8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371676" y="4295601"/>
            <a:ext cx="720000" cy="72000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38FDB72D-5F81-4DE1-BED2-3F88653E8B64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547562" y="4286584"/>
            <a:ext cx="720000" cy="72275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AEC27FE0-58DD-4253-8DE7-EB816984D05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612305" y="2678078"/>
            <a:ext cx="720000" cy="722759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7913580" y="5490262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9025047" y="2687013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6663588" y="4321977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2" name="群組 271">
            <a:extLst>
              <a:ext uri="{FF2B5EF4-FFF2-40B4-BE49-F238E27FC236}">
                <a16:creationId xmlns:a16="http://schemas.microsoft.com/office/drawing/2014/main" id="{B8F9CF98-D270-463A-8696-2F2B7D50D07F}"/>
              </a:ext>
            </a:extLst>
          </p:cNvPr>
          <p:cNvGrpSpPr/>
          <p:nvPr/>
        </p:nvGrpSpPr>
        <p:grpSpPr>
          <a:xfrm>
            <a:off x="7834374" y="1766334"/>
            <a:ext cx="720000" cy="720000"/>
            <a:chOff x="3481679" y="1553308"/>
            <a:chExt cx="1150186" cy="1150186"/>
          </a:xfrm>
        </p:grpSpPr>
        <p:sp>
          <p:nvSpPr>
            <p:cNvPr id="273" name="矩形: 圓角 272">
              <a:extLst>
                <a:ext uri="{FF2B5EF4-FFF2-40B4-BE49-F238E27FC236}">
                  <a16:creationId xmlns:a16="http://schemas.microsoft.com/office/drawing/2014/main" id="{56C6E5DC-7B1B-4EF8-8CB0-4FBFBB302E32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74" name="橢圓 273">
              <a:extLst>
                <a:ext uri="{FF2B5EF4-FFF2-40B4-BE49-F238E27FC236}">
                  <a16:creationId xmlns:a16="http://schemas.microsoft.com/office/drawing/2014/main" id="{9D149666-E1D8-4B66-886A-45C98473E725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5" name="橢圓 274">
              <a:extLst>
                <a:ext uri="{FF2B5EF4-FFF2-40B4-BE49-F238E27FC236}">
                  <a16:creationId xmlns:a16="http://schemas.microsoft.com/office/drawing/2014/main" id="{182BB967-3183-4188-8998-B3617EF237F3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6" name="橢圓 275">
              <a:extLst>
                <a:ext uri="{FF2B5EF4-FFF2-40B4-BE49-F238E27FC236}">
                  <a16:creationId xmlns:a16="http://schemas.microsoft.com/office/drawing/2014/main" id="{6EBF50DC-5B9C-4567-8B7B-8D0ED324CFC6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7" name="橢圓 276">
              <a:extLst>
                <a:ext uri="{FF2B5EF4-FFF2-40B4-BE49-F238E27FC236}">
                  <a16:creationId xmlns:a16="http://schemas.microsoft.com/office/drawing/2014/main" id="{358BFE33-45A8-459A-9E31-85AB1DF02F4D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8" name="橢圓 277">
              <a:extLst>
                <a:ext uri="{FF2B5EF4-FFF2-40B4-BE49-F238E27FC236}">
                  <a16:creationId xmlns:a16="http://schemas.microsoft.com/office/drawing/2014/main" id="{CB6ABECC-1510-4BA0-A52F-8112B4E8F86A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9" name="橢圓 278">
              <a:extLst>
                <a:ext uri="{FF2B5EF4-FFF2-40B4-BE49-F238E27FC236}">
                  <a16:creationId xmlns:a16="http://schemas.microsoft.com/office/drawing/2014/main" id="{4054D066-393D-4951-AC08-0474884F9019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80" name="橢圓 279">
              <a:extLst>
                <a:ext uri="{FF2B5EF4-FFF2-40B4-BE49-F238E27FC236}">
                  <a16:creationId xmlns:a16="http://schemas.microsoft.com/office/drawing/2014/main" id="{3923215A-96DE-41F0-8419-DCF82FA8A92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281" name="橢圓 280">
              <a:extLst>
                <a:ext uri="{FF2B5EF4-FFF2-40B4-BE49-F238E27FC236}">
                  <a16:creationId xmlns:a16="http://schemas.microsoft.com/office/drawing/2014/main" id="{4EAEB10F-21D8-4B81-B1D9-A66D8897383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2" name="等腰三角形 281">
              <a:extLst>
                <a:ext uri="{FF2B5EF4-FFF2-40B4-BE49-F238E27FC236}">
                  <a16:creationId xmlns:a16="http://schemas.microsoft.com/office/drawing/2014/main" id="{791D9617-22C3-4C87-AF74-4FFD447114BF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3" name="等腰三角形 282">
              <a:extLst>
                <a:ext uri="{FF2B5EF4-FFF2-40B4-BE49-F238E27FC236}">
                  <a16:creationId xmlns:a16="http://schemas.microsoft.com/office/drawing/2014/main" id="{32B2AC2A-DFC6-42BF-A9B5-87EAD9D94637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4" name="等腰三角形 283">
              <a:extLst>
                <a:ext uri="{FF2B5EF4-FFF2-40B4-BE49-F238E27FC236}">
                  <a16:creationId xmlns:a16="http://schemas.microsoft.com/office/drawing/2014/main" id="{6EF2030E-EA42-4D27-BA32-633023CF1843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85" name="等腰三角形 284">
              <a:extLst>
                <a:ext uri="{FF2B5EF4-FFF2-40B4-BE49-F238E27FC236}">
                  <a16:creationId xmlns:a16="http://schemas.microsoft.com/office/drawing/2014/main" id="{2D4B6412-FF9E-4F28-8307-B666E32CDFDF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6" name="等腰三角形 285">
              <a:extLst>
                <a:ext uri="{FF2B5EF4-FFF2-40B4-BE49-F238E27FC236}">
                  <a16:creationId xmlns:a16="http://schemas.microsoft.com/office/drawing/2014/main" id="{EDBABF0B-7700-4F26-A6B5-A6D59A4AF19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7" name="等腰三角形 286">
              <a:extLst>
                <a:ext uri="{FF2B5EF4-FFF2-40B4-BE49-F238E27FC236}">
                  <a16:creationId xmlns:a16="http://schemas.microsoft.com/office/drawing/2014/main" id="{A5291A1A-0CEA-457F-A526-FC02F52F6B57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8" name="等腰三角形 287">
              <a:extLst>
                <a:ext uri="{FF2B5EF4-FFF2-40B4-BE49-F238E27FC236}">
                  <a16:creationId xmlns:a16="http://schemas.microsoft.com/office/drawing/2014/main" id="{118ED6AB-7926-426E-B373-35405C0541B1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9" name="等腰三角形 288">
              <a:extLst>
                <a:ext uri="{FF2B5EF4-FFF2-40B4-BE49-F238E27FC236}">
                  <a16:creationId xmlns:a16="http://schemas.microsoft.com/office/drawing/2014/main" id="{DEB13A10-CDB2-492C-BF5D-AA44556C3C2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290" name="群組 289">
              <a:extLst>
                <a:ext uri="{FF2B5EF4-FFF2-40B4-BE49-F238E27FC236}">
                  <a16:creationId xmlns:a16="http://schemas.microsoft.com/office/drawing/2014/main" id="{7CBDBFDD-63C6-4991-B160-2D7CC7BE5D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93" name="箭號: 向右 292">
                <a:extLst>
                  <a:ext uri="{FF2B5EF4-FFF2-40B4-BE49-F238E27FC236}">
                    <a16:creationId xmlns:a16="http://schemas.microsoft.com/office/drawing/2014/main" id="{C6168726-3F7F-4789-B136-BB633313189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94" name="箭號: 向右 293">
                <a:extLst>
                  <a:ext uri="{FF2B5EF4-FFF2-40B4-BE49-F238E27FC236}">
                    <a16:creationId xmlns:a16="http://schemas.microsoft.com/office/drawing/2014/main" id="{7FD1B7AA-4AB1-4415-B704-443144996D6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文字方塊 290">
                  <a:extLst>
                    <a:ext uri="{FF2B5EF4-FFF2-40B4-BE49-F238E27FC236}">
                      <a16:creationId xmlns:a16="http://schemas.microsoft.com/office/drawing/2014/main" id="{4CAEBB5F-0CA9-47BE-B473-C75A04BC9B33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42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2" name="文字方塊 291">
                  <a:extLst>
                    <a:ext uri="{FF2B5EF4-FFF2-40B4-BE49-F238E27FC236}">
                      <a16:creationId xmlns:a16="http://schemas.microsoft.com/office/drawing/2014/main" id="{D11D6A61-4F70-4C8F-B3DE-EA6478E6CB8C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43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8D0A7F50-6072-47B8-AECE-87D639BF6A75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419475" y="2689903"/>
            <a:ext cx="743124" cy="748797"/>
          </a:xfrm>
          <a:prstGeom prst="rect">
            <a:avLst/>
          </a:prstGeom>
        </p:spPr>
      </p:pic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6633288" y="2695675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8878985" y="4271162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55" name="圖片 54">
            <a:extLst>
              <a:ext uri="{FF2B5EF4-FFF2-40B4-BE49-F238E27FC236}">
                <a16:creationId xmlns:a16="http://schemas.microsoft.com/office/drawing/2014/main" id="{7980954A-C9C7-40B1-88BB-5E171A9D9A1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37853" y="4304081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306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748799" y="3845154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8952016" y="1968691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888736" y="4554316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777224" y="1158674"/>
            <a:ext cx="720000" cy="707337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798875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965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729831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310" y="890014"/>
                <a:ext cx="167359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51675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754" y="3585929"/>
                <a:ext cx="1150186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869153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532" y="1662106"/>
                <a:ext cx="1150186" cy="276999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765320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3207" y="4269546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1429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840655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406559" y="1503130"/>
                <a:ext cx="39952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739542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849270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750111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" name="圖片 21">
            <a:extLst>
              <a:ext uri="{FF2B5EF4-FFF2-40B4-BE49-F238E27FC236}">
                <a16:creationId xmlns:a16="http://schemas.microsoft.com/office/drawing/2014/main" id="{8CF55AA8-D300-4DBB-B84A-B1D0EF8829A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711" r="1957"/>
          <a:stretch/>
        </p:blipFill>
        <p:spPr>
          <a:xfrm>
            <a:off x="3802379" y="289245"/>
            <a:ext cx="2110741" cy="606711"/>
          </a:xfrm>
          <a:prstGeom prst="rect">
            <a:avLst/>
          </a:prstGeom>
        </p:spPr>
      </p:pic>
      <p:pic>
        <p:nvPicPr>
          <p:cNvPr id="261" name="圖片 260">
            <a:extLst>
              <a:ext uri="{FF2B5EF4-FFF2-40B4-BE49-F238E27FC236}">
                <a16:creationId xmlns:a16="http://schemas.microsoft.com/office/drawing/2014/main" id="{F08D374B-4CF5-400F-ACE8-3625B0FB40A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186" r="36090"/>
          <a:stretch/>
        </p:blipFill>
        <p:spPr>
          <a:xfrm>
            <a:off x="533400" y="288163"/>
            <a:ext cx="2066926" cy="606711"/>
          </a:xfrm>
          <a:prstGeom prst="rect">
            <a:avLst/>
          </a:prstGeom>
        </p:spPr>
      </p:pic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7313044" y="192772"/>
            <a:ext cx="1975922" cy="49773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52016" y="3840202"/>
            <a:ext cx="720000" cy="71724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B9D7645E-3BE5-495F-98A9-E7DD7F6C38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8848" y="3153519"/>
            <a:ext cx="868304" cy="901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48799" y="196235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659171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715" y="1650803"/>
                <a:ext cx="1150186" cy="276999"/>
              </a:xfrm>
              <a:prstGeom prst="rect">
                <a:avLst/>
              </a:prstGeom>
              <a:blipFill>
                <a:blip r:embed="rId1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885348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3488" y="3585929"/>
                <a:ext cx="988200" cy="276999"/>
              </a:xfrm>
              <a:prstGeom prst="rect">
                <a:avLst/>
              </a:prstGeom>
              <a:blipFill>
                <a:blip r:embed="rId1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965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7" name="圖片 136">
            <a:extLst>
              <a:ext uri="{FF2B5EF4-FFF2-40B4-BE49-F238E27FC236}">
                <a16:creationId xmlns:a16="http://schemas.microsoft.com/office/drawing/2014/main" id="{A064F628-A689-43B1-9AC6-B188A880332A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2050" y="1130955"/>
            <a:ext cx="322777" cy="741500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90B38691-918C-4C96-B7B1-4191B536CC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28507" y="3153519"/>
            <a:ext cx="868304" cy="901700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24848" y="3153519"/>
            <a:ext cx="868304" cy="901700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E2B8DD0E-1E93-4201-96AE-AD929C95C68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3735" y="1158674"/>
            <a:ext cx="720000" cy="720000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F1766D80-2BA8-42A7-AC3D-04CA939652C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5247" y="4550712"/>
            <a:ext cx="720000" cy="714545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8E89CA86-8429-43CD-A00F-5216E636200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81064" y="1958205"/>
            <a:ext cx="720000" cy="728308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2E5085C8-182C-42D1-BD81-32006B6F743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127" y="1959601"/>
            <a:ext cx="720000" cy="725517"/>
          </a:xfrm>
          <a:prstGeom prst="rect">
            <a:avLst/>
          </a:prstGeom>
        </p:spPr>
      </p:pic>
      <p:pic>
        <p:nvPicPr>
          <p:cNvPr id="148" name="圖片 147">
            <a:extLst>
              <a:ext uri="{FF2B5EF4-FFF2-40B4-BE49-F238E27FC236}">
                <a16:creationId xmlns:a16="http://schemas.microsoft.com/office/drawing/2014/main" id="{CC4A5DF7-5614-4FB8-B22C-016D7C6239D9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1145" y="1130955"/>
            <a:ext cx="322777" cy="7415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788873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895201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674879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674879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895201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55" name="圖片 54">
            <a:extLst>
              <a:ext uri="{FF2B5EF4-FFF2-40B4-BE49-F238E27FC236}">
                <a16:creationId xmlns:a16="http://schemas.microsoft.com/office/drawing/2014/main" id="{7980954A-C9C7-40B1-88BB-5E171A9D9A1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281064" y="3838822"/>
            <a:ext cx="720000" cy="72000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61D77EC-38EC-4633-9E90-2B416D1BED81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84091"/>
            <a:ext cx="283685" cy="736062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7C1E6C98-53DF-4890-A6A2-4839AFBBE87B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6812" y="1884091"/>
            <a:ext cx="283685" cy="7360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9F72CA7-674E-45FB-8EDE-8FB98E2A57F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57464" y="1962359"/>
            <a:ext cx="720000" cy="7200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3626675-ECE8-42CD-AD77-A333530D572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525159" y="1960980"/>
            <a:ext cx="720000" cy="72275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6F4E286-94E3-4504-8B3A-366352CD49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474483" y="1158674"/>
            <a:ext cx="720000" cy="7227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F226ADC-5A65-4FD3-9B1B-02EBB9A7607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85995" y="4546610"/>
            <a:ext cx="720000" cy="72274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BC460E1-594E-4ACD-A075-60467E38DC56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42127" y="4588547"/>
            <a:ext cx="720000" cy="7172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787482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823" y="1591929"/>
                <a:ext cx="612129" cy="307777"/>
              </a:xfrm>
              <a:prstGeom prst="rect">
                <a:avLst/>
              </a:prstGeom>
              <a:blipFill>
                <a:blip r:embed="rId2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777722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圖片 12">
            <a:extLst>
              <a:ext uri="{FF2B5EF4-FFF2-40B4-BE49-F238E27FC236}">
                <a16:creationId xmlns:a16="http://schemas.microsoft.com/office/drawing/2014/main" id="{3A13C7FB-0A18-4A82-AFFF-81EBCBA5E1C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03735" y="1890159"/>
            <a:ext cx="720000" cy="72549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E6F8723-B360-42EC-8BD4-BF78924ACCB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215247" y="5339486"/>
            <a:ext cx="720000" cy="72273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A7C00E6B-9B07-4B65-B901-9B8192BCED92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81064" y="4585799"/>
            <a:ext cx="720000" cy="72274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1ECDF624-4AA4-40C9-8E94-6CB3B6FFEFAB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474483" y="1890159"/>
            <a:ext cx="720000" cy="72273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8C3CF90A-798D-47E0-81AF-E4F08DF0734C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995" y="5283295"/>
            <a:ext cx="720000" cy="725517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4BD65CC9-5234-4AA9-B570-48A795D74A86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525159" y="4585794"/>
            <a:ext cx="720000" cy="722759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A8E4C92-A164-4072-B53A-7B281E146155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657464" y="4584415"/>
            <a:ext cx="720000" cy="7255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文字方塊 217">
                <a:extLst>
                  <a:ext uri="{FF2B5EF4-FFF2-40B4-BE49-F238E27FC236}">
                    <a16:creationId xmlns:a16="http://schemas.microsoft.com/office/drawing/2014/main" id="{773DF64D-ADE8-4134-9400-8477436DEDCB}"/>
                  </a:ext>
                </a:extLst>
              </p:cNvPr>
              <p:cNvSpPr txBox="1"/>
              <p:nvPr/>
            </p:nvSpPr>
            <p:spPr>
              <a:xfrm rot="5400000">
                <a:off x="5166408" y="1125182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18" name="文字方塊 217">
                <a:extLst>
                  <a:ext uri="{FF2B5EF4-FFF2-40B4-BE49-F238E27FC236}">
                    <a16:creationId xmlns:a16="http://schemas.microsoft.com/office/drawing/2014/main" id="{773DF64D-ADE8-4134-9400-8477436DED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66408" y="1125182"/>
                <a:ext cx="337468" cy="307777"/>
              </a:xfrm>
              <a:prstGeom prst="rect">
                <a:avLst/>
              </a:prstGeom>
              <a:blipFill>
                <a:blip r:embed="rId3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字方塊 218">
                <a:extLst>
                  <a:ext uri="{FF2B5EF4-FFF2-40B4-BE49-F238E27FC236}">
                    <a16:creationId xmlns:a16="http://schemas.microsoft.com/office/drawing/2014/main" id="{89127739-8860-4F4B-A45C-989B68CBCD71}"/>
                  </a:ext>
                </a:extLst>
              </p:cNvPr>
              <p:cNvSpPr txBox="1"/>
              <p:nvPr/>
            </p:nvSpPr>
            <p:spPr>
              <a:xfrm rot="5400000">
                <a:off x="1779363" y="1125182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19" name="文字方塊 218">
                <a:extLst>
                  <a:ext uri="{FF2B5EF4-FFF2-40B4-BE49-F238E27FC236}">
                    <a16:creationId xmlns:a16="http://schemas.microsoft.com/office/drawing/2014/main" id="{89127739-8860-4F4B-A45C-989B68CBC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9363" y="1125182"/>
                <a:ext cx="337469" cy="307777"/>
              </a:xfrm>
              <a:prstGeom prst="rect">
                <a:avLst/>
              </a:prstGeom>
              <a:blipFill>
                <a:blip r:embed="rId39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868832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4" name="直線接點 223">
            <a:extLst>
              <a:ext uri="{FF2B5EF4-FFF2-40B4-BE49-F238E27FC236}">
                <a16:creationId xmlns:a16="http://schemas.microsoft.com/office/drawing/2014/main" id="{478F1EE5-DCC0-43A4-9C86-3A56985A451A}"/>
              </a:ext>
            </a:extLst>
          </p:cNvPr>
          <p:cNvCxnSpPr>
            <a:cxnSpLocks/>
          </p:cNvCxnSpPr>
          <p:nvPr/>
        </p:nvCxnSpPr>
        <p:spPr>
          <a:xfrm>
            <a:off x="4088648" y="342843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5" name="直線接點 224">
            <a:extLst>
              <a:ext uri="{FF2B5EF4-FFF2-40B4-BE49-F238E27FC236}">
                <a16:creationId xmlns:a16="http://schemas.microsoft.com/office/drawing/2014/main" id="{DFD685BB-19CE-40A9-AC8C-69D4A5307A02}"/>
              </a:ext>
            </a:extLst>
          </p:cNvPr>
          <p:cNvCxnSpPr>
            <a:cxnSpLocks/>
          </p:cNvCxnSpPr>
          <p:nvPr/>
        </p:nvCxnSpPr>
        <p:spPr>
          <a:xfrm>
            <a:off x="5185928" y="375704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6" name="直線接點 225">
            <a:extLst>
              <a:ext uri="{FF2B5EF4-FFF2-40B4-BE49-F238E27FC236}">
                <a16:creationId xmlns:a16="http://schemas.microsoft.com/office/drawing/2014/main" id="{5A7A1085-33B7-4E18-87D2-7E2551B784C6}"/>
              </a:ext>
            </a:extLst>
          </p:cNvPr>
          <p:cNvCxnSpPr>
            <a:cxnSpLocks/>
          </p:cNvCxnSpPr>
          <p:nvPr/>
        </p:nvCxnSpPr>
        <p:spPr>
          <a:xfrm flipV="1">
            <a:off x="4194336" y="364209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7" name="直線接點 226">
            <a:extLst>
              <a:ext uri="{FF2B5EF4-FFF2-40B4-BE49-F238E27FC236}">
                <a16:creationId xmlns:a16="http://schemas.microsoft.com/office/drawing/2014/main" id="{516526C4-0ADF-4995-9011-F8A37857A9AF}"/>
              </a:ext>
            </a:extLst>
          </p:cNvPr>
          <p:cNvCxnSpPr>
            <a:cxnSpLocks/>
          </p:cNvCxnSpPr>
          <p:nvPr/>
        </p:nvCxnSpPr>
        <p:spPr>
          <a:xfrm flipV="1">
            <a:off x="5381548" y="3306911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8" name="直線接點 227">
            <a:extLst>
              <a:ext uri="{FF2B5EF4-FFF2-40B4-BE49-F238E27FC236}">
                <a16:creationId xmlns:a16="http://schemas.microsoft.com/office/drawing/2014/main" id="{D42F555E-B91B-4B8E-B0E6-64587C4A9AB9}"/>
              </a:ext>
            </a:extLst>
          </p:cNvPr>
          <p:cNvCxnSpPr>
            <a:cxnSpLocks/>
          </p:cNvCxnSpPr>
          <p:nvPr/>
        </p:nvCxnSpPr>
        <p:spPr>
          <a:xfrm>
            <a:off x="804397" y="342328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9" name="直線接點 228">
            <a:extLst>
              <a:ext uri="{FF2B5EF4-FFF2-40B4-BE49-F238E27FC236}">
                <a16:creationId xmlns:a16="http://schemas.microsoft.com/office/drawing/2014/main" id="{A4FFCB0D-29A7-4C96-AB16-28C5FE5FFB88}"/>
              </a:ext>
            </a:extLst>
          </p:cNvPr>
          <p:cNvCxnSpPr>
            <a:cxnSpLocks/>
          </p:cNvCxnSpPr>
          <p:nvPr/>
        </p:nvCxnSpPr>
        <p:spPr>
          <a:xfrm>
            <a:off x="1901677" y="375190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0" name="直線接點 229">
            <a:extLst>
              <a:ext uri="{FF2B5EF4-FFF2-40B4-BE49-F238E27FC236}">
                <a16:creationId xmlns:a16="http://schemas.microsoft.com/office/drawing/2014/main" id="{6CFD0B98-B27C-4265-B406-8EEEBFEEAE5D}"/>
              </a:ext>
            </a:extLst>
          </p:cNvPr>
          <p:cNvCxnSpPr>
            <a:cxnSpLocks/>
          </p:cNvCxnSpPr>
          <p:nvPr/>
        </p:nvCxnSpPr>
        <p:spPr>
          <a:xfrm flipV="1">
            <a:off x="910085" y="363694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1" name="直線接點 230">
            <a:extLst>
              <a:ext uri="{FF2B5EF4-FFF2-40B4-BE49-F238E27FC236}">
                <a16:creationId xmlns:a16="http://schemas.microsoft.com/office/drawing/2014/main" id="{40D857EB-AA24-42D0-8A60-CBF5B058C9D5}"/>
              </a:ext>
            </a:extLst>
          </p:cNvPr>
          <p:cNvCxnSpPr>
            <a:cxnSpLocks/>
          </p:cNvCxnSpPr>
          <p:nvPr/>
        </p:nvCxnSpPr>
        <p:spPr>
          <a:xfrm flipV="1">
            <a:off x="2097297" y="330176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5B694B5-2671-4525-BE8B-BB7C53A56A02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525159" y="3837443"/>
            <a:ext cx="720000" cy="72275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38F1C858-87D6-403C-BE32-9723465EECB7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657464" y="3837443"/>
            <a:ext cx="720000" cy="722759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BB3D1EC3-2647-41EF-B71C-33DE69FB5E3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657464" y="2717908"/>
            <a:ext cx="720000" cy="722759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EB9F52A-320B-43CE-B90E-E1DF89B9341F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525159" y="2715133"/>
            <a:ext cx="720000" cy="72830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D7C0C96-40AC-4F70-900C-840DA764932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42127" y="3838822"/>
            <a:ext cx="720000" cy="72000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9EA1EA70-0FF0-4BA8-8DB1-B8291ECE7936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81064" y="2716518"/>
            <a:ext cx="720000" cy="72553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88B10A1-282E-422D-9BAA-7A060D7847F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42127" y="2717908"/>
            <a:ext cx="720000" cy="7227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8642F152-82B9-4B7F-8DF8-1EE8A96BC6F3}"/>
                  </a:ext>
                </a:extLst>
              </p:cNvPr>
              <p:cNvSpPr txBox="1"/>
              <p:nvPr/>
            </p:nvSpPr>
            <p:spPr>
              <a:xfrm rot="5400000">
                <a:off x="5158470" y="1874483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8642F152-82B9-4B7F-8DF8-1EE8A96BC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58470" y="1874483"/>
                <a:ext cx="337468" cy="307777"/>
              </a:xfrm>
              <a:prstGeom prst="rect">
                <a:avLst/>
              </a:prstGeom>
              <a:blipFill>
                <a:blip r:embed="rId38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37BB4CA6-D363-4A24-B696-9A405CAE8228}"/>
                  </a:ext>
                </a:extLst>
              </p:cNvPr>
              <p:cNvSpPr txBox="1"/>
              <p:nvPr/>
            </p:nvSpPr>
            <p:spPr>
              <a:xfrm rot="5400000">
                <a:off x="1771425" y="1874483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37BB4CA6-D363-4A24-B696-9A405CAE8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1425" y="1874483"/>
                <a:ext cx="337469" cy="307777"/>
              </a:xfrm>
              <a:prstGeom prst="rect">
                <a:avLst/>
              </a:prstGeom>
              <a:blipFill>
                <a:blip r:embed="rId39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789798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980" y="2872307"/>
                <a:ext cx="715550" cy="307777"/>
              </a:xfrm>
              <a:prstGeom prst="rect">
                <a:avLst/>
              </a:prstGeom>
              <a:blipFill>
                <a:blip r:embed="rId47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784927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278" y="4008937"/>
                <a:ext cx="812954" cy="307777"/>
              </a:xfrm>
              <a:prstGeom prst="rect">
                <a:avLst/>
              </a:prstGeom>
              <a:blipFill>
                <a:blip r:embed="rId48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7358B035-09F8-42B3-B0B3-3E04673DAC92}"/>
                  </a:ext>
                </a:extLst>
              </p:cNvPr>
              <p:cNvSpPr txBox="1"/>
              <p:nvPr/>
            </p:nvSpPr>
            <p:spPr>
              <a:xfrm>
                <a:off x="460233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7358B035-09F8-42B3-B0B3-3E04673DA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330" y="2872307"/>
                <a:ext cx="715550" cy="307777"/>
              </a:xfrm>
              <a:prstGeom prst="rect">
                <a:avLst/>
              </a:prstGeom>
              <a:blipFill>
                <a:blip r:embed="rId47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字方塊 236">
                <a:extLst>
                  <a:ext uri="{FF2B5EF4-FFF2-40B4-BE49-F238E27FC236}">
                    <a16:creationId xmlns:a16="http://schemas.microsoft.com/office/drawing/2014/main" id="{CE380238-45B4-4C5B-950B-6E62FDA8D667}"/>
                  </a:ext>
                </a:extLst>
              </p:cNvPr>
              <p:cNvSpPr txBox="1"/>
              <p:nvPr/>
            </p:nvSpPr>
            <p:spPr>
              <a:xfrm>
                <a:off x="455362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7" name="文字方塊 236">
                <a:extLst>
                  <a:ext uri="{FF2B5EF4-FFF2-40B4-BE49-F238E27FC236}">
                    <a16:creationId xmlns:a16="http://schemas.microsoft.com/office/drawing/2014/main" id="{CE380238-45B4-4C5B-950B-6E62FDA8D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628" y="4008937"/>
                <a:ext cx="812954" cy="307777"/>
              </a:xfrm>
              <a:prstGeom prst="rect">
                <a:avLst/>
              </a:prstGeom>
              <a:blipFill>
                <a:blip r:embed="rId48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字方塊 237">
                <a:extLst>
                  <a:ext uri="{FF2B5EF4-FFF2-40B4-BE49-F238E27FC236}">
                    <a16:creationId xmlns:a16="http://schemas.microsoft.com/office/drawing/2014/main" id="{F6EDA7E1-61F7-4D23-95A2-6E7D1C227A01}"/>
                  </a:ext>
                </a:extLst>
              </p:cNvPr>
              <p:cNvSpPr txBox="1"/>
              <p:nvPr/>
            </p:nvSpPr>
            <p:spPr>
              <a:xfrm>
                <a:off x="1287630" y="285325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8" name="文字方塊 237">
                <a:extLst>
                  <a:ext uri="{FF2B5EF4-FFF2-40B4-BE49-F238E27FC236}">
                    <a16:creationId xmlns:a16="http://schemas.microsoft.com/office/drawing/2014/main" id="{F6EDA7E1-61F7-4D23-95A2-6E7D1C227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630" y="2853257"/>
                <a:ext cx="715550" cy="307777"/>
              </a:xfrm>
              <a:prstGeom prst="rect">
                <a:avLst/>
              </a:prstGeom>
              <a:blipFill>
                <a:blip r:embed="rId49"/>
                <a:stretch>
                  <a:fillRect t="-101961" r="-38983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字方塊 238">
                <a:extLst>
                  <a:ext uri="{FF2B5EF4-FFF2-40B4-BE49-F238E27FC236}">
                    <a16:creationId xmlns:a16="http://schemas.microsoft.com/office/drawing/2014/main" id="{A35343EC-E881-4F60-A9B7-1C43A71C9B21}"/>
                  </a:ext>
                </a:extLst>
              </p:cNvPr>
              <p:cNvSpPr txBox="1"/>
              <p:nvPr/>
            </p:nvSpPr>
            <p:spPr>
              <a:xfrm>
                <a:off x="1238928" y="398988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9" name="文字方塊 238">
                <a:extLst>
                  <a:ext uri="{FF2B5EF4-FFF2-40B4-BE49-F238E27FC236}">
                    <a16:creationId xmlns:a16="http://schemas.microsoft.com/office/drawing/2014/main" id="{A35343EC-E881-4F60-A9B7-1C43A71C9B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8928" y="3989887"/>
                <a:ext cx="812954" cy="307777"/>
              </a:xfrm>
              <a:prstGeom prst="rect">
                <a:avLst/>
              </a:prstGeom>
              <a:blipFill>
                <a:blip r:embed="rId50"/>
                <a:stretch>
                  <a:fillRect t="-104000" r="-36567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字方塊 239">
                <a:extLst>
                  <a:ext uri="{FF2B5EF4-FFF2-40B4-BE49-F238E27FC236}">
                    <a16:creationId xmlns:a16="http://schemas.microsoft.com/office/drawing/2014/main" id="{6E50ABED-3CF7-4457-A2E0-5412453C5B3B}"/>
                  </a:ext>
                </a:extLst>
              </p:cNvPr>
              <p:cNvSpPr txBox="1"/>
              <p:nvPr/>
            </p:nvSpPr>
            <p:spPr>
              <a:xfrm>
                <a:off x="4079106" y="869833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0" name="文字方塊 239">
                <a:extLst>
                  <a:ext uri="{FF2B5EF4-FFF2-40B4-BE49-F238E27FC236}">
                    <a16:creationId xmlns:a16="http://schemas.microsoft.com/office/drawing/2014/main" id="{6E50ABED-3CF7-4457-A2E0-5412453C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106" y="869833"/>
                <a:ext cx="1673596" cy="276999"/>
              </a:xfrm>
              <a:prstGeom prst="rect">
                <a:avLst/>
              </a:prstGeom>
              <a:blipFill>
                <a:blip r:embed="rId5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EA0688C9-41BB-43DC-B513-C08B8EDC10F5}"/>
                  </a:ext>
                </a:extLst>
              </p:cNvPr>
              <p:cNvSpPr txBox="1"/>
              <p:nvPr/>
            </p:nvSpPr>
            <p:spPr>
              <a:xfrm>
                <a:off x="3297550" y="356574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EA0688C9-41BB-43DC-B513-C08B8EDC1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550" y="3565748"/>
                <a:ext cx="1150186" cy="276999"/>
              </a:xfrm>
              <a:prstGeom prst="rect">
                <a:avLst/>
              </a:prstGeom>
              <a:blipFill>
                <a:blip r:embed="rId5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BDFCE3CF-2C28-412D-B59B-B6B4888018C8}"/>
                  </a:ext>
                </a:extLst>
              </p:cNvPr>
              <p:cNvSpPr txBox="1"/>
              <p:nvPr/>
            </p:nvSpPr>
            <p:spPr>
              <a:xfrm>
                <a:off x="5426853" y="164192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BDFCE3CF-2C28-412D-B59B-B6B4888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853" y="1641925"/>
                <a:ext cx="1150186" cy="276999"/>
              </a:xfrm>
              <a:prstGeom prst="rect">
                <a:avLst/>
              </a:prstGeom>
              <a:blipFill>
                <a:blip r:embed="rId5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D8C049C0-6D75-41E5-9B22-9118D6B548C6}"/>
                  </a:ext>
                </a:extLst>
              </p:cNvPr>
              <p:cNvSpPr txBox="1"/>
              <p:nvPr/>
            </p:nvSpPr>
            <p:spPr>
              <a:xfrm>
                <a:off x="4386378" y="424936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D8C049C0-6D75-41E5-9B22-9118D6B54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378" y="4249365"/>
                <a:ext cx="1150186" cy="276999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文字方塊 243">
                <a:extLst>
                  <a:ext uri="{FF2B5EF4-FFF2-40B4-BE49-F238E27FC236}">
                    <a16:creationId xmlns:a16="http://schemas.microsoft.com/office/drawing/2014/main" id="{245912BE-E206-4BF3-93B8-11E626A4BB50}"/>
                  </a:ext>
                </a:extLst>
              </p:cNvPr>
              <p:cNvSpPr txBox="1"/>
              <p:nvPr/>
            </p:nvSpPr>
            <p:spPr>
              <a:xfrm>
                <a:off x="3372511" y="1630622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4" name="文字方塊 243">
                <a:extLst>
                  <a:ext uri="{FF2B5EF4-FFF2-40B4-BE49-F238E27FC236}">
                    <a16:creationId xmlns:a16="http://schemas.microsoft.com/office/drawing/2014/main" id="{245912BE-E206-4BF3-93B8-11E626A4B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511" y="1630622"/>
                <a:ext cx="1150186" cy="276999"/>
              </a:xfrm>
              <a:prstGeom prst="rect">
                <a:avLst/>
              </a:prstGeom>
              <a:blipFill>
                <a:blip r:embed="rId5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字方塊 244">
                <a:extLst>
                  <a:ext uri="{FF2B5EF4-FFF2-40B4-BE49-F238E27FC236}">
                    <a16:creationId xmlns:a16="http://schemas.microsoft.com/office/drawing/2014/main" id="{2FF3C749-E29E-4C27-B124-778CB2D78130}"/>
                  </a:ext>
                </a:extLst>
              </p:cNvPr>
              <p:cNvSpPr txBox="1"/>
              <p:nvPr/>
            </p:nvSpPr>
            <p:spPr>
              <a:xfrm>
                <a:off x="5588809" y="3565748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5" name="文字方塊 244">
                <a:extLst>
                  <a:ext uri="{FF2B5EF4-FFF2-40B4-BE49-F238E27FC236}">
                    <a16:creationId xmlns:a16="http://schemas.microsoft.com/office/drawing/2014/main" id="{2FF3C749-E29E-4C27-B124-778CB2D78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809" y="3565748"/>
                <a:ext cx="988200" cy="276999"/>
              </a:xfrm>
              <a:prstGeom prst="rect">
                <a:avLst/>
              </a:prstGeom>
              <a:blipFill>
                <a:blip r:embed="rId5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1326C99F-AF3B-4C58-B086-FD0FCF7C637A}"/>
                  </a:ext>
                </a:extLst>
              </p:cNvPr>
              <p:cNvSpPr txBox="1"/>
              <p:nvPr/>
            </p:nvSpPr>
            <p:spPr>
              <a:xfrm>
                <a:off x="744472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1326C99F-AF3B-4C58-B086-FD0FCF7C6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472" y="890014"/>
                <a:ext cx="1673596" cy="276999"/>
              </a:xfrm>
              <a:prstGeom prst="rect">
                <a:avLst/>
              </a:prstGeom>
              <a:blipFill>
                <a:blip r:embed="rId5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字方塊 246">
                <a:extLst>
                  <a:ext uri="{FF2B5EF4-FFF2-40B4-BE49-F238E27FC236}">
                    <a16:creationId xmlns:a16="http://schemas.microsoft.com/office/drawing/2014/main" id="{0712B867-9BAD-48DD-AD73-97DCA1749098}"/>
                  </a:ext>
                </a:extLst>
              </p:cNvPr>
              <p:cNvSpPr txBox="1"/>
              <p:nvPr/>
            </p:nvSpPr>
            <p:spPr>
              <a:xfrm>
                <a:off x="-3708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7" name="文字方塊 246">
                <a:extLst>
                  <a:ext uri="{FF2B5EF4-FFF2-40B4-BE49-F238E27FC236}">
                    <a16:creationId xmlns:a16="http://schemas.microsoft.com/office/drawing/2014/main" id="{0712B867-9BAD-48DD-AD73-97DCA1749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084" y="3585929"/>
                <a:ext cx="1150186" cy="276999"/>
              </a:xfrm>
              <a:prstGeom prst="rect">
                <a:avLst/>
              </a:prstGeom>
              <a:blipFill>
                <a:blip r:embed="rId5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字方塊 247">
                <a:extLst>
                  <a:ext uri="{FF2B5EF4-FFF2-40B4-BE49-F238E27FC236}">
                    <a16:creationId xmlns:a16="http://schemas.microsoft.com/office/drawing/2014/main" id="{77E833D1-FCC5-4D32-A8E8-FB11ABA5625B}"/>
                  </a:ext>
                </a:extLst>
              </p:cNvPr>
              <p:cNvSpPr txBox="1"/>
              <p:nvPr/>
            </p:nvSpPr>
            <p:spPr>
              <a:xfrm>
                <a:off x="2023394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8" name="文字方塊 247">
                <a:extLst>
                  <a:ext uri="{FF2B5EF4-FFF2-40B4-BE49-F238E27FC236}">
                    <a16:creationId xmlns:a16="http://schemas.microsoft.com/office/drawing/2014/main" id="{77E833D1-FCC5-4D32-A8E8-FB11ABA56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394" y="1662106"/>
                <a:ext cx="1150186" cy="276999"/>
              </a:xfrm>
              <a:prstGeom prst="rect">
                <a:avLst/>
              </a:prstGeom>
              <a:blipFill>
                <a:blip r:embed="rId5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字方塊 248">
                <a:extLst>
                  <a:ext uri="{FF2B5EF4-FFF2-40B4-BE49-F238E27FC236}">
                    <a16:creationId xmlns:a16="http://schemas.microsoft.com/office/drawing/2014/main" id="{16017E1C-D579-4096-B0F3-7A827B48B076}"/>
                  </a:ext>
                </a:extLst>
              </p:cNvPr>
              <p:cNvSpPr txBox="1"/>
              <p:nvPr/>
            </p:nvSpPr>
            <p:spPr>
              <a:xfrm>
                <a:off x="1051744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9" name="文字方塊 248">
                <a:extLst>
                  <a:ext uri="{FF2B5EF4-FFF2-40B4-BE49-F238E27FC236}">
                    <a16:creationId xmlns:a16="http://schemas.microsoft.com/office/drawing/2014/main" id="{16017E1C-D579-4096-B0F3-7A827B48B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744" y="4269546"/>
                <a:ext cx="1150186" cy="276999"/>
              </a:xfrm>
              <a:prstGeom prst="rect">
                <a:avLst/>
              </a:prstGeom>
              <a:blipFill>
                <a:blip r:embed="rId6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630990CF-B849-4300-BE14-78B32D7A3BA8}"/>
                  </a:ext>
                </a:extLst>
              </p:cNvPr>
              <p:cNvSpPr txBox="1"/>
              <p:nvPr/>
            </p:nvSpPr>
            <p:spPr>
              <a:xfrm>
                <a:off x="37877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630990CF-B849-4300-BE14-78B32D7A3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7" y="1650803"/>
                <a:ext cx="1150186" cy="276999"/>
              </a:xfrm>
              <a:prstGeom prst="rect">
                <a:avLst/>
              </a:prstGeom>
              <a:blipFill>
                <a:blip r:embed="rId6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49E30C7E-3945-4A47-9BD6-A88D78A818AD}"/>
                  </a:ext>
                </a:extLst>
              </p:cNvPr>
              <p:cNvSpPr txBox="1"/>
              <p:nvPr/>
            </p:nvSpPr>
            <p:spPr>
              <a:xfrm>
                <a:off x="2185350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49E30C7E-3945-4A47-9BD6-A88D78A81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50" y="3585929"/>
                <a:ext cx="988200" cy="276999"/>
              </a:xfrm>
              <a:prstGeom prst="rect">
                <a:avLst/>
              </a:prstGeom>
              <a:blipFill>
                <a:blip r:embed="rId6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2" name="群組 251">
            <a:extLst>
              <a:ext uri="{FF2B5EF4-FFF2-40B4-BE49-F238E27FC236}">
                <a16:creationId xmlns:a16="http://schemas.microsoft.com/office/drawing/2014/main" id="{B9AE1348-1273-486A-91FB-8A1794FE9779}"/>
              </a:ext>
            </a:extLst>
          </p:cNvPr>
          <p:cNvGrpSpPr/>
          <p:nvPr/>
        </p:nvGrpSpPr>
        <p:grpSpPr>
          <a:xfrm>
            <a:off x="1316494" y="1160058"/>
            <a:ext cx="414111" cy="435433"/>
            <a:chOff x="7969706" y="-605877"/>
            <a:chExt cx="414111" cy="435433"/>
          </a:xfrm>
        </p:grpSpPr>
        <p:grpSp>
          <p:nvGrpSpPr>
            <p:cNvPr id="253" name="群組 252">
              <a:extLst>
                <a:ext uri="{FF2B5EF4-FFF2-40B4-BE49-F238E27FC236}">
                  <a16:creationId xmlns:a16="http://schemas.microsoft.com/office/drawing/2014/main" id="{E51DAF75-D8F6-4DFC-AB5A-1B26341F87C6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56" name="箭號: 向右 255">
                <a:extLst>
                  <a:ext uri="{FF2B5EF4-FFF2-40B4-BE49-F238E27FC236}">
                    <a16:creationId xmlns:a16="http://schemas.microsoft.com/office/drawing/2014/main" id="{A2F98A9B-7FFC-4754-A70C-52EADDC60530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箭號: 向右 256">
                <a:extLst>
                  <a:ext uri="{FF2B5EF4-FFF2-40B4-BE49-F238E27FC236}">
                    <a16:creationId xmlns:a16="http://schemas.microsoft.com/office/drawing/2014/main" id="{5AC55675-9778-4A83-A9D3-E54F643E84F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文字方塊 253">
                  <a:extLst>
                    <a:ext uri="{FF2B5EF4-FFF2-40B4-BE49-F238E27FC236}">
                      <a16:creationId xmlns:a16="http://schemas.microsoft.com/office/drawing/2014/main" id="{2394287C-B45B-4A6B-9282-C11C21D86B5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54" name="文字方塊 253">
                  <a:extLst>
                    <a:ext uri="{FF2B5EF4-FFF2-40B4-BE49-F238E27FC236}">
                      <a16:creationId xmlns:a16="http://schemas.microsoft.com/office/drawing/2014/main" id="{2394287C-B45B-4A6B-9282-C11C21D86B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5" name="文字方塊 254">
                  <a:extLst>
                    <a:ext uri="{FF2B5EF4-FFF2-40B4-BE49-F238E27FC236}">
                      <a16:creationId xmlns:a16="http://schemas.microsoft.com/office/drawing/2014/main" id="{3DBEDD92-0BF9-44D0-9A91-35B0FDC58D5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55" name="文字方塊 254">
                  <a:extLst>
                    <a:ext uri="{FF2B5EF4-FFF2-40B4-BE49-F238E27FC236}">
                      <a16:creationId xmlns:a16="http://schemas.microsoft.com/office/drawing/2014/main" id="{3DBEDD92-0BF9-44D0-9A91-35B0FDC58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文字方塊 257">
                <a:extLst>
                  <a:ext uri="{FF2B5EF4-FFF2-40B4-BE49-F238E27FC236}">
                    <a16:creationId xmlns:a16="http://schemas.microsoft.com/office/drawing/2014/main" id="{B03F227D-ED65-4E1D-92A4-EE572E145EF0}"/>
                  </a:ext>
                </a:extLst>
              </p:cNvPr>
              <p:cNvSpPr txBox="1"/>
              <p:nvPr/>
            </p:nvSpPr>
            <p:spPr>
              <a:xfrm>
                <a:off x="1202561" y="1613361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58" name="文字方塊 257">
                <a:extLst>
                  <a:ext uri="{FF2B5EF4-FFF2-40B4-BE49-F238E27FC236}">
                    <a16:creationId xmlns:a16="http://schemas.microsoft.com/office/drawing/2014/main" id="{B03F227D-ED65-4E1D-92A4-EE572E14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561" y="1613361"/>
                <a:ext cx="612129" cy="269304"/>
              </a:xfrm>
              <a:prstGeom prst="rect">
                <a:avLst/>
              </a:prstGeom>
              <a:blipFill>
                <a:blip r:embed="rId65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2" name="群組 271">
            <a:extLst>
              <a:ext uri="{FF2B5EF4-FFF2-40B4-BE49-F238E27FC236}">
                <a16:creationId xmlns:a16="http://schemas.microsoft.com/office/drawing/2014/main" id="{57F5F4FE-3EAD-4473-BD4C-B13C3EF062DC}"/>
              </a:ext>
            </a:extLst>
          </p:cNvPr>
          <p:cNvGrpSpPr/>
          <p:nvPr/>
        </p:nvGrpSpPr>
        <p:grpSpPr>
          <a:xfrm>
            <a:off x="1315816" y="1873334"/>
            <a:ext cx="414111" cy="435433"/>
            <a:chOff x="7969706" y="-605877"/>
            <a:chExt cx="414111" cy="435433"/>
          </a:xfrm>
        </p:grpSpPr>
        <p:grpSp>
          <p:nvGrpSpPr>
            <p:cNvPr id="273" name="群組 272">
              <a:extLst>
                <a:ext uri="{FF2B5EF4-FFF2-40B4-BE49-F238E27FC236}">
                  <a16:creationId xmlns:a16="http://schemas.microsoft.com/office/drawing/2014/main" id="{2DB31BC8-760F-46C1-9090-ADABE73F70E9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F95823C5-EADC-4B91-8106-EEB5FD16640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箭號: 向右 276">
                <a:extLst>
                  <a:ext uri="{FF2B5EF4-FFF2-40B4-BE49-F238E27FC236}">
                    <a16:creationId xmlns:a16="http://schemas.microsoft.com/office/drawing/2014/main" id="{4A017E22-D99E-4954-90B0-5021CEE98B8D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DFC2BE80-A217-4DD9-9AE3-2D0223525422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DFC2BE80-A217-4DD9-9AE3-2D02235254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文字方塊 274">
                  <a:extLst>
                    <a:ext uri="{FF2B5EF4-FFF2-40B4-BE49-F238E27FC236}">
                      <a16:creationId xmlns:a16="http://schemas.microsoft.com/office/drawing/2014/main" id="{5EF9ACC8-920F-42A6-AA22-A0575344A195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75" name="文字方塊 274">
                  <a:extLst>
                    <a:ext uri="{FF2B5EF4-FFF2-40B4-BE49-F238E27FC236}">
                      <a16:creationId xmlns:a16="http://schemas.microsoft.com/office/drawing/2014/main" id="{5EF9ACC8-920F-42A6-AA22-A0575344A1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AA3E0B0F-243A-4C81-B240-901EFD3B598B}"/>
                  </a:ext>
                </a:extLst>
              </p:cNvPr>
              <p:cNvSpPr txBox="1"/>
              <p:nvPr/>
            </p:nvSpPr>
            <p:spPr>
              <a:xfrm>
                <a:off x="1201883" y="2326637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AA3E0B0F-243A-4C81-B240-901EFD3B5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883" y="2326637"/>
                <a:ext cx="612129" cy="269304"/>
              </a:xfrm>
              <a:prstGeom prst="rect">
                <a:avLst/>
              </a:prstGeom>
              <a:blipFill>
                <a:blip r:embed="rId65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群組 278">
            <a:extLst>
              <a:ext uri="{FF2B5EF4-FFF2-40B4-BE49-F238E27FC236}">
                <a16:creationId xmlns:a16="http://schemas.microsoft.com/office/drawing/2014/main" id="{44B6BCCA-95E6-421B-8724-0D6773FD31F3}"/>
              </a:ext>
            </a:extLst>
          </p:cNvPr>
          <p:cNvGrpSpPr/>
          <p:nvPr/>
        </p:nvGrpSpPr>
        <p:grpSpPr>
          <a:xfrm>
            <a:off x="4697624" y="1170851"/>
            <a:ext cx="414111" cy="435433"/>
            <a:chOff x="7969706" y="-605877"/>
            <a:chExt cx="414111" cy="435433"/>
          </a:xfrm>
        </p:grpSpPr>
        <p:grpSp>
          <p:nvGrpSpPr>
            <p:cNvPr id="280" name="群組 279">
              <a:extLst>
                <a:ext uri="{FF2B5EF4-FFF2-40B4-BE49-F238E27FC236}">
                  <a16:creationId xmlns:a16="http://schemas.microsoft.com/office/drawing/2014/main" id="{800AF7AE-77B4-4EC7-8A46-C364AD40B274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83" name="箭號: 向右 282">
                <a:extLst>
                  <a:ext uri="{FF2B5EF4-FFF2-40B4-BE49-F238E27FC236}">
                    <a16:creationId xmlns:a16="http://schemas.microsoft.com/office/drawing/2014/main" id="{C2FF40A9-7D40-4897-9465-45B44E8F564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箭號: 向右 283">
                <a:extLst>
                  <a:ext uri="{FF2B5EF4-FFF2-40B4-BE49-F238E27FC236}">
                    <a16:creationId xmlns:a16="http://schemas.microsoft.com/office/drawing/2014/main" id="{D9B4C911-7FB8-4E68-9CC6-CEB849873FE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文字方塊 280">
                  <a:extLst>
                    <a:ext uri="{FF2B5EF4-FFF2-40B4-BE49-F238E27FC236}">
                      <a16:creationId xmlns:a16="http://schemas.microsoft.com/office/drawing/2014/main" id="{FD98747D-1F3A-4307-A453-217730AEC2A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1" name="文字方塊 280">
                  <a:extLst>
                    <a:ext uri="{FF2B5EF4-FFF2-40B4-BE49-F238E27FC236}">
                      <a16:creationId xmlns:a16="http://schemas.microsoft.com/office/drawing/2014/main" id="{FD98747D-1F3A-4307-A453-217730AEC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89124D88-CD55-447F-8E41-A08E6CD241D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89124D88-CD55-447F-8E41-A08E6CD241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943CC52A-BDF9-4777-9E0D-06A90C476247}"/>
                  </a:ext>
                </a:extLst>
              </p:cNvPr>
              <p:cNvSpPr txBox="1"/>
              <p:nvPr/>
            </p:nvSpPr>
            <p:spPr>
              <a:xfrm>
                <a:off x="4583691" y="1624154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943CC52A-BDF9-4777-9E0D-06A90C476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691" y="1624154"/>
                <a:ext cx="612129" cy="269304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6" name="群組 285">
            <a:extLst>
              <a:ext uri="{FF2B5EF4-FFF2-40B4-BE49-F238E27FC236}">
                <a16:creationId xmlns:a16="http://schemas.microsoft.com/office/drawing/2014/main" id="{274932C5-31E5-4534-A7E9-FF9057DF752A}"/>
              </a:ext>
            </a:extLst>
          </p:cNvPr>
          <p:cNvGrpSpPr/>
          <p:nvPr/>
        </p:nvGrpSpPr>
        <p:grpSpPr>
          <a:xfrm>
            <a:off x="4696946" y="1884127"/>
            <a:ext cx="414111" cy="435433"/>
            <a:chOff x="7969706" y="-605877"/>
            <a:chExt cx="414111" cy="435433"/>
          </a:xfrm>
        </p:grpSpPr>
        <p:grpSp>
          <p:nvGrpSpPr>
            <p:cNvPr id="287" name="群組 286">
              <a:extLst>
                <a:ext uri="{FF2B5EF4-FFF2-40B4-BE49-F238E27FC236}">
                  <a16:creationId xmlns:a16="http://schemas.microsoft.com/office/drawing/2014/main" id="{C916D8E1-60D7-4512-9C33-15EF96695EB7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90" name="箭號: 向右 289">
                <a:extLst>
                  <a:ext uri="{FF2B5EF4-FFF2-40B4-BE49-F238E27FC236}">
                    <a16:creationId xmlns:a16="http://schemas.microsoft.com/office/drawing/2014/main" id="{74B67083-3D22-46D5-AF61-2A129130719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91" name="箭號: 向右 290">
                <a:extLst>
                  <a:ext uri="{FF2B5EF4-FFF2-40B4-BE49-F238E27FC236}">
                    <a16:creationId xmlns:a16="http://schemas.microsoft.com/office/drawing/2014/main" id="{57F047F4-59C0-4D18-A4E0-1519AF50576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8CB93847-B992-4915-815A-D0FA55BCF87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8CB93847-B992-4915-815A-D0FA55BCF8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8C179A42-3334-4F23-9942-E20717503B08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8C179A42-3334-4F23-9942-E20717503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2" name="文字方塊 291">
                <a:extLst>
                  <a:ext uri="{FF2B5EF4-FFF2-40B4-BE49-F238E27FC236}">
                    <a16:creationId xmlns:a16="http://schemas.microsoft.com/office/drawing/2014/main" id="{62D8E2C0-AA0F-4FD2-96A6-D4B5BEB725EC}"/>
                  </a:ext>
                </a:extLst>
              </p:cNvPr>
              <p:cNvSpPr txBox="1"/>
              <p:nvPr/>
            </p:nvSpPr>
            <p:spPr>
              <a:xfrm>
                <a:off x="4583013" y="2337430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92" name="文字方塊 291">
                <a:extLst>
                  <a:ext uri="{FF2B5EF4-FFF2-40B4-BE49-F238E27FC236}">
                    <a16:creationId xmlns:a16="http://schemas.microsoft.com/office/drawing/2014/main" id="{62D8E2C0-AA0F-4FD2-96A6-D4B5BEB72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013" y="2337430"/>
                <a:ext cx="612129" cy="269304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9D5B2D67-C5D8-4EA9-84FA-63A7EB7FF906}"/>
              </a:ext>
            </a:extLst>
          </p:cNvPr>
          <p:cNvSpPr txBox="1"/>
          <p:nvPr/>
        </p:nvSpPr>
        <p:spPr>
          <a:xfrm>
            <a:off x="1926101" y="111250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4" name="文字方塊 293">
            <a:extLst>
              <a:ext uri="{FF2B5EF4-FFF2-40B4-BE49-F238E27FC236}">
                <a16:creationId xmlns:a16="http://schemas.microsoft.com/office/drawing/2014/main" id="{DA282223-174D-495B-9C26-79E5E6E9501A}"/>
              </a:ext>
            </a:extLst>
          </p:cNvPr>
          <p:cNvSpPr txBox="1"/>
          <p:nvPr/>
        </p:nvSpPr>
        <p:spPr>
          <a:xfrm>
            <a:off x="1926101" y="186584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5" name="文字方塊 314">
            <a:extLst>
              <a:ext uri="{FF2B5EF4-FFF2-40B4-BE49-F238E27FC236}">
                <a16:creationId xmlns:a16="http://schemas.microsoft.com/office/drawing/2014/main" id="{75A3EEB0-0E3A-4A90-9EDD-E1E7EC5E86A4}"/>
              </a:ext>
            </a:extLst>
          </p:cNvPr>
          <p:cNvSpPr txBox="1"/>
          <p:nvPr/>
        </p:nvSpPr>
        <p:spPr>
          <a:xfrm>
            <a:off x="5291323" y="110670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C41305C1-50F3-4337-887F-80D7833502C3}"/>
              </a:ext>
            </a:extLst>
          </p:cNvPr>
          <p:cNvSpPr txBox="1"/>
          <p:nvPr/>
        </p:nvSpPr>
        <p:spPr>
          <a:xfrm>
            <a:off x="5291323" y="186004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534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464579" y="3845154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5667796" y="1968691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4604516" y="4554316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4493004" y="1158674"/>
            <a:ext cx="720000" cy="707337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7796" y="3840202"/>
            <a:ext cx="720000" cy="71724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4579" y="196235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1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883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20" name="圖片 119">
            <a:extLst>
              <a:ext uri="{FF2B5EF4-FFF2-40B4-BE49-F238E27FC236}">
                <a16:creationId xmlns:a16="http://schemas.microsoft.com/office/drawing/2014/main" id="{335710ED-67BF-4075-A224-789F64961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687" y="3850230"/>
            <a:ext cx="720000" cy="720000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9FFF58DF-4241-41A0-B882-52A18D32A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604" y="3842449"/>
            <a:ext cx="720000" cy="718411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7A79E3CB-1C81-401E-9789-537B99A739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393" y="1969955"/>
            <a:ext cx="720000" cy="721593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6574E1CB-3025-49D5-8C28-9EA98C14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2449" y="1963931"/>
            <a:ext cx="720000" cy="720000"/>
          </a:xfrm>
          <a:prstGeom prst="rect">
            <a:avLst/>
          </a:prstGeom>
        </p:spPr>
      </p:pic>
      <p:pic>
        <p:nvPicPr>
          <p:cNvPr id="124" name="圖片 123">
            <a:extLst>
              <a:ext uri="{FF2B5EF4-FFF2-40B4-BE49-F238E27FC236}">
                <a16:creationId xmlns:a16="http://schemas.microsoft.com/office/drawing/2014/main" id="{B8D21C26-0CCC-48ED-8662-F40A56DD64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218" y="1160565"/>
            <a:ext cx="720000" cy="724811"/>
          </a:xfrm>
          <a:prstGeom prst="rect">
            <a:avLst/>
          </a:prstGeom>
        </p:spPr>
      </p:pic>
      <p:pic>
        <p:nvPicPr>
          <p:cNvPr id="125" name="圖片 124">
            <a:extLst>
              <a:ext uri="{FF2B5EF4-FFF2-40B4-BE49-F238E27FC236}">
                <a16:creationId xmlns:a16="http://schemas.microsoft.com/office/drawing/2014/main" id="{F60241BF-1C13-40AB-8A82-59FF447941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7367" y="4541497"/>
            <a:ext cx="720000" cy="721593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10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48718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/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1, 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blipFill>
                <a:blip r:embed="rId33"/>
                <a:stretch>
                  <a:fillRect r="-28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0596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26" name="圖片 125">
            <a:extLst>
              <a:ext uri="{FF2B5EF4-FFF2-40B4-BE49-F238E27FC236}">
                <a16:creationId xmlns:a16="http://schemas.microsoft.com/office/drawing/2014/main" id="{BA0DD386-EC9A-45D5-BBDC-6A2B7617C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394" y="3855376"/>
            <a:ext cx="720000" cy="721596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7FDBF1B9-78CE-49F8-83B4-6F29BF18C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414" y="3839986"/>
            <a:ext cx="720000" cy="723193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4BD8FD42-D1C7-46CB-8EB4-D916A2A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5604" y="1972340"/>
            <a:ext cx="720000" cy="718411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4E0E1C06-FE47-4497-B4BF-B893C24D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965" y="1962936"/>
            <a:ext cx="720000" cy="720000"/>
          </a:xfrm>
          <a:prstGeom prst="rect">
            <a:avLst/>
          </a:prstGeom>
        </p:spPr>
      </p:pic>
      <p:pic>
        <p:nvPicPr>
          <p:cNvPr id="130" name="圖片 129">
            <a:extLst>
              <a:ext uri="{FF2B5EF4-FFF2-40B4-BE49-F238E27FC236}">
                <a16:creationId xmlns:a16="http://schemas.microsoft.com/office/drawing/2014/main" id="{DF52E816-7D2F-46A8-B24A-DAF6FC1EA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218" y="1153074"/>
            <a:ext cx="720000" cy="720000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BF8D47D8-06D1-4400-9678-69BD480598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1857" y="4550524"/>
            <a:ext cx="720000" cy="721593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8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7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/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1, 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blipFill>
                <a:blip r:embed="rId33"/>
                <a:stretch>
                  <a:fillRect r="-28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4906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2129157" y="2392326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129157" y="2392326"/>
                <a:ext cx="135646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665628" y="3626607"/>
            <a:ext cx="264575" cy="279646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pic>
        <p:nvPicPr>
          <p:cNvPr id="49" name="圖片 48">
            <a:extLst>
              <a:ext uri="{FF2B5EF4-FFF2-40B4-BE49-F238E27FC236}">
                <a16:creationId xmlns:a16="http://schemas.microsoft.com/office/drawing/2014/main" id="{BF203D9A-4E7D-4E4D-8C25-CEBF1DCD9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120" y="318195"/>
            <a:ext cx="890783" cy="893782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DDC0151-5B8B-4670-88A3-DCDC5AF1B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945" y="6060861"/>
            <a:ext cx="943172" cy="952731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A3CE74EC-D36F-421D-B231-0424B223D1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20757" y="4691131"/>
            <a:ext cx="936005" cy="94315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7F4577E5-AD10-4146-983B-F1D8D965C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6486" y="3811273"/>
            <a:ext cx="747887" cy="759262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3A90D16B-00AC-4509-A0A8-F1C32A2219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41704" y="1472710"/>
            <a:ext cx="911750" cy="911750"/>
          </a:xfrm>
          <a:prstGeom prst="rect">
            <a:avLst/>
          </a:prstGeom>
        </p:spPr>
      </p:pic>
      <p:grpSp>
        <p:nvGrpSpPr>
          <p:cNvPr id="37" name="群組 36">
            <a:extLst>
              <a:ext uri="{FF2B5EF4-FFF2-40B4-BE49-F238E27FC236}">
                <a16:creationId xmlns:a16="http://schemas.microsoft.com/office/drawing/2014/main" id="{6248D0BF-84A5-4468-9CD8-F664D1436D86}"/>
              </a:ext>
            </a:extLst>
          </p:cNvPr>
          <p:cNvGrpSpPr/>
          <p:nvPr/>
        </p:nvGrpSpPr>
        <p:grpSpPr>
          <a:xfrm>
            <a:off x="249184" y="644376"/>
            <a:ext cx="9025445" cy="5239192"/>
            <a:chOff x="249184" y="644376"/>
            <a:chExt cx="9025445" cy="5239192"/>
          </a:xfrm>
        </p:grpSpPr>
        <p:sp>
          <p:nvSpPr>
            <p:cNvPr id="175" name="矩形: 圓角 174">
              <a:extLst>
                <a:ext uri="{FF2B5EF4-FFF2-40B4-BE49-F238E27FC236}">
                  <a16:creationId xmlns:a16="http://schemas.microsoft.com/office/drawing/2014/main" id="{BF09B052-4C3F-4EC6-A337-45ED454E80E1}"/>
                </a:ext>
              </a:extLst>
            </p:cNvPr>
            <p:cNvSpPr/>
            <p:nvPr/>
          </p:nvSpPr>
          <p:spPr>
            <a:xfrm>
              <a:off x="275771" y="648393"/>
              <a:ext cx="8998858" cy="5235175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112" name="圖片 111">
              <a:extLst>
                <a:ext uri="{FF2B5EF4-FFF2-40B4-BE49-F238E27FC236}">
                  <a16:creationId xmlns:a16="http://schemas.microsoft.com/office/drawing/2014/main" id="{5C033BE9-6E1D-40DB-8200-797C6F2D229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5663197" y="2555831"/>
              <a:ext cx="867600" cy="864575"/>
            </a:xfrm>
            <a:prstGeom prst="rect">
              <a:avLst/>
            </a:prstGeom>
          </p:spPr>
        </p:pic>
        <p:pic>
          <p:nvPicPr>
            <p:cNvPr id="115" name="圖片 114">
              <a:extLst>
                <a:ext uri="{FF2B5EF4-FFF2-40B4-BE49-F238E27FC236}">
                  <a16:creationId xmlns:a16="http://schemas.microsoft.com/office/drawing/2014/main" id="{18D34B52-23B0-4279-A1CC-670294886D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391336" y="3902576"/>
              <a:ext cx="867600" cy="855325"/>
            </a:xfrm>
            <a:prstGeom prst="rect">
              <a:avLst/>
            </a:prstGeom>
          </p:spPr>
        </p:pic>
        <p:pic>
          <p:nvPicPr>
            <p:cNvPr id="116" name="圖片 115">
              <a:extLst>
                <a:ext uri="{FF2B5EF4-FFF2-40B4-BE49-F238E27FC236}">
                  <a16:creationId xmlns:a16="http://schemas.microsoft.com/office/drawing/2014/main" id="{BCF2FB91-FE26-4058-B6A7-50FE9987CC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4258124" y="1500404"/>
              <a:ext cx="867600" cy="864575"/>
            </a:xfrm>
            <a:prstGeom prst="rect">
              <a:avLst/>
            </a:prstGeom>
          </p:spPr>
        </p:pic>
        <p:pic>
          <p:nvPicPr>
            <p:cNvPr id="117" name="圖片 116">
              <a:extLst>
                <a:ext uri="{FF2B5EF4-FFF2-40B4-BE49-F238E27FC236}">
                  <a16:creationId xmlns:a16="http://schemas.microsoft.com/office/drawing/2014/main" id="{21B9F618-288E-44E7-A7D2-C7BC261E8F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4367539" y="4905035"/>
              <a:ext cx="867600" cy="8645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BD7D3F58-D2E2-42DB-8B1B-53D87DE0B9E9}"/>
                    </a:ext>
                  </a:extLst>
                </p:cNvPr>
                <p:cNvSpPr txBox="1"/>
                <p:nvPr/>
              </p:nvSpPr>
              <p:spPr>
                <a:xfrm>
                  <a:off x="4391703" y="4475662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BD7D3F58-D2E2-42DB-8B1B-53D87DE0B9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1703" y="4475662"/>
                  <a:ext cx="812954" cy="338554"/>
                </a:xfrm>
                <a:prstGeom prst="rect">
                  <a:avLst/>
                </a:prstGeom>
                <a:blipFill>
                  <a:blip r:embed="rId9"/>
                  <a:stretch>
                    <a:fillRect t="-108929" r="-46269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BA56FA5-8D51-4524-8DD0-600404F1F9F0}"/>
                </a:ext>
              </a:extLst>
            </p:cNvPr>
            <p:cNvGrpSpPr/>
            <p:nvPr/>
          </p:nvGrpSpPr>
          <p:grpSpPr>
            <a:xfrm>
              <a:off x="4220267" y="1465811"/>
              <a:ext cx="727720" cy="888128"/>
              <a:chOff x="3788947" y="1465811"/>
              <a:chExt cx="727720" cy="888128"/>
            </a:xfrm>
          </p:grpSpPr>
          <p:grpSp>
            <p:nvGrpSpPr>
              <p:cNvPr id="191" name="群組 190">
                <a:extLst>
                  <a:ext uri="{FF2B5EF4-FFF2-40B4-BE49-F238E27FC236}">
                    <a16:creationId xmlns:a16="http://schemas.microsoft.com/office/drawing/2014/main" id="{12A3856D-C8EE-4E5C-9371-C38BC0FAAC9C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194" name="箭號: 向右 193">
                  <a:extLst>
                    <a:ext uri="{FF2B5EF4-FFF2-40B4-BE49-F238E27FC236}">
                      <a16:creationId xmlns:a16="http://schemas.microsoft.com/office/drawing/2014/main" id="{5A9976EA-DC90-4C92-81FF-F86EA39FDC9B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箭號: 向右 194">
                  <a:extLst>
                    <a:ext uri="{FF2B5EF4-FFF2-40B4-BE49-F238E27FC236}">
                      <a16:creationId xmlns:a16="http://schemas.microsoft.com/office/drawing/2014/main" id="{916F6971-5A5A-43BC-B03E-319A01E32168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文字方塊 191">
                    <a:extLst>
                      <a:ext uri="{FF2B5EF4-FFF2-40B4-BE49-F238E27FC236}">
                        <a16:creationId xmlns:a16="http://schemas.microsoft.com/office/drawing/2014/main" id="{882169EE-BA39-4323-A236-BF2A8F339107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192" name="文字方塊 191">
                    <a:extLst>
                      <a:ext uri="{FF2B5EF4-FFF2-40B4-BE49-F238E27FC236}">
                        <a16:creationId xmlns:a16="http://schemas.microsoft.com/office/drawing/2014/main" id="{882169EE-BA39-4323-A236-BF2A8F339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3" name="文字方塊 192">
                    <a:extLst>
                      <a:ext uri="{FF2B5EF4-FFF2-40B4-BE49-F238E27FC236}">
                        <a16:creationId xmlns:a16="http://schemas.microsoft.com/office/drawing/2014/main" id="{314BEA76-4D8E-4B0B-B6FB-45880D22183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193" name="文字方塊 192">
                    <a:extLst>
                      <a:ext uri="{FF2B5EF4-FFF2-40B4-BE49-F238E27FC236}">
                        <a16:creationId xmlns:a16="http://schemas.microsoft.com/office/drawing/2014/main" id="{314BEA76-4D8E-4B0B-B6FB-45880D221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46512" b="-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文字方塊 213">
                    <a:extLst>
                      <a:ext uri="{FF2B5EF4-FFF2-40B4-BE49-F238E27FC236}">
                        <a16:creationId xmlns:a16="http://schemas.microsoft.com/office/drawing/2014/main" id="{EFDA59F8-F89D-4806-A636-5828FA46C3A1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14" name="文字方塊 213">
                    <a:extLst>
                      <a:ext uri="{FF2B5EF4-FFF2-40B4-BE49-F238E27FC236}">
                        <a16:creationId xmlns:a16="http://schemas.microsoft.com/office/drawing/2014/main" id="{EFDA59F8-F89D-4806-A636-5828FA46C3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9437" b="-727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9B50033E-DE33-4154-B5F1-8F9B5FFA7A61}"/>
                    </a:ext>
                  </a:extLst>
                </p:cNvPr>
                <p:cNvSpPr txBox="1"/>
                <p:nvPr/>
              </p:nvSpPr>
              <p:spPr>
                <a:xfrm>
                  <a:off x="3912396" y="1257880"/>
                  <a:ext cx="16735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4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9B50033E-DE33-4154-B5F1-8F9B5FFA7A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2396" y="1257880"/>
                  <a:ext cx="1673596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1F2AF2E0-5B21-4D02-9C04-810F49C1DE66}"/>
                    </a:ext>
                  </a:extLst>
                </p:cNvPr>
                <p:cNvSpPr txBox="1"/>
                <p:nvPr/>
              </p:nvSpPr>
              <p:spPr>
                <a:xfrm>
                  <a:off x="249184" y="3883378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1F2AF2E0-5B21-4D02-9C04-810F49C1D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184" y="3883378"/>
                  <a:ext cx="1150186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5E07A889-321A-4082-9225-757B6BF06F3F}"/>
                    </a:ext>
                  </a:extLst>
                </p:cNvPr>
                <p:cNvSpPr txBox="1"/>
                <p:nvPr/>
              </p:nvSpPr>
              <p:spPr>
                <a:xfrm>
                  <a:off x="5532407" y="2536005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5E07A889-321A-4082-9225-757B6BF06F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407" y="2536005"/>
                  <a:ext cx="1150186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8E51661C-F95C-44C0-A8F0-38165630EE4E}"/>
                    </a:ext>
                  </a:extLst>
                </p:cNvPr>
                <p:cNvSpPr txBox="1"/>
                <p:nvPr/>
              </p:nvSpPr>
              <p:spPr>
                <a:xfrm>
                  <a:off x="4201115" y="4877288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8E51661C-F95C-44C0-A8F0-38165630EE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1115" y="4877288"/>
                  <a:ext cx="1150186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3" name="圖片 152">
              <a:extLst>
                <a:ext uri="{FF2B5EF4-FFF2-40B4-BE49-F238E27FC236}">
                  <a16:creationId xmlns:a16="http://schemas.microsoft.com/office/drawing/2014/main" id="{E70F1D4D-A58E-4BD6-A8D5-405865F16C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5133464" y="1483585"/>
              <a:ext cx="281644" cy="8982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文字方塊 154">
                  <a:extLst>
                    <a:ext uri="{FF2B5EF4-FFF2-40B4-BE49-F238E27FC236}">
                      <a16:creationId xmlns:a16="http://schemas.microsoft.com/office/drawing/2014/main" id="{6E2C7196-1BBD-4D80-A7AC-4190F3C5767C}"/>
                    </a:ext>
                  </a:extLst>
                </p:cNvPr>
                <p:cNvSpPr txBox="1"/>
                <p:nvPr/>
              </p:nvSpPr>
              <p:spPr>
                <a:xfrm>
                  <a:off x="5030917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55" name="文字方塊 154">
                  <a:extLst>
                    <a:ext uri="{FF2B5EF4-FFF2-40B4-BE49-F238E27FC236}">
                      <a16:creationId xmlns:a16="http://schemas.microsoft.com/office/drawing/2014/main" id="{6E2C7196-1BBD-4D80-A7AC-4190F3C576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0917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BE783C45-7EFF-4CAC-88CC-AE391F56F0C1}"/>
                </a:ext>
              </a:extLst>
            </p:cNvPr>
            <p:cNvGrpSpPr/>
            <p:nvPr/>
          </p:nvGrpSpPr>
          <p:grpSpPr>
            <a:xfrm>
              <a:off x="4016212" y="2547380"/>
              <a:ext cx="1606614" cy="1942203"/>
              <a:chOff x="1768312" y="2547380"/>
              <a:chExt cx="1606614" cy="19422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597F4F6E-837A-4FE6-9C6C-CE22102694D1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599" y="2547380"/>
                    <a:ext cx="81295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"/>
                              <m:endChr m:val="⟩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oMath>
                      </m:oMathPara>
                    </a14:m>
                    <a:endParaRPr lang="zh-TW" altLang="en-US" sz="1600" dirty="0"/>
                  </a:p>
                </p:txBody>
              </p:sp>
            </mc:Choice>
            <mc:Fallback xmlns="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597F4F6E-837A-4FE6-9C6C-CE22102694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599" y="2547380"/>
                    <a:ext cx="812954" cy="33855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t="-110909" r="-46269" b="-17272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Oval 14">
                <a:extLst>
                  <a:ext uri="{FF2B5EF4-FFF2-40B4-BE49-F238E27FC236}">
                    <a16:creationId xmlns:a16="http://schemas.microsoft.com/office/drawing/2014/main" id="{7F5221CE-37EE-40D8-BC56-84C6BB77B026}"/>
                  </a:ext>
                </a:extLst>
              </p:cNvPr>
              <p:cNvSpPr/>
              <p:nvPr/>
            </p:nvSpPr>
            <p:spPr>
              <a:xfrm>
                <a:off x="2490566" y="2826349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  <p:sp>
            <p:nvSpPr>
              <p:cNvPr id="6" name="Oval 4">
                <a:extLst>
                  <a:ext uri="{FF2B5EF4-FFF2-40B4-BE49-F238E27FC236}">
                    <a16:creationId xmlns:a16="http://schemas.microsoft.com/office/drawing/2014/main" id="{CDA31535-4AC8-4BAD-BE8E-AFCF3A5C1DFF}"/>
                  </a:ext>
                </a:extLst>
              </p:cNvPr>
              <p:cNvSpPr/>
              <p:nvPr/>
            </p:nvSpPr>
            <p:spPr>
              <a:xfrm>
                <a:off x="1851984" y="2910487"/>
                <a:ext cx="1443999" cy="149579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" name="Oval 15">
                <a:extLst>
                  <a:ext uri="{FF2B5EF4-FFF2-40B4-BE49-F238E27FC236}">
                    <a16:creationId xmlns:a16="http://schemas.microsoft.com/office/drawing/2014/main" id="{1B9C275D-D4F9-404B-9759-D3137F20859E}"/>
                  </a:ext>
                </a:extLst>
              </p:cNvPr>
              <p:cNvSpPr/>
              <p:nvPr/>
            </p:nvSpPr>
            <p:spPr>
              <a:xfrm>
                <a:off x="2490566" y="4321306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8" name="SHO">
                <a:extLst>
                  <a:ext uri="{FF2B5EF4-FFF2-40B4-BE49-F238E27FC236}">
                    <a16:creationId xmlns:a16="http://schemas.microsoft.com/office/drawing/2014/main" id="{A12C8863-94E3-49F7-8C57-91B9A2E1BDE3}"/>
                  </a:ext>
                </a:extLst>
              </p:cNvPr>
              <p:cNvSpPr/>
              <p:nvPr/>
            </p:nvSpPr>
            <p:spPr>
              <a:xfrm rot="16200000">
                <a:off x="2260445" y="2936886"/>
                <a:ext cx="622693" cy="1443999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9" name="SVO">
                <a:extLst>
                  <a:ext uri="{FF2B5EF4-FFF2-40B4-BE49-F238E27FC236}">
                    <a16:creationId xmlns:a16="http://schemas.microsoft.com/office/drawing/2014/main" id="{BC0941FF-C00B-42D1-B1F2-D6E6CE090459}"/>
                  </a:ext>
                </a:extLst>
              </p:cNvPr>
              <p:cNvSpPr/>
              <p:nvPr/>
            </p:nvSpPr>
            <p:spPr>
              <a:xfrm>
                <a:off x="2209892" y="2910988"/>
                <a:ext cx="722000" cy="1495797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3B7219CA-A385-4095-B7EA-6C247B36BEF6}"/>
                  </a:ext>
                </a:extLst>
              </p:cNvPr>
              <p:cNvSpPr/>
              <p:nvPr/>
            </p:nvSpPr>
            <p:spPr>
              <a:xfrm rot="16200000">
                <a:off x="2260445" y="2936886"/>
                <a:ext cx="622693" cy="1443999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094" y="3480535"/>
                    <a:ext cx="176928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094" y="3480535"/>
                    <a:ext cx="176928" cy="33855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r="-4137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Oval 22">
                <a:extLst>
                  <a:ext uri="{FF2B5EF4-FFF2-40B4-BE49-F238E27FC236}">
                    <a16:creationId xmlns:a16="http://schemas.microsoft.com/office/drawing/2014/main" id="{DC8DEB48-159A-432A-A563-D1E2F53D788D}"/>
                  </a:ext>
                </a:extLst>
              </p:cNvPr>
              <p:cNvSpPr/>
              <p:nvPr/>
            </p:nvSpPr>
            <p:spPr>
              <a:xfrm>
                <a:off x="2489620" y="4321306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/>
                  <p:nvPr/>
                </p:nvSpPr>
                <p:spPr>
                  <a:xfrm>
                    <a:off x="2677017" y="3575932"/>
                    <a:ext cx="176928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7017" y="3575932"/>
                    <a:ext cx="176928" cy="33855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51724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/>
                  <p:nvPr/>
                </p:nvSpPr>
                <p:spPr>
                  <a:xfrm>
                    <a:off x="2432892" y="2946190"/>
                    <a:ext cx="25696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2892" y="2946190"/>
                    <a:ext cx="256967" cy="338554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DVO">
                <a:extLst>
                  <a:ext uri="{FF2B5EF4-FFF2-40B4-BE49-F238E27FC236}">
                    <a16:creationId xmlns:a16="http://schemas.microsoft.com/office/drawing/2014/main" id="{602C53B1-114A-48C0-9D73-85F68ECA2FBE}"/>
                  </a:ext>
                </a:extLst>
              </p:cNvPr>
              <p:cNvSpPr/>
              <p:nvPr/>
            </p:nvSpPr>
            <p:spPr>
              <a:xfrm flipH="1">
                <a:off x="2209892" y="2910988"/>
                <a:ext cx="722000" cy="1495797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1" name="Oval 23">
                <a:extLst>
                  <a:ext uri="{FF2B5EF4-FFF2-40B4-BE49-F238E27FC236}">
                    <a16:creationId xmlns:a16="http://schemas.microsoft.com/office/drawing/2014/main" id="{2F8E52B4-3879-4A53-853D-37DC6B8692F9}"/>
                  </a:ext>
                </a:extLst>
              </p:cNvPr>
              <p:cNvSpPr/>
              <p:nvPr/>
            </p:nvSpPr>
            <p:spPr>
              <a:xfrm>
                <a:off x="3212476" y="3574748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23" name="Straight Arrow Connector 7">
                <a:extLst>
                  <a:ext uri="{FF2B5EF4-FFF2-40B4-BE49-F238E27FC236}">
                    <a16:creationId xmlns:a16="http://schemas.microsoft.com/office/drawing/2014/main" id="{36EC1456-E151-43D6-83EA-97600C49E1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7860" y="3210805"/>
                <a:ext cx="1697" cy="4458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19">
                <a:extLst>
                  <a:ext uri="{FF2B5EF4-FFF2-40B4-BE49-F238E27FC236}">
                    <a16:creationId xmlns:a16="http://schemas.microsoft.com/office/drawing/2014/main" id="{2B4DD044-2A67-4570-938D-6F05AB6D2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0845" y="3654510"/>
                <a:ext cx="195802" cy="15676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18">
                <a:extLst>
                  <a:ext uri="{FF2B5EF4-FFF2-40B4-BE49-F238E27FC236}">
                    <a16:creationId xmlns:a16="http://schemas.microsoft.com/office/drawing/2014/main" id="{19BA3216-8E1C-4DF5-A108-33E08250036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2399523" y="3483035"/>
                <a:ext cx="0" cy="34295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0">
                <a:extLst>
                  <a:ext uri="{FF2B5EF4-FFF2-40B4-BE49-F238E27FC236}">
                    <a16:creationId xmlns:a16="http://schemas.microsoft.com/office/drawing/2014/main" id="{C08F1200-1646-4E05-8061-9C6620047C71}"/>
                  </a:ext>
                </a:extLst>
              </p:cNvPr>
              <p:cNvSpPr/>
              <p:nvPr/>
            </p:nvSpPr>
            <p:spPr>
              <a:xfrm>
                <a:off x="1768312" y="3574748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9" name="Oval 22">
                <a:extLst>
                  <a:ext uri="{FF2B5EF4-FFF2-40B4-BE49-F238E27FC236}">
                    <a16:creationId xmlns:a16="http://schemas.microsoft.com/office/drawing/2014/main" id="{FA290670-5ADB-4445-9B33-122BE606D9A1}"/>
                  </a:ext>
                </a:extLst>
              </p:cNvPr>
              <p:cNvSpPr/>
              <p:nvPr/>
            </p:nvSpPr>
            <p:spPr>
              <a:xfrm>
                <a:off x="2490802" y="2818475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  <p:sp>
            <p:nvSpPr>
              <p:cNvPr id="240" name="Partial Circle 9">
                <a:extLst>
                  <a:ext uri="{FF2B5EF4-FFF2-40B4-BE49-F238E27FC236}">
                    <a16:creationId xmlns:a16="http://schemas.microsoft.com/office/drawing/2014/main" id="{44538DF5-DE96-4104-B849-41515C1FF3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2505459" y="3560358"/>
                <a:ext cx="102408" cy="197724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tx1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1" name="TextBox 10">
                    <a:extLst>
                      <a:ext uri="{FF2B5EF4-FFF2-40B4-BE49-F238E27FC236}">
                        <a16:creationId xmlns:a16="http://schemas.microsoft.com/office/drawing/2014/main" id="{84F7F63B-75CC-4115-B39D-DAAE72357C14}"/>
                      </a:ext>
                    </a:extLst>
                  </p:cNvPr>
                  <p:cNvSpPr txBox="1"/>
                  <p:nvPr/>
                </p:nvSpPr>
                <p:spPr>
                  <a:xfrm>
                    <a:off x="2141443" y="3595408"/>
                    <a:ext cx="31523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241" name="TextBox 10">
                    <a:extLst>
                      <a:ext uri="{FF2B5EF4-FFF2-40B4-BE49-F238E27FC236}">
                        <a16:creationId xmlns:a16="http://schemas.microsoft.com/office/drawing/2014/main" id="{84F7F63B-75CC-4115-B39D-DAAE72357C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1443" y="3595408"/>
                    <a:ext cx="315234" cy="33855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2" name="Straight Arrow Connector 17">
                <a:extLst>
                  <a:ext uri="{FF2B5EF4-FFF2-40B4-BE49-F238E27FC236}">
                    <a16:creationId xmlns:a16="http://schemas.microsoft.com/office/drawing/2014/main" id="{9118E4FA-F32D-4FFA-A291-5D7406EE0F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48711" y="3660429"/>
                <a:ext cx="221585" cy="28653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243" name="Partial Circle 9">
                <a:extLst>
                  <a:ext uri="{FF2B5EF4-FFF2-40B4-BE49-F238E27FC236}">
                    <a16:creationId xmlns:a16="http://schemas.microsoft.com/office/drawing/2014/main" id="{E3086480-D87C-44BE-A5FD-FCCCBCB51C1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92736" y="3523137"/>
                <a:ext cx="149214" cy="301366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tx1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4" name="TextBox 10">
                    <a:extLst>
                      <a:ext uri="{FF2B5EF4-FFF2-40B4-BE49-F238E27FC236}">
                        <a16:creationId xmlns:a16="http://schemas.microsoft.com/office/drawing/2014/main" id="{88C10C99-5EFB-4159-8781-24325DAB3E66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514" y="3274990"/>
                    <a:ext cx="29704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244" name="TextBox 10">
                    <a:extLst>
                      <a:ext uri="{FF2B5EF4-FFF2-40B4-BE49-F238E27FC236}">
                        <a16:creationId xmlns:a16="http://schemas.microsoft.com/office/drawing/2014/main" id="{88C10C99-5EFB-4159-8781-24325DAB3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514" y="3274990"/>
                    <a:ext cx="297046" cy="33855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r="-4082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5" name="Straight Arrow Connector 17">
                <a:extLst>
                  <a:ext uri="{FF2B5EF4-FFF2-40B4-BE49-F238E27FC236}">
                    <a16:creationId xmlns:a16="http://schemas.microsoft.com/office/drawing/2014/main" id="{4E3FCC2D-106E-4711-AEA1-A315AFE9C0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2208" y="3214704"/>
                <a:ext cx="571923" cy="44964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56" name="Oval 23">
                <a:extLst>
                  <a:ext uri="{FF2B5EF4-FFF2-40B4-BE49-F238E27FC236}">
                    <a16:creationId xmlns:a16="http://schemas.microsoft.com/office/drawing/2014/main" id="{BD6C54FF-0932-46E0-AAF1-1EE5D8BEBA20}"/>
                  </a:ext>
                </a:extLst>
              </p:cNvPr>
              <p:cNvSpPr/>
              <p:nvPr/>
            </p:nvSpPr>
            <p:spPr>
              <a:xfrm>
                <a:off x="2831476" y="3850973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57" name="Oval 23">
                <a:extLst>
                  <a:ext uri="{FF2B5EF4-FFF2-40B4-BE49-F238E27FC236}">
                    <a16:creationId xmlns:a16="http://schemas.microsoft.com/office/drawing/2014/main" id="{21C2D51D-46D6-42F1-ACC3-976D84AA89E7}"/>
                  </a:ext>
                </a:extLst>
              </p:cNvPr>
              <p:cNvSpPr/>
              <p:nvPr/>
            </p:nvSpPr>
            <p:spPr>
              <a:xfrm>
                <a:off x="2145676" y="3317573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8A77A7AA-C863-435E-93DA-A677E8525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5663197" y="3895206"/>
              <a:ext cx="867600" cy="87006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字方塊 133">
                  <a:extLst>
                    <a:ext uri="{FF2B5EF4-FFF2-40B4-BE49-F238E27FC236}">
                      <a16:creationId xmlns:a16="http://schemas.microsoft.com/office/drawing/2014/main" id="{B7CFAB37-E98B-4BFF-A8D8-CA5A27A2490F}"/>
                    </a:ext>
                  </a:extLst>
                </p:cNvPr>
                <p:cNvSpPr txBox="1"/>
                <p:nvPr/>
              </p:nvSpPr>
              <p:spPr>
                <a:xfrm>
                  <a:off x="5499070" y="3898080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34" name="文字方塊 133">
                  <a:extLst>
                    <a:ext uri="{FF2B5EF4-FFF2-40B4-BE49-F238E27FC236}">
                      <a16:creationId xmlns:a16="http://schemas.microsoft.com/office/drawing/2014/main" id="{B7CFAB37-E98B-4BFF-A8D8-CA5A27A249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9070" y="3898080"/>
                  <a:ext cx="1150186" cy="307777"/>
                </a:xfrm>
                <a:prstGeom prst="rect">
                  <a:avLst/>
                </a:prstGeom>
                <a:blipFill>
                  <a:blip r:embed="rId2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EA2F7A03-DFBC-4084-A820-E4F8EA562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391336" y="2553263"/>
              <a:ext cx="867600" cy="8697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5A878C86-D4DF-45C0-8C9D-1A1E9CBF2015}"/>
                    </a:ext>
                  </a:extLst>
                </p:cNvPr>
                <p:cNvSpPr txBox="1"/>
                <p:nvPr/>
              </p:nvSpPr>
              <p:spPr>
                <a:xfrm>
                  <a:off x="249184" y="2524702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5A878C86-D4DF-45C0-8C9D-1A1E9CBF20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184" y="2524702"/>
                  <a:ext cx="1150186" cy="307777"/>
                </a:xfrm>
                <a:prstGeom prst="rect">
                  <a:avLst/>
                </a:prstGeom>
                <a:blipFill>
                  <a:blip r:embed="rId2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F57829FF-CD68-4562-AB59-154F24F90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49700" y="3378012"/>
              <a:ext cx="453250" cy="188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7" name="直線接點 146">
              <a:extLst>
                <a:ext uri="{FF2B5EF4-FFF2-40B4-BE49-F238E27FC236}">
                  <a16:creationId xmlns:a16="http://schemas.microsoft.com/office/drawing/2014/main" id="{8EA3D37D-BFAA-448D-8EDF-6DD3156581A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355" y="3938588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9" name="直線接點 148">
              <a:extLst>
                <a:ext uri="{FF2B5EF4-FFF2-40B4-BE49-F238E27FC236}">
                  <a16:creationId xmlns:a16="http://schemas.microsoft.com/office/drawing/2014/main" id="{85901407-932B-4660-A0CE-FBFB95C7B0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938" y="3448051"/>
              <a:ext cx="80962" cy="128587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0" name="直線接點 149">
              <a:extLst>
                <a:ext uri="{FF2B5EF4-FFF2-40B4-BE49-F238E27FC236}">
                  <a16:creationId xmlns:a16="http://schemas.microsoft.com/office/drawing/2014/main" id="{DBE34094-4181-4370-ADC4-4716A25B3D7C}"/>
                </a:ext>
              </a:extLst>
            </p:cNvPr>
            <p:cNvCxnSpPr>
              <a:cxnSpLocks/>
              <a:endCxn id="28" idx="3"/>
            </p:cNvCxnSpPr>
            <p:nvPr/>
          </p:nvCxnSpPr>
          <p:spPr>
            <a:xfrm flipV="1">
              <a:off x="3934738" y="3718381"/>
              <a:ext cx="105264" cy="1916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4E4CAE33-E750-47AC-B588-9C15D197BC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33332" r="33083" b="7503"/>
            <a:stretch/>
          </p:blipFill>
          <p:spPr>
            <a:xfrm>
              <a:off x="4822704" y="662482"/>
              <a:ext cx="1912814" cy="408043"/>
            </a:xfrm>
            <a:prstGeom prst="rect">
              <a:avLst/>
            </a:prstGeom>
          </p:spPr>
        </p:pic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2CD56826-BDA2-489A-A1C9-71760E360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1301040" y="3898094"/>
              <a:ext cx="867600" cy="864289"/>
            </a:xfrm>
            <a:prstGeom prst="rect">
              <a:avLst/>
            </a:prstGeom>
          </p:spPr>
        </p:pic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1A9964D-6163-4CB7-8D60-153153D94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5437788" y="1498891"/>
              <a:ext cx="867600" cy="867600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BB5A25F0-BC28-4745-A715-A5311EC1F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5260584" y="4903522"/>
              <a:ext cx="867600" cy="867600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1D5F1A5A-B966-4E5E-98D5-F3D331955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587549" y="3892027"/>
              <a:ext cx="867600" cy="876423"/>
            </a:xfrm>
            <a:prstGeom prst="rect">
              <a:avLst/>
            </a:prstGeom>
          </p:spPr>
        </p:pic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05C9260C-70EA-422B-B9B1-56F339E26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587549" y="2552848"/>
              <a:ext cx="867600" cy="870541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F44AE697-8DEE-41BC-A7FB-60766CFE9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1301040" y="2552853"/>
              <a:ext cx="867600" cy="870530"/>
            </a:xfrm>
            <a:prstGeom prst="rect">
              <a:avLst/>
            </a:prstGeom>
          </p:spPr>
        </p:pic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ED3F24C7-A871-4937-8533-1CAAC6687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6658197" y="1500357"/>
              <a:ext cx="867600" cy="8646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00B2C6EF-8714-46C7-97E2-155CC77F2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6154867" y="4900571"/>
              <a:ext cx="867600" cy="873502"/>
            </a:xfrm>
            <a:prstGeom prst="rect">
              <a:avLst/>
            </a:prstGeom>
          </p:spPr>
        </p:pic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A5578C74-962F-4519-A949-263709844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2207141" y="3896438"/>
              <a:ext cx="867600" cy="867600"/>
            </a:xfrm>
            <a:prstGeom prst="rect">
              <a:avLst/>
            </a:prstGeom>
          </p:spPr>
        </p:pic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FBFCE453-2181-4110-BBFD-A7945B9D4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7489699" y="3896438"/>
              <a:ext cx="867600" cy="867600"/>
            </a:xfrm>
            <a:prstGeom prst="rect">
              <a:avLst/>
            </a:prstGeom>
          </p:spPr>
        </p:pic>
        <p:pic>
          <p:nvPicPr>
            <p:cNvPr id="47" name="圖片 46">
              <a:extLst>
                <a:ext uri="{FF2B5EF4-FFF2-40B4-BE49-F238E27FC236}">
                  <a16:creationId xmlns:a16="http://schemas.microsoft.com/office/drawing/2014/main" id="{1F050963-2539-45DA-8701-B354D3775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7489699" y="2552853"/>
              <a:ext cx="867600" cy="870531"/>
            </a:xfrm>
            <a:prstGeom prst="rect">
              <a:avLst/>
            </a:prstGeom>
          </p:spPr>
        </p:pic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5081DE88-DEFF-4CFB-B295-8F21CFC92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2207141" y="2548416"/>
              <a:ext cx="867600" cy="879404"/>
            </a:xfrm>
            <a:prstGeom prst="rect">
              <a:avLst/>
            </a:prstGeom>
          </p:spPr>
        </p:pic>
        <p:grpSp>
          <p:nvGrpSpPr>
            <p:cNvPr id="88" name="群組 87">
              <a:extLst>
                <a:ext uri="{FF2B5EF4-FFF2-40B4-BE49-F238E27FC236}">
                  <a16:creationId xmlns:a16="http://schemas.microsoft.com/office/drawing/2014/main" id="{9DEA4DE2-F21D-42C3-B991-77BCC2217357}"/>
                </a:ext>
              </a:extLst>
            </p:cNvPr>
            <p:cNvGrpSpPr/>
            <p:nvPr/>
          </p:nvGrpSpPr>
          <p:grpSpPr>
            <a:xfrm>
              <a:off x="7096445" y="4968870"/>
              <a:ext cx="762458" cy="762458"/>
              <a:chOff x="801581" y="4966326"/>
              <a:chExt cx="1150186" cy="1150186"/>
            </a:xfrm>
          </p:grpSpPr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7DD9CEE3-F610-4B75-A6C3-9243D770FBBB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90" name="橢圓 89">
                <a:extLst>
                  <a:ext uri="{FF2B5EF4-FFF2-40B4-BE49-F238E27FC236}">
                    <a16:creationId xmlns:a16="http://schemas.microsoft.com/office/drawing/2014/main" id="{3997D756-5A3B-48D4-A7B8-DF3E34871C30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1" name="橢圓 90">
                <a:extLst>
                  <a:ext uri="{FF2B5EF4-FFF2-40B4-BE49-F238E27FC236}">
                    <a16:creationId xmlns:a16="http://schemas.microsoft.com/office/drawing/2014/main" id="{877DBD0E-54FE-45AB-9E51-B5999B4EBAC0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2" name="橢圓 91">
                <a:extLst>
                  <a:ext uri="{FF2B5EF4-FFF2-40B4-BE49-F238E27FC236}">
                    <a16:creationId xmlns:a16="http://schemas.microsoft.com/office/drawing/2014/main" id="{F780AF43-4444-49B0-8E50-D2169AAE53F1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3" name="橢圓 92">
                <a:extLst>
                  <a:ext uri="{FF2B5EF4-FFF2-40B4-BE49-F238E27FC236}">
                    <a16:creationId xmlns:a16="http://schemas.microsoft.com/office/drawing/2014/main" id="{BA0C037C-178E-4768-95AD-C6DA08CDF5CB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4" name="橢圓 93">
                <a:extLst>
                  <a:ext uri="{FF2B5EF4-FFF2-40B4-BE49-F238E27FC236}">
                    <a16:creationId xmlns:a16="http://schemas.microsoft.com/office/drawing/2014/main" id="{E890A434-F148-4E3B-865E-9BB0FD2331CA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5" name="橢圓 94">
                <a:extLst>
                  <a:ext uri="{FF2B5EF4-FFF2-40B4-BE49-F238E27FC236}">
                    <a16:creationId xmlns:a16="http://schemas.microsoft.com/office/drawing/2014/main" id="{B3CEFE77-43CD-4ED6-BB64-8BE0791BCC08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6" name="橢圓 95">
                <a:extLst>
                  <a:ext uri="{FF2B5EF4-FFF2-40B4-BE49-F238E27FC236}">
                    <a16:creationId xmlns:a16="http://schemas.microsoft.com/office/drawing/2014/main" id="{927089C6-792F-4794-AA2C-02005CBE1100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97" name="橢圓 96">
                <a:extLst>
                  <a:ext uri="{FF2B5EF4-FFF2-40B4-BE49-F238E27FC236}">
                    <a16:creationId xmlns:a16="http://schemas.microsoft.com/office/drawing/2014/main" id="{44880E88-0436-4B18-87AF-A099F0E99C0B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8" name="等腰三角形 97">
                <a:extLst>
                  <a:ext uri="{FF2B5EF4-FFF2-40B4-BE49-F238E27FC236}">
                    <a16:creationId xmlns:a16="http://schemas.microsoft.com/office/drawing/2014/main" id="{5C64707A-91B9-4248-8BC6-4D9EE85C288C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9" name="等腰三角形 98">
                <a:extLst>
                  <a:ext uri="{FF2B5EF4-FFF2-40B4-BE49-F238E27FC236}">
                    <a16:creationId xmlns:a16="http://schemas.microsoft.com/office/drawing/2014/main" id="{70682C90-263C-4760-9802-917120CE51B6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0" name="等腰三角形 99">
                <a:extLst>
                  <a:ext uri="{FF2B5EF4-FFF2-40B4-BE49-F238E27FC236}">
                    <a16:creationId xmlns:a16="http://schemas.microsoft.com/office/drawing/2014/main" id="{714836B4-4F83-4552-9F92-8660F3E2E7E3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1" name="等腰三角形 100">
                <a:extLst>
                  <a:ext uri="{FF2B5EF4-FFF2-40B4-BE49-F238E27FC236}">
                    <a16:creationId xmlns:a16="http://schemas.microsoft.com/office/drawing/2014/main" id="{2063B08B-4928-465D-9802-D9D565A24183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2" name="等腰三角形 101">
                <a:extLst>
                  <a:ext uri="{FF2B5EF4-FFF2-40B4-BE49-F238E27FC236}">
                    <a16:creationId xmlns:a16="http://schemas.microsoft.com/office/drawing/2014/main" id="{8881EDFE-42D8-4211-AE30-2F26BDB6366E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3" name="等腰三角形 102">
                <a:extLst>
                  <a:ext uri="{FF2B5EF4-FFF2-40B4-BE49-F238E27FC236}">
                    <a16:creationId xmlns:a16="http://schemas.microsoft.com/office/drawing/2014/main" id="{93F02736-8B99-4217-BD7E-77DCDADA9D6C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4" name="等腰三角形 103">
                <a:extLst>
                  <a:ext uri="{FF2B5EF4-FFF2-40B4-BE49-F238E27FC236}">
                    <a16:creationId xmlns:a16="http://schemas.microsoft.com/office/drawing/2014/main" id="{B3A15E49-BF6F-46DF-8F1B-5155F8F020E8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5" name="等腰三角形 104">
                <a:extLst>
                  <a:ext uri="{FF2B5EF4-FFF2-40B4-BE49-F238E27FC236}">
                    <a16:creationId xmlns:a16="http://schemas.microsoft.com/office/drawing/2014/main" id="{1F930AE7-05EB-4495-93B2-71989B97B830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06" name="群組 105">
              <a:extLst>
                <a:ext uri="{FF2B5EF4-FFF2-40B4-BE49-F238E27FC236}">
                  <a16:creationId xmlns:a16="http://schemas.microsoft.com/office/drawing/2014/main" id="{CFF4E79D-DEAD-44B4-98BB-A866999977FC}"/>
                </a:ext>
              </a:extLst>
            </p:cNvPr>
            <p:cNvGrpSpPr/>
            <p:nvPr/>
          </p:nvGrpSpPr>
          <p:grpSpPr>
            <a:xfrm>
              <a:off x="7833662" y="1486244"/>
              <a:ext cx="762458" cy="789843"/>
              <a:chOff x="3481679" y="1511997"/>
              <a:chExt cx="1150186" cy="1191497"/>
            </a:xfrm>
          </p:grpSpPr>
          <p:sp>
            <p:nvSpPr>
              <p:cNvPr id="107" name="矩形: 圓角 106">
                <a:extLst>
                  <a:ext uri="{FF2B5EF4-FFF2-40B4-BE49-F238E27FC236}">
                    <a16:creationId xmlns:a16="http://schemas.microsoft.com/office/drawing/2014/main" id="{63F20761-DF56-4DAF-ADEE-1E688EC888F1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08" name="橢圓 107">
                <a:extLst>
                  <a:ext uri="{FF2B5EF4-FFF2-40B4-BE49-F238E27FC236}">
                    <a16:creationId xmlns:a16="http://schemas.microsoft.com/office/drawing/2014/main" id="{2E1CBA73-5E18-4EE5-9CFA-68B221BF9DBA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09" name="橢圓 108">
                <a:extLst>
                  <a:ext uri="{FF2B5EF4-FFF2-40B4-BE49-F238E27FC236}">
                    <a16:creationId xmlns:a16="http://schemas.microsoft.com/office/drawing/2014/main" id="{D5E09F90-6F73-454B-91D7-00C8C2174765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10" name="橢圓 109">
                <a:extLst>
                  <a:ext uri="{FF2B5EF4-FFF2-40B4-BE49-F238E27FC236}">
                    <a16:creationId xmlns:a16="http://schemas.microsoft.com/office/drawing/2014/main" id="{890A969E-721E-4B65-A84D-FC7FE51A9361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11" name="橢圓 110">
                <a:extLst>
                  <a:ext uri="{FF2B5EF4-FFF2-40B4-BE49-F238E27FC236}">
                    <a16:creationId xmlns:a16="http://schemas.microsoft.com/office/drawing/2014/main" id="{183D9A8F-D5EA-4532-A8EF-C714C53CC4E9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18" name="橢圓 117">
                <a:extLst>
                  <a:ext uri="{FF2B5EF4-FFF2-40B4-BE49-F238E27FC236}">
                    <a16:creationId xmlns:a16="http://schemas.microsoft.com/office/drawing/2014/main" id="{01539D71-9C9E-4608-A052-39E0B86F3328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19" name="橢圓 118">
                <a:extLst>
                  <a:ext uri="{FF2B5EF4-FFF2-40B4-BE49-F238E27FC236}">
                    <a16:creationId xmlns:a16="http://schemas.microsoft.com/office/drawing/2014/main" id="{0949BB74-FFD4-4C44-B4B9-820771D1372A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ACAB8F48-2397-4F31-B109-98243C82CBF5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 dirty="0"/>
              </a:p>
            </p:txBody>
          </p:sp>
          <p:sp>
            <p:nvSpPr>
              <p:cNvPr id="121" name="橢圓 120">
                <a:extLst>
                  <a:ext uri="{FF2B5EF4-FFF2-40B4-BE49-F238E27FC236}">
                    <a16:creationId xmlns:a16="http://schemas.microsoft.com/office/drawing/2014/main" id="{BFB258DB-E13C-48C6-9F68-28EAAB93885A}"/>
                  </a:ext>
                </a:extLst>
              </p:cNvPr>
              <p:cNvSpPr/>
              <p:nvPr/>
            </p:nvSpPr>
            <p:spPr>
              <a:xfrm>
                <a:off x="4201902" y="1753910"/>
                <a:ext cx="230063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2" name="等腰三角形 121">
                <a:extLst>
                  <a:ext uri="{FF2B5EF4-FFF2-40B4-BE49-F238E27FC236}">
                    <a16:creationId xmlns:a16="http://schemas.microsoft.com/office/drawing/2014/main" id="{39167AD4-ED1F-4EB6-9F0C-1F3E9615D969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3" name="等腰三角形 122">
                <a:extLst>
                  <a:ext uri="{FF2B5EF4-FFF2-40B4-BE49-F238E27FC236}">
                    <a16:creationId xmlns:a16="http://schemas.microsoft.com/office/drawing/2014/main" id="{582F9B1B-6784-4E30-9017-28EB0B9BBC53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4" name="等腰三角形 123">
                <a:extLst>
                  <a:ext uri="{FF2B5EF4-FFF2-40B4-BE49-F238E27FC236}">
                    <a16:creationId xmlns:a16="http://schemas.microsoft.com/office/drawing/2014/main" id="{D05C643C-BEEA-4E67-A14B-0B0E80CD7D97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25" name="等腰三角形 124">
                <a:extLst>
                  <a:ext uri="{FF2B5EF4-FFF2-40B4-BE49-F238E27FC236}">
                    <a16:creationId xmlns:a16="http://schemas.microsoft.com/office/drawing/2014/main" id="{B5DABBF9-D654-4BDD-9C94-55479829B42C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6" name="等腰三角形 125">
                <a:extLst>
                  <a:ext uri="{FF2B5EF4-FFF2-40B4-BE49-F238E27FC236}">
                    <a16:creationId xmlns:a16="http://schemas.microsoft.com/office/drawing/2014/main" id="{15BF0349-42A3-487E-9460-B3468168FDC9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7" name="等腰三角形 126">
                <a:extLst>
                  <a:ext uri="{FF2B5EF4-FFF2-40B4-BE49-F238E27FC236}">
                    <a16:creationId xmlns:a16="http://schemas.microsoft.com/office/drawing/2014/main" id="{6B55B73B-2ADA-4885-B61E-75F1F2031016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8" name="等腰三角形 127">
                <a:extLst>
                  <a:ext uri="{FF2B5EF4-FFF2-40B4-BE49-F238E27FC236}">
                    <a16:creationId xmlns:a16="http://schemas.microsoft.com/office/drawing/2014/main" id="{1808E2E1-0C34-44D9-AAA2-61A6AEDFD3E9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9" name="等腰三角形 128">
                <a:extLst>
                  <a:ext uri="{FF2B5EF4-FFF2-40B4-BE49-F238E27FC236}">
                    <a16:creationId xmlns:a16="http://schemas.microsoft.com/office/drawing/2014/main" id="{F5D9CAE8-A19C-426A-8C29-0A0E269DBDA8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grpSp>
            <p:nvGrpSpPr>
              <p:cNvPr id="130" name="群組 129">
                <a:extLst>
                  <a:ext uri="{FF2B5EF4-FFF2-40B4-BE49-F238E27FC236}">
                    <a16:creationId xmlns:a16="http://schemas.microsoft.com/office/drawing/2014/main" id="{A79A53E0-A5AD-461F-A2C4-B99AFB43FD20}"/>
                  </a:ext>
                </a:extLst>
              </p:cNvPr>
              <p:cNvGrpSpPr/>
              <p:nvPr/>
            </p:nvGrpSpPr>
            <p:grpSpPr>
              <a:xfrm>
                <a:off x="4046896" y="2016650"/>
                <a:ext cx="115585" cy="110881"/>
                <a:chOff x="1328701" y="2330105"/>
                <a:chExt cx="479430" cy="476538"/>
              </a:xfrm>
            </p:grpSpPr>
            <p:sp>
              <p:nvSpPr>
                <p:cNvPr id="133" name="箭號: 向右 132">
                  <a:extLst>
                    <a:ext uri="{FF2B5EF4-FFF2-40B4-BE49-F238E27FC236}">
                      <a16:creationId xmlns:a16="http://schemas.microsoft.com/office/drawing/2014/main" id="{6F7AA3F2-F3B7-46B4-AB91-1020CF6F51AD}"/>
                    </a:ext>
                  </a:extLst>
                </p:cNvPr>
                <p:cNvSpPr/>
                <p:nvPr/>
              </p:nvSpPr>
              <p:spPr>
                <a:xfrm>
                  <a:off x="1366547" y="2674112"/>
                  <a:ext cx="441584" cy="132531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5" name="箭號: 向右 134">
                  <a:extLst>
                    <a:ext uri="{FF2B5EF4-FFF2-40B4-BE49-F238E27FC236}">
                      <a16:creationId xmlns:a16="http://schemas.microsoft.com/office/drawing/2014/main" id="{6DE1690C-904C-48F7-9522-F040939A7A66}"/>
                    </a:ext>
                  </a:extLst>
                </p:cNvPr>
                <p:cNvSpPr/>
                <p:nvPr/>
              </p:nvSpPr>
              <p:spPr>
                <a:xfrm rot="16200000">
                  <a:off x="1174173" y="2484633"/>
                  <a:ext cx="441581" cy="132526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60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12ADC584-B355-467E-88B3-736C0B564D0C}"/>
                      </a:ext>
                    </a:extLst>
                  </p:cNvPr>
                  <p:cNvSpPr txBox="1"/>
                  <p:nvPr/>
                </p:nvSpPr>
                <p:spPr>
                  <a:xfrm>
                    <a:off x="3803785" y="1511997"/>
                    <a:ext cx="546776" cy="5400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8" name="文字方塊 197">
                    <a:extLst>
                      <a:ext uri="{FF2B5EF4-FFF2-40B4-BE49-F238E27FC236}">
                        <a16:creationId xmlns:a16="http://schemas.microsoft.com/office/drawing/2014/main" id="{A158A9CD-C3A5-4146-A816-D6FA568EB4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03785" y="1511997"/>
                    <a:ext cx="546776" cy="540026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339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字方塊 131">
                    <a:extLst>
                      <a:ext uri="{FF2B5EF4-FFF2-40B4-BE49-F238E27FC236}">
                        <a16:creationId xmlns:a16="http://schemas.microsoft.com/office/drawing/2014/main" id="{57A33456-CB91-468C-9CB4-1B0042438698}"/>
                      </a:ext>
                    </a:extLst>
                  </p:cNvPr>
                  <p:cNvSpPr txBox="1"/>
                  <p:nvPr/>
                </p:nvSpPr>
                <p:spPr>
                  <a:xfrm>
                    <a:off x="4070531" y="1899986"/>
                    <a:ext cx="480892" cy="51071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9" name="文字方塊 198">
                    <a:extLst>
                      <a:ext uri="{FF2B5EF4-FFF2-40B4-BE49-F238E27FC236}">
                        <a16:creationId xmlns:a16="http://schemas.microsoft.com/office/drawing/2014/main" id="{9F8B6938-D760-409B-B56E-F2C58D701F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0531" y="1899986"/>
                    <a:ext cx="480892" cy="510717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b="-357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8E625173-4C93-4FFD-A979-0EB3170535ED}"/>
                </a:ext>
              </a:extLst>
            </p:cNvPr>
            <p:cNvGrpSpPr/>
            <p:nvPr/>
          </p:nvGrpSpPr>
          <p:grpSpPr>
            <a:xfrm>
              <a:off x="8379905" y="3949838"/>
              <a:ext cx="762458" cy="762458"/>
              <a:chOff x="389151" y="2161357"/>
              <a:chExt cx="1150186" cy="1150186"/>
            </a:xfrm>
          </p:grpSpPr>
          <p:sp>
            <p:nvSpPr>
              <p:cNvPr id="137" name="矩形: 圓角 136">
                <a:extLst>
                  <a:ext uri="{FF2B5EF4-FFF2-40B4-BE49-F238E27FC236}">
                    <a16:creationId xmlns:a16="http://schemas.microsoft.com/office/drawing/2014/main" id="{42541D75-3339-444F-8C57-09FBA618D2D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38" name="箭號: 左-右雙向 137">
                <a:extLst>
                  <a:ext uri="{FF2B5EF4-FFF2-40B4-BE49-F238E27FC236}">
                    <a16:creationId xmlns:a16="http://schemas.microsoft.com/office/drawing/2014/main" id="{84A85953-16C3-4E11-8FBE-9462354A15C3}"/>
                  </a:ext>
                </a:extLst>
              </p:cNvPr>
              <p:cNvSpPr/>
              <p:nvPr/>
            </p:nvSpPr>
            <p:spPr>
              <a:xfrm rot="189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39" name="箭號: 左-右雙向 138">
                <a:extLst>
                  <a:ext uri="{FF2B5EF4-FFF2-40B4-BE49-F238E27FC236}">
                    <a16:creationId xmlns:a16="http://schemas.microsoft.com/office/drawing/2014/main" id="{64AD7587-55C1-41A3-9255-9EDB09B03229}"/>
                  </a:ext>
                </a:extLst>
              </p:cNvPr>
              <p:cNvSpPr/>
              <p:nvPr/>
            </p:nvSpPr>
            <p:spPr>
              <a:xfrm rot="189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0" name="箭號: 左-右雙向 139">
                <a:extLst>
                  <a:ext uri="{FF2B5EF4-FFF2-40B4-BE49-F238E27FC236}">
                    <a16:creationId xmlns:a16="http://schemas.microsoft.com/office/drawing/2014/main" id="{8BB52CAB-0979-40E9-8188-CDAF08DCF40F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1" name="箭號: 左-右雙向 140">
                <a:extLst>
                  <a:ext uri="{FF2B5EF4-FFF2-40B4-BE49-F238E27FC236}">
                    <a16:creationId xmlns:a16="http://schemas.microsoft.com/office/drawing/2014/main" id="{1F9E47A9-40F4-4978-936E-FDFCF2CC421C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2" name="箭號: 左-右雙向 141">
                <a:extLst>
                  <a:ext uri="{FF2B5EF4-FFF2-40B4-BE49-F238E27FC236}">
                    <a16:creationId xmlns:a16="http://schemas.microsoft.com/office/drawing/2014/main" id="{164B692C-561C-4C9B-BB56-AB6449F13EE0}"/>
                  </a:ext>
                </a:extLst>
              </p:cNvPr>
              <p:cNvSpPr/>
              <p:nvPr/>
            </p:nvSpPr>
            <p:spPr>
              <a:xfrm rot="54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43" name="箭號: 左-右雙向 142">
                <a:extLst>
                  <a:ext uri="{FF2B5EF4-FFF2-40B4-BE49-F238E27FC236}">
                    <a16:creationId xmlns:a16="http://schemas.microsoft.com/office/drawing/2014/main" id="{932AD022-4347-4AEF-9FC4-B22BE35C172B}"/>
                  </a:ext>
                </a:extLst>
              </p:cNvPr>
              <p:cNvSpPr/>
              <p:nvPr/>
            </p:nvSpPr>
            <p:spPr>
              <a:xfrm rot="5400000"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4" name="箭號: 左-右雙向 143">
                <a:extLst>
                  <a:ext uri="{FF2B5EF4-FFF2-40B4-BE49-F238E27FC236}">
                    <a16:creationId xmlns:a16="http://schemas.microsoft.com/office/drawing/2014/main" id="{31C3F54D-11ED-4D64-B824-79F277B0356A}"/>
                  </a:ext>
                </a:extLst>
              </p:cNvPr>
              <p:cNvSpPr/>
              <p:nvPr/>
            </p:nvSpPr>
            <p:spPr>
              <a:xfrm rot="27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8" name="箭號: 左-右雙向 147">
                <a:extLst>
                  <a:ext uri="{FF2B5EF4-FFF2-40B4-BE49-F238E27FC236}">
                    <a16:creationId xmlns:a16="http://schemas.microsoft.com/office/drawing/2014/main" id="{C38CBDE5-E5A1-4684-9E55-7127FB8D6912}"/>
                  </a:ext>
                </a:extLst>
              </p:cNvPr>
              <p:cNvSpPr/>
              <p:nvPr/>
            </p:nvSpPr>
            <p:spPr>
              <a:xfrm rot="27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51" name="群組 150">
              <a:extLst>
                <a:ext uri="{FF2B5EF4-FFF2-40B4-BE49-F238E27FC236}">
                  <a16:creationId xmlns:a16="http://schemas.microsoft.com/office/drawing/2014/main" id="{A9995117-B29D-4A61-839C-A005BC273CAE}"/>
                </a:ext>
              </a:extLst>
            </p:cNvPr>
            <p:cNvGrpSpPr/>
            <p:nvPr/>
          </p:nvGrpSpPr>
          <p:grpSpPr>
            <a:xfrm>
              <a:off x="3129287" y="2585080"/>
              <a:ext cx="762458" cy="762458"/>
              <a:chOff x="389151" y="2161357"/>
              <a:chExt cx="1150186" cy="1150186"/>
            </a:xfrm>
          </p:grpSpPr>
          <p:sp>
            <p:nvSpPr>
              <p:cNvPr id="152" name="矩形: 圓角 151">
                <a:extLst>
                  <a:ext uri="{FF2B5EF4-FFF2-40B4-BE49-F238E27FC236}">
                    <a16:creationId xmlns:a16="http://schemas.microsoft.com/office/drawing/2014/main" id="{7A58607A-1424-4795-A319-41768ED716A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54" name="箭號: 左-右雙向 153">
                <a:extLst>
                  <a:ext uri="{FF2B5EF4-FFF2-40B4-BE49-F238E27FC236}">
                    <a16:creationId xmlns:a16="http://schemas.microsoft.com/office/drawing/2014/main" id="{E128E6BD-9BEB-4BB6-90D6-DD4B9E260389}"/>
                  </a:ext>
                </a:extLst>
              </p:cNvPr>
              <p:cNvSpPr/>
              <p:nvPr/>
            </p:nvSpPr>
            <p:spPr>
              <a:xfrm rot="27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58" name="箭號: 左-右雙向 157">
                <a:extLst>
                  <a:ext uri="{FF2B5EF4-FFF2-40B4-BE49-F238E27FC236}">
                    <a16:creationId xmlns:a16="http://schemas.microsoft.com/office/drawing/2014/main" id="{2C9DC731-CBDA-47C9-BBBB-33C064DB0119}"/>
                  </a:ext>
                </a:extLst>
              </p:cNvPr>
              <p:cNvSpPr/>
              <p:nvPr/>
            </p:nvSpPr>
            <p:spPr>
              <a:xfrm rot="27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59" name="箭號: 左-右雙向 158">
                <a:extLst>
                  <a:ext uri="{FF2B5EF4-FFF2-40B4-BE49-F238E27FC236}">
                    <a16:creationId xmlns:a16="http://schemas.microsoft.com/office/drawing/2014/main" id="{CC9E0076-DA90-46A5-98E4-8428AC5D2B17}"/>
                  </a:ext>
                </a:extLst>
              </p:cNvPr>
              <p:cNvSpPr/>
              <p:nvPr/>
            </p:nvSpPr>
            <p:spPr>
              <a:xfrm rot="5400000">
                <a:off x="601032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0" name="箭號: 左-右雙向 159">
                <a:extLst>
                  <a:ext uri="{FF2B5EF4-FFF2-40B4-BE49-F238E27FC236}">
                    <a16:creationId xmlns:a16="http://schemas.microsoft.com/office/drawing/2014/main" id="{49BB2709-9026-48AD-B4C2-48680F96DADE}"/>
                  </a:ext>
                </a:extLst>
              </p:cNvPr>
              <p:cNvSpPr/>
              <p:nvPr/>
            </p:nvSpPr>
            <p:spPr>
              <a:xfrm rot="5400000">
                <a:off x="1098572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2" name="箭號: 左-右雙向 161">
                <a:extLst>
                  <a:ext uri="{FF2B5EF4-FFF2-40B4-BE49-F238E27FC236}">
                    <a16:creationId xmlns:a16="http://schemas.microsoft.com/office/drawing/2014/main" id="{4FD1E419-1EB3-4A9E-BAFC-68E5890188DD}"/>
                  </a:ext>
                </a:extLst>
              </p:cNvPr>
              <p:cNvSpPr/>
              <p:nvPr/>
            </p:nvSpPr>
            <p:spPr>
              <a:xfrm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63" name="箭號: 左-右雙向 162">
                <a:extLst>
                  <a:ext uri="{FF2B5EF4-FFF2-40B4-BE49-F238E27FC236}">
                    <a16:creationId xmlns:a16="http://schemas.microsoft.com/office/drawing/2014/main" id="{537FD6B6-FE81-4CB2-ABB2-8E0DA6CE232E}"/>
                  </a:ext>
                </a:extLst>
              </p:cNvPr>
              <p:cNvSpPr/>
              <p:nvPr/>
            </p:nvSpPr>
            <p:spPr>
              <a:xfrm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4" name="箭號: 左-右雙向 163">
                <a:extLst>
                  <a:ext uri="{FF2B5EF4-FFF2-40B4-BE49-F238E27FC236}">
                    <a16:creationId xmlns:a16="http://schemas.microsoft.com/office/drawing/2014/main" id="{CA218A62-D11C-4A5A-A24E-47D3AFA7C209}"/>
                  </a:ext>
                </a:extLst>
              </p:cNvPr>
              <p:cNvSpPr/>
              <p:nvPr/>
            </p:nvSpPr>
            <p:spPr>
              <a:xfrm rot="189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5" name="箭號: 左-右雙向 164">
                <a:extLst>
                  <a:ext uri="{FF2B5EF4-FFF2-40B4-BE49-F238E27FC236}">
                    <a16:creationId xmlns:a16="http://schemas.microsoft.com/office/drawing/2014/main" id="{33C7164E-8D2A-4757-B2CC-ADF33A2225B2}"/>
                  </a:ext>
                </a:extLst>
              </p:cNvPr>
              <p:cNvSpPr/>
              <p:nvPr/>
            </p:nvSpPr>
            <p:spPr>
              <a:xfrm rot="189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32708DC-09BA-4A91-8980-75B7AA482EF0}"/>
                </a:ext>
              </a:extLst>
            </p:cNvPr>
            <p:cNvGrpSpPr/>
            <p:nvPr/>
          </p:nvGrpSpPr>
          <p:grpSpPr>
            <a:xfrm>
              <a:off x="8402151" y="2578758"/>
              <a:ext cx="763200" cy="763200"/>
              <a:chOff x="6578505" y="2619036"/>
              <a:chExt cx="763200" cy="763200"/>
            </a:xfrm>
          </p:grpSpPr>
          <p:sp>
            <p:nvSpPr>
              <p:cNvPr id="167" name="矩形: 圓角 166">
                <a:extLst>
                  <a:ext uri="{FF2B5EF4-FFF2-40B4-BE49-F238E27FC236}">
                    <a16:creationId xmlns:a16="http://schemas.microsoft.com/office/drawing/2014/main" id="{E73838FF-5358-4200-88ED-E56A1BC79977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69" name="箭號: 左-右雙向 168">
                <a:extLst>
                  <a:ext uri="{FF2B5EF4-FFF2-40B4-BE49-F238E27FC236}">
                    <a16:creationId xmlns:a16="http://schemas.microsoft.com/office/drawing/2014/main" id="{5CF7DFF3-7075-4495-919B-4BC12D725285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0" name="箭號: 左-右雙向 169">
                <a:extLst>
                  <a:ext uri="{FF2B5EF4-FFF2-40B4-BE49-F238E27FC236}">
                    <a16:creationId xmlns:a16="http://schemas.microsoft.com/office/drawing/2014/main" id="{421D9004-23E8-4538-9542-B160B4631A6B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1" name="箭號: 左-右雙向 170">
                <a:extLst>
                  <a:ext uri="{FF2B5EF4-FFF2-40B4-BE49-F238E27FC236}">
                    <a16:creationId xmlns:a16="http://schemas.microsoft.com/office/drawing/2014/main" id="{126D7B57-F4FD-41CD-A992-89BE3B494277}"/>
                  </a:ext>
                </a:extLst>
              </p:cNvPr>
              <p:cNvSpPr/>
              <p:nvPr/>
            </p:nvSpPr>
            <p:spPr>
              <a:xfrm rot="18900000"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2" name="箭號: 左-右雙向 171">
                <a:extLst>
                  <a:ext uri="{FF2B5EF4-FFF2-40B4-BE49-F238E27FC236}">
                    <a16:creationId xmlns:a16="http://schemas.microsoft.com/office/drawing/2014/main" id="{C8BC2598-0F61-47BB-B962-03D2626EEE4E}"/>
                  </a:ext>
                </a:extLst>
              </p:cNvPr>
              <p:cNvSpPr/>
              <p:nvPr/>
            </p:nvSpPr>
            <p:spPr>
              <a:xfrm rot="18900000"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3" name="箭號: 左-右雙向 172">
                <a:extLst>
                  <a:ext uri="{FF2B5EF4-FFF2-40B4-BE49-F238E27FC236}">
                    <a16:creationId xmlns:a16="http://schemas.microsoft.com/office/drawing/2014/main" id="{51C72DA0-2193-4C4A-B9D1-4CF2E91A3041}"/>
                  </a:ext>
                </a:extLst>
              </p:cNvPr>
              <p:cNvSpPr/>
              <p:nvPr/>
            </p:nvSpPr>
            <p:spPr>
              <a:xfrm rot="2700000"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4" name="箭號: 左-右雙向 173">
                <a:extLst>
                  <a:ext uri="{FF2B5EF4-FFF2-40B4-BE49-F238E27FC236}">
                    <a16:creationId xmlns:a16="http://schemas.microsoft.com/office/drawing/2014/main" id="{66EDCE84-98C2-47C3-BAF8-AEA80D9C3580}"/>
                  </a:ext>
                </a:extLst>
              </p:cNvPr>
              <p:cNvSpPr/>
              <p:nvPr/>
            </p:nvSpPr>
            <p:spPr>
              <a:xfrm rot="2700000"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6" name="箭號: 左-右雙向 175">
                <a:extLst>
                  <a:ext uri="{FF2B5EF4-FFF2-40B4-BE49-F238E27FC236}">
                    <a16:creationId xmlns:a16="http://schemas.microsoft.com/office/drawing/2014/main" id="{6B094DDD-30F9-4C0B-835C-F4CF6883D599}"/>
                  </a:ext>
                </a:extLst>
              </p:cNvPr>
              <p:cNvSpPr/>
              <p:nvPr/>
            </p:nvSpPr>
            <p:spPr>
              <a:xfrm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7" name="箭號: 左-右雙向 176">
                <a:extLst>
                  <a:ext uri="{FF2B5EF4-FFF2-40B4-BE49-F238E27FC236}">
                    <a16:creationId xmlns:a16="http://schemas.microsoft.com/office/drawing/2014/main" id="{1C781742-8593-4AC5-8611-67CB49379CE3}"/>
                  </a:ext>
                </a:extLst>
              </p:cNvPr>
              <p:cNvSpPr/>
              <p:nvPr/>
            </p:nvSpPr>
            <p:spPr>
              <a:xfrm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178" name="群組 177">
              <a:extLst>
                <a:ext uri="{FF2B5EF4-FFF2-40B4-BE49-F238E27FC236}">
                  <a16:creationId xmlns:a16="http://schemas.microsoft.com/office/drawing/2014/main" id="{551E7B34-78FC-4243-8916-EA2ED08E8538}"/>
                </a:ext>
              </a:extLst>
            </p:cNvPr>
            <p:cNvGrpSpPr/>
            <p:nvPr/>
          </p:nvGrpSpPr>
          <p:grpSpPr>
            <a:xfrm>
              <a:off x="3122810" y="3963434"/>
              <a:ext cx="763200" cy="763200"/>
              <a:chOff x="-756975" y="5254023"/>
              <a:chExt cx="2090057" cy="2090057"/>
            </a:xfrm>
          </p:grpSpPr>
          <p:sp>
            <p:nvSpPr>
              <p:cNvPr id="179" name="矩形: 圓角 178">
                <a:extLst>
                  <a:ext uri="{FF2B5EF4-FFF2-40B4-BE49-F238E27FC236}">
                    <a16:creationId xmlns:a16="http://schemas.microsoft.com/office/drawing/2014/main" id="{3753DC63-4E9D-47F0-BA06-2C7347DD01F8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0" name="箭號: 左-右雙向 179">
                <a:extLst>
                  <a:ext uri="{FF2B5EF4-FFF2-40B4-BE49-F238E27FC236}">
                    <a16:creationId xmlns:a16="http://schemas.microsoft.com/office/drawing/2014/main" id="{717D5031-398F-4C00-A346-BE010B3BAE7C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1" name="箭號: 左-右雙向 180">
                <a:extLst>
                  <a:ext uri="{FF2B5EF4-FFF2-40B4-BE49-F238E27FC236}">
                    <a16:creationId xmlns:a16="http://schemas.microsoft.com/office/drawing/2014/main" id="{B712F4D0-A688-45C9-A6E6-14699316FE72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2" name="箭號: 左-右雙向 181">
                <a:extLst>
                  <a:ext uri="{FF2B5EF4-FFF2-40B4-BE49-F238E27FC236}">
                    <a16:creationId xmlns:a16="http://schemas.microsoft.com/office/drawing/2014/main" id="{821C813C-7CEB-44B3-AE9C-6AF6395A8BD5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3" name="箭號: 左-右雙向 182">
                <a:extLst>
                  <a:ext uri="{FF2B5EF4-FFF2-40B4-BE49-F238E27FC236}">
                    <a16:creationId xmlns:a16="http://schemas.microsoft.com/office/drawing/2014/main" id="{85024C19-67B3-4973-A836-8FE04424CDFC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4" name="箭號: 左-右雙向 183">
                <a:extLst>
                  <a:ext uri="{FF2B5EF4-FFF2-40B4-BE49-F238E27FC236}">
                    <a16:creationId xmlns:a16="http://schemas.microsoft.com/office/drawing/2014/main" id="{66DBC193-3C78-456B-A543-B36BB386C3E3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5" name="箭號: 左-右雙向 184">
                <a:extLst>
                  <a:ext uri="{FF2B5EF4-FFF2-40B4-BE49-F238E27FC236}">
                    <a16:creationId xmlns:a16="http://schemas.microsoft.com/office/drawing/2014/main" id="{FFAC248A-D629-4EE4-88F8-FF439D65FEBA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6" name="箭號: 左-右雙向 185">
                <a:extLst>
                  <a:ext uri="{FF2B5EF4-FFF2-40B4-BE49-F238E27FC236}">
                    <a16:creationId xmlns:a16="http://schemas.microsoft.com/office/drawing/2014/main" id="{DEB0BDDB-7093-4C4C-877A-C3B6E3E8FB53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7" name="箭號: 左-右雙向 186">
                <a:extLst>
                  <a:ext uri="{FF2B5EF4-FFF2-40B4-BE49-F238E27FC236}">
                    <a16:creationId xmlns:a16="http://schemas.microsoft.com/office/drawing/2014/main" id="{77F300A4-87DD-4D17-8E47-2B75D1F471C3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pic>
          <p:nvPicPr>
            <p:cNvPr id="188" name="圖片 187">
              <a:extLst>
                <a:ext uri="{FF2B5EF4-FFF2-40B4-BE49-F238E27FC236}">
                  <a16:creationId xmlns:a16="http://schemas.microsoft.com/office/drawing/2014/main" id="{8AB9936B-CED4-432E-9326-32F77B8973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49978" b="1"/>
            <a:stretch/>
          </p:blipFill>
          <p:spPr>
            <a:xfrm>
              <a:off x="6300404" y="1493383"/>
              <a:ext cx="309319" cy="878616"/>
            </a:xfrm>
            <a:prstGeom prst="rect">
              <a:avLst/>
            </a:prstGeom>
          </p:spPr>
        </p:pic>
        <p:pic>
          <p:nvPicPr>
            <p:cNvPr id="189" name="圖片 188">
              <a:extLst>
                <a:ext uri="{FF2B5EF4-FFF2-40B4-BE49-F238E27FC236}">
                  <a16:creationId xmlns:a16="http://schemas.microsoft.com/office/drawing/2014/main" id="{05597A6F-F20C-4755-B8A9-0728D02E7E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145"/>
            <a:stretch/>
          </p:blipFill>
          <p:spPr>
            <a:xfrm>
              <a:off x="7530478" y="1494847"/>
              <a:ext cx="309319" cy="87568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字方塊 189">
                  <a:extLst>
                    <a:ext uri="{FF2B5EF4-FFF2-40B4-BE49-F238E27FC236}">
                      <a16:creationId xmlns:a16="http://schemas.microsoft.com/office/drawing/2014/main" id="{B36A5034-F89B-4047-B06C-3C2D0CF29711}"/>
                    </a:ext>
                  </a:extLst>
                </p:cNvPr>
                <p:cNvSpPr txBox="1"/>
                <p:nvPr/>
              </p:nvSpPr>
              <p:spPr>
                <a:xfrm>
                  <a:off x="6182730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90" name="文字方塊 189">
                  <a:extLst>
                    <a:ext uri="{FF2B5EF4-FFF2-40B4-BE49-F238E27FC236}">
                      <a16:creationId xmlns:a16="http://schemas.microsoft.com/office/drawing/2014/main" id="{B36A5034-F89B-4047-B06C-3C2D0CF29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2730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文字方塊 195">
                  <a:extLst>
                    <a:ext uri="{FF2B5EF4-FFF2-40B4-BE49-F238E27FC236}">
                      <a16:creationId xmlns:a16="http://schemas.microsoft.com/office/drawing/2014/main" id="{C2666605-D485-4339-904D-E4A38CF1DF50}"/>
                    </a:ext>
                  </a:extLst>
                </p:cNvPr>
                <p:cNvSpPr txBox="1"/>
                <p:nvPr/>
              </p:nvSpPr>
              <p:spPr>
                <a:xfrm>
                  <a:off x="7411220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96" name="文字方塊 195">
                  <a:extLst>
                    <a:ext uri="{FF2B5EF4-FFF2-40B4-BE49-F238E27FC236}">
                      <a16:creationId xmlns:a16="http://schemas.microsoft.com/office/drawing/2014/main" id="{C2666605-D485-4339-904D-E4A38CF1D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1220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1" name="群組 200">
              <a:extLst>
                <a:ext uri="{FF2B5EF4-FFF2-40B4-BE49-F238E27FC236}">
                  <a16:creationId xmlns:a16="http://schemas.microsoft.com/office/drawing/2014/main" id="{0895137D-EE66-42C7-B723-DBE8D467D67B}"/>
                </a:ext>
              </a:extLst>
            </p:cNvPr>
            <p:cNvGrpSpPr/>
            <p:nvPr/>
          </p:nvGrpSpPr>
          <p:grpSpPr>
            <a:xfrm>
              <a:off x="5404618" y="1476851"/>
              <a:ext cx="727720" cy="888128"/>
              <a:chOff x="3788947" y="1465811"/>
              <a:chExt cx="727720" cy="888128"/>
            </a:xfrm>
          </p:grpSpPr>
          <p:grpSp>
            <p:nvGrpSpPr>
              <p:cNvPr id="202" name="群組 201">
                <a:extLst>
                  <a:ext uri="{FF2B5EF4-FFF2-40B4-BE49-F238E27FC236}">
                    <a16:creationId xmlns:a16="http://schemas.microsoft.com/office/drawing/2014/main" id="{2E8B5F7E-4865-4794-8B4F-FEF62B771D42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206" name="箭號: 向右 205">
                  <a:extLst>
                    <a:ext uri="{FF2B5EF4-FFF2-40B4-BE49-F238E27FC236}">
                      <a16:creationId xmlns:a16="http://schemas.microsoft.com/office/drawing/2014/main" id="{37C1327E-B650-4B93-A44F-973298AA9E4B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箭號: 向右 206">
                  <a:extLst>
                    <a:ext uri="{FF2B5EF4-FFF2-40B4-BE49-F238E27FC236}">
                      <a16:creationId xmlns:a16="http://schemas.microsoft.com/office/drawing/2014/main" id="{C907B99D-FCEC-48EB-840A-294BF5306329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3" name="文字方塊 202">
                    <a:extLst>
                      <a:ext uri="{FF2B5EF4-FFF2-40B4-BE49-F238E27FC236}">
                        <a16:creationId xmlns:a16="http://schemas.microsoft.com/office/drawing/2014/main" id="{DFF99205-4B7C-4633-8213-2A0CE0755FA5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03" name="文字方塊 202">
                    <a:extLst>
                      <a:ext uri="{FF2B5EF4-FFF2-40B4-BE49-F238E27FC236}">
                        <a16:creationId xmlns:a16="http://schemas.microsoft.com/office/drawing/2014/main" id="{DFF99205-4B7C-4633-8213-2A0CE0755F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文字方塊 203">
                    <a:extLst>
                      <a:ext uri="{FF2B5EF4-FFF2-40B4-BE49-F238E27FC236}">
                        <a16:creationId xmlns:a16="http://schemas.microsoft.com/office/drawing/2014/main" id="{FC5C91A9-72AF-44EC-8643-DB08A9E1F95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04" name="文字方塊 203">
                    <a:extLst>
                      <a:ext uri="{FF2B5EF4-FFF2-40B4-BE49-F238E27FC236}">
                        <a16:creationId xmlns:a16="http://schemas.microsoft.com/office/drawing/2014/main" id="{FC5C91A9-72AF-44EC-8643-DB08A9E1F9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r="-50000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文字方塊 204">
                    <a:extLst>
                      <a:ext uri="{FF2B5EF4-FFF2-40B4-BE49-F238E27FC236}">
                        <a16:creationId xmlns:a16="http://schemas.microsoft.com/office/drawing/2014/main" id="{AA5E8B14-BAC2-4336-8A45-AC69E9D1030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05" name="文字方塊 204">
                    <a:extLst>
                      <a:ext uri="{FF2B5EF4-FFF2-40B4-BE49-F238E27FC236}">
                        <a16:creationId xmlns:a16="http://schemas.microsoft.com/office/drawing/2014/main" id="{AA5E8B14-BAC2-4336-8A45-AC69E9D103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r="-38028" b="-53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8" name="群組 207">
              <a:extLst>
                <a:ext uri="{FF2B5EF4-FFF2-40B4-BE49-F238E27FC236}">
                  <a16:creationId xmlns:a16="http://schemas.microsoft.com/office/drawing/2014/main" id="{D167D2CC-88ED-451C-B7A9-F8C9EE63F31B}"/>
                </a:ext>
              </a:extLst>
            </p:cNvPr>
            <p:cNvGrpSpPr/>
            <p:nvPr/>
          </p:nvGrpSpPr>
          <p:grpSpPr>
            <a:xfrm>
              <a:off x="6628274" y="1476851"/>
              <a:ext cx="727720" cy="888128"/>
              <a:chOff x="3788947" y="1465811"/>
              <a:chExt cx="727720" cy="888128"/>
            </a:xfrm>
          </p:grpSpPr>
          <p:grpSp>
            <p:nvGrpSpPr>
              <p:cNvPr id="209" name="群組 208">
                <a:extLst>
                  <a:ext uri="{FF2B5EF4-FFF2-40B4-BE49-F238E27FC236}">
                    <a16:creationId xmlns:a16="http://schemas.microsoft.com/office/drawing/2014/main" id="{AD9DE8F7-2AFB-42C2-B36C-1809BE3B12C9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213" name="箭號: 向右 212">
                  <a:extLst>
                    <a:ext uri="{FF2B5EF4-FFF2-40B4-BE49-F238E27FC236}">
                      <a16:creationId xmlns:a16="http://schemas.microsoft.com/office/drawing/2014/main" id="{98E01834-383C-4166-AF03-FEAEA2C78910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箭號: 向右 214">
                  <a:extLst>
                    <a:ext uri="{FF2B5EF4-FFF2-40B4-BE49-F238E27FC236}">
                      <a16:creationId xmlns:a16="http://schemas.microsoft.com/office/drawing/2014/main" id="{15145FBC-87F4-40B6-BBF5-018347CE3A7C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文字方塊 209">
                    <a:extLst>
                      <a:ext uri="{FF2B5EF4-FFF2-40B4-BE49-F238E27FC236}">
                        <a16:creationId xmlns:a16="http://schemas.microsoft.com/office/drawing/2014/main" id="{1F3AC62A-C178-4831-BA34-1C3CB0F00902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10" name="文字方塊 209">
                    <a:extLst>
                      <a:ext uri="{FF2B5EF4-FFF2-40B4-BE49-F238E27FC236}">
                        <a16:creationId xmlns:a16="http://schemas.microsoft.com/office/drawing/2014/main" id="{1F3AC62A-C178-4831-BA34-1C3CB0F009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文字方塊 210">
                    <a:extLst>
                      <a:ext uri="{FF2B5EF4-FFF2-40B4-BE49-F238E27FC236}">
                        <a16:creationId xmlns:a16="http://schemas.microsoft.com/office/drawing/2014/main" id="{57A432D7-E5C3-474E-9371-44D42D603E3A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11" name="文字方塊 210">
                    <a:extLst>
                      <a:ext uri="{FF2B5EF4-FFF2-40B4-BE49-F238E27FC236}">
                        <a16:creationId xmlns:a16="http://schemas.microsoft.com/office/drawing/2014/main" id="{57A432D7-E5C3-474E-9371-44D42D603E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r="-46512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文字方塊 211">
                    <a:extLst>
                      <a:ext uri="{FF2B5EF4-FFF2-40B4-BE49-F238E27FC236}">
                        <a16:creationId xmlns:a16="http://schemas.microsoft.com/office/drawing/2014/main" id="{15E8DC79-5BC1-4B0D-83C4-DC484BACF3C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12" name="文字方塊 211">
                    <a:extLst>
                      <a:ext uri="{FF2B5EF4-FFF2-40B4-BE49-F238E27FC236}">
                        <a16:creationId xmlns:a16="http://schemas.microsoft.com/office/drawing/2014/main" id="{15E8DC79-5BC1-4B0D-83C4-DC484BACF3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r="-39437" b="-53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18" name="圖片 217">
              <a:extLst>
                <a:ext uri="{FF2B5EF4-FFF2-40B4-BE49-F238E27FC236}">
                  <a16:creationId xmlns:a16="http://schemas.microsoft.com/office/drawing/2014/main" id="{07D5BCC5-0650-45A5-8C26-3D16511D4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6896" t="4482"/>
            <a:stretch/>
          </p:blipFill>
          <p:spPr>
            <a:xfrm>
              <a:off x="7134756" y="655818"/>
              <a:ext cx="1885420" cy="421370"/>
            </a:xfrm>
            <a:prstGeom prst="rect">
              <a:avLst/>
            </a:prstGeom>
          </p:spPr>
        </p:pic>
        <p:sp>
          <p:nvSpPr>
            <p:cNvPr id="216" name="文字方塊 215">
              <a:extLst>
                <a:ext uri="{FF2B5EF4-FFF2-40B4-BE49-F238E27FC236}">
                  <a16:creationId xmlns:a16="http://schemas.microsoft.com/office/drawing/2014/main" id="{42C1D9B8-8446-4675-B219-B666A3F92AA7}"/>
                </a:ext>
              </a:extLst>
            </p:cNvPr>
            <p:cNvSpPr txBox="1"/>
            <p:nvPr/>
          </p:nvSpPr>
          <p:spPr>
            <a:xfrm>
              <a:off x="264144" y="1616589"/>
              <a:ext cx="33922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Transverse component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19" name="圖片 218">
              <a:extLst>
                <a:ext uri="{FF2B5EF4-FFF2-40B4-BE49-F238E27FC236}">
                  <a16:creationId xmlns:a16="http://schemas.microsoft.com/office/drawing/2014/main" id="{F7F5E340-0F0A-4184-93A1-BA17CBF591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844" b="-705"/>
            <a:stretch/>
          </p:blipFill>
          <p:spPr>
            <a:xfrm>
              <a:off x="2693178" y="644376"/>
              <a:ext cx="1888347" cy="444254"/>
            </a:xfrm>
            <a:prstGeom prst="rect">
              <a:avLst/>
            </a:prstGeom>
          </p:spPr>
        </p:pic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7E376923-F447-4F27-B732-F449B9AEAC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3750" y="1086754"/>
              <a:ext cx="819442" cy="41819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直線單箭頭接點 219">
              <a:extLst>
                <a:ext uri="{FF2B5EF4-FFF2-40B4-BE49-F238E27FC236}">
                  <a16:creationId xmlns:a16="http://schemas.microsoft.com/office/drawing/2014/main" id="{5A8C2553-0334-4E41-B6C4-34107AB67B8F}"/>
                </a:ext>
              </a:extLst>
            </p:cNvPr>
            <p:cNvCxnSpPr>
              <a:cxnSpLocks/>
            </p:cNvCxnSpPr>
            <p:nvPr/>
          </p:nvCxnSpPr>
          <p:spPr>
            <a:xfrm>
              <a:off x="5781019" y="1107340"/>
              <a:ext cx="134006" cy="36903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直線單箭頭接點 223">
              <a:extLst>
                <a:ext uri="{FF2B5EF4-FFF2-40B4-BE49-F238E27FC236}">
                  <a16:creationId xmlns:a16="http://schemas.microsoft.com/office/drawing/2014/main" id="{91D5B3F2-5ACF-41D1-963B-2295C920CB81}"/>
                </a:ext>
              </a:extLst>
            </p:cNvPr>
            <p:cNvCxnSpPr>
              <a:cxnSpLocks/>
            </p:cNvCxnSpPr>
            <p:nvPr/>
          </p:nvCxnSpPr>
          <p:spPr>
            <a:xfrm>
              <a:off x="3599794" y="1116865"/>
              <a:ext cx="619781" cy="7595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1775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14000</TotalTime>
  <Words>367</Words>
  <Application>Microsoft Office PowerPoint</Application>
  <PresentationFormat>自訂</PresentationFormat>
  <Paragraphs>226</Paragraphs>
  <Slides>9</Slides>
  <Notes>0</Notes>
  <HiddenSlides>5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6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88</cp:revision>
  <dcterms:created xsi:type="dcterms:W3CDTF">2026-04-27T03:03:02Z</dcterms:created>
  <dcterms:modified xsi:type="dcterms:W3CDTF">2026-07-05T09:48:30Z</dcterms:modified>
</cp:coreProperties>
</file>