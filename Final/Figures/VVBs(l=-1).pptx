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7" r:id="rId2"/>
    <p:sldId id="258" r:id="rId3"/>
    <p:sldId id="259" r:id="rId4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 varScale="1">
        <p:scale>
          <a:sx n="93" d="100"/>
          <a:sy n="93" d="100"/>
        </p:scale>
        <p:origin x="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2026/5/21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png"/><Relationship Id="rId18" Type="http://schemas.openxmlformats.org/officeDocument/2006/relationships/image" Target="../media/image49.png"/><Relationship Id="rId26" Type="http://schemas.openxmlformats.org/officeDocument/2006/relationships/image" Target="../media/image57.png"/><Relationship Id="rId21" Type="http://schemas.openxmlformats.org/officeDocument/2006/relationships/image" Target="../media/image52.png"/><Relationship Id="rId34" Type="http://schemas.openxmlformats.org/officeDocument/2006/relationships/image" Target="../media/image64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8.png"/><Relationship Id="rId25" Type="http://schemas.openxmlformats.org/officeDocument/2006/relationships/image" Target="../media/image56.png"/><Relationship Id="rId33" Type="http://schemas.openxmlformats.org/officeDocument/2006/relationships/image" Target="../media/image63.png"/><Relationship Id="rId38" Type="http://schemas.openxmlformats.org/officeDocument/2006/relationships/image" Target="../media/image38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20" Type="http://schemas.openxmlformats.org/officeDocument/2006/relationships/image" Target="../media/image51.png"/><Relationship Id="rId29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43.png"/><Relationship Id="rId24" Type="http://schemas.openxmlformats.org/officeDocument/2006/relationships/image" Target="../media/image55.png"/><Relationship Id="rId32" Type="http://schemas.openxmlformats.org/officeDocument/2006/relationships/image" Target="../media/image23.png"/><Relationship Id="rId37" Type="http://schemas.openxmlformats.org/officeDocument/2006/relationships/image" Target="../media/image67.png"/><Relationship Id="rId5" Type="http://schemas.openxmlformats.org/officeDocument/2006/relationships/image" Target="../media/image4.png"/><Relationship Id="rId15" Type="http://schemas.openxmlformats.org/officeDocument/2006/relationships/image" Target="../media/image47.png"/><Relationship Id="rId23" Type="http://schemas.openxmlformats.org/officeDocument/2006/relationships/image" Target="../media/image54.png"/><Relationship Id="rId28" Type="http://schemas.openxmlformats.org/officeDocument/2006/relationships/image" Target="../media/image59.png"/><Relationship Id="rId36" Type="http://schemas.openxmlformats.org/officeDocument/2006/relationships/image" Target="../media/image66.png"/><Relationship Id="rId10" Type="http://schemas.openxmlformats.org/officeDocument/2006/relationships/image" Target="../media/image42.png"/><Relationship Id="rId19" Type="http://schemas.openxmlformats.org/officeDocument/2006/relationships/image" Target="../media/image50.png"/><Relationship Id="rId31" Type="http://schemas.openxmlformats.org/officeDocument/2006/relationships/image" Target="../media/image62.png"/><Relationship Id="rId4" Type="http://schemas.openxmlformats.org/officeDocument/2006/relationships/image" Target="../media/image3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Relationship Id="rId22" Type="http://schemas.openxmlformats.org/officeDocument/2006/relationships/image" Target="../media/image53.png"/><Relationship Id="rId27" Type="http://schemas.openxmlformats.org/officeDocument/2006/relationships/image" Target="../media/image58.png"/><Relationship Id="rId30" Type="http://schemas.openxmlformats.org/officeDocument/2006/relationships/image" Target="../media/image61.png"/><Relationship Id="rId35" Type="http://schemas.openxmlformats.org/officeDocument/2006/relationships/image" Target="../media/image65.png"/><Relationship Id="rId8" Type="http://schemas.openxmlformats.org/officeDocument/2006/relationships/image" Target="../media/image40.png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23.png"/><Relationship Id="rId37" Type="http://schemas.openxmlformats.org/officeDocument/2006/relationships/image" Target="../media/image96.png"/><Relationship Id="rId40" Type="http://schemas.openxmlformats.org/officeDocument/2006/relationships/image" Target="../media/image38.png"/><Relationship Id="rId5" Type="http://schemas.openxmlformats.org/officeDocument/2006/relationships/image" Target="../media/image5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A41F267B-5869-46A3-BE58-3F2D6B675712}"/>
              </a:ext>
            </a:extLst>
          </p:cNvPr>
          <p:cNvSpPr/>
          <p:nvPr/>
        </p:nvSpPr>
        <p:spPr>
          <a:xfrm>
            <a:off x="91814" y="221186"/>
            <a:ext cx="4781417" cy="5767934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 dirty="0"/>
          </a:p>
        </p:txBody>
      </p:sp>
      <p:pic>
        <p:nvPicPr>
          <p:cNvPr id="211" name="圖片 210">
            <a:extLst>
              <a:ext uri="{FF2B5EF4-FFF2-40B4-BE49-F238E27FC236}">
                <a16:creationId xmlns:a16="http://schemas.microsoft.com/office/drawing/2014/main" id="{5959A80E-3D0D-41E4-9FB4-4B0D3FB450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56711" y="3044955"/>
            <a:ext cx="1163003" cy="1158948"/>
          </a:xfrm>
          <a:prstGeom prst="rect">
            <a:avLst/>
          </a:prstGeom>
        </p:spPr>
      </p:pic>
      <p:pic>
        <p:nvPicPr>
          <p:cNvPr id="213" name="圖片 212">
            <a:extLst>
              <a:ext uri="{FF2B5EF4-FFF2-40B4-BE49-F238E27FC236}">
                <a16:creationId xmlns:a16="http://schemas.microsoft.com/office/drawing/2014/main" id="{351B04B7-DFC3-4242-9CC9-930643306A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88206" y="3044955"/>
            <a:ext cx="1175579" cy="1158948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B1C2A314-27ED-4197-ADA9-732EDEC663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55067" y="1237176"/>
            <a:ext cx="1163003" cy="1158948"/>
          </a:xfrm>
          <a:prstGeom prst="rect">
            <a:avLst/>
          </a:prstGeom>
        </p:spPr>
      </p:pic>
      <p:pic>
        <p:nvPicPr>
          <p:cNvPr id="229" name="圖片 228">
            <a:extLst>
              <a:ext uri="{FF2B5EF4-FFF2-40B4-BE49-F238E27FC236}">
                <a16:creationId xmlns:a16="http://schemas.microsoft.com/office/drawing/2014/main" id="{87AA9ECD-82F9-4EEB-A3EC-055929050C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55067" y="4635960"/>
            <a:ext cx="1163003" cy="1158948"/>
          </a:xfrm>
          <a:prstGeom prst="rect">
            <a:avLst/>
          </a:prstGeom>
        </p:spPr>
      </p:pic>
      <p:sp>
        <p:nvSpPr>
          <p:cNvPr id="219" name="矩形: 圓角 218">
            <a:extLst>
              <a:ext uri="{FF2B5EF4-FFF2-40B4-BE49-F238E27FC236}">
                <a16:creationId xmlns:a16="http://schemas.microsoft.com/office/drawing/2014/main" id="{BB370057-6AA8-4B59-9446-BFD4000C304D}"/>
              </a:ext>
            </a:extLst>
          </p:cNvPr>
          <p:cNvSpPr/>
          <p:nvPr/>
        </p:nvSpPr>
        <p:spPr>
          <a:xfrm>
            <a:off x="5032772" y="221186"/>
            <a:ext cx="4781417" cy="5767934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 dirty="0"/>
          </a:p>
        </p:txBody>
      </p:sp>
      <p:pic>
        <p:nvPicPr>
          <p:cNvPr id="210" name="圖片 209">
            <a:extLst>
              <a:ext uri="{FF2B5EF4-FFF2-40B4-BE49-F238E27FC236}">
                <a16:creationId xmlns:a16="http://schemas.microsoft.com/office/drawing/2014/main" id="{86C94747-A2D5-4869-B460-F0D3EB98FE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835406" y="1243161"/>
            <a:ext cx="1144572" cy="1146981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1522CC16-8EB5-4D25-BF95-A2E4596404B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835574" y="4644622"/>
            <a:ext cx="1149392" cy="1149392"/>
          </a:xfrm>
          <a:prstGeom prst="rect">
            <a:avLst/>
          </a:prstGeom>
        </p:spPr>
      </p:pic>
      <p:pic>
        <p:nvPicPr>
          <p:cNvPr id="208" name="圖片 207">
            <a:extLst>
              <a:ext uri="{FF2B5EF4-FFF2-40B4-BE49-F238E27FC236}">
                <a16:creationId xmlns:a16="http://schemas.microsoft.com/office/drawing/2014/main" id="{7E0E7A94-946E-481E-89CA-90F28B1360F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71316" y="3044955"/>
            <a:ext cx="1140355" cy="1142162"/>
          </a:xfrm>
          <a:prstGeom prst="rect">
            <a:avLst/>
          </a:prstGeom>
        </p:spPr>
      </p:pic>
      <p:pic>
        <p:nvPicPr>
          <p:cNvPr id="189" name="圖片 188">
            <a:extLst>
              <a:ext uri="{FF2B5EF4-FFF2-40B4-BE49-F238E27FC236}">
                <a16:creationId xmlns:a16="http://schemas.microsoft.com/office/drawing/2014/main" id="{B338C595-563D-4742-8B2B-CFBE9A8A9EE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96246" y="3044955"/>
            <a:ext cx="1166740" cy="1147302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504E6472-D541-42B6-AAE9-F372792CF901}"/>
              </a:ext>
            </a:extLst>
          </p:cNvPr>
          <p:cNvGrpSpPr/>
          <p:nvPr/>
        </p:nvGrpSpPr>
        <p:grpSpPr>
          <a:xfrm>
            <a:off x="3498519" y="1229458"/>
            <a:ext cx="1150186" cy="1150186"/>
            <a:chOff x="7369987" y="1465126"/>
            <a:chExt cx="2090057" cy="209005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57E41D4F-4C5E-48C8-B193-DCF0EB2677CC}"/>
              </a:ext>
            </a:extLst>
          </p:cNvPr>
          <p:cNvGrpSpPr/>
          <p:nvPr/>
        </p:nvGrpSpPr>
        <p:grpSpPr>
          <a:xfrm>
            <a:off x="801581" y="4642476"/>
            <a:ext cx="1150186" cy="1150186"/>
            <a:chOff x="3321304" y="8992368"/>
            <a:chExt cx="2090057" cy="2090057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AE83754-BBDC-42C7-9EB0-2DE583397011}"/>
              </a:ext>
            </a:extLst>
          </p:cNvPr>
          <p:cNvGrpSpPr/>
          <p:nvPr/>
        </p:nvGrpSpPr>
        <p:grpSpPr>
          <a:xfrm>
            <a:off x="3463278" y="4209952"/>
            <a:ext cx="1150186" cy="1150186"/>
            <a:chOff x="8631015" y="5186974"/>
            <a:chExt cx="2090057" cy="2090057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35A9C3FA-3175-41A5-A2FC-580464197AB0}"/>
              </a:ext>
            </a:extLst>
          </p:cNvPr>
          <p:cNvGrpSpPr/>
          <p:nvPr/>
        </p:nvGrpSpPr>
        <p:grpSpPr>
          <a:xfrm>
            <a:off x="389151" y="1878818"/>
            <a:ext cx="1150186" cy="1150186"/>
            <a:chOff x="-756975" y="5254023"/>
            <a:chExt cx="2090057" cy="2090057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30090" y="4314376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090" y="4314376"/>
                <a:ext cx="812954" cy="181140"/>
              </a:xfrm>
              <a:prstGeom prst="rect">
                <a:avLst/>
              </a:prstGeom>
              <a:blipFill>
                <a:blip r:embed="rId7"/>
                <a:stretch>
                  <a:fillRect t="-75862" b="-1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430428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430428"/>
                <a:ext cx="812954" cy="181140"/>
              </a:xfrm>
              <a:prstGeom prst="rect">
                <a:avLst/>
              </a:prstGeom>
              <a:blipFill>
                <a:blip r:embed="rId8"/>
                <a:stretch>
                  <a:fillRect t="-75862" b="-1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/>
              <p:nvPr/>
            </p:nvSpPr>
            <p:spPr>
              <a:xfrm>
                <a:off x="7004190" y="4330608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330608"/>
                <a:ext cx="812954" cy="181140"/>
              </a:xfrm>
              <a:prstGeom prst="rect">
                <a:avLst/>
              </a:prstGeom>
              <a:blipFill>
                <a:blip r:embed="rId9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/>
              <p:nvPr/>
            </p:nvSpPr>
            <p:spPr>
              <a:xfrm>
                <a:off x="7004190" y="2446660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446660"/>
                <a:ext cx="812954" cy="181140"/>
              </a:xfrm>
              <a:prstGeom prst="rect">
                <a:avLst/>
              </a:prstGeom>
              <a:blipFill>
                <a:blip r:embed="rId10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0" name="群組 189">
            <a:extLst>
              <a:ext uri="{FF2B5EF4-FFF2-40B4-BE49-F238E27FC236}">
                <a16:creationId xmlns:a16="http://schemas.microsoft.com/office/drawing/2014/main" id="{B893DE33-FAFB-49B0-93C2-2E631CACB533}"/>
              </a:ext>
            </a:extLst>
          </p:cNvPr>
          <p:cNvGrpSpPr/>
          <p:nvPr/>
        </p:nvGrpSpPr>
        <p:grpSpPr>
          <a:xfrm>
            <a:off x="2457200" y="1535002"/>
            <a:ext cx="290815" cy="356198"/>
            <a:chOff x="6721063" y="1832108"/>
            <a:chExt cx="909417" cy="1113875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blipFill>
                  <a:blip r:embed="rId11"/>
                  <a:stretch>
                    <a:fillRect r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blipFill>
                  <a:blip r:embed="rId12"/>
                  <a:stretch>
                    <a:fillRect r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E4197EFF-A05F-4595-B762-ACA9189A43F6}"/>
              </a:ext>
            </a:extLst>
          </p:cNvPr>
          <p:cNvGrpSpPr/>
          <p:nvPr/>
        </p:nvGrpSpPr>
        <p:grpSpPr>
          <a:xfrm>
            <a:off x="3979899" y="1555968"/>
            <a:ext cx="269848" cy="381846"/>
            <a:chOff x="6721063" y="1897673"/>
            <a:chExt cx="843851" cy="1194081"/>
          </a:xfrm>
        </p:grpSpPr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6721063" y="1897673"/>
                  <a:ext cx="416137" cy="7455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88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97673"/>
                  <a:ext cx="416137" cy="745504"/>
                </a:xfrm>
                <a:prstGeom prst="rect">
                  <a:avLst/>
                </a:prstGeom>
                <a:blipFill>
                  <a:blip r:embed="rId13"/>
                  <a:stretch>
                    <a:fillRect r="-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7148777" y="2379535"/>
                  <a:ext cx="416137" cy="712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88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8777" y="2379535"/>
                  <a:ext cx="416137" cy="712219"/>
                </a:xfrm>
                <a:prstGeom prst="rect">
                  <a:avLst/>
                </a:prstGeom>
                <a:blipFill>
                  <a:blip r:embed="rId14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D2DFB305-BF8C-4703-A5A8-8CFFA97BD783}"/>
              </a:ext>
            </a:extLst>
          </p:cNvPr>
          <p:cNvGrpSpPr/>
          <p:nvPr/>
        </p:nvGrpSpPr>
        <p:grpSpPr>
          <a:xfrm>
            <a:off x="7332913" y="1535002"/>
            <a:ext cx="290815" cy="356198"/>
            <a:chOff x="6721063" y="1832108"/>
            <a:chExt cx="909417" cy="1113875"/>
          </a:xfrm>
        </p:grpSpPr>
        <p:grpSp>
          <p:nvGrpSpPr>
            <p:cNvPr id="203" name="群組 202">
              <a:extLst>
                <a:ext uri="{FF2B5EF4-FFF2-40B4-BE49-F238E27FC236}">
                  <a16:creationId xmlns:a16="http://schemas.microsoft.com/office/drawing/2014/main" id="{6A2CD88E-89F0-434C-8214-077B2991D25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6" name="箭號: 向右 205">
                <a:extLst>
                  <a:ext uri="{FF2B5EF4-FFF2-40B4-BE49-F238E27FC236}">
                    <a16:creationId xmlns:a16="http://schemas.microsoft.com/office/drawing/2014/main" id="{19FB514E-20DF-49F9-8CE6-8F8A49F714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箭號: 向右 206">
                <a:extLst>
                  <a:ext uri="{FF2B5EF4-FFF2-40B4-BE49-F238E27FC236}">
                    <a16:creationId xmlns:a16="http://schemas.microsoft.com/office/drawing/2014/main" id="{54ED0251-8152-4E6C-B150-3A671D2B309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blipFill>
                  <a:blip r:embed="rId11"/>
                  <a:stretch>
                    <a:fillRect r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/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blipFill>
                  <a:blip r:embed="rId12"/>
                  <a:stretch>
                    <a:fillRect r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537062" y="334294"/>
            <a:ext cx="2026439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154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4E8161BD-6F61-4F15-B6B2-FB3C142EE141}"/>
              </a:ext>
            </a:extLst>
          </p:cNvPr>
          <p:cNvSpPr txBox="1"/>
          <p:nvPr/>
        </p:nvSpPr>
        <p:spPr>
          <a:xfrm>
            <a:off x="6327352" y="334294"/>
            <a:ext cx="2166630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154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961474" y="1245971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57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74" y="1245971"/>
                <a:ext cx="1150186" cy="1811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44955"/>
                <a:ext cx="1150186" cy="1811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44955"/>
                <a:ext cx="1150186" cy="1811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61474" y="4656409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74" y="4656409"/>
                <a:ext cx="1150186" cy="18114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/>
              <p:nvPr/>
            </p:nvSpPr>
            <p:spPr>
              <a:xfrm>
                <a:off x="6835574" y="1254618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57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1254618"/>
                <a:ext cx="1150186" cy="1811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/>
              <p:nvPr/>
            </p:nvSpPr>
            <p:spPr>
              <a:xfrm>
                <a:off x="5273398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44955"/>
                <a:ext cx="1150186" cy="1811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/>
              <p:nvPr/>
            </p:nvSpPr>
            <p:spPr>
              <a:xfrm>
                <a:off x="8356122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44955"/>
                <a:ext cx="1150186" cy="1811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/>
              <p:nvPr/>
            </p:nvSpPr>
            <p:spPr>
              <a:xfrm>
                <a:off x="6835574" y="4644089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644089"/>
                <a:ext cx="1150186" cy="1811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圖片 33">
            <a:extLst>
              <a:ext uri="{FF2B5EF4-FFF2-40B4-BE49-F238E27FC236}">
                <a16:creationId xmlns:a16="http://schemas.microsoft.com/office/drawing/2014/main" id="{AF5CA778-033E-442B-A3F4-05210E5E6503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118990" y="1198127"/>
            <a:ext cx="387889" cy="1237049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A655968D-72EB-42D5-BB82-1B895990D313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990025" y="1196380"/>
            <a:ext cx="377405" cy="1226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/>
              <p:nvPr/>
            </p:nvSpPr>
            <p:spPr>
              <a:xfrm>
                <a:off x="1988710" y="2077657"/>
                <a:ext cx="288465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577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710" y="2077657"/>
                <a:ext cx="288465" cy="18114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/>
              <p:nvPr/>
            </p:nvSpPr>
            <p:spPr>
              <a:xfrm>
                <a:off x="6880182" y="2077657"/>
                <a:ext cx="288465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577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0182" y="2077657"/>
                <a:ext cx="288465" cy="18114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/>
              <p:nvPr/>
            </p:nvSpPr>
            <p:spPr>
              <a:xfrm>
                <a:off x="3122132" y="2216040"/>
                <a:ext cx="296609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32" y="2216040"/>
                <a:ext cx="296609" cy="18114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/>
              <p:nvPr/>
            </p:nvSpPr>
            <p:spPr>
              <a:xfrm>
                <a:off x="7991214" y="2202992"/>
                <a:ext cx="296609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214" y="2202992"/>
                <a:ext cx="296609" cy="18114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D4CF9247-D5DA-4F85-9C0B-8EF768238ECC}"/>
              </a:ext>
            </a:extLst>
          </p:cNvPr>
          <p:cNvGrpSpPr/>
          <p:nvPr/>
        </p:nvGrpSpPr>
        <p:grpSpPr>
          <a:xfrm>
            <a:off x="1768312" y="2657189"/>
            <a:ext cx="1606614" cy="1671108"/>
            <a:chOff x="3213282" y="4585869"/>
            <a:chExt cx="2919455" cy="3036650"/>
          </a:xfrm>
        </p:grpSpPr>
        <p:grpSp>
          <p:nvGrpSpPr>
            <p:cNvPr id="187" name="群組 186">
              <a:extLst>
                <a:ext uri="{FF2B5EF4-FFF2-40B4-BE49-F238E27FC236}">
                  <a16:creationId xmlns:a16="http://schemas.microsoft.com/office/drawing/2014/main" id="{AA7923FE-EFE6-4FB2-A20E-9FDE65714468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225" name="Oval 14">
                <a:extLst>
                  <a:ext uri="{FF2B5EF4-FFF2-40B4-BE49-F238E27FC236}">
                    <a16:creationId xmlns:a16="http://schemas.microsoft.com/office/drawing/2014/main" id="{4BD69387-6012-41E8-898A-89FD51282699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27" name="Oval 4">
                <a:extLst>
                  <a:ext uri="{FF2B5EF4-FFF2-40B4-BE49-F238E27FC236}">
                    <a16:creationId xmlns:a16="http://schemas.microsoft.com/office/drawing/2014/main" id="{2F92DDA0-B59D-4F81-A8F4-09A3482FE1B4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28" name="Oval 15">
                <a:extLst>
                  <a:ext uri="{FF2B5EF4-FFF2-40B4-BE49-F238E27FC236}">
                    <a16:creationId xmlns:a16="http://schemas.microsoft.com/office/drawing/2014/main" id="{9DD6686B-C3D5-4889-A330-21F1A92854E1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0" name="SHO">
                <a:extLst>
                  <a:ext uri="{FF2B5EF4-FFF2-40B4-BE49-F238E27FC236}">
                    <a16:creationId xmlns:a16="http://schemas.microsoft.com/office/drawing/2014/main" id="{410F7FA8-4BF5-485B-AEAA-56999349425A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1" name="SVO">
                <a:extLst>
                  <a:ext uri="{FF2B5EF4-FFF2-40B4-BE49-F238E27FC236}">
                    <a16:creationId xmlns:a16="http://schemas.microsoft.com/office/drawing/2014/main" id="{8C5CDE49-0D16-48C2-BA85-F0A675C76E20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32" name="Oval 6">
                <a:extLst>
                  <a:ext uri="{FF2B5EF4-FFF2-40B4-BE49-F238E27FC236}">
                    <a16:creationId xmlns:a16="http://schemas.microsoft.com/office/drawing/2014/main" id="{61B557AE-3C9E-4ABD-A35F-93C0FE8162C6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r="-3448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4" name="Oval 22">
                <a:extLst>
                  <a:ext uri="{FF2B5EF4-FFF2-40B4-BE49-F238E27FC236}">
                    <a16:creationId xmlns:a16="http://schemas.microsoft.com/office/drawing/2014/main" id="{B54B9A65-E9EE-4E40-AF0D-3515C83547C5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r="-51724" b="-370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r="-2758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7" name="DVO">
                <a:extLst>
                  <a:ext uri="{FF2B5EF4-FFF2-40B4-BE49-F238E27FC236}">
                    <a16:creationId xmlns:a16="http://schemas.microsoft.com/office/drawing/2014/main" id="{AE1C2797-CE12-49AA-AD6B-38486FF79B63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8" name="Oval 23">
                <a:extLst>
                  <a:ext uri="{FF2B5EF4-FFF2-40B4-BE49-F238E27FC236}">
                    <a16:creationId xmlns:a16="http://schemas.microsoft.com/office/drawing/2014/main" id="{30D161B1-557E-4EDB-B883-2A204DBF4B2B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cxnSp>
            <p:nvCxnSpPr>
              <p:cNvPr id="239" name="Straight Arrow Connector 7">
                <a:extLst>
                  <a:ext uri="{FF2B5EF4-FFF2-40B4-BE49-F238E27FC236}">
                    <a16:creationId xmlns:a16="http://schemas.microsoft.com/office/drawing/2014/main" id="{21C9AF08-E630-41FC-8453-E43675F3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Arrow Connector 19">
                <a:extLst>
                  <a:ext uri="{FF2B5EF4-FFF2-40B4-BE49-F238E27FC236}">
                    <a16:creationId xmlns:a16="http://schemas.microsoft.com/office/drawing/2014/main" id="{45D9C729-C398-40D1-8735-B27C4E4359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Arrow Connector 18">
                <a:extLst>
                  <a:ext uri="{FF2B5EF4-FFF2-40B4-BE49-F238E27FC236}">
                    <a16:creationId xmlns:a16="http://schemas.microsoft.com/office/drawing/2014/main" id="{2D674672-7BF3-4214-8AAC-11AF1314C12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" name="Oval 20">
                <a:extLst>
                  <a:ext uri="{FF2B5EF4-FFF2-40B4-BE49-F238E27FC236}">
                    <a16:creationId xmlns:a16="http://schemas.microsoft.com/office/drawing/2014/main" id="{D83C6FF7-5AFA-4D14-BC26-5C598791E980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43" name="Oval 22">
                <a:extLst>
                  <a:ext uri="{FF2B5EF4-FFF2-40B4-BE49-F238E27FC236}">
                    <a16:creationId xmlns:a16="http://schemas.microsoft.com/office/drawing/2014/main" id="{8104D381-3321-4F2C-92F4-6155A003D380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</p:grpSp>
        <p:sp>
          <p:nvSpPr>
            <p:cNvPr id="188" name="Partial Circle 9">
              <a:extLst>
                <a:ext uri="{FF2B5EF4-FFF2-40B4-BE49-F238E27FC236}">
                  <a16:creationId xmlns:a16="http://schemas.microsoft.com/office/drawing/2014/main" id="{2AFBCC79-F04F-466B-ADFC-6B0F5EE9564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/>
                <p:nvPr/>
              </p:nvSpPr>
              <p:spPr>
                <a:xfrm>
                  <a:off x="3994941" y="6032289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1" y="6032289"/>
                  <a:ext cx="321504" cy="598657"/>
                </a:xfrm>
                <a:prstGeom prst="rect">
                  <a:avLst/>
                </a:prstGeom>
                <a:blipFill>
                  <a:blip r:embed="rId32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4" name="Straight Arrow Connector 17">
              <a:extLst>
                <a:ext uri="{FF2B5EF4-FFF2-40B4-BE49-F238E27FC236}">
                  <a16:creationId xmlns:a16="http://schemas.microsoft.com/office/drawing/2014/main" id="{72160962-ED6B-4276-9648-48A0837070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15" name="Partial Circle 9">
              <a:extLst>
                <a:ext uri="{FF2B5EF4-FFF2-40B4-BE49-F238E27FC236}">
                  <a16:creationId xmlns:a16="http://schemas.microsoft.com/office/drawing/2014/main" id="{9274D7E2-329E-4899-B616-F270895C65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/>
                <p:nvPr/>
              </p:nvSpPr>
              <p:spPr>
                <a:xfrm>
                  <a:off x="4591269" y="5423087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1269" y="5423087"/>
                  <a:ext cx="321504" cy="598657"/>
                </a:xfrm>
                <a:prstGeom prst="rect">
                  <a:avLst/>
                </a:prstGeom>
                <a:blipFill>
                  <a:blip r:embed="rId33"/>
                  <a:stretch>
                    <a:fillRect r="-68966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4" name="Straight Arrow Connector 17">
              <a:extLst>
                <a:ext uri="{FF2B5EF4-FFF2-40B4-BE49-F238E27FC236}">
                  <a16:creationId xmlns:a16="http://schemas.microsoft.com/office/drawing/2014/main" id="{A5E1917B-F216-467D-8063-BB521400D2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D78ACCD7-5574-4369-9A9A-E29ACF659AB6}"/>
              </a:ext>
            </a:extLst>
          </p:cNvPr>
          <p:cNvGrpSpPr/>
          <p:nvPr/>
        </p:nvGrpSpPr>
        <p:grpSpPr>
          <a:xfrm>
            <a:off x="6605160" y="2673421"/>
            <a:ext cx="1606614" cy="1671108"/>
            <a:chOff x="12002548" y="4615365"/>
            <a:chExt cx="2919455" cy="3036650"/>
          </a:xfrm>
        </p:grpSpPr>
        <p:grpSp>
          <p:nvGrpSpPr>
            <p:cNvPr id="245" name="群組 244">
              <a:extLst>
                <a:ext uri="{FF2B5EF4-FFF2-40B4-BE49-F238E27FC236}">
                  <a16:creationId xmlns:a16="http://schemas.microsoft.com/office/drawing/2014/main" id="{A3D54FA4-E99D-4AF3-BC68-CFFF07258001}"/>
                </a:ext>
              </a:extLst>
            </p:cNvPr>
            <p:cNvGrpSpPr/>
            <p:nvPr/>
          </p:nvGrpSpPr>
          <p:grpSpPr>
            <a:xfrm>
              <a:off x="12002548" y="4615365"/>
              <a:ext cx="2919455" cy="3036650"/>
              <a:chOff x="3909893" y="2121313"/>
              <a:chExt cx="2919455" cy="3036650"/>
            </a:xfrm>
          </p:grpSpPr>
          <p:sp>
            <p:nvSpPr>
              <p:cNvPr id="252" name="Oval 14">
                <a:extLst>
                  <a:ext uri="{FF2B5EF4-FFF2-40B4-BE49-F238E27FC236}">
                    <a16:creationId xmlns:a16="http://schemas.microsoft.com/office/drawing/2014/main" id="{BA7AF3BA-F8EC-448E-9760-5AE90A0C3210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3" name="Oval 4">
                <a:extLst>
                  <a:ext uri="{FF2B5EF4-FFF2-40B4-BE49-F238E27FC236}">
                    <a16:creationId xmlns:a16="http://schemas.microsoft.com/office/drawing/2014/main" id="{8054ED2F-23EF-41C8-AA86-D0634C3389EA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4" name="Oval 15">
                <a:extLst>
                  <a:ext uri="{FF2B5EF4-FFF2-40B4-BE49-F238E27FC236}">
                    <a16:creationId xmlns:a16="http://schemas.microsoft.com/office/drawing/2014/main" id="{C4D1BAC9-2667-43BF-A03B-20DDED74B086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5" name="SHO">
                <a:extLst>
                  <a:ext uri="{FF2B5EF4-FFF2-40B4-BE49-F238E27FC236}">
                    <a16:creationId xmlns:a16="http://schemas.microsoft.com/office/drawing/2014/main" id="{26AAA496-D16F-4DEF-A6CD-546668DB99C7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6" name="SVO">
                <a:extLst>
                  <a:ext uri="{FF2B5EF4-FFF2-40B4-BE49-F238E27FC236}">
                    <a16:creationId xmlns:a16="http://schemas.microsoft.com/office/drawing/2014/main" id="{E08153F8-E9CF-4798-AC63-BD9C44DE296E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57" name="Oval 6">
                <a:extLst>
                  <a:ext uri="{FF2B5EF4-FFF2-40B4-BE49-F238E27FC236}">
                    <a16:creationId xmlns:a16="http://schemas.microsoft.com/office/drawing/2014/main" id="{5BC00CF2-DECF-46A2-A20E-C725FC275F33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3793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9" name="Oval 22">
                <a:extLst>
                  <a:ext uri="{FF2B5EF4-FFF2-40B4-BE49-F238E27FC236}">
                    <a16:creationId xmlns:a16="http://schemas.microsoft.com/office/drawing/2014/main" id="{D1582ADB-8E66-45F9-8987-DA2969129008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r="-51724" b="-370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r="-3103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2" name="DVO">
                <a:extLst>
                  <a:ext uri="{FF2B5EF4-FFF2-40B4-BE49-F238E27FC236}">
                    <a16:creationId xmlns:a16="http://schemas.microsoft.com/office/drawing/2014/main" id="{BB8E0B88-06C2-40DD-B865-048C8A305366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63" name="Oval 23">
                <a:extLst>
                  <a:ext uri="{FF2B5EF4-FFF2-40B4-BE49-F238E27FC236}">
                    <a16:creationId xmlns:a16="http://schemas.microsoft.com/office/drawing/2014/main" id="{CD0A34AD-1D5F-48DE-8A8F-C4886C28CC93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cxnSp>
            <p:nvCxnSpPr>
              <p:cNvPr id="264" name="Straight Arrow Connector 7">
                <a:extLst>
                  <a:ext uri="{FF2B5EF4-FFF2-40B4-BE49-F238E27FC236}">
                    <a16:creationId xmlns:a16="http://schemas.microsoft.com/office/drawing/2014/main" id="{0BE40F3B-2529-4014-BF42-B5B954EC0D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Arrow Connector 19">
                <a:extLst>
                  <a:ext uri="{FF2B5EF4-FFF2-40B4-BE49-F238E27FC236}">
                    <a16:creationId xmlns:a16="http://schemas.microsoft.com/office/drawing/2014/main" id="{93FB5493-5970-4ADB-8337-E126ECD787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Arrow Connector 18">
                <a:extLst>
                  <a:ext uri="{FF2B5EF4-FFF2-40B4-BE49-F238E27FC236}">
                    <a16:creationId xmlns:a16="http://schemas.microsoft.com/office/drawing/2014/main" id="{C3C9C248-467C-4911-9430-5370B68187E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Oval 20">
                <a:extLst>
                  <a:ext uri="{FF2B5EF4-FFF2-40B4-BE49-F238E27FC236}">
                    <a16:creationId xmlns:a16="http://schemas.microsoft.com/office/drawing/2014/main" id="{BF8531A7-8903-4040-8058-D754FD14E4FA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68" name="Oval 22">
                <a:extLst>
                  <a:ext uri="{FF2B5EF4-FFF2-40B4-BE49-F238E27FC236}">
                    <a16:creationId xmlns:a16="http://schemas.microsoft.com/office/drawing/2014/main" id="{D6473249-5172-4F55-AD4D-D5C3BB8E7A09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</p:grpSp>
        <p:sp>
          <p:nvSpPr>
            <p:cNvPr id="246" name="Partial Circle 9">
              <a:extLst>
                <a:ext uri="{FF2B5EF4-FFF2-40B4-BE49-F238E27FC236}">
                  <a16:creationId xmlns:a16="http://schemas.microsoft.com/office/drawing/2014/main" id="{41427706-94D6-4C2E-B8FD-984B93C48BA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3246383" y="5725702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/>
                <p:nvPr/>
              </p:nvSpPr>
              <p:spPr>
                <a:xfrm>
                  <a:off x="12786936" y="6060443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6936" y="6060443"/>
                  <a:ext cx="321504" cy="598657"/>
                </a:xfrm>
                <a:prstGeom prst="rect">
                  <a:avLst/>
                </a:prstGeom>
                <a:blipFill>
                  <a:blip r:embed="rId37"/>
                  <a:stretch>
                    <a:fillRect r="-448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8" name="Straight Arrow Connector 17">
              <a:extLst>
                <a:ext uri="{FF2B5EF4-FFF2-40B4-BE49-F238E27FC236}">
                  <a16:creationId xmlns:a16="http://schemas.microsoft.com/office/drawing/2014/main" id="{58E58459-70FC-4D31-8953-09E5FDB61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059948" y="6143977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9" name="Partial Circle 9">
              <a:extLst>
                <a:ext uri="{FF2B5EF4-FFF2-40B4-BE49-F238E27FC236}">
                  <a16:creationId xmlns:a16="http://schemas.microsoft.com/office/drawing/2014/main" id="{98131EC2-4BB2-4084-A868-D077844B0B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10122" y="5833069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/>
                <p:nvPr/>
              </p:nvSpPr>
              <p:spPr>
                <a:xfrm>
                  <a:off x="13513952" y="5488579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13952" y="5488579"/>
                  <a:ext cx="321504" cy="598657"/>
                </a:xfrm>
                <a:prstGeom prst="rect">
                  <a:avLst/>
                </a:prstGeom>
                <a:blipFill>
                  <a:blip r:embed="rId38"/>
                  <a:stretch>
                    <a:fillRect l="-3448" r="-65517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Straight Arrow Connector 17">
              <a:extLst>
                <a:ext uri="{FF2B5EF4-FFF2-40B4-BE49-F238E27FC236}">
                  <a16:creationId xmlns:a16="http://schemas.microsoft.com/office/drawing/2014/main" id="{B7556FE0-F756-4918-B319-7F47F4D214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47905" y="5334030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pic>
        <p:nvPicPr>
          <p:cNvPr id="159" name="圖片 158">
            <a:extLst>
              <a:ext uri="{FF2B5EF4-FFF2-40B4-BE49-F238E27FC236}">
                <a16:creationId xmlns:a16="http://schemas.microsoft.com/office/drawing/2014/main" id="{6D5FA836-7823-4FF6-8D03-9CC544443D6D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171831" y="678665"/>
            <a:ext cx="2251697" cy="426935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FA47AB5-8A5B-45C3-999E-5C80130386F8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1529104" y="650126"/>
            <a:ext cx="2251697" cy="563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04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1DAC87FB-EF95-4A28-B0C1-A5E5BF5E23E8}"/>
              </a:ext>
            </a:extLst>
          </p:cNvPr>
          <p:cNvGrpSpPr/>
          <p:nvPr/>
        </p:nvGrpSpPr>
        <p:grpSpPr>
          <a:xfrm>
            <a:off x="58611" y="29080"/>
            <a:ext cx="9796589" cy="6152143"/>
            <a:chOff x="58610" y="362857"/>
            <a:chExt cx="9796589" cy="6152143"/>
          </a:xfrm>
        </p:grpSpPr>
        <p:sp>
          <p:nvSpPr>
            <p:cNvPr id="452" name="矩形: 圓角 451">
              <a:extLst>
                <a:ext uri="{FF2B5EF4-FFF2-40B4-BE49-F238E27FC236}">
                  <a16:creationId xmlns:a16="http://schemas.microsoft.com/office/drawing/2014/main" id="{079211B7-8505-4459-A373-E898C1F9FE20}"/>
                </a:ext>
              </a:extLst>
            </p:cNvPr>
            <p:cNvSpPr/>
            <p:nvPr/>
          </p:nvSpPr>
          <p:spPr>
            <a:xfrm>
              <a:off x="58610" y="362857"/>
              <a:ext cx="4877773" cy="6152143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48157" tIns="24078" rIns="48157" bIns="2407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14" dirty="0"/>
            </a:p>
          </p:txBody>
        </p:sp>
        <p:grpSp>
          <p:nvGrpSpPr>
            <p:cNvPr id="453" name="群組 452">
              <a:extLst>
                <a:ext uri="{FF2B5EF4-FFF2-40B4-BE49-F238E27FC236}">
                  <a16:creationId xmlns:a16="http://schemas.microsoft.com/office/drawing/2014/main" id="{99B4DEE8-B06B-4709-9517-C53DC5164197}"/>
                </a:ext>
              </a:extLst>
            </p:cNvPr>
            <p:cNvGrpSpPr/>
            <p:nvPr/>
          </p:nvGrpSpPr>
          <p:grpSpPr>
            <a:xfrm>
              <a:off x="3629065" y="1663958"/>
              <a:ext cx="1196482" cy="1196482"/>
              <a:chOff x="7369987" y="1465126"/>
              <a:chExt cx="2090057" cy="2090057"/>
            </a:xfrm>
          </p:grpSpPr>
          <p:sp>
            <p:nvSpPr>
              <p:cNvPr id="454" name="矩形: 圓角 453">
                <a:extLst>
                  <a:ext uri="{FF2B5EF4-FFF2-40B4-BE49-F238E27FC236}">
                    <a16:creationId xmlns:a16="http://schemas.microsoft.com/office/drawing/2014/main" id="{8AC35F08-8373-480F-AC56-613FBF50FD0D}"/>
                  </a:ext>
                </a:extLst>
              </p:cNvPr>
              <p:cNvSpPr/>
              <p:nvPr/>
            </p:nvSpPr>
            <p:spPr>
              <a:xfrm>
                <a:off x="7369987" y="1465126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55" name="橢圓 454">
                <a:extLst>
                  <a:ext uri="{FF2B5EF4-FFF2-40B4-BE49-F238E27FC236}">
                    <a16:creationId xmlns:a16="http://schemas.microsoft.com/office/drawing/2014/main" id="{4474174A-1BB7-4EE9-9B38-D88154D7EA4E}"/>
                  </a:ext>
                </a:extLst>
              </p:cNvPr>
              <p:cNvSpPr/>
              <p:nvPr/>
            </p:nvSpPr>
            <p:spPr>
              <a:xfrm>
                <a:off x="8203820" y="1627302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6" name="橢圓 455">
                <a:extLst>
                  <a:ext uri="{FF2B5EF4-FFF2-40B4-BE49-F238E27FC236}">
                    <a16:creationId xmlns:a16="http://schemas.microsoft.com/office/drawing/2014/main" id="{750804E8-E64A-4E97-A4B5-6DC0EA61EE3D}"/>
                  </a:ext>
                </a:extLst>
              </p:cNvPr>
              <p:cNvSpPr/>
              <p:nvPr/>
            </p:nvSpPr>
            <p:spPr>
              <a:xfrm>
                <a:off x="8203820" y="2963736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7" name="橢圓 456">
                <a:extLst>
                  <a:ext uri="{FF2B5EF4-FFF2-40B4-BE49-F238E27FC236}">
                    <a16:creationId xmlns:a16="http://schemas.microsoft.com/office/drawing/2014/main" id="{6C814466-823D-4A38-BF83-A38ED9EDA2C7}"/>
                  </a:ext>
                </a:extLst>
              </p:cNvPr>
              <p:cNvSpPr/>
              <p:nvPr/>
            </p:nvSpPr>
            <p:spPr>
              <a:xfrm>
                <a:off x="8863904" y="23046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8" name="橢圓 457">
                <a:extLst>
                  <a:ext uri="{FF2B5EF4-FFF2-40B4-BE49-F238E27FC236}">
                    <a16:creationId xmlns:a16="http://schemas.microsoft.com/office/drawing/2014/main" id="{066AD807-131E-4DC9-9A22-4A346FDEE411}"/>
                  </a:ext>
                </a:extLst>
              </p:cNvPr>
              <p:cNvSpPr/>
              <p:nvPr/>
            </p:nvSpPr>
            <p:spPr>
              <a:xfrm>
                <a:off x="7524489" y="23046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9" name="橢圓 458">
                <a:extLst>
                  <a:ext uri="{FF2B5EF4-FFF2-40B4-BE49-F238E27FC236}">
                    <a16:creationId xmlns:a16="http://schemas.microsoft.com/office/drawing/2014/main" id="{95A75D70-50DB-4C59-8CD6-ACD1C9EF57D0}"/>
                  </a:ext>
                </a:extLst>
              </p:cNvPr>
              <p:cNvSpPr/>
              <p:nvPr/>
            </p:nvSpPr>
            <p:spPr>
              <a:xfrm>
                <a:off x="7725054" y="2790829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0" name="橢圓 459">
                <a:extLst>
                  <a:ext uri="{FF2B5EF4-FFF2-40B4-BE49-F238E27FC236}">
                    <a16:creationId xmlns:a16="http://schemas.microsoft.com/office/drawing/2014/main" id="{46EFF7B3-D315-40A0-8F56-A4762A4BD361}"/>
                  </a:ext>
                </a:extLst>
              </p:cNvPr>
              <p:cNvSpPr/>
              <p:nvPr/>
            </p:nvSpPr>
            <p:spPr>
              <a:xfrm>
                <a:off x="7725054" y="182965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1" name="橢圓 460">
                <a:extLst>
                  <a:ext uri="{FF2B5EF4-FFF2-40B4-BE49-F238E27FC236}">
                    <a16:creationId xmlns:a16="http://schemas.microsoft.com/office/drawing/2014/main" id="{C0ABE8AF-842D-4632-90B4-1D4C99544782}"/>
                  </a:ext>
                </a:extLst>
              </p:cNvPr>
              <p:cNvSpPr/>
              <p:nvPr/>
            </p:nvSpPr>
            <p:spPr>
              <a:xfrm>
                <a:off x="8678740" y="2790829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62" name="橢圓 461">
                <a:extLst>
                  <a:ext uri="{FF2B5EF4-FFF2-40B4-BE49-F238E27FC236}">
                    <a16:creationId xmlns:a16="http://schemas.microsoft.com/office/drawing/2014/main" id="{F14DB0A5-6DF2-4D96-B549-887E430734D5}"/>
                  </a:ext>
                </a:extLst>
              </p:cNvPr>
              <p:cNvSpPr/>
              <p:nvPr/>
            </p:nvSpPr>
            <p:spPr>
              <a:xfrm>
                <a:off x="8678740" y="182965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3" name="等腰三角形 462">
                <a:extLst>
                  <a:ext uri="{FF2B5EF4-FFF2-40B4-BE49-F238E27FC236}">
                    <a16:creationId xmlns:a16="http://schemas.microsoft.com/office/drawing/2014/main" id="{17299C64-506B-411F-80AA-47BDE694BDE8}"/>
                  </a:ext>
                </a:extLst>
              </p:cNvPr>
              <p:cNvSpPr/>
              <p:nvPr/>
            </p:nvSpPr>
            <p:spPr>
              <a:xfrm rot="16200000">
                <a:off x="8335379" y="1569710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4" name="等腰三角形 463">
                <a:extLst>
                  <a:ext uri="{FF2B5EF4-FFF2-40B4-BE49-F238E27FC236}">
                    <a16:creationId xmlns:a16="http://schemas.microsoft.com/office/drawing/2014/main" id="{694CAB48-A238-46C8-A53B-0B22823949C8}"/>
                  </a:ext>
                </a:extLst>
              </p:cNvPr>
              <p:cNvSpPr/>
              <p:nvPr/>
            </p:nvSpPr>
            <p:spPr>
              <a:xfrm rot="16200000">
                <a:off x="8335379" y="290366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5" name="等腰三角形 464">
                <a:extLst>
                  <a:ext uri="{FF2B5EF4-FFF2-40B4-BE49-F238E27FC236}">
                    <a16:creationId xmlns:a16="http://schemas.microsoft.com/office/drawing/2014/main" id="{6A4E2B22-F52C-4562-98E0-76C2C6AAA70D}"/>
                  </a:ext>
                </a:extLst>
              </p:cNvPr>
              <p:cNvSpPr/>
              <p:nvPr/>
            </p:nvSpPr>
            <p:spPr>
              <a:xfrm rot="16200000">
                <a:off x="7656048" y="225173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6" name="等腰三角形 465">
                <a:extLst>
                  <a:ext uri="{FF2B5EF4-FFF2-40B4-BE49-F238E27FC236}">
                    <a16:creationId xmlns:a16="http://schemas.microsoft.com/office/drawing/2014/main" id="{ADF2B552-61B9-4DB9-8FDE-A549C533D98A}"/>
                  </a:ext>
                </a:extLst>
              </p:cNvPr>
              <p:cNvSpPr/>
              <p:nvPr/>
            </p:nvSpPr>
            <p:spPr>
              <a:xfrm rot="16200000">
                <a:off x="7856613" y="1769735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7" name="等腰三角形 466">
                <a:extLst>
                  <a:ext uri="{FF2B5EF4-FFF2-40B4-BE49-F238E27FC236}">
                    <a16:creationId xmlns:a16="http://schemas.microsoft.com/office/drawing/2014/main" id="{2514BB10-E9C0-411E-9ACD-AF1A27EFB44F}"/>
                  </a:ext>
                </a:extLst>
              </p:cNvPr>
              <p:cNvSpPr/>
              <p:nvPr/>
            </p:nvSpPr>
            <p:spPr>
              <a:xfrm rot="16200000">
                <a:off x="7856613" y="2732216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8" name="等腰三角形 467">
                <a:extLst>
                  <a:ext uri="{FF2B5EF4-FFF2-40B4-BE49-F238E27FC236}">
                    <a16:creationId xmlns:a16="http://schemas.microsoft.com/office/drawing/2014/main" id="{E500ADED-31F0-4B8B-9698-CCDC50DBA69D}"/>
                  </a:ext>
                </a:extLst>
              </p:cNvPr>
              <p:cNvSpPr/>
              <p:nvPr/>
            </p:nvSpPr>
            <p:spPr>
              <a:xfrm rot="16200000">
                <a:off x="8810299" y="1769735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9" name="等腰三角形 468">
                <a:extLst>
                  <a:ext uri="{FF2B5EF4-FFF2-40B4-BE49-F238E27FC236}">
                    <a16:creationId xmlns:a16="http://schemas.microsoft.com/office/drawing/2014/main" id="{C300795F-4BEE-4A8E-86F5-2C6CE5BD3C30}"/>
                  </a:ext>
                </a:extLst>
              </p:cNvPr>
              <p:cNvSpPr/>
              <p:nvPr/>
            </p:nvSpPr>
            <p:spPr>
              <a:xfrm rot="16200000">
                <a:off x="8810299" y="2732216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0" name="等腰三角形 469">
                <a:extLst>
                  <a:ext uri="{FF2B5EF4-FFF2-40B4-BE49-F238E27FC236}">
                    <a16:creationId xmlns:a16="http://schemas.microsoft.com/office/drawing/2014/main" id="{2057BF72-4E2A-423F-B365-46EC21B8B465}"/>
                  </a:ext>
                </a:extLst>
              </p:cNvPr>
              <p:cNvSpPr/>
              <p:nvPr/>
            </p:nvSpPr>
            <p:spPr>
              <a:xfrm rot="16200000">
                <a:off x="8995464" y="225173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71" name="群組 470">
              <a:extLst>
                <a:ext uri="{FF2B5EF4-FFF2-40B4-BE49-F238E27FC236}">
                  <a16:creationId xmlns:a16="http://schemas.microsoft.com/office/drawing/2014/main" id="{73BD12D1-DFF3-4D96-B85B-F977E59C2B78}"/>
                </a:ext>
              </a:extLst>
            </p:cNvPr>
            <p:cNvGrpSpPr/>
            <p:nvPr/>
          </p:nvGrpSpPr>
          <p:grpSpPr>
            <a:xfrm>
              <a:off x="703613" y="5203449"/>
              <a:ext cx="1196482" cy="1196482"/>
              <a:chOff x="3321304" y="8992368"/>
              <a:chExt cx="2090057" cy="2090057"/>
            </a:xfrm>
          </p:grpSpPr>
          <p:sp>
            <p:nvSpPr>
              <p:cNvPr id="472" name="矩形: 圓角 471">
                <a:extLst>
                  <a:ext uri="{FF2B5EF4-FFF2-40B4-BE49-F238E27FC236}">
                    <a16:creationId xmlns:a16="http://schemas.microsoft.com/office/drawing/2014/main" id="{029A58B5-79DC-4573-8FF5-128E2056897E}"/>
                  </a:ext>
                </a:extLst>
              </p:cNvPr>
              <p:cNvSpPr/>
              <p:nvPr/>
            </p:nvSpPr>
            <p:spPr>
              <a:xfrm>
                <a:off x="3321304" y="8992368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73" name="橢圓 472">
                <a:extLst>
                  <a:ext uri="{FF2B5EF4-FFF2-40B4-BE49-F238E27FC236}">
                    <a16:creationId xmlns:a16="http://schemas.microsoft.com/office/drawing/2014/main" id="{294ECDD1-7BD6-4D04-AACA-5B6A15A1E499}"/>
                  </a:ext>
                </a:extLst>
              </p:cNvPr>
              <p:cNvSpPr/>
              <p:nvPr/>
            </p:nvSpPr>
            <p:spPr>
              <a:xfrm>
                <a:off x="4172118" y="918103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4" name="橢圓 473">
                <a:extLst>
                  <a:ext uri="{FF2B5EF4-FFF2-40B4-BE49-F238E27FC236}">
                    <a16:creationId xmlns:a16="http://schemas.microsoft.com/office/drawing/2014/main" id="{DD39A391-DC83-4D84-9BEE-9D35F3D0C027}"/>
                  </a:ext>
                </a:extLst>
              </p:cNvPr>
              <p:cNvSpPr/>
              <p:nvPr/>
            </p:nvSpPr>
            <p:spPr>
              <a:xfrm>
                <a:off x="4172118" y="10517464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5" name="橢圓 474">
                <a:extLst>
                  <a:ext uri="{FF2B5EF4-FFF2-40B4-BE49-F238E27FC236}">
                    <a16:creationId xmlns:a16="http://schemas.microsoft.com/office/drawing/2014/main" id="{D85E2C3C-54B2-4AB0-B3AB-A8AA821EC50E}"/>
                  </a:ext>
                </a:extLst>
              </p:cNvPr>
              <p:cNvSpPr/>
              <p:nvPr/>
            </p:nvSpPr>
            <p:spPr>
              <a:xfrm>
                <a:off x="4832202" y="9858385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6" name="橢圓 475">
                <a:extLst>
                  <a:ext uri="{FF2B5EF4-FFF2-40B4-BE49-F238E27FC236}">
                    <a16:creationId xmlns:a16="http://schemas.microsoft.com/office/drawing/2014/main" id="{50E62876-DB38-42FA-947A-401F65410939}"/>
                  </a:ext>
                </a:extLst>
              </p:cNvPr>
              <p:cNvSpPr/>
              <p:nvPr/>
            </p:nvSpPr>
            <p:spPr>
              <a:xfrm>
                <a:off x="3492787" y="9858385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7" name="橢圓 476">
                <a:extLst>
                  <a:ext uri="{FF2B5EF4-FFF2-40B4-BE49-F238E27FC236}">
                    <a16:creationId xmlns:a16="http://schemas.microsoft.com/office/drawing/2014/main" id="{0975D48B-F447-45C6-9AD7-3D17BEF8405F}"/>
                  </a:ext>
                </a:extLst>
              </p:cNvPr>
              <p:cNvSpPr/>
              <p:nvPr/>
            </p:nvSpPr>
            <p:spPr>
              <a:xfrm>
                <a:off x="3693352" y="103445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8" name="橢圓 477">
                <a:extLst>
                  <a:ext uri="{FF2B5EF4-FFF2-40B4-BE49-F238E27FC236}">
                    <a16:creationId xmlns:a16="http://schemas.microsoft.com/office/drawing/2014/main" id="{A8C4D866-8269-4996-AEB9-3A01FD3D4BD4}"/>
                  </a:ext>
                </a:extLst>
              </p:cNvPr>
              <p:cNvSpPr/>
              <p:nvPr/>
            </p:nvSpPr>
            <p:spPr>
              <a:xfrm>
                <a:off x="3693352" y="9383378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9" name="橢圓 478">
                <a:extLst>
                  <a:ext uri="{FF2B5EF4-FFF2-40B4-BE49-F238E27FC236}">
                    <a16:creationId xmlns:a16="http://schemas.microsoft.com/office/drawing/2014/main" id="{8C7B5115-C8E0-4E9B-994C-A8E8EFCB714F}"/>
                  </a:ext>
                </a:extLst>
              </p:cNvPr>
              <p:cNvSpPr/>
              <p:nvPr/>
            </p:nvSpPr>
            <p:spPr>
              <a:xfrm>
                <a:off x="4647038" y="103445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80" name="橢圓 479">
                <a:extLst>
                  <a:ext uri="{FF2B5EF4-FFF2-40B4-BE49-F238E27FC236}">
                    <a16:creationId xmlns:a16="http://schemas.microsoft.com/office/drawing/2014/main" id="{8B5ED517-8564-4FAE-AE6C-687D4A6422F7}"/>
                  </a:ext>
                </a:extLst>
              </p:cNvPr>
              <p:cNvSpPr/>
              <p:nvPr/>
            </p:nvSpPr>
            <p:spPr>
              <a:xfrm>
                <a:off x="4647038" y="9383378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1" name="等腰三角形 480">
                <a:extLst>
                  <a:ext uri="{FF2B5EF4-FFF2-40B4-BE49-F238E27FC236}">
                    <a16:creationId xmlns:a16="http://schemas.microsoft.com/office/drawing/2014/main" id="{22D8C3E9-3531-4D37-9B7C-354AA36C787F}"/>
                  </a:ext>
                </a:extLst>
              </p:cNvPr>
              <p:cNvSpPr/>
              <p:nvPr/>
            </p:nvSpPr>
            <p:spPr>
              <a:xfrm rot="5400000" flipH="1">
                <a:off x="4303677" y="9123438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2" name="等腰三角形 481">
                <a:extLst>
                  <a:ext uri="{FF2B5EF4-FFF2-40B4-BE49-F238E27FC236}">
                    <a16:creationId xmlns:a16="http://schemas.microsoft.com/office/drawing/2014/main" id="{66CCDF32-C0D5-4324-BB9F-B840B258BC87}"/>
                  </a:ext>
                </a:extLst>
              </p:cNvPr>
              <p:cNvSpPr/>
              <p:nvPr/>
            </p:nvSpPr>
            <p:spPr>
              <a:xfrm rot="5400000" flipH="1">
                <a:off x="4303677" y="1045739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3" name="等腰三角形 482">
                <a:extLst>
                  <a:ext uri="{FF2B5EF4-FFF2-40B4-BE49-F238E27FC236}">
                    <a16:creationId xmlns:a16="http://schemas.microsoft.com/office/drawing/2014/main" id="{0621F14C-A44D-4F87-8B2D-DA034876643C}"/>
                  </a:ext>
                </a:extLst>
              </p:cNvPr>
              <p:cNvSpPr/>
              <p:nvPr/>
            </p:nvSpPr>
            <p:spPr>
              <a:xfrm rot="5400000" flipH="1">
                <a:off x="3624346" y="980546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4" name="等腰三角形 483">
                <a:extLst>
                  <a:ext uri="{FF2B5EF4-FFF2-40B4-BE49-F238E27FC236}">
                    <a16:creationId xmlns:a16="http://schemas.microsoft.com/office/drawing/2014/main" id="{25FA49FC-654D-431F-BA8E-FD258A837B4B}"/>
                  </a:ext>
                </a:extLst>
              </p:cNvPr>
              <p:cNvSpPr/>
              <p:nvPr/>
            </p:nvSpPr>
            <p:spPr>
              <a:xfrm rot="5400000" flipH="1">
                <a:off x="3824911" y="9323463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5" name="等腰三角形 484">
                <a:extLst>
                  <a:ext uri="{FF2B5EF4-FFF2-40B4-BE49-F238E27FC236}">
                    <a16:creationId xmlns:a16="http://schemas.microsoft.com/office/drawing/2014/main" id="{A9589B86-1B9C-4E66-8E22-1079CE826B0D}"/>
                  </a:ext>
                </a:extLst>
              </p:cNvPr>
              <p:cNvSpPr/>
              <p:nvPr/>
            </p:nvSpPr>
            <p:spPr>
              <a:xfrm rot="5400000" flipH="1">
                <a:off x="3824911" y="1028594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6" name="等腰三角形 485">
                <a:extLst>
                  <a:ext uri="{FF2B5EF4-FFF2-40B4-BE49-F238E27FC236}">
                    <a16:creationId xmlns:a16="http://schemas.microsoft.com/office/drawing/2014/main" id="{FF938CF2-A852-4DC0-AC92-A97BC5FE0C71}"/>
                  </a:ext>
                </a:extLst>
              </p:cNvPr>
              <p:cNvSpPr/>
              <p:nvPr/>
            </p:nvSpPr>
            <p:spPr>
              <a:xfrm rot="5400000" flipH="1">
                <a:off x="4778597" y="9323463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7" name="等腰三角形 486">
                <a:extLst>
                  <a:ext uri="{FF2B5EF4-FFF2-40B4-BE49-F238E27FC236}">
                    <a16:creationId xmlns:a16="http://schemas.microsoft.com/office/drawing/2014/main" id="{DA09CC71-B5C7-4375-8473-274A0F6880C4}"/>
                  </a:ext>
                </a:extLst>
              </p:cNvPr>
              <p:cNvSpPr/>
              <p:nvPr/>
            </p:nvSpPr>
            <p:spPr>
              <a:xfrm rot="5400000" flipH="1">
                <a:off x="4778597" y="1028594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8" name="等腰三角形 487">
                <a:extLst>
                  <a:ext uri="{FF2B5EF4-FFF2-40B4-BE49-F238E27FC236}">
                    <a16:creationId xmlns:a16="http://schemas.microsoft.com/office/drawing/2014/main" id="{69313D68-EE51-44CB-AED2-084051C50734}"/>
                  </a:ext>
                </a:extLst>
              </p:cNvPr>
              <p:cNvSpPr/>
              <p:nvPr/>
            </p:nvSpPr>
            <p:spPr>
              <a:xfrm rot="5400000" flipH="1">
                <a:off x="4963762" y="980546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89" name="群組 488">
              <a:extLst>
                <a:ext uri="{FF2B5EF4-FFF2-40B4-BE49-F238E27FC236}">
                  <a16:creationId xmlns:a16="http://schemas.microsoft.com/office/drawing/2014/main" id="{1EEA1ED8-C37D-4F6A-A8E1-A773F853FC3E}"/>
                </a:ext>
              </a:extLst>
            </p:cNvPr>
            <p:cNvGrpSpPr/>
            <p:nvPr/>
          </p:nvGrpSpPr>
          <p:grpSpPr>
            <a:xfrm>
              <a:off x="3537880" y="4742609"/>
              <a:ext cx="1196482" cy="1196482"/>
              <a:chOff x="8631015" y="5186974"/>
              <a:chExt cx="2090057" cy="2090057"/>
            </a:xfrm>
          </p:grpSpPr>
          <p:sp>
            <p:nvSpPr>
              <p:cNvPr id="490" name="矩形: 圓角 489">
                <a:extLst>
                  <a:ext uri="{FF2B5EF4-FFF2-40B4-BE49-F238E27FC236}">
                    <a16:creationId xmlns:a16="http://schemas.microsoft.com/office/drawing/2014/main" id="{D453F5F2-FB47-4C33-9A8C-E488A4401595}"/>
                  </a:ext>
                </a:extLst>
              </p:cNvPr>
              <p:cNvSpPr/>
              <p:nvPr/>
            </p:nvSpPr>
            <p:spPr>
              <a:xfrm>
                <a:off x="8631015" y="5186974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1" name="箭號: 左-右雙向 490">
                <a:extLst>
                  <a:ext uri="{FF2B5EF4-FFF2-40B4-BE49-F238E27FC236}">
                    <a16:creationId xmlns:a16="http://schemas.microsoft.com/office/drawing/2014/main" id="{CDD35D69-3B87-40B2-B90E-E38AFD637D60}"/>
                  </a:ext>
                </a:extLst>
              </p:cNvPr>
              <p:cNvSpPr/>
              <p:nvPr/>
            </p:nvSpPr>
            <p:spPr>
              <a:xfrm rot="5400000">
                <a:off x="8825319" y="607722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2" name="箭號: 左-右雙向 491">
                <a:extLst>
                  <a:ext uri="{FF2B5EF4-FFF2-40B4-BE49-F238E27FC236}">
                    <a16:creationId xmlns:a16="http://schemas.microsoft.com/office/drawing/2014/main" id="{A0A78C95-36C3-486E-A5E3-A0D0640BE9FD}"/>
                  </a:ext>
                </a:extLst>
              </p:cNvPr>
              <p:cNvSpPr/>
              <p:nvPr/>
            </p:nvSpPr>
            <p:spPr>
              <a:xfrm rot="5400000">
                <a:off x="10130264" y="607722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3" name="箭號: 左-右雙向 492">
                <a:extLst>
                  <a:ext uri="{FF2B5EF4-FFF2-40B4-BE49-F238E27FC236}">
                    <a16:creationId xmlns:a16="http://schemas.microsoft.com/office/drawing/2014/main" id="{05C04747-F841-4E2B-903B-1D62CF7A50FE}"/>
                  </a:ext>
                </a:extLst>
              </p:cNvPr>
              <p:cNvSpPr/>
              <p:nvPr/>
            </p:nvSpPr>
            <p:spPr>
              <a:xfrm rot="18900000">
                <a:off x="9018245" y="561506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4" name="箭號: 左-右雙向 493">
                <a:extLst>
                  <a:ext uri="{FF2B5EF4-FFF2-40B4-BE49-F238E27FC236}">
                    <a16:creationId xmlns:a16="http://schemas.microsoft.com/office/drawing/2014/main" id="{2D6F8647-8341-4217-847C-917B5AFBFF5B}"/>
                  </a:ext>
                </a:extLst>
              </p:cNvPr>
              <p:cNvSpPr/>
              <p:nvPr/>
            </p:nvSpPr>
            <p:spPr>
              <a:xfrm rot="18900000">
                <a:off x="9922348" y="655657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5" name="箭號: 左-右雙向 494">
                <a:extLst>
                  <a:ext uri="{FF2B5EF4-FFF2-40B4-BE49-F238E27FC236}">
                    <a16:creationId xmlns:a16="http://schemas.microsoft.com/office/drawing/2014/main" id="{69136996-C805-47E3-95DD-E3ACA03E4A9B}"/>
                  </a:ext>
                </a:extLst>
              </p:cNvPr>
              <p:cNvSpPr/>
              <p:nvPr/>
            </p:nvSpPr>
            <p:spPr>
              <a:xfrm rot="2700000">
                <a:off x="9018246" y="655657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6" name="箭號: 左-右雙向 495">
                <a:extLst>
                  <a:ext uri="{FF2B5EF4-FFF2-40B4-BE49-F238E27FC236}">
                    <a16:creationId xmlns:a16="http://schemas.microsoft.com/office/drawing/2014/main" id="{7DC01883-7944-447D-9E67-AE59A8930CC9}"/>
                  </a:ext>
                </a:extLst>
              </p:cNvPr>
              <p:cNvSpPr/>
              <p:nvPr/>
            </p:nvSpPr>
            <p:spPr>
              <a:xfrm rot="2700000">
                <a:off x="9922347" y="561506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7" name="箭號: 左-右雙向 496">
                <a:extLst>
                  <a:ext uri="{FF2B5EF4-FFF2-40B4-BE49-F238E27FC236}">
                    <a16:creationId xmlns:a16="http://schemas.microsoft.com/office/drawing/2014/main" id="{8EDD0CB2-AFFE-49B2-8F33-0CFA3458D825}"/>
                  </a:ext>
                </a:extLst>
              </p:cNvPr>
              <p:cNvSpPr/>
              <p:nvPr/>
            </p:nvSpPr>
            <p:spPr>
              <a:xfrm>
                <a:off x="9460044" y="674436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8" name="箭號: 左-右雙向 497">
                <a:extLst>
                  <a:ext uri="{FF2B5EF4-FFF2-40B4-BE49-F238E27FC236}">
                    <a16:creationId xmlns:a16="http://schemas.microsoft.com/office/drawing/2014/main" id="{A0A41030-5CCC-4016-A738-A15063D6F8E2}"/>
                  </a:ext>
                </a:extLst>
              </p:cNvPr>
              <p:cNvSpPr/>
              <p:nvPr/>
            </p:nvSpPr>
            <p:spPr>
              <a:xfrm>
                <a:off x="9460044" y="541468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99" name="群組 498">
              <a:extLst>
                <a:ext uri="{FF2B5EF4-FFF2-40B4-BE49-F238E27FC236}">
                  <a16:creationId xmlns:a16="http://schemas.microsoft.com/office/drawing/2014/main" id="{0460F7A0-989C-4B99-B879-89DFB91AD1A6}"/>
                </a:ext>
              </a:extLst>
            </p:cNvPr>
            <p:cNvGrpSpPr/>
            <p:nvPr/>
          </p:nvGrpSpPr>
          <p:grpSpPr>
            <a:xfrm>
              <a:off x="449070" y="2219497"/>
              <a:ext cx="1196482" cy="1196482"/>
              <a:chOff x="-756975" y="5254023"/>
              <a:chExt cx="2090057" cy="2090057"/>
            </a:xfrm>
          </p:grpSpPr>
          <p:sp>
            <p:nvSpPr>
              <p:cNvPr id="500" name="矩形: 圓角 499">
                <a:extLst>
                  <a:ext uri="{FF2B5EF4-FFF2-40B4-BE49-F238E27FC236}">
                    <a16:creationId xmlns:a16="http://schemas.microsoft.com/office/drawing/2014/main" id="{8218816D-68BC-4D83-A0B9-916A0C23AC28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1" name="箭號: 左-右雙向 500">
                <a:extLst>
                  <a:ext uri="{FF2B5EF4-FFF2-40B4-BE49-F238E27FC236}">
                    <a16:creationId xmlns:a16="http://schemas.microsoft.com/office/drawing/2014/main" id="{87C1553B-A120-4F24-A6EA-506A077A5820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2" name="箭號: 左-右雙向 501">
                <a:extLst>
                  <a:ext uri="{FF2B5EF4-FFF2-40B4-BE49-F238E27FC236}">
                    <a16:creationId xmlns:a16="http://schemas.microsoft.com/office/drawing/2014/main" id="{0C6B3A92-F62E-4BDF-A909-C6EB201842A8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3" name="箭號: 左-右雙向 502">
                <a:extLst>
                  <a:ext uri="{FF2B5EF4-FFF2-40B4-BE49-F238E27FC236}">
                    <a16:creationId xmlns:a16="http://schemas.microsoft.com/office/drawing/2014/main" id="{D7F627B7-56E7-4583-8DF3-F6FD9DC063B1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4" name="箭號: 左-右雙向 503">
                <a:extLst>
                  <a:ext uri="{FF2B5EF4-FFF2-40B4-BE49-F238E27FC236}">
                    <a16:creationId xmlns:a16="http://schemas.microsoft.com/office/drawing/2014/main" id="{9977141F-F18C-48E4-8242-0B6A1065E34A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5" name="箭號: 左-右雙向 504">
                <a:extLst>
                  <a:ext uri="{FF2B5EF4-FFF2-40B4-BE49-F238E27FC236}">
                    <a16:creationId xmlns:a16="http://schemas.microsoft.com/office/drawing/2014/main" id="{1C2D03AA-1B47-43B0-9E2C-63D83A280514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6" name="箭號: 左-右雙向 505">
                <a:extLst>
                  <a:ext uri="{FF2B5EF4-FFF2-40B4-BE49-F238E27FC236}">
                    <a16:creationId xmlns:a16="http://schemas.microsoft.com/office/drawing/2014/main" id="{F6D7D109-106F-4BF7-9A1B-B156572C139D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7" name="箭號: 左-右雙向 506">
                <a:extLst>
                  <a:ext uri="{FF2B5EF4-FFF2-40B4-BE49-F238E27FC236}">
                    <a16:creationId xmlns:a16="http://schemas.microsoft.com/office/drawing/2014/main" id="{F13A3E37-1718-4CEE-AE86-7084F7B80E75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8" name="箭號: 左-右雙向 507">
                <a:extLst>
                  <a:ext uri="{FF2B5EF4-FFF2-40B4-BE49-F238E27FC236}">
                    <a16:creationId xmlns:a16="http://schemas.microsoft.com/office/drawing/2014/main" id="{220076D4-3770-49E3-9041-EC72AE5A03E5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sp>
          <p:nvSpPr>
            <p:cNvPr id="509" name="矩形: 圓角 508">
              <a:extLst>
                <a:ext uri="{FF2B5EF4-FFF2-40B4-BE49-F238E27FC236}">
                  <a16:creationId xmlns:a16="http://schemas.microsoft.com/office/drawing/2014/main" id="{CCF6B86C-EC20-4214-9344-8028866B9D0B}"/>
                </a:ext>
              </a:extLst>
            </p:cNvPr>
            <p:cNvSpPr/>
            <p:nvPr/>
          </p:nvSpPr>
          <p:spPr>
            <a:xfrm>
              <a:off x="4977426" y="362857"/>
              <a:ext cx="4877773" cy="6152143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48157" tIns="24078" rIns="48157" bIns="2407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14" dirty="0"/>
            </a:p>
          </p:txBody>
        </p:sp>
        <p:pic>
          <p:nvPicPr>
            <p:cNvPr id="510" name="圖片 509">
              <a:extLst>
                <a:ext uri="{FF2B5EF4-FFF2-40B4-BE49-F238E27FC236}">
                  <a16:creationId xmlns:a16="http://schemas.microsoft.com/office/drawing/2014/main" id="{E0947B97-406F-4B51-8DB4-9760EF0A45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3508100" y="3451379"/>
              <a:ext cx="1273493" cy="1269052"/>
            </a:xfrm>
            <a:prstGeom prst="rect">
              <a:avLst/>
            </a:prstGeom>
          </p:spPr>
        </p:pic>
        <p:pic>
          <p:nvPicPr>
            <p:cNvPr id="511" name="圖片 510">
              <a:extLst>
                <a:ext uri="{FF2B5EF4-FFF2-40B4-BE49-F238E27FC236}">
                  <a16:creationId xmlns:a16="http://schemas.microsoft.com/office/drawing/2014/main" id="{AD1CE931-FAC2-47FF-8746-A6469AECD7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392421" y="3451379"/>
              <a:ext cx="1287264" cy="1269052"/>
            </a:xfrm>
            <a:prstGeom prst="rect">
              <a:avLst/>
            </a:prstGeom>
          </p:spPr>
        </p:pic>
        <p:pic>
          <p:nvPicPr>
            <p:cNvPr id="512" name="圖片 511">
              <a:extLst>
                <a:ext uri="{FF2B5EF4-FFF2-40B4-BE49-F238E27FC236}">
                  <a16:creationId xmlns:a16="http://schemas.microsoft.com/office/drawing/2014/main" id="{BC310AC7-9A77-4F4E-966F-D4D712602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1946012" y="1647174"/>
              <a:ext cx="1273493" cy="1269052"/>
            </a:xfrm>
            <a:prstGeom prst="rect">
              <a:avLst/>
            </a:prstGeom>
          </p:spPr>
        </p:pic>
        <p:pic>
          <p:nvPicPr>
            <p:cNvPr id="513" name="圖片 512">
              <a:extLst>
                <a:ext uri="{FF2B5EF4-FFF2-40B4-BE49-F238E27FC236}">
                  <a16:creationId xmlns:a16="http://schemas.microsoft.com/office/drawing/2014/main" id="{FAFC56C3-AA8F-400D-8463-89389FA2EA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1946012" y="5182760"/>
              <a:ext cx="1273493" cy="1269052"/>
            </a:xfrm>
            <a:prstGeom prst="rect">
              <a:avLst/>
            </a:prstGeom>
          </p:spPr>
        </p:pic>
        <p:pic>
          <p:nvPicPr>
            <p:cNvPr id="514" name="圖片 513">
              <a:extLst>
                <a:ext uri="{FF2B5EF4-FFF2-40B4-BE49-F238E27FC236}">
                  <a16:creationId xmlns:a16="http://schemas.microsoft.com/office/drawing/2014/main" id="{160B3459-BD92-4FF2-8B71-6439DDF123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28" t="13572" r="38969" b="4004"/>
            <a:stretch/>
          </p:blipFill>
          <p:spPr>
            <a:xfrm>
              <a:off x="6815675" y="1653089"/>
              <a:ext cx="1253311" cy="1255949"/>
            </a:xfrm>
            <a:prstGeom prst="rect">
              <a:avLst/>
            </a:prstGeom>
          </p:spPr>
        </p:pic>
        <p:pic>
          <p:nvPicPr>
            <p:cNvPr id="515" name="圖片 514">
              <a:extLst>
                <a:ext uri="{FF2B5EF4-FFF2-40B4-BE49-F238E27FC236}">
                  <a16:creationId xmlns:a16="http://schemas.microsoft.com/office/drawing/2014/main" id="{AA60D09B-16F1-4446-AC50-2F655BEB66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36" t="13557" r="38852" b="3847"/>
            <a:stretch/>
          </p:blipFill>
          <p:spPr>
            <a:xfrm>
              <a:off x="6813036" y="5191526"/>
              <a:ext cx="1258588" cy="1258588"/>
            </a:xfrm>
            <a:prstGeom prst="rect">
              <a:avLst/>
            </a:prstGeom>
          </p:spPr>
        </p:pic>
        <p:pic>
          <p:nvPicPr>
            <p:cNvPr id="516" name="圖片 515">
              <a:extLst>
                <a:ext uri="{FF2B5EF4-FFF2-40B4-BE49-F238E27FC236}">
                  <a16:creationId xmlns:a16="http://schemas.microsoft.com/office/drawing/2014/main" id="{6B30FB48-B23B-4251-B8D4-CFFB3D1E72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96" t="13733" r="38996" b="4189"/>
            <a:stretch/>
          </p:blipFill>
          <p:spPr>
            <a:xfrm>
              <a:off x="8315168" y="3450948"/>
              <a:ext cx="1248693" cy="1250672"/>
            </a:xfrm>
            <a:prstGeom prst="rect">
              <a:avLst/>
            </a:prstGeom>
          </p:spPr>
        </p:pic>
        <p:pic>
          <p:nvPicPr>
            <p:cNvPr id="517" name="圖片 516">
              <a:extLst>
                <a:ext uri="{FF2B5EF4-FFF2-40B4-BE49-F238E27FC236}">
                  <a16:creationId xmlns:a16="http://schemas.microsoft.com/office/drawing/2014/main" id="{991F6BF7-8576-4A52-B376-DE1A79F155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257" t="13652" r="38542" b="3900"/>
            <a:stretch/>
          </p:blipFill>
          <p:spPr>
            <a:xfrm>
              <a:off x="5236286" y="3451080"/>
              <a:ext cx="1277585" cy="125629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文字方塊 517">
                  <a:extLst>
                    <a:ext uri="{FF2B5EF4-FFF2-40B4-BE49-F238E27FC236}">
                      <a16:creationId xmlns:a16="http://schemas.microsoft.com/office/drawing/2014/main" id="{E0FF65C2-8451-42D2-9C12-EB714DE5E1D3}"/>
                    </a:ext>
                  </a:extLst>
                </p:cNvPr>
                <p:cNvSpPr txBox="1"/>
                <p:nvPr/>
              </p:nvSpPr>
              <p:spPr>
                <a:xfrm>
                  <a:off x="2192806" y="4815939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18" name="文字方塊 517">
                  <a:extLst>
                    <a:ext uri="{FF2B5EF4-FFF2-40B4-BE49-F238E27FC236}">
                      <a16:creationId xmlns:a16="http://schemas.microsoft.com/office/drawing/2014/main" id="{E0FF65C2-8451-42D2-9C12-EB714DE5E1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806" y="4815939"/>
                  <a:ext cx="809311" cy="327910"/>
                </a:xfrm>
                <a:prstGeom prst="rect">
                  <a:avLst/>
                </a:prstGeom>
                <a:blipFill>
                  <a:blip r:embed="rId7"/>
                  <a:stretch>
                    <a:fillRect t="-107407" r="-45455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文字方塊 518">
                  <a:extLst>
                    <a:ext uri="{FF2B5EF4-FFF2-40B4-BE49-F238E27FC236}">
                      <a16:creationId xmlns:a16="http://schemas.microsoft.com/office/drawing/2014/main" id="{574E164B-737F-4D96-9CE1-F049526F3B21}"/>
                    </a:ext>
                  </a:extLst>
                </p:cNvPr>
                <p:cNvSpPr txBox="1"/>
                <p:nvPr/>
              </p:nvSpPr>
              <p:spPr>
                <a:xfrm>
                  <a:off x="2209526" y="2940433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19" name="文字方塊 518">
                  <a:extLst>
                    <a:ext uri="{FF2B5EF4-FFF2-40B4-BE49-F238E27FC236}">
                      <a16:creationId xmlns:a16="http://schemas.microsoft.com/office/drawing/2014/main" id="{574E164B-737F-4D96-9CE1-F049526F3B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9526" y="2940433"/>
                  <a:ext cx="809311" cy="327910"/>
                </a:xfrm>
                <a:prstGeom prst="rect">
                  <a:avLst/>
                </a:prstGeom>
                <a:blipFill>
                  <a:blip r:embed="rId8"/>
                  <a:stretch>
                    <a:fillRect t="-109434" r="-36090" b="-1754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20" name="群組 519">
              <a:extLst>
                <a:ext uri="{FF2B5EF4-FFF2-40B4-BE49-F238E27FC236}">
                  <a16:creationId xmlns:a16="http://schemas.microsoft.com/office/drawing/2014/main" id="{5D8FC033-838D-4326-AD76-AFC5C453A158}"/>
                </a:ext>
              </a:extLst>
            </p:cNvPr>
            <p:cNvGrpSpPr/>
            <p:nvPr/>
          </p:nvGrpSpPr>
          <p:grpSpPr>
            <a:xfrm>
              <a:off x="2571035" y="2193177"/>
              <a:ext cx="115068" cy="110383"/>
              <a:chOff x="1373392" y="2391862"/>
              <a:chExt cx="479433" cy="476535"/>
            </a:xfrm>
          </p:grpSpPr>
          <p:sp>
            <p:nvSpPr>
              <p:cNvPr id="521" name="箭號: 向右 520">
                <a:extLst>
                  <a:ext uri="{FF2B5EF4-FFF2-40B4-BE49-F238E27FC236}">
                    <a16:creationId xmlns:a16="http://schemas.microsoft.com/office/drawing/2014/main" id="{B49B4E61-CFBF-4D3A-B39C-2DA65C274D6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>
                  <a:solidFill>
                    <a:schemeClr val="tx1"/>
                  </a:solidFill>
                </a:endParaRPr>
              </a:p>
            </p:txBody>
          </p:sp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ED997ECA-0BB3-465F-8849-7792BA59048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文字方塊 522">
                  <a:extLst>
                    <a:ext uri="{FF2B5EF4-FFF2-40B4-BE49-F238E27FC236}">
                      <a16:creationId xmlns:a16="http://schemas.microsoft.com/office/drawing/2014/main" id="{59400E72-3602-4E5C-8E34-06B1B365E37B}"/>
                    </a:ext>
                  </a:extLst>
                </p:cNvPr>
                <p:cNvSpPr txBox="1"/>
                <p:nvPr/>
              </p:nvSpPr>
              <p:spPr>
                <a:xfrm>
                  <a:off x="2451697" y="1821871"/>
                  <a:ext cx="436437" cy="4102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23" name="文字方塊 522">
                  <a:extLst>
                    <a:ext uri="{FF2B5EF4-FFF2-40B4-BE49-F238E27FC236}">
                      <a16:creationId xmlns:a16="http://schemas.microsoft.com/office/drawing/2014/main" id="{59400E72-3602-4E5C-8E34-06B1B365E3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1697" y="1821871"/>
                  <a:ext cx="436437" cy="410241"/>
                </a:xfrm>
                <a:prstGeom prst="rect">
                  <a:avLst/>
                </a:prstGeom>
                <a:blipFill>
                  <a:blip r:embed="rId9"/>
                  <a:stretch>
                    <a:fillRect b="-447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文字方塊 523">
                  <a:extLst>
                    <a:ext uri="{FF2B5EF4-FFF2-40B4-BE49-F238E27FC236}">
                      <a16:creationId xmlns:a16="http://schemas.microsoft.com/office/drawing/2014/main" id="{4209FEF9-99D3-442F-944A-E73E249D1638}"/>
                    </a:ext>
                  </a:extLst>
                </p:cNvPr>
                <p:cNvSpPr txBox="1"/>
                <p:nvPr/>
              </p:nvSpPr>
              <p:spPr>
                <a:xfrm>
                  <a:off x="2623903" y="2098778"/>
                  <a:ext cx="386686" cy="386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24" name="文字方塊 523">
                  <a:extLst>
                    <a:ext uri="{FF2B5EF4-FFF2-40B4-BE49-F238E27FC236}">
                      <a16:creationId xmlns:a16="http://schemas.microsoft.com/office/drawing/2014/main" id="{4209FEF9-99D3-442F-944A-E73E249D1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3903" y="2098778"/>
                  <a:ext cx="386686" cy="386901"/>
                </a:xfrm>
                <a:prstGeom prst="rect">
                  <a:avLst/>
                </a:prstGeom>
                <a:blipFill>
                  <a:blip r:embed="rId10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文字方塊 524">
                  <a:extLst>
                    <a:ext uri="{FF2B5EF4-FFF2-40B4-BE49-F238E27FC236}">
                      <a16:creationId xmlns:a16="http://schemas.microsoft.com/office/drawing/2014/main" id="{E5C8B131-4F29-426D-8D2B-99FFFB670C95}"/>
                    </a:ext>
                  </a:extLst>
                </p:cNvPr>
                <p:cNvSpPr txBox="1"/>
                <p:nvPr/>
              </p:nvSpPr>
              <p:spPr>
                <a:xfrm>
                  <a:off x="1920145" y="2527973"/>
                  <a:ext cx="649383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531" dirty="0"/>
                </a:p>
              </p:txBody>
            </p:sp>
          </mc:Choice>
          <mc:Fallback xmlns="">
            <p:sp>
              <p:nvSpPr>
                <p:cNvPr id="525" name="文字方塊 524">
                  <a:extLst>
                    <a:ext uri="{FF2B5EF4-FFF2-40B4-BE49-F238E27FC236}">
                      <a16:creationId xmlns:a16="http://schemas.microsoft.com/office/drawing/2014/main" id="{E5C8B131-4F29-426D-8D2B-99FFFB670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0145" y="2527973"/>
                  <a:ext cx="649383" cy="327910"/>
                </a:xfrm>
                <a:prstGeom prst="rect">
                  <a:avLst/>
                </a:prstGeom>
                <a:blipFill>
                  <a:blip r:embed="rId11"/>
                  <a:stretch>
                    <a:fillRect b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6" name="文字方塊 525">
              <a:extLst>
                <a:ext uri="{FF2B5EF4-FFF2-40B4-BE49-F238E27FC236}">
                  <a16:creationId xmlns:a16="http://schemas.microsoft.com/office/drawing/2014/main" id="{5475B082-EFA2-4F21-9D77-B6F549FAE5A5}"/>
                </a:ext>
              </a:extLst>
            </p:cNvPr>
            <p:cNvSpPr txBox="1"/>
            <p:nvPr/>
          </p:nvSpPr>
          <p:spPr>
            <a:xfrm>
              <a:off x="868107" y="476204"/>
              <a:ext cx="3458709" cy="49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5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Transverse component</a:t>
              </a:r>
              <a:endParaRPr lang="zh-TW" altLang="en-US" sz="25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文字方塊 526">
                  <a:extLst>
                    <a:ext uri="{FF2B5EF4-FFF2-40B4-BE49-F238E27FC236}">
                      <a16:creationId xmlns:a16="http://schemas.microsoft.com/office/drawing/2014/main" id="{83725C63-0A40-4567-90F6-F486E23258BC}"/>
                    </a:ext>
                  </a:extLst>
                </p:cNvPr>
                <p:cNvSpPr txBox="1"/>
                <p:nvPr/>
              </p:nvSpPr>
              <p:spPr>
                <a:xfrm>
                  <a:off x="1751770" y="1622210"/>
                  <a:ext cx="1666097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53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7" name="文字方塊 526">
                  <a:extLst>
                    <a:ext uri="{FF2B5EF4-FFF2-40B4-BE49-F238E27FC236}">
                      <a16:creationId xmlns:a16="http://schemas.microsoft.com/office/drawing/2014/main" id="{83725C63-0A40-4567-90F6-F486E23258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1770" y="1622210"/>
                  <a:ext cx="1666097" cy="327910"/>
                </a:xfrm>
                <a:prstGeom prst="rect">
                  <a:avLst/>
                </a:prstGeom>
                <a:blipFill>
                  <a:blip r:embed="rId12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文字方塊 527">
                  <a:extLst>
                    <a:ext uri="{FF2B5EF4-FFF2-40B4-BE49-F238E27FC236}">
                      <a16:creationId xmlns:a16="http://schemas.microsoft.com/office/drawing/2014/main" id="{0A43BAAF-DA17-4CAB-AE1A-799A795E17F1}"/>
                    </a:ext>
                  </a:extLst>
                </p:cNvPr>
                <p:cNvSpPr txBox="1"/>
                <p:nvPr/>
              </p:nvSpPr>
              <p:spPr>
                <a:xfrm>
                  <a:off x="43784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8" name="文字方塊 527">
                  <a:extLst>
                    <a:ext uri="{FF2B5EF4-FFF2-40B4-BE49-F238E27FC236}">
                      <a16:creationId xmlns:a16="http://schemas.microsoft.com/office/drawing/2014/main" id="{0A43BAAF-DA17-4CAB-AE1A-799A795E1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847" y="3432396"/>
                  <a:ext cx="1145032" cy="327910"/>
                </a:xfrm>
                <a:prstGeom prst="rect">
                  <a:avLst/>
                </a:prstGeom>
                <a:blipFill>
                  <a:blip r:embed="rId13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文字方塊 528">
                  <a:extLst>
                    <a:ext uri="{FF2B5EF4-FFF2-40B4-BE49-F238E27FC236}">
                      <a16:creationId xmlns:a16="http://schemas.microsoft.com/office/drawing/2014/main" id="{3832B110-3961-44CB-9AFC-1A54CD69C0D2}"/>
                    </a:ext>
                  </a:extLst>
                </p:cNvPr>
                <p:cNvSpPr txBox="1"/>
                <p:nvPr/>
              </p:nvSpPr>
              <p:spPr>
                <a:xfrm>
                  <a:off x="3506758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9" name="文字方塊 528">
                  <a:extLst>
                    <a:ext uri="{FF2B5EF4-FFF2-40B4-BE49-F238E27FC236}">
                      <a16:creationId xmlns:a16="http://schemas.microsoft.com/office/drawing/2014/main" id="{3832B110-3961-44CB-9AFC-1A54CD69C0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6758" y="3432396"/>
                  <a:ext cx="1145032" cy="327910"/>
                </a:xfrm>
                <a:prstGeom prst="rect">
                  <a:avLst/>
                </a:prstGeom>
                <a:blipFill>
                  <a:blip r:embed="rId1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文字方塊 529">
                  <a:extLst>
                    <a:ext uri="{FF2B5EF4-FFF2-40B4-BE49-F238E27FC236}">
                      <a16:creationId xmlns:a16="http://schemas.microsoft.com/office/drawing/2014/main" id="{47A96E5E-C68F-4475-9805-57A7C4D39BA8}"/>
                    </a:ext>
                  </a:extLst>
                </p:cNvPr>
                <p:cNvSpPr txBox="1"/>
                <p:nvPr/>
              </p:nvSpPr>
              <p:spPr>
                <a:xfrm>
                  <a:off x="2024945" y="5181725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30" name="文字方塊 529">
                  <a:extLst>
                    <a:ext uri="{FF2B5EF4-FFF2-40B4-BE49-F238E27FC236}">
                      <a16:creationId xmlns:a16="http://schemas.microsoft.com/office/drawing/2014/main" id="{47A96E5E-C68F-4475-9805-57A7C4D39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945" y="5181725"/>
                  <a:ext cx="1145032" cy="3279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1" name="圖片 530">
              <a:extLst>
                <a:ext uri="{FF2B5EF4-FFF2-40B4-BE49-F238E27FC236}">
                  <a16:creationId xmlns:a16="http://schemas.microsoft.com/office/drawing/2014/main" id="{B3E84911-4915-42EA-A42E-55CFE5D136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3246362" y="1604383"/>
              <a:ext cx="422962" cy="13489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文字方塊 531">
                  <a:extLst>
                    <a:ext uri="{FF2B5EF4-FFF2-40B4-BE49-F238E27FC236}">
                      <a16:creationId xmlns:a16="http://schemas.microsoft.com/office/drawing/2014/main" id="{E579AA19-B39E-47C6-939B-6462E1224C4C}"/>
                    </a:ext>
                  </a:extLst>
                </p:cNvPr>
                <p:cNvSpPr txBox="1"/>
                <p:nvPr/>
              </p:nvSpPr>
              <p:spPr>
                <a:xfrm>
                  <a:off x="3173072" y="2689076"/>
                  <a:ext cx="476176" cy="2985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340" dirty="0"/>
                </a:p>
              </p:txBody>
            </p:sp>
          </mc:Choice>
          <mc:Fallback xmlns="">
            <p:sp>
              <p:nvSpPr>
                <p:cNvPr id="532" name="文字方塊 531">
                  <a:extLst>
                    <a:ext uri="{FF2B5EF4-FFF2-40B4-BE49-F238E27FC236}">
                      <a16:creationId xmlns:a16="http://schemas.microsoft.com/office/drawing/2014/main" id="{E579AA19-B39E-47C6-939B-6462E1224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3072" y="2689076"/>
                  <a:ext cx="476176" cy="29854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3" name="Oval 14">
              <a:extLst>
                <a:ext uri="{FF2B5EF4-FFF2-40B4-BE49-F238E27FC236}">
                  <a16:creationId xmlns:a16="http://schemas.microsoft.com/office/drawing/2014/main" id="{C917EFFD-FD3B-4297-8F7C-A21D3966AE0F}"/>
                </a:ext>
              </a:extLst>
            </p:cNvPr>
            <p:cNvSpPr/>
            <p:nvPr/>
          </p:nvSpPr>
          <p:spPr>
            <a:xfrm>
              <a:off x="2538016" y="3174017"/>
              <a:ext cx="161723" cy="167523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34" name="Oval 4">
              <a:extLst>
                <a:ext uri="{FF2B5EF4-FFF2-40B4-BE49-F238E27FC236}">
                  <a16:creationId xmlns:a16="http://schemas.microsoft.com/office/drawing/2014/main" id="{BAA8E21E-33A7-41AE-8DBA-F2058B7EAAC3}"/>
                </a:ext>
              </a:extLst>
            </p:cNvPr>
            <p:cNvSpPr/>
            <p:nvPr/>
          </p:nvSpPr>
          <p:spPr>
            <a:xfrm>
              <a:off x="1902294" y="3257778"/>
              <a:ext cx="1437528" cy="148909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5" name="Oval 15">
              <a:extLst>
                <a:ext uri="{FF2B5EF4-FFF2-40B4-BE49-F238E27FC236}">
                  <a16:creationId xmlns:a16="http://schemas.microsoft.com/office/drawing/2014/main" id="{4962F7DF-E57C-4853-ACE2-26B6625C305F}"/>
                </a:ext>
              </a:extLst>
            </p:cNvPr>
            <p:cNvSpPr/>
            <p:nvPr/>
          </p:nvSpPr>
          <p:spPr>
            <a:xfrm>
              <a:off x="2538016" y="4662275"/>
              <a:ext cx="161723" cy="167523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6" name="SHO">
              <a:extLst>
                <a:ext uri="{FF2B5EF4-FFF2-40B4-BE49-F238E27FC236}">
                  <a16:creationId xmlns:a16="http://schemas.microsoft.com/office/drawing/2014/main" id="{86B072D1-7C88-47D3-9154-2B633250D28D}"/>
                </a:ext>
              </a:extLst>
            </p:cNvPr>
            <p:cNvSpPr/>
            <p:nvPr/>
          </p:nvSpPr>
          <p:spPr>
            <a:xfrm rot="16200000">
              <a:off x="2308925" y="3284059"/>
              <a:ext cx="619902" cy="1437528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7" name="SVO">
              <a:extLst>
                <a:ext uri="{FF2B5EF4-FFF2-40B4-BE49-F238E27FC236}">
                  <a16:creationId xmlns:a16="http://schemas.microsoft.com/office/drawing/2014/main" id="{C65FC745-7F44-4166-A279-28CA433A9BC5}"/>
                </a:ext>
              </a:extLst>
            </p:cNvPr>
            <p:cNvSpPr/>
            <p:nvPr/>
          </p:nvSpPr>
          <p:spPr>
            <a:xfrm>
              <a:off x="2258599" y="3258276"/>
              <a:ext cx="718764" cy="148909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38" name="Oval 6">
              <a:extLst>
                <a:ext uri="{FF2B5EF4-FFF2-40B4-BE49-F238E27FC236}">
                  <a16:creationId xmlns:a16="http://schemas.microsoft.com/office/drawing/2014/main" id="{C09E066C-86BD-4416-AB82-915F5E7D120F}"/>
                </a:ext>
              </a:extLst>
            </p:cNvPr>
            <p:cNvSpPr/>
            <p:nvPr/>
          </p:nvSpPr>
          <p:spPr>
            <a:xfrm rot="16200000">
              <a:off x="2308925" y="3284059"/>
              <a:ext cx="619902" cy="1437528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11">
                  <a:extLst>
                    <a:ext uri="{FF2B5EF4-FFF2-40B4-BE49-F238E27FC236}">
                      <a16:creationId xmlns:a16="http://schemas.microsoft.com/office/drawing/2014/main" id="{517F6F7D-5BD6-4F33-9B0A-7F5BACAED874}"/>
                    </a:ext>
                  </a:extLst>
                </p:cNvPr>
                <p:cNvSpPr txBox="1"/>
                <p:nvPr/>
              </p:nvSpPr>
              <p:spPr>
                <a:xfrm>
                  <a:off x="2071642" y="382527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39" name="TextBox 11">
                  <a:extLst>
                    <a:ext uri="{FF2B5EF4-FFF2-40B4-BE49-F238E27FC236}">
                      <a16:creationId xmlns:a16="http://schemas.microsoft.com/office/drawing/2014/main" id="{517F6F7D-5BD6-4F33-9B0A-7F5BACAED8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1642" y="3825271"/>
                  <a:ext cx="176135" cy="327910"/>
                </a:xfrm>
                <a:prstGeom prst="rect">
                  <a:avLst/>
                </a:prstGeom>
                <a:blipFill>
                  <a:blip r:embed="rId18"/>
                  <a:stretch>
                    <a:fillRect r="-3448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0" name="Oval 22">
              <a:extLst>
                <a:ext uri="{FF2B5EF4-FFF2-40B4-BE49-F238E27FC236}">
                  <a16:creationId xmlns:a16="http://schemas.microsoft.com/office/drawing/2014/main" id="{0B56DFB7-2F60-457C-A5BD-5A13CA428853}"/>
                </a:ext>
              </a:extLst>
            </p:cNvPr>
            <p:cNvSpPr/>
            <p:nvPr/>
          </p:nvSpPr>
          <p:spPr>
            <a:xfrm>
              <a:off x="2537073" y="4662275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12">
                  <a:extLst>
                    <a:ext uri="{FF2B5EF4-FFF2-40B4-BE49-F238E27FC236}">
                      <a16:creationId xmlns:a16="http://schemas.microsoft.com/office/drawing/2014/main" id="{0E5BA8B0-7F0A-447F-B197-7F2F4450553A}"/>
                    </a:ext>
                  </a:extLst>
                </p:cNvPr>
                <p:cNvSpPr txBox="1"/>
                <p:nvPr/>
              </p:nvSpPr>
              <p:spPr>
                <a:xfrm>
                  <a:off x="2723631" y="392024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41" name="TextBox 12">
                  <a:extLst>
                    <a:ext uri="{FF2B5EF4-FFF2-40B4-BE49-F238E27FC236}">
                      <a16:creationId xmlns:a16="http://schemas.microsoft.com/office/drawing/2014/main" id="{0E5BA8B0-7F0A-447F-B197-7F2F44505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3631" y="3920241"/>
                  <a:ext cx="176135" cy="327910"/>
                </a:xfrm>
                <a:prstGeom prst="rect">
                  <a:avLst/>
                </a:prstGeom>
                <a:blipFill>
                  <a:blip r:embed="rId19"/>
                  <a:stretch>
                    <a:fillRect r="-51724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13">
                  <a:extLst>
                    <a:ext uri="{FF2B5EF4-FFF2-40B4-BE49-F238E27FC236}">
                      <a16:creationId xmlns:a16="http://schemas.microsoft.com/office/drawing/2014/main" id="{8DA62880-7701-47D3-B0D4-A38408D93276}"/>
                    </a:ext>
                  </a:extLst>
                </p:cNvPr>
                <p:cNvSpPr txBox="1"/>
                <p:nvPr/>
              </p:nvSpPr>
              <p:spPr>
                <a:xfrm>
                  <a:off x="2480600" y="3293320"/>
                  <a:ext cx="25581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42" name="TextBox 13">
                  <a:extLst>
                    <a:ext uri="{FF2B5EF4-FFF2-40B4-BE49-F238E27FC236}">
                      <a16:creationId xmlns:a16="http://schemas.microsoft.com/office/drawing/2014/main" id="{8DA62880-7701-47D3-B0D4-A38408D93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0600" y="3293320"/>
                  <a:ext cx="255815" cy="3279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3" name="DVO">
              <a:extLst>
                <a:ext uri="{FF2B5EF4-FFF2-40B4-BE49-F238E27FC236}">
                  <a16:creationId xmlns:a16="http://schemas.microsoft.com/office/drawing/2014/main" id="{29BD44C9-8B29-4679-A2CF-E5C7E3501D63}"/>
                </a:ext>
              </a:extLst>
            </p:cNvPr>
            <p:cNvSpPr/>
            <p:nvPr/>
          </p:nvSpPr>
          <p:spPr>
            <a:xfrm flipH="1">
              <a:off x="2258599" y="3258276"/>
              <a:ext cx="718764" cy="148909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44" name="Oval 23">
              <a:extLst>
                <a:ext uri="{FF2B5EF4-FFF2-40B4-BE49-F238E27FC236}">
                  <a16:creationId xmlns:a16="http://schemas.microsoft.com/office/drawing/2014/main" id="{8A828BAF-87F6-4895-BFF5-A106F27AA124}"/>
                </a:ext>
              </a:extLst>
            </p:cNvPr>
            <p:cNvSpPr/>
            <p:nvPr/>
          </p:nvSpPr>
          <p:spPr>
            <a:xfrm>
              <a:off x="3256689" y="391906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cxnSp>
          <p:nvCxnSpPr>
            <p:cNvPr id="545" name="Straight Arrow Connector 7">
              <a:extLst>
                <a:ext uri="{FF2B5EF4-FFF2-40B4-BE49-F238E27FC236}">
                  <a16:creationId xmlns:a16="http://schemas.microsoft.com/office/drawing/2014/main" id="{CEA9FD05-A95B-4F02-84F6-243898B9D8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4963" y="3556749"/>
              <a:ext cx="1689" cy="4438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Straight Arrow Connector 19">
              <a:extLst>
                <a:ext uri="{FF2B5EF4-FFF2-40B4-BE49-F238E27FC236}">
                  <a16:creationId xmlns:a16="http://schemas.microsoft.com/office/drawing/2014/main" id="{EA73F4AF-299F-47A6-993D-D353A1B8899D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35" y="3998467"/>
              <a:ext cx="194924" cy="15606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Straight Arrow Connector 18">
              <a:extLst>
                <a:ext uri="{FF2B5EF4-FFF2-40B4-BE49-F238E27FC236}">
                  <a16:creationId xmlns:a16="http://schemas.microsoft.com/office/drawing/2014/main" id="{1F2CF01E-E6BD-4765-A293-164D543F3DEC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447380" y="3827760"/>
              <a:ext cx="0" cy="3414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Oval 20">
              <a:extLst>
                <a:ext uri="{FF2B5EF4-FFF2-40B4-BE49-F238E27FC236}">
                  <a16:creationId xmlns:a16="http://schemas.microsoft.com/office/drawing/2014/main" id="{A8F71538-6253-4FCA-9648-108964F6397A}"/>
                </a:ext>
              </a:extLst>
            </p:cNvPr>
            <p:cNvSpPr/>
            <p:nvPr/>
          </p:nvSpPr>
          <p:spPr>
            <a:xfrm>
              <a:off x="1818997" y="391906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49" name="Oval 22">
              <a:extLst>
                <a:ext uri="{FF2B5EF4-FFF2-40B4-BE49-F238E27FC236}">
                  <a16:creationId xmlns:a16="http://schemas.microsoft.com/office/drawing/2014/main" id="{412C789E-5660-4055-BF93-EB1A2CFA16C1}"/>
                </a:ext>
              </a:extLst>
            </p:cNvPr>
            <p:cNvSpPr/>
            <p:nvPr/>
          </p:nvSpPr>
          <p:spPr>
            <a:xfrm>
              <a:off x="2538250" y="3166178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50" name="Partial Circle 9">
              <a:extLst>
                <a:ext uri="{FF2B5EF4-FFF2-40B4-BE49-F238E27FC236}">
                  <a16:creationId xmlns:a16="http://schemas.microsoft.com/office/drawing/2014/main" id="{5E91AB8A-BF4E-4F58-9A6C-56FC2E630660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52841" y="3904736"/>
              <a:ext cx="101949" cy="1968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10">
                  <a:extLst>
                    <a:ext uri="{FF2B5EF4-FFF2-40B4-BE49-F238E27FC236}">
                      <a16:creationId xmlns:a16="http://schemas.microsoft.com/office/drawing/2014/main" id="{965BF40A-98D0-49E8-B234-89E5F4268596}"/>
                    </a:ext>
                  </a:extLst>
                </p:cNvPr>
                <p:cNvSpPr txBox="1"/>
                <p:nvPr/>
              </p:nvSpPr>
              <p:spPr>
                <a:xfrm>
                  <a:off x="2190456" y="3939629"/>
                  <a:ext cx="31382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51" name="TextBox 10">
                  <a:extLst>
                    <a:ext uri="{FF2B5EF4-FFF2-40B4-BE49-F238E27FC236}">
                      <a16:creationId xmlns:a16="http://schemas.microsoft.com/office/drawing/2014/main" id="{965BF40A-98D0-49E8-B234-89E5F42685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0456" y="3939629"/>
                  <a:ext cx="313821" cy="3279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2" name="Straight Arrow Connector 17">
              <a:extLst>
                <a:ext uri="{FF2B5EF4-FFF2-40B4-BE49-F238E27FC236}">
                  <a16:creationId xmlns:a16="http://schemas.microsoft.com/office/drawing/2014/main" id="{8A81C4CB-0370-4787-AE01-7E79F01F24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6795" y="4004359"/>
              <a:ext cx="220592" cy="2852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53" name="Partial Circle 9">
              <a:extLst>
                <a:ext uri="{FF2B5EF4-FFF2-40B4-BE49-F238E27FC236}">
                  <a16:creationId xmlns:a16="http://schemas.microsoft.com/office/drawing/2014/main" id="{A4E9DF28-075A-4F5D-8CCD-D0C29D49DE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40175" y="3867682"/>
              <a:ext cx="148545" cy="30001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10">
                  <a:extLst>
                    <a:ext uri="{FF2B5EF4-FFF2-40B4-BE49-F238E27FC236}">
                      <a16:creationId xmlns:a16="http://schemas.microsoft.com/office/drawing/2014/main" id="{BFD98244-9CDF-417D-BA38-240E25B33599}"/>
                    </a:ext>
                  </a:extLst>
                </p:cNvPr>
                <p:cNvSpPr txBox="1"/>
                <p:nvPr/>
              </p:nvSpPr>
              <p:spPr>
                <a:xfrm>
                  <a:off x="2579775" y="3620647"/>
                  <a:ext cx="295714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54" name="TextBox 10">
                  <a:extLst>
                    <a:ext uri="{FF2B5EF4-FFF2-40B4-BE49-F238E27FC236}">
                      <a16:creationId xmlns:a16="http://schemas.microsoft.com/office/drawing/2014/main" id="{BFD98244-9CDF-417D-BA38-240E25B33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79775" y="3620647"/>
                  <a:ext cx="295714" cy="327910"/>
                </a:xfrm>
                <a:prstGeom prst="rect">
                  <a:avLst/>
                </a:prstGeom>
                <a:blipFill>
                  <a:blip r:embed="rId22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5" name="Straight Arrow Connector 17">
              <a:extLst>
                <a:ext uri="{FF2B5EF4-FFF2-40B4-BE49-F238E27FC236}">
                  <a16:creationId xmlns:a16="http://schemas.microsoft.com/office/drawing/2014/main" id="{9A7D4A6C-F86A-4B62-981C-CFC7048DC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9336" y="3560632"/>
              <a:ext cx="569360" cy="44762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6" name="文字方塊 555">
                  <a:extLst>
                    <a:ext uri="{FF2B5EF4-FFF2-40B4-BE49-F238E27FC236}">
                      <a16:creationId xmlns:a16="http://schemas.microsoft.com/office/drawing/2014/main" id="{3BC0FCD6-C886-4899-95AA-7AEBFA74032A}"/>
                    </a:ext>
                  </a:extLst>
                </p:cNvPr>
                <p:cNvSpPr txBox="1"/>
                <p:nvPr/>
              </p:nvSpPr>
              <p:spPr>
                <a:xfrm>
                  <a:off x="7031413" y="4832099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56" name="文字方塊 555">
                  <a:extLst>
                    <a:ext uri="{FF2B5EF4-FFF2-40B4-BE49-F238E27FC236}">
                      <a16:creationId xmlns:a16="http://schemas.microsoft.com/office/drawing/2014/main" id="{3BC0FCD6-C886-4899-95AA-7AEBFA740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1413" y="4832099"/>
                  <a:ext cx="809311" cy="327910"/>
                </a:xfrm>
                <a:prstGeom prst="rect">
                  <a:avLst/>
                </a:prstGeom>
                <a:blipFill>
                  <a:blip r:embed="rId23"/>
                  <a:stretch>
                    <a:fillRect t="-107407" r="-45113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文字方塊 556">
                  <a:extLst>
                    <a:ext uri="{FF2B5EF4-FFF2-40B4-BE49-F238E27FC236}">
                      <a16:creationId xmlns:a16="http://schemas.microsoft.com/office/drawing/2014/main" id="{ED3BD37B-D2B1-47F6-B977-2DB78F4E44F3}"/>
                    </a:ext>
                  </a:extLst>
                </p:cNvPr>
                <p:cNvSpPr txBox="1"/>
                <p:nvPr/>
              </p:nvSpPr>
              <p:spPr>
                <a:xfrm>
                  <a:off x="7031413" y="2956592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57" name="文字方塊 556">
                  <a:extLst>
                    <a:ext uri="{FF2B5EF4-FFF2-40B4-BE49-F238E27FC236}">
                      <a16:creationId xmlns:a16="http://schemas.microsoft.com/office/drawing/2014/main" id="{ED3BD37B-D2B1-47F6-B977-2DB78F4E4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1413" y="2956592"/>
                  <a:ext cx="809311" cy="327910"/>
                </a:xfrm>
                <a:prstGeom prst="rect">
                  <a:avLst/>
                </a:prstGeom>
                <a:blipFill>
                  <a:blip r:embed="rId24"/>
                  <a:stretch>
                    <a:fillRect t="-107407" r="-36090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58" name="群組 557">
              <a:extLst>
                <a:ext uri="{FF2B5EF4-FFF2-40B4-BE49-F238E27FC236}">
                  <a16:creationId xmlns:a16="http://schemas.microsoft.com/office/drawing/2014/main" id="{38199EB5-C382-4A56-A1DF-F2554F8AF5EA}"/>
                </a:ext>
              </a:extLst>
            </p:cNvPr>
            <p:cNvGrpSpPr/>
            <p:nvPr/>
          </p:nvGrpSpPr>
          <p:grpSpPr>
            <a:xfrm>
              <a:off x="7424900" y="2151431"/>
              <a:ext cx="115068" cy="110383"/>
              <a:chOff x="1373392" y="2391862"/>
              <a:chExt cx="479433" cy="476535"/>
            </a:xfrm>
          </p:grpSpPr>
          <p:sp>
            <p:nvSpPr>
              <p:cNvPr id="559" name="箭號: 向右 558">
                <a:extLst>
                  <a:ext uri="{FF2B5EF4-FFF2-40B4-BE49-F238E27FC236}">
                    <a16:creationId xmlns:a16="http://schemas.microsoft.com/office/drawing/2014/main" id="{2A13745E-3A6F-4D09-BF14-76A3963F87D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>
                  <a:solidFill>
                    <a:schemeClr val="tx1"/>
                  </a:solidFill>
                </a:endParaRPr>
              </a:p>
            </p:txBody>
          </p:sp>
          <p:sp>
            <p:nvSpPr>
              <p:cNvPr id="560" name="箭號: 向右 559">
                <a:extLst>
                  <a:ext uri="{FF2B5EF4-FFF2-40B4-BE49-F238E27FC236}">
                    <a16:creationId xmlns:a16="http://schemas.microsoft.com/office/drawing/2014/main" id="{5310384C-FD70-41E6-8310-B5DE4A509D2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文字方塊 560">
                  <a:extLst>
                    <a:ext uri="{FF2B5EF4-FFF2-40B4-BE49-F238E27FC236}">
                      <a16:creationId xmlns:a16="http://schemas.microsoft.com/office/drawing/2014/main" id="{BE23789A-92FC-4A3C-B551-D7AA78B7F5F6}"/>
                    </a:ext>
                  </a:extLst>
                </p:cNvPr>
                <p:cNvSpPr txBox="1"/>
                <p:nvPr/>
              </p:nvSpPr>
              <p:spPr>
                <a:xfrm>
                  <a:off x="7305560" y="1780125"/>
                  <a:ext cx="436437" cy="4102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61" name="文字方塊 560">
                  <a:extLst>
                    <a:ext uri="{FF2B5EF4-FFF2-40B4-BE49-F238E27FC236}">
                      <a16:creationId xmlns:a16="http://schemas.microsoft.com/office/drawing/2014/main" id="{BE23789A-92FC-4A3C-B551-D7AA78B7F5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5560" y="1780125"/>
                  <a:ext cx="436437" cy="410241"/>
                </a:xfrm>
                <a:prstGeom prst="rect">
                  <a:avLst/>
                </a:prstGeom>
                <a:blipFill>
                  <a:blip r:embed="rId25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文字方塊 561">
                  <a:extLst>
                    <a:ext uri="{FF2B5EF4-FFF2-40B4-BE49-F238E27FC236}">
                      <a16:creationId xmlns:a16="http://schemas.microsoft.com/office/drawing/2014/main" id="{74464EB3-BFF4-48D3-8454-3706DCA34388}"/>
                    </a:ext>
                  </a:extLst>
                </p:cNvPr>
                <p:cNvSpPr txBox="1"/>
                <p:nvPr/>
              </p:nvSpPr>
              <p:spPr>
                <a:xfrm>
                  <a:off x="7477767" y="2057031"/>
                  <a:ext cx="386686" cy="386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62" name="文字方塊 561">
                  <a:extLst>
                    <a:ext uri="{FF2B5EF4-FFF2-40B4-BE49-F238E27FC236}">
                      <a16:creationId xmlns:a16="http://schemas.microsoft.com/office/drawing/2014/main" id="{74464EB3-BFF4-48D3-8454-3706DCA343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7767" y="2057031"/>
                  <a:ext cx="386686" cy="386901"/>
                </a:xfrm>
                <a:prstGeom prst="rect">
                  <a:avLst/>
                </a:prstGeom>
                <a:blipFill>
                  <a:blip r:embed="rId2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文字方塊 562">
                  <a:extLst>
                    <a:ext uri="{FF2B5EF4-FFF2-40B4-BE49-F238E27FC236}">
                      <a16:creationId xmlns:a16="http://schemas.microsoft.com/office/drawing/2014/main" id="{DC6DD040-17D3-4D99-91E6-76BABC06AED2}"/>
                    </a:ext>
                  </a:extLst>
                </p:cNvPr>
                <p:cNvSpPr txBox="1"/>
                <p:nvPr/>
              </p:nvSpPr>
              <p:spPr>
                <a:xfrm>
                  <a:off x="6784446" y="2521015"/>
                  <a:ext cx="649383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531" dirty="0"/>
                </a:p>
              </p:txBody>
            </p:sp>
          </mc:Choice>
          <mc:Fallback xmlns="">
            <p:sp>
              <p:nvSpPr>
                <p:cNvPr id="563" name="文字方塊 562">
                  <a:extLst>
                    <a:ext uri="{FF2B5EF4-FFF2-40B4-BE49-F238E27FC236}">
                      <a16:creationId xmlns:a16="http://schemas.microsoft.com/office/drawing/2014/main" id="{DC6DD040-17D3-4D99-91E6-76BABC06AE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4446" y="2521015"/>
                  <a:ext cx="649383" cy="327910"/>
                </a:xfrm>
                <a:prstGeom prst="rect">
                  <a:avLst/>
                </a:prstGeom>
                <a:blipFill>
                  <a:blip r:embed="rId27"/>
                  <a:stretch>
                    <a:fillRect b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4" name="文字方塊 563">
              <a:extLst>
                <a:ext uri="{FF2B5EF4-FFF2-40B4-BE49-F238E27FC236}">
                  <a16:creationId xmlns:a16="http://schemas.microsoft.com/office/drawing/2014/main" id="{FEA97CD1-4F7E-4337-864E-691FB9406DD5}"/>
                </a:ext>
              </a:extLst>
            </p:cNvPr>
            <p:cNvSpPr txBox="1"/>
            <p:nvPr/>
          </p:nvSpPr>
          <p:spPr>
            <a:xfrm>
              <a:off x="5587076" y="476204"/>
              <a:ext cx="3697987" cy="49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5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Longitudinal component</a:t>
              </a:r>
              <a:endParaRPr lang="zh-TW" altLang="en-US" sz="25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文字方塊 564">
                  <a:extLst>
                    <a:ext uri="{FF2B5EF4-FFF2-40B4-BE49-F238E27FC236}">
                      <a16:creationId xmlns:a16="http://schemas.microsoft.com/office/drawing/2014/main" id="{4B8379AE-0B2E-4AF3-BEFF-3BCE1E452424}"/>
                    </a:ext>
                  </a:extLst>
                </p:cNvPr>
                <p:cNvSpPr txBox="1"/>
                <p:nvPr/>
              </p:nvSpPr>
              <p:spPr>
                <a:xfrm>
                  <a:off x="6603020" y="1630818"/>
                  <a:ext cx="1666097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53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5" name="文字方塊 564">
                  <a:extLst>
                    <a:ext uri="{FF2B5EF4-FFF2-40B4-BE49-F238E27FC236}">
                      <a16:creationId xmlns:a16="http://schemas.microsoft.com/office/drawing/2014/main" id="{4B8379AE-0B2E-4AF3-BEFF-3BCE1E4524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020" y="1630818"/>
                  <a:ext cx="1666097" cy="327910"/>
                </a:xfrm>
                <a:prstGeom prst="rect">
                  <a:avLst/>
                </a:prstGeom>
                <a:blipFill>
                  <a:blip r:embed="rId28"/>
                  <a:stretch>
                    <a:fillRect b="-92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文字方塊 565">
                  <a:extLst>
                    <a:ext uri="{FF2B5EF4-FFF2-40B4-BE49-F238E27FC236}">
                      <a16:creationId xmlns:a16="http://schemas.microsoft.com/office/drawing/2014/main" id="{E3133674-0A08-4353-99D6-7FCA9B3B104C}"/>
                    </a:ext>
                  </a:extLst>
                </p:cNvPr>
                <p:cNvSpPr txBox="1"/>
                <p:nvPr/>
              </p:nvSpPr>
              <p:spPr>
                <a:xfrm>
                  <a:off x="530837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6" name="文字方塊 565">
                  <a:extLst>
                    <a:ext uri="{FF2B5EF4-FFF2-40B4-BE49-F238E27FC236}">
                      <a16:creationId xmlns:a16="http://schemas.microsoft.com/office/drawing/2014/main" id="{E3133674-0A08-4353-99D6-7FCA9B3B10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8377" y="3432396"/>
                  <a:ext cx="1145032" cy="327910"/>
                </a:xfrm>
                <a:prstGeom prst="rect">
                  <a:avLst/>
                </a:prstGeom>
                <a:blipFill>
                  <a:blip r:embed="rId29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文字方塊 566">
                  <a:extLst>
                    <a:ext uri="{FF2B5EF4-FFF2-40B4-BE49-F238E27FC236}">
                      <a16:creationId xmlns:a16="http://schemas.microsoft.com/office/drawing/2014/main" id="{AFF5448C-2627-41C4-8B88-71164E1C893E}"/>
                    </a:ext>
                  </a:extLst>
                </p:cNvPr>
                <p:cNvSpPr txBox="1"/>
                <p:nvPr/>
              </p:nvSpPr>
              <p:spPr>
                <a:xfrm>
                  <a:off x="837728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7" name="文字方塊 566">
                  <a:extLst>
                    <a:ext uri="{FF2B5EF4-FFF2-40B4-BE49-F238E27FC236}">
                      <a16:creationId xmlns:a16="http://schemas.microsoft.com/office/drawing/2014/main" id="{AFF5448C-2627-41C4-8B88-71164E1C89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287" y="3432396"/>
                  <a:ext cx="1145032" cy="327910"/>
                </a:xfrm>
                <a:prstGeom prst="rect">
                  <a:avLst/>
                </a:prstGeom>
                <a:blipFill>
                  <a:blip r:embed="rId30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文字方塊 567">
                  <a:extLst>
                    <a:ext uri="{FF2B5EF4-FFF2-40B4-BE49-F238E27FC236}">
                      <a16:creationId xmlns:a16="http://schemas.microsoft.com/office/drawing/2014/main" id="{3C854F68-00E6-446E-828F-4E7B5056E28B}"/>
                    </a:ext>
                  </a:extLst>
                </p:cNvPr>
                <p:cNvSpPr txBox="1"/>
                <p:nvPr/>
              </p:nvSpPr>
              <p:spPr>
                <a:xfrm>
                  <a:off x="6863553" y="5169461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8" name="文字方塊 567">
                  <a:extLst>
                    <a:ext uri="{FF2B5EF4-FFF2-40B4-BE49-F238E27FC236}">
                      <a16:creationId xmlns:a16="http://schemas.microsoft.com/office/drawing/2014/main" id="{3C854F68-00E6-446E-828F-4E7B5056E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3553" y="5169461"/>
                  <a:ext cx="1145032" cy="327910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69" name="圖片 568">
              <a:extLst>
                <a:ext uri="{FF2B5EF4-FFF2-40B4-BE49-F238E27FC236}">
                  <a16:creationId xmlns:a16="http://schemas.microsoft.com/office/drawing/2014/main" id="{558A1B2C-8CFA-4294-9578-AB67C119D0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879" t="9023" r="4888" b="70339"/>
            <a:stretch/>
          </p:blipFill>
          <p:spPr>
            <a:xfrm>
              <a:off x="8108709" y="1603143"/>
              <a:ext cx="411529" cy="133746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文字方塊 569">
                  <a:extLst>
                    <a:ext uri="{FF2B5EF4-FFF2-40B4-BE49-F238E27FC236}">
                      <a16:creationId xmlns:a16="http://schemas.microsoft.com/office/drawing/2014/main" id="{3825988B-5D62-4647-96B8-71760801FF4D}"/>
                    </a:ext>
                  </a:extLst>
                </p:cNvPr>
                <p:cNvSpPr txBox="1"/>
                <p:nvPr/>
              </p:nvSpPr>
              <p:spPr>
                <a:xfrm>
                  <a:off x="8027609" y="2682755"/>
                  <a:ext cx="476176" cy="2985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340" dirty="0"/>
                </a:p>
              </p:txBody>
            </p:sp>
          </mc:Choice>
          <mc:Fallback xmlns="">
            <p:sp>
              <p:nvSpPr>
                <p:cNvPr id="570" name="文字方塊 569">
                  <a:extLst>
                    <a:ext uri="{FF2B5EF4-FFF2-40B4-BE49-F238E27FC236}">
                      <a16:creationId xmlns:a16="http://schemas.microsoft.com/office/drawing/2014/main" id="{3825988B-5D62-4647-96B8-71760801FF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7609" y="2682755"/>
                  <a:ext cx="476176" cy="29854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1" name="Oval 14">
              <a:extLst>
                <a:ext uri="{FF2B5EF4-FFF2-40B4-BE49-F238E27FC236}">
                  <a16:creationId xmlns:a16="http://schemas.microsoft.com/office/drawing/2014/main" id="{606F4BD3-CEF8-40CD-A927-3B5D95BE281F}"/>
                </a:ext>
              </a:extLst>
            </p:cNvPr>
            <p:cNvSpPr/>
            <p:nvPr/>
          </p:nvSpPr>
          <p:spPr>
            <a:xfrm>
              <a:off x="7353189" y="3190176"/>
              <a:ext cx="161723" cy="167523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72" name="Oval 4">
              <a:extLst>
                <a:ext uri="{FF2B5EF4-FFF2-40B4-BE49-F238E27FC236}">
                  <a16:creationId xmlns:a16="http://schemas.microsoft.com/office/drawing/2014/main" id="{1945D496-6A84-4632-8673-A92D347A64E9}"/>
                </a:ext>
              </a:extLst>
            </p:cNvPr>
            <p:cNvSpPr/>
            <p:nvPr/>
          </p:nvSpPr>
          <p:spPr>
            <a:xfrm>
              <a:off x="6717469" y="3273937"/>
              <a:ext cx="1437528" cy="148909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3" name="Oval 15">
              <a:extLst>
                <a:ext uri="{FF2B5EF4-FFF2-40B4-BE49-F238E27FC236}">
                  <a16:creationId xmlns:a16="http://schemas.microsoft.com/office/drawing/2014/main" id="{3448F9A6-6D51-4832-9ECC-B4AA1A8ADE0C}"/>
                </a:ext>
              </a:extLst>
            </p:cNvPr>
            <p:cNvSpPr/>
            <p:nvPr/>
          </p:nvSpPr>
          <p:spPr>
            <a:xfrm>
              <a:off x="7353189" y="4678434"/>
              <a:ext cx="161723" cy="167523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4" name="SHO">
              <a:extLst>
                <a:ext uri="{FF2B5EF4-FFF2-40B4-BE49-F238E27FC236}">
                  <a16:creationId xmlns:a16="http://schemas.microsoft.com/office/drawing/2014/main" id="{1EB36E54-B6C6-4CCB-879A-2A29D813879B}"/>
                </a:ext>
              </a:extLst>
            </p:cNvPr>
            <p:cNvSpPr/>
            <p:nvPr/>
          </p:nvSpPr>
          <p:spPr>
            <a:xfrm rot="16200000">
              <a:off x="7124099" y="3300217"/>
              <a:ext cx="619902" cy="1437528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5" name="SVO">
              <a:extLst>
                <a:ext uri="{FF2B5EF4-FFF2-40B4-BE49-F238E27FC236}">
                  <a16:creationId xmlns:a16="http://schemas.microsoft.com/office/drawing/2014/main" id="{982ABA60-885D-42B6-B9EF-BEA395A90D43}"/>
                </a:ext>
              </a:extLst>
            </p:cNvPr>
            <p:cNvSpPr/>
            <p:nvPr/>
          </p:nvSpPr>
          <p:spPr>
            <a:xfrm>
              <a:off x="7073772" y="3274436"/>
              <a:ext cx="718764" cy="148909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76" name="Oval 6">
              <a:extLst>
                <a:ext uri="{FF2B5EF4-FFF2-40B4-BE49-F238E27FC236}">
                  <a16:creationId xmlns:a16="http://schemas.microsoft.com/office/drawing/2014/main" id="{4C858B4D-EFD8-4B53-A9C3-DDA84D7EFF2E}"/>
                </a:ext>
              </a:extLst>
            </p:cNvPr>
            <p:cNvSpPr/>
            <p:nvPr/>
          </p:nvSpPr>
          <p:spPr>
            <a:xfrm rot="16200000">
              <a:off x="7124099" y="3300217"/>
              <a:ext cx="619902" cy="1437528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11">
                  <a:extLst>
                    <a:ext uri="{FF2B5EF4-FFF2-40B4-BE49-F238E27FC236}">
                      <a16:creationId xmlns:a16="http://schemas.microsoft.com/office/drawing/2014/main" id="{A44CBFBF-D4AB-43DD-A5B3-8ABF1844D096}"/>
                    </a:ext>
                  </a:extLst>
                </p:cNvPr>
                <p:cNvSpPr txBox="1"/>
                <p:nvPr/>
              </p:nvSpPr>
              <p:spPr>
                <a:xfrm>
                  <a:off x="6886816" y="384143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77" name="TextBox 11">
                  <a:extLst>
                    <a:ext uri="{FF2B5EF4-FFF2-40B4-BE49-F238E27FC236}">
                      <a16:creationId xmlns:a16="http://schemas.microsoft.com/office/drawing/2014/main" id="{A44CBFBF-D4AB-43DD-A5B3-8ABF1844D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6816" y="3841431"/>
                  <a:ext cx="176135" cy="327910"/>
                </a:xfrm>
                <a:prstGeom prst="rect">
                  <a:avLst/>
                </a:prstGeom>
                <a:blipFill>
                  <a:blip r:embed="rId33"/>
                  <a:stretch>
                    <a:fillRect r="-3448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8" name="Oval 22">
              <a:extLst>
                <a:ext uri="{FF2B5EF4-FFF2-40B4-BE49-F238E27FC236}">
                  <a16:creationId xmlns:a16="http://schemas.microsoft.com/office/drawing/2014/main" id="{FFFD32F2-D37D-43E2-B129-3628CF7E47E9}"/>
                </a:ext>
              </a:extLst>
            </p:cNvPr>
            <p:cNvSpPr/>
            <p:nvPr/>
          </p:nvSpPr>
          <p:spPr>
            <a:xfrm>
              <a:off x="7352246" y="4678434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TextBox 12">
                  <a:extLst>
                    <a:ext uri="{FF2B5EF4-FFF2-40B4-BE49-F238E27FC236}">
                      <a16:creationId xmlns:a16="http://schemas.microsoft.com/office/drawing/2014/main" id="{DFCDC0EB-1918-423C-A90B-922285A36C9F}"/>
                    </a:ext>
                  </a:extLst>
                </p:cNvPr>
                <p:cNvSpPr txBox="1"/>
                <p:nvPr/>
              </p:nvSpPr>
              <p:spPr>
                <a:xfrm>
                  <a:off x="7538804" y="3936400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79" name="TextBox 12">
                  <a:extLst>
                    <a:ext uri="{FF2B5EF4-FFF2-40B4-BE49-F238E27FC236}">
                      <a16:creationId xmlns:a16="http://schemas.microsoft.com/office/drawing/2014/main" id="{DFCDC0EB-1918-423C-A90B-922285A36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8804" y="3936400"/>
                  <a:ext cx="176135" cy="327910"/>
                </a:xfrm>
                <a:prstGeom prst="rect">
                  <a:avLst/>
                </a:prstGeom>
                <a:blipFill>
                  <a:blip r:embed="rId34"/>
                  <a:stretch>
                    <a:fillRect r="-51724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13">
                  <a:extLst>
                    <a:ext uri="{FF2B5EF4-FFF2-40B4-BE49-F238E27FC236}">
                      <a16:creationId xmlns:a16="http://schemas.microsoft.com/office/drawing/2014/main" id="{C774BA98-C337-47C8-854F-403AF97CE2FB}"/>
                    </a:ext>
                  </a:extLst>
                </p:cNvPr>
                <p:cNvSpPr txBox="1"/>
                <p:nvPr/>
              </p:nvSpPr>
              <p:spPr>
                <a:xfrm>
                  <a:off x="7295773" y="3309480"/>
                  <a:ext cx="25581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80" name="TextBox 13">
                  <a:extLst>
                    <a:ext uri="{FF2B5EF4-FFF2-40B4-BE49-F238E27FC236}">
                      <a16:creationId xmlns:a16="http://schemas.microsoft.com/office/drawing/2014/main" id="{C774BA98-C337-47C8-854F-403AF97CE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773" y="3309480"/>
                  <a:ext cx="255815" cy="327910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1" name="DVO">
              <a:extLst>
                <a:ext uri="{FF2B5EF4-FFF2-40B4-BE49-F238E27FC236}">
                  <a16:creationId xmlns:a16="http://schemas.microsoft.com/office/drawing/2014/main" id="{33ABC638-74B2-47ED-B442-F15F26D095E7}"/>
                </a:ext>
              </a:extLst>
            </p:cNvPr>
            <p:cNvSpPr/>
            <p:nvPr/>
          </p:nvSpPr>
          <p:spPr>
            <a:xfrm flipH="1">
              <a:off x="7073772" y="3274436"/>
              <a:ext cx="718764" cy="148909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82" name="Oval 23">
              <a:extLst>
                <a:ext uri="{FF2B5EF4-FFF2-40B4-BE49-F238E27FC236}">
                  <a16:creationId xmlns:a16="http://schemas.microsoft.com/office/drawing/2014/main" id="{A186AC5A-9DF2-4131-BB7B-F065CA473580}"/>
                </a:ext>
              </a:extLst>
            </p:cNvPr>
            <p:cNvSpPr/>
            <p:nvPr/>
          </p:nvSpPr>
          <p:spPr>
            <a:xfrm>
              <a:off x="8071864" y="393522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cxnSp>
          <p:nvCxnSpPr>
            <p:cNvPr id="583" name="Straight Arrow Connector 7">
              <a:extLst>
                <a:ext uri="{FF2B5EF4-FFF2-40B4-BE49-F238E27FC236}">
                  <a16:creationId xmlns:a16="http://schemas.microsoft.com/office/drawing/2014/main" id="{17D9F915-D782-41DE-B25B-524F43AA6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30136" y="3572910"/>
              <a:ext cx="1689" cy="4438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Straight Arrow Connector 19">
              <a:extLst>
                <a:ext uri="{FF2B5EF4-FFF2-40B4-BE49-F238E27FC236}">
                  <a16:creationId xmlns:a16="http://schemas.microsoft.com/office/drawing/2014/main" id="{FC9774A1-0B9B-4A09-BACD-46A5C355520A}"/>
                </a:ext>
              </a:extLst>
            </p:cNvPr>
            <p:cNvCxnSpPr>
              <a:cxnSpLocks/>
            </p:cNvCxnSpPr>
            <p:nvPr/>
          </p:nvCxnSpPr>
          <p:spPr>
            <a:xfrm>
              <a:off x="7433108" y="4014625"/>
              <a:ext cx="194924" cy="15606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Straight Arrow Connector 18">
              <a:extLst>
                <a:ext uri="{FF2B5EF4-FFF2-40B4-BE49-F238E27FC236}">
                  <a16:creationId xmlns:a16="http://schemas.microsoft.com/office/drawing/2014/main" id="{DA1FEA2F-1306-4644-9D15-3D47C08B7F8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7262554" y="3843919"/>
              <a:ext cx="0" cy="3414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6" name="Oval 20">
              <a:extLst>
                <a:ext uri="{FF2B5EF4-FFF2-40B4-BE49-F238E27FC236}">
                  <a16:creationId xmlns:a16="http://schemas.microsoft.com/office/drawing/2014/main" id="{9CB9D38B-0DEC-458D-800D-D0F3F4A473D0}"/>
                </a:ext>
              </a:extLst>
            </p:cNvPr>
            <p:cNvSpPr/>
            <p:nvPr/>
          </p:nvSpPr>
          <p:spPr>
            <a:xfrm>
              <a:off x="6634171" y="393522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87" name="Oval 22">
              <a:extLst>
                <a:ext uri="{FF2B5EF4-FFF2-40B4-BE49-F238E27FC236}">
                  <a16:creationId xmlns:a16="http://schemas.microsoft.com/office/drawing/2014/main" id="{F3A4086B-B760-4761-91AF-C5CC71FB7B10}"/>
                </a:ext>
              </a:extLst>
            </p:cNvPr>
            <p:cNvSpPr/>
            <p:nvPr/>
          </p:nvSpPr>
          <p:spPr>
            <a:xfrm>
              <a:off x="7353423" y="3182337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88" name="Partial Circle 9">
              <a:extLst>
                <a:ext uri="{FF2B5EF4-FFF2-40B4-BE49-F238E27FC236}">
                  <a16:creationId xmlns:a16="http://schemas.microsoft.com/office/drawing/2014/main" id="{C2A31BB8-6BC0-4529-A5FB-008D9180D5C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369511" y="3920162"/>
              <a:ext cx="101949" cy="19683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9" name="TextBox 10">
                  <a:extLst>
                    <a:ext uri="{FF2B5EF4-FFF2-40B4-BE49-F238E27FC236}">
                      <a16:creationId xmlns:a16="http://schemas.microsoft.com/office/drawing/2014/main" id="{14C388A9-43D3-474F-BFEF-55A5D21B8FE3}"/>
                    </a:ext>
                  </a:extLst>
                </p:cNvPr>
                <p:cNvSpPr txBox="1"/>
                <p:nvPr/>
              </p:nvSpPr>
              <p:spPr>
                <a:xfrm>
                  <a:off x="7007125" y="3955053"/>
                  <a:ext cx="31382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89" name="TextBox 10">
                  <a:extLst>
                    <a:ext uri="{FF2B5EF4-FFF2-40B4-BE49-F238E27FC236}">
                      <a16:creationId xmlns:a16="http://schemas.microsoft.com/office/drawing/2014/main" id="{14C388A9-43D3-474F-BFEF-55A5D21B8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125" y="3955053"/>
                  <a:ext cx="313821" cy="327910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0" name="Straight Arrow Connector 17">
              <a:extLst>
                <a:ext uri="{FF2B5EF4-FFF2-40B4-BE49-F238E27FC236}">
                  <a16:creationId xmlns:a16="http://schemas.microsoft.com/office/drawing/2014/main" id="{8EC86EFE-74F3-4CE9-805A-F24772471C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3464" y="4019783"/>
              <a:ext cx="220592" cy="2852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91" name="Partial Circle 9">
              <a:extLst>
                <a:ext uri="{FF2B5EF4-FFF2-40B4-BE49-F238E27FC236}">
                  <a16:creationId xmlns:a16="http://schemas.microsoft.com/office/drawing/2014/main" id="{0CCA029E-3928-48AD-99FF-342785C72B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56844" y="3883106"/>
              <a:ext cx="148545" cy="30001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2" name="TextBox 10">
                  <a:extLst>
                    <a:ext uri="{FF2B5EF4-FFF2-40B4-BE49-F238E27FC236}">
                      <a16:creationId xmlns:a16="http://schemas.microsoft.com/office/drawing/2014/main" id="{41FAC915-76D1-4964-9D19-85BEE87F0777}"/>
                    </a:ext>
                  </a:extLst>
                </p:cNvPr>
                <p:cNvSpPr txBox="1"/>
                <p:nvPr/>
              </p:nvSpPr>
              <p:spPr>
                <a:xfrm>
                  <a:off x="7396446" y="3636071"/>
                  <a:ext cx="295714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92" name="TextBox 10">
                  <a:extLst>
                    <a:ext uri="{FF2B5EF4-FFF2-40B4-BE49-F238E27FC236}">
                      <a16:creationId xmlns:a16="http://schemas.microsoft.com/office/drawing/2014/main" id="{41FAC915-76D1-4964-9D19-85BEE87F0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446" y="3636071"/>
                  <a:ext cx="295714" cy="327910"/>
                </a:xfrm>
                <a:prstGeom prst="rect">
                  <a:avLst/>
                </a:prstGeom>
                <a:blipFill>
                  <a:blip r:embed="rId37"/>
                  <a:stretch>
                    <a:fillRect b="-92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3" name="Straight Arrow Connector 17">
              <a:extLst>
                <a:ext uri="{FF2B5EF4-FFF2-40B4-BE49-F238E27FC236}">
                  <a16:creationId xmlns:a16="http://schemas.microsoft.com/office/drawing/2014/main" id="{0E89EAAF-A302-4676-A4B4-3FE37EA31C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6006" y="3576056"/>
              <a:ext cx="569360" cy="44762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594" name="圖片 593">
              <a:extLst>
                <a:ext uri="{FF2B5EF4-FFF2-40B4-BE49-F238E27FC236}">
                  <a16:creationId xmlns:a16="http://schemas.microsoft.com/office/drawing/2014/main" id="{7C94C217-A3A3-4DEC-90DE-57F20FEF26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1876"/>
            <a:stretch/>
          </p:blipFill>
          <p:spPr>
            <a:xfrm>
              <a:off x="6257302" y="927414"/>
              <a:ext cx="2342330" cy="444119"/>
            </a:xfrm>
            <a:prstGeom prst="rect">
              <a:avLst/>
            </a:prstGeom>
          </p:spPr>
        </p:pic>
        <p:pic>
          <p:nvPicPr>
            <p:cNvPr id="595" name="圖片 594">
              <a:extLst>
                <a:ext uri="{FF2B5EF4-FFF2-40B4-BE49-F238E27FC236}">
                  <a16:creationId xmlns:a16="http://schemas.microsoft.com/office/drawing/2014/main" id="{DF822560-8790-453B-9C62-9A841B55EC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49709"/>
            <a:stretch/>
          </p:blipFill>
          <p:spPr>
            <a:xfrm>
              <a:off x="1427702" y="897727"/>
              <a:ext cx="2342330" cy="5858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8808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1427702" y="573878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237</TotalTime>
  <Words>148</Words>
  <Application>Microsoft Office PowerPoint</Application>
  <PresentationFormat>自訂</PresentationFormat>
  <Paragraphs>100</Paragraphs>
  <Slides>3</Slides>
  <Notes>0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38</cp:revision>
  <dcterms:created xsi:type="dcterms:W3CDTF">2026-04-27T03:03:02Z</dcterms:created>
  <dcterms:modified xsi:type="dcterms:W3CDTF">2026-05-21T09:19:47Z</dcterms:modified>
</cp:coreProperties>
</file>