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4" r:id="rId1"/>
  </p:sldMasterIdLst>
  <p:sldIdLst>
    <p:sldId id="257" r:id="rId2"/>
    <p:sldId id="258" r:id="rId3"/>
    <p:sldId id="259" r:id="rId4"/>
    <p:sldId id="260" r:id="rId5"/>
    <p:sldId id="266" r:id="rId6"/>
    <p:sldId id="267" r:id="rId7"/>
    <p:sldId id="279" r:id="rId8"/>
    <p:sldId id="280" r:id="rId9"/>
    <p:sldId id="281" r:id="rId10"/>
    <p:sldId id="282" r:id="rId11"/>
    <p:sldId id="277" r:id="rId12"/>
    <p:sldId id="278" r:id="rId13"/>
    <p:sldId id="268" r:id="rId14"/>
    <p:sldId id="272" r:id="rId15"/>
    <p:sldId id="273" r:id="rId16"/>
    <p:sldId id="269" r:id="rId17"/>
    <p:sldId id="276" r:id="rId18"/>
    <p:sldId id="287" r:id="rId19"/>
    <p:sldId id="275" r:id="rId20"/>
    <p:sldId id="274" r:id="rId21"/>
    <p:sldId id="270" r:id="rId22"/>
    <p:sldId id="283" r:id="rId23"/>
    <p:sldId id="284" r:id="rId24"/>
    <p:sldId id="271" r:id="rId25"/>
    <p:sldId id="285" r:id="rId26"/>
    <p:sldId id="286" r:id="rId27"/>
    <p:sldId id="265" r:id="rId28"/>
  </p:sldIdLst>
  <p:sldSz cx="9906000" cy="62103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1F1F1"/>
    <a:srgbClr val="85C485"/>
    <a:srgbClr val="238109"/>
    <a:srgbClr val="2E75B6"/>
    <a:srgbClr val="F47A2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117" autoAdjust="0"/>
    <p:restoredTop sz="94660"/>
  </p:normalViewPr>
  <p:slideViewPr>
    <p:cSldViewPr snapToGrid="0">
      <p:cViewPr>
        <p:scale>
          <a:sx n="150" d="100"/>
          <a:sy n="150" d="100"/>
        </p:scale>
        <p:origin x="180" y="-6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38250" y="1016362"/>
            <a:ext cx="7429500" cy="2162104"/>
          </a:xfrm>
        </p:spPr>
        <p:txBody>
          <a:bodyPr anchor="b"/>
          <a:lstStyle>
            <a:lvl1pPr algn="ctr">
              <a:defRPr sz="4875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261846"/>
            <a:ext cx="7429500" cy="1499384"/>
          </a:xfrm>
        </p:spPr>
        <p:txBody>
          <a:bodyPr/>
          <a:lstStyle>
            <a:lvl1pPr marL="0" indent="0" algn="ctr">
              <a:buNone/>
              <a:defRPr sz="1950"/>
            </a:lvl1pPr>
            <a:lvl2pPr marL="371475" indent="0" algn="ctr">
              <a:buNone/>
              <a:defRPr sz="1625"/>
            </a:lvl2pPr>
            <a:lvl3pPr marL="742950" indent="0" algn="ctr">
              <a:buNone/>
              <a:defRPr sz="1463"/>
            </a:lvl3pPr>
            <a:lvl4pPr marL="1114425" indent="0" algn="ctr">
              <a:buNone/>
              <a:defRPr sz="1300"/>
            </a:lvl4pPr>
            <a:lvl5pPr marL="1485900" indent="0" algn="ctr">
              <a:buNone/>
              <a:defRPr sz="1300"/>
            </a:lvl5pPr>
            <a:lvl6pPr marL="1857375" indent="0" algn="ctr">
              <a:buNone/>
              <a:defRPr sz="1300"/>
            </a:lvl6pPr>
            <a:lvl7pPr marL="2228850" indent="0" algn="ctr">
              <a:buNone/>
              <a:defRPr sz="1300"/>
            </a:lvl7pPr>
            <a:lvl8pPr marL="2600325" indent="0" algn="ctr">
              <a:buNone/>
              <a:defRPr sz="1300"/>
            </a:lvl8pPr>
            <a:lvl9pPr marL="2971800" indent="0" algn="ctr">
              <a:buNone/>
              <a:defRPr sz="1300"/>
            </a:lvl9pPr>
          </a:lstStyle>
          <a:p>
            <a:r>
              <a:rPr lang="zh-TW" altLang="en-US"/>
              <a:t>按一下以編輯母片子標題樣式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94E92E-A8AC-429E-9EB5-C3F29BFFE487}" type="datetimeFigureOut">
              <a:rPr lang="zh-TW" altLang="en-US" smtClean="0"/>
              <a:t>2026/7/5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25BBCF-1967-4AA2-BA1F-AF0DE13CDA2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286980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94E92E-A8AC-429E-9EB5-C3F29BFFE487}" type="datetimeFigureOut">
              <a:rPr lang="zh-TW" altLang="en-US" smtClean="0"/>
              <a:t>2026/7/5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25BBCF-1967-4AA2-BA1F-AF0DE13CDA2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753131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8" y="1548263"/>
            <a:ext cx="8543925" cy="2583312"/>
          </a:xfrm>
        </p:spPr>
        <p:txBody>
          <a:bodyPr anchor="b"/>
          <a:lstStyle>
            <a:lvl1pPr>
              <a:defRPr sz="4875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8" y="4156014"/>
            <a:ext cx="8543925" cy="1358503"/>
          </a:xfrm>
        </p:spPr>
        <p:txBody>
          <a:bodyPr/>
          <a:lstStyle>
            <a:lvl1pPr marL="0" indent="0">
              <a:buNone/>
              <a:defRPr sz="1950">
                <a:solidFill>
                  <a:schemeClr val="tx1">
                    <a:tint val="75000"/>
                  </a:schemeClr>
                </a:solidFill>
              </a:defRPr>
            </a:lvl1pPr>
            <a:lvl2pPr marL="371475" indent="0">
              <a:buNone/>
              <a:defRPr sz="1625">
                <a:solidFill>
                  <a:schemeClr val="tx1">
                    <a:tint val="75000"/>
                  </a:schemeClr>
                </a:solidFill>
              </a:defRPr>
            </a:lvl2pPr>
            <a:lvl3pPr marL="742950" indent="0">
              <a:buNone/>
              <a:defRPr sz="1463">
                <a:solidFill>
                  <a:schemeClr val="tx1">
                    <a:tint val="75000"/>
                  </a:schemeClr>
                </a:solidFill>
              </a:defRPr>
            </a:lvl3pPr>
            <a:lvl4pPr marL="1114425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4pPr>
            <a:lvl5pPr marL="148590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5pPr>
            <a:lvl6pPr marL="1857375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6pPr>
            <a:lvl7pPr marL="222885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7pPr>
            <a:lvl8pPr marL="2600325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8pPr>
            <a:lvl9pPr marL="297180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94E92E-A8AC-429E-9EB5-C3F29BFFE487}" type="datetimeFigureOut">
              <a:rPr lang="zh-TW" altLang="en-US" smtClean="0"/>
              <a:t>2026/7/5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25BBCF-1967-4AA2-BA1F-AF0DE13CDA2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693670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653205"/>
            <a:ext cx="4210050" cy="394037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653205"/>
            <a:ext cx="4210050" cy="394037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94E92E-A8AC-429E-9EB5-C3F29BFFE487}" type="datetimeFigureOut">
              <a:rPr lang="zh-TW" altLang="en-US" smtClean="0"/>
              <a:t>2026/7/5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25BBCF-1967-4AA2-BA1F-AF0DE13CDA2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668506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30641"/>
            <a:ext cx="8543925" cy="1200371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8" y="1522387"/>
            <a:ext cx="4190702" cy="746098"/>
          </a:xfrm>
        </p:spPr>
        <p:txBody>
          <a:bodyPr anchor="b"/>
          <a:lstStyle>
            <a:lvl1pPr marL="0" indent="0">
              <a:buNone/>
              <a:defRPr sz="1950" b="1"/>
            </a:lvl1pPr>
            <a:lvl2pPr marL="371475" indent="0">
              <a:buNone/>
              <a:defRPr sz="1625" b="1"/>
            </a:lvl2pPr>
            <a:lvl3pPr marL="742950" indent="0">
              <a:buNone/>
              <a:defRPr sz="1463" b="1"/>
            </a:lvl3pPr>
            <a:lvl4pPr marL="1114425" indent="0">
              <a:buNone/>
              <a:defRPr sz="1300" b="1"/>
            </a:lvl4pPr>
            <a:lvl5pPr marL="1485900" indent="0">
              <a:buNone/>
              <a:defRPr sz="1300" b="1"/>
            </a:lvl5pPr>
            <a:lvl6pPr marL="1857375" indent="0">
              <a:buNone/>
              <a:defRPr sz="1300" b="1"/>
            </a:lvl6pPr>
            <a:lvl7pPr marL="2228850" indent="0">
              <a:buNone/>
              <a:defRPr sz="1300" b="1"/>
            </a:lvl7pPr>
            <a:lvl8pPr marL="2600325" indent="0">
              <a:buNone/>
              <a:defRPr sz="1300" b="1"/>
            </a:lvl8pPr>
            <a:lvl9pPr marL="2971800" indent="0">
              <a:buNone/>
              <a:defRPr sz="13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8" y="2268485"/>
            <a:ext cx="4190702" cy="3336599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522387"/>
            <a:ext cx="4211340" cy="746098"/>
          </a:xfrm>
        </p:spPr>
        <p:txBody>
          <a:bodyPr anchor="b"/>
          <a:lstStyle>
            <a:lvl1pPr marL="0" indent="0">
              <a:buNone/>
              <a:defRPr sz="1950" b="1"/>
            </a:lvl1pPr>
            <a:lvl2pPr marL="371475" indent="0">
              <a:buNone/>
              <a:defRPr sz="1625" b="1"/>
            </a:lvl2pPr>
            <a:lvl3pPr marL="742950" indent="0">
              <a:buNone/>
              <a:defRPr sz="1463" b="1"/>
            </a:lvl3pPr>
            <a:lvl4pPr marL="1114425" indent="0">
              <a:buNone/>
              <a:defRPr sz="1300" b="1"/>
            </a:lvl4pPr>
            <a:lvl5pPr marL="1485900" indent="0">
              <a:buNone/>
              <a:defRPr sz="1300" b="1"/>
            </a:lvl5pPr>
            <a:lvl6pPr marL="1857375" indent="0">
              <a:buNone/>
              <a:defRPr sz="1300" b="1"/>
            </a:lvl6pPr>
            <a:lvl7pPr marL="2228850" indent="0">
              <a:buNone/>
              <a:defRPr sz="1300" b="1"/>
            </a:lvl7pPr>
            <a:lvl8pPr marL="2600325" indent="0">
              <a:buNone/>
              <a:defRPr sz="1300" b="1"/>
            </a:lvl8pPr>
            <a:lvl9pPr marL="2971800" indent="0">
              <a:buNone/>
              <a:defRPr sz="13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268485"/>
            <a:ext cx="4211340" cy="3336599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94E92E-A8AC-429E-9EB5-C3F29BFFE487}" type="datetimeFigureOut">
              <a:rPr lang="zh-TW" altLang="en-US" smtClean="0"/>
              <a:t>2026/7/5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25BBCF-1967-4AA2-BA1F-AF0DE13CDA2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948972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94E92E-A8AC-429E-9EB5-C3F29BFFE487}" type="datetimeFigureOut">
              <a:rPr lang="zh-TW" altLang="en-US" smtClean="0"/>
              <a:t>2026/7/5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25BBCF-1967-4AA2-BA1F-AF0DE13CDA2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337520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94E92E-A8AC-429E-9EB5-C3F29BFFE487}" type="datetimeFigureOut">
              <a:rPr lang="zh-TW" altLang="en-US" smtClean="0"/>
              <a:t>2026/7/5</a:t>
            </a:fld>
            <a:endParaRPr lang="zh-TW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25BBCF-1967-4AA2-BA1F-AF0DE13CDA2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791891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14020"/>
            <a:ext cx="3194943" cy="1449070"/>
          </a:xfrm>
        </p:spPr>
        <p:txBody>
          <a:bodyPr anchor="b"/>
          <a:lstStyle>
            <a:lvl1pPr>
              <a:defRPr sz="26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894169"/>
            <a:ext cx="5014913" cy="4413338"/>
          </a:xfrm>
        </p:spPr>
        <p:txBody>
          <a:bodyPr/>
          <a:lstStyle>
            <a:lvl1pPr>
              <a:defRPr sz="2600"/>
            </a:lvl1pPr>
            <a:lvl2pPr>
              <a:defRPr sz="2275"/>
            </a:lvl2pPr>
            <a:lvl3pPr>
              <a:defRPr sz="1950"/>
            </a:lvl3pPr>
            <a:lvl4pPr>
              <a:defRPr sz="1625"/>
            </a:lvl4pPr>
            <a:lvl5pPr>
              <a:defRPr sz="1625"/>
            </a:lvl5pPr>
            <a:lvl6pPr>
              <a:defRPr sz="1625"/>
            </a:lvl6pPr>
            <a:lvl7pPr>
              <a:defRPr sz="1625"/>
            </a:lvl7pPr>
            <a:lvl8pPr>
              <a:defRPr sz="1625"/>
            </a:lvl8pPr>
            <a:lvl9pPr>
              <a:defRPr sz="1625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1863090"/>
            <a:ext cx="3194943" cy="3451605"/>
          </a:xfrm>
        </p:spPr>
        <p:txBody>
          <a:bodyPr/>
          <a:lstStyle>
            <a:lvl1pPr marL="0" indent="0">
              <a:buNone/>
              <a:defRPr sz="1300"/>
            </a:lvl1pPr>
            <a:lvl2pPr marL="371475" indent="0">
              <a:buNone/>
              <a:defRPr sz="1138"/>
            </a:lvl2pPr>
            <a:lvl3pPr marL="742950" indent="0">
              <a:buNone/>
              <a:defRPr sz="975"/>
            </a:lvl3pPr>
            <a:lvl4pPr marL="1114425" indent="0">
              <a:buNone/>
              <a:defRPr sz="813"/>
            </a:lvl4pPr>
            <a:lvl5pPr marL="1485900" indent="0">
              <a:buNone/>
              <a:defRPr sz="813"/>
            </a:lvl5pPr>
            <a:lvl6pPr marL="1857375" indent="0">
              <a:buNone/>
              <a:defRPr sz="813"/>
            </a:lvl6pPr>
            <a:lvl7pPr marL="2228850" indent="0">
              <a:buNone/>
              <a:defRPr sz="813"/>
            </a:lvl7pPr>
            <a:lvl8pPr marL="2600325" indent="0">
              <a:buNone/>
              <a:defRPr sz="813"/>
            </a:lvl8pPr>
            <a:lvl9pPr marL="2971800" indent="0">
              <a:buNone/>
              <a:defRPr sz="813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94E92E-A8AC-429E-9EB5-C3F29BFFE487}" type="datetimeFigureOut">
              <a:rPr lang="zh-TW" altLang="en-US" smtClean="0"/>
              <a:t>2026/7/5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25BBCF-1967-4AA2-BA1F-AF0DE13CDA2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69044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14020"/>
            <a:ext cx="3194943" cy="1449070"/>
          </a:xfrm>
        </p:spPr>
        <p:txBody>
          <a:bodyPr anchor="b"/>
          <a:lstStyle>
            <a:lvl1pPr>
              <a:defRPr sz="26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894169"/>
            <a:ext cx="5014913" cy="4413338"/>
          </a:xfrm>
        </p:spPr>
        <p:txBody>
          <a:bodyPr anchor="t"/>
          <a:lstStyle>
            <a:lvl1pPr marL="0" indent="0">
              <a:buNone/>
              <a:defRPr sz="2600"/>
            </a:lvl1pPr>
            <a:lvl2pPr marL="371475" indent="0">
              <a:buNone/>
              <a:defRPr sz="2275"/>
            </a:lvl2pPr>
            <a:lvl3pPr marL="742950" indent="0">
              <a:buNone/>
              <a:defRPr sz="1950"/>
            </a:lvl3pPr>
            <a:lvl4pPr marL="1114425" indent="0">
              <a:buNone/>
              <a:defRPr sz="1625"/>
            </a:lvl4pPr>
            <a:lvl5pPr marL="1485900" indent="0">
              <a:buNone/>
              <a:defRPr sz="1625"/>
            </a:lvl5pPr>
            <a:lvl6pPr marL="1857375" indent="0">
              <a:buNone/>
              <a:defRPr sz="1625"/>
            </a:lvl6pPr>
            <a:lvl7pPr marL="2228850" indent="0">
              <a:buNone/>
              <a:defRPr sz="1625"/>
            </a:lvl7pPr>
            <a:lvl8pPr marL="2600325" indent="0">
              <a:buNone/>
              <a:defRPr sz="1625"/>
            </a:lvl8pPr>
            <a:lvl9pPr marL="2971800" indent="0">
              <a:buNone/>
              <a:defRPr sz="1625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1863090"/>
            <a:ext cx="3194943" cy="3451605"/>
          </a:xfrm>
        </p:spPr>
        <p:txBody>
          <a:bodyPr/>
          <a:lstStyle>
            <a:lvl1pPr marL="0" indent="0">
              <a:buNone/>
              <a:defRPr sz="1300"/>
            </a:lvl1pPr>
            <a:lvl2pPr marL="371475" indent="0">
              <a:buNone/>
              <a:defRPr sz="1138"/>
            </a:lvl2pPr>
            <a:lvl3pPr marL="742950" indent="0">
              <a:buNone/>
              <a:defRPr sz="975"/>
            </a:lvl3pPr>
            <a:lvl4pPr marL="1114425" indent="0">
              <a:buNone/>
              <a:defRPr sz="813"/>
            </a:lvl4pPr>
            <a:lvl5pPr marL="1485900" indent="0">
              <a:buNone/>
              <a:defRPr sz="813"/>
            </a:lvl5pPr>
            <a:lvl6pPr marL="1857375" indent="0">
              <a:buNone/>
              <a:defRPr sz="813"/>
            </a:lvl6pPr>
            <a:lvl7pPr marL="2228850" indent="0">
              <a:buNone/>
              <a:defRPr sz="813"/>
            </a:lvl7pPr>
            <a:lvl8pPr marL="2600325" indent="0">
              <a:buNone/>
              <a:defRPr sz="813"/>
            </a:lvl8pPr>
            <a:lvl9pPr marL="2971800" indent="0">
              <a:buNone/>
              <a:defRPr sz="813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94E92E-A8AC-429E-9EB5-C3F29BFFE487}" type="datetimeFigureOut">
              <a:rPr lang="zh-TW" altLang="en-US" smtClean="0"/>
              <a:t>2026/7/5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25BBCF-1967-4AA2-BA1F-AF0DE13CDA2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629855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94E92E-A8AC-429E-9EB5-C3F29BFFE487}" type="datetimeFigureOut">
              <a:rPr lang="zh-TW" altLang="en-US" smtClean="0"/>
              <a:t>2026/7/5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25BBCF-1967-4AA2-BA1F-AF0DE13CDA2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175836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1" y="330641"/>
            <a:ext cx="2135981" cy="5262942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7" y="330641"/>
            <a:ext cx="6284119" cy="5262942"/>
          </a:xfrm>
        </p:spPr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94E92E-A8AC-429E-9EB5-C3F29BFFE487}" type="datetimeFigureOut">
              <a:rPr lang="zh-TW" altLang="en-US" smtClean="0"/>
              <a:t>2026/7/5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25BBCF-1967-4AA2-BA1F-AF0DE13CDA2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161912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30641"/>
            <a:ext cx="8543925" cy="120037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653205"/>
            <a:ext cx="8543925" cy="39403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5756028"/>
            <a:ext cx="2228850" cy="33064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94E92E-A8AC-429E-9EB5-C3F29BFFE487}" type="datetimeFigureOut">
              <a:rPr lang="zh-TW" altLang="en-US" smtClean="0"/>
              <a:t>2026/7/5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5756028"/>
            <a:ext cx="3343275" cy="33064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5756028"/>
            <a:ext cx="2228850" cy="33064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F25BBCF-1967-4AA2-BA1F-AF0DE13CDA2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200212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</p:sldLayoutIdLst>
  <p:txStyles>
    <p:titleStyle>
      <a:lvl1pPr algn="l" defTabSz="742950" rtl="0" eaLnBrk="1" latinLnBrk="0" hangingPunct="1">
        <a:lnSpc>
          <a:spcPct val="90000"/>
        </a:lnSpc>
        <a:spcBef>
          <a:spcPct val="0"/>
        </a:spcBef>
        <a:buNone/>
        <a:defRPr sz="357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5738" indent="-185738" algn="l" defTabSz="742950" rtl="0" eaLnBrk="1" latinLnBrk="0" hangingPunct="1">
        <a:lnSpc>
          <a:spcPct val="90000"/>
        </a:lnSpc>
        <a:spcBef>
          <a:spcPts val="813"/>
        </a:spcBef>
        <a:buFont typeface="Arial" panose="020B0604020202020204" pitchFamily="34" charset="0"/>
        <a:buChar char="•"/>
        <a:defRPr sz="2275" kern="12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950" kern="1200">
          <a:solidFill>
            <a:schemeClr val="tx1"/>
          </a:solidFill>
          <a:latin typeface="+mn-lt"/>
          <a:ea typeface="+mn-ea"/>
          <a:cs typeface="+mn-cs"/>
        </a:defRPr>
      </a:lvl2pPr>
      <a:lvl3pPr marL="92868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625" kern="1200">
          <a:solidFill>
            <a:schemeClr val="tx1"/>
          </a:solidFill>
          <a:latin typeface="+mn-lt"/>
          <a:ea typeface="+mn-ea"/>
          <a:cs typeface="+mn-cs"/>
        </a:defRPr>
      </a:lvl3pPr>
      <a:lvl4pPr marL="130016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4pPr>
      <a:lvl5pPr marL="167163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5pPr>
      <a:lvl6pPr marL="204311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6pPr>
      <a:lvl7pPr marL="241458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7pPr>
      <a:lvl8pPr marL="278606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8pPr>
      <a:lvl9pPr marL="315753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1pPr>
      <a:lvl2pPr marL="37147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2pPr>
      <a:lvl3pPr marL="74295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3pPr>
      <a:lvl4pPr marL="111442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4pPr>
      <a:lvl5pPr marL="148590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5pPr>
      <a:lvl6pPr marL="185737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7pPr>
      <a:lvl8pPr marL="260032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8pPr>
      <a:lvl9pPr marL="297180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2.png"/><Relationship Id="rId18" Type="http://schemas.openxmlformats.org/officeDocument/2006/relationships/image" Target="../media/image17.png"/><Relationship Id="rId26" Type="http://schemas.openxmlformats.org/officeDocument/2006/relationships/image" Target="../media/image25.png"/><Relationship Id="rId39" Type="http://schemas.openxmlformats.org/officeDocument/2006/relationships/image" Target="../media/image38.png"/><Relationship Id="rId21" Type="http://schemas.openxmlformats.org/officeDocument/2006/relationships/image" Target="../media/image20.png"/><Relationship Id="rId34" Type="http://schemas.openxmlformats.org/officeDocument/2006/relationships/image" Target="../media/image33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5" Type="http://schemas.openxmlformats.org/officeDocument/2006/relationships/image" Target="../media/image24.png"/><Relationship Id="rId33" Type="http://schemas.openxmlformats.org/officeDocument/2006/relationships/image" Target="../media/image32.png"/><Relationship Id="rId38" Type="http://schemas.openxmlformats.org/officeDocument/2006/relationships/image" Target="../media/image37.pn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20" Type="http://schemas.openxmlformats.org/officeDocument/2006/relationships/image" Target="../media/image19.png"/><Relationship Id="rId29" Type="http://schemas.openxmlformats.org/officeDocument/2006/relationships/image" Target="../media/image2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24" Type="http://schemas.openxmlformats.org/officeDocument/2006/relationships/image" Target="../media/image23.png"/><Relationship Id="rId32" Type="http://schemas.openxmlformats.org/officeDocument/2006/relationships/image" Target="../media/image31.png"/><Relationship Id="rId37" Type="http://schemas.openxmlformats.org/officeDocument/2006/relationships/image" Target="../media/image36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23" Type="http://schemas.openxmlformats.org/officeDocument/2006/relationships/image" Target="../media/image22.png"/><Relationship Id="rId28" Type="http://schemas.openxmlformats.org/officeDocument/2006/relationships/image" Target="../media/image27.png"/><Relationship Id="rId36" Type="http://schemas.openxmlformats.org/officeDocument/2006/relationships/image" Target="../media/image35.png"/><Relationship Id="rId10" Type="http://schemas.openxmlformats.org/officeDocument/2006/relationships/image" Target="../media/image9.png"/><Relationship Id="rId19" Type="http://schemas.openxmlformats.org/officeDocument/2006/relationships/image" Target="../media/image18.png"/><Relationship Id="rId31" Type="http://schemas.openxmlformats.org/officeDocument/2006/relationships/image" Target="../media/image30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Relationship Id="rId22" Type="http://schemas.openxmlformats.org/officeDocument/2006/relationships/image" Target="../media/image21.png"/><Relationship Id="rId27" Type="http://schemas.openxmlformats.org/officeDocument/2006/relationships/image" Target="../media/image26.png"/><Relationship Id="rId30" Type="http://schemas.openxmlformats.org/officeDocument/2006/relationships/image" Target="../media/image29.png"/><Relationship Id="rId35" Type="http://schemas.openxmlformats.org/officeDocument/2006/relationships/image" Target="../media/image34.png"/><Relationship Id="rId8" Type="http://schemas.openxmlformats.org/officeDocument/2006/relationships/image" Target="../media/image7.png"/><Relationship Id="rId3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3" Type="http://schemas.openxmlformats.org/officeDocument/2006/relationships/image" Target="../media/image45.png"/><Relationship Id="rId18" Type="http://schemas.openxmlformats.org/officeDocument/2006/relationships/image" Target="../media/image49.png"/><Relationship Id="rId26" Type="http://schemas.openxmlformats.org/officeDocument/2006/relationships/image" Target="../media/image57.png"/><Relationship Id="rId21" Type="http://schemas.openxmlformats.org/officeDocument/2006/relationships/image" Target="../media/image52.png"/><Relationship Id="rId34" Type="http://schemas.openxmlformats.org/officeDocument/2006/relationships/image" Target="../media/image64.png"/><Relationship Id="rId7" Type="http://schemas.openxmlformats.org/officeDocument/2006/relationships/image" Target="../media/image39.png"/><Relationship Id="rId12" Type="http://schemas.openxmlformats.org/officeDocument/2006/relationships/image" Target="../media/image44.png"/><Relationship Id="rId17" Type="http://schemas.openxmlformats.org/officeDocument/2006/relationships/image" Target="../media/image48.png"/><Relationship Id="rId25" Type="http://schemas.openxmlformats.org/officeDocument/2006/relationships/image" Target="../media/image56.png"/><Relationship Id="rId33" Type="http://schemas.openxmlformats.org/officeDocument/2006/relationships/image" Target="../media/image63.png"/><Relationship Id="rId38" Type="http://schemas.openxmlformats.org/officeDocument/2006/relationships/image" Target="../media/image38.png"/><Relationship Id="rId2" Type="http://schemas.openxmlformats.org/officeDocument/2006/relationships/image" Target="../media/image1.png"/><Relationship Id="rId16" Type="http://schemas.openxmlformats.org/officeDocument/2006/relationships/image" Target="../media/image22.png"/><Relationship Id="rId20" Type="http://schemas.openxmlformats.org/officeDocument/2006/relationships/image" Target="../media/image51.png"/><Relationship Id="rId29" Type="http://schemas.openxmlformats.org/officeDocument/2006/relationships/image" Target="../media/image6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43.png"/><Relationship Id="rId24" Type="http://schemas.openxmlformats.org/officeDocument/2006/relationships/image" Target="../media/image55.png"/><Relationship Id="rId32" Type="http://schemas.openxmlformats.org/officeDocument/2006/relationships/image" Target="../media/image23.png"/><Relationship Id="rId37" Type="http://schemas.openxmlformats.org/officeDocument/2006/relationships/image" Target="../media/image67.png"/><Relationship Id="rId5" Type="http://schemas.openxmlformats.org/officeDocument/2006/relationships/image" Target="../media/image4.png"/><Relationship Id="rId15" Type="http://schemas.openxmlformats.org/officeDocument/2006/relationships/image" Target="../media/image47.png"/><Relationship Id="rId23" Type="http://schemas.openxmlformats.org/officeDocument/2006/relationships/image" Target="../media/image54.png"/><Relationship Id="rId28" Type="http://schemas.openxmlformats.org/officeDocument/2006/relationships/image" Target="../media/image59.png"/><Relationship Id="rId36" Type="http://schemas.openxmlformats.org/officeDocument/2006/relationships/image" Target="../media/image66.png"/><Relationship Id="rId10" Type="http://schemas.openxmlformats.org/officeDocument/2006/relationships/image" Target="../media/image42.png"/><Relationship Id="rId19" Type="http://schemas.openxmlformats.org/officeDocument/2006/relationships/image" Target="../media/image50.png"/><Relationship Id="rId31" Type="http://schemas.openxmlformats.org/officeDocument/2006/relationships/image" Target="../media/image62.png"/><Relationship Id="rId4" Type="http://schemas.openxmlformats.org/officeDocument/2006/relationships/image" Target="../media/image3.png"/><Relationship Id="rId9" Type="http://schemas.openxmlformats.org/officeDocument/2006/relationships/image" Target="../media/image41.png"/><Relationship Id="rId14" Type="http://schemas.openxmlformats.org/officeDocument/2006/relationships/image" Target="../media/image46.png"/><Relationship Id="rId22" Type="http://schemas.openxmlformats.org/officeDocument/2006/relationships/image" Target="../media/image53.png"/><Relationship Id="rId27" Type="http://schemas.openxmlformats.org/officeDocument/2006/relationships/image" Target="../media/image58.png"/><Relationship Id="rId30" Type="http://schemas.openxmlformats.org/officeDocument/2006/relationships/image" Target="../media/image61.png"/><Relationship Id="rId35" Type="http://schemas.openxmlformats.org/officeDocument/2006/relationships/image" Target="../media/image65.png"/><Relationship Id="rId8" Type="http://schemas.openxmlformats.org/officeDocument/2006/relationships/image" Target="../media/image40.png"/><Relationship Id="rId3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13" Type="http://schemas.openxmlformats.org/officeDocument/2006/relationships/image" Target="../media/image74.png"/><Relationship Id="rId18" Type="http://schemas.openxmlformats.org/officeDocument/2006/relationships/image" Target="../media/image78.png"/><Relationship Id="rId26" Type="http://schemas.openxmlformats.org/officeDocument/2006/relationships/image" Target="../media/image86.png"/><Relationship Id="rId39" Type="http://schemas.openxmlformats.org/officeDocument/2006/relationships/image" Target="../media/image98.png"/><Relationship Id="rId21" Type="http://schemas.openxmlformats.org/officeDocument/2006/relationships/image" Target="../media/image81.png"/><Relationship Id="rId34" Type="http://schemas.openxmlformats.org/officeDocument/2006/relationships/image" Target="../media/image93.png"/><Relationship Id="rId7" Type="http://schemas.openxmlformats.org/officeDocument/2006/relationships/image" Target="../media/image68.png"/><Relationship Id="rId12" Type="http://schemas.openxmlformats.org/officeDocument/2006/relationships/image" Target="../media/image73.png"/><Relationship Id="rId17" Type="http://schemas.openxmlformats.org/officeDocument/2006/relationships/image" Target="../media/image77.png"/><Relationship Id="rId25" Type="http://schemas.openxmlformats.org/officeDocument/2006/relationships/image" Target="../media/image85.png"/><Relationship Id="rId33" Type="http://schemas.openxmlformats.org/officeDocument/2006/relationships/image" Target="../media/image92.png"/><Relationship Id="rId38" Type="http://schemas.openxmlformats.org/officeDocument/2006/relationships/image" Target="../media/image97.png"/><Relationship Id="rId2" Type="http://schemas.openxmlformats.org/officeDocument/2006/relationships/image" Target="../media/image1.png"/><Relationship Id="rId16" Type="http://schemas.openxmlformats.org/officeDocument/2006/relationships/image" Target="../media/image22.png"/><Relationship Id="rId20" Type="http://schemas.openxmlformats.org/officeDocument/2006/relationships/image" Target="../media/image80.png"/><Relationship Id="rId29" Type="http://schemas.openxmlformats.org/officeDocument/2006/relationships/image" Target="../media/image8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72.png"/><Relationship Id="rId24" Type="http://schemas.openxmlformats.org/officeDocument/2006/relationships/image" Target="../media/image84.png"/><Relationship Id="rId32" Type="http://schemas.openxmlformats.org/officeDocument/2006/relationships/image" Target="../media/image23.png"/><Relationship Id="rId37" Type="http://schemas.openxmlformats.org/officeDocument/2006/relationships/image" Target="../media/image96.png"/><Relationship Id="rId40" Type="http://schemas.openxmlformats.org/officeDocument/2006/relationships/image" Target="../media/image38.png"/><Relationship Id="rId5" Type="http://schemas.openxmlformats.org/officeDocument/2006/relationships/image" Target="../media/image5.png"/><Relationship Id="rId15" Type="http://schemas.openxmlformats.org/officeDocument/2006/relationships/image" Target="../media/image76.png"/><Relationship Id="rId23" Type="http://schemas.openxmlformats.org/officeDocument/2006/relationships/image" Target="../media/image83.png"/><Relationship Id="rId28" Type="http://schemas.openxmlformats.org/officeDocument/2006/relationships/image" Target="../media/image88.png"/><Relationship Id="rId36" Type="http://schemas.openxmlformats.org/officeDocument/2006/relationships/image" Target="../media/image95.png"/><Relationship Id="rId10" Type="http://schemas.openxmlformats.org/officeDocument/2006/relationships/image" Target="../media/image71.png"/><Relationship Id="rId19" Type="http://schemas.openxmlformats.org/officeDocument/2006/relationships/image" Target="../media/image79.png"/><Relationship Id="rId31" Type="http://schemas.openxmlformats.org/officeDocument/2006/relationships/image" Target="../media/image91.png"/><Relationship Id="rId4" Type="http://schemas.openxmlformats.org/officeDocument/2006/relationships/image" Target="../media/image3.png"/><Relationship Id="rId9" Type="http://schemas.openxmlformats.org/officeDocument/2006/relationships/image" Target="../media/image70.png"/><Relationship Id="rId14" Type="http://schemas.openxmlformats.org/officeDocument/2006/relationships/image" Target="../media/image75.png"/><Relationship Id="rId22" Type="http://schemas.openxmlformats.org/officeDocument/2006/relationships/image" Target="../media/image82.png"/><Relationship Id="rId27" Type="http://schemas.openxmlformats.org/officeDocument/2006/relationships/image" Target="../media/image87.png"/><Relationship Id="rId30" Type="http://schemas.openxmlformats.org/officeDocument/2006/relationships/image" Target="../media/image90.png"/><Relationship Id="rId35" Type="http://schemas.openxmlformats.org/officeDocument/2006/relationships/image" Target="../media/image94.png"/><Relationship Id="rId8" Type="http://schemas.openxmlformats.org/officeDocument/2006/relationships/image" Target="../media/image69.png"/><Relationship Id="rId3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4.png"/><Relationship Id="rId13" Type="http://schemas.openxmlformats.org/officeDocument/2006/relationships/image" Target="../media/image22.png"/><Relationship Id="rId18" Type="http://schemas.openxmlformats.org/officeDocument/2006/relationships/image" Target="NULL"/><Relationship Id="rId26" Type="http://schemas.openxmlformats.org/officeDocument/2006/relationships/image" Target="../media/image115.png"/><Relationship Id="rId3" Type="http://schemas.openxmlformats.org/officeDocument/2006/relationships/image" Target="../media/image99.png"/><Relationship Id="rId21" Type="http://schemas.openxmlformats.org/officeDocument/2006/relationships/image" Target="NULL"/><Relationship Id="rId7" Type="http://schemas.openxmlformats.org/officeDocument/2006/relationships/image" Target="../media/image103.png"/><Relationship Id="rId12" Type="http://schemas.openxmlformats.org/officeDocument/2006/relationships/image" Target="../media/image108.png"/><Relationship Id="rId17" Type="http://schemas.openxmlformats.org/officeDocument/2006/relationships/image" Target="NULL"/><Relationship Id="rId25" Type="http://schemas.openxmlformats.org/officeDocument/2006/relationships/image" Target="../media/image114.png"/><Relationship Id="rId2" Type="http://schemas.openxmlformats.org/officeDocument/2006/relationships/image" Target="../media/image1.png"/><Relationship Id="rId20" Type="http://schemas.openxmlformats.org/officeDocument/2006/relationships/image" Target="NULL"/><Relationship Id="rId29" Type="http://schemas.openxmlformats.org/officeDocument/2006/relationships/image" Target="../media/image11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2.png"/><Relationship Id="rId11" Type="http://schemas.openxmlformats.org/officeDocument/2006/relationships/image" Target="../media/image107.png"/><Relationship Id="rId24" Type="http://schemas.openxmlformats.org/officeDocument/2006/relationships/image" Target="../media/image113.png"/><Relationship Id="rId5" Type="http://schemas.openxmlformats.org/officeDocument/2006/relationships/image" Target="../media/image101.png"/><Relationship Id="rId15" Type="http://schemas.openxmlformats.org/officeDocument/2006/relationships/image" Target="../media/image110.png"/><Relationship Id="rId23" Type="http://schemas.openxmlformats.org/officeDocument/2006/relationships/image" Target="../media/image112.png"/><Relationship Id="rId28" Type="http://schemas.openxmlformats.org/officeDocument/2006/relationships/image" Target="../media/image117.png"/><Relationship Id="rId10" Type="http://schemas.openxmlformats.org/officeDocument/2006/relationships/image" Target="../media/image106.png"/><Relationship Id="rId19" Type="http://schemas.openxmlformats.org/officeDocument/2006/relationships/image" Target="NULL"/><Relationship Id="rId4" Type="http://schemas.openxmlformats.org/officeDocument/2006/relationships/image" Target="../media/image100.png"/><Relationship Id="rId9" Type="http://schemas.openxmlformats.org/officeDocument/2006/relationships/image" Target="../media/image105.png"/><Relationship Id="rId14" Type="http://schemas.openxmlformats.org/officeDocument/2006/relationships/image" Target="../media/image109.png"/><Relationship Id="rId22" Type="http://schemas.openxmlformats.org/officeDocument/2006/relationships/image" Target="../media/image111.png"/><Relationship Id="rId27" Type="http://schemas.openxmlformats.org/officeDocument/2006/relationships/image" Target="../media/image116.png"/></Relationships>
</file>

<file path=ppt/slides/_rels/slide5.xml.rels><?xml version="1.0" encoding="UTF-8" standalone="yes"?>
<Relationships xmlns="http://schemas.openxmlformats.org/package/2006/relationships"><Relationship Id="rId26" Type="http://schemas.openxmlformats.org/officeDocument/2006/relationships/image" Target="../media/image1210.png"/><Relationship Id="rId39" Type="http://schemas.openxmlformats.org/officeDocument/2006/relationships/image" Target="../media/image38.png"/><Relationship Id="rId3" Type="http://schemas.openxmlformats.org/officeDocument/2006/relationships/image" Target="../media/image120.png"/><Relationship Id="rId34" Type="http://schemas.openxmlformats.org/officeDocument/2006/relationships/image" Target="../media/image92.png"/><Relationship Id="rId42" Type="http://schemas.openxmlformats.org/officeDocument/2006/relationships/image" Target="../media/image130.png"/><Relationship Id="rId25" Type="http://schemas.openxmlformats.org/officeDocument/2006/relationships/image" Target="../media/image1200.png"/><Relationship Id="rId33" Type="http://schemas.openxmlformats.org/officeDocument/2006/relationships/image" Target="../media/image127.png"/><Relationship Id="rId38" Type="http://schemas.openxmlformats.org/officeDocument/2006/relationships/image" Target="../media/image96.png"/><Relationship Id="rId2" Type="http://schemas.openxmlformats.org/officeDocument/2006/relationships/image" Target="../media/image119.png"/><Relationship Id="rId29" Type="http://schemas.openxmlformats.org/officeDocument/2006/relationships/image" Target="../media/image124.png"/><Relationship Id="rId41" Type="http://schemas.openxmlformats.org/officeDocument/2006/relationships/image" Target="../media/image12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24" Type="http://schemas.openxmlformats.org/officeDocument/2006/relationships/image" Target="../media/image84.png"/><Relationship Id="rId32" Type="http://schemas.openxmlformats.org/officeDocument/2006/relationships/image" Target="../media/image23.png"/><Relationship Id="rId37" Type="http://schemas.openxmlformats.org/officeDocument/2006/relationships/image" Target="../media/image95.png"/><Relationship Id="rId40" Type="http://schemas.openxmlformats.org/officeDocument/2006/relationships/image" Target="../media/image128.png"/><Relationship Id="rId5" Type="http://schemas.openxmlformats.org/officeDocument/2006/relationships/image" Target="../media/image5.png"/><Relationship Id="rId23" Type="http://schemas.openxmlformats.org/officeDocument/2006/relationships/image" Target="../media/image83.png"/><Relationship Id="rId28" Type="http://schemas.openxmlformats.org/officeDocument/2006/relationships/image" Target="../media/image123.png"/><Relationship Id="rId36" Type="http://schemas.openxmlformats.org/officeDocument/2006/relationships/image" Target="../media/image94.png"/><Relationship Id="rId31" Type="http://schemas.openxmlformats.org/officeDocument/2006/relationships/image" Target="../media/image126.png"/><Relationship Id="rId4" Type="http://schemas.openxmlformats.org/officeDocument/2006/relationships/image" Target="../media/image121.png"/><Relationship Id="rId27" Type="http://schemas.openxmlformats.org/officeDocument/2006/relationships/image" Target="../media/image122.png"/><Relationship Id="rId30" Type="http://schemas.openxmlformats.org/officeDocument/2006/relationships/image" Target="../media/image125.png"/><Relationship Id="rId35" Type="http://schemas.openxmlformats.org/officeDocument/2006/relationships/image" Target="../media/image93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7.png"/><Relationship Id="rId13" Type="http://schemas.openxmlformats.org/officeDocument/2006/relationships/image" Target="../media/image142.png"/><Relationship Id="rId18" Type="http://schemas.openxmlformats.org/officeDocument/2006/relationships/image" Target="../media/image23.png"/><Relationship Id="rId26" Type="http://schemas.openxmlformats.org/officeDocument/2006/relationships/image" Target="../media/image154.png"/><Relationship Id="rId3" Type="http://schemas.openxmlformats.org/officeDocument/2006/relationships/image" Target="../media/image132.png"/><Relationship Id="rId21" Type="http://schemas.openxmlformats.org/officeDocument/2006/relationships/image" Target="../media/image149.png"/><Relationship Id="rId7" Type="http://schemas.openxmlformats.org/officeDocument/2006/relationships/image" Target="../media/image136.png"/><Relationship Id="rId12" Type="http://schemas.openxmlformats.org/officeDocument/2006/relationships/image" Target="../media/image141.png"/><Relationship Id="rId17" Type="http://schemas.openxmlformats.org/officeDocument/2006/relationships/image" Target="../media/image146.png"/><Relationship Id="rId25" Type="http://schemas.openxmlformats.org/officeDocument/2006/relationships/image" Target="../media/image153.png"/><Relationship Id="rId2" Type="http://schemas.openxmlformats.org/officeDocument/2006/relationships/image" Target="../media/image131.png"/><Relationship Id="rId16" Type="http://schemas.openxmlformats.org/officeDocument/2006/relationships/image" Target="../media/image145.png"/><Relationship Id="rId20" Type="http://schemas.openxmlformats.org/officeDocument/2006/relationships/image" Target="../media/image14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5.png"/><Relationship Id="rId11" Type="http://schemas.openxmlformats.org/officeDocument/2006/relationships/image" Target="../media/image140.png"/><Relationship Id="rId24" Type="http://schemas.openxmlformats.org/officeDocument/2006/relationships/image" Target="../media/image152.png"/><Relationship Id="rId5" Type="http://schemas.openxmlformats.org/officeDocument/2006/relationships/image" Target="../media/image134.png"/><Relationship Id="rId15" Type="http://schemas.openxmlformats.org/officeDocument/2006/relationships/image" Target="../media/image144.png"/><Relationship Id="rId23" Type="http://schemas.openxmlformats.org/officeDocument/2006/relationships/image" Target="../media/image151.png"/><Relationship Id="rId10" Type="http://schemas.openxmlformats.org/officeDocument/2006/relationships/image" Target="../media/image139.png"/><Relationship Id="rId19" Type="http://schemas.openxmlformats.org/officeDocument/2006/relationships/image" Target="../media/image147.png"/><Relationship Id="rId4" Type="http://schemas.openxmlformats.org/officeDocument/2006/relationships/image" Target="../media/image133.png"/><Relationship Id="rId9" Type="http://schemas.openxmlformats.org/officeDocument/2006/relationships/image" Target="../media/image138.png"/><Relationship Id="rId14" Type="http://schemas.openxmlformats.org/officeDocument/2006/relationships/image" Target="../media/image143.png"/><Relationship Id="rId22" Type="http://schemas.openxmlformats.org/officeDocument/2006/relationships/image" Target="../media/image150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7.png"/><Relationship Id="rId13" Type="http://schemas.openxmlformats.org/officeDocument/2006/relationships/image" Target="../media/image142.png"/><Relationship Id="rId18" Type="http://schemas.openxmlformats.org/officeDocument/2006/relationships/image" Target="../media/image23.png"/><Relationship Id="rId26" Type="http://schemas.openxmlformats.org/officeDocument/2006/relationships/image" Target="../media/image154.png"/><Relationship Id="rId3" Type="http://schemas.openxmlformats.org/officeDocument/2006/relationships/image" Target="../media/image156.png"/><Relationship Id="rId21" Type="http://schemas.openxmlformats.org/officeDocument/2006/relationships/image" Target="../media/image149.png"/><Relationship Id="rId7" Type="http://schemas.openxmlformats.org/officeDocument/2006/relationships/image" Target="../media/image160.png"/><Relationship Id="rId12" Type="http://schemas.openxmlformats.org/officeDocument/2006/relationships/image" Target="../media/image141.png"/><Relationship Id="rId17" Type="http://schemas.openxmlformats.org/officeDocument/2006/relationships/image" Target="../media/image146.png"/><Relationship Id="rId25" Type="http://schemas.openxmlformats.org/officeDocument/2006/relationships/image" Target="../media/image153.png"/><Relationship Id="rId2" Type="http://schemas.openxmlformats.org/officeDocument/2006/relationships/image" Target="../media/image155.png"/><Relationship Id="rId16" Type="http://schemas.openxmlformats.org/officeDocument/2006/relationships/image" Target="../media/image145.png"/><Relationship Id="rId20" Type="http://schemas.openxmlformats.org/officeDocument/2006/relationships/image" Target="../media/image14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9.png"/><Relationship Id="rId11" Type="http://schemas.openxmlformats.org/officeDocument/2006/relationships/image" Target="../media/image140.png"/><Relationship Id="rId24" Type="http://schemas.openxmlformats.org/officeDocument/2006/relationships/image" Target="../media/image152.png"/><Relationship Id="rId5" Type="http://schemas.openxmlformats.org/officeDocument/2006/relationships/image" Target="../media/image158.png"/><Relationship Id="rId15" Type="http://schemas.openxmlformats.org/officeDocument/2006/relationships/image" Target="../media/image144.png"/><Relationship Id="rId23" Type="http://schemas.openxmlformats.org/officeDocument/2006/relationships/image" Target="../media/image151.png"/><Relationship Id="rId10" Type="http://schemas.openxmlformats.org/officeDocument/2006/relationships/image" Target="../media/image139.png"/><Relationship Id="rId19" Type="http://schemas.openxmlformats.org/officeDocument/2006/relationships/image" Target="../media/image147.png"/><Relationship Id="rId4" Type="http://schemas.openxmlformats.org/officeDocument/2006/relationships/image" Target="../media/image157.png"/><Relationship Id="rId9" Type="http://schemas.openxmlformats.org/officeDocument/2006/relationships/image" Target="../media/image138.png"/><Relationship Id="rId14" Type="http://schemas.openxmlformats.org/officeDocument/2006/relationships/image" Target="../media/image143.png"/><Relationship Id="rId22" Type="http://schemas.openxmlformats.org/officeDocument/2006/relationships/image" Target="../media/image150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7.png"/><Relationship Id="rId13" Type="http://schemas.openxmlformats.org/officeDocument/2006/relationships/image" Target="../media/image142.png"/><Relationship Id="rId18" Type="http://schemas.openxmlformats.org/officeDocument/2006/relationships/image" Target="../media/image23.png"/><Relationship Id="rId26" Type="http://schemas.openxmlformats.org/officeDocument/2006/relationships/image" Target="../media/image154.png"/><Relationship Id="rId3" Type="http://schemas.openxmlformats.org/officeDocument/2006/relationships/image" Target="../media/image162.png"/><Relationship Id="rId21" Type="http://schemas.openxmlformats.org/officeDocument/2006/relationships/image" Target="../media/image149.png"/><Relationship Id="rId7" Type="http://schemas.openxmlformats.org/officeDocument/2006/relationships/image" Target="../media/image166.png"/><Relationship Id="rId12" Type="http://schemas.openxmlformats.org/officeDocument/2006/relationships/image" Target="../media/image141.png"/><Relationship Id="rId17" Type="http://schemas.openxmlformats.org/officeDocument/2006/relationships/image" Target="../media/image146.png"/><Relationship Id="rId25" Type="http://schemas.openxmlformats.org/officeDocument/2006/relationships/image" Target="../media/image153.png"/><Relationship Id="rId2" Type="http://schemas.openxmlformats.org/officeDocument/2006/relationships/image" Target="../media/image161.png"/><Relationship Id="rId16" Type="http://schemas.openxmlformats.org/officeDocument/2006/relationships/image" Target="../media/image145.png"/><Relationship Id="rId20" Type="http://schemas.openxmlformats.org/officeDocument/2006/relationships/image" Target="../media/image14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5.png"/><Relationship Id="rId11" Type="http://schemas.openxmlformats.org/officeDocument/2006/relationships/image" Target="../media/image140.png"/><Relationship Id="rId24" Type="http://schemas.openxmlformats.org/officeDocument/2006/relationships/image" Target="../media/image152.png"/><Relationship Id="rId5" Type="http://schemas.openxmlformats.org/officeDocument/2006/relationships/image" Target="../media/image164.png"/><Relationship Id="rId15" Type="http://schemas.openxmlformats.org/officeDocument/2006/relationships/image" Target="../media/image144.png"/><Relationship Id="rId23" Type="http://schemas.openxmlformats.org/officeDocument/2006/relationships/image" Target="../media/image151.png"/><Relationship Id="rId10" Type="http://schemas.openxmlformats.org/officeDocument/2006/relationships/image" Target="../media/image168.png"/><Relationship Id="rId19" Type="http://schemas.openxmlformats.org/officeDocument/2006/relationships/image" Target="../media/image147.png"/><Relationship Id="rId4" Type="http://schemas.openxmlformats.org/officeDocument/2006/relationships/image" Target="../media/image163.png"/><Relationship Id="rId9" Type="http://schemas.openxmlformats.org/officeDocument/2006/relationships/image" Target="../media/image167.png"/><Relationship Id="rId14" Type="http://schemas.openxmlformats.org/officeDocument/2006/relationships/image" Target="../media/image143.png"/><Relationship Id="rId22" Type="http://schemas.openxmlformats.org/officeDocument/2006/relationships/image" Target="../media/image150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7.png"/><Relationship Id="rId13" Type="http://schemas.openxmlformats.org/officeDocument/2006/relationships/image" Target="../media/image142.png"/><Relationship Id="rId18" Type="http://schemas.openxmlformats.org/officeDocument/2006/relationships/image" Target="../media/image23.png"/><Relationship Id="rId26" Type="http://schemas.openxmlformats.org/officeDocument/2006/relationships/image" Target="../media/image154.png"/><Relationship Id="rId3" Type="http://schemas.openxmlformats.org/officeDocument/2006/relationships/image" Target="../media/image170.png"/><Relationship Id="rId21" Type="http://schemas.openxmlformats.org/officeDocument/2006/relationships/image" Target="../media/image149.png"/><Relationship Id="rId7" Type="http://schemas.openxmlformats.org/officeDocument/2006/relationships/image" Target="../media/image174.png"/><Relationship Id="rId12" Type="http://schemas.openxmlformats.org/officeDocument/2006/relationships/image" Target="../media/image141.png"/><Relationship Id="rId17" Type="http://schemas.openxmlformats.org/officeDocument/2006/relationships/image" Target="../media/image146.png"/><Relationship Id="rId25" Type="http://schemas.openxmlformats.org/officeDocument/2006/relationships/image" Target="../media/image153.png"/><Relationship Id="rId2" Type="http://schemas.openxmlformats.org/officeDocument/2006/relationships/image" Target="../media/image169.png"/><Relationship Id="rId16" Type="http://schemas.openxmlformats.org/officeDocument/2006/relationships/image" Target="../media/image145.png"/><Relationship Id="rId20" Type="http://schemas.openxmlformats.org/officeDocument/2006/relationships/image" Target="../media/image14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3.png"/><Relationship Id="rId11" Type="http://schemas.openxmlformats.org/officeDocument/2006/relationships/image" Target="../media/image140.png"/><Relationship Id="rId24" Type="http://schemas.openxmlformats.org/officeDocument/2006/relationships/image" Target="../media/image152.png"/><Relationship Id="rId5" Type="http://schemas.openxmlformats.org/officeDocument/2006/relationships/image" Target="../media/image172.png"/><Relationship Id="rId15" Type="http://schemas.openxmlformats.org/officeDocument/2006/relationships/image" Target="../media/image144.png"/><Relationship Id="rId23" Type="http://schemas.openxmlformats.org/officeDocument/2006/relationships/image" Target="../media/image151.png"/><Relationship Id="rId10" Type="http://schemas.openxmlformats.org/officeDocument/2006/relationships/image" Target="../media/image168.png"/><Relationship Id="rId19" Type="http://schemas.openxmlformats.org/officeDocument/2006/relationships/image" Target="../media/image147.png"/><Relationship Id="rId4" Type="http://schemas.openxmlformats.org/officeDocument/2006/relationships/image" Target="../media/image171.png"/><Relationship Id="rId9" Type="http://schemas.openxmlformats.org/officeDocument/2006/relationships/image" Target="../media/image175.png"/><Relationship Id="rId14" Type="http://schemas.openxmlformats.org/officeDocument/2006/relationships/image" Target="../media/image143.png"/><Relationship Id="rId22" Type="http://schemas.openxmlformats.org/officeDocument/2006/relationships/image" Target="../media/image150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7.png"/><Relationship Id="rId13" Type="http://schemas.openxmlformats.org/officeDocument/2006/relationships/image" Target="../media/image142.png"/><Relationship Id="rId18" Type="http://schemas.openxmlformats.org/officeDocument/2006/relationships/image" Target="../media/image23.png"/><Relationship Id="rId26" Type="http://schemas.openxmlformats.org/officeDocument/2006/relationships/image" Target="../media/image154.png"/><Relationship Id="rId3" Type="http://schemas.openxmlformats.org/officeDocument/2006/relationships/image" Target="../media/image177.png"/><Relationship Id="rId21" Type="http://schemas.openxmlformats.org/officeDocument/2006/relationships/image" Target="../media/image149.png"/><Relationship Id="rId7" Type="http://schemas.openxmlformats.org/officeDocument/2006/relationships/image" Target="../media/image181.png"/><Relationship Id="rId12" Type="http://schemas.openxmlformats.org/officeDocument/2006/relationships/image" Target="../media/image141.png"/><Relationship Id="rId17" Type="http://schemas.openxmlformats.org/officeDocument/2006/relationships/image" Target="../media/image146.png"/><Relationship Id="rId25" Type="http://schemas.openxmlformats.org/officeDocument/2006/relationships/image" Target="../media/image153.png"/><Relationship Id="rId2" Type="http://schemas.openxmlformats.org/officeDocument/2006/relationships/image" Target="../media/image176.png"/><Relationship Id="rId16" Type="http://schemas.openxmlformats.org/officeDocument/2006/relationships/image" Target="../media/image145.png"/><Relationship Id="rId20" Type="http://schemas.openxmlformats.org/officeDocument/2006/relationships/image" Target="../media/image14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0.png"/><Relationship Id="rId11" Type="http://schemas.openxmlformats.org/officeDocument/2006/relationships/image" Target="../media/image140.png"/><Relationship Id="rId24" Type="http://schemas.openxmlformats.org/officeDocument/2006/relationships/image" Target="../media/image152.png"/><Relationship Id="rId5" Type="http://schemas.openxmlformats.org/officeDocument/2006/relationships/image" Target="../media/image179.png"/><Relationship Id="rId15" Type="http://schemas.openxmlformats.org/officeDocument/2006/relationships/image" Target="../media/image144.png"/><Relationship Id="rId23" Type="http://schemas.openxmlformats.org/officeDocument/2006/relationships/image" Target="../media/image151.png"/><Relationship Id="rId10" Type="http://schemas.openxmlformats.org/officeDocument/2006/relationships/image" Target="../media/image168.png"/><Relationship Id="rId19" Type="http://schemas.openxmlformats.org/officeDocument/2006/relationships/image" Target="../media/image147.png"/><Relationship Id="rId4" Type="http://schemas.openxmlformats.org/officeDocument/2006/relationships/image" Target="../media/image178.png"/><Relationship Id="rId9" Type="http://schemas.openxmlformats.org/officeDocument/2006/relationships/image" Target="../media/image182.png"/><Relationship Id="rId14" Type="http://schemas.openxmlformats.org/officeDocument/2006/relationships/image" Target="../media/image143.png"/><Relationship Id="rId22" Type="http://schemas.openxmlformats.org/officeDocument/2006/relationships/image" Target="../media/image150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7.png"/><Relationship Id="rId13" Type="http://schemas.openxmlformats.org/officeDocument/2006/relationships/image" Target="../media/image142.png"/><Relationship Id="rId18" Type="http://schemas.openxmlformats.org/officeDocument/2006/relationships/image" Target="../media/image23.png"/><Relationship Id="rId26" Type="http://schemas.openxmlformats.org/officeDocument/2006/relationships/image" Target="../media/image154.png"/><Relationship Id="rId3" Type="http://schemas.openxmlformats.org/officeDocument/2006/relationships/image" Target="../media/image184.png"/><Relationship Id="rId21" Type="http://schemas.openxmlformats.org/officeDocument/2006/relationships/image" Target="../media/image149.png"/><Relationship Id="rId7" Type="http://schemas.openxmlformats.org/officeDocument/2006/relationships/image" Target="../media/image188.png"/><Relationship Id="rId12" Type="http://schemas.openxmlformats.org/officeDocument/2006/relationships/image" Target="../media/image141.png"/><Relationship Id="rId17" Type="http://schemas.openxmlformats.org/officeDocument/2006/relationships/image" Target="../media/image146.png"/><Relationship Id="rId25" Type="http://schemas.openxmlformats.org/officeDocument/2006/relationships/image" Target="../media/image153.png"/><Relationship Id="rId2" Type="http://schemas.openxmlformats.org/officeDocument/2006/relationships/image" Target="../media/image183.png"/><Relationship Id="rId16" Type="http://schemas.openxmlformats.org/officeDocument/2006/relationships/image" Target="../media/image145.png"/><Relationship Id="rId20" Type="http://schemas.openxmlformats.org/officeDocument/2006/relationships/image" Target="../media/image14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7.png"/><Relationship Id="rId11" Type="http://schemas.openxmlformats.org/officeDocument/2006/relationships/image" Target="../media/image140.png"/><Relationship Id="rId24" Type="http://schemas.openxmlformats.org/officeDocument/2006/relationships/image" Target="../media/image152.png"/><Relationship Id="rId5" Type="http://schemas.openxmlformats.org/officeDocument/2006/relationships/image" Target="../media/image186.png"/><Relationship Id="rId15" Type="http://schemas.openxmlformats.org/officeDocument/2006/relationships/image" Target="../media/image144.png"/><Relationship Id="rId23" Type="http://schemas.openxmlformats.org/officeDocument/2006/relationships/image" Target="../media/image151.png"/><Relationship Id="rId10" Type="http://schemas.openxmlformats.org/officeDocument/2006/relationships/image" Target="../media/image190.png"/><Relationship Id="rId19" Type="http://schemas.openxmlformats.org/officeDocument/2006/relationships/image" Target="../media/image147.png"/><Relationship Id="rId4" Type="http://schemas.openxmlformats.org/officeDocument/2006/relationships/image" Target="../media/image185.png"/><Relationship Id="rId9" Type="http://schemas.openxmlformats.org/officeDocument/2006/relationships/image" Target="../media/image189.png"/><Relationship Id="rId14" Type="http://schemas.openxmlformats.org/officeDocument/2006/relationships/image" Target="../media/image143.png"/><Relationship Id="rId22" Type="http://schemas.openxmlformats.org/officeDocument/2006/relationships/image" Target="../media/image150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7.png"/><Relationship Id="rId13" Type="http://schemas.openxmlformats.org/officeDocument/2006/relationships/image" Target="../media/image142.png"/><Relationship Id="rId18" Type="http://schemas.openxmlformats.org/officeDocument/2006/relationships/image" Target="../media/image23.png"/><Relationship Id="rId26" Type="http://schemas.openxmlformats.org/officeDocument/2006/relationships/image" Target="../media/image154.png"/><Relationship Id="rId3" Type="http://schemas.openxmlformats.org/officeDocument/2006/relationships/image" Target="../media/image192.png"/><Relationship Id="rId21" Type="http://schemas.openxmlformats.org/officeDocument/2006/relationships/image" Target="../media/image149.png"/><Relationship Id="rId7" Type="http://schemas.openxmlformats.org/officeDocument/2006/relationships/image" Target="../media/image196.png"/><Relationship Id="rId12" Type="http://schemas.openxmlformats.org/officeDocument/2006/relationships/image" Target="../media/image141.png"/><Relationship Id="rId17" Type="http://schemas.openxmlformats.org/officeDocument/2006/relationships/image" Target="../media/image146.png"/><Relationship Id="rId25" Type="http://schemas.openxmlformats.org/officeDocument/2006/relationships/image" Target="../media/image153.png"/><Relationship Id="rId2" Type="http://schemas.openxmlformats.org/officeDocument/2006/relationships/image" Target="../media/image191.png"/><Relationship Id="rId16" Type="http://schemas.openxmlformats.org/officeDocument/2006/relationships/image" Target="../media/image145.png"/><Relationship Id="rId20" Type="http://schemas.openxmlformats.org/officeDocument/2006/relationships/image" Target="../media/image14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5.png"/><Relationship Id="rId11" Type="http://schemas.openxmlformats.org/officeDocument/2006/relationships/image" Target="../media/image140.png"/><Relationship Id="rId24" Type="http://schemas.openxmlformats.org/officeDocument/2006/relationships/image" Target="../media/image152.png"/><Relationship Id="rId5" Type="http://schemas.openxmlformats.org/officeDocument/2006/relationships/image" Target="../media/image194.png"/><Relationship Id="rId15" Type="http://schemas.openxmlformats.org/officeDocument/2006/relationships/image" Target="../media/image144.png"/><Relationship Id="rId23" Type="http://schemas.openxmlformats.org/officeDocument/2006/relationships/image" Target="../media/image151.png"/><Relationship Id="rId10" Type="http://schemas.openxmlformats.org/officeDocument/2006/relationships/image" Target="../media/image168.png"/><Relationship Id="rId19" Type="http://schemas.openxmlformats.org/officeDocument/2006/relationships/image" Target="../media/image147.png"/><Relationship Id="rId4" Type="http://schemas.openxmlformats.org/officeDocument/2006/relationships/image" Target="../media/image193.png"/><Relationship Id="rId9" Type="http://schemas.openxmlformats.org/officeDocument/2006/relationships/image" Target="../media/image197.png"/><Relationship Id="rId14" Type="http://schemas.openxmlformats.org/officeDocument/2006/relationships/image" Target="../media/image143.png"/><Relationship Id="rId22" Type="http://schemas.openxmlformats.org/officeDocument/2006/relationships/image" Target="../media/image150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10.png"/><Relationship Id="rId13" Type="http://schemas.openxmlformats.org/officeDocument/2006/relationships/image" Target="../media/image143.png"/><Relationship Id="rId18" Type="http://schemas.openxmlformats.org/officeDocument/2006/relationships/image" Target="../media/image147.png"/><Relationship Id="rId26" Type="http://schemas.openxmlformats.org/officeDocument/2006/relationships/image" Target="../media/image137.png"/><Relationship Id="rId3" Type="http://schemas.openxmlformats.org/officeDocument/2006/relationships/image" Target="../media/image199.png"/><Relationship Id="rId21" Type="http://schemas.openxmlformats.org/officeDocument/2006/relationships/image" Target="../media/image150.png"/><Relationship Id="rId7" Type="http://schemas.openxmlformats.org/officeDocument/2006/relationships/image" Target="../media/image203.png"/><Relationship Id="rId12" Type="http://schemas.openxmlformats.org/officeDocument/2006/relationships/image" Target="../media/image142.png"/><Relationship Id="rId17" Type="http://schemas.openxmlformats.org/officeDocument/2006/relationships/image" Target="../media/image23.png"/><Relationship Id="rId25" Type="http://schemas.openxmlformats.org/officeDocument/2006/relationships/image" Target="../media/image154.png"/><Relationship Id="rId2" Type="http://schemas.openxmlformats.org/officeDocument/2006/relationships/image" Target="../media/image198.png"/><Relationship Id="rId16" Type="http://schemas.openxmlformats.org/officeDocument/2006/relationships/image" Target="../media/image146.png"/><Relationship Id="rId20" Type="http://schemas.openxmlformats.org/officeDocument/2006/relationships/image" Target="../media/image14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2.png"/><Relationship Id="rId11" Type="http://schemas.openxmlformats.org/officeDocument/2006/relationships/image" Target="../media/image141.png"/><Relationship Id="rId24" Type="http://schemas.openxmlformats.org/officeDocument/2006/relationships/image" Target="../media/image153.png"/><Relationship Id="rId5" Type="http://schemas.openxmlformats.org/officeDocument/2006/relationships/image" Target="../media/image201.png"/><Relationship Id="rId15" Type="http://schemas.openxmlformats.org/officeDocument/2006/relationships/image" Target="../media/image145.png"/><Relationship Id="rId23" Type="http://schemas.openxmlformats.org/officeDocument/2006/relationships/image" Target="../media/image152.png"/><Relationship Id="rId10" Type="http://schemas.openxmlformats.org/officeDocument/2006/relationships/image" Target="../media/image140.png"/><Relationship Id="rId19" Type="http://schemas.openxmlformats.org/officeDocument/2006/relationships/image" Target="../media/image148.png"/><Relationship Id="rId4" Type="http://schemas.openxmlformats.org/officeDocument/2006/relationships/image" Target="../media/image200.png"/><Relationship Id="rId9" Type="http://schemas.openxmlformats.org/officeDocument/2006/relationships/image" Target="../media/image139.png"/><Relationship Id="rId14" Type="http://schemas.openxmlformats.org/officeDocument/2006/relationships/image" Target="../media/image144.png"/><Relationship Id="rId22" Type="http://schemas.openxmlformats.org/officeDocument/2006/relationships/image" Target="../media/image151.png"/><Relationship Id="rId27" Type="http://schemas.openxmlformats.org/officeDocument/2006/relationships/image" Target="../media/image204.png"/></Relationships>
</file>

<file path=ppt/slides/_rels/slide14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16.png"/><Relationship Id="rId18" Type="http://schemas.openxmlformats.org/officeDocument/2006/relationships/image" Target="../media/image1791.png"/><Relationship Id="rId26" Type="http://schemas.openxmlformats.org/officeDocument/2006/relationships/image" Target="../media/image1861.png"/><Relationship Id="rId39" Type="http://schemas.openxmlformats.org/officeDocument/2006/relationships/image" Target="../media/image1990.png"/><Relationship Id="rId21" Type="http://schemas.openxmlformats.org/officeDocument/2006/relationships/image" Target="../media/image1820.png"/><Relationship Id="rId34" Type="http://schemas.openxmlformats.org/officeDocument/2006/relationships/image" Target="../media/image1940.png"/><Relationship Id="rId42" Type="http://schemas.openxmlformats.org/officeDocument/2006/relationships/image" Target="../media/image2020.png"/><Relationship Id="rId47" Type="http://schemas.openxmlformats.org/officeDocument/2006/relationships/image" Target="../media/image2070.png"/><Relationship Id="rId7" Type="http://schemas.openxmlformats.org/officeDocument/2006/relationships/image" Target="../media/image210.png"/><Relationship Id="rId2" Type="http://schemas.openxmlformats.org/officeDocument/2006/relationships/image" Target="../media/image205.png"/><Relationship Id="rId16" Type="http://schemas.openxmlformats.org/officeDocument/2006/relationships/image" Target="../media/image1771.png"/><Relationship Id="rId29" Type="http://schemas.openxmlformats.org/officeDocument/2006/relationships/image" Target="../media/image189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9.png"/><Relationship Id="rId11" Type="http://schemas.openxmlformats.org/officeDocument/2006/relationships/image" Target="../media/image214.png"/><Relationship Id="rId24" Type="http://schemas.openxmlformats.org/officeDocument/2006/relationships/image" Target="../media/image1840.png"/><Relationship Id="rId32" Type="http://schemas.openxmlformats.org/officeDocument/2006/relationships/image" Target="../media/image1920.png"/><Relationship Id="rId37" Type="http://schemas.openxmlformats.org/officeDocument/2006/relationships/image" Target="../media/image1970.png"/><Relationship Id="rId40" Type="http://schemas.openxmlformats.org/officeDocument/2006/relationships/image" Target="../media/image2000.png"/><Relationship Id="rId45" Type="http://schemas.openxmlformats.org/officeDocument/2006/relationships/image" Target="../media/image2050.png"/><Relationship Id="rId5" Type="http://schemas.openxmlformats.org/officeDocument/2006/relationships/image" Target="../media/image208.png"/><Relationship Id="rId15" Type="http://schemas.openxmlformats.org/officeDocument/2006/relationships/image" Target="../media/image1760.png"/><Relationship Id="rId23" Type="http://schemas.openxmlformats.org/officeDocument/2006/relationships/image" Target="../media/image23.png"/><Relationship Id="rId28" Type="http://schemas.openxmlformats.org/officeDocument/2006/relationships/image" Target="../media/image1881.png"/><Relationship Id="rId36" Type="http://schemas.openxmlformats.org/officeDocument/2006/relationships/image" Target="../media/image1960.png"/><Relationship Id="rId10" Type="http://schemas.openxmlformats.org/officeDocument/2006/relationships/image" Target="../media/image213.png"/><Relationship Id="rId19" Type="http://schemas.openxmlformats.org/officeDocument/2006/relationships/image" Target="../media/image1800.png"/><Relationship Id="rId31" Type="http://schemas.openxmlformats.org/officeDocument/2006/relationships/image" Target="../media/image1910.png"/><Relationship Id="rId44" Type="http://schemas.openxmlformats.org/officeDocument/2006/relationships/image" Target="../media/image2040.png"/><Relationship Id="rId4" Type="http://schemas.openxmlformats.org/officeDocument/2006/relationships/image" Target="../media/image207.png"/><Relationship Id="rId9" Type="http://schemas.openxmlformats.org/officeDocument/2006/relationships/image" Target="../media/image212.png"/><Relationship Id="rId14" Type="http://schemas.openxmlformats.org/officeDocument/2006/relationships/image" Target="../media/image1750.png"/><Relationship Id="rId22" Type="http://schemas.openxmlformats.org/officeDocument/2006/relationships/image" Target="../media/image1830.png"/><Relationship Id="rId27" Type="http://schemas.openxmlformats.org/officeDocument/2006/relationships/image" Target="../media/image1871.png"/><Relationship Id="rId30" Type="http://schemas.openxmlformats.org/officeDocument/2006/relationships/image" Target="../media/image1900.png"/><Relationship Id="rId35" Type="http://schemas.openxmlformats.org/officeDocument/2006/relationships/image" Target="../media/image1950.png"/><Relationship Id="rId43" Type="http://schemas.openxmlformats.org/officeDocument/2006/relationships/image" Target="../media/image2030.png"/><Relationship Id="rId8" Type="http://schemas.openxmlformats.org/officeDocument/2006/relationships/image" Target="../media/image211.png"/><Relationship Id="rId3" Type="http://schemas.openxmlformats.org/officeDocument/2006/relationships/image" Target="../media/image206.png"/><Relationship Id="rId12" Type="http://schemas.openxmlformats.org/officeDocument/2006/relationships/image" Target="../media/image215.png"/><Relationship Id="rId17" Type="http://schemas.openxmlformats.org/officeDocument/2006/relationships/image" Target="../media/image1781.png"/><Relationship Id="rId25" Type="http://schemas.openxmlformats.org/officeDocument/2006/relationships/image" Target="../media/image1850.png"/><Relationship Id="rId33" Type="http://schemas.openxmlformats.org/officeDocument/2006/relationships/image" Target="../media/image1930.png"/><Relationship Id="rId38" Type="http://schemas.openxmlformats.org/officeDocument/2006/relationships/image" Target="../media/image1980.png"/><Relationship Id="rId46" Type="http://schemas.openxmlformats.org/officeDocument/2006/relationships/image" Target="../media/image2060.png"/><Relationship Id="rId20" Type="http://schemas.openxmlformats.org/officeDocument/2006/relationships/image" Target="../media/image1810.png"/><Relationship Id="rId41" Type="http://schemas.openxmlformats.org/officeDocument/2006/relationships/image" Target="../media/image2010.png"/></Relationships>
</file>

<file path=ppt/slides/_rels/slide15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28.png"/><Relationship Id="rId18" Type="http://schemas.openxmlformats.org/officeDocument/2006/relationships/image" Target="../media/image1771.png"/><Relationship Id="rId26" Type="http://schemas.openxmlformats.org/officeDocument/2006/relationships/image" Target="../media/image1850.png"/><Relationship Id="rId39" Type="http://schemas.openxmlformats.org/officeDocument/2006/relationships/image" Target="../media/image1980.png"/><Relationship Id="rId21" Type="http://schemas.openxmlformats.org/officeDocument/2006/relationships/image" Target="../media/image1800.png"/><Relationship Id="rId34" Type="http://schemas.openxmlformats.org/officeDocument/2006/relationships/image" Target="../media/image1930.png"/><Relationship Id="rId42" Type="http://schemas.openxmlformats.org/officeDocument/2006/relationships/image" Target="../media/image2010.png"/><Relationship Id="rId47" Type="http://schemas.openxmlformats.org/officeDocument/2006/relationships/image" Target="../media/image2060.png"/><Relationship Id="rId7" Type="http://schemas.openxmlformats.org/officeDocument/2006/relationships/image" Target="../media/image222.png"/><Relationship Id="rId2" Type="http://schemas.openxmlformats.org/officeDocument/2006/relationships/image" Target="../media/image217.png"/><Relationship Id="rId16" Type="http://schemas.openxmlformats.org/officeDocument/2006/relationships/image" Target="../media/image1750.png"/><Relationship Id="rId29" Type="http://schemas.openxmlformats.org/officeDocument/2006/relationships/image" Target="../media/image188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1.png"/><Relationship Id="rId11" Type="http://schemas.openxmlformats.org/officeDocument/2006/relationships/image" Target="../media/image226.png"/><Relationship Id="rId24" Type="http://schemas.openxmlformats.org/officeDocument/2006/relationships/image" Target="../media/image1830.png"/><Relationship Id="rId32" Type="http://schemas.openxmlformats.org/officeDocument/2006/relationships/image" Target="../media/image1910.png"/><Relationship Id="rId37" Type="http://schemas.openxmlformats.org/officeDocument/2006/relationships/image" Target="../media/image1960.png"/><Relationship Id="rId40" Type="http://schemas.openxmlformats.org/officeDocument/2006/relationships/image" Target="../media/image1990.png"/><Relationship Id="rId45" Type="http://schemas.openxmlformats.org/officeDocument/2006/relationships/image" Target="../media/image2040.png"/><Relationship Id="rId5" Type="http://schemas.openxmlformats.org/officeDocument/2006/relationships/image" Target="../media/image220.png"/><Relationship Id="rId15" Type="http://schemas.openxmlformats.org/officeDocument/2006/relationships/image" Target="../media/image230.png"/><Relationship Id="rId23" Type="http://schemas.openxmlformats.org/officeDocument/2006/relationships/image" Target="../media/image1820.png"/><Relationship Id="rId28" Type="http://schemas.openxmlformats.org/officeDocument/2006/relationships/image" Target="../media/image1871.png"/><Relationship Id="rId36" Type="http://schemas.openxmlformats.org/officeDocument/2006/relationships/image" Target="../media/image1950.png"/><Relationship Id="rId10" Type="http://schemas.openxmlformats.org/officeDocument/2006/relationships/image" Target="../media/image225.png"/><Relationship Id="rId19" Type="http://schemas.openxmlformats.org/officeDocument/2006/relationships/image" Target="../media/image1781.png"/><Relationship Id="rId31" Type="http://schemas.openxmlformats.org/officeDocument/2006/relationships/image" Target="../media/image1900.png"/><Relationship Id="rId44" Type="http://schemas.openxmlformats.org/officeDocument/2006/relationships/image" Target="../media/image2030.png"/><Relationship Id="rId4" Type="http://schemas.openxmlformats.org/officeDocument/2006/relationships/image" Target="../media/image219.png"/><Relationship Id="rId9" Type="http://schemas.openxmlformats.org/officeDocument/2006/relationships/image" Target="../media/image224.png"/><Relationship Id="rId14" Type="http://schemas.openxmlformats.org/officeDocument/2006/relationships/image" Target="../media/image229.png"/><Relationship Id="rId22" Type="http://schemas.openxmlformats.org/officeDocument/2006/relationships/image" Target="../media/image1810.png"/><Relationship Id="rId27" Type="http://schemas.openxmlformats.org/officeDocument/2006/relationships/image" Target="../media/image1861.png"/><Relationship Id="rId30" Type="http://schemas.openxmlformats.org/officeDocument/2006/relationships/image" Target="../media/image1890.png"/><Relationship Id="rId35" Type="http://schemas.openxmlformats.org/officeDocument/2006/relationships/image" Target="../media/image1940.png"/><Relationship Id="rId43" Type="http://schemas.openxmlformats.org/officeDocument/2006/relationships/image" Target="../media/image2020.png"/><Relationship Id="rId48" Type="http://schemas.openxmlformats.org/officeDocument/2006/relationships/image" Target="../media/image2070.png"/><Relationship Id="rId8" Type="http://schemas.openxmlformats.org/officeDocument/2006/relationships/image" Target="../media/image223.png"/><Relationship Id="rId3" Type="http://schemas.openxmlformats.org/officeDocument/2006/relationships/image" Target="../media/image218.png"/><Relationship Id="rId12" Type="http://schemas.openxmlformats.org/officeDocument/2006/relationships/image" Target="../media/image227.png"/><Relationship Id="rId17" Type="http://schemas.openxmlformats.org/officeDocument/2006/relationships/image" Target="../media/image1760.png"/><Relationship Id="rId25" Type="http://schemas.openxmlformats.org/officeDocument/2006/relationships/image" Target="../media/image1840.png"/><Relationship Id="rId33" Type="http://schemas.openxmlformats.org/officeDocument/2006/relationships/image" Target="../media/image1920.png"/><Relationship Id="rId38" Type="http://schemas.openxmlformats.org/officeDocument/2006/relationships/image" Target="../media/image1970.png"/><Relationship Id="rId46" Type="http://schemas.openxmlformats.org/officeDocument/2006/relationships/image" Target="../media/image2050.png"/><Relationship Id="rId20" Type="http://schemas.openxmlformats.org/officeDocument/2006/relationships/image" Target="../media/image1791.png"/><Relationship Id="rId41" Type="http://schemas.openxmlformats.org/officeDocument/2006/relationships/image" Target="../media/image2000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7.png"/><Relationship Id="rId13" Type="http://schemas.openxmlformats.org/officeDocument/2006/relationships/image" Target="../media/image142.png"/><Relationship Id="rId18" Type="http://schemas.openxmlformats.org/officeDocument/2006/relationships/image" Target="../media/image23.png"/><Relationship Id="rId26" Type="http://schemas.openxmlformats.org/officeDocument/2006/relationships/image" Target="../media/image154.png"/><Relationship Id="rId3" Type="http://schemas.openxmlformats.org/officeDocument/2006/relationships/image" Target="../media/image232.png"/><Relationship Id="rId21" Type="http://schemas.openxmlformats.org/officeDocument/2006/relationships/image" Target="../media/image149.png"/><Relationship Id="rId7" Type="http://schemas.openxmlformats.org/officeDocument/2006/relationships/image" Target="../media/image236.png"/><Relationship Id="rId12" Type="http://schemas.openxmlformats.org/officeDocument/2006/relationships/image" Target="../media/image141.png"/><Relationship Id="rId17" Type="http://schemas.openxmlformats.org/officeDocument/2006/relationships/image" Target="../media/image146.png"/><Relationship Id="rId25" Type="http://schemas.openxmlformats.org/officeDocument/2006/relationships/image" Target="../media/image153.png"/><Relationship Id="rId2" Type="http://schemas.openxmlformats.org/officeDocument/2006/relationships/image" Target="../media/image231.png"/><Relationship Id="rId16" Type="http://schemas.openxmlformats.org/officeDocument/2006/relationships/image" Target="../media/image145.png"/><Relationship Id="rId20" Type="http://schemas.openxmlformats.org/officeDocument/2006/relationships/image" Target="../media/image14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5.png"/><Relationship Id="rId11" Type="http://schemas.openxmlformats.org/officeDocument/2006/relationships/image" Target="../media/image140.png"/><Relationship Id="rId24" Type="http://schemas.openxmlformats.org/officeDocument/2006/relationships/image" Target="../media/image152.png"/><Relationship Id="rId5" Type="http://schemas.openxmlformats.org/officeDocument/2006/relationships/image" Target="../media/image234.png"/><Relationship Id="rId15" Type="http://schemas.openxmlformats.org/officeDocument/2006/relationships/image" Target="../media/image144.png"/><Relationship Id="rId23" Type="http://schemas.openxmlformats.org/officeDocument/2006/relationships/image" Target="../media/image151.png"/><Relationship Id="rId10" Type="http://schemas.openxmlformats.org/officeDocument/2006/relationships/image" Target="../media/image1690.png"/><Relationship Id="rId19" Type="http://schemas.openxmlformats.org/officeDocument/2006/relationships/image" Target="../media/image147.png"/><Relationship Id="rId4" Type="http://schemas.openxmlformats.org/officeDocument/2006/relationships/image" Target="../media/image233.png"/><Relationship Id="rId9" Type="http://schemas.openxmlformats.org/officeDocument/2006/relationships/image" Target="../media/image1610.png"/><Relationship Id="rId14" Type="http://schemas.openxmlformats.org/officeDocument/2006/relationships/image" Target="../media/image143.png"/><Relationship Id="rId22" Type="http://schemas.openxmlformats.org/officeDocument/2006/relationships/image" Target="../media/image150.png"/><Relationship Id="rId27" Type="http://schemas.openxmlformats.org/officeDocument/2006/relationships/image" Target="../media/image237.png"/></Relationships>
</file>

<file path=ppt/slides/_rels/slide17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330.png"/><Relationship Id="rId18" Type="http://schemas.openxmlformats.org/officeDocument/2006/relationships/image" Target="../media/image238.png"/><Relationship Id="rId26" Type="http://schemas.openxmlformats.org/officeDocument/2006/relationships/image" Target="../media/image244.png"/><Relationship Id="rId39" Type="http://schemas.openxmlformats.org/officeDocument/2006/relationships/image" Target="../media/image256.png"/><Relationship Id="rId21" Type="http://schemas.openxmlformats.org/officeDocument/2006/relationships/image" Target="../media/image239.png"/><Relationship Id="rId34" Type="http://schemas.openxmlformats.org/officeDocument/2006/relationships/image" Target="../media/image251.png"/><Relationship Id="rId42" Type="http://schemas.openxmlformats.org/officeDocument/2006/relationships/image" Target="../media/image259.png"/><Relationship Id="rId47" Type="http://schemas.openxmlformats.org/officeDocument/2006/relationships/image" Target="../media/image263.png"/><Relationship Id="rId7" Type="http://schemas.openxmlformats.org/officeDocument/2006/relationships/image" Target="../media/image236.png"/><Relationship Id="rId2" Type="http://schemas.openxmlformats.org/officeDocument/2006/relationships/image" Target="../media/image231.png"/><Relationship Id="rId16" Type="http://schemas.openxmlformats.org/officeDocument/2006/relationships/image" Target="../media/image2360.png"/><Relationship Id="rId29" Type="http://schemas.openxmlformats.org/officeDocument/2006/relationships/image" Target="../media/image24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5.png"/><Relationship Id="rId11" Type="http://schemas.openxmlformats.org/officeDocument/2006/relationships/image" Target="../media/image2310.png"/><Relationship Id="rId24" Type="http://schemas.openxmlformats.org/officeDocument/2006/relationships/image" Target="../media/image242.png"/><Relationship Id="rId32" Type="http://schemas.openxmlformats.org/officeDocument/2006/relationships/image" Target="../media/image249.png"/><Relationship Id="rId37" Type="http://schemas.openxmlformats.org/officeDocument/2006/relationships/image" Target="../media/image254.png"/><Relationship Id="rId40" Type="http://schemas.openxmlformats.org/officeDocument/2006/relationships/image" Target="../media/image257.png"/><Relationship Id="rId45" Type="http://schemas.openxmlformats.org/officeDocument/2006/relationships/image" Target="../media/image262.png"/><Relationship Id="rId5" Type="http://schemas.openxmlformats.org/officeDocument/2006/relationships/image" Target="../media/image234.png"/><Relationship Id="rId15" Type="http://schemas.openxmlformats.org/officeDocument/2006/relationships/image" Target="../media/image2350.png"/><Relationship Id="rId23" Type="http://schemas.openxmlformats.org/officeDocument/2006/relationships/image" Target="../media/image241.png"/><Relationship Id="rId36" Type="http://schemas.openxmlformats.org/officeDocument/2006/relationships/image" Target="../media/image253.png"/><Relationship Id="rId49" Type="http://schemas.openxmlformats.org/officeDocument/2006/relationships/image" Target="../media/image265.png"/><Relationship Id="rId10" Type="http://schemas.openxmlformats.org/officeDocument/2006/relationships/image" Target="../media/image2300.png"/><Relationship Id="rId19" Type="http://schemas.openxmlformats.org/officeDocument/2006/relationships/image" Target="../media/image23.png"/><Relationship Id="rId31" Type="http://schemas.openxmlformats.org/officeDocument/2006/relationships/image" Target="../media/image248.png"/><Relationship Id="rId44" Type="http://schemas.openxmlformats.org/officeDocument/2006/relationships/image" Target="../media/image261.png"/><Relationship Id="rId4" Type="http://schemas.openxmlformats.org/officeDocument/2006/relationships/image" Target="../media/image233.png"/><Relationship Id="rId9" Type="http://schemas.openxmlformats.org/officeDocument/2006/relationships/image" Target="../media/image2290.png"/><Relationship Id="rId14" Type="http://schemas.openxmlformats.org/officeDocument/2006/relationships/image" Target="../media/image2340.png"/><Relationship Id="rId22" Type="http://schemas.openxmlformats.org/officeDocument/2006/relationships/image" Target="../media/image240.png"/><Relationship Id="rId27" Type="http://schemas.openxmlformats.org/officeDocument/2006/relationships/image" Target="../media/image245.png"/><Relationship Id="rId30" Type="http://schemas.openxmlformats.org/officeDocument/2006/relationships/image" Target="../media/image247.png"/><Relationship Id="rId35" Type="http://schemas.openxmlformats.org/officeDocument/2006/relationships/image" Target="../media/image252.png"/><Relationship Id="rId43" Type="http://schemas.openxmlformats.org/officeDocument/2006/relationships/image" Target="../media/image260.png"/><Relationship Id="rId48" Type="http://schemas.openxmlformats.org/officeDocument/2006/relationships/image" Target="../media/image264.png"/><Relationship Id="rId8" Type="http://schemas.openxmlformats.org/officeDocument/2006/relationships/image" Target="../media/image137.png"/><Relationship Id="rId3" Type="http://schemas.openxmlformats.org/officeDocument/2006/relationships/image" Target="../media/image232.png"/><Relationship Id="rId12" Type="http://schemas.openxmlformats.org/officeDocument/2006/relationships/image" Target="../media/image2320.png"/><Relationship Id="rId17" Type="http://schemas.openxmlformats.org/officeDocument/2006/relationships/image" Target="../media/image2370.png"/><Relationship Id="rId25" Type="http://schemas.openxmlformats.org/officeDocument/2006/relationships/image" Target="../media/image243.png"/><Relationship Id="rId33" Type="http://schemas.openxmlformats.org/officeDocument/2006/relationships/image" Target="../media/image250.png"/><Relationship Id="rId38" Type="http://schemas.openxmlformats.org/officeDocument/2006/relationships/image" Target="../media/image255.png"/><Relationship Id="rId20" Type="http://schemas.openxmlformats.org/officeDocument/2006/relationships/image" Target="../media/image1840.png"/><Relationship Id="rId41" Type="http://schemas.openxmlformats.org/officeDocument/2006/relationships/image" Target="../media/image258.png"/></Relationships>
</file>

<file path=ppt/slides/_rels/slide18.xml.rels><?xml version="1.0" encoding="UTF-8" standalone="yes"?>
<Relationships xmlns="http://schemas.openxmlformats.org/package/2006/relationships"><Relationship Id="rId39" Type="http://schemas.openxmlformats.org/officeDocument/2006/relationships/image" Target="../media/image276.png"/><Relationship Id="rId3" Type="http://schemas.openxmlformats.org/officeDocument/2006/relationships/image" Target="../media/image267.png"/><Relationship Id="rId34" Type="http://schemas.openxmlformats.org/officeDocument/2006/relationships/image" Target="../media/image271.png"/><Relationship Id="rId42" Type="http://schemas.openxmlformats.org/officeDocument/2006/relationships/image" Target="../media/image279.png"/><Relationship Id="rId47" Type="http://schemas.openxmlformats.org/officeDocument/2006/relationships/image" Target="../media/image284.png"/><Relationship Id="rId50" Type="http://schemas.openxmlformats.org/officeDocument/2006/relationships/image" Target="../media/image287.png"/><Relationship Id="rId55" Type="http://schemas.openxmlformats.org/officeDocument/2006/relationships/image" Target="../media/image292.png"/><Relationship Id="rId33" Type="http://schemas.openxmlformats.org/officeDocument/2006/relationships/image" Target="../media/image270.png"/><Relationship Id="rId38" Type="http://schemas.openxmlformats.org/officeDocument/2006/relationships/image" Target="../media/image275.png"/><Relationship Id="rId46" Type="http://schemas.openxmlformats.org/officeDocument/2006/relationships/image" Target="../media/image283.png"/><Relationship Id="rId2" Type="http://schemas.openxmlformats.org/officeDocument/2006/relationships/image" Target="../media/image266.png"/><Relationship Id="rId29" Type="http://schemas.openxmlformats.org/officeDocument/2006/relationships/image" Target="../media/image246.png"/><Relationship Id="rId41" Type="http://schemas.openxmlformats.org/officeDocument/2006/relationships/image" Target="../media/image278.png"/><Relationship Id="rId54" Type="http://schemas.openxmlformats.org/officeDocument/2006/relationships/image" Target="../media/image291.png"/><Relationship Id="rId1" Type="http://schemas.openxmlformats.org/officeDocument/2006/relationships/slideLayout" Target="../slideLayouts/slideLayout1.xml"/><Relationship Id="rId32" Type="http://schemas.openxmlformats.org/officeDocument/2006/relationships/image" Target="../media/image269.png"/><Relationship Id="rId37" Type="http://schemas.openxmlformats.org/officeDocument/2006/relationships/image" Target="../media/image274.png"/><Relationship Id="rId40" Type="http://schemas.openxmlformats.org/officeDocument/2006/relationships/image" Target="../media/image277.png"/><Relationship Id="rId45" Type="http://schemas.openxmlformats.org/officeDocument/2006/relationships/image" Target="../media/image282.png"/><Relationship Id="rId53" Type="http://schemas.openxmlformats.org/officeDocument/2006/relationships/image" Target="../media/image290.png"/><Relationship Id="rId15" Type="http://schemas.openxmlformats.org/officeDocument/2006/relationships/image" Target="../media/image237.png"/><Relationship Id="rId36" Type="http://schemas.openxmlformats.org/officeDocument/2006/relationships/image" Target="../media/image273.png"/><Relationship Id="rId49" Type="http://schemas.openxmlformats.org/officeDocument/2006/relationships/image" Target="../media/image286.png"/><Relationship Id="rId31" Type="http://schemas.openxmlformats.org/officeDocument/2006/relationships/image" Target="../media/image268.png"/><Relationship Id="rId44" Type="http://schemas.openxmlformats.org/officeDocument/2006/relationships/image" Target="../media/image281.png"/><Relationship Id="rId52" Type="http://schemas.openxmlformats.org/officeDocument/2006/relationships/image" Target="../media/image289.png"/><Relationship Id="rId4" Type="http://schemas.openxmlformats.org/officeDocument/2006/relationships/image" Target="../media/image137.png"/><Relationship Id="rId14" Type="http://schemas.openxmlformats.org/officeDocument/2006/relationships/image" Target="../media/image2340.png"/><Relationship Id="rId30" Type="http://schemas.openxmlformats.org/officeDocument/2006/relationships/image" Target="../media/image230.png"/><Relationship Id="rId35" Type="http://schemas.openxmlformats.org/officeDocument/2006/relationships/image" Target="../media/image272.png"/><Relationship Id="rId43" Type="http://schemas.openxmlformats.org/officeDocument/2006/relationships/image" Target="../media/image280.png"/><Relationship Id="rId48" Type="http://schemas.openxmlformats.org/officeDocument/2006/relationships/image" Target="../media/image285.png"/><Relationship Id="rId56" Type="http://schemas.openxmlformats.org/officeDocument/2006/relationships/image" Target="../media/image293.png"/><Relationship Id="rId51" Type="http://schemas.openxmlformats.org/officeDocument/2006/relationships/image" Target="../media/image288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0.png"/><Relationship Id="rId13" Type="http://schemas.openxmlformats.org/officeDocument/2006/relationships/image" Target="../media/image141.png"/><Relationship Id="rId18" Type="http://schemas.openxmlformats.org/officeDocument/2006/relationships/image" Target="../media/image146.png"/><Relationship Id="rId26" Type="http://schemas.openxmlformats.org/officeDocument/2006/relationships/image" Target="../media/image154.png"/><Relationship Id="rId3" Type="http://schemas.openxmlformats.org/officeDocument/2006/relationships/image" Target="../media/image295.png"/><Relationship Id="rId21" Type="http://schemas.openxmlformats.org/officeDocument/2006/relationships/image" Target="../media/image149.png"/><Relationship Id="rId7" Type="http://schemas.openxmlformats.org/officeDocument/2006/relationships/image" Target="../media/image299.png"/><Relationship Id="rId12" Type="http://schemas.openxmlformats.org/officeDocument/2006/relationships/image" Target="../media/image140.png"/><Relationship Id="rId17" Type="http://schemas.openxmlformats.org/officeDocument/2006/relationships/image" Target="../media/image2730.png"/><Relationship Id="rId25" Type="http://schemas.openxmlformats.org/officeDocument/2006/relationships/image" Target="../media/image2740.png"/><Relationship Id="rId2" Type="http://schemas.openxmlformats.org/officeDocument/2006/relationships/image" Target="../media/image294.png"/><Relationship Id="rId16" Type="http://schemas.openxmlformats.org/officeDocument/2006/relationships/image" Target="../media/image144.png"/><Relationship Id="rId20" Type="http://schemas.openxmlformats.org/officeDocument/2006/relationships/image" Target="../media/image14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98.png"/><Relationship Id="rId11" Type="http://schemas.openxmlformats.org/officeDocument/2006/relationships/image" Target="../media/image1690.png"/><Relationship Id="rId24" Type="http://schemas.openxmlformats.org/officeDocument/2006/relationships/image" Target="../media/image152.png"/><Relationship Id="rId5" Type="http://schemas.openxmlformats.org/officeDocument/2006/relationships/image" Target="../media/image297.png"/><Relationship Id="rId15" Type="http://schemas.openxmlformats.org/officeDocument/2006/relationships/image" Target="../media/image143.png"/><Relationship Id="rId23" Type="http://schemas.openxmlformats.org/officeDocument/2006/relationships/image" Target="../media/image151.png"/><Relationship Id="rId10" Type="http://schemas.openxmlformats.org/officeDocument/2006/relationships/image" Target="../media/image1610.png"/><Relationship Id="rId19" Type="http://schemas.openxmlformats.org/officeDocument/2006/relationships/image" Target="../media/image147.png"/><Relationship Id="rId4" Type="http://schemas.openxmlformats.org/officeDocument/2006/relationships/image" Target="../media/image296.png"/><Relationship Id="rId9" Type="http://schemas.openxmlformats.org/officeDocument/2006/relationships/image" Target="../media/image137.png"/><Relationship Id="rId14" Type="http://schemas.openxmlformats.org/officeDocument/2006/relationships/image" Target="../media/image142.png"/><Relationship Id="rId22" Type="http://schemas.openxmlformats.org/officeDocument/2006/relationships/image" Target="../media/image150.png"/><Relationship Id="rId27" Type="http://schemas.openxmlformats.org/officeDocument/2006/relationships/image" Target="../media/image237.png"/></Relationships>
</file>

<file path=ppt/slides/_rels/slide20.xml.rels><?xml version="1.0" encoding="UTF-8" standalone="yes"?>
<Relationships xmlns="http://schemas.openxmlformats.org/package/2006/relationships"><Relationship Id="rId26" Type="http://schemas.openxmlformats.org/officeDocument/2006/relationships/image" Target="../media/image1861.png"/><Relationship Id="rId21" Type="http://schemas.openxmlformats.org/officeDocument/2006/relationships/image" Target="../media/image2730.png"/><Relationship Id="rId34" Type="http://schemas.openxmlformats.org/officeDocument/2006/relationships/image" Target="../media/image2780.png"/><Relationship Id="rId42" Type="http://schemas.openxmlformats.org/officeDocument/2006/relationships/image" Target="../media/image2850.png"/><Relationship Id="rId47" Type="http://schemas.openxmlformats.org/officeDocument/2006/relationships/image" Target="../media/image2900.png"/><Relationship Id="rId50" Type="http://schemas.openxmlformats.org/officeDocument/2006/relationships/image" Target="../media/image301.png"/><Relationship Id="rId55" Type="http://schemas.openxmlformats.org/officeDocument/2006/relationships/image" Target="../media/image306.png"/><Relationship Id="rId63" Type="http://schemas.openxmlformats.org/officeDocument/2006/relationships/image" Target="../media/image3040.png"/><Relationship Id="rId7" Type="http://schemas.openxmlformats.org/officeDocument/2006/relationships/image" Target="../media/image210.png"/><Relationship Id="rId2" Type="http://schemas.openxmlformats.org/officeDocument/2006/relationships/image" Target="../media/image205.png"/><Relationship Id="rId16" Type="http://schemas.openxmlformats.org/officeDocument/2006/relationships/image" Target="../media/image1771.png"/><Relationship Id="rId29" Type="http://schemas.openxmlformats.org/officeDocument/2006/relationships/image" Target="../media/image1890.png"/><Relationship Id="rId11" Type="http://schemas.openxmlformats.org/officeDocument/2006/relationships/image" Target="../media/image214.png"/><Relationship Id="rId24" Type="http://schemas.openxmlformats.org/officeDocument/2006/relationships/image" Target="../media/image2750.png"/><Relationship Id="rId32" Type="http://schemas.openxmlformats.org/officeDocument/2006/relationships/image" Target="../media/image2760.png"/><Relationship Id="rId37" Type="http://schemas.openxmlformats.org/officeDocument/2006/relationships/image" Target="../media/image2810.png"/><Relationship Id="rId40" Type="http://schemas.openxmlformats.org/officeDocument/2006/relationships/image" Target="../media/image2840.png"/><Relationship Id="rId45" Type="http://schemas.openxmlformats.org/officeDocument/2006/relationships/image" Target="../media/image2880.png"/><Relationship Id="rId53" Type="http://schemas.openxmlformats.org/officeDocument/2006/relationships/image" Target="../media/image304.png"/><Relationship Id="rId58" Type="http://schemas.openxmlformats.org/officeDocument/2006/relationships/image" Target="../media/image300.png"/><Relationship Id="rId66" Type="http://schemas.openxmlformats.org/officeDocument/2006/relationships/image" Target="../media/image315.png"/><Relationship Id="rId5" Type="http://schemas.openxmlformats.org/officeDocument/2006/relationships/image" Target="../media/image208.png"/><Relationship Id="rId61" Type="http://schemas.openxmlformats.org/officeDocument/2006/relationships/image" Target="../media/image311.png"/><Relationship Id="rId19" Type="http://schemas.openxmlformats.org/officeDocument/2006/relationships/image" Target="../media/image1800.png"/><Relationship Id="rId14" Type="http://schemas.openxmlformats.org/officeDocument/2006/relationships/image" Target="../media/image1750.png"/><Relationship Id="rId22" Type="http://schemas.openxmlformats.org/officeDocument/2006/relationships/image" Target="../media/image1830.png"/><Relationship Id="rId27" Type="http://schemas.openxmlformats.org/officeDocument/2006/relationships/image" Target="../media/image1871.png"/><Relationship Id="rId30" Type="http://schemas.openxmlformats.org/officeDocument/2006/relationships/image" Target="../media/image2740.png"/><Relationship Id="rId35" Type="http://schemas.openxmlformats.org/officeDocument/2006/relationships/image" Target="../media/image2790.png"/><Relationship Id="rId43" Type="http://schemas.openxmlformats.org/officeDocument/2006/relationships/image" Target="../media/image2860.png"/><Relationship Id="rId48" Type="http://schemas.openxmlformats.org/officeDocument/2006/relationships/image" Target="../media/image2910.png"/><Relationship Id="rId56" Type="http://schemas.openxmlformats.org/officeDocument/2006/relationships/image" Target="../media/image307.png"/><Relationship Id="rId64" Type="http://schemas.openxmlformats.org/officeDocument/2006/relationships/image" Target="../media/image313.png"/><Relationship Id="rId8" Type="http://schemas.openxmlformats.org/officeDocument/2006/relationships/image" Target="../media/image211.png"/><Relationship Id="rId51" Type="http://schemas.openxmlformats.org/officeDocument/2006/relationships/image" Target="../media/image302.png"/><Relationship Id="rId3" Type="http://schemas.openxmlformats.org/officeDocument/2006/relationships/image" Target="../media/image206.png"/><Relationship Id="rId12" Type="http://schemas.openxmlformats.org/officeDocument/2006/relationships/image" Target="../media/image215.png"/><Relationship Id="rId17" Type="http://schemas.openxmlformats.org/officeDocument/2006/relationships/image" Target="../media/image1781.png"/><Relationship Id="rId25" Type="http://schemas.openxmlformats.org/officeDocument/2006/relationships/image" Target="../media/image1850.png"/><Relationship Id="rId33" Type="http://schemas.openxmlformats.org/officeDocument/2006/relationships/image" Target="../media/image2770.png"/><Relationship Id="rId38" Type="http://schemas.openxmlformats.org/officeDocument/2006/relationships/image" Target="../media/image2820.png"/><Relationship Id="rId46" Type="http://schemas.openxmlformats.org/officeDocument/2006/relationships/image" Target="../media/image2890.png"/><Relationship Id="rId59" Type="http://schemas.openxmlformats.org/officeDocument/2006/relationships/image" Target="../media/image309.png"/><Relationship Id="rId20" Type="http://schemas.openxmlformats.org/officeDocument/2006/relationships/image" Target="../media/image1810.png"/><Relationship Id="rId41" Type="http://schemas.openxmlformats.org/officeDocument/2006/relationships/image" Target="../media/image1840.png"/><Relationship Id="rId54" Type="http://schemas.openxmlformats.org/officeDocument/2006/relationships/image" Target="../media/image305.png"/><Relationship Id="rId62" Type="http://schemas.openxmlformats.org/officeDocument/2006/relationships/image" Target="../media/image31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9.png"/><Relationship Id="rId15" Type="http://schemas.openxmlformats.org/officeDocument/2006/relationships/image" Target="../media/image1760.png"/><Relationship Id="rId23" Type="http://schemas.openxmlformats.org/officeDocument/2006/relationships/image" Target="../media/image23.png"/><Relationship Id="rId28" Type="http://schemas.openxmlformats.org/officeDocument/2006/relationships/image" Target="../media/image1881.png"/><Relationship Id="rId36" Type="http://schemas.openxmlformats.org/officeDocument/2006/relationships/image" Target="../media/image2800.png"/><Relationship Id="rId49" Type="http://schemas.openxmlformats.org/officeDocument/2006/relationships/image" Target="../media/image137.png"/><Relationship Id="rId57" Type="http://schemas.openxmlformats.org/officeDocument/2006/relationships/image" Target="../media/image308.png"/><Relationship Id="rId10" Type="http://schemas.openxmlformats.org/officeDocument/2006/relationships/image" Target="../media/image213.png"/><Relationship Id="rId31" Type="http://schemas.openxmlformats.org/officeDocument/2006/relationships/image" Target="../media/image1910.png"/><Relationship Id="rId44" Type="http://schemas.openxmlformats.org/officeDocument/2006/relationships/image" Target="../media/image2870.png"/><Relationship Id="rId52" Type="http://schemas.openxmlformats.org/officeDocument/2006/relationships/image" Target="../media/image303.png"/><Relationship Id="rId60" Type="http://schemas.openxmlformats.org/officeDocument/2006/relationships/image" Target="../media/image310.png"/><Relationship Id="rId65" Type="http://schemas.openxmlformats.org/officeDocument/2006/relationships/image" Target="../media/image314.png"/><Relationship Id="rId4" Type="http://schemas.openxmlformats.org/officeDocument/2006/relationships/image" Target="../media/image207.png"/><Relationship Id="rId9" Type="http://schemas.openxmlformats.org/officeDocument/2006/relationships/image" Target="../media/image212.png"/><Relationship Id="rId13" Type="http://schemas.openxmlformats.org/officeDocument/2006/relationships/image" Target="../media/image216.png"/><Relationship Id="rId18" Type="http://schemas.openxmlformats.org/officeDocument/2006/relationships/image" Target="../media/image1791.png"/><Relationship Id="rId39" Type="http://schemas.openxmlformats.org/officeDocument/2006/relationships/image" Target="../media/image2830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7.png"/><Relationship Id="rId13" Type="http://schemas.openxmlformats.org/officeDocument/2006/relationships/image" Target="../media/image142.png"/><Relationship Id="rId18" Type="http://schemas.openxmlformats.org/officeDocument/2006/relationships/image" Target="../media/image23.png"/><Relationship Id="rId26" Type="http://schemas.openxmlformats.org/officeDocument/2006/relationships/image" Target="../media/image154.png"/><Relationship Id="rId3" Type="http://schemas.openxmlformats.org/officeDocument/2006/relationships/image" Target="../media/image317.png"/><Relationship Id="rId21" Type="http://schemas.openxmlformats.org/officeDocument/2006/relationships/image" Target="../media/image149.png"/><Relationship Id="rId7" Type="http://schemas.openxmlformats.org/officeDocument/2006/relationships/image" Target="../media/image321.png"/><Relationship Id="rId12" Type="http://schemas.openxmlformats.org/officeDocument/2006/relationships/image" Target="../media/image141.png"/><Relationship Id="rId17" Type="http://schemas.openxmlformats.org/officeDocument/2006/relationships/image" Target="../media/image146.png"/><Relationship Id="rId25" Type="http://schemas.openxmlformats.org/officeDocument/2006/relationships/image" Target="../media/image153.png"/><Relationship Id="rId2" Type="http://schemas.openxmlformats.org/officeDocument/2006/relationships/image" Target="../media/image316.png"/><Relationship Id="rId16" Type="http://schemas.openxmlformats.org/officeDocument/2006/relationships/image" Target="../media/image145.png"/><Relationship Id="rId20" Type="http://schemas.openxmlformats.org/officeDocument/2006/relationships/image" Target="../media/image14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20.png"/><Relationship Id="rId11" Type="http://schemas.openxmlformats.org/officeDocument/2006/relationships/image" Target="../media/image140.png"/><Relationship Id="rId24" Type="http://schemas.openxmlformats.org/officeDocument/2006/relationships/image" Target="../media/image152.png"/><Relationship Id="rId5" Type="http://schemas.openxmlformats.org/officeDocument/2006/relationships/image" Target="../media/image319.png"/><Relationship Id="rId15" Type="http://schemas.openxmlformats.org/officeDocument/2006/relationships/image" Target="../media/image144.png"/><Relationship Id="rId23" Type="http://schemas.openxmlformats.org/officeDocument/2006/relationships/image" Target="../media/image151.png"/><Relationship Id="rId28" Type="http://schemas.openxmlformats.org/officeDocument/2006/relationships/image" Target="../media/image1790.png"/><Relationship Id="rId10" Type="http://schemas.openxmlformats.org/officeDocument/2006/relationships/image" Target="../media/image1780.png"/><Relationship Id="rId19" Type="http://schemas.openxmlformats.org/officeDocument/2006/relationships/image" Target="../media/image147.png"/><Relationship Id="rId4" Type="http://schemas.openxmlformats.org/officeDocument/2006/relationships/image" Target="../media/image318.png"/><Relationship Id="rId9" Type="http://schemas.openxmlformats.org/officeDocument/2006/relationships/image" Target="../media/image1770.png"/><Relationship Id="rId14" Type="http://schemas.openxmlformats.org/officeDocument/2006/relationships/image" Target="../media/image143.png"/><Relationship Id="rId22" Type="http://schemas.openxmlformats.org/officeDocument/2006/relationships/image" Target="../media/image150.png"/><Relationship Id="rId27" Type="http://schemas.openxmlformats.org/officeDocument/2006/relationships/image" Target="../media/image237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7.png"/><Relationship Id="rId13" Type="http://schemas.openxmlformats.org/officeDocument/2006/relationships/image" Target="../media/image142.png"/><Relationship Id="rId18" Type="http://schemas.openxmlformats.org/officeDocument/2006/relationships/image" Target="../media/image23.png"/><Relationship Id="rId26" Type="http://schemas.openxmlformats.org/officeDocument/2006/relationships/image" Target="../media/image154.png"/><Relationship Id="rId3" Type="http://schemas.openxmlformats.org/officeDocument/2006/relationships/image" Target="../media/image323.png"/><Relationship Id="rId21" Type="http://schemas.openxmlformats.org/officeDocument/2006/relationships/image" Target="../media/image149.png"/><Relationship Id="rId7" Type="http://schemas.openxmlformats.org/officeDocument/2006/relationships/image" Target="../media/image327.png"/><Relationship Id="rId12" Type="http://schemas.openxmlformats.org/officeDocument/2006/relationships/image" Target="../media/image141.png"/><Relationship Id="rId17" Type="http://schemas.openxmlformats.org/officeDocument/2006/relationships/image" Target="../media/image146.png"/><Relationship Id="rId25" Type="http://schemas.openxmlformats.org/officeDocument/2006/relationships/image" Target="../media/image153.png"/><Relationship Id="rId2" Type="http://schemas.openxmlformats.org/officeDocument/2006/relationships/image" Target="../media/image322.png"/><Relationship Id="rId16" Type="http://schemas.openxmlformats.org/officeDocument/2006/relationships/image" Target="../media/image145.png"/><Relationship Id="rId20" Type="http://schemas.openxmlformats.org/officeDocument/2006/relationships/image" Target="../media/image14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26.png"/><Relationship Id="rId11" Type="http://schemas.openxmlformats.org/officeDocument/2006/relationships/image" Target="../media/image140.png"/><Relationship Id="rId24" Type="http://schemas.openxmlformats.org/officeDocument/2006/relationships/image" Target="../media/image152.png"/><Relationship Id="rId5" Type="http://schemas.openxmlformats.org/officeDocument/2006/relationships/image" Target="../media/image325.png"/><Relationship Id="rId15" Type="http://schemas.openxmlformats.org/officeDocument/2006/relationships/image" Target="../media/image144.png"/><Relationship Id="rId23" Type="http://schemas.openxmlformats.org/officeDocument/2006/relationships/image" Target="../media/image151.png"/><Relationship Id="rId10" Type="http://schemas.openxmlformats.org/officeDocument/2006/relationships/image" Target="../media/image328.png"/><Relationship Id="rId19" Type="http://schemas.openxmlformats.org/officeDocument/2006/relationships/image" Target="../media/image147.png"/><Relationship Id="rId4" Type="http://schemas.openxmlformats.org/officeDocument/2006/relationships/image" Target="../media/image324.png"/><Relationship Id="rId9" Type="http://schemas.openxmlformats.org/officeDocument/2006/relationships/image" Target="../media/image167.png"/><Relationship Id="rId14" Type="http://schemas.openxmlformats.org/officeDocument/2006/relationships/image" Target="../media/image143.png"/><Relationship Id="rId22" Type="http://schemas.openxmlformats.org/officeDocument/2006/relationships/image" Target="../media/image150.png"/><Relationship Id="rId27" Type="http://schemas.openxmlformats.org/officeDocument/2006/relationships/image" Target="../media/image329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7.png"/><Relationship Id="rId13" Type="http://schemas.openxmlformats.org/officeDocument/2006/relationships/image" Target="../media/image142.png"/><Relationship Id="rId18" Type="http://schemas.openxmlformats.org/officeDocument/2006/relationships/image" Target="../media/image23.png"/><Relationship Id="rId26" Type="http://schemas.openxmlformats.org/officeDocument/2006/relationships/image" Target="../media/image154.png"/><Relationship Id="rId3" Type="http://schemas.openxmlformats.org/officeDocument/2006/relationships/image" Target="../media/image331.png"/><Relationship Id="rId21" Type="http://schemas.openxmlformats.org/officeDocument/2006/relationships/image" Target="../media/image149.png"/><Relationship Id="rId7" Type="http://schemas.openxmlformats.org/officeDocument/2006/relationships/image" Target="../media/image335.png"/><Relationship Id="rId12" Type="http://schemas.openxmlformats.org/officeDocument/2006/relationships/image" Target="../media/image141.png"/><Relationship Id="rId17" Type="http://schemas.openxmlformats.org/officeDocument/2006/relationships/image" Target="../media/image146.png"/><Relationship Id="rId25" Type="http://schemas.openxmlformats.org/officeDocument/2006/relationships/image" Target="../media/image153.png"/><Relationship Id="rId2" Type="http://schemas.openxmlformats.org/officeDocument/2006/relationships/image" Target="../media/image330.png"/><Relationship Id="rId16" Type="http://schemas.openxmlformats.org/officeDocument/2006/relationships/image" Target="../media/image145.png"/><Relationship Id="rId20" Type="http://schemas.openxmlformats.org/officeDocument/2006/relationships/image" Target="../media/image14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34.png"/><Relationship Id="rId11" Type="http://schemas.openxmlformats.org/officeDocument/2006/relationships/image" Target="../media/image140.png"/><Relationship Id="rId24" Type="http://schemas.openxmlformats.org/officeDocument/2006/relationships/image" Target="../media/image152.png"/><Relationship Id="rId5" Type="http://schemas.openxmlformats.org/officeDocument/2006/relationships/image" Target="../media/image333.png"/><Relationship Id="rId15" Type="http://schemas.openxmlformats.org/officeDocument/2006/relationships/image" Target="../media/image144.png"/><Relationship Id="rId23" Type="http://schemas.openxmlformats.org/officeDocument/2006/relationships/image" Target="../media/image151.png"/><Relationship Id="rId10" Type="http://schemas.openxmlformats.org/officeDocument/2006/relationships/image" Target="../media/image337.png"/><Relationship Id="rId19" Type="http://schemas.openxmlformats.org/officeDocument/2006/relationships/image" Target="../media/image147.png"/><Relationship Id="rId4" Type="http://schemas.openxmlformats.org/officeDocument/2006/relationships/image" Target="../media/image332.png"/><Relationship Id="rId9" Type="http://schemas.openxmlformats.org/officeDocument/2006/relationships/image" Target="../media/image336.png"/><Relationship Id="rId14" Type="http://schemas.openxmlformats.org/officeDocument/2006/relationships/image" Target="../media/image143.png"/><Relationship Id="rId22" Type="http://schemas.openxmlformats.org/officeDocument/2006/relationships/image" Target="../media/image150.png"/><Relationship Id="rId27" Type="http://schemas.openxmlformats.org/officeDocument/2006/relationships/image" Target="../media/image329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7.png"/><Relationship Id="rId13" Type="http://schemas.openxmlformats.org/officeDocument/2006/relationships/image" Target="../media/image142.png"/><Relationship Id="rId18" Type="http://schemas.openxmlformats.org/officeDocument/2006/relationships/image" Target="../media/image23.png"/><Relationship Id="rId26" Type="http://schemas.openxmlformats.org/officeDocument/2006/relationships/image" Target="../media/image154.png"/><Relationship Id="rId3" Type="http://schemas.openxmlformats.org/officeDocument/2006/relationships/image" Target="../media/image339.png"/><Relationship Id="rId21" Type="http://schemas.openxmlformats.org/officeDocument/2006/relationships/image" Target="../media/image149.png"/><Relationship Id="rId7" Type="http://schemas.openxmlformats.org/officeDocument/2006/relationships/image" Target="../media/image343.png"/><Relationship Id="rId12" Type="http://schemas.openxmlformats.org/officeDocument/2006/relationships/image" Target="../media/image141.png"/><Relationship Id="rId17" Type="http://schemas.openxmlformats.org/officeDocument/2006/relationships/image" Target="../media/image146.png"/><Relationship Id="rId25" Type="http://schemas.openxmlformats.org/officeDocument/2006/relationships/image" Target="../media/image153.png"/><Relationship Id="rId2" Type="http://schemas.openxmlformats.org/officeDocument/2006/relationships/image" Target="../media/image338.png"/><Relationship Id="rId16" Type="http://schemas.openxmlformats.org/officeDocument/2006/relationships/image" Target="../media/image145.png"/><Relationship Id="rId20" Type="http://schemas.openxmlformats.org/officeDocument/2006/relationships/image" Target="../media/image14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42.png"/><Relationship Id="rId11" Type="http://schemas.openxmlformats.org/officeDocument/2006/relationships/image" Target="../media/image140.png"/><Relationship Id="rId24" Type="http://schemas.openxmlformats.org/officeDocument/2006/relationships/image" Target="../media/image152.png"/><Relationship Id="rId5" Type="http://schemas.openxmlformats.org/officeDocument/2006/relationships/image" Target="../media/image341.png"/><Relationship Id="rId15" Type="http://schemas.openxmlformats.org/officeDocument/2006/relationships/image" Target="../media/image144.png"/><Relationship Id="rId23" Type="http://schemas.openxmlformats.org/officeDocument/2006/relationships/image" Target="../media/image151.png"/><Relationship Id="rId28" Type="http://schemas.openxmlformats.org/officeDocument/2006/relationships/image" Target="../media/image1880.png"/><Relationship Id="rId10" Type="http://schemas.openxmlformats.org/officeDocument/2006/relationships/image" Target="../media/image1870.png"/><Relationship Id="rId19" Type="http://schemas.openxmlformats.org/officeDocument/2006/relationships/image" Target="../media/image147.png"/><Relationship Id="rId4" Type="http://schemas.openxmlformats.org/officeDocument/2006/relationships/image" Target="../media/image340.png"/><Relationship Id="rId9" Type="http://schemas.openxmlformats.org/officeDocument/2006/relationships/image" Target="../media/image1860.png"/><Relationship Id="rId14" Type="http://schemas.openxmlformats.org/officeDocument/2006/relationships/image" Target="../media/image143.png"/><Relationship Id="rId22" Type="http://schemas.openxmlformats.org/officeDocument/2006/relationships/image" Target="../media/image150.png"/><Relationship Id="rId27" Type="http://schemas.openxmlformats.org/officeDocument/2006/relationships/image" Target="../media/image237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7.png"/><Relationship Id="rId13" Type="http://schemas.openxmlformats.org/officeDocument/2006/relationships/image" Target="../media/image352.png"/><Relationship Id="rId18" Type="http://schemas.openxmlformats.org/officeDocument/2006/relationships/image" Target="../media/image23.png"/><Relationship Id="rId26" Type="http://schemas.openxmlformats.org/officeDocument/2006/relationships/image" Target="../media/image154.png"/><Relationship Id="rId3" Type="http://schemas.openxmlformats.org/officeDocument/2006/relationships/image" Target="../media/image345.png"/><Relationship Id="rId21" Type="http://schemas.openxmlformats.org/officeDocument/2006/relationships/image" Target="../media/image149.png"/><Relationship Id="rId7" Type="http://schemas.openxmlformats.org/officeDocument/2006/relationships/image" Target="../media/image349.png"/><Relationship Id="rId12" Type="http://schemas.openxmlformats.org/officeDocument/2006/relationships/image" Target="../media/image351.png"/><Relationship Id="rId17" Type="http://schemas.openxmlformats.org/officeDocument/2006/relationships/image" Target="../media/image146.png"/><Relationship Id="rId25" Type="http://schemas.openxmlformats.org/officeDocument/2006/relationships/image" Target="../media/image153.png"/><Relationship Id="rId2" Type="http://schemas.openxmlformats.org/officeDocument/2006/relationships/image" Target="../media/image344.png"/><Relationship Id="rId16" Type="http://schemas.openxmlformats.org/officeDocument/2006/relationships/image" Target="../media/image145.png"/><Relationship Id="rId20" Type="http://schemas.openxmlformats.org/officeDocument/2006/relationships/image" Target="../media/image14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48.png"/><Relationship Id="rId11" Type="http://schemas.openxmlformats.org/officeDocument/2006/relationships/image" Target="../media/image350.png"/><Relationship Id="rId24" Type="http://schemas.openxmlformats.org/officeDocument/2006/relationships/image" Target="../media/image152.png"/><Relationship Id="rId5" Type="http://schemas.openxmlformats.org/officeDocument/2006/relationships/image" Target="../media/image347.png"/><Relationship Id="rId15" Type="http://schemas.openxmlformats.org/officeDocument/2006/relationships/image" Target="../media/image144.png"/><Relationship Id="rId23" Type="http://schemas.openxmlformats.org/officeDocument/2006/relationships/image" Target="../media/image151.png"/><Relationship Id="rId28" Type="http://schemas.openxmlformats.org/officeDocument/2006/relationships/image" Target="../media/image355.png"/><Relationship Id="rId10" Type="http://schemas.openxmlformats.org/officeDocument/2006/relationships/image" Target="../media/image168.png"/><Relationship Id="rId19" Type="http://schemas.openxmlformats.org/officeDocument/2006/relationships/image" Target="../media/image354.png"/><Relationship Id="rId4" Type="http://schemas.openxmlformats.org/officeDocument/2006/relationships/image" Target="../media/image346.png"/><Relationship Id="rId9" Type="http://schemas.openxmlformats.org/officeDocument/2006/relationships/image" Target="../media/image336.png"/><Relationship Id="rId14" Type="http://schemas.openxmlformats.org/officeDocument/2006/relationships/image" Target="../media/image353.png"/><Relationship Id="rId22" Type="http://schemas.openxmlformats.org/officeDocument/2006/relationships/image" Target="../media/image150.png"/><Relationship Id="rId27" Type="http://schemas.openxmlformats.org/officeDocument/2006/relationships/image" Target="../media/image237.png"/></Relationships>
</file>

<file path=ppt/slides/_rels/slide26.xml.rels><?xml version="1.0" encoding="UTF-8" standalone="yes"?>
<Relationships xmlns="http://schemas.openxmlformats.org/package/2006/relationships"><Relationship Id="rId13" Type="http://schemas.openxmlformats.org/officeDocument/2006/relationships/image" Target="../media/image366.png"/><Relationship Id="rId18" Type="http://schemas.openxmlformats.org/officeDocument/2006/relationships/image" Target="../media/image371.png"/><Relationship Id="rId26" Type="http://schemas.openxmlformats.org/officeDocument/2006/relationships/image" Target="../media/image378.png"/><Relationship Id="rId39" Type="http://schemas.openxmlformats.org/officeDocument/2006/relationships/image" Target="../media/image389.png"/><Relationship Id="rId21" Type="http://schemas.openxmlformats.org/officeDocument/2006/relationships/image" Target="../media/image374.png"/><Relationship Id="rId34" Type="http://schemas.openxmlformats.org/officeDocument/2006/relationships/image" Target="../media/image384.png"/><Relationship Id="rId42" Type="http://schemas.openxmlformats.org/officeDocument/2006/relationships/image" Target="../media/image392.png"/><Relationship Id="rId7" Type="http://schemas.openxmlformats.org/officeDocument/2006/relationships/image" Target="../media/image361.png"/><Relationship Id="rId2" Type="http://schemas.openxmlformats.org/officeDocument/2006/relationships/image" Target="../media/image356.png"/><Relationship Id="rId16" Type="http://schemas.openxmlformats.org/officeDocument/2006/relationships/image" Target="../media/image369.png"/><Relationship Id="rId29" Type="http://schemas.openxmlformats.org/officeDocument/2006/relationships/image" Target="../media/image16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60.png"/><Relationship Id="rId11" Type="http://schemas.openxmlformats.org/officeDocument/2006/relationships/image" Target="../media/image364.png"/><Relationship Id="rId24" Type="http://schemas.openxmlformats.org/officeDocument/2006/relationships/image" Target="../media/image377.png"/><Relationship Id="rId32" Type="http://schemas.openxmlformats.org/officeDocument/2006/relationships/image" Target="../media/image382.png"/><Relationship Id="rId37" Type="http://schemas.openxmlformats.org/officeDocument/2006/relationships/image" Target="../media/image387.png"/><Relationship Id="rId40" Type="http://schemas.openxmlformats.org/officeDocument/2006/relationships/image" Target="../media/image390.png"/><Relationship Id="rId45" Type="http://schemas.openxmlformats.org/officeDocument/2006/relationships/image" Target="../media/image395.png"/><Relationship Id="rId5" Type="http://schemas.openxmlformats.org/officeDocument/2006/relationships/image" Target="../media/image359.png"/><Relationship Id="rId15" Type="http://schemas.openxmlformats.org/officeDocument/2006/relationships/image" Target="../media/image368.png"/><Relationship Id="rId23" Type="http://schemas.openxmlformats.org/officeDocument/2006/relationships/image" Target="../media/image376.png"/><Relationship Id="rId28" Type="http://schemas.openxmlformats.org/officeDocument/2006/relationships/image" Target="../media/image336.png"/><Relationship Id="rId36" Type="http://schemas.openxmlformats.org/officeDocument/2006/relationships/image" Target="../media/image386.png"/><Relationship Id="rId10" Type="http://schemas.openxmlformats.org/officeDocument/2006/relationships/image" Target="../media/image137.png"/><Relationship Id="rId19" Type="http://schemas.openxmlformats.org/officeDocument/2006/relationships/image" Target="../media/image372.png"/><Relationship Id="rId31" Type="http://schemas.openxmlformats.org/officeDocument/2006/relationships/image" Target="../media/image381.png"/><Relationship Id="rId44" Type="http://schemas.openxmlformats.org/officeDocument/2006/relationships/image" Target="../media/image394.png"/><Relationship Id="rId4" Type="http://schemas.openxmlformats.org/officeDocument/2006/relationships/image" Target="../media/image358.png"/><Relationship Id="rId9" Type="http://schemas.openxmlformats.org/officeDocument/2006/relationships/image" Target="../media/image363.png"/><Relationship Id="rId14" Type="http://schemas.openxmlformats.org/officeDocument/2006/relationships/image" Target="../media/image367.png"/><Relationship Id="rId22" Type="http://schemas.openxmlformats.org/officeDocument/2006/relationships/image" Target="../media/image375.png"/><Relationship Id="rId27" Type="http://schemas.openxmlformats.org/officeDocument/2006/relationships/image" Target="../media/image379.png"/><Relationship Id="rId30" Type="http://schemas.openxmlformats.org/officeDocument/2006/relationships/image" Target="../media/image380.png"/><Relationship Id="rId35" Type="http://schemas.openxmlformats.org/officeDocument/2006/relationships/image" Target="../media/image385.png"/><Relationship Id="rId43" Type="http://schemas.openxmlformats.org/officeDocument/2006/relationships/image" Target="../media/image393.png"/><Relationship Id="rId8" Type="http://schemas.openxmlformats.org/officeDocument/2006/relationships/image" Target="../media/image362.png"/><Relationship Id="rId3" Type="http://schemas.openxmlformats.org/officeDocument/2006/relationships/image" Target="../media/image357.png"/><Relationship Id="rId12" Type="http://schemas.openxmlformats.org/officeDocument/2006/relationships/image" Target="../media/image365.png"/><Relationship Id="rId17" Type="http://schemas.openxmlformats.org/officeDocument/2006/relationships/image" Target="../media/image370.png"/><Relationship Id="rId25" Type="http://schemas.openxmlformats.org/officeDocument/2006/relationships/image" Target="../media/image237.png"/><Relationship Id="rId33" Type="http://schemas.openxmlformats.org/officeDocument/2006/relationships/image" Target="../media/image383.png"/><Relationship Id="rId38" Type="http://schemas.openxmlformats.org/officeDocument/2006/relationships/image" Target="../media/image388.png"/><Relationship Id="rId20" Type="http://schemas.openxmlformats.org/officeDocument/2006/relationships/image" Target="../media/image373.png"/><Relationship Id="rId41" Type="http://schemas.openxmlformats.org/officeDocument/2006/relationships/image" Target="../media/image391.png"/></Relationships>
</file>

<file path=ppt/slides/_rels/slide27.xml.rels><?xml version="1.0" encoding="UTF-8" standalone="yes"?>
<Relationships xmlns="http://schemas.openxmlformats.org/package/2006/relationships"><Relationship Id="rId39" Type="http://schemas.openxmlformats.org/officeDocument/2006/relationships/image" Target="NULL"/><Relationship Id="rId34" Type="http://schemas.openxmlformats.org/officeDocument/2006/relationships/image" Target="NULL"/><Relationship Id="rId42" Type="http://schemas.openxmlformats.org/officeDocument/2006/relationships/image" Target="NULL"/><Relationship Id="rId47" Type="http://schemas.openxmlformats.org/officeDocument/2006/relationships/image" Target="NULL"/><Relationship Id="rId50" Type="http://schemas.openxmlformats.org/officeDocument/2006/relationships/image" Target="../media/image396.png"/><Relationship Id="rId33" Type="http://schemas.openxmlformats.org/officeDocument/2006/relationships/image" Target="NULL"/><Relationship Id="rId38" Type="http://schemas.openxmlformats.org/officeDocument/2006/relationships/image" Target="NULL"/><Relationship Id="rId46" Type="http://schemas.openxmlformats.org/officeDocument/2006/relationships/image" Target="NULL"/><Relationship Id="rId41" Type="http://schemas.openxmlformats.org/officeDocument/2006/relationships/image" Target="NULL"/><Relationship Id="rId1" Type="http://schemas.openxmlformats.org/officeDocument/2006/relationships/slideLayout" Target="../slideLayouts/slideLayout1.xml"/><Relationship Id="rId37" Type="http://schemas.openxmlformats.org/officeDocument/2006/relationships/image" Target="NULL"/><Relationship Id="rId40" Type="http://schemas.openxmlformats.org/officeDocument/2006/relationships/image" Target="NULL"/><Relationship Id="rId23" Type="http://schemas.openxmlformats.org/officeDocument/2006/relationships/image" Target="NULL"/><Relationship Id="rId49" Type="http://schemas.openxmlformats.org/officeDocument/2006/relationships/image" Target="NULL"/><Relationship Id="rId44" Type="http://schemas.openxmlformats.org/officeDocument/2006/relationships/image" Target="../media/image237.png"/><Relationship Id="rId22" Type="http://schemas.openxmlformats.org/officeDocument/2006/relationships/image" Target="NULL"/><Relationship Id="rId35" Type="http://schemas.openxmlformats.org/officeDocument/2006/relationships/image" Target="NULL"/><Relationship Id="rId43" Type="http://schemas.openxmlformats.org/officeDocument/2006/relationships/image" Target="../media/image204.png"/><Relationship Id="rId48" Type="http://schemas.openxmlformats.org/officeDocument/2006/relationships/image" Target="NUL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矩形: 圓角 217">
            <a:extLst>
              <a:ext uri="{FF2B5EF4-FFF2-40B4-BE49-F238E27FC236}">
                <a16:creationId xmlns:a16="http://schemas.microsoft.com/office/drawing/2014/main" id="{A41F267B-5869-46A3-BE58-3F2D6B675712}"/>
              </a:ext>
            </a:extLst>
          </p:cNvPr>
          <p:cNvSpPr/>
          <p:nvPr/>
        </p:nvSpPr>
        <p:spPr>
          <a:xfrm>
            <a:off x="91814" y="221186"/>
            <a:ext cx="4781417" cy="5767934"/>
          </a:xfrm>
          <a:prstGeom prst="roundRect">
            <a:avLst>
              <a:gd name="adj" fmla="val 7772"/>
            </a:avLst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577" dirty="0"/>
          </a:p>
        </p:txBody>
      </p:sp>
      <p:pic>
        <p:nvPicPr>
          <p:cNvPr id="211" name="圖片 210">
            <a:extLst>
              <a:ext uri="{FF2B5EF4-FFF2-40B4-BE49-F238E27FC236}">
                <a16:creationId xmlns:a16="http://schemas.microsoft.com/office/drawing/2014/main" id="{5959A80E-3D0D-41E4-9FB4-4B0D3FB45003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372" t="20398" r="28568" b="12447"/>
          <a:stretch/>
        </p:blipFill>
        <p:spPr>
          <a:xfrm>
            <a:off x="3456711" y="3044955"/>
            <a:ext cx="1163003" cy="1158948"/>
          </a:xfrm>
          <a:prstGeom prst="rect">
            <a:avLst/>
          </a:prstGeom>
        </p:spPr>
      </p:pic>
      <p:pic>
        <p:nvPicPr>
          <p:cNvPr id="213" name="圖片 212">
            <a:extLst>
              <a:ext uri="{FF2B5EF4-FFF2-40B4-BE49-F238E27FC236}">
                <a16:creationId xmlns:a16="http://schemas.microsoft.com/office/drawing/2014/main" id="{351B04B7-DFC3-4242-9CC9-930643306A9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372" t="20398" r="28340" b="12447"/>
          <a:stretch/>
        </p:blipFill>
        <p:spPr>
          <a:xfrm>
            <a:off x="388206" y="3044955"/>
            <a:ext cx="1175579" cy="1158948"/>
          </a:xfrm>
          <a:prstGeom prst="rect">
            <a:avLst/>
          </a:prstGeom>
        </p:spPr>
      </p:pic>
      <p:pic>
        <p:nvPicPr>
          <p:cNvPr id="226" name="圖片 225">
            <a:extLst>
              <a:ext uri="{FF2B5EF4-FFF2-40B4-BE49-F238E27FC236}">
                <a16:creationId xmlns:a16="http://schemas.microsoft.com/office/drawing/2014/main" id="{B1C2A314-27ED-4197-ADA9-732EDEC663A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372" t="20398" r="28568" b="12447"/>
          <a:stretch/>
        </p:blipFill>
        <p:spPr>
          <a:xfrm>
            <a:off x="1955067" y="1237176"/>
            <a:ext cx="1163003" cy="1158948"/>
          </a:xfrm>
          <a:prstGeom prst="rect">
            <a:avLst/>
          </a:prstGeom>
        </p:spPr>
      </p:pic>
      <p:pic>
        <p:nvPicPr>
          <p:cNvPr id="229" name="圖片 228">
            <a:extLst>
              <a:ext uri="{FF2B5EF4-FFF2-40B4-BE49-F238E27FC236}">
                <a16:creationId xmlns:a16="http://schemas.microsoft.com/office/drawing/2014/main" id="{87AA9ECD-82F9-4EEB-A3EC-055929050CA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372" t="20398" r="28568" b="12447"/>
          <a:stretch/>
        </p:blipFill>
        <p:spPr>
          <a:xfrm>
            <a:off x="1955067" y="4635960"/>
            <a:ext cx="1163003" cy="1158948"/>
          </a:xfrm>
          <a:prstGeom prst="rect">
            <a:avLst/>
          </a:prstGeom>
        </p:spPr>
      </p:pic>
      <p:sp>
        <p:nvSpPr>
          <p:cNvPr id="219" name="矩形: 圓角 218">
            <a:extLst>
              <a:ext uri="{FF2B5EF4-FFF2-40B4-BE49-F238E27FC236}">
                <a16:creationId xmlns:a16="http://schemas.microsoft.com/office/drawing/2014/main" id="{BB370057-6AA8-4B59-9446-BFD4000C304D}"/>
              </a:ext>
            </a:extLst>
          </p:cNvPr>
          <p:cNvSpPr/>
          <p:nvPr/>
        </p:nvSpPr>
        <p:spPr>
          <a:xfrm>
            <a:off x="5032772" y="221186"/>
            <a:ext cx="4781417" cy="5767934"/>
          </a:xfrm>
          <a:prstGeom prst="roundRect">
            <a:avLst>
              <a:gd name="adj" fmla="val 7772"/>
            </a:avLst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577" dirty="0"/>
          </a:p>
        </p:txBody>
      </p:sp>
      <p:pic>
        <p:nvPicPr>
          <p:cNvPr id="210" name="圖片 209">
            <a:extLst>
              <a:ext uri="{FF2B5EF4-FFF2-40B4-BE49-F238E27FC236}">
                <a16:creationId xmlns:a16="http://schemas.microsoft.com/office/drawing/2014/main" id="{86C94747-A2D5-4869-B460-F0D3EB98FEAA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328" t="13572" r="38969" b="4004"/>
          <a:stretch/>
        </p:blipFill>
        <p:spPr>
          <a:xfrm>
            <a:off x="6835406" y="1243161"/>
            <a:ext cx="1144572" cy="1146981"/>
          </a:xfrm>
          <a:prstGeom prst="rect">
            <a:avLst/>
          </a:prstGeom>
        </p:spPr>
      </p:pic>
      <p:pic>
        <p:nvPicPr>
          <p:cNvPr id="209" name="圖片 208">
            <a:extLst>
              <a:ext uri="{FF2B5EF4-FFF2-40B4-BE49-F238E27FC236}">
                <a16:creationId xmlns:a16="http://schemas.microsoft.com/office/drawing/2014/main" id="{1522CC16-8EB5-4D25-BF95-A2E4596404BC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336" t="13557" r="38852" b="3847"/>
          <a:stretch/>
        </p:blipFill>
        <p:spPr>
          <a:xfrm>
            <a:off x="6835574" y="4644622"/>
            <a:ext cx="1149392" cy="1149392"/>
          </a:xfrm>
          <a:prstGeom prst="rect">
            <a:avLst/>
          </a:prstGeom>
        </p:spPr>
      </p:pic>
      <p:pic>
        <p:nvPicPr>
          <p:cNvPr id="208" name="圖片 207">
            <a:extLst>
              <a:ext uri="{FF2B5EF4-FFF2-40B4-BE49-F238E27FC236}">
                <a16:creationId xmlns:a16="http://schemas.microsoft.com/office/drawing/2014/main" id="{7E0E7A94-946E-481E-89CA-90F28B1360FF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396" t="13733" r="38996" b="4189"/>
          <a:stretch/>
        </p:blipFill>
        <p:spPr>
          <a:xfrm>
            <a:off x="8371316" y="3044955"/>
            <a:ext cx="1140355" cy="1142162"/>
          </a:xfrm>
          <a:prstGeom prst="rect">
            <a:avLst/>
          </a:prstGeom>
        </p:spPr>
      </p:pic>
      <p:pic>
        <p:nvPicPr>
          <p:cNvPr id="189" name="圖片 188">
            <a:extLst>
              <a:ext uri="{FF2B5EF4-FFF2-40B4-BE49-F238E27FC236}">
                <a16:creationId xmlns:a16="http://schemas.microsoft.com/office/drawing/2014/main" id="{B338C595-563D-4742-8B2B-CFBE9A8A9EE8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257" t="13652" r="38542" b="3900"/>
          <a:stretch/>
        </p:blipFill>
        <p:spPr>
          <a:xfrm>
            <a:off x="5296246" y="3044955"/>
            <a:ext cx="1166740" cy="1147302"/>
          </a:xfrm>
          <a:prstGeom prst="rect">
            <a:avLst/>
          </a:prstGeom>
        </p:spPr>
      </p:pic>
      <p:grpSp>
        <p:nvGrpSpPr>
          <p:cNvPr id="3" name="群組 2">
            <a:extLst>
              <a:ext uri="{FF2B5EF4-FFF2-40B4-BE49-F238E27FC236}">
                <a16:creationId xmlns:a16="http://schemas.microsoft.com/office/drawing/2014/main" id="{504E6472-D541-42B6-AAE9-F372792CF901}"/>
              </a:ext>
            </a:extLst>
          </p:cNvPr>
          <p:cNvGrpSpPr/>
          <p:nvPr/>
        </p:nvGrpSpPr>
        <p:grpSpPr>
          <a:xfrm>
            <a:off x="3498519" y="1229458"/>
            <a:ext cx="1150186" cy="1150186"/>
            <a:chOff x="7369987" y="1465126"/>
            <a:chExt cx="2090057" cy="2090057"/>
          </a:xfrm>
        </p:grpSpPr>
        <p:sp>
          <p:nvSpPr>
            <p:cNvPr id="2" name="矩形: 圓角 1">
              <a:extLst>
                <a:ext uri="{FF2B5EF4-FFF2-40B4-BE49-F238E27FC236}">
                  <a16:creationId xmlns:a16="http://schemas.microsoft.com/office/drawing/2014/main" id="{877AF323-90EC-4DA0-9D2C-44F10B312DE5}"/>
                </a:ext>
              </a:extLst>
            </p:cNvPr>
            <p:cNvSpPr/>
            <p:nvPr/>
          </p:nvSpPr>
          <p:spPr>
            <a:xfrm>
              <a:off x="7369987" y="1465126"/>
              <a:ext cx="2090057" cy="2090057"/>
            </a:xfrm>
            <a:prstGeom prst="roundRect">
              <a:avLst/>
            </a:prstGeom>
            <a:solidFill>
              <a:schemeClr val="tx1">
                <a:lumMod val="65000"/>
                <a:lumOff val="35000"/>
              </a:schemeClr>
            </a:solidFill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 dirty="0"/>
            </a:p>
          </p:txBody>
        </p:sp>
        <p:sp>
          <p:nvSpPr>
            <p:cNvPr id="45" name="橢圓 44">
              <a:extLst>
                <a:ext uri="{FF2B5EF4-FFF2-40B4-BE49-F238E27FC236}">
                  <a16:creationId xmlns:a16="http://schemas.microsoft.com/office/drawing/2014/main" id="{BFD12D8F-18EF-4CE2-B5CB-EF9D62E97FAF}"/>
                </a:ext>
              </a:extLst>
            </p:cNvPr>
            <p:cNvSpPr/>
            <p:nvPr/>
          </p:nvSpPr>
          <p:spPr>
            <a:xfrm>
              <a:off x="8203820" y="1627302"/>
              <a:ext cx="418060" cy="418058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  <p:sp>
          <p:nvSpPr>
            <p:cNvPr id="46" name="橢圓 45">
              <a:extLst>
                <a:ext uri="{FF2B5EF4-FFF2-40B4-BE49-F238E27FC236}">
                  <a16:creationId xmlns:a16="http://schemas.microsoft.com/office/drawing/2014/main" id="{1C220D7D-D2E4-4B02-848B-A30F57AC6D7C}"/>
                </a:ext>
              </a:extLst>
            </p:cNvPr>
            <p:cNvSpPr/>
            <p:nvPr/>
          </p:nvSpPr>
          <p:spPr>
            <a:xfrm>
              <a:off x="8203820" y="2963736"/>
              <a:ext cx="418060" cy="418058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  <p:sp>
          <p:nvSpPr>
            <p:cNvPr id="47" name="橢圓 46">
              <a:extLst>
                <a:ext uri="{FF2B5EF4-FFF2-40B4-BE49-F238E27FC236}">
                  <a16:creationId xmlns:a16="http://schemas.microsoft.com/office/drawing/2014/main" id="{C03BE9E6-CBE4-4CDE-B6BE-D37200A1F03D}"/>
                </a:ext>
              </a:extLst>
            </p:cNvPr>
            <p:cNvSpPr/>
            <p:nvPr/>
          </p:nvSpPr>
          <p:spPr>
            <a:xfrm>
              <a:off x="8863904" y="2304657"/>
              <a:ext cx="418060" cy="418058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  <p:sp>
          <p:nvSpPr>
            <p:cNvPr id="48" name="橢圓 47">
              <a:extLst>
                <a:ext uri="{FF2B5EF4-FFF2-40B4-BE49-F238E27FC236}">
                  <a16:creationId xmlns:a16="http://schemas.microsoft.com/office/drawing/2014/main" id="{954ADC9E-6B01-44E0-B4CA-5C696A915190}"/>
                </a:ext>
              </a:extLst>
            </p:cNvPr>
            <p:cNvSpPr/>
            <p:nvPr/>
          </p:nvSpPr>
          <p:spPr>
            <a:xfrm>
              <a:off x="7524489" y="2304657"/>
              <a:ext cx="418060" cy="418058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  <p:sp>
          <p:nvSpPr>
            <p:cNvPr id="49" name="橢圓 48">
              <a:extLst>
                <a:ext uri="{FF2B5EF4-FFF2-40B4-BE49-F238E27FC236}">
                  <a16:creationId xmlns:a16="http://schemas.microsoft.com/office/drawing/2014/main" id="{E67DCB90-0A7F-481B-BABD-D05B6C89D6F4}"/>
                </a:ext>
              </a:extLst>
            </p:cNvPr>
            <p:cNvSpPr/>
            <p:nvPr/>
          </p:nvSpPr>
          <p:spPr>
            <a:xfrm>
              <a:off x="7725054" y="2790829"/>
              <a:ext cx="418060" cy="418058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  <p:sp>
          <p:nvSpPr>
            <p:cNvPr id="50" name="橢圓 49">
              <a:extLst>
                <a:ext uri="{FF2B5EF4-FFF2-40B4-BE49-F238E27FC236}">
                  <a16:creationId xmlns:a16="http://schemas.microsoft.com/office/drawing/2014/main" id="{CD4D6430-3860-4CDC-834E-87A1CB379DB5}"/>
                </a:ext>
              </a:extLst>
            </p:cNvPr>
            <p:cNvSpPr/>
            <p:nvPr/>
          </p:nvSpPr>
          <p:spPr>
            <a:xfrm>
              <a:off x="7725054" y="1829650"/>
              <a:ext cx="418060" cy="418058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  <p:sp>
          <p:nvSpPr>
            <p:cNvPr id="51" name="橢圓 50">
              <a:extLst>
                <a:ext uri="{FF2B5EF4-FFF2-40B4-BE49-F238E27FC236}">
                  <a16:creationId xmlns:a16="http://schemas.microsoft.com/office/drawing/2014/main" id="{6E7FB9E9-E437-426C-8FE1-FFF8C37BEA31}"/>
                </a:ext>
              </a:extLst>
            </p:cNvPr>
            <p:cNvSpPr/>
            <p:nvPr/>
          </p:nvSpPr>
          <p:spPr>
            <a:xfrm>
              <a:off x="8678740" y="2790829"/>
              <a:ext cx="418060" cy="418058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 dirty="0"/>
            </a:p>
          </p:txBody>
        </p:sp>
        <p:sp>
          <p:nvSpPr>
            <p:cNvPr id="52" name="橢圓 51">
              <a:extLst>
                <a:ext uri="{FF2B5EF4-FFF2-40B4-BE49-F238E27FC236}">
                  <a16:creationId xmlns:a16="http://schemas.microsoft.com/office/drawing/2014/main" id="{6211590B-91FC-4104-932A-C4B35F040F5B}"/>
                </a:ext>
              </a:extLst>
            </p:cNvPr>
            <p:cNvSpPr/>
            <p:nvPr/>
          </p:nvSpPr>
          <p:spPr>
            <a:xfrm>
              <a:off x="8678740" y="1829650"/>
              <a:ext cx="418060" cy="418058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  <p:sp>
          <p:nvSpPr>
            <p:cNvPr id="53" name="等腰三角形 52">
              <a:extLst>
                <a:ext uri="{FF2B5EF4-FFF2-40B4-BE49-F238E27FC236}">
                  <a16:creationId xmlns:a16="http://schemas.microsoft.com/office/drawing/2014/main" id="{039E01BD-05C8-4311-BDAA-A5DEFBD09F4A}"/>
                </a:ext>
              </a:extLst>
            </p:cNvPr>
            <p:cNvSpPr/>
            <p:nvPr/>
          </p:nvSpPr>
          <p:spPr>
            <a:xfrm rot="16200000">
              <a:off x="8335379" y="1569710"/>
              <a:ext cx="154942" cy="129768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  <p:sp>
          <p:nvSpPr>
            <p:cNvPr id="54" name="等腰三角形 53">
              <a:extLst>
                <a:ext uri="{FF2B5EF4-FFF2-40B4-BE49-F238E27FC236}">
                  <a16:creationId xmlns:a16="http://schemas.microsoft.com/office/drawing/2014/main" id="{AEF80FE7-E823-4210-9AA1-694E9506974B}"/>
                </a:ext>
              </a:extLst>
            </p:cNvPr>
            <p:cNvSpPr/>
            <p:nvPr/>
          </p:nvSpPr>
          <p:spPr>
            <a:xfrm rot="16200000">
              <a:off x="8335379" y="2903664"/>
              <a:ext cx="154942" cy="129768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  <p:sp>
          <p:nvSpPr>
            <p:cNvPr id="55" name="等腰三角形 54">
              <a:extLst>
                <a:ext uri="{FF2B5EF4-FFF2-40B4-BE49-F238E27FC236}">
                  <a16:creationId xmlns:a16="http://schemas.microsoft.com/office/drawing/2014/main" id="{B94407FE-F407-43E6-987A-5EB6347AD5D1}"/>
                </a:ext>
              </a:extLst>
            </p:cNvPr>
            <p:cNvSpPr/>
            <p:nvPr/>
          </p:nvSpPr>
          <p:spPr>
            <a:xfrm rot="16200000">
              <a:off x="7656048" y="2251734"/>
              <a:ext cx="154942" cy="129768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  <p:sp>
          <p:nvSpPr>
            <p:cNvPr id="56" name="等腰三角形 55">
              <a:extLst>
                <a:ext uri="{FF2B5EF4-FFF2-40B4-BE49-F238E27FC236}">
                  <a16:creationId xmlns:a16="http://schemas.microsoft.com/office/drawing/2014/main" id="{2858E61A-4EEA-448B-AF67-5B5C3564BF86}"/>
                </a:ext>
              </a:extLst>
            </p:cNvPr>
            <p:cNvSpPr/>
            <p:nvPr/>
          </p:nvSpPr>
          <p:spPr>
            <a:xfrm rot="16200000">
              <a:off x="7856613" y="1769735"/>
              <a:ext cx="154942" cy="129768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  <p:sp>
          <p:nvSpPr>
            <p:cNvPr id="57" name="等腰三角形 56">
              <a:extLst>
                <a:ext uri="{FF2B5EF4-FFF2-40B4-BE49-F238E27FC236}">
                  <a16:creationId xmlns:a16="http://schemas.microsoft.com/office/drawing/2014/main" id="{2D902AEF-584D-4324-B24B-F33B7E7C59DD}"/>
                </a:ext>
              </a:extLst>
            </p:cNvPr>
            <p:cNvSpPr/>
            <p:nvPr/>
          </p:nvSpPr>
          <p:spPr>
            <a:xfrm rot="16200000">
              <a:off x="7856613" y="2732216"/>
              <a:ext cx="154942" cy="129768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  <p:sp>
          <p:nvSpPr>
            <p:cNvPr id="60" name="等腰三角形 59">
              <a:extLst>
                <a:ext uri="{FF2B5EF4-FFF2-40B4-BE49-F238E27FC236}">
                  <a16:creationId xmlns:a16="http://schemas.microsoft.com/office/drawing/2014/main" id="{535CC7B3-FEE4-4F08-8939-BA239AB4958F}"/>
                </a:ext>
              </a:extLst>
            </p:cNvPr>
            <p:cNvSpPr/>
            <p:nvPr/>
          </p:nvSpPr>
          <p:spPr>
            <a:xfrm rot="16200000">
              <a:off x="8810299" y="1769735"/>
              <a:ext cx="154942" cy="129768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  <p:sp>
          <p:nvSpPr>
            <p:cNvPr id="61" name="等腰三角形 60">
              <a:extLst>
                <a:ext uri="{FF2B5EF4-FFF2-40B4-BE49-F238E27FC236}">
                  <a16:creationId xmlns:a16="http://schemas.microsoft.com/office/drawing/2014/main" id="{0F46E098-9168-4FAD-B9EC-73C08F7C4774}"/>
                </a:ext>
              </a:extLst>
            </p:cNvPr>
            <p:cNvSpPr/>
            <p:nvPr/>
          </p:nvSpPr>
          <p:spPr>
            <a:xfrm rot="16200000">
              <a:off x="8810299" y="2732216"/>
              <a:ext cx="154942" cy="129768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  <p:sp>
          <p:nvSpPr>
            <p:cNvPr id="62" name="等腰三角形 61">
              <a:extLst>
                <a:ext uri="{FF2B5EF4-FFF2-40B4-BE49-F238E27FC236}">
                  <a16:creationId xmlns:a16="http://schemas.microsoft.com/office/drawing/2014/main" id="{0FDF0A34-5E11-4D28-A6CE-C4297F577CE8}"/>
                </a:ext>
              </a:extLst>
            </p:cNvPr>
            <p:cNvSpPr/>
            <p:nvPr/>
          </p:nvSpPr>
          <p:spPr>
            <a:xfrm rot="16200000">
              <a:off x="8995464" y="2251734"/>
              <a:ext cx="154942" cy="129768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</p:grpSp>
      <p:grpSp>
        <p:nvGrpSpPr>
          <p:cNvPr id="20" name="群組 19">
            <a:extLst>
              <a:ext uri="{FF2B5EF4-FFF2-40B4-BE49-F238E27FC236}">
                <a16:creationId xmlns:a16="http://schemas.microsoft.com/office/drawing/2014/main" id="{57E41D4F-4C5E-48C8-B193-DCF0EB2677CC}"/>
              </a:ext>
            </a:extLst>
          </p:cNvPr>
          <p:cNvGrpSpPr/>
          <p:nvPr/>
        </p:nvGrpSpPr>
        <p:grpSpPr>
          <a:xfrm>
            <a:off x="801581" y="4642476"/>
            <a:ext cx="1150186" cy="1150186"/>
            <a:chOff x="3321304" y="8992368"/>
            <a:chExt cx="2090057" cy="2090057"/>
          </a:xfrm>
        </p:grpSpPr>
        <p:sp>
          <p:nvSpPr>
            <p:cNvPr id="128" name="矩形: 圓角 127">
              <a:extLst>
                <a:ext uri="{FF2B5EF4-FFF2-40B4-BE49-F238E27FC236}">
                  <a16:creationId xmlns:a16="http://schemas.microsoft.com/office/drawing/2014/main" id="{2F5A42B8-06A5-4158-B8B4-858406CBC6BD}"/>
                </a:ext>
              </a:extLst>
            </p:cNvPr>
            <p:cNvSpPr/>
            <p:nvPr/>
          </p:nvSpPr>
          <p:spPr>
            <a:xfrm>
              <a:off x="3321304" y="8992368"/>
              <a:ext cx="2090057" cy="2090057"/>
            </a:xfrm>
            <a:prstGeom prst="roundRect">
              <a:avLst/>
            </a:prstGeom>
            <a:solidFill>
              <a:schemeClr val="tx1">
                <a:lumMod val="65000"/>
                <a:lumOff val="35000"/>
              </a:schemeClr>
            </a:solidFill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 dirty="0"/>
            </a:p>
          </p:txBody>
        </p:sp>
        <p:sp>
          <p:nvSpPr>
            <p:cNvPr id="64" name="橢圓 63">
              <a:extLst>
                <a:ext uri="{FF2B5EF4-FFF2-40B4-BE49-F238E27FC236}">
                  <a16:creationId xmlns:a16="http://schemas.microsoft.com/office/drawing/2014/main" id="{EC5B6F29-1474-4CFA-B8E3-262BF4573A66}"/>
                </a:ext>
              </a:extLst>
            </p:cNvPr>
            <p:cNvSpPr/>
            <p:nvPr/>
          </p:nvSpPr>
          <p:spPr>
            <a:xfrm>
              <a:off x="4172118" y="9181030"/>
              <a:ext cx="418060" cy="418058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  <p:sp>
          <p:nvSpPr>
            <p:cNvPr id="65" name="橢圓 64">
              <a:extLst>
                <a:ext uri="{FF2B5EF4-FFF2-40B4-BE49-F238E27FC236}">
                  <a16:creationId xmlns:a16="http://schemas.microsoft.com/office/drawing/2014/main" id="{DE11110E-D0C1-484B-8789-647E2582B8F3}"/>
                </a:ext>
              </a:extLst>
            </p:cNvPr>
            <p:cNvSpPr/>
            <p:nvPr/>
          </p:nvSpPr>
          <p:spPr>
            <a:xfrm>
              <a:off x="4172118" y="10517464"/>
              <a:ext cx="418060" cy="418058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  <p:sp>
          <p:nvSpPr>
            <p:cNvPr id="66" name="橢圓 65">
              <a:extLst>
                <a:ext uri="{FF2B5EF4-FFF2-40B4-BE49-F238E27FC236}">
                  <a16:creationId xmlns:a16="http://schemas.microsoft.com/office/drawing/2014/main" id="{4973AC85-68A3-4542-BA7F-9D4B68A203AE}"/>
                </a:ext>
              </a:extLst>
            </p:cNvPr>
            <p:cNvSpPr/>
            <p:nvPr/>
          </p:nvSpPr>
          <p:spPr>
            <a:xfrm>
              <a:off x="4832202" y="9858385"/>
              <a:ext cx="418060" cy="418058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  <p:sp>
          <p:nvSpPr>
            <p:cNvPr id="67" name="橢圓 66">
              <a:extLst>
                <a:ext uri="{FF2B5EF4-FFF2-40B4-BE49-F238E27FC236}">
                  <a16:creationId xmlns:a16="http://schemas.microsoft.com/office/drawing/2014/main" id="{77EA9BD2-7763-47C9-8A62-F043AF3E9BD2}"/>
                </a:ext>
              </a:extLst>
            </p:cNvPr>
            <p:cNvSpPr/>
            <p:nvPr/>
          </p:nvSpPr>
          <p:spPr>
            <a:xfrm>
              <a:off x="3492787" y="9858385"/>
              <a:ext cx="418060" cy="418058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  <p:sp>
          <p:nvSpPr>
            <p:cNvPr id="68" name="橢圓 67">
              <a:extLst>
                <a:ext uri="{FF2B5EF4-FFF2-40B4-BE49-F238E27FC236}">
                  <a16:creationId xmlns:a16="http://schemas.microsoft.com/office/drawing/2014/main" id="{A93CB31D-6BCE-4617-BE71-E1F7B1239A1F}"/>
                </a:ext>
              </a:extLst>
            </p:cNvPr>
            <p:cNvSpPr/>
            <p:nvPr/>
          </p:nvSpPr>
          <p:spPr>
            <a:xfrm>
              <a:off x="3693352" y="10344557"/>
              <a:ext cx="418060" cy="418058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  <p:sp>
          <p:nvSpPr>
            <p:cNvPr id="69" name="橢圓 68">
              <a:extLst>
                <a:ext uri="{FF2B5EF4-FFF2-40B4-BE49-F238E27FC236}">
                  <a16:creationId xmlns:a16="http://schemas.microsoft.com/office/drawing/2014/main" id="{72EE7746-CB46-409C-9043-A05A8C5FAE57}"/>
                </a:ext>
              </a:extLst>
            </p:cNvPr>
            <p:cNvSpPr/>
            <p:nvPr/>
          </p:nvSpPr>
          <p:spPr>
            <a:xfrm>
              <a:off x="3693352" y="9383378"/>
              <a:ext cx="418060" cy="418058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  <p:sp>
          <p:nvSpPr>
            <p:cNvPr id="70" name="橢圓 69">
              <a:extLst>
                <a:ext uri="{FF2B5EF4-FFF2-40B4-BE49-F238E27FC236}">
                  <a16:creationId xmlns:a16="http://schemas.microsoft.com/office/drawing/2014/main" id="{23FABD83-7310-4179-8DDD-462F0769E415}"/>
                </a:ext>
              </a:extLst>
            </p:cNvPr>
            <p:cNvSpPr/>
            <p:nvPr/>
          </p:nvSpPr>
          <p:spPr>
            <a:xfrm>
              <a:off x="4647038" y="10344557"/>
              <a:ext cx="418060" cy="418058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 dirty="0"/>
            </a:p>
          </p:txBody>
        </p:sp>
        <p:sp>
          <p:nvSpPr>
            <p:cNvPr id="71" name="橢圓 70">
              <a:extLst>
                <a:ext uri="{FF2B5EF4-FFF2-40B4-BE49-F238E27FC236}">
                  <a16:creationId xmlns:a16="http://schemas.microsoft.com/office/drawing/2014/main" id="{89C81756-7ED8-4066-B463-89FC9AEBCA10}"/>
                </a:ext>
              </a:extLst>
            </p:cNvPr>
            <p:cNvSpPr/>
            <p:nvPr/>
          </p:nvSpPr>
          <p:spPr>
            <a:xfrm>
              <a:off x="4647038" y="9383378"/>
              <a:ext cx="418060" cy="418058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  <p:sp>
          <p:nvSpPr>
            <p:cNvPr id="72" name="等腰三角形 71">
              <a:extLst>
                <a:ext uri="{FF2B5EF4-FFF2-40B4-BE49-F238E27FC236}">
                  <a16:creationId xmlns:a16="http://schemas.microsoft.com/office/drawing/2014/main" id="{BB55E2A2-A461-4F17-BD94-5680C302370E}"/>
                </a:ext>
              </a:extLst>
            </p:cNvPr>
            <p:cNvSpPr/>
            <p:nvPr/>
          </p:nvSpPr>
          <p:spPr>
            <a:xfrm rot="5400000" flipH="1">
              <a:off x="4303677" y="9123438"/>
              <a:ext cx="154942" cy="129768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  <p:sp>
          <p:nvSpPr>
            <p:cNvPr id="73" name="等腰三角形 72">
              <a:extLst>
                <a:ext uri="{FF2B5EF4-FFF2-40B4-BE49-F238E27FC236}">
                  <a16:creationId xmlns:a16="http://schemas.microsoft.com/office/drawing/2014/main" id="{70B47730-1AFC-443E-AA3E-DBD84767B180}"/>
                </a:ext>
              </a:extLst>
            </p:cNvPr>
            <p:cNvSpPr/>
            <p:nvPr/>
          </p:nvSpPr>
          <p:spPr>
            <a:xfrm rot="5400000" flipH="1">
              <a:off x="4303677" y="10457392"/>
              <a:ext cx="154942" cy="129768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  <p:sp>
          <p:nvSpPr>
            <p:cNvPr id="74" name="等腰三角形 73">
              <a:extLst>
                <a:ext uri="{FF2B5EF4-FFF2-40B4-BE49-F238E27FC236}">
                  <a16:creationId xmlns:a16="http://schemas.microsoft.com/office/drawing/2014/main" id="{FF7D7A52-1610-46C7-983C-8B0CF9A61B7E}"/>
                </a:ext>
              </a:extLst>
            </p:cNvPr>
            <p:cNvSpPr/>
            <p:nvPr/>
          </p:nvSpPr>
          <p:spPr>
            <a:xfrm rot="5400000" flipH="1">
              <a:off x="3624346" y="9805462"/>
              <a:ext cx="154942" cy="129768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  <p:sp>
          <p:nvSpPr>
            <p:cNvPr id="75" name="等腰三角形 74">
              <a:extLst>
                <a:ext uri="{FF2B5EF4-FFF2-40B4-BE49-F238E27FC236}">
                  <a16:creationId xmlns:a16="http://schemas.microsoft.com/office/drawing/2014/main" id="{8DC42994-2580-4E83-A94A-0D6D58E6AFA1}"/>
                </a:ext>
              </a:extLst>
            </p:cNvPr>
            <p:cNvSpPr/>
            <p:nvPr/>
          </p:nvSpPr>
          <p:spPr>
            <a:xfrm rot="5400000" flipH="1">
              <a:off x="3824911" y="9323463"/>
              <a:ext cx="154942" cy="129768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  <p:sp>
          <p:nvSpPr>
            <p:cNvPr id="76" name="等腰三角形 75">
              <a:extLst>
                <a:ext uri="{FF2B5EF4-FFF2-40B4-BE49-F238E27FC236}">
                  <a16:creationId xmlns:a16="http://schemas.microsoft.com/office/drawing/2014/main" id="{61CC7E32-1CDA-4EE2-9F3C-915BC3EEBB6D}"/>
                </a:ext>
              </a:extLst>
            </p:cNvPr>
            <p:cNvSpPr/>
            <p:nvPr/>
          </p:nvSpPr>
          <p:spPr>
            <a:xfrm rot="5400000" flipH="1">
              <a:off x="3824911" y="10285944"/>
              <a:ext cx="154942" cy="129768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  <p:sp>
          <p:nvSpPr>
            <p:cNvPr id="77" name="等腰三角形 76">
              <a:extLst>
                <a:ext uri="{FF2B5EF4-FFF2-40B4-BE49-F238E27FC236}">
                  <a16:creationId xmlns:a16="http://schemas.microsoft.com/office/drawing/2014/main" id="{F032D4F5-4127-42D6-8644-C4E6AA934D86}"/>
                </a:ext>
              </a:extLst>
            </p:cNvPr>
            <p:cNvSpPr/>
            <p:nvPr/>
          </p:nvSpPr>
          <p:spPr>
            <a:xfrm rot="5400000" flipH="1">
              <a:off x="4778597" y="9323463"/>
              <a:ext cx="154942" cy="129768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  <p:sp>
          <p:nvSpPr>
            <p:cNvPr id="78" name="等腰三角形 77">
              <a:extLst>
                <a:ext uri="{FF2B5EF4-FFF2-40B4-BE49-F238E27FC236}">
                  <a16:creationId xmlns:a16="http://schemas.microsoft.com/office/drawing/2014/main" id="{4AB18EB2-6677-4448-A729-D38143E95FBF}"/>
                </a:ext>
              </a:extLst>
            </p:cNvPr>
            <p:cNvSpPr/>
            <p:nvPr/>
          </p:nvSpPr>
          <p:spPr>
            <a:xfrm rot="5400000" flipH="1">
              <a:off x="4778597" y="10285944"/>
              <a:ext cx="154942" cy="129768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  <p:sp>
          <p:nvSpPr>
            <p:cNvPr id="79" name="等腰三角形 78">
              <a:extLst>
                <a:ext uri="{FF2B5EF4-FFF2-40B4-BE49-F238E27FC236}">
                  <a16:creationId xmlns:a16="http://schemas.microsoft.com/office/drawing/2014/main" id="{8C63E15B-762B-4188-BC2D-DA796D1434E1}"/>
                </a:ext>
              </a:extLst>
            </p:cNvPr>
            <p:cNvSpPr/>
            <p:nvPr/>
          </p:nvSpPr>
          <p:spPr>
            <a:xfrm rot="5400000" flipH="1">
              <a:off x="4963762" y="9805462"/>
              <a:ext cx="154942" cy="129768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</p:grpSp>
      <p:grpSp>
        <p:nvGrpSpPr>
          <p:cNvPr id="19" name="群組 18">
            <a:extLst>
              <a:ext uri="{FF2B5EF4-FFF2-40B4-BE49-F238E27FC236}">
                <a16:creationId xmlns:a16="http://schemas.microsoft.com/office/drawing/2014/main" id="{2AE83754-BBDC-42C7-9EB0-2DE583397011}"/>
              </a:ext>
            </a:extLst>
          </p:cNvPr>
          <p:cNvGrpSpPr/>
          <p:nvPr/>
        </p:nvGrpSpPr>
        <p:grpSpPr>
          <a:xfrm>
            <a:off x="3463278" y="4209952"/>
            <a:ext cx="1150186" cy="1150186"/>
            <a:chOff x="8631015" y="5186974"/>
            <a:chExt cx="2090057" cy="2090057"/>
          </a:xfrm>
        </p:grpSpPr>
        <p:sp>
          <p:nvSpPr>
            <p:cNvPr id="129" name="矩形: 圓角 128">
              <a:extLst>
                <a:ext uri="{FF2B5EF4-FFF2-40B4-BE49-F238E27FC236}">
                  <a16:creationId xmlns:a16="http://schemas.microsoft.com/office/drawing/2014/main" id="{2D038D8C-0BDF-42F2-9612-7A8BE01DE865}"/>
                </a:ext>
              </a:extLst>
            </p:cNvPr>
            <p:cNvSpPr/>
            <p:nvPr/>
          </p:nvSpPr>
          <p:spPr>
            <a:xfrm>
              <a:off x="8631015" y="5186974"/>
              <a:ext cx="2090057" cy="2090057"/>
            </a:xfrm>
            <a:prstGeom prst="roundRect">
              <a:avLst/>
            </a:prstGeom>
            <a:solidFill>
              <a:schemeClr val="tx1">
                <a:lumMod val="65000"/>
                <a:lumOff val="35000"/>
              </a:schemeClr>
            </a:solidFill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 dirty="0"/>
            </a:p>
          </p:txBody>
        </p:sp>
        <p:sp>
          <p:nvSpPr>
            <p:cNvPr id="81" name="箭號: 左-右雙向 80">
              <a:extLst>
                <a:ext uri="{FF2B5EF4-FFF2-40B4-BE49-F238E27FC236}">
                  <a16:creationId xmlns:a16="http://schemas.microsoft.com/office/drawing/2014/main" id="{05D7B791-A1EF-44BC-9A11-06C1AB8C1CB8}"/>
                </a:ext>
              </a:extLst>
            </p:cNvPr>
            <p:cNvSpPr/>
            <p:nvPr/>
          </p:nvSpPr>
          <p:spPr>
            <a:xfrm rot="5400000">
              <a:off x="8825319" y="6077225"/>
              <a:ext cx="432000" cy="217754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 dirty="0"/>
            </a:p>
          </p:txBody>
        </p:sp>
        <p:sp>
          <p:nvSpPr>
            <p:cNvPr id="82" name="箭號: 左-右雙向 81">
              <a:extLst>
                <a:ext uri="{FF2B5EF4-FFF2-40B4-BE49-F238E27FC236}">
                  <a16:creationId xmlns:a16="http://schemas.microsoft.com/office/drawing/2014/main" id="{E21E3599-A113-48A6-A6E1-E5EE1AD4BDFC}"/>
                </a:ext>
              </a:extLst>
            </p:cNvPr>
            <p:cNvSpPr/>
            <p:nvPr/>
          </p:nvSpPr>
          <p:spPr>
            <a:xfrm rot="5400000">
              <a:off x="10130264" y="6077225"/>
              <a:ext cx="432000" cy="217754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  <p:sp>
          <p:nvSpPr>
            <p:cNvPr id="83" name="箭號: 左-右雙向 82">
              <a:extLst>
                <a:ext uri="{FF2B5EF4-FFF2-40B4-BE49-F238E27FC236}">
                  <a16:creationId xmlns:a16="http://schemas.microsoft.com/office/drawing/2014/main" id="{42D1021F-2AB3-4D5D-8853-8149A2082D5D}"/>
                </a:ext>
              </a:extLst>
            </p:cNvPr>
            <p:cNvSpPr/>
            <p:nvPr/>
          </p:nvSpPr>
          <p:spPr>
            <a:xfrm rot="18900000">
              <a:off x="9018245" y="5615062"/>
              <a:ext cx="432000" cy="217754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 dirty="0"/>
            </a:p>
          </p:txBody>
        </p:sp>
        <p:sp>
          <p:nvSpPr>
            <p:cNvPr id="84" name="箭號: 左-右雙向 83">
              <a:extLst>
                <a:ext uri="{FF2B5EF4-FFF2-40B4-BE49-F238E27FC236}">
                  <a16:creationId xmlns:a16="http://schemas.microsoft.com/office/drawing/2014/main" id="{63A1FEF8-8BDF-4FB8-B45A-1D49216C701E}"/>
                </a:ext>
              </a:extLst>
            </p:cNvPr>
            <p:cNvSpPr/>
            <p:nvPr/>
          </p:nvSpPr>
          <p:spPr>
            <a:xfrm rot="18900000">
              <a:off x="9922348" y="6556570"/>
              <a:ext cx="432000" cy="217754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  <p:sp>
          <p:nvSpPr>
            <p:cNvPr id="85" name="箭號: 左-右雙向 84">
              <a:extLst>
                <a:ext uri="{FF2B5EF4-FFF2-40B4-BE49-F238E27FC236}">
                  <a16:creationId xmlns:a16="http://schemas.microsoft.com/office/drawing/2014/main" id="{F59B9D53-190E-495D-B0E1-273637D7645A}"/>
                </a:ext>
              </a:extLst>
            </p:cNvPr>
            <p:cNvSpPr/>
            <p:nvPr/>
          </p:nvSpPr>
          <p:spPr>
            <a:xfrm rot="2700000">
              <a:off x="9018246" y="6556571"/>
              <a:ext cx="432000" cy="217754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 dirty="0"/>
            </a:p>
          </p:txBody>
        </p:sp>
        <p:sp>
          <p:nvSpPr>
            <p:cNvPr id="86" name="箭號: 左-右雙向 85">
              <a:extLst>
                <a:ext uri="{FF2B5EF4-FFF2-40B4-BE49-F238E27FC236}">
                  <a16:creationId xmlns:a16="http://schemas.microsoft.com/office/drawing/2014/main" id="{D1679020-6196-46BB-BAF1-FC9954E0FF4B}"/>
                </a:ext>
              </a:extLst>
            </p:cNvPr>
            <p:cNvSpPr/>
            <p:nvPr/>
          </p:nvSpPr>
          <p:spPr>
            <a:xfrm rot="2700000">
              <a:off x="9922347" y="5615061"/>
              <a:ext cx="432000" cy="217754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  <p:sp>
          <p:nvSpPr>
            <p:cNvPr id="87" name="箭號: 左-右雙向 86">
              <a:extLst>
                <a:ext uri="{FF2B5EF4-FFF2-40B4-BE49-F238E27FC236}">
                  <a16:creationId xmlns:a16="http://schemas.microsoft.com/office/drawing/2014/main" id="{EA521358-79D5-4481-B616-3A2FDBA114D9}"/>
                </a:ext>
              </a:extLst>
            </p:cNvPr>
            <p:cNvSpPr/>
            <p:nvPr/>
          </p:nvSpPr>
          <p:spPr>
            <a:xfrm>
              <a:off x="9460044" y="6744367"/>
              <a:ext cx="432000" cy="217754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  <p:sp>
          <p:nvSpPr>
            <p:cNvPr id="88" name="箭號: 左-右雙向 87">
              <a:extLst>
                <a:ext uri="{FF2B5EF4-FFF2-40B4-BE49-F238E27FC236}">
                  <a16:creationId xmlns:a16="http://schemas.microsoft.com/office/drawing/2014/main" id="{6064CD01-BF47-4A51-90C6-CDC67131DBAB}"/>
                </a:ext>
              </a:extLst>
            </p:cNvPr>
            <p:cNvSpPr/>
            <p:nvPr/>
          </p:nvSpPr>
          <p:spPr>
            <a:xfrm>
              <a:off x="9460044" y="5414685"/>
              <a:ext cx="432000" cy="217754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</p:grpSp>
      <p:grpSp>
        <p:nvGrpSpPr>
          <p:cNvPr id="33" name="群組 32">
            <a:extLst>
              <a:ext uri="{FF2B5EF4-FFF2-40B4-BE49-F238E27FC236}">
                <a16:creationId xmlns:a16="http://schemas.microsoft.com/office/drawing/2014/main" id="{35A9C3FA-3175-41A5-A2FC-580464197AB0}"/>
              </a:ext>
            </a:extLst>
          </p:cNvPr>
          <p:cNvGrpSpPr/>
          <p:nvPr/>
        </p:nvGrpSpPr>
        <p:grpSpPr>
          <a:xfrm>
            <a:off x="389151" y="1878818"/>
            <a:ext cx="1150186" cy="1150186"/>
            <a:chOff x="-756975" y="5254023"/>
            <a:chExt cx="2090057" cy="2090057"/>
          </a:xfrm>
        </p:grpSpPr>
        <p:sp>
          <p:nvSpPr>
            <p:cNvPr id="127" name="矩形: 圓角 126">
              <a:extLst>
                <a:ext uri="{FF2B5EF4-FFF2-40B4-BE49-F238E27FC236}">
                  <a16:creationId xmlns:a16="http://schemas.microsoft.com/office/drawing/2014/main" id="{611036DC-FA7F-4C36-88D5-80568EB37EAF}"/>
                </a:ext>
              </a:extLst>
            </p:cNvPr>
            <p:cNvSpPr/>
            <p:nvPr/>
          </p:nvSpPr>
          <p:spPr>
            <a:xfrm>
              <a:off x="-756975" y="5254023"/>
              <a:ext cx="2090057" cy="2090057"/>
            </a:xfrm>
            <a:prstGeom prst="roundRect">
              <a:avLst/>
            </a:prstGeom>
            <a:solidFill>
              <a:schemeClr val="tx1">
                <a:lumMod val="65000"/>
                <a:lumOff val="35000"/>
              </a:schemeClr>
            </a:solidFill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 dirty="0"/>
            </a:p>
          </p:txBody>
        </p:sp>
        <p:sp>
          <p:nvSpPr>
            <p:cNvPr id="90" name="箭號: 左-右雙向 89">
              <a:extLst>
                <a:ext uri="{FF2B5EF4-FFF2-40B4-BE49-F238E27FC236}">
                  <a16:creationId xmlns:a16="http://schemas.microsoft.com/office/drawing/2014/main" id="{E64B9AE0-9328-44CB-B79C-DC3875153546}"/>
                </a:ext>
              </a:extLst>
            </p:cNvPr>
            <p:cNvSpPr/>
            <p:nvPr/>
          </p:nvSpPr>
          <p:spPr>
            <a:xfrm rot="10800000">
              <a:off x="-564882" y="6190175"/>
              <a:ext cx="432000" cy="217754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 dirty="0"/>
            </a:p>
          </p:txBody>
        </p:sp>
        <p:sp>
          <p:nvSpPr>
            <p:cNvPr id="91" name="箭號: 左-右雙向 90">
              <a:extLst>
                <a:ext uri="{FF2B5EF4-FFF2-40B4-BE49-F238E27FC236}">
                  <a16:creationId xmlns:a16="http://schemas.microsoft.com/office/drawing/2014/main" id="{EB4C84A6-FE54-42E1-8180-684A7283A1A9}"/>
                </a:ext>
              </a:extLst>
            </p:cNvPr>
            <p:cNvSpPr/>
            <p:nvPr/>
          </p:nvSpPr>
          <p:spPr>
            <a:xfrm rot="10800000">
              <a:off x="740063" y="6190175"/>
              <a:ext cx="432000" cy="217754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  <p:sp>
          <p:nvSpPr>
            <p:cNvPr id="92" name="箭號: 左-右雙向 91">
              <a:extLst>
                <a:ext uri="{FF2B5EF4-FFF2-40B4-BE49-F238E27FC236}">
                  <a16:creationId xmlns:a16="http://schemas.microsoft.com/office/drawing/2014/main" id="{DC4B2C4F-0F38-4B30-A91F-18556FC423F7}"/>
                </a:ext>
              </a:extLst>
            </p:cNvPr>
            <p:cNvSpPr/>
            <p:nvPr/>
          </p:nvSpPr>
          <p:spPr>
            <a:xfrm rot="2700000">
              <a:off x="-371956" y="5728012"/>
              <a:ext cx="432000" cy="217754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  <p:sp>
          <p:nvSpPr>
            <p:cNvPr id="93" name="箭號: 左-右雙向 92">
              <a:extLst>
                <a:ext uri="{FF2B5EF4-FFF2-40B4-BE49-F238E27FC236}">
                  <a16:creationId xmlns:a16="http://schemas.microsoft.com/office/drawing/2014/main" id="{1CF9B053-1A19-4B04-8316-81E4FD56B2AB}"/>
                </a:ext>
              </a:extLst>
            </p:cNvPr>
            <p:cNvSpPr/>
            <p:nvPr/>
          </p:nvSpPr>
          <p:spPr>
            <a:xfrm rot="2700000">
              <a:off x="532147" y="6669520"/>
              <a:ext cx="432000" cy="217754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  <p:sp>
          <p:nvSpPr>
            <p:cNvPr id="94" name="箭號: 左-右雙向 93">
              <a:extLst>
                <a:ext uri="{FF2B5EF4-FFF2-40B4-BE49-F238E27FC236}">
                  <a16:creationId xmlns:a16="http://schemas.microsoft.com/office/drawing/2014/main" id="{34996541-5BC9-4E89-8980-E6D6444437CA}"/>
                </a:ext>
              </a:extLst>
            </p:cNvPr>
            <p:cNvSpPr/>
            <p:nvPr/>
          </p:nvSpPr>
          <p:spPr>
            <a:xfrm rot="18900000">
              <a:off x="-371955" y="6669521"/>
              <a:ext cx="432000" cy="217754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 dirty="0"/>
            </a:p>
          </p:txBody>
        </p:sp>
        <p:sp>
          <p:nvSpPr>
            <p:cNvPr id="95" name="箭號: 左-右雙向 94">
              <a:extLst>
                <a:ext uri="{FF2B5EF4-FFF2-40B4-BE49-F238E27FC236}">
                  <a16:creationId xmlns:a16="http://schemas.microsoft.com/office/drawing/2014/main" id="{73E6DCEE-851F-47E2-913E-FF55A7FB4C47}"/>
                </a:ext>
              </a:extLst>
            </p:cNvPr>
            <p:cNvSpPr/>
            <p:nvPr/>
          </p:nvSpPr>
          <p:spPr>
            <a:xfrm rot="18900000">
              <a:off x="532146" y="5728011"/>
              <a:ext cx="432000" cy="217754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  <p:sp>
          <p:nvSpPr>
            <p:cNvPr id="96" name="箭號: 左-右雙向 95">
              <a:extLst>
                <a:ext uri="{FF2B5EF4-FFF2-40B4-BE49-F238E27FC236}">
                  <a16:creationId xmlns:a16="http://schemas.microsoft.com/office/drawing/2014/main" id="{F4130B0D-A554-4785-9D95-AB0479A2027D}"/>
                </a:ext>
              </a:extLst>
            </p:cNvPr>
            <p:cNvSpPr/>
            <p:nvPr/>
          </p:nvSpPr>
          <p:spPr>
            <a:xfrm rot="5400000">
              <a:off x="69843" y="6857317"/>
              <a:ext cx="432000" cy="217754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  <p:sp>
          <p:nvSpPr>
            <p:cNvPr id="97" name="箭號: 左-右雙向 96">
              <a:extLst>
                <a:ext uri="{FF2B5EF4-FFF2-40B4-BE49-F238E27FC236}">
                  <a16:creationId xmlns:a16="http://schemas.microsoft.com/office/drawing/2014/main" id="{3B2FEE22-1AD5-48AF-80D0-9896692AA9E1}"/>
                </a:ext>
              </a:extLst>
            </p:cNvPr>
            <p:cNvSpPr/>
            <p:nvPr/>
          </p:nvSpPr>
          <p:spPr>
            <a:xfrm rot="5400000">
              <a:off x="69843" y="5527635"/>
              <a:ext cx="432000" cy="217754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13" name="文字方塊 112">
                <a:extLst>
                  <a:ext uri="{FF2B5EF4-FFF2-40B4-BE49-F238E27FC236}">
                    <a16:creationId xmlns:a16="http://schemas.microsoft.com/office/drawing/2014/main" id="{BD7D3F58-D2E2-42DB-8B1B-53D87DE0B9E9}"/>
                  </a:ext>
                </a:extLst>
              </p:cNvPr>
              <p:cNvSpPr txBox="1"/>
              <p:nvPr/>
            </p:nvSpPr>
            <p:spPr>
              <a:xfrm>
                <a:off x="2130090" y="4314376"/>
                <a:ext cx="812954" cy="18114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577" i="1">
                          <a:latin typeface="Cambria Math" panose="02040503050406030204" pitchFamily="18" charset="0"/>
                        </a:rPr>
                        <m:t>|</m:t>
                      </m:r>
                      <m:d>
                        <m:dPr>
                          <m:begChr m:val=""/>
                          <m:endChr m:val="⟩"/>
                          <m:ctrlPr>
                            <a:rPr lang="en-US" altLang="zh-TW" sz="577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577" i="1">
                              <a:latin typeface="Cambria Math" panose="02040503050406030204" pitchFamily="18" charset="0"/>
                            </a:rPr>
                            <m:t>−1, 1</m:t>
                          </m:r>
                        </m:e>
                      </m:d>
                    </m:oMath>
                  </m:oMathPara>
                </a14:m>
                <a:endParaRPr lang="zh-TW" altLang="en-US" sz="577" dirty="0"/>
              </a:p>
            </p:txBody>
          </p:sp>
        </mc:Choice>
        <mc:Fallback xmlns="">
          <p:sp>
            <p:nvSpPr>
              <p:cNvPr id="113" name="文字方塊 112">
                <a:extLst>
                  <a:ext uri="{FF2B5EF4-FFF2-40B4-BE49-F238E27FC236}">
                    <a16:creationId xmlns:a16="http://schemas.microsoft.com/office/drawing/2014/main" id="{BD7D3F58-D2E2-42DB-8B1B-53D87DE0B9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30090" y="4314376"/>
                <a:ext cx="812954" cy="181140"/>
              </a:xfrm>
              <a:prstGeom prst="rect">
                <a:avLst/>
              </a:prstGeom>
              <a:blipFill>
                <a:blip r:embed="rId7"/>
                <a:stretch>
                  <a:fillRect t="-75862" b="-11724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4" name="文字方塊 113">
                <a:extLst>
                  <a:ext uri="{FF2B5EF4-FFF2-40B4-BE49-F238E27FC236}">
                    <a16:creationId xmlns:a16="http://schemas.microsoft.com/office/drawing/2014/main" id="{597F4F6E-837A-4FE6-9C6C-CE22102694D1}"/>
                  </a:ext>
                </a:extLst>
              </p:cNvPr>
              <p:cNvSpPr txBox="1"/>
              <p:nvPr/>
            </p:nvSpPr>
            <p:spPr>
              <a:xfrm>
                <a:off x="2160599" y="2430428"/>
                <a:ext cx="812954" cy="18114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577" i="1">
                          <a:latin typeface="Cambria Math" panose="02040503050406030204" pitchFamily="18" charset="0"/>
                        </a:rPr>
                        <m:t>|</m:t>
                      </m:r>
                      <m:d>
                        <m:dPr>
                          <m:begChr m:val=""/>
                          <m:endChr m:val="⟩"/>
                          <m:ctrlPr>
                            <a:rPr lang="en-US" altLang="zh-TW" sz="577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577" i="1">
                              <a:latin typeface="Cambria Math" panose="02040503050406030204" pitchFamily="18" charset="0"/>
                            </a:rPr>
                            <m:t>1, −1</m:t>
                          </m:r>
                        </m:e>
                      </m:d>
                    </m:oMath>
                  </m:oMathPara>
                </a14:m>
                <a:endParaRPr lang="zh-TW" altLang="en-US" sz="577" dirty="0"/>
              </a:p>
            </p:txBody>
          </p:sp>
        </mc:Choice>
        <mc:Fallback xmlns="">
          <p:sp>
            <p:nvSpPr>
              <p:cNvPr id="114" name="文字方塊 113">
                <a:extLst>
                  <a:ext uri="{FF2B5EF4-FFF2-40B4-BE49-F238E27FC236}">
                    <a16:creationId xmlns:a16="http://schemas.microsoft.com/office/drawing/2014/main" id="{597F4F6E-837A-4FE6-9C6C-CE22102694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60599" y="2430428"/>
                <a:ext cx="812954" cy="181140"/>
              </a:xfrm>
              <a:prstGeom prst="rect">
                <a:avLst/>
              </a:prstGeom>
              <a:blipFill>
                <a:blip r:embed="rId8"/>
                <a:stretch>
                  <a:fillRect t="-75862" b="-11724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3" name="文字方塊 182">
                <a:extLst>
                  <a:ext uri="{FF2B5EF4-FFF2-40B4-BE49-F238E27FC236}">
                    <a16:creationId xmlns:a16="http://schemas.microsoft.com/office/drawing/2014/main" id="{8F5D2AD6-2A3B-4FCE-A76E-0329545B5DA6}"/>
                  </a:ext>
                </a:extLst>
              </p:cNvPr>
              <p:cNvSpPr txBox="1"/>
              <p:nvPr/>
            </p:nvSpPr>
            <p:spPr>
              <a:xfrm>
                <a:off x="7004190" y="4330608"/>
                <a:ext cx="812954" cy="18114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577" i="1">
                          <a:latin typeface="Cambria Math" panose="02040503050406030204" pitchFamily="18" charset="0"/>
                        </a:rPr>
                        <m:t>|</m:t>
                      </m:r>
                      <m:d>
                        <m:dPr>
                          <m:begChr m:val=""/>
                          <m:endChr m:val="⟩"/>
                          <m:ctrlPr>
                            <a:rPr lang="en-US" altLang="zh-TW" sz="577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577" i="1">
                              <a:latin typeface="Cambria Math" panose="02040503050406030204" pitchFamily="18" charset="0"/>
                            </a:rPr>
                            <m:t>−1, 1</m:t>
                          </m:r>
                        </m:e>
                      </m:d>
                    </m:oMath>
                  </m:oMathPara>
                </a14:m>
                <a:endParaRPr lang="zh-TW" altLang="en-US" sz="577" dirty="0"/>
              </a:p>
            </p:txBody>
          </p:sp>
        </mc:Choice>
        <mc:Fallback xmlns="">
          <p:sp>
            <p:nvSpPr>
              <p:cNvPr id="183" name="文字方塊 182">
                <a:extLst>
                  <a:ext uri="{FF2B5EF4-FFF2-40B4-BE49-F238E27FC236}">
                    <a16:creationId xmlns:a16="http://schemas.microsoft.com/office/drawing/2014/main" id="{8F5D2AD6-2A3B-4FCE-A76E-0329545B5D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04190" y="4330608"/>
                <a:ext cx="812954" cy="181140"/>
              </a:xfrm>
              <a:prstGeom prst="rect">
                <a:avLst/>
              </a:prstGeom>
              <a:blipFill>
                <a:blip r:embed="rId9"/>
                <a:stretch>
                  <a:fillRect t="-73333" b="-110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4" name="文字方塊 183">
                <a:extLst>
                  <a:ext uri="{FF2B5EF4-FFF2-40B4-BE49-F238E27FC236}">
                    <a16:creationId xmlns:a16="http://schemas.microsoft.com/office/drawing/2014/main" id="{7B4F5DC2-D60A-462B-AD7E-16C91BB63ED3}"/>
                  </a:ext>
                </a:extLst>
              </p:cNvPr>
              <p:cNvSpPr txBox="1"/>
              <p:nvPr/>
            </p:nvSpPr>
            <p:spPr>
              <a:xfrm>
                <a:off x="7004190" y="2446660"/>
                <a:ext cx="812954" cy="18114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577" i="1">
                          <a:latin typeface="Cambria Math" panose="02040503050406030204" pitchFamily="18" charset="0"/>
                        </a:rPr>
                        <m:t>|</m:t>
                      </m:r>
                      <m:d>
                        <m:dPr>
                          <m:begChr m:val=""/>
                          <m:endChr m:val="⟩"/>
                          <m:ctrlPr>
                            <a:rPr lang="en-US" altLang="zh-TW" sz="577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577" i="1">
                              <a:latin typeface="Cambria Math" panose="02040503050406030204" pitchFamily="18" charset="0"/>
                            </a:rPr>
                            <m:t>1, −1</m:t>
                          </m:r>
                        </m:e>
                      </m:d>
                    </m:oMath>
                  </m:oMathPara>
                </a14:m>
                <a:endParaRPr lang="zh-TW" altLang="en-US" sz="577" dirty="0"/>
              </a:p>
            </p:txBody>
          </p:sp>
        </mc:Choice>
        <mc:Fallback xmlns="">
          <p:sp>
            <p:nvSpPr>
              <p:cNvPr id="184" name="文字方塊 183">
                <a:extLst>
                  <a:ext uri="{FF2B5EF4-FFF2-40B4-BE49-F238E27FC236}">
                    <a16:creationId xmlns:a16="http://schemas.microsoft.com/office/drawing/2014/main" id="{7B4F5DC2-D60A-462B-AD7E-16C91BB63E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04190" y="2446660"/>
                <a:ext cx="812954" cy="181140"/>
              </a:xfrm>
              <a:prstGeom prst="rect">
                <a:avLst/>
              </a:prstGeom>
              <a:blipFill>
                <a:blip r:embed="rId10"/>
                <a:stretch>
                  <a:fillRect t="-73333" b="-110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90" name="群組 189">
            <a:extLst>
              <a:ext uri="{FF2B5EF4-FFF2-40B4-BE49-F238E27FC236}">
                <a16:creationId xmlns:a16="http://schemas.microsoft.com/office/drawing/2014/main" id="{B893DE33-FAFB-49B0-93C2-2E631CACB533}"/>
              </a:ext>
            </a:extLst>
          </p:cNvPr>
          <p:cNvGrpSpPr/>
          <p:nvPr/>
        </p:nvGrpSpPr>
        <p:grpSpPr>
          <a:xfrm>
            <a:off x="2457200" y="1535002"/>
            <a:ext cx="290815" cy="356198"/>
            <a:chOff x="6721063" y="1832108"/>
            <a:chExt cx="909417" cy="1113875"/>
          </a:xfrm>
        </p:grpSpPr>
        <p:grpSp>
          <p:nvGrpSpPr>
            <p:cNvPr id="191" name="群組 190">
              <a:extLst>
                <a:ext uri="{FF2B5EF4-FFF2-40B4-BE49-F238E27FC236}">
                  <a16:creationId xmlns:a16="http://schemas.microsoft.com/office/drawing/2014/main" id="{12A3856D-C8EE-4E5C-9371-C38BC0FAAC9C}"/>
                </a:ext>
              </a:extLst>
            </p:cNvPr>
            <p:cNvGrpSpPr/>
            <p:nvPr/>
          </p:nvGrpSpPr>
          <p:grpSpPr>
            <a:xfrm>
              <a:off x="6929132" y="2420541"/>
              <a:ext cx="361452" cy="346736"/>
              <a:chOff x="1373392" y="2391862"/>
              <a:chExt cx="479433" cy="476535"/>
            </a:xfrm>
          </p:grpSpPr>
          <p:sp>
            <p:nvSpPr>
              <p:cNvPr id="194" name="箭號: 向右 193">
                <a:extLst>
                  <a:ext uri="{FF2B5EF4-FFF2-40B4-BE49-F238E27FC236}">
                    <a16:creationId xmlns:a16="http://schemas.microsoft.com/office/drawing/2014/main" id="{5A9976EA-DC90-4C92-81FF-F86EA39FDC9B}"/>
                  </a:ext>
                </a:extLst>
              </p:cNvPr>
              <p:cNvSpPr/>
              <p:nvPr/>
            </p:nvSpPr>
            <p:spPr>
              <a:xfrm>
                <a:off x="1411244" y="2735868"/>
                <a:ext cx="441581" cy="132529"/>
              </a:xfrm>
              <a:prstGeom prst="rightArrow">
                <a:avLst>
                  <a:gd name="adj1" fmla="val 50000"/>
                  <a:gd name="adj2" fmla="val 99023"/>
                </a:avLst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577">
                  <a:solidFill>
                    <a:schemeClr val="tx1"/>
                  </a:solidFill>
                </a:endParaRPr>
              </a:p>
            </p:txBody>
          </p:sp>
          <p:sp>
            <p:nvSpPr>
              <p:cNvPr id="195" name="箭號: 向右 194">
                <a:extLst>
                  <a:ext uri="{FF2B5EF4-FFF2-40B4-BE49-F238E27FC236}">
                    <a16:creationId xmlns:a16="http://schemas.microsoft.com/office/drawing/2014/main" id="{916F6971-5A5A-43BC-B03E-319A01E32168}"/>
                  </a:ext>
                </a:extLst>
              </p:cNvPr>
              <p:cNvSpPr/>
              <p:nvPr/>
            </p:nvSpPr>
            <p:spPr>
              <a:xfrm rot="16200000">
                <a:off x="1218866" y="2546388"/>
                <a:ext cx="441581" cy="132529"/>
              </a:xfrm>
              <a:prstGeom prst="rightArrow">
                <a:avLst>
                  <a:gd name="adj1" fmla="val 50000"/>
                  <a:gd name="adj2" fmla="val 99023"/>
                </a:avLst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577" dirty="0">
                  <a:solidFill>
                    <a:schemeClr val="tx1"/>
                  </a:solidFill>
                </a:endParaRP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2" name="文字方塊 191">
                  <a:extLst>
                    <a:ext uri="{FF2B5EF4-FFF2-40B4-BE49-F238E27FC236}">
                      <a16:creationId xmlns:a16="http://schemas.microsoft.com/office/drawing/2014/main" id="{882169EE-BA39-4323-A236-BF2A8F339107}"/>
                    </a:ext>
                  </a:extLst>
                </p:cNvPr>
                <p:cNvSpPr txBox="1"/>
                <p:nvPr/>
              </p:nvSpPr>
              <p:spPr>
                <a:xfrm>
                  <a:off x="6721063" y="1832108"/>
                  <a:ext cx="416137" cy="5874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577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577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zh-TW" sz="577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</m:oMath>
                    </m:oMathPara>
                  </a14:m>
                  <a:endParaRPr lang="en-US" altLang="zh-TW" sz="577" dirty="0"/>
                </a:p>
              </p:txBody>
            </p:sp>
          </mc:Choice>
          <mc:Fallback xmlns="">
            <p:sp>
              <p:nvSpPr>
                <p:cNvPr id="192" name="文字方塊 191">
                  <a:extLst>
                    <a:ext uri="{FF2B5EF4-FFF2-40B4-BE49-F238E27FC236}">
                      <a16:creationId xmlns:a16="http://schemas.microsoft.com/office/drawing/2014/main" id="{882169EE-BA39-4323-A236-BF2A8F33910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21063" y="1832108"/>
                  <a:ext cx="416137" cy="587499"/>
                </a:xfrm>
                <a:prstGeom prst="rect">
                  <a:avLst/>
                </a:prstGeom>
                <a:blipFill>
                  <a:blip r:embed="rId11"/>
                  <a:stretch>
                    <a:fillRect r="-22727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3" name="文字方塊 192">
                  <a:extLst>
                    <a:ext uri="{FF2B5EF4-FFF2-40B4-BE49-F238E27FC236}">
                      <a16:creationId xmlns:a16="http://schemas.microsoft.com/office/drawing/2014/main" id="{314BEA76-4D8E-4B0B-B6FB-45880D221837}"/>
                    </a:ext>
                  </a:extLst>
                </p:cNvPr>
                <p:cNvSpPr txBox="1"/>
                <p:nvPr/>
              </p:nvSpPr>
              <p:spPr>
                <a:xfrm>
                  <a:off x="7214343" y="2379536"/>
                  <a:ext cx="416137" cy="56644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577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577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zh-TW" sz="577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oMath>
                    </m:oMathPara>
                  </a14:m>
                  <a:endParaRPr lang="en-US" altLang="zh-TW" sz="577" dirty="0"/>
                </a:p>
              </p:txBody>
            </p:sp>
          </mc:Choice>
          <mc:Fallback xmlns="">
            <p:sp>
              <p:nvSpPr>
                <p:cNvPr id="193" name="文字方塊 192">
                  <a:extLst>
                    <a:ext uri="{FF2B5EF4-FFF2-40B4-BE49-F238E27FC236}">
                      <a16:creationId xmlns:a16="http://schemas.microsoft.com/office/drawing/2014/main" id="{314BEA76-4D8E-4B0B-B6FB-45880D22183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214343" y="2379536"/>
                  <a:ext cx="416137" cy="566447"/>
                </a:xfrm>
                <a:prstGeom prst="rect">
                  <a:avLst/>
                </a:prstGeom>
                <a:blipFill>
                  <a:blip r:embed="rId12"/>
                  <a:stretch>
                    <a:fillRect r="-13636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96" name="群組 195">
            <a:extLst>
              <a:ext uri="{FF2B5EF4-FFF2-40B4-BE49-F238E27FC236}">
                <a16:creationId xmlns:a16="http://schemas.microsoft.com/office/drawing/2014/main" id="{E4197EFF-A05F-4595-B762-ACA9189A43F6}"/>
              </a:ext>
            </a:extLst>
          </p:cNvPr>
          <p:cNvGrpSpPr/>
          <p:nvPr/>
        </p:nvGrpSpPr>
        <p:grpSpPr>
          <a:xfrm>
            <a:off x="3979899" y="1555968"/>
            <a:ext cx="269848" cy="381846"/>
            <a:chOff x="6721063" y="1897673"/>
            <a:chExt cx="843851" cy="1194081"/>
          </a:xfrm>
        </p:grpSpPr>
        <p:grpSp>
          <p:nvGrpSpPr>
            <p:cNvPr id="197" name="群組 196">
              <a:extLst>
                <a:ext uri="{FF2B5EF4-FFF2-40B4-BE49-F238E27FC236}">
                  <a16:creationId xmlns:a16="http://schemas.microsoft.com/office/drawing/2014/main" id="{64572B81-FCEE-489A-BCAF-0F86A81819B7}"/>
                </a:ext>
              </a:extLst>
            </p:cNvPr>
            <p:cNvGrpSpPr/>
            <p:nvPr/>
          </p:nvGrpSpPr>
          <p:grpSpPr>
            <a:xfrm>
              <a:off x="6929132" y="2420541"/>
              <a:ext cx="361452" cy="346736"/>
              <a:chOff x="1373392" y="2391862"/>
              <a:chExt cx="479433" cy="476535"/>
            </a:xfrm>
          </p:grpSpPr>
          <p:sp>
            <p:nvSpPr>
              <p:cNvPr id="200" name="箭號: 向右 199">
                <a:extLst>
                  <a:ext uri="{FF2B5EF4-FFF2-40B4-BE49-F238E27FC236}">
                    <a16:creationId xmlns:a16="http://schemas.microsoft.com/office/drawing/2014/main" id="{4BF31411-8F4A-4F23-8A60-5C1E37F03CE5}"/>
                  </a:ext>
                </a:extLst>
              </p:cNvPr>
              <p:cNvSpPr/>
              <p:nvPr/>
            </p:nvSpPr>
            <p:spPr>
              <a:xfrm>
                <a:off x="1411244" y="2735868"/>
                <a:ext cx="441581" cy="132529"/>
              </a:xfrm>
              <a:prstGeom prst="rightArrow">
                <a:avLst>
                  <a:gd name="adj1" fmla="val 50000"/>
                  <a:gd name="adj2" fmla="val 99023"/>
                </a:avLst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577">
                  <a:solidFill>
                    <a:schemeClr val="bg1"/>
                  </a:solidFill>
                </a:endParaRPr>
              </a:p>
            </p:txBody>
          </p:sp>
          <p:sp>
            <p:nvSpPr>
              <p:cNvPr id="201" name="箭號: 向右 200">
                <a:extLst>
                  <a:ext uri="{FF2B5EF4-FFF2-40B4-BE49-F238E27FC236}">
                    <a16:creationId xmlns:a16="http://schemas.microsoft.com/office/drawing/2014/main" id="{AA185A28-BD2D-474C-A576-226BFFE361A3}"/>
                  </a:ext>
                </a:extLst>
              </p:cNvPr>
              <p:cNvSpPr/>
              <p:nvPr/>
            </p:nvSpPr>
            <p:spPr>
              <a:xfrm rot="16200000">
                <a:off x="1218866" y="2546388"/>
                <a:ext cx="441581" cy="132529"/>
              </a:xfrm>
              <a:prstGeom prst="rightArrow">
                <a:avLst>
                  <a:gd name="adj1" fmla="val 50000"/>
                  <a:gd name="adj2" fmla="val 99023"/>
                </a:avLst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577" dirty="0">
                  <a:solidFill>
                    <a:schemeClr val="bg1"/>
                  </a:solidFill>
                </a:endParaRP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8" name="文字方塊 197">
                  <a:extLst>
                    <a:ext uri="{FF2B5EF4-FFF2-40B4-BE49-F238E27FC236}">
                      <a16:creationId xmlns:a16="http://schemas.microsoft.com/office/drawing/2014/main" id="{A158A9CD-C3A5-4146-A816-D6FA568EB476}"/>
                    </a:ext>
                  </a:extLst>
                </p:cNvPr>
                <p:cNvSpPr txBox="1"/>
                <p:nvPr/>
              </p:nvSpPr>
              <p:spPr>
                <a:xfrm>
                  <a:off x="6721063" y="1897673"/>
                  <a:ext cx="416137" cy="74550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88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88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zh-TW" sz="88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</m:oMath>
                    </m:oMathPara>
                  </a14:m>
                  <a:endParaRPr lang="en-US" altLang="zh-TW" sz="880" dirty="0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198" name="文字方塊 197">
                  <a:extLst>
                    <a:ext uri="{FF2B5EF4-FFF2-40B4-BE49-F238E27FC236}">
                      <a16:creationId xmlns:a16="http://schemas.microsoft.com/office/drawing/2014/main" id="{A158A9CD-C3A5-4146-A816-D6FA568EB47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21063" y="1897673"/>
                  <a:ext cx="416137" cy="745504"/>
                </a:xfrm>
                <a:prstGeom prst="rect">
                  <a:avLst/>
                </a:prstGeom>
                <a:blipFill>
                  <a:blip r:embed="rId13"/>
                  <a:stretch>
                    <a:fillRect r="-54545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9" name="文字方塊 198">
                  <a:extLst>
                    <a:ext uri="{FF2B5EF4-FFF2-40B4-BE49-F238E27FC236}">
                      <a16:creationId xmlns:a16="http://schemas.microsoft.com/office/drawing/2014/main" id="{9F8B6938-D760-409B-B56E-F2C58D701FE9}"/>
                    </a:ext>
                  </a:extLst>
                </p:cNvPr>
                <p:cNvSpPr txBox="1"/>
                <p:nvPr/>
              </p:nvSpPr>
              <p:spPr>
                <a:xfrm>
                  <a:off x="7148777" y="2379535"/>
                  <a:ext cx="416137" cy="71221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88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88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zh-TW" sz="88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oMath>
                    </m:oMathPara>
                  </a14:m>
                  <a:endParaRPr lang="en-US" altLang="zh-TW" sz="880" dirty="0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199" name="文字方塊 198">
                  <a:extLst>
                    <a:ext uri="{FF2B5EF4-FFF2-40B4-BE49-F238E27FC236}">
                      <a16:creationId xmlns:a16="http://schemas.microsoft.com/office/drawing/2014/main" id="{9F8B6938-D760-409B-B56E-F2C58D701FE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48777" y="2379535"/>
                  <a:ext cx="416137" cy="712219"/>
                </a:xfrm>
                <a:prstGeom prst="rect">
                  <a:avLst/>
                </a:prstGeom>
                <a:blipFill>
                  <a:blip r:embed="rId14"/>
                  <a:stretch>
                    <a:fillRect r="-50000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02" name="群組 201">
            <a:extLst>
              <a:ext uri="{FF2B5EF4-FFF2-40B4-BE49-F238E27FC236}">
                <a16:creationId xmlns:a16="http://schemas.microsoft.com/office/drawing/2014/main" id="{D2DFB305-BF8C-4703-A5A8-8CFFA97BD783}"/>
              </a:ext>
            </a:extLst>
          </p:cNvPr>
          <p:cNvGrpSpPr/>
          <p:nvPr/>
        </p:nvGrpSpPr>
        <p:grpSpPr>
          <a:xfrm>
            <a:off x="7332913" y="1535002"/>
            <a:ext cx="290815" cy="356198"/>
            <a:chOff x="6721063" y="1832108"/>
            <a:chExt cx="909417" cy="1113875"/>
          </a:xfrm>
        </p:grpSpPr>
        <p:grpSp>
          <p:nvGrpSpPr>
            <p:cNvPr id="203" name="群組 202">
              <a:extLst>
                <a:ext uri="{FF2B5EF4-FFF2-40B4-BE49-F238E27FC236}">
                  <a16:creationId xmlns:a16="http://schemas.microsoft.com/office/drawing/2014/main" id="{6A2CD88E-89F0-434C-8214-077B2991D254}"/>
                </a:ext>
              </a:extLst>
            </p:cNvPr>
            <p:cNvGrpSpPr/>
            <p:nvPr/>
          </p:nvGrpSpPr>
          <p:grpSpPr>
            <a:xfrm>
              <a:off x="6929132" y="2420541"/>
              <a:ext cx="361452" cy="346736"/>
              <a:chOff x="1373392" y="2391862"/>
              <a:chExt cx="479433" cy="476535"/>
            </a:xfrm>
          </p:grpSpPr>
          <p:sp>
            <p:nvSpPr>
              <p:cNvPr id="206" name="箭號: 向右 205">
                <a:extLst>
                  <a:ext uri="{FF2B5EF4-FFF2-40B4-BE49-F238E27FC236}">
                    <a16:creationId xmlns:a16="http://schemas.microsoft.com/office/drawing/2014/main" id="{19FB514E-20DF-49F9-8CE6-8F8A49F714EF}"/>
                  </a:ext>
                </a:extLst>
              </p:cNvPr>
              <p:cNvSpPr/>
              <p:nvPr/>
            </p:nvSpPr>
            <p:spPr>
              <a:xfrm>
                <a:off x="1411244" y="2735868"/>
                <a:ext cx="441581" cy="132529"/>
              </a:xfrm>
              <a:prstGeom prst="rightArrow">
                <a:avLst>
                  <a:gd name="adj1" fmla="val 50000"/>
                  <a:gd name="adj2" fmla="val 99023"/>
                </a:avLst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577">
                  <a:solidFill>
                    <a:schemeClr val="tx1"/>
                  </a:solidFill>
                </a:endParaRPr>
              </a:p>
            </p:txBody>
          </p:sp>
          <p:sp>
            <p:nvSpPr>
              <p:cNvPr id="207" name="箭號: 向右 206">
                <a:extLst>
                  <a:ext uri="{FF2B5EF4-FFF2-40B4-BE49-F238E27FC236}">
                    <a16:creationId xmlns:a16="http://schemas.microsoft.com/office/drawing/2014/main" id="{54ED0251-8152-4E6C-B150-3A671D2B309E}"/>
                  </a:ext>
                </a:extLst>
              </p:cNvPr>
              <p:cNvSpPr/>
              <p:nvPr/>
            </p:nvSpPr>
            <p:spPr>
              <a:xfrm rot="16200000">
                <a:off x="1218866" y="2546388"/>
                <a:ext cx="441581" cy="132529"/>
              </a:xfrm>
              <a:prstGeom prst="rightArrow">
                <a:avLst>
                  <a:gd name="adj1" fmla="val 50000"/>
                  <a:gd name="adj2" fmla="val 99023"/>
                </a:avLst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577" dirty="0">
                  <a:solidFill>
                    <a:schemeClr val="tx1"/>
                  </a:solidFill>
                </a:endParaRP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4" name="文字方塊 203">
                  <a:extLst>
                    <a:ext uri="{FF2B5EF4-FFF2-40B4-BE49-F238E27FC236}">
                      <a16:creationId xmlns:a16="http://schemas.microsoft.com/office/drawing/2014/main" id="{ED6119B6-D325-45D7-8644-3F75E60D129D}"/>
                    </a:ext>
                  </a:extLst>
                </p:cNvPr>
                <p:cNvSpPr txBox="1"/>
                <p:nvPr/>
              </p:nvSpPr>
              <p:spPr>
                <a:xfrm>
                  <a:off x="6721063" y="1832108"/>
                  <a:ext cx="416137" cy="5874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577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577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zh-TW" sz="577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</m:oMath>
                    </m:oMathPara>
                  </a14:m>
                  <a:endParaRPr lang="en-US" altLang="zh-TW" sz="577" dirty="0"/>
                </a:p>
              </p:txBody>
            </p:sp>
          </mc:Choice>
          <mc:Fallback xmlns="">
            <p:sp>
              <p:nvSpPr>
                <p:cNvPr id="204" name="文字方塊 203">
                  <a:extLst>
                    <a:ext uri="{FF2B5EF4-FFF2-40B4-BE49-F238E27FC236}">
                      <a16:creationId xmlns:a16="http://schemas.microsoft.com/office/drawing/2014/main" id="{ED6119B6-D325-45D7-8644-3F75E60D129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21063" y="1832108"/>
                  <a:ext cx="416137" cy="587499"/>
                </a:xfrm>
                <a:prstGeom prst="rect">
                  <a:avLst/>
                </a:prstGeom>
                <a:blipFill>
                  <a:blip r:embed="rId11"/>
                  <a:stretch>
                    <a:fillRect r="-22727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5" name="文字方塊 204">
                  <a:extLst>
                    <a:ext uri="{FF2B5EF4-FFF2-40B4-BE49-F238E27FC236}">
                      <a16:creationId xmlns:a16="http://schemas.microsoft.com/office/drawing/2014/main" id="{A1D72847-1C6E-4D7F-9579-02A35820B6B8}"/>
                    </a:ext>
                  </a:extLst>
                </p:cNvPr>
                <p:cNvSpPr txBox="1"/>
                <p:nvPr/>
              </p:nvSpPr>
              <p:spPr>
                <a:xfrm>
                  <a:off x="7214343" y="2379536"/>
                  <a:ext cx="416137" cy="56644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577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577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zh-TW" sz="577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oMath>
                    </m:oMathPara>
                  </a14:m>
                  <a:endParaRPr lang="en-US" altLang="zh-TW" sz="577" dirty="0"/>
                </a:p>
              </p:txBody>
            </p:sp>
          </mc:Choice>
          <mc:Fallback xmlns="">
            <p:sp>
              <p:nvSpPr>
                <p:cNvPr id="205" name="文字方塊 204">
                  <a:extLst>
                    <a:ext uri="{FF2B5EF4-FFF2-40B4-BE49-F238E27FC236}">
                      <a16:creationId xmlns:a16="http://schemas.microsoft.com/office/drawing/2014/main" id="{A1D72847-1C6E-4D7F-9579-02A35820B6B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214343" y="2379536"/>
                  <a:ext cx="416137" cy="566447"/>
                </a:xfrm>
                <a:prstGeom prst="rect">
                  <a:avLst/>
                </a:prstGeom>
                <a:blipFill>
                  <a:blip r:embed="rId12"/>
                  <a:stretch>
                    <a:fillRect r="-13636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16" name="文字方塊 215">
            <a:extLst>
              <a:ext uri="{FF2B5EF4-FFF2-40B4-BE49-F238E27FC236}">
                <a16:creationId xmlns:a16="http://schemas.microsoft.com/office/drawing/2014/main" id="{42C1D9B8-8446-4675-B219-B666A3F92AA7}"/>
              </a:ext>
            </a:extLst>
          </p:cNvPr>
          <p:cNvSpPr txBox="1"/>
          <p:nvPr/>
        </p:nvSpPr>
        <p:spPr>
          <a:xfrm>
            <a:off x="1537062" y="334294"/>
            <a:ext cx="2026439" cy="3294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154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Transverse component</a:t>
            </a:r>
            <a:endParaRPr lang="zh-TW" altLang="en-US" sz="154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7" name="文字方塊 216">
            <a:extLst>
              <a:ext uri="{FF2B5EF4-FFF2-40B4-BE49-F238E27FC236}">
                <a16:creationId xmlns:a16="http://schemas.microsoft.com/office/drawing/2014/main" id="{4E8161BD-6F61-4F15-B6B2-FB3C142EE141}"/>
              </a:ext>
            </a:extLst>
          </p:cNvPr>
          <p:cNvSpPr txBox="1"/>
          <p:nvPr/>
        </p:nvSpPr>
        <p:spPr>
          <a:xfrm>
            <a:off x="6327352" y="334294"/>
            <a:ext cx="2166630" cy="3294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154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Longitudinal component</a:t>
            </a:r>
            <a:endParaRPr lang="zh-TW" altLang="en-US" sz="154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文字方塊 35">
                <a:extLst>
                  <a:ext uri="{FF2B5EF4-FFF2-40B4-BE49-F238E27FC236}">
                    <a16:creationId xmlns:a16="http://schemas.microsoft.com/office/drawing/2014/main" id="{9B50033E-DE33-4154-B5F1-8F9B5FFA7A61}"/>
                  </a:ext>
                </a:extLst>
              </p:cNvPr>
              <p:cNvSpPr txBox="1"/>
              <p:nvPr/>
            </p:nvSpPr>
            <p:spPr>
              <a:xfrm>
                <a:off x="1961474" y="1245971"/>
                <a:ext cx="1150186" cy="18114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577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577" i="1">
                              <a:latin typeface="Cambria Math" panose="02040503050406030204" pitchFamily="18" charset="0"/>
                            </a:rPr>
                            <m:t>𝛼</m:t>
                          </m:r>
                          <m:r>
                            <a:rPr lang="en-US" altLang="zh-TW" sz="577" i="1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TW" sz="577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</m:d>
                      <m:r>
                        <a:rPr lang="en-US" altLang="zh-TW" sz="577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zh-TW" sz="577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577" i="1">
                              <a:latin typeface="Cambria Math" panose="02040503050406030204" pitchFamily="18" charset="0"/>
                            </a:rPr>
                            <m:t>0, </m:t>
                          </m:r>
                          <m:r>
                            <m:rPr>
                              <m:nor/>
                            </m:rPr>
                            <a:rPr lang="en-US" altLang="zh-TW" sz="577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</m:oMath>
                  </m:oMathPara>
                </a14:m>
                <a:endParaRPr lang="zh-TW" altLang="en-US" sz="577" dirty="0"/>
              </a:p>
            </p:txBody>
          </p:sp>
        </mc:Choice>
        <mc:Fallback xmlns="">
          <p:sp>
            <p:nvSpPr>
              <p:cNvPr id="36" name="文字方塊 35">
                <a:extLst>
                  <a:ext uri="{FF2B5EF4-FFF2-40B4-BE49-F238E27FC236}">
                    <a16:creationId xmlns:a16="http://schemas.microsoft.com/office/drawing/2014/main" id="{9B50033E-DE33-4154-B5F1-8F9B5FFA7A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61474" y="1245971"/>
                <a:ext cx="1150186" cy="181140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1" name="文字方塊 220">
                <a:extLst>
                  <a:ext uri="{FF2B5EF4-FFF2-40B4-BE49-F238E27FC236}">
                    <a16:creationId xmlns:a16="http://schemas.microsoft.com/office/drawing/2014/main" id="{1F2AF2E0-5B21-4D02-9C04-810F49C1DE66}"/>
                  </a:ext>
                </a:extLst>
              </p:cNvPr>
              <p:cNvSpPr txBox="1"/>
              <p:nvPr/>
            </p:nvSpPr>
            <p:spPr>
              <a:xfrm>
                <a:off x="380945" y="3044955"/>
                <a:ext cx="1150186" cy="18114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577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577" i="1">
                              <a:latin typeface="Cambria Math" panose="02040503050406030204" pitchFamily="18" charset="0"/>
                            </a:rPr>
                            <m:t>0, </m:t>
                          </m:r>
                          <m:r>
                            <a:rPr lang="en-US" altLang="zh-TW" sz="577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577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577" dirty="0"/>
              </a:p>
            </p:txBody>
          </p:sp>
        </mc:Choice>
        <mc:Fallback xmlns="">
          <p:sp>
            <p:nvSpPr>
              <p:cNvPr id="221" name="文字方塊 220">
                <a:extLst>
                  <a:ext uri="{FF2B5EF4-FFF2-40B4-BE49-F238E27FC236}">
                    <a16:creationId xmlns:a16="http://schemas.microsoft.com/office/drawing/2014/main" id="{1F2AF2E0-5B21-4D02-9C04-810F49C1DE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0945" y="3044955"/>
                <a:ext cx="1150186" cy="181140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2" name="文字方塊 221">
                <a:extLst>
                  <a:ext uri="{FF2B5EF4-FFF2-40B4-BE49-F238E27FC236}">
                    <a16:creationId xmlns:a16="http://schemas.microsoft.com/office/drawing/2014/main" id="{5E07A889-321A-4082-9225-757B6BF06F3F}"/>
                  </a:ext>
                </a:extLst>
              </p:cNvPr>
              <p:cNvSpPr txBox="1"/>
              <p:nvPr/>
            </p:nvSpPr>
            <p:spPr>
              <a:xfrm>
                <a:off x="3463670" y="3044955"/>
                <a:ext cx="1150186" cy="18114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577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577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577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577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577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577" dirty="0"/>
              </a:p>
            </p:txBody>
          </p:sp>
        </mc:Choice>
        <mc:Fallback xmlns="">
          <p:sp>
            <p:nvSpPr>
              <p:cNvPr id="222" name="文字方塊 221">
                <a:extLst>
                  <a:ext uri="{FF2B5EF4-FFF2-40B4-BE49-F238E27FC236}">
                    <a16:creationId xmlns:a16="http://schemas.microsoft.com/office/drawing/2014/main" id="{5E07A889-321A-4082-9225-757B6BF06F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63670" y="3044955"/>
                <a:ext cx="1150186" cy="181140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3" name="文字方塊 222">
                <a:extLst>
                  <a:ext uri="{FF2B5EF4-FFF2-40B4-BE49-F238E27FC236}">
                    <a16:creationId xmlns:a16="http://schemas.microsoft.com/office/drawing/2014/main" id="{8E51661C-F95C-44C0-A8F0-38165630EE4E}"/>
                  </a:ext>
                </a:extLst>
              </p:cNvPr>
              <p:cNvSpPr txBox="1"/>
              <p:nvPr/>
            </p:nvSpPr>
            <p:spPr>
              <a:xfrm>
                <a:off x="1961474" y="4656409"/>
                <a:ext cx="1150186" cy="18114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577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577" i="1">
                              <a:latin typeface="Cambria Math" panose="02040503050406030204" pitchFamily="18" charset="0"/>
                            </a:rPr>
                            <m:t>0, </m:t>
                          </m:r>
                          <m:r>
                            <a:rPr lang="en-US" altLang="zh-TW" sz="577" i="1">
                              <a:latin typeface="Cambria Math" panose="02040503050406030204" pitchFamily="18" charset="0"/>
                            </a:rPr>
                            <m:t>𝜋</m:t>
                          </m:r>
                        </m:e>
                      </m:d>
                    </m:oMath>
                  </m:oMathPara>
                </a14:m>
                <a:endParaRPr lang="zh-TW" altLang="en-US" sz="577" dirty="0"/>
              </a:p>
            </p:txBody>
          </p:sp>
        </mc:Choice>
        <mc:Fallback xmlns="">
          <p:sp>
            <p:nvSpPr>
              <p:cNvPr id="223" name="文字方塊 222">
                <a:extLst>
                  <a:ext uri="{FF2B5EF4-FFF2-40B4-BE49-F238E27FC236}">
                    <a16:creationId xmlns:a16="http://schemas.microsoft.com/office/drawing/2014/main" id="{8E51661C-F95C-44C0-A8F0-38165630EE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61474" y="4656409"/>
                <a:ext cx="1150186" cy="181140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9" name="文字方塊 148">
                <a:extLst>
                  <a:ext uri="{FF2B5EF4-FFF2-40B4-BE49-F238E27FC236}">
                    <a16:creationId xmlns:a16="http://schemas.microsoft.com/office/drawing/2014/main" id="{AD1BAC5D-BB99-4BC9-A51B-1FFDDCB794EC}"/>
                  </a:ext>
                </a:extLst>
              </p:cNvPr>
              <p:cNvSpPr txBox="1"/>
              <p:nvPr/>
            </p:nvSpPr>
            <p:spPr>
              <a:xfrm>
                <a:off x="6835574" y="1254618"/>
                <a:ext cx="1150186" cy="18114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577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577" i="1">
                              <a:latin typeface="Cambria Math" panose="02040503050406030204" pitchFamily="18" charset="0"/>
                            </a:rPr>
                            <m:t>𝛼</m:t>
                          </m:r>
                          <m:r>
                            <a:rPr lang="en-US" altLang="zh-TW" sz="577" i="1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TW" sz="577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</m:d>
                      <m:r>
                        <a:rPr lang="en-US" altLang="zh-TW" sz="577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zh-TW" sz="577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577" i="1">
                              <a:latin typeface="Cambria Math" panose="02040503050406030204" pitchFamily="18" charset="0"/>
                            </a:rPr>
                            <m:t>0, </m:t>
                          </m:r>
                          <m:r>
                            <m:rPr>
                              <m:nor/>
                            </m:rPr>
                            <a:rPr lang="en-US" altLang="zh-TW" sz="577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</m:oMath>
                  </m:oMathPara>
                </a14:m>
                <a:endParaRPr lang="zh-TW" altLang="en-US" sz="577" dirty="0"/>
              </a:p>
            </p:txBody>
          </p:sp>
        </mc:Choice>
        <mc:Fallback xmlns="">
          <p:sp>
            <p:nvSpPr>
              <p:cNvPr id="149" name="文字方塊 148">
                <a:extLst>
                  <a:ext uri="{FF2B5EF4-FFF2-40B4-BE49-F238E27FC236}">
                    <a16:creationId xmlns:a16="http://schemas.microsoft.com/office/drawing/2014/main" id="{AD1BAC5D-BB99-4BC9-A51B-1FFDDCB794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35574" y="1254618"/>
                <a:ext cx="1150186" cy="181140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0" name="文字方塊 149">
                <a:extLst>
                  <a:ext uri="{FF2B5EF4-FFF2-40B4-BE49-F238E27FC236}">
                    <a16:creationId xmlns:a16="http://schemas.microsoft.com/office/drawing/2014/main" id="{B845F697-0441-48D1-B24E-5D148AA576B4}"/>
                  </a:ext>
                </a:extLst>
              </p:cNvPr>
              <p:cNvSpPr txBox="1"/>
              <p:nvPr/>
            </p:nvSpPr>
            <p:spPr>
              <a:xfrm>
                <a:off x="5273398" y="3044955"/>
                <a:ext cx="1150186" cy="18114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577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577" i="1">
                              <a:latin typeface="Cambria Math" panose="02040503050406030204" pitchFamily="18" charset="0"/>
                            </a:rPr>
                            <m:t>0, </m:t>
                          </m:r>
                          <m:r>
                            <a:rPr lang="en-US" altLang="zh-TW" sz="577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577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577" dirty="0"/>
              </a:p>
            </p:txBody>
          </p:sp>
        </mc:Choice>
        <mc:Fallback xmlns="">
          <p:sp>
            <p:nvSpPr>
              <p:cNvPr id="150" name="文字方塊 149">
                <a:extLst>
                  <a:ext uri="{FF2B5EF4-FFF2-40B4-BE49-F238E27FC236}">
                    <a16:creationId xmlns:a16="http://schemas.microsoft.com/office/drawing/2014/main" id="{B845F697-0441-48D1-B24E-5D148AA576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73398" y="3044955"/>
                <a:ext cx="1150186" cy="181140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1" name="文字方塊 150">
                <a:extLst>
                  <a:ext uri="{FF2B5EF4-FFF2-40B4-BE49-F238E27FC236}">
                    <a16:creationId xmlns:a16="http://schemas.microsoft.com/office/drawing/2014/main" id="{14589AD4-5CC2-4539-84E9-050FB6F0618A}"/>
                  </a:ext>
                </a:extLst>
              </p:cNvPr>
              <p:cNvSpPr txBox="1"/>
              <p:nvPr/>
            </p:nvSpPr>
            <p:spPr>
              <a:xfrm>
                <a:off x="8356122" y="3044955"/>
                <a:ext cx="1150186" cy="18114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577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577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577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577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577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577" dirty="0"/>
              </a:p>
            </p:txBody>
          </p:sp>
        </mc:Choice>
        <mc:Fallback xmlns="">
          <p:sp>
            <p:nvSpPr>
              <p:cNvPr id="151" name="文字方塊 150">
                <a:extLst>
                  <a:ext uri="{FF2B5EF4-FFF2-40B4-BE49-F238E27FC236}">
                    <a16:creationId xmlns:a16="http://schemas.microsoft.com/office/drawing/2014/main" id="{14589AD4-5CC2-4539-84E9-050FB6F061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56122" y="3044955"/>
                <a:ext cx="1150186" cy="181140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2" name="文字方塊 151">
                <a:extLst>
                  <a:ext uri="{FF2B5EF4-FFF2-40B4-BE49-F238E27FC236}">
                    <a16:creationId xmlns:a16="http://schemas.microsoft.com/office/drawing/2014/main" id="{66FFA0B8-EBE0-478E-8248-85350B099D9E}"/>
                  </a:ext>
                </a:extLst>
              </p:cNvPr>
              <p:cNvSpPr txBox="1"/>
              <p:nvPr/>
            </p:nvSpPr>
            <p:spPr>
              <a:xfrm>
                <a:off x="6835574" y="4644089"/>
                <a:ext cx="1150186" cy="18114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577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577" i="1">
                              <a:latin typeface="Cambria Math" panose="02040503050406030204" pitchFamily="18" charset="0"/>
                            </a:rPr>
                            <m:t>0,</m:t>
                          </m:r>
                          <m:r>
                            <a:rPr lang="en-US" altLang="zh-TW" sz="577" i="1">
                              <a:latin typeface="Cambria Math" panose="02040503050406030204" pitchFamily="18" charset="0"/>
                            </a:rPr>
                            <m:t>𝜋</m:t>
                          </m:r>
                        </m:e>
                      </m:d>
                    </m:oMath>
                  </m:oMathPara>
                </a14:m>
                <a:endParaRPr lang="zh-TW" altLang="en-US" sz="577" dirty="0"/>
              </a:p>
            </p:txBody>
          </p:sp>
        </mc:Choice>
        <mc:Fallback xmlns="">
          <p:sp>
            <p:nvSpPr>
              <p:cNvPr id="152" name="文字方塊 151">
                <a:extLst>
                  <a:ext uri="{FF2B5EF4-FFF2-40B4-BE49-F238E27FC236}">
                    <a16:creationId xmlns:a16="http://schemas.microsoft.com/office/drawing/2014/main" id="{66FFA0B8-EBE0-478E-8248-85350B099D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35574" y="4644089"/>
                <a:ext cx="1150186" cy="181140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4" name="圖片 33">
            <a:extLst>
              <a:ext uri="{FF2B5EF4-FFF2-40B4-BE49-F238E27FC236}">
                <a16:creationId xmlns:a16="http://schemas.microsoft.com/office/drawing/2014/main" id="{AF5CA778-033E-442B-A3F4-05210E5E6503}"/>
              </a:ext>
            </a:extLst>
          </p:cNvPr>
          <p:cNvPicPr>
            <a:picLocks noChangeAspect="1"/>
          </p:cNvPicPr>
          <p:nvPr/>
        </p:nvPicPr>
        <p:blipFill rotWithShape="1">
          <a:blip r:embed="rId2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0781" t="8908" r="4868" b="70278"/>
          <a:stretch/>
        </p:blipFill>
        <p:spPr>
          <a:xfrm>
            <a:off x="3118990" y="1198127"/>
            <a:ext cx="387889" cy="1237049"/>
          </a:xfrm>
          <a:prstGeom prst="rect">
            <a:avLst/>
          </a:prstGeom>
        </p:spPr>
      </p:pic>
      <p:pic>
        <p:nvPicPr>
          <p:cNvPr id="39" name="圖片 38">
            <a:extLst>
              <a:ext uri="{FF2B5EF4-FFF2-40B4-BE49-F238E27FC236}">
                <a16:creationId xmlns:a16="http://schemas.microsoft.com/office/drawing/2014/main" id="{A655968D-72EB-42D5-BB82-1B895990D313}"/>
              </a:ext>
            </a:extLst>
          </p:cNvPr>
          <p:cNvPicPr>
            <a:picLocks noChangeAspect="1"/>
          </p:cNvPicPr>
          <p:nvPr/>
        </p:nvPicPr>
        <p:blipFill rotWithShape="1">
          <a:blip r:embed="rId2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0879" t="9023" r="4888" b="70339"/>
          <a:stretch/>
        </p:blipFill>
        <p:spPr>
          <a:xfrm>
            <a:off x="7990025" y="1196380"/>
            <a:ext cx="377405" cy="122656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56" name="文字方塊 155">
                <a:extLst>
                  <a:ext uri="{FF2B5EF4-FFF2-40B4-BE49-F238E27FC236}">
                    <a16:creationId xmlns:a16="http://schemas.microsoft.com/office/drawing/2014/main" id="{34024785-46DF-48EF-B809-8E7CB3AA5D72}"/>
                  </a:ext>
                </a:extLst>
              </p:cNvPr>
              <p:cNvSpPr txBox="1"/>
              <p:nvPr/>
            </p:nvSpPr>
            <p:spPr>
              <a:xfrm>
                <a:off x="1988710" y="2077657"/>
                <a:ext cx="288465" cy="18114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577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577" i="1">
                              <a:latin typeface="Cambria Math" panose="02040503050406030204" pitchFamily="18" charset="0"/>
                            </a:rPr>
                            <m:t>0.1</m:t>
                          </m:r>
                          <m:r>
                            <a:rPr lang="en-US" altLang="zh-TW" sz="577" i="1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577" i="1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en-US" altLang="zh-TW" sz="577" dirty="0"/>
              </a:p>
            </p:txBody>
          </p:sp>
        </mc:Choice>
        <mc:Fallback xmlns="">
          <p:sp>
            <p:nvSpPr>
              <p:cNvPr id="156" name="文字方塊 155">
                <a:extLst>
                  <a:ext uri="{FF2B5EF4-FFF2-40B4-BE49-F238E27FC236}">
                    <a16:creationId xmlns:a16="http://schemas.microsoft.com/office/drawing/2014/main" id="{34024785-46DF-48EF-B809-8E7CB3AA5D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88710" y="2077657"/>
                <a:ext cx="288465" cy="181140"/>
              </a:xfrm>
              <a:prstGeom prst="rect">
                <a:avLst/>
              </a:prstGeom>
              <a:blipFill>
                <a:blip r:embed="rId2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7" name="文字方塊 156">
                <a:extLst>
                  <a:ext uri="{FF2B5EF4-FFF2-40B4-BE49-F238E27FC236}">
                    <a16:creationId xmlns:a16="http://schemas.microsoft.com/office/drawing/2014/main" id="{661FAE37-879D-4C1B-A060-409A82F98614}"/>
                  </a:ext>
                </a:extLst>
              </p:cNvPr>
              <p:cNvSpPr txBox="1"/>
              <p:nvPr/>
            </p:nvSpPr>
            <p:spPr>
              <a:xfrm>
                <a:off x="6880182" y="2077657"/>
                <a:ext cx="288465" cy="18114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577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577" i="1">
                              <a:latin typeface="Cambria Math" panose="02040503050406030204" pitchFamily="18" charset="0"/>
                            </a:rPr>
                            <m:t>0.1</m:t>
                          </m:r>
                          <m:r>
                            <a:rPr lang="en-US" altLang="zh-TW" sz="577" i="1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577" i="1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en-US" altLang="zh-TW" sz="577" dirty="0"/>
              </a:p>
            </p:txBody>
          </p:sp>
        </mc:Choice>
        <mc:Fallback xmlns="">
          <p:sp>
            <p:nvSpPr>
              <p:cNvPr id="157" name="文字方塊 156">
                <a:extLst>
                  <a:ext uri="{FF2B5EF4-FFF2-40B4-BE49-F238E27FC236}">
                    <a16:creationId xmlns:a16="http://schemas.microsoft.com/office/drawing/2014/main" id="{661FAE37-879D-4C1B-A060-409A82F986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80182" y="2077657"/>
                <a:ext cx="288465" cy="181140"/>
              </a:xfrm>
              <a:prstGeom prst="rect">
                <a:avLst/>
              </a:prstGeom>
              <a:blipFill>
                <a:blip r:embed="rId2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8" name="文字方塊 157">
                <a:extLst>
                  <a:ext uri="{FF2B5EF4-FFF2-40B4-BE49-F238E27FC236}">
                    <a16:creationId xmlns:a16="http://schemas.microsoft.com/office/drawing/2014/main" id="{0976E03A-149A-45CD-A898-702F9AEFD775}"/>
                  </a:ext>
                </a:extLst>
              </p:cNvPr>
              <p:cNvSpPr txBox="1"/>
              <p:nvPr/>
            </p:nvSpPr>
            <p:spPr>
              <a:xfrm>
                <a:off x="3122132" y="2216040"/>
                <a:ext cx="296609" cy="18114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sz="577"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altLang="zh-TW" sz="577">
                          <a:latin typeface="Cambria Math" panose="02040503050406030204" pitchFamily="18" charset="0"/>
                        </a:rPr>
                        <m:t>.</m:t>
                      </m:r>
                      <m:r>
                        <m:rPr>
                          <m:sty m:val="p"/>
                        </m:rPr>
                        <a:rPr lang="en-US" altLang="zh-TW" sz="577">
                          <a:latin typeface="Cambria Math" panose="02040503050406030204" pitchFamily="18" charset="0"/>
                        </a:rPr>
                        <m:t>u</m:t>
                      </m:r>
                      <m:r>
                        <a:rPr lang="en-US" altLang="zh-TW" sz="577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TW" altLang="en-US" sz="577" dirty="0"/>
              </a:p>
            </p:txBody>
          </p:sp>
        </mc:Choice>
        <mc:Fallback xmlns="">
          <p:sp>
            <p:nvSpPr>
              <p:cNvPr id="158" name="文字方塊 157">
                <a:extLst>
                  <a:ext uri="{FF2B5EF4-FFF2-40B4-BE49-F238E27FC236}">
                    <a16:creationId xmlns:a16="http://schemas.microsoft.com/office/drawing/2014/main" id="{0976E03A-149A-45CD-A898-702F9AEFD7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22132" y="2216040"/>
                <a:ext cx="296609" cy="181140"/>
              </a:xfrm>
              <a:prstGeom prst="rect">
                <a:avLst/>
              </a:prstGeom>
              <a:blipFill>
                <a:blip r:embed="rId2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5" name="文字方塊 184">
                <a:extLst>
                  <a:ext uri="{FF2B5EF4-FFF2-40B4-BE49-F238E27FC236}">
                    <a16:creationId xmlns:a16="http://schemas.microsoft.com/office/drawing/2014/main" id="{2474F25B-E84E-4D19-A7C6-AC4F0E87EE21}"/>
                  </a:ext>
                </a:extLst>
              </p:cNvPr>
              <p:cNvSpPr txBox="1"/>
              <p:nvPr/>
            </p:nvSpPr>
            <p:spPr>
              <a:xfrm>
                <a:off x="7991214" y="2202992"/>
                <a:ext cx="296609" cy="18114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sz="577"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altLang="zh-TW" sz="577">
                          <a:latin typeface="Cambria Math" panose="02040503050406030204" pitchFamily="18" charset="0"/>
                        </a:rPr>
                        <m:t>.</m:t>
                      </m:r>
                      <m:r>
                        <m:rPr>
                          <m:sty m:val="p"/>
                        </m:rPr>
                        <a:rPr lang="en-US" altLang="zh-TW" sz="577">
                          <a:latin typeface="Cambria Math" panose="02040503050406030204" pitchFamily="18" charset="0"/>
                        </a:rPr>
                        <m:t>u</m:t>
                      </m:r>
                      <m:r>
                        <a:rPr lang="en-US" altLang="zh-TW" sz="577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TW" altLang="en-US" sz="577" dirty="0"/>
              </a:p>
            </p:txBody>
          </p:sp>
        </mc:Choice>
        <mc:Fallback xmlns="">
          <p:sp>
            <p:nvSpPr>
              <p:cNvPr id="185" name="文字方塊 184">
                <a:extLst>
                  <a:ext uri="{FF2B5EF4-FFF2-40B4-BE49-F238E27FC236}">
                    <a16:creationId xmlns:a16="http://schemas.microsoft.com/office/drawing/2014/main" id="{2474F25B-E84E-4D19-A7C6-AC4F0E87EE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91214" y="2202992"/>
                <a:ext cx="296609" cy="181140"/>
              </a:xfrm>
              <a:prstGeom prst="rect">
                <a:avLst/>
              </a:prstGeom>
              <a:blipFill>
                <a:blip r:embed="rId2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86" name="群組 185">
            <a:extLst>
              <a:ext uri="{FF2B5EF4-FFF2-40B4-BE49-F238E27FC236}">
                <a16:creationId xmlns:a16="http://schemas.microsoft.com/office/drawing/2014/main" id="{D4CF9247-D5DA-4F85-9C0B-8EF768238ECC}"/>
              </a:ext>
            </a:extLst>
          </p:cNvPr>
          <p:cNvGrpSpPr/>
          <p:nvPr/>
        </p:nvGrpSpPr>
        <p:grpSpPr>
          <a:xfrm>
            <a:off x="1768312" y="2657189"/>
            <a:ext cx="1606614" cy="1671108"/>
            <a:chOff x="3213282" y="4585869"/>
            <a:chExt cx="2919455" cy="3036650"/>
          </a:xfrm>
        </p:grpSpPr>
        <p:grpSp>
          <p:nvGrpSpPr>
            <p:cNvPr id="187" name="群組 186">
              <a:extLst>
                <a:ext uri="{FF2B5EF4-FFF2-40B4-BE49-F238E27FC236}">
                  <a16:creationId xmlns:a16="http://schemas.microsoft.com/office/drawing/2014/main" id="{AA7923FE-EFE6-4FB2-A20E-9FDE65714468}"/>
                </a:ext>
              </a:extLst>
            </p:cNvPr>
            <p:cNvGrpSpPr/>
            <p:nvPr/>
          </p:nvGrpSpPr>
          <p:grpSpPr>
            <a:xfrm>
              <a:off x="3213282" y="4585869"/>
              <a:ext cx="2919455" cy="3036650"/>
              <a:chOff x="3909893" y="2121313"/>
              <a:chExt cx="2919455" cy="3036650"/>
            </a:xfrm>
          </p:grpSpPr>
          <p:sp>
            <p:nvSpPr>
              <p:cNvPr id="225" name="Oval 14">
                <a:extLst>
                  <a:ext uri="{FF2B5EF4-FFF2-40B4-BE49-F238E27FC236}">
                    <a16:creationId xmlns:a16="http://schemas.microsoft.com/office/drawing/2014/main" id="{4BD69387-6012-41E8-898A-89FD51282699}"/>
                  </a:ext>
                </a:extLst>
              </p:cNvPr>
              <p:cNvSpPr/>
              <p:nvPr/>
            </p:nvSpPr>
            <p:spPr>
              <a:xfrm>
                <a:off x="5222336" y="2135621"/>
                <a:ext cx="295195" cy="305784"/>
              </a:xfrm>
              <a:prstGeom prst="ellipse">
                <a:avLst/>
              </a:prstGeom>
              <a:gradFill flip="none" rotWithShape="1">
                <a:gsLst>
                  <a:gs pos="0">
                    <a:srgbClr val="D1D1D1"/>
                  </a:gs>
                  <a:gs pos="23000">
                    <a:schemeClr val="bg1">
                      <a:lumMod val="85000"/>
                    </a:schemeClr>
                  </a:gs>
                  <a:gs pos="69000">
                    <a:schemeClr val="accent3">
                      <a:lumMod val="75000"/>
                    </a:schemeClr>
                  </a:gs>
                  <a:gs pos="97000">
                    <a:schemeClr val="accent3">
                      <a:lumMod val="7000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577" dirty="0"/>
              </a:p>
            </p:txBody>
          </p:sp>
          <p:sp>
            <p:nvSpPr>
              <p:cNvPr id="227" name="Oval 4">
                <a:extLst>
                  <a:ext uri="{FF2B5EF4-FFF2-40B4-BE49-F238E27FC236}">
                    <a16:creationId xmlns:a16="http://schemas.microsoft.com/office/drawing/2014/main" id="{2F92DDA0-B59D-4F81-A8F4-09A3482FE1B4}"/>
                  </a:ext>
                </a:extLst>
              </p:cNvPr>
              <p:cNvSpPr/>
              <p:nvPr/>
            </p:nvSpPr>
            <p:spPr>
              <a:xfrm>
                <a:off x="4061937" y="2288513"/>
                <a:ext cx="2623960" cy="2718084"/>
              </a:xfrm>
              <a:prstGeom prst="ellipse">
                <a:avLst/>
              </a:prstGeom>
              <a:gradFill flip="none" rotWithShape="1">
                <a:gsLst>
                  <a:gs pos="100000">
                    <a:schemeClr val="accent3">
                      <a:lumMod val="60000"/>
                      <a:lumOff val="40000"/>
                      <a:alpha val="60000"/>
                    </a:schemeClr>
                  </a:gs>
                  <a:gs pos="55000">
                    <a:schemeClr val="accent3">
                      <a:lumMod val="40000"/>
                      <a:lumOff val="60000"/>
                      <a:alpha val="60000"/>
                    </a:schemeClr>
                  </a:gs>
                  <a:gs pos="0">
                    <a:schemeClr val="bg1">
                      <a:alpha val="60000"/>
                    </a:schemeClr>
                  </a:gs>
                </a:gsLst>
                <a:path path="circle">
                  <a:fillToRect l="100000" b="100000"/>
                </a:path>
                <a:tileRect t="-100000" r="-100000"/>
              </a:gradFill>
              <a:ln w="57150">
                <a:solidFill>
                  <a:srgbClr val="D5D7DA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577" dirty="0"/>
              </a:p>
            </p:txBody>
          </p:sp>
          <p:sp>
            <p:nvSpPr>
              <p:cNvPr id="228" name="Oval 15">
                <a:extLst>
                  <a:ext uri="{FF2B5EF4-FFF2-40B4-BE49-F238E27FC236}">
                    <a16:creationId xmlns:a16="http://schemas.microsoft.com/office/drawing/2014/main" id="{9DD6686B-C3D5-4889-A330-21F1A92854E1}"/>
                  </a:ext>
                </a:extLst>
              </p:cNvPr>
              <p:cNvSpPr/>
              <p:nvPr/>
            </p:nvSpPr>
            <p:spPr>
              <a:xfrm>
                <a:off x="5222336" y="4852179"/>
                <a:ext cx="295195" cy="305784"/>
              </a:xfrm>
              <a:prstGeom prst="ellipse">
                <a:avLst/>
              </a:prstGeom>
              <a:gradFill flip="none" rotWithShape="1">
                <a:gsLst>
                  <a:gs pos="17000">
                    <a:srgbClr val="D1D1D1"/>
                  </a:gs>
                  <a:gs pos="0">
                    <a:schemeClr val="bg1">
                      <a:lumMod val="85000"/>
                    </a:schemeClr>
                  </a:gs>
                  <a:gs pos="60000">
                    <a:schemeClr val="accent3">
                      <a:lumMod val="75000"/>
                    </a:schemeClr>
                  </a:gs>
                  <a:gs pos="97000">
                    <a:schemeClr val="accent3">
                      <a:lumMod val="7000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577" dirty="0"/>
              </a:p>
            </p:txBody>
          </p:sp>
          <p:sp>
            <p:nvSpPr>
              <p:cNvPr id="230" name="SHO">
                <a:extLst>
                  <a:ext uri="{FF2B5EF4-FFF2-40B4-BE49-F238E27FC236}">
                    <a16:creationId xmlns:a16="http://schemas.microsoft.com/office/drawing/2014/main" id="{410F7FA8-4BF5-485B-AEAA-56999349425A}"/>
                  </a:ext>
                </a:extLst>
              </p:cNvPr>
              <p:cNvSpPr/>
              <p:nvPr/>
            </p:nvSpPr>
            <p:spPr>
              <a:xfrm rot="16200000">
                <a:off x="4804171" y="2336484"/>
                <a:ext cx="1131525" cy="2623960"/>
              </a:xfrm>
              <a:prstGeom prst="arc">
                <a:avLst>
                  <a:gd name="adj1" fmla="val 5396867"/>
                  <a:gd name="adj2" fmla="val 5395779"/>
                </a:avLst>
              </a:prstGeom>
              <a:gradFill flip="none" rotWithShape="1">
                <a:gsLst>
                  <a:gs pos="0">
                    <a:schemeClr val="bg1">
                      <a:lumMod val="65000"/>
                    </a:schemeClr>
                  </a:gs>
                  <a:gs pos="47000">
                    <a:schemeClr val="bg1">
                      <a:lumMod val="50000"/>
                    </a:schemeClr>
                  </a:gs>
                  <a:gs pos="97000">
                    <a:srgbClr val="5E5E5E"/>
                  </a:gs>
                </a:gsLst>
                <a:path path="circle">
                  <a:fillToRect l="50000" t="50000" r="50000" b="50000"/>
                </a:path>
                <a:tileRect/>
              </a:gradFill>
              <a:ln w="31750">
                <a:noFill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577" dirty="0"/>
              </a:p>
            </p:txBody>
          </p:sp>
          <p:sp>
            <p:nvSpPr>
              <p:cNvPr id="231" name="SVO">
                <a:extLst>
                  <a:ext uri="{FF2B5EF4-FFF2-40B4-BE49-F238E27FC236}">
                    <a16:creationId xmlns:a16="http://schemas.microsoft.com/office/drawing/2014/main" id="{8C5CDE49-0D16-48C2-BA85-F0A675C76E20}"/>
                  </a:ext>
                </a:extLst>
              </p:cNvPr>
              <p:cNvSpPr/>
              <p:nvPr/>
            </p:nvSpPr>
            <p:spPr>
              <a:xfrm>
                <a:off x="4712309" y="2289422"/>
                <a:ext cx="1311980" cy="2718084"/>
              </a:xfrm>
              <a:prstGeom prst="ellipse">
                <a:avLst/>
              </a:prstGeom>
              <a:noFill/>
              <a:ln w="25400">
                <a:solidFill>
                  <a:schemeClr val="bg1">
                    <a:lumMod val="50000"/>
                  </a:schemeClr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577"/>
              </a:p>
            </p:txBody>
          </p:sp>
          <p:sp>
            <p:nvSpPr>
              <p:cNvPr id="232" name="Oval 6">
                <a:extLst>
                  <a:ext uri="{FF2B5EF4-FFF2-40B4-BE49-F238E27FC236}">
                    <a16:creationId xmlns:a16="http://schemas.microsoft.com/office/drawing/2014/main" id="{61B557AE-3C9E-4ABD-A35F-93C0FE8162C6}"/>
                  </a:ext>
                </a:extLst>
              </p:cNvPr>
              <p:cNvSpPr/>
              <p:nvPr/>
            </p:nvSpPr>
            <p:spPr>
              <a:xfrm rot="16200000">
                <a:off x="4804171" y="2336484"/>
                <a:ext cx="1131525" cy="2623960"/>
              </a:xfrm>
              <a:prstGeom prst="ellipse">
                <a:avLst/>
              </a:prstGeom>
              <a:noFill/>
              <a:ln w="38100">
                <a:solidFill>
                  <a:schemeClr val="tx1">
                    <a:alpha val="60000"/>
                  </a:scheme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577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33" name="TextBox 11">
                    <a:extLst>
                      <a:ext uri="{FF2B5EF4-FFF2-40B4-BE49-F238E27FC236}">
                        <a16:creationId xmlns:a16="http://schemas.microsoft.com/office/drawing/2014/main" id="{58F67AF0-E1F2-4424-AC6F-446EA78D2D0E}"/>
                      </a:ext>
                    </a:extLst>
                  </p:cNvPr>
                  <p:cNvSpPr txBox="1"/>
                  <p:nvPr/>
                </p:nvSpPr>
                <p:spPr>
                  <a:xfrm>
                    <a:off x="4440286" y="3358990"/>
                    <a:ext cx="321504" cy="598657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1541" i="1">
                              <a:latin typeface="Cambria Math" panose="02040503050406030204" pitchFamily="18" charset="0"/>
                            </a:rPr>
                            <m:t>𝑥</m:t>
                          </m:r>
                        </m:oMath>
                      </m:oMathPara>
                    </a14:m>
                    <a:endParaRPr lang="en-US" sz="1541" dirty="0"/>
                  </a:p>
                </p:txBody>
              </p:sp>
            </mc:Choice>
            <mc:Fallback xmlns="">
              <p:sp>
                <p:nvSpPr>
                  <p:cNvPr id="233" name="TextBox 11">
                    <a:extLst>
                      <a:ext uri="{FF2B5EF4-FFF2-40B4-BE49-F238E27FC236}">
                        <a16:creationId xmlns:a16="http://schemas.microsoft.com/office/drawing/2014/main" id="{58F67AF0-E1F2-4424-AC6F-446EA78D2D0E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440286" y="3358990"/>
                    <a:ext cx="321504" cy="598657"/>
                  </a:xfrm>
                  <a:prstGeom prst="rect">
                    <a:avLst/>
                  </a:prstGeom>
                  <a:blipFill>
                    <a:blip r:embed="rId29"/>
                    <a:stretch>
                      <a:fillRect r="-34483"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234" name="Oval 22">
                <a:extLst>
                  <a:ext uri="{FF2B5EF4-FFF2-40B4-BE49-F238E27FC236}">
                    <a16:creationId xmlns:a16="http://schemas.microsoft.com/office/drawing/2014/main" id="{B54B9A65-E9EE-4E40-AF0D-3515C83547C5}"/>
                  </a:ext>
                </a:extLst>
              </p:cNvPr>
              <p:cNvSpPr/>
              <p:nvPr/>
            </p:nvSpPr>
            <p:spPr>
              <a:xfrm>
                <a:off x="5220616" y="4852179"/>
                <a:ext cx="295195" cy="305784"/>
              </a:xfrm>
              <a:prstGeom prst="ellipse">
                <a:avLst/>
              </a:prstGeom>
              <a:gradFill flip="none" rotWithShape="1">
                <a:gsLst>
                  <a:gs pos="100000">
                    <a:schemeClr val="tx1">
                      <a:lumMod val="85000"/>
                      <a:lumOff val="15000"/>
                    </a:schemeClr>
                  </a:gs>
                  <a:gs pos="50000">
                    <a:schemeClr val="tx1">
                      <a:lumMod val="65000"/>
                      <a:lumOff val="35000"/>
                      <a:tint val="44500"/>
                      <a:satMod val="160000"/>
                    </a:schemeClr>
                  </a:gs>
                  <a:gs pos="0">
                    <a:schemeClr val="tx1">
                      <a:lumMod val="65000"/>
                      <a:lumOff val="35000"/>
                      <a:tint val="23500"/>
                      <a:satMod val="16000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577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35" name="TextBox 12">
                    <a:extLst>
                      <a:ext uri="{FF2B5EF4-FFF2-40B4-BE49-F238E27FC236}">
                        <a16:creationId xmlns:a16="http://schemas.microsoft.com/office/drawing/2014/main" id="{47607F47-E129-4858-A861-09C3365EBAEB}"/>
                      </a:ext>
                    </a:extLst>
                  </p:cNvPr>
                  <p:cNvSpPr txBox="1"/>
                  <p:nvPr/>
                </p:nvSpPr>
                <p:spPr>
                  <a:xfrm>
                    <a:off x="5682303" y="3497724"/>
                    <a:ext cx="321504" cy="598657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1541" i="1">
                              <a:latin typeface="Cambria Math" panose="02040503050406030204" pitchFamily="18" charset="0"/>
                            </a:rPr>
                            <m:t>𝑦</m:t>
                          </m:r>
                        </m:oMath>
                      </m:oMathPara>
                    </a14:m>
                    <a:endParaRPr lang="en-US" sz="1541" dirty="0"/>
                  </a:p>
                </p:txBody>
              </p:sp>
            </mc:Choice>
            <mc:Fallback xmlns="">
              <p:sp>
                <p:nvSpPr>
                  <p:cNvPr id="235" name="TextBox 12">
                    <a:extLst>
                      <a:ext uri="{FF2B5EF4-FFF2-40B4-BE49-F238E27FC236}">
                        <a16:creationId xmlns:a16="http://schemas.microsoft.com/office/drawing/2014/main" id="{47607F47-E129-4858-A861-09C3365EBAEB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682303" y="3497724"/>
                    <a:ext cx="321504" cy="598657"/>
                  </a:xfrm>
                  <a:prstGeom prst="rect">
                    <a:avLst/>
                  </a:prstGeom>
                  <a:blipFill>
                    <a:blip r:embed="rId30"/>
                    <a:stretch>
                      <a:fillRect r="-51724" b="-3704"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36" name="TextBox 13">
                    <a:extLst>
                      <a:ext uri="{FF2B5EF4-FFF2-40B4-BE49-F238E27FC236}">
                        <a16:creationId xmlns:a16="http://schemas.microsoft.com/office/drawing/2014/main" id="{B33E8240-9899-4532-AC48-E598959BF401}"/>
                      </a:ext>
                    </a:extLst>
                  </p:cNvPr>
                  <p:cNvSpPr txBox="1"/>
                  <p:nvPr/>
                </p:nvSpPr>
                <p:spPr>
                  <a:xfrm>
                    <a:off x="5200615" y="2429547"/>
                    <a:ext cx="321504" cy="598657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1541" i="1">
                              <a:latin typeface="Cambria Math" panose="02040503050406030204" pitchFamily="18" charset="0"/>
                            </a:rPr>
                            <m:t>𝑧</m:t>
                          </m:r>
                        </m:oMath>
                      </m:oMathPara>
                    </a14:m>
                    <a:endParaRPr lang="en-US" sz="1541" dirty="0"/>
                  </a:p>
                </p:txBody>
              </p:sp>
            </mc:Choice>
            <mc:Fallback xmlns="">
              <p:sp>
                <p:nvSpPr>
                  <p:cNvPr id="236" name="TextBox 13">
                    <a:extLst>
                      <a:ext uri="{FF2B5EF4-FFF2-40B4-BE49-F238E27FC236}">
                        <a16:creationId xmlns:a16="http://schemas.microsoft.com/office/drawing/2014/main" id="{B33E8240-9899-4532-AC48-E598959BF401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200615" y="2429547"/>
                    <a:ext cx="321504" cy="598657"/>
                  </a:xfrm>
                  <a:prstGeom prst="rect">
                    <a:avLst/>
                  </a:prstGeom>
                  <a:blipFill>
                    <a:blip r:embed="rId31"/>
                    <a:stretch>
                      <a:fillRect r="-27586"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237" name="DVO">
                <a:extLst>
                  <a:ext uri="{FF2B5EF4-FFF2-40B4-BE49-F238E27FC236}">
                    <a16:creationId xmlns:a16="http://schemas.microsoft.com/office/drawing/2014/main" id="{AE1C2797-CE12-49AA-AD6B-38486FF79B63}"/>
                  </a:ext>
                </a:extLst>
              </p:cNvPr>
              <p:cNvSpPr/>
              <p:nvPr/>
            </p:nvSpPr>
            <p:spPr>
              <a:xfrm flipH="1">
                <a:off x="4712309" y="2289422"/>
                <a:ext cx="1311980" cy="2718084"/>
              </a:xfrm>
              <a:prstGeom prst="arc">
                <a:avLst>
                  <a:gd name="adj1" fmla="val 5396867"/>
                  <a:gd name="adj2" fmla="val 16170484"/>
                </a:avLst>
              </a:prstGeom>
              <a:ln w="25400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577" dirty="0"/>
              </a:p>
            </p:txBody>
          </p:sp>
          <p:sp>
            <p:nvSpPr>
              <p:cNvPr id="238" name="Oval 23">
                <a:extLst>
                  <a:ext uri="{FF2B5EF4-FFF2-40B4-BE49-F238E27FC236}">
                    <a16:creationId xmlns:a16="http://schemas.microsoft.com/office/drawing/2014/main" id="{30D161B1-557E-4EDB-B883-2A204DBF4B2B}"/>
                  </a:ext>
                </a:extLst>
              </p:cNvPr>
              <p:cNvSpPr/>
              <p:nvPr/>
            </p:nvSpPr>
            <p:spPr>
              <a:xfrm>
                <a:off x="6534153" y="3495572"/>
                <a:ext cx="295195" cy="305784"/>
              </a:xfrm>
              <a:prstGeom prst="ellipse">
                <a:avLst/>
              </a:prstGeom>
              <a:gradFill flip="none" rotWithShape="1">
                <a:gsLst>
                  <a:gs pos="100000">
                    <a:schemeClr val="tx1">
                      <a:lumMod val="85000"/>
                      <a:lumOff val="15000"/>
                    </a:schemeClr>
                  </a:gs>
                  <a:gs pos="50000">
                    <a:schemeClr val="tx1">
                      <a:lumMod val="65000"/>
                      <a:lumOff val="35000"/>
                      <a:tint val="44500"/>
                      <a:satMod val="160000"/>
                    </a:schemeClr>
                  </a:gs>
                  <a:gs pos="0">
                    <a:schemeClr val="tx1">
                      <a:lumMod val="65000"/>
                      <a:lumOff val="35000"/>
                      <a:tint val="23500"/>
                      <a:satMod val="16000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577" dirty="0"/>
              </a:p>
            </p:txBody>
          </p:sp>
          <p:cxnSp>
            <p:nvCxnSpPr>
              <p:cNvPr id="239" name="Straight Arrow Connector 7">
                <a:extLst>
                  <a:ext uri="{FF2B5EF4-FFF2-40B4-BE49-F238E27FC236}">
                    <a16:creationId xmlns:a16="http://schemas.microsoft.com/office/drawing/2014/main" id="{21C9AF08-E630-41FC-8453-E43675F3533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362789" y="2834235"/>
                <a:ext cx="3083" cy="810248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0" name="Straight Arrow Connector 19">
                <a:extLst>
                  <a:ext uri="{FF2B5EF4-FFF2-40B4-BE49-F238E27FC236}">
                    <a16:creationId xmlns:a16="http://schemas.microsoft.com/office/drawing/2014/main" id="{45D9C729-C398-40D1-8735-B27C4E43597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368214" y="3640512"/>
                <a:ext cx="355802" cy="284861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1" name="Straight Arrow Connector 18">
                <a:extLst>
                  <a:ext uri="{FF2B5EF4-FFF2-40B4-BE49-F238E27FC236}">
                    <a16:creationId xmlns:a16="http://schemas.microsoft.com/office/drawing/2014/main" id="{2D674672-7BF3-4214-8AAC-11AF1314C125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 flipH="1" flipV="1">
                <a:off x="5056896" y="3328917"/>
                <a:ext cx="0" cy="623190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42" name="Oval 20">
                <a:extLst>
                  <a:ext uri="{FF2B5EF4-FFF2-40B4-BE49-F238E27FC236}">
                    <a16:creationId xmlns:a16="http://schemas.microsoft.com/office/drawing/2014/main" id="{D83C6FF7-5AFA-4D14-BC26-5C598791E980}"/>
                  </a:ext>
                </a:extLst>
              </p:cNvPr>
              <p:cNvSpPr/>
              <p:nvPr/>
            </p:nvSpPr>
            <p:spPr>
              <a:xfrm>
                <a:off x="3909893" y="3495572"/>
                <a:ext cx="295195" cy="305784"/>
              </a:xfrm>
              <a:prstGeom prst="ellipse">
                <a:avLst/>
              </a:prstGeom>
              <a:gradFill flip="none" rotWithShape="1">
                <a:gsLst>
                  <a:gs pos="100000">
                    <a:schemeClr val="tx1">
                      <a:lumMod val="85000"/>
                      <a:lumOff val="15000"/>
                    </a:schemeClr>
                  </a:gs>
                  <a:gs pos="50000">
                    <a:schemeClr val="tx1">
                      <a:lumMod val="65000"/>
                      <a:lumOff val="35000"/>
                      <a:tint val="44500"/>
                      <a:satMod val="160000"/>
                    </a:schemeClr>
                  </a:gs>
                  <a:gs pos="0">
                    <a:schemeClr val="tx1">
                      <a:lumMod val="65000"/>
                      <a:lumOff val="35000"/>
                      <a:tint val="23500"/>
                      <a:satMod val="16000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577"/>
              </a:p>
            </p:txBody>
          </p:sp>
          <p:sp>
            <p:nvSpPr>
              <p:cNvPr id="243" name="Oval 22">
                <a:extLst>
                  <a:ext uri="{FF2B5EF4-FFF2-40B4-BE49-F238E27FC236}">
                    <a16:creationId xmlns:a16="http://schemas.microsoft.com/office/drawing/2014/main" id="{8104D381-3321-4F2C-92F4-6155A003D380}"/>
                  </a:ext>
                </a:extLst>
              </p:cNvPr>
              <p:cNvSpPr/>
              <p:nvPr/>
            </p:nvSpPr>
            <p:spPr>
              <a:xfrm>
                <a:off x="5222764" y="2121313"/>
                <a:ext cx="295195" cy="305784"/>
              </a:xfrm>
              <a:prstGeom prst="ellipse">
                <a:avLst/>
              </a:prstGeom>
              <a:gradFill flip="none" rotWithShape="1">
                <a:gsLst>
                  <a:gs pos="100000">
                    <a:schemeClr val="tx1">
                      <a:lumMod val="85000"/>
                      <a:lumOff val="15000"/>
                    </a:schemeClr>
                  </a:gs>
                  <a:gs pos="50000">
                    <a:schemeClr val="tx1">
                      <a:lumMod val="65000"/>
                      <a:lumOff val="35000"/>
                      <a:tint val="44500"/>
                      <a:satMod val="160000"/>
                    </a:schemeClr>
                  </a:gs>
                  <a:gs pos="0">
                    <a:schemeClr val="tx1">
                      <a:lumMod val="65000"/>
                      <a:lumOff val="35000"/>
                      <a:tint val="23500"/>
                      <a:satMod val="16000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577" dirty="0"/>
              </a:p>
            </p:txBody>
          </p:sp>
        </p:grpSp>
        <p:sp>
          <p:nvSpPr>
            <p:cNvPr id="188" name="Partial Circle 9">
              <a:extLst>
                <a:ext uri="{FF2B5EF4-FFF2-40B4-BE49-F238E27FC236}">
                  <a16:creationId xmlns:a16="http://schemas.microsoft.com/office/drawing/2014/main" id="{2AFBCC79-F04F-466B-ADFC-6B0F5EE95642}"/>
                </a:ext>
              </a:extLst>
            </p:cNvPr>
            <p:cNvSpPr>
              <a:spLocks noChangeAspect="1"/>
            </p:cNvSpPr>
            <p:nvPr/>
          </p:nvSpPr>
          <p:spPr>
            <a:xfrm rot="16200000" flipH="1">
              <a:off x="4454387" y="5697548"/>
              <a:ext cx="431715" cy="833530"/>
            </a:xfrm>
            <a:prstGeom prst="pie">
              <a:avLst>
                <a:gd name="adj1" fmla="val 16258856"/>
                <a:gd name="adj2" fmla="val 19252600"/>
              </a:avLst>
            </a:prstGeom>
            <a:gradFill flip="none" rotWithShape="1">
              <a:gsLst>
                <a:gs pos="0">
                  <a:schemeClr val="tx1"/>
                </a:gs>
                <a:gs pos="50000">
                  <a:schemeClr val="tx1">
                    <a:lumMod val="50000"/>
                    <a:lumOff val="50000"/>
                  </a:schemeClr>
                </a:gs>
                <a:gs pos="100000">
                  <a:schemeClr val="bg1">
                    <a:lumMod val="50000"/>
                  </a:schemeClr>
                </a:gs>
              </a:gsLst>
              <a:lin ang="2700000" scaled="1"/>
              <a:tileRect/>
            </a:gra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577" dirty="0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2" name="TextBox 10">
                  <a:extLst>
                    <a:ext uri="{FF2B5EF4-FFF2-40B4-BE49-F238E27FC236}">
                      <a16:creationId xmlns:a16="http://schemas.microsoft.com/office/drawing/2014/main" id="{DD5F8D43-0ACD-46A0-A2A6-369B735657EB}"/>
                    </a:ext>
                  </a:extLst>
                </p:cNvPr>
                <p:cNvSpPr txBox="1"/>
                <p:nvPr/>
              </p:nvSpPr>
              <p:spPr>
                <a:xfrm>
                  <a:off x="3994941" y="6032289"/>
                  <a:ext cx="321504" cy="59865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541" i="1">
                            <a:latin typeface="Cambria Math" panose="02040503050406030204" pitchFamily="18" charset="0"/>
                          </a:rPr>
                          <m:t>𝛼</m:t>
                        </m:r>
                      </m:oMath>
                    </m:oMathPara>
                  </a14:m>
                  <a:endParaRPr lang="en-US" sz="1541" dirty="0"/>
                </a:p>
              </p:txBody>
            </p:sp>
          </mc:Choice>
          <mc:Fallback xmlns="">
            <p:sp>
              <p:nvSpPr>
                <p:cNvPr id="212" name="TextBox 10">
                  <a:extLst>
                    <a:ext uri="{FF2B5EF4-FFF2-40B4-BE49-F238E27FC236}">
                      <a16:creationId xmlns:a16="http://schemas.microsoft.com/office/drawing/2014/main" id="{DD5F8D43-0ACD-46A0-A2A6-369B735657E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994941" y="6032289"/>
                  <a:ext cx="321504" cy="598657"/>
                </a:xfrm>
                <a:prstGeom prst="rect">
                  <a:avLst/>
                </a:prstGeom>
                <a:blipFill>
                  <a:blip r:embed="rId32"/>
                  <a:stretch>
                    <a:fillRect r="-41379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14" name="Straight Arrow Connector 17">
              <a:extLst>
                <a:ext uri="{FF2B5EF4-FFF2-40B4-BE49-F238E27FC236}">
                  <a16:creationId xmlns:a16="http://schemas.microsoft.com/office/drawing/2014/main" id="{72160962-ED6B-4276-9648-48A0837070B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267952" y="6115823"/>
              <a:ext cx="402652" cy="520683"/>
            </a:xfrm>
            <a:prstGeom prst="straightConnector1">
              <a:avLst/>
            </a:prstGeom>
            <a:ln w="53975">
              <a:solidFill>
                <a:schemeClr val="tx1"/>
              </a:solidFill>
              <a:tailEnd type="stealth" w="lg" len="lg"/>
            </a:ln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</p:cxnSp>
        <p:sp>
          <p:nvSpPr>
            <p:cNvPr id="215" name="Partial Circle 9">
              <a:extLst>
                <a:ext uri="{FF2B5EF4-FFF2-40B4-BE49-F238E27FC236}">
                  <a16:creationId xmlns:a16="http://schemas.microsoft.com/office/drawing/2014/main" id="{9274D7E2-329E-4899-B616-F270895C653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518126" y="5804915"/>
              <a:ext cx="301557" cy="609055"/>
            </a:xfrm>
            <a:prstGeom prst="pie">
              <a:avLst>
                <a:gd name="adj1" fmla="val 16258856"/>
                <a:gd name="adj2" fmla="val 19252600"/>
              </a:avLst>
            </a:prstGeom>
            <a:gradFill flip="none" rotWithShape="1">
              <a:gsLst>
                <a:gs pos="0">
                  <a:schemeClr val="tx1"/>
                </a:gs>
                <a:gs pos="50000">
                  <a:schemeClr val="tx1">
                    <a:lumMod val="50000"/>
                    <a:lumOff val="50000"/>
                  </a:schemeClr>
                </a:gs>
                <a:gs pos="100000">
                  <a:schemeClr val="bg1">
                    <a:lumMod val="50000"/>
                  </a:schemeClr>
                </a:gs>
              </a:gsLst>
              <a:lin ang="2700000" scaled="1"/>
              <a:tileRect/>
            </a:gra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577" dirty="0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0" name="TextBox 10">
                  <a:extLst>
                    <a:ext uri="{FF2B5EF4-FFF2-40B4-BE49-F238E27FC236}">
                      <a16:creationId xmlns:a16="http://schemas.microsoft.com/office/drawing/2014/main" id="{C8873C7E-D387-4CC1-B368-0E1AE82496EF}"/>
                    </a:ext>
                  </a:extLst>
                </p:cNvPr>
                <p:cNvSpPr txBox="1"/>
                <p:nvPr/>
              </p:nvSpPr>
              <p:spPr>
                <a:xfrm>
                  <a:off x="4591269" y="5423087"/>
                  <a:ext cx="321504" cy="59865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541" i="1">
                            <a:latin typeface="Cambria Math" panose="02040503050406030204" pitchFamily="18" charset="0"/>
                          </a:rPr>
                          <m:t>𝛽</m:t>
                        </m:r>
                      </m:oMath>
                    </m:oMathPara>
                  </a14:m>
                  <a:endParaRPr lang="en-US" sz="1541" dirty="0"/>
                </a:p>
              </p:txBody>
            </p:sp>
          </mc:Choice>
          <mc:Fallback xmlns="">
            <p:sp>
              <p:nvSpPr>
                <p:cNvPr id="220" name="TextBox 10">
                  <a:extLst>
                    <a:ext uri="{FF2B5EF4-FFF2-40B4-BE49-F238E27FC236}">
                      <a16:creationId xmlns:a16="http://schemas.microsoft.com/office/drawing/2014/main" id="{C8873C7E-D387-4CC1-B368-0E1AE82496E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591269" y="5423087"/>
                  <a:ext cx="321504" cy="598657"/>
                </a:xfrm>
                <a:prstGeom prst="rect">
                  <a:avLst/>
                </a:prstGeom>
                <a:blipFill>
                  <a:blip r:embed="rId33"/>
                  <a:stretch>
                    <a:fillRect r="-68966" b="-9091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24" name="Straight Arrow Connector 17">
              <a:extLst>
                <a:ext uri="{FF2B5EF4-FFF2-40B4-BE49-F238E27FC236}">
                  <a16:creationId xmlns:a16="http://schemas.microsoft.com/office/drawing/2014/main" id="{A5E1917B-F216-467D-8063-BB521400D2C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655909" y="5305876"/>
              <a:ext cx="1039268" cy="817070"/>
            </a:xfrm>
            <a:prstGeom prst="straightConnector1">
              <a:avLst/>
            </a:prstGeom>
            <a:ln w="53975">
              <a:solidFill>
                <a:schemeClr val="tx1"/>
              </a:solidFill>
              <a:tailEnd type="stealth" w="lg" len="lg"/>
            </a:ln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</p:cxnSp>
      </p:grpSp>
      <p:grpSp>
        <p:nvGrpSpPr>
          <p:cNvPr id="244" name="群組 243">
            <a:extLst>
              <a:ext uri="{FF2B5EF4-FFF2-40B4-BE49-F238E27FC236}">
                <a16:creationId xmlns:a16="http://schemas.microsoft.com/office/drawing/2014/main" id="{D78ACCD7-5574-4369-9A9A-E29ACF659AB6}"/>
              </a:ext>
            </a:extLst>
          </p:cNvPr>
          <p:cNvGrpSpPr/>
          <p:nvPr/>
        </p:nvGrpSpPr>
        <p:grpSpPr>
          <a:xfrm>
            <a:off x="6605160" y="2673421"/>
            <a:ext cx="1606614" cy="1671108"/>
            <a:chOff x="12002548" y="4615365"/>
            <a:chExt cx="2919455" cy="3036650"/>
          </a:xfrm>
        </p:grpSpPr>
        <p:grpSp>
          <p:nvGrpSpPr>
            <p:cNvPr id="245" name="群組 244">
              <a:extLst>
                <a:ext uri="{FF2B5EF4-FFF2-40B4-BE49-F238E27FC236}">
                  <a16:creationId xmlns:a16="http://schemas.microsoft.com/office/drawing/2014/main" id="{A3D54FA4-E99D-4AF3-BC68-CFFF07258001}"/>
                </a:ext>
              </a:extLst>
            </p:cNvPr>
            <p:cNvGrpSpPr/>
            <p:nvPr/>
          </p:nvGrpSpPr>
          <p:grpSpPr>
            <a:xfrm>
              <a:off x="12002548" y="4615365"/>
              <a:ext cx="2919455" cy="3036650"/>
              <a:chOff x="3909893" y="2121313"/>
              <a:chExt cx="2919455" cy="3036650"/>
            </a:xfrm>
          </p:grpSpPr>
          <p:sp>
            <p:nvSpPr>
              <p:cNvPr id="252" name="Oval 14">
                <a:extLst>
                  <a:ext uri="{FF2B5EF4-FFF2-40B4-BE49-F238E27FC236}">
                    <a16:creationId xmlns:a16="http://schemas.microsoft.com/office/drawing/2014/main" id="{BA7AF3BA-F8EC-448E-9760-5AE90A0C3210}"/>
                  </a:ext>
                </a:extLst>
              </p:cNvPr>
              <p:cNvSpPr/>
              <p:nvPr/>
            </p:nvSpPr>
            <p:spPr>
              <a:xfrm>
                <a:off x="5222336" y="2135621"/>
                <a:ext cx="295195" cy="305784"/>
              </a:xfrm>
              <a:prstGeom prst="ellipse">
                <a:avLst/>
              </a:prstGeom>
              <a:gradFill flip="none" rotWithShape="1">
                <a:gsLst>
                  <a:gs pos="0">
                    <a:srgbClr val="D1D1D1"/>
                  </a:gs>
                  <a:gs pos="23000">
                    <a:schemeClr val="bg1">
                      <a:lumMod val="85000"/>
                    </a:schemeClr>
                  </a:gs>
                  <a:gs pos="69000">
                    <a:schemeClr val="accent3">
                      <a:lumMod val="75000"/>
                    </a:schemeClr>
                  </a:gs>
                  <a:gs pos="97000">
                    <a:schemeClr val="accent3">
                      <a:lumMod val="7000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577" dirty="0"/>
              </a:p>
            </p:txBody>
          </p:sp>
          <p:sp>
            <p:nvSpPr>
              <p:cNvPr id="253" name="Oval 4">
                <a:extLst>
                  <a:ext uri="{FF2B5EF4-FFF2-40B4-BE49-F238E27FC236}">
                    <a16:creationId xmlns:a16="http://schemas.microsoft.com/office/drawing/2014/main" id="{8054ED2F-23EF-41C8-AA86-D0634C3389EA}"/>
                  </a:ext>
                </a:extLst>
              </p:cNvPr>
              <p:cNvSpPr/>
              <p:nvPr/>
            </p:nvSpPr>
            <p:spPr>
              <a:xfrm>
                <a:off x="4061937" y="2288513"/>
                <a:ext cx="2623960" cy="2718084"/>
              </a:xfrm>
              <a:prstGeom prst="ellipse">
                <a:avLst/>
              </a:prstGeom>
              <a:gradFill flip="none" rotWithShape="1">
                <a:gsLst>
                  <a:gs pos="100000">
                    <a:schemeClr val="accent3">
                      <a:lumMod val="60000"/>
                      <a:lumOff val="40000"/>
                      <a:alpha val="60000"/>
                    </a:schemeClr>
                  </a:gs>
                  <a:gs pos="55000">
                    <a:schemeClr val="accent3">
                      <a:lumMod val="40000"/>
                      <a:lumOff val="60000"/>
                      <a:alpha val="60000"/>
                    </a:schemeClr>
                  </a:gs>
                  <a:gs pos="0">
                    <a:schemeClr val="bg1">
                      <a:alpha val="60000"/>
                    </a:schemeClr>
                  </a:gs>
                </a:gsLst>
                <a:path path="circle">
                  <a:fillToRect l="100000" b="100000"/>
                </a:path>
                <a:tileRect t="-100000" r="-100000"/>
              </a:gradFill>
              <a:ln w="57150">
                <a:solidFill>
                  <a:srgbClr val="D5D7DA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577" dirty="0"/>
              </a:p>
            </p:txBody>
          </p:sp>
          <p:sp>
            <p:nvSpPr>
              <p:cNvPr id="254" name="Oval 15">
                <a:extLst>
                  <a:ext uri="{FF2B5EF4-FFF2-40B4-BE49-F238E27FC236}">
                    <a16:creationId xmlns:a16="http://schemas.microsoft.com/office/drawing/2014/main" id="{C4D1BAC9-2667-43BF-A03B-20DDED74B086}"/>
                  </a:ext>
                </a:extLst>
              </p:cNvPr>
              <p:cNvSpPr/>
              <p:nvPr/>
            </p:nvSpPr>
            <p:spPr>
              <a:xfrm>
                <a:off x="5222336" y="4852179"/>
                <a:ext cx="295195" cy="305784"/>
              </a:xfrm>
              <a:prstGeom prst="ellipse">
                <a:avLst/>
              </a:prstGeom>
              <a:gradFill flip="none" rotWithShape="1">
                <a:gsLst>
                  <a:gs pos="17000">
                    <a:srgbClr val="D1D1D1"/>
                  </a:gs>
                  <a:gs pos="0">
                    <a:schemeClr val="bg1">
                      <a:lumMod val="85000"/>
                    </a:schemeClr>
                  </a:gs>
                  <a:gs pos="60000">
                    <a:schemeClr val="accent3">
                      <a:lumMod val="75000"/>
                    </a:schemeClr>
                  </a:gs>
                  <a:gs pos="97000">
                    <a:schemeClr val="accent3">
                      <a:lumMod val="7000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577" dirty="0"/>
              </a:p>
            </p:txBody>
          </p:sp>
          <p:sp>
            <p:nvSpPr>
              <p:cNvPr id="255" name="SHO">
                <a:extLst>
                  <a:ext uri="{FF2B5EF4-FFF2-40B4-BE49-F238E27FC236}">
                    <a16:creationId xmlns:a16="http://schemas.microsoft.com/office/drawing/2014/main" id="{26AAA496-D16F-4DEF-A6CD-546668DB99C7}"/>
                  </a:ext>
                </a:extLst>
              </p:cNvPr>
              <p:cNvSpPr/>
              <p:nvPr/>
            </p:nvSpPr>
            <p:spPr>
              <a:xfrm rot="16200000">
                <a:off x="4804171" y="2336484"/>
                <a:ext cx="1131525" cy="2623960"/>
              </a:xfrm>
              <a:prstGeom prst="arc">
                <a:avLst>
                  <a:gd name="adj1" fmla="val 5396867"/>
                  <a:gd name="adj2" fmla="val 5395779"/>
                </a:avLst>
              </a:prstGeom>
              <a:gradFill flip="none" rotWithShape="1">
                <a:gsLst>
                  <a:gs pos="0">
                    <a:schemeClr val="bg1">
                      <a:lumMod val="65000"/>
                    </a:schemeClr>
                  </a:gs>
                  <a:gs pos="47000">
                    <a:schemeClr val="bg1">
                      <a:lumMod val="50000"/>
                    </a:schemeClr>
                  </a:gs>
                  <a:gs pos="97000">
                    <a:srgbClr val="5E5E5E"/>
                  </a:gs>
                </a:gsLst>
                <a:path path="circle">
                  <a:fillToRect l="50000" t="50000" r="50000" b="50000"/>
                </a:path>
                <a:tileRect/>
              </a:gradFill>
              <a:ln w="31750">
                <a:noFill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577" dirty="0"/>
              </a:p>
            </p:txBody>
          </p:sp>
          <p:sp>
            <p:nvSpPr>
              <p:cNvPr id="256" name="SVO">
                <a:extLst>
                  <a:ext uri="{FF2B5EF4-FFF2-40B4-BE49-F238E27FC236}">
                    <a16:creationId xmlns:a16="http://schemas.microsoft.com/office/drawing/2014/main" id="{E08153F8-E9CF-4798-AC63-BD9C44DE296E}"/>
                  </a:ext>
                </a:extLst>
              </p:cNvPr>
              <p:cNvSpPr/>
              <p:nvPr/>
            </p:nvSpPr>
            <p:spPr>
              <a:xfrm>
                <a:off x="4712309" y="2289422"/>
                <a:ext cx="1311980" cy="2718084"/>
              </a:xfrm>
              <a:prstGeom prst="ellipse">
                <a:avLst/>
              </a:prstGeom>
              <a:noFill/>
              <a:ln w="25400">
                <a:solidFill>
                  <a:schemeClr val="bg1">
                    <a:lumMod val="50000"/>
                  </a:schemeClr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577"/>
              </a:p>
            </p:txBody>
          </p:sp>
          <p:sp>
            <p:nvSpPr>
              <p:cNvPr id="257" name="Oval 6">
                <a:extLst>
                  <a:ext uri="{FF2B5EF4-FFF2-40B4-BE49-F238E27FC236}">
                    <a16:creationId xmlns:a16="http://schemas.microsoft.com/office/drawing/2014/main" id="{5BC00CF2-DECF-46A2-A20E-C725FC275F33}"/>
                  </a:ext>
                </a:extLst>
              </p:cNvPr>
              <p:cNvSpPr/>
              <p:nvPr/>
            </p:nvSpPr>
            <p:spPr>
              <a:xfrm rot="16200000">
                <a:off x="4804171" y="2336484"/>
                <a:ext cx="1131525" cy="2623960"/>
              </a:xfrm>
              <a:prstGeom prst="ellipse">
                <a:avLst/>
              </a:prstGeom>
              <a:noFill/>
              <a:ln w="38100">
                <a:solidFill>
                  <a:schemeClr val="tx1">
                    <a:alpha val="60000"/>
                  </a:scheme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577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58" name="TextBox 11">
                    <a:extLst>
                      <a:ext uri="{FF2B5EF4-FFF2-40B4-BE49-F238E27FC236}">
                        <a16:creationId xmlns:a16="http://schemas.microsoft.com/office/drawing/2014/main" id="{8FE029E8-8F16-4A0F-B5E9-85A54AD7A663}"/>
                      </a:ext>
                    </a:extLst>
                  </p:cNvPr>
                  <p:cNvSpPr txBox="1"/>
                  <p:nvPr/>
                </p:nvSpPr>
                <p:spPr>
                  <a:xfrm>
                    <a:off x="4440286" y="3358990"/>
                    <a:ext cx="321504" cy="598657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1541" i="1">
                              <a:latin typeface="Cambria Math" panose="02040503050406030204" pitchFamily="18" charset="0"/>
                            </a:rPr>
                            <m:t>𝑥</m:t>
                          </m:r>
                        </m:oMath>
                      </m:oMathPara>
                    </a14:m>
                    <a:endParaRPr lang="en-US" sz="1541" dirty="0"/>
                  </a:p>
                </p:txBody>
              </p:sp>
            </mc:Choice>
            <mc:Fallback xmlns="">
              <p:sp>
                <p:nvSpPr>
                  <p:cNvPr id="258" name="TextBox 11">
                    <a:extLst>
                      <a:ext uri="{FF2B5EF4-FFF2-40B4-BE49-F238E27FC236}">
                        <a16:creationId xmlns:a16="http://schemas.microsoft.com/office/drawing/2014/main" id="{8FE029E8-8F16-4A0F-B5E9-85A54AD7A66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440286" y="3358990"/>
                    <a:ext cx="321504" cy="598657"/>
                  </a:xfrm>
                  <a:prstGeom prst="rect">
                    <a:avLst/>
                  </a:prstGeom>
                  <a:blipFill>
                    <a:blip r:embed="rId34"/>
                    <a:stretch>
                      <a:fillRect r="-37931"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259" name="Oval 22">
                <a:extLst>
                  <a:ext uri="{FF2B5EF4-FFF2-40B4-BE49-F238E27FC236}">
                    <a16:creationId xmlns:a16="http://schemas.microsoft.com/office/drawing/2014/main" id="{D1582ADB-8E66-45F9-8987-DA2969129008}"/>
                  </a:ext>
                </a:extLst>
              </p:cNvPr>
              <p:cNvSpPr/>
              <p:nvPr/>
            </p:nvSpPr>
            <p:spPr>
              <a:xfrm>
                <a:off x="5220616" y="4852179"/>
                <a:ext cx="295195" cy="305784"/>
              </a:xfrm>
              <a:prstGeom prst="ellipse">
                <a:avLst/>
              </a:prstGeom>
              <a:gradFill flip="none" rotWithShape="1">
                <a:gsLst>
                  <a:gs pos="100000">
                    <a:schemeClr val="tx1">
                      <a:lumMod val="85000"/>
                      <a:lumOff val="15000"/>
                    </a:schemeClr>
                  </a:gs>
                  <a:gs pos="50000">
                    <a:schemeClr val="tx1">
                      <a:lumMod val="65000"/>
                      <a:lumOff val="35000"/>
                      <a:tint val="44500"/>
                      <a:satMod val="160000"/>
                    </a:schemeClr>
                  </a:gs>
                  <a:gs pos="0">
                    <a:schemeClr val="tx1">
                      <a:lumMod val="65000"/>
                      <a:lumOff val="35000"/>
                      <a:tint val="23500"/>
                      <a:satMod val="16000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577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60" name="TextBox 12">
                    <a:extLst>
                      <a:ext uri="{FF2B5EF4-FFF2-40B4-BE49-F238E27FC236}">
                        <a16:creationId xmlns:a16="http://schemas.microsoft.com/office/drawing/2014/main" id="{90C60833-6043-4E91-A83F-36072CFB25F5}"/>
                      </a:ext>
                    </a:extLst>
                  </p:cNvPr>
                  <p:cNvSpPr txBox="1"/>
                  <p:nvPr/>
                </p:nvSpPr>
                <p:spPr>
                  <a:xfrm>
                    <a:off x="5682303" y="3497724"/>
                    <a:ext cx="321504" cy="598657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1541" i="1">
                              <a:latin typeface="Cambria Math" panose="02040503050406030204" pitchFamily="18" charset="0"/>
                            </a:rPr>
                            <m:t>𝑦</m:t>
                          </m:r>
                        </m:oMath>
                      </m:oMathPara>
                    </a14:m>
                    <a:endParaRPr lang="en-US" sz="1541" dirty="0"/>
                  </a:p>
                </p:txBody>
              </p:sp>
            </mc:Choice>
            <mc:Fallback xmlns="">
              <p:sp>
                <p:nvSpPr>
                  <p:cNvPr id="260" name="TextBox 12">
                    <a:extLst>
                      <a:ext uri="{FF2B5EF4-FFF2-40B4-BE49-F238E27FC236}">
                        <a16:creationId xmlns:a16="http://schemas.microsoft.com/office/drawing/2014/main" id="{90C60833-6043-4E91-A83F-36072CFB25F5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682303" y="3497724"/>
                    <a:ext cx="321504" cy="598657"/>
                  </a:xfrm>
                  <a:prstGeom prst="rect">
                    <a:avLst/>
                  </a:prstGeom>
                  <a:blipFill>
                    <a:blip r:embed="rId35"/>
                    <a:stretch>
                      <a:fillRect r="-51724" b="-3704"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61" name="TextBox 13">
                    <a:extLst>
                      <a:ext uri="{FF2B5EF4-FFF2-40B4-BE49-F238E27FC236}">
                        <a16:creationId xmlns:a16="http://schemas.microsoft.com/office/drawing/2014/main" id="{65FF33C6-2827-4D60-81CB-BC84D671A571}"/>
                      </a:ext>
                    </a:extLst>
                  </p:cNvPr>
                  <p:cNvSpPr txBox="1"/>
                  <p:nvPr/>
                </p:nvSpPr>
                <p:spPr>
                  <a:xfrm>
                    <a:off x="5200615" y="2429547"/>
                    <a:ext cx="321504" cy="598657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1541" i="1">
                              <a:latin typeface="Cambria Math" panose="02040503050406030204" pitchFamily="18" charset="0"/>
                            </a:rPr>
                            <m:t>𝑧</m:t>
                          </m:r>
                        </m:oMath>
                      </m:oMathPara>
                    </a14:m>
                    <a:endParaRPr lang="en-US" sz="1541" dirty="0"/>
                  </a:p>
                </p:txBody>
              </p:sp>
            </mc:Choice>
            <mc:Fallback xmlns="">
              <p:sp>
                <p:nvSpPr>
                  <p:cNvPr id="261" name="TextBox 13">
                    <a:extLst>
                      <a:ext uri="{FF2B5EF4-FFF2-40B4-BE49-F238E27FC236}">
                        <a16:creationId xmlns:a16="http://schemas.microsoft.com/office/drawing/2014/main" id="{65FF33C6-2827-4D60-81CB-BC84D671A571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200615" y="2429547"/>
                    <a:ext cx="321504" cy="598657"/>
                  </a:xfrm>
                  <a:prstGeom prst="rect">
                    <a:avLst/>
                  </a:prstGeom>
                  <a:blipFill>
                    <a:blip r:embed="rId36"/>
                    <a:stretch>
                      <a:fillRect r="-31034"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262" name="DVO">
                <a:extLst>
                  <a:ext uri="{FF2B5EF4-FFF2-40B4-BE49-F238E27FC236}">
                    <a16:creationId xmlns:a16="http://schemas.microsoft.com/office/drawing/2014/main" id="{BB8E0B88-06C2-40DD-B865-048C8A305366}"/>
                  </a:ext>
                </a:extLst>
              </p:cNvPr>
              <p:cNvSpPr/>
              <p:nvPr/>
            </p:nvSpPr>
            <p:spPr>
              <a:xfrm flipH="1">
                <a:off x="4712309" y="2289422"/>
                <a:ext cx="1311980" cy="2718084"/>
              </a:xfrm>
              <a:prstGeom prst="arc">
                <a:avLst>
                  <a:gd name="adj1" fmla="val 5396867"/>
                  <a:gd name="adj2" fmla="val 16170484"/>
                </a:avLst>
              </a:prstGeom>
              <a:ln w="25400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577" dirty="0"/>
              </a:p>
            </p:txBody>
          </p:sp>
          <p:sp>
            <p:nvSpPr>
              <p:cNvPr id="263" name="Oval 23">
                <a:extLst>
                  <a:ext uri="{FF2B5EF4-FFF2-40B4-BE49-F238E27FC236}">
                    <a16:creationId xmlns:a16="http://schemas.microsoft.com/office/drawing/2014/main" id="{CD0A34AD-1D5F-48DE-8A8F-C4886C28CC93}"/>
                  </a:ext>
                </a:extLst>
              </p:cNvPr>
              <p:cNvSpPr/>
              <p:nvPr/>
            </p:nvSpPr>
            <p:spPr>
              <a:xfrm>
                <a:off x="6534153" y="3495572"/>
                <a:ext cx="295195" cy="305784"/>
              </a:xfrm>
              <a:prstGeom prst="ellipse">
                <a:avLst/>
              </a:prstGeom>
              <a:gradFill flip="none" rotWithShape="1">
                <a:gsLst>
                  <a:gs pos="100000">
                    <a:schemeClr val="tx1">
                      <a:lumMod val="85000"/>
                      <a:lumOff val="15000"/>
                    </a:schemeClr>
                  </a:gs>
                  <a:gs pos="50000">
                    <a:schemeClr val="tx1">
                      <a:lumMod val="65000"/>
                      <a:lumOff val="35000"/>
                      <a:tint val="44500"/>
                      <a:satMod val="160000"/>
                    </a:schemeClr>
                  </a:gs>
                  <a:gs pos="0">
                    <a:schemeClr val="tx1">
                      <a:lumMod val="65000"/>
                      <a:lumOff val="35000"/>
                      <a:tint val="23500"/>
                      <a:satMod val="16000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577" dirty="0"/>
              </a:p>
            </p:txBody>
          </p:sp>
          <p:cxnSp>
            <p:nvCxnSpPr>
              <p:cNvPr id="264" name="Straight Arrow Connector 7">
                <a:extLst>
                  <a:ext uri="{FF2B5EF4-FFF2-40B4-BE49-F238E27FC236}">
                    <a16:creationId xmlns:a16="http://schemas.microsoft.com/office/drawing/2014/main" id="{0BE40F3B-2529-4014-BF42-B5B954EC0DED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362789" y="2834235"/>
                <a:ext cx="3083" cy="810248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5" name="Straight Arrow Connector 19">
                <a:extLst>
                  <a:ext uri="{FF2B5EF4-FFF2-40B4-BE49-F238E27FC236}">
                    <a16:creationId xmlns:a16="http://schemas.microsoft.com/office/drawing/2014/main" id="{93FB5493-5970-4ADB-8337-E126ECD787F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368214" y="3640512"/>
                <a:ext cx="355802" cy="284861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6" name="Straight Arrow Connector 18">
                <a:extLst>
                  <a:ext uri="{FF2B5EF4-FFF2-40B4-BE49-F238E27FC236}">
                    <a16:creationId xmlns:a16="http://schemas.microsoft.com/office/drawing/2014/main" id="{C3C9C248-467C-4911-9430-5370B68187E2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 flipH="1" flipV="1">
                <a:off x="5056896" y="3328917"/>
                <a:ext cx="0" cy="623190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67" name="Oval 20">
                <a:extLst>
                  <a:ext uri="{FF2B5EF4-FFF2-40B4-BE49-F238E27FC236}">
                    <a16:creationId xmlns:a16="http://schemas.microsoft.com/office/drawing/2014/main" id="{BF8531A7-8903-4040-8058-D754FD14E4FA}"/>
                  </a:ext>
                </a:extLst>
              </p:cNvPr>
              <p:cNvSpPr/>
              <p:nvPr/>
            </p:nvSpPr>
            <p:spPr>
              <a:xfrm>
                <a:off x="3909893" y="3495572"/>
                <a:ext cx="295195" cy="305784"/>
              </a:xfrm>
              <a:prstGeom prst="ellipse">
                <a:avLst/>
              </a:prstGeom>
              <a:gradFill flip="none" rotWithShape="1">
                <a:gsLst>
                  <a:gs pos="100000">
                    <a:schemeClr val="tx1">
                      <a:lumMod val="85000"/>
                      <a:lumOff val="15000"/>
                    </a:schemeClr>
                  </a:gs>
                  <a:gs pos="50000">
                    <a:schemeClr val="tx1">
                      <a:lumMod val="65000"/>
                      <a:lumOff val="35000"/>
                      <a:tint val="44500"/>
                      <a:satMod val="160000"/>
                    </a:schemeClr>
                  </a:gs>
                  <a:gs pos="0">
                    <a:schemeClr val="tx1">
                      <a:lumMod val="65000"/>
                      <a:lumOff val="35000"/>
                      <a:tint val="23500"/>
                      <a:satMod val="16000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577"/>
              </a:p>
            </p:txBody>
          </p:sp>
          <p:sp>
            <p:nvSpPr>
              <p:cNvPr id="268" name="Oval 22">
                <a:extLst>
                  <a:ext uri="{FF2B5EF4-FFF2-40B4-BE49-F238E27FC236}">
                    <a16:creationId xmlns:a16="http://schemas.microsoft.com/office/drawing/2014/main" id="{D6473249-5172-4F55-AD4D-D5C3BB8E7A09}"/>
                  </a:ext>
                </a:extLst>
              </p:cNvPr>
              <p:cNvSpPr/>
              <p:nvPr/>
            </p:nvSpPr>
            <p:spPr>
              <a:xfrm>
                <a:off x="5222764" y="2121313"/>
                <a:ext cx="295195" cy="305784"/>
              </a:xfrm>
              <a:prstGeom prst="ellipse">
                <a:avLst/>
              </a:prstGeom>
              <a:gradFill flip="none" rotWithShape="1">
                <a:gsLst>
                  <a:gs pos="100000">
                    <a:schemeClr val="tx1">
                      <a:lumMod val="85000"/>
                      <a:lumOff val="15000"/>
                    </a:schemeClr>
                  </a:gs>
                  <a:gs pos="50000">
                    <a:schemeClr val="tx1">
                      <a:lumMod val="65000"/>
                      <a:lumOff val="35000"/>
                      <a:tint val="44500"/>
                      <a:satMod val="160000"/>
                    </a:schemeClr>
                  </a:gs>
                  <a:gs pos="0">
                    <a:schemeClr val="tx1">
                      <a:lumMod val="65000"/>
                      <a:lumOff val="35000"/>
                      <a:tint val="23500"/>
                      <a:satMod val="16000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577" dirty="0"/>
              </a:p>
            </p:txBody>
          </p:sp>
        </p:grpSp>
        <p:sp>
          <p:nvSpPr>
            <p:cNvPr id="246" name="Partial Circle 9">
              <a:extLst>
                <a:ext uri="{FF2B5EF4-FFF2-40B4-BE49-F238E27FC236}">
                  <a16:creationId xmlns:a16="http://schemas.microsoft.com/office/drawing/2014/main" id="{41427706-94D6-4C2E-B8FD-984B93C48BAA}"/>
                </a:ext>
              </a:extLst>
            </p:cNvPr>
            <p:cNvSpPr>
              <a:spLocks noChangeAspect="1"/>
            </p:cNvSpPr>
            <p:nvPr/>
          </p:nvSpPr>
          <p:spPr>
            <a:xfrm rot="16200000" flipH="1">
              <a:off x="13246383" y="5725702"/>
              <a:ext cx="431715" cy="833530"/>
            </a:xfrm>
            <a:prstGeom prst="pie">
              <a:avLst>
                <a:gd name="adj1" fmla="val 16258856"/>
                <a:gd name="adj2" fmla="val 19252600"/>
              </a:avLst>
            </a:prstGeom>
            <a:gradFill flip="none" rotWithShape="1">
              <a:gsLst>
                <a:gs pos="0">
                  <a:schemeClr val="tx1"/>
                </a:gs>
                <a:gs pos="50000">
                  <a:schemeClr val="tx1">
                    <a:lumMod val="50000"/>
                    <a:lumOff val="50000"/>
                  </a:schemeClr>
                </a:gs>
                <a:gs pos="100000">
                  <a:schemeClr val="bg1">
                    <a:lumMod val="50000"/>
                  </a:schemeClr>
                </a:gs>
              </a:gsLst>
              <a:lin ang="2700000" scaled="1"/>
              <a:tileRect/>
            </a:gra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577" dirty="0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7" name="TextBox 10">
                  <a:extLst>
                    <a:ext uri="{FF2B5EF4-FFF2-40B4-BE49-F238E27FC236}">
                      <a16:creationId xmlns:a16="http://schemas.microsoft.com/office/drawing/2014/main" id="{F779AAB8-8AB9-4A9D-A23E-DA57001D9B5D}"/>
                    </a:ext>
                  </a:extLst>
                </p:cNvPr>
                <p:cNvSpPr txBox="1"/>
                <p:nvPr/>
              </p:nvSpPr>
              <p:spPr>
                <a:xfrm>
                  <a:off x="12786936" y="6060443"/>
                  <a:ext cx="321504" cy="59865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541" i="1">
                            <a:latin typeface="Cambria Math" panose="02040503050406030204" pitchFamily="18" charset="0"/>
                          </a:rPr>
                          <m:t>𝛼</m:t>
                        </m:r>
                      </m:oMath>
                    </m:oMathPara>
                  </a14:m>
                  <a:endParaRPr lang="en-US" sz="1541" dirty="0"/>
                </a:p>
              </p:txBody>
            </p:sp>
          </mc:Choice>
          <mc:Fallback xmlns="">
            <p:sp>
              <p:nvSpPr>
                <p:cNvPr id="247" name="TextBox 10">
                  <a:extLst>
                    <a:ext uri="{FF2B5EF4-FFF2-40B4-BE49-F238E27FC236}">
                      <a16:creationId xmlns:a16="http://schemas.microsoft.com/office/drawing/2014/main" id="{F779AAB8-8AB9-4A9D-A23E-DA57001D9B5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786936" y="6060443"/>
                  <a:ext cx="321504" cy="598657"/>
                </a:xfrm>
                <a:prstGeom prst="rect">
                  <a:avLst/>
                </a:prstGeom>
                <a:blipFill>
                  <a:blip r:embed="rId37"/>
                  <a:stretch>
                    <a:fillRect r="-44828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48" name="Straight Arrow Connector 17">
              <a:extLst>
                <a:ext uri="{FF2B5EF4-FFF2-40B4-BE49-F238E27FC236}">
                  <a16:creationId xmlns:a16="http://schemas.microsoft.com/office/drawing/2014/main" id="{58E58459-70FC-4D31-8953-09E5FDB61E7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3059948" y="6143977"/>
              <a:ext cx="402652" cy="520683"/>
            </a:xfrm>
            <a:prstGeom prst="straightConnector1">
              <a:avLst/>
            </a:prstGeom>
            <a:ln w="53975">
              <a:solidFill>
                <a:schemeClr val="tx1"/>
              </a:solidFill>
              <a:tailEnd type="stealth" w="lg" len="lg"/>
            </a:ln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</p:cxnSp>
        <p:sp>
          <p:nvSpPr>
            <p:cNvPr id="249" name="Partial Circle 9">
              <a:extLst>
                <a:ext uri="{FF2B5EF4-FFF2-40B4-BE49-F238E27FC236}">
                  <a16:creationId xmlns:a16="http://schemas.microsoft.com/office/drawing/2014/main" id="{98131EC2-4BB2-4084-A868-D077844B0B2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3310122" y="5833069"/>
              <a:ext cx="301557" cy="609055"/>
            </a:xfrm>
            <a:prstGeom prst="pie">
              <a:avLst>
                <a:gd name="adj1" fmla="val 16258856"/>
                <a:gd name="adj2" fmla="val 19252600"/>
              </a:avLst>
            </a:prstGeom>
            <a:gradFill flip="none" rotWithShape="1">
              <a:gsLst>
                <a:gs pos="0">
                  <a:schemeClr val="tx1"/>
                </a:gs>
                <a:gs pos="50000">
                  <a:schemeClr val="tx1">
                    <a:lumMod val="50000"/>
                    <a:lumOff val="50000"/>
                  </a:schemeClr>
                </a:gs>
                <a:gs pos="100000">
                  <a:schemeClr val="bg1">
                    <a:lumMod val="50000"/>
                  </a:schemeClr>
                </a:gs>
              </a:gsLst>
              <a:lin ang="2700000" scaled="1"/>
              <a:tileRect/>
            </a:gra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577" dirty="0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0" name="TextBox 10">
                  <a:extLst>
                    <a:ext uri="{FF2B5EF4-FFF2-40B4-BE49-F238E27FC236}">
                      <a16:creationId xmlns:a16="http://schemas.microsoft.com/office/drawing/2014/main" id="{508C0678-E46D-41C8-8259-E82518DAC881}"/>
                    </a:ext>
                  </a:extLst>
                </p:cNvPr>
                <p:cNvSpPr txBox="1"/>
                <p:nvPr/>
              </p:nvSpPr>
              <p:spPr>
                <a:xfrm>
                  <a:off x="13513952" y="5488579"/>
                  <a:ext cx="321504" cy="59865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541" i="1">
                            <a:latin typeface="Cambria Math" panose="02040503050406030204" pitchFamily="18" charset="0"/>
                          </a:rPr>
                          <m:t>𝛽</m:t>
                        </m:r>
                      </m:oMath>
                    </m:oMathPara>
                  </a14:m>
                  <a:endParaRPr lang="en-US" sz="1541" dirty="0"/>
                </a:p>
              </p:txBody>
            </p:sp>
          </mc:Choice>
          <mc:Fallback xmlns="">
            <p:sp>
              <p:nvSpPr>
                <p:cNvPr id="250" name="TextBox 10">
                  <a:extLst>
                    <a:ext uri="{FF2B5EF4-FFF2-40B4-BE49-F238E27FC236}">
                      <a16:creationId xmlns:a16="http://schemas.microsoft.com/office/drawing/2014/main" id="{508C0678-E46D-41C8-8259-E82518DAC88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513952" y="5488579"/>
                  <a:ext cx="321504" cy="598657"/>
                </a:xfrm>
                <a:prstGeom prst="rect">
                  <a:avLst/>
                </a:prstGeom>
                <a:blipFill>
                  <a:blip r:embed="rId38"/>
                  <a:stretch>
                    <a:fillRect l="-3448" r="-65517" b="-11111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51" name="Straight Arrow Connector 17">
              <a:extLst>
                <a:ext uri="{FF2B5EF4-FFF2-40B4-BE49-F238E27FC236}">
                  <a16:creationId xmlns:a16="http://schemas.microsoft.com/office/drawing/2014/main" id="{B7556FE0-F756-4918-B319-7F47F4D2145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3447905" y="5334030"/>
              <a:ext cx="1039268" cy="817070"/>
            </a:xfrm>
            <a:prstGeom prst="straightConnector1">
              <a:avLst/>
            </a:prstGeom>
            <a:ln w="53975">
              <a:solidFill>
                <a:schemeClr val="tx1"/>
              </a:solidFill>
              <a:tailEnd type="stealth" w="lg" len="lg"/>
            </a:ln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</p:cxnSp>
      </p:grpSp>
      <p:pic>
        <p:nvPicPr>
          <p:cNvPr id="159" name="圖片 158">
            <a:extLst>
              <a:ext uri="{FF2B5EF4-FFF2-40B4-BE49-F238E27FC236}">
                <a16:creationId xmlns:a16="http://schemas.microsoft.com/office/drawing/2014/main" id="{6D5FA836-7823-4FF6-8D03-9CC544443D6D}"/>
              </a:ext>
            </a:extLst>
          </p:cNvPr>
          <p:cNvPicPr>
            <a:picLocks noChangeAspect="1"/>
          </p:cNvPicPr>
          <p:nvPr/>
        </p:nvPicPr>
        <p:blipFill rotWithShape="1">
          <a:blip r:embed="rId39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t="61876"/>
          <a:stretch/>
        </p:blipFill>
        <p:spPr>
          <a:xfrm>
            <a:off x="6171831" y="678665"/>
            <a:ext cx="2251697" cy="426935"/>
          </a:xfrm>
          <a:prstGeom prst="rect">
            <a:avLst/>
          </a:prstGeom>
        </p:spPr>
      </p:pic>
      <p:pic>
        <p:nvPicPr>
          <p:cNvPr id="160" name="圖片 159">
            <a:extLst>
              <a:ext uri="{FF2B5EF4-FFF2-40B4-BE49-F238E27FC236}">
                <a16:creationId xmlns:a16="http://schemas.microsoft.com/office/drawing/2014/main" id="{5FA47AB5-8A5B-45C3-999E-5C80130386F8}"/>
              </a:ext>
            </a:extLst>
          </p:cNvPr>
          <p:cNvPicPr>
            <a:picLocks noChangeAspect="1"/>
          </p:cNvPicPr>
          <p:nvPr/>
        </p:nvPicPr>
        <p:blipFill rotWithShape="1">
          <a:blip r:embed="rId39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b="49709"/>
          <a:stretch/>
        </p:blipFill>
        <p:spPr>
          <a:xfrm>
            <a:off x="1529104" y="650126"/>
            <a:ext cx="2251697" cy="5631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76044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群組 3">
            <a:extLst>
              <a:ext uri="{FF2B5EF4-FFF2-40B4-BE49-F238E27FC236}">
                <a16:creationId xmlns:a16="http://schemas.microsoft.com/office/drawing/2014/main" id="{1DAC87FB-EF95-4A28-B0C1-A5E5BF5E23E8}"/>
              </a:ext>
            </a:extLst>
          </p:cNvPr>
          <p:cNvGrpSpPr/>
          <p:nvPr/>
        </p:nvGrpSpPr>
        <p:grpSpPr>
          <a:xfrm>
            <a:off x="58611" y="29080"/>
            <a:ext cx="9796589" cy="6152143"/>
            <a:chOff x="58610" y="362857"/>
            <a:chExt cx="9796589" cy="6152143"/>
          </a:xfrm>
        </p:grpSpPr>
        <p:sp>
          <p:nvSpPr>
            <p:cNvPr id="452" name="矩形: 圓角 451">
              <a:extLst>
                <a:ext uri="{FF2B5EF4-FFF2-40B4-BE49-F238E27FC236}">
                  <a16:creationId xmlns:a16="http://schemas.microsoft.com/office/drawing/2014/main" id="{079211B7-8505-4459-A373-E898C1F9FE20}"/>
                </a:ext>
              </a:extLst>
            </p:cNvPr>
            <p:cNvSpPr/>
            <p:nvPr/>
          </p:nvSpPr>
          <p:spPr>
            <a:xfrm>
              <a:off x="58610" y="362857"/>
              <a:ext cx="4877773" cy="6152143"/>
            </a:xfrm>
            <a:prstGeom prst="roundRect">
              <a:avLst>
                <a:gd name="adj" fmla="val 7772"/>
              </a:avLst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48157" tIns="24078" rIns="48157" bIns="2407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914" dirty="0"/>
            </a:p>
          </p:txBody>
        </p:sp>
        <p:grpSp>
          <p:nvGrpSpPr>
            <p:cNvPr id="453" name="群組 452">
              <a:extLst>
                <a:ext uri="{FF2B5EF4-FFF2-40B4-BE49-F238E27FC236}">
                  <a16:creationId xmlns:a16="http://schemas.microsoft.com/office/drawing/2014/main" id="{99B4DEE8-B06B-4709-9517-C53DC5164197}"/>
                </a:ext>
              </a:extLst>
            </p:cNvPr>
            <p:cNvGrpSpPr/>
            <p:nvPr/>
          </p:nvGrpSpPr>
          <p:grpSpPr>
            <a:xfrm>
              <a:off x="3629065" y="1663958"/>
              <a:ext cx="1196482" cy="1196482"/>
              <a:chOff x="7369987" y="1465126"/>
              <a:chExt cx="2090057" cy="2090057"/>
            </a:xfrm>
          </p:grpSpPr>
          <p:sp>
            <p:nvSpPr>
              <p:cNvPr id="454" name="矩形: 圓角 453">
                <a:extLst>
                  <a:ext uri="{FF2B5EF4-FFF2-40B4-BE49-F238E27FC236}">
                    <a16:creationId xmlns:a16="http://schemas.microsoft.com/office/drawing/2014/main" id="{8AC35F08-8373-480F-AC56-613FBF50FD0D}"/>
                  </a:ext>
                </a:extLst>
              </p:cNvPr>
              <p:cNvSpPr/>
              <p:nvPr/>
            </p:nvSpPr>
            <p:spPr>
              <a:xfrm>
                <a:off x="7369987" y="1465126"/>
                <a:ext cx="2090057" cy="2090057"/>
              </a:xfrm>
              <a:prstGeom prst="roundRect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</p:spPr>
            <p:style>
              <a:lnRef idx="0">
                <a:schemeClr val="accent3"/>
              </a:lnRef>
              <a:fillRef idx="3">
                <a:schemeClr val="accent3"/>
              </a:fillRef>
              <a:effectRef idx="3">
                <a:schemeClr val="accent3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577" dirty="0"/>
              </a:p>
            </p:txBody>
          </p:sp>
          <p:sp>
            <p:nvSpPr>
              <p:cNvPr id="455" name="橢圓 454">
                <a:extLst>
                  <a:ext uri="{FF2B5EF4-FFF2-40B4-BE49-F238E27FC236}">
                    <a16:creationId xmlns:a16="http://schemas.microsoft.com/office/drawing/2014/main" id="{4474174A-1BB7-4EE9-9B38-D88154D7EA4E}"/>
                  </a:ext>
                </a:extLst>
              </p:cNvPr>
              <p:cNvSpPr/>
              <p:nvPr/>
            </p:nvSpPr>
            <p:spPr>
              <a:xfrm>
                <a:off x="8203820" y="1627302"/>
                <a:ext cx="418060" cy="418058"/>
              </a:xfrm>
              <a:prstGeom prst="ellipse">
                <a:avLst/>
              </a:prstGeom>
              <a:noFill/>
              <a:ln w="28575">
                <a:solidFill>
                  <a:srgbClr val="F47A2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577"/>
              </a:p>
            </p:txBody>
          </p:sp>
          <p:sp>
            <p:nvSpPr>
              <p:cNvPr id="456" name="橢圓 455">
                <a:extLst>
                  <a:ext uri="{FF2B5EF4-FFF2-40B4-BE49-F238E27FC236}">
                    <a16:creationId xmlns:a16="http://schemas.microsoft.com/office/drawing/2014/main" id="{750804E8-E64A-4E97-A4B5-6DC0EA61EE3D}"/>
                  </a:ext>
                </a:extLst>
              </p:cNvPr>
              <p:cNvSpPr/>
              <p:nvPr/>
            </p:nvSpPr>
            <p:spPr>
              <a:xfrm>
                <a:off x="8203820" y="2963736"/>
                <a:ext cx="418060" cy="418058"/>
              </a:xfrm>
              <a:prstGeom prst="ellipse">
                <a:avLst/>
              </a:prstGeom>
              <a:noFill/>
              <a:ln w="28575">
                <a:solidFill>
                  <a:srgbClr val="F47A2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577"/>
              </a:p>
            </p:txBody>
          </p:sp>
          <p:sp>
            <p:nvSpPr>
              <p:cNvPr id="457" name="橢圓 456">
                <a:extLst>
                  <a:ext uri="{FF2B5EF4-FFF2-40B4-BE49-F238E27FC236}">
                    <a16:creationId xmlns:a16="http://schemas.microsoft.com/office/drawing/2014/main" id="{6C814466-823D-4A38-BF83-A38ED9EDA2C7}"/>
                  </a:ext>
                </a:extLst>
              </p:cNvPr>
              <p:cNvSpPr/>
              <p:nvPr/>
            </p:nvSpPr>
            <p:spPr>
              <a:xfrm>
                <a:off x="8863904" y="2304657"/>
                <a:ext cx="418060" cy="418058"/>
              </a:xfrm>
              <a:prstGeom prst="ellipse">
                <a:avLst/>
              </a:prstGeom>
              <a:noFill/>
              <a:ln w="28575">
                <a:solidFill>
                  <a:srgbClr val="F47A2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577"/>
              </a:p>
            </p:txBody>
          </p:sp>
          <p:sp>
            <p:nvSpPr>
              <p:cNvPr id="458" name="橢圓 457">
                <a:extLst>
                  <a:ext uri="{FF2B5EF4-FFF2-40B4-BE49-F238E27FC236}">
                    <a16:creationId xmlns:a16="http://schemas.microsoft.com/office/drawing/2014/main" id="{066AD807-131E-4DC9-9A22-4A346FDEE411}"/>
                  </a:ext>
                </a:extLst>
              </p:cNvPr>
              <p:cNvSpPr/>
              <p:nvPr/>
            </p:nvSpPr>
            <p:spPr>
              <a:xfrm>
                <a:off x="7524489" y="2304657"/>
                <a:ext cx="418060" cy="418058"/>
              </a:xfrm>
              <a:prstGeom prst="ellipse">
                <a:avLst/>
              </a:prstGeom>
              <a:noFill/>
              <a:ln w="28575">
                <a:solidFill>
                  <a:srgbClr val="F47A2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577"/>
              </a:p>
            </p:txBody>
          </p:sp>
          <p:sp>
            <p:nvSpPr>
              <p:cNvPr id="459" name="橢圓 458">
                <a:extLst>
                  <a:ext uri="{FF2B5EF4-FFF2-40B4-BE49-F238E27FC236}">
                    <a16:creationId xmlns:a16="http://schemas.microsoft.com/office/drawing/2014/main" id="{95A75D70-50DB-4C59-8CD6-ACD1C9EF57D0}"/>
                  </a:ext>
                </a:extLst>
              </p:cNvPr>
              <p:cNvSpPr/>
              <p:nvPr/>
            </p:nvSpPr>
            <p:spPr>
              <a:xfrm>
                <a:off x="7725054" y="2790829"/>
                <a:ext cx="418060" cy="418058"/>
              </a:xfrm>
              <a:prstGeom prst="ellipse">
                <a:avLst/>
              </a:prstGeom>
              <a:noFill/>
              <a:ln w="28575">
                <a:solidFill>
                  <a:srgbClr val="F47A2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577"/>
              </a:p>
            </p:txBody>
          </p:sp>
          <p:sp>
            <p:nvSpPr>
              <p:cNvPr id="460" name="橢圓 459">
                <a:extLst>
                  <a:ext uri="{FF2B5EF4-FFF2-40B4-BE49-F238E27FC236}">
                    <a16:creationId xmlns:a16="http://schemas.microsoft.com/office/drawing/2014/main" id="{46EFF7B3-D315-40A0-8F56-A4762A4BD361}"/>
                  </a:ext>
                </a:extLst>
              </p:cNvPr>
              <p:cNvSpPr/>
              <p:nvPr/>
            </p:nvSpPr>
            <p:spPr>
              <a:xfrm>
                <a:off x="7725054" y="1829650"/>
                <a:ext cx="418060" cy="418058"/>
              </a:xfrm>
              <a:prstGeom prst="ellipse">
                <a:avLst/>
              </a:prstGeom>
              <a:noFill/>
              <a:ln w="28575">
                <a:solidFill>
                  <a:srgbClr val="F47A2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577"/>
              </a:p>
            </p:txBody>
          </p:sp>
          <p:sp>
            <p:nvSpPr>
              <p:cNvPr id="461" name="橢圓 460">
                <a:extLst>
                  <a:ext uri="{FF2B5EF4-FFF2-40B4-BE49-F238E27FC236}">
                    <a16:creationId xmlns:a16="http://schemas.microsoft.com/office/drawing/2014/main" id="{C0ABE8AF-842D-4632-90B4-1D4C99544782}"/>
                  </a:ext>
                </a:extLst>
              </p:cNvPr>
              <p:cNvSpPr/>
              <p:nvPr/>
            </p:nvSpPr>
            <p:spPr>
              <a:xfrm>
                <a:off x="8678740" y="2790829"/>
                <a:ext cx="418060" cy="418058"/>
              </a:xfrm>
              <a:prstGeom prst="ellipse">
                <a:avLst/>
              </a:prstGeom>
              <a:noFill/>
              <a:ln w="28575">
                <a:solidFill>
                  <a:srgbClr val="F47A2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577" dirty="0"/>
              </a:p>
            </p:txBody>
          </p:sp>
          <p:sp>
            <p:nvSpPr>
              <p:cNvPr id="462" name="橢圓 461">
                <a:extLst>
                  <a:ext uri="{FF2B5EF4-FFF2-40B4-BE49-F238E27FC236}">
                    <a16:creationId xmlns:a16="http://schemas.microsoft.com/office/drawing/2014/main" id="{F14DB0A5-6DF2-4D96-B549-887E430734D5}"/>
                  </a:ext>
                </a:extLst>
              </p:cNvPr>
              <p:cNvSpPr/>
              <p:nvPr/>
            </p:nvSpPr>
            <p:spPr>
              <a:xfrm>
                <a:off x="8678740" y="1829650"/>
                <a:ext cx="418060" cy="418058"/>
              </a:xfrm>
              <a:prstGeom prst="ellipse">
                <a:avLst/>
              </a:prstGeom>
              <a:noFill/>
              <a:ln w="28575">
                <a:solidFill>
                  <a:srgbClr val="F47A2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577"/>
              </a:p>
            </p:txBody>
          </p:sp>
          <p:sp>
            <p:nvSpPr>
              <p:cNvPr id="463" name="等腰三角形 462">
                <a:extLst>
                  <a:ext uri="{FF2B5EF4-FFF2-40B4-BE49-F238E27FC236}">
                    <a16:creationId xmlns:a16="http://schemas.microsoft.com/office/drawing/2014/main" id="{17299C64-506B-411F-80AA-47BDE694BDE8}"/>
                  </a:ext>
                </a:extLst>
              </p:cNvPr>
              <p:cNvSpPr/>
              <p:nvPr/>
            </p:nvSpPr>
            <p:spPr>
              <a:xfrm rot="16200000">
                <a:off x="8335379" y="1569710"/>
                <a:ext cx="154942" cy="129768"/>
              </a:xfrm>
              <a:prstGeom prst="triangle">
                <a:avLst/>
              </a:prstGeom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577"/>
              </a:p>
            </p:txBody>
          </p:sp>
          <p:sp>
            <p:nvSpPr>
              <p:cNvPr id="464" name="等腰三角形 463">
                <a:extLst>
                  <a:ext uri="{FF2B5EF4-FFF2-40B4-BE49-F238E27FC236}">
                    <a16:creationId xmlns:a16="http://schemas.microsoft.com/office/drawing/2014/main" id="{694CAB48-A238-46C8-A53B-0B22823949C8}"/>
                  </a:ext>
                </a:extLst>
              </p:cNvPr>
              <p:cNvSpPr/>
              <p:nvPr/>
            </p:nvSpPr>
            <p:spPr>
              <a:xfrm rot="16200000">
                <a:off x="8335379" y="2903664"/>
                <a:ext cx="154942" cy="129768"/>
              </a:xfrm>
              <a:prstGeom prst="triangle">
                <a:avLst/>
              </a:prstGeom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577"/>
              </a:p>
            </p:txBody>
          </p:sp>
          <p:sp>
            <p:nvSpPr>
              <p:cNvPr id="465" name="等腰三角形 464">
                <a:extLst>
                  <a:ext uri="{FF2B5EF4-FFF2-40B4-BE49-F238E27FC236}">
                    <a16:creationId xmlns:a16="http://schemas.microsoft.com/office/drawing/2014/main" id="{6A4E2B22-F52C-4562-98E0-76C2C6AAA70D}"/>
                  </a:ext>
                </a:extLst>
              </p:cNvPr>
              <p:cNvSpPr/>
              <p:nvPr/>
            </p:nvSpPr>
            <p:spPr>
              <a:xfrm rot="16200000">
                <a:off x="7656048" y="2251734"/>
                <a:ext cx="154942" cy="129768"/>
              </a:xfrm>
              <a:prstGeom prst="triangle">
                <a:avLst/>
              </a:prstGeom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577"/>
              </a:p>
            </p:txBody>
          </p:sp>
          <p:sp>
            <p:nvSpPr>
              <p:cNvPr id="466" name="等腰三角形 465">
                <a:extLst>
                  <a:ext uri="{FF2B5EF4-FFF2-40B4-BE49-F238E27FC236}">
                    <a16:creationId xmlns:a16="http://schemas.microsoft.com/office/drawing/2014/main" id="{ADF2B552-61B9-4DB9-8FDE-A549C533D98A}"/>
                  </a:ext>
                </a:extLst>
              </p:cNvPr>
              <p:cNvSpPr/>
              <p:nvPr/>
            </p:nvSpPr>
            <p:spPr>
              <a:xfrm rot="16200000">
                <a:off x="7856613" y="1769735"/>
                <a:ext cx="154942" cy="129768"/>
              </a:xfrm>
              <a:prstGeom prst="triangle">
                <a:avLst/>
              </a:prstGeom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577"/>
              </a:p>
            </p:txBody>
          </p:sp>
          <p:sp>
            <p:nvSpPr>
              <p:cNvPr id="467" name="等腰三角形 466">
                <a:extLst>
                  <a:ext uri="{FF2B5EF4-FFF2-40B4-BE49-F238E27FC236}">
                    <a16:creationId xmlns:a16="http://schemas.microsoft.com/office/drawing/2014/main" id="{2514BB10-E9C0-411E-9ACD-AF1A27EFB44F}"/>
                  </a:ext>
                </a:extLst>
              </p:cNvPr>
              <p:cNvSpPr/>
              <p:nvPr/>
            </p:nvSpPr>
            <p:spPr>
              <a:xfrm rot="16200000">
                <a:off x="7856613" y="2732216"/>
                <a:ext cx="154942" cy="129768"/>
              </a:xfrm>
              <a:prstGeom prst="triangle">
                <a:avLst/>
              </a:prstGeom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577"/>
              </a:p>
            </p:txBody>
          </p:sp>
          <p:sp>
            <p:nvSpPr>
              <p:cNvPr id="468" name="等腰三角形 467">
                <a:extLst>
                  <a:ext uri="{FF2B5EF4-FFF2-40B4-BE49-F238E27FC236}">
                    <a16:creationId xmlns:a16="http://schemas.microsoft.com/office/drawing/2014/main" id="{E500ADED-31F0-4B8B-9698-CCDC50DBA69D}"/>
                  </a:ext>
                </a:extLst>
              </p:cNvPr>
              <p:cNvSpPr/>
              <p:nvPr/>
            </p:nvSpPr>
            <p:spPr>
              <a:xfrm rot="16200000">
                <a:off x="8810299" y="1769735"/>
                <a:ext cx="154942" cy="129768"/>
              </a:xfrm>
              <a:prstGeom prst="triangle">
                <a:avLst/>
              </a:prstGeom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577"/>
              </a:p>
            </p:txBody>
          </p:sp>
          <p:sp>
            <p:nvSpPr>
              <p:cNvPr id="469" name="等腰三角形 468">
                <a:extLst>
                  <a:ext uri="{FF2B5EF4-FFF2-40B4-BE49-F238E27FC236}">
                    <a16:creationId xmlns:a16="http://schemas.microsoft.com/office/drawing/2014/main" id="{C300795F-4BEE-4A8E-86F5-2C6CE5BD3C30}"/>
                  </a:ext>
                </a:extLst>
              </p:cNvPr>
              <p:cNvSpPr/>
              <p:nvPr/>
            </p:nvSpPr>
            <p:spPr>
              <a:xfrm rot="16200000">
                <a:off x="8810299" y="2732216"/>
                <a:ext cx="154942" cy="129768"/>
              </a:xfrm>
              <a:prstGeom prst="triangle">
                <a:avLst/>
              </a:prstGeom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577"/>
              </a:p>
            </p:txBody>
          </p:sp>
          <p:sp>
            <p:nvSpPr>
              <p:cNvPr id="470" name="等腰三角形 469">
                <a:extLst>
                  <a:ext uri="{FF2B5EF4-FFF2-40B4-BE49-F238E27FC236}">
                    <a16:creationId xmlns:a16="http://schemas.microsoft.com/office/drawing/2014/main" id="{2057BF72-4E2A-423F-B365-46EC21B8B465}"/>
                  </a:ext>
                </a:extLst>
              </p:cNvPr>
              <p:cNvSpPr/>
              <p:nvPr/>
            </p:nvSpPr>
            <p:spPr>
              <a:xfrm rot="16200000">
                <a:off x="8995464" y="2251734"/>
                <a:ext cx="154942" cy="129768"/>
              </a:xfrm>
              <a:prstGeom prst="triangle">
                <a:avLst/>
              </a:prstGeom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577"/>
              </a:p>
            </p:txBody>
          </p:sp>
        </p:grpSp>
        <p:grpSp>
          <p:nvGrpSpPr>
            <p:cNvPr id="471" name="群組 470">
              <a:extLst>
                <a:ext uri="{FF2B5EF4-FFF2-40B4-BE49-F238E27FC236}">
                  <a16:creationId xmlns:a16="http://schemas.microsoft.com/office/drawing/2014/main" id="{73BD12D1-DFF3-4D96-B85B-F977E59C2B78}"/>
                </a:ext>
              </a:extLst>
            </p:cNvPr>
            <p:cNvGrpSpPr/>
            <p:nvPr/>
          </p:nvGrpSpPr>
          <p:grpSpPr>
            <a:xfrm>
              <a:off x="703613" y="5203449"/>
              <a:ext cx="1196482" cy="1196482"/>
              <a:chOff x="3321304" y="8992368"/>
              <a:chExt cx="2090057" cy="2090057"/>
            </a:xfrm>
          </p:grpSpPr>
          <p:sp>
            <p:nvSpPr>
              <p:cNvPr id="472" name="矩形: 圓角 471">
                <a:extLst>
                  <a:ext uri="{FF2B5EF4-FFF2-40B4-BE49-F238E27FC236}">
                    <a16:creationId xmlns:a16="http://schemas.microsoft.com/office/drawing/2014/main" id="{029A58B5-79DC-4573-8FF5-128E2056897E}"/>
                  </a:ext>
                </a:extLst>
              </p:cNvPr>
              <p:cNvSpPr/>
              <p:nvPr/>
            </p:nvSpPr>
            <p:spPr>
              <a:xfrm>
                <a:off x="3321304" y="8992368"/>
                <a:ext cx="2090057" cy="2090057"/>
              </a:xfrm>
              <a:prstGeom prst="roundRect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</p:spPr>
            <p:style>
              <a:lnRef idx="0">
                <a:schemeClr val="accent3"/>
              </a:lnRef>
              <a:fillRef idx="3">
                <a:schemeClr val="accent3"/>
              </a:fillRef>
              <a:effectRef idx="3">
                <a:schemeClr val="accent3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577" dirty="0"/>
              </a:p>
            </p:txBody>
          </p:sp>
          <p:sp>
            <p:nvSpPr>
              <p:cNvPr id="473" name="橢圓 472">
                <a:extLst>
                  <a:ext uri="{FF2B5EF4-FFF2-40B4-BE49-F238E27FC236}">
                    <a16:creationId xmlns:a16="http://schemas.microsoft.com/office/drawing/2014/main" id="{294ECDD1-7BD6-4D04-AACA-5B6A15A1E499}"/>
                  </a:ext>
                </a:extLst>
              </p:cNvPr>
              <p:cNvSpPr/>
              <p:nvPr/>
            </p:nvSpPr>
            <p:spPr>
              <a:xfrm>
                <a:off x="4172118" y="9181030"/>
                <a:ext cx="418060" cy="418058"/>
              </a:xfrm>
              <a:prstGeom prst="ellipse">
                <a:avLst/>
              </a:prstGeom>
              <a:noFill/>
              <a:ln w="28575">
                <a:solidFill>
                  <a:srgbClr val="F47A2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577"/>
              </a:p>
            </p:txBody>
          </p:sp>
          <p:sp>
            <p:nvSpPr>
              <p:cNvPr id="474" name="橢圓 473">
                <a:extLst>
                  <a:ext uri="{FF2B5EF4-FFF2-40B4-BE49-F238E27FC236}">
                    <a16:creationId xmlns:a16="http://schemas.microsoft.com/office/drawing/2014/main" id="{DD39A391-DC83-4D84-9BEE-9D35F3D0C027}"/>
                  </a:ext>
                </a:extLst>
              </p:cNvPr>
              <p:cNvSpPr/>
              <p:nvPr/>
            </p:nvSpPr>
            <p:spPr>
              <a:xfrm>
                <a:off x="4172118" y="10517464"/>
                <a:ext cx="418060" cy="418058"/>
              </a:xfrm>
              <a:prstGeom prst="ellipse">
                <a:avLst/>
              </a:prstGeom>
              <a:noFill/>
              <a:ln w="28575">
                <a:solidFill>
                  <a:srgbClr val="F47A2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577"/>
              </a:p>
            </p:txBody>
          </p:sp>
          <p:sp>
            <p:nvSpPr>
              <p:cNvPr id="475" name="橢圓 474">
                <a:extLst>
                  <a:ext uri="{FF2B5EF4-FFF2-40B4-BE49-F238E27FC236}">
                    <a16:creationId xmlns:a16="http://schemas.microsoft.com/office/drawing/2014/main" id="{D85E2C3C-54B2-4AB0-B3AB-A8AA821EC50E}"/>
                  </a:ext>
                </a:extLst>
              </p:cNvPr>
              <p:cNvSpPr/>
              <p:nvPr/>
            </p:nvSpPr>
            <p:spPr>
              <a:xfrm>
                <a:off x="4832202" y="9858385"/>
                <a:ext cx="418060" cy="418058"/>
              </a:xfrm>
              <a:prstGeom prst="ellipse">
                <a:avLst/>
              </a:prstGeom>
              <a:noFill/>
              <a:ln w="28575">
                <a:solidFill>
                  <a:srgbClr val="F47A2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577"/>
              </a:p>
            </p:txBody>
          </p:sp>
          <p:sp>
            <p:nvSpPr>
              <p:cNvPr id="476" name="橢圓 475">
                <a:extLst>
                  <a:ext uri="{FF2B5EF4-FFF2-40B4-BE49-F238E27FC236}">
                    <a16:creationId xmlns:a16="http://schemas.microsoft.com/office/drawing/2014/main" id="{50E62876-DB38-42FA-947A-401F65410939}"/>
                  </a:ext>
                </a:extLst>
              </p:cNvPr>
              <p:cNvSpPr/>
              <p:nvPr/>
            </p:nvSpPr>
            <p:spPr>
              <a:xfrm>
                <a:off x="3492787" y="9858385"/>
                <a:ext cx="418060" cy="418058"/>
              </a:xfrm>
              <a:prstGeom prst="ellipse">
                <a:avLst/>
              </a:prstGeom>
              <a:noFill/>
              <a:ln w="28575">
                <a:solidFill>
                  <a:srgbClr val="F47A2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577"/>
              </a:p>
            </p:txBody>
          </p:sp>
          <p:sp>
            <p:nvSpPr>
              <p:cNvPr id="477" name="橢圓 476">
                <a:extLst>
                  <a:ext uri="{FF2B5EF4-FFF2-40B4-BE49-F238E27FC236}">
                    <a16:creationId xmlns:a16="http://schemas.microsoft.com/office/drawing/2014/main" id="{0975D48B-F447-45C6-9AD7-3D17BEF8405F}"/>
                  </a:ext>
                </a:extLst>
              </p:cNvPr>
              <p:cNvSpPr/>
              <p:nvPr/>
            </p:nvSpPr>
            <p:spPr>
              <a:xfrm>
                <a:off x="3693352" y="10344557"/>
                <a:ext cx="418060" cy="418058"/>
              </a:xfrm>
              <a:prstGeom prst="ellipse">
                <a:avLst/>
              </a:prstGeom>
              <a:noFill/>
              <a:ln w="28575">
                <a:solidFill>
                  <a:srgbClr val="F47A2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577"/>
              </a:p>
            </p:txBody>
          </p:sp>
          <p:sp>
            <p:nvSpPr>
              <p:cNvPr id="478" name="橢圓 477">
                <a:extLst>
                  <a:ext uri="{FF2B5EF4-FFF2-40B4-BE49-F238E27FC236}">
                    <a16:creationId xmlns:a16="http://schemas.microsoft.com/office/drawing/2014/main" id="{A8C4D866-8269-4996-AEB9-3A01FD3D4BD4}"/>
                  </a:ext>
                </a:extLst>
              </p:cNvPr>
              <p:cNvSpPr/>
              <p:nvPr/>
            </p:nvSpPr>
            <p:spPr>
              <a:xfrm>
                <a:off x="3693352" y="9383378"/>
                <a:ext cx="418060" cy="418058"/>
              </a:xfrm>
              <a:prstGeom prst="ellipse">
                <a:avLst/>
              </a:prstGeom>
              <a:noFill/>
              <a:ln w="28575">
                <a:solidFill>
                  <a:srgbClr val="F47A2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577"/>
              </a:p>
            </p:txBody>
          </p:sp>
          <p:sp>
            <p:nvSpPr>
              <p:cNvPr id="479" name="橢圓 478">
                <a:extLst>
                  <a:ext uri="{FF2B5EF4-FFF2-40B4-BE49-F238E27FC236}">
                    <a16:creationId xmlns:a16="http://schemas.microsoft.com/office/drawing/2014/main" id="{8C7B5115-C8E0-4E9B-994C-A8E8EFCB714F}"/>
                  </a:ext>
                </a:extLst>
              </p:cNvPr>
              <p:cNvSpPr/>
              <p:nvPr/>
            </p:nvSpPr>
            <p:spPr>
              <a:xfrm>
                <a:off x="4647038" y="10344557"/>
                <a:ext cx="418060" cy="418058"/>
              </a:xfrm>
              <a:prstGeom prst="ellipse">
                <a:avLst/>
              </a:prstGeom>
              <a:noFill/>
              <a:ln w="28575">
                <a:solidFill>
                  <a:srgbClr val="F47A2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577" dirty="0"/>
              </a:p>
            </p:txBody>
          </p:sp>
          <p:sp>
            <p:nvSpPr>
              <p:cNvPr id="480" name="橢圓 479">
                <a:extLst>
                  <a:ext uri="{FF2B5EF4-FFF2-40B4-BE49-F238E27FC236}">
                    <a16:creationId xmlns:a16="http://schemas.microsoft.com/office/drawing/2014/main" id="{8B5ED517-8564-4FAE-AE6C-687D4A6422F7}"/>
                  </a:ext>
                </a:extLst>
              </p:cNvPr>
              <p:cNvSpPr/>
              <p:nvPr/>
            </p:nvSpPr>
            <p:spPr>
              <a:xfrm>
                <a:off x="4647038" y="9383378"/>
                <a:ext cx="418060" cy="418058"/>
              </a:xfrm>
              <a:prstGeom prst="ellipse">
                <a:avLst/>
              </a:prstGeom>
              <a:noFill/>
              <a:ln w="28575">
                <a:solidFill>
                  <a:srgbClr val="F47A2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577"/>
              </a:p>
            </p:txBody>
          </p:sp>
          <p:sp>
            <p:nvSpPr>
              <p:cNvPr id="481" name="等腰三角形 480">
                <a:extLst>
                  <a:ext uri="{FF2B5EF4-FFF2-40B4-BE49-F238E27FC236}">
                    <a16:creationId xmlns:a16="http://schemas.microsoft.com/office/drawing/2014/main" id="{22D8C3E9-3531-4D37-9B7C-354AA36C787F}"/>
                  </a:ext>
                </a:extLst>
              </p:cNvPr>
              <p:cNvSpPr/>
              <p:nvPr/>
            </p:nvSpPr>
            <p:spPr>
              <a:xfrm rot="5400000" flipH="1">
                <a:off x="4303677" y="9123438"/>
                <a:ext cx="154942" cy="129768"/>
              </a:xfrm>
              <a:prstGeom prst="triangle">
                <a:avLst/>
              </a:prstGeom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577"/>
              </a:p>
            </p:txBody>
          </p:sp>
          <p:sp>
            <p:nvSpPr>
              <p:cNvPr id="482" name="等腰三角形 481">
                <a:extLst>
                  <a:ext uri="{FF2B5EF4-FFF2-40B4-BE49-F238E27FC236}">
                    <a16:creationId xmlns:a16="http://schemas.microsoft.com/office/drawing/2014/main" id="{66CCDF32-C0D5-4324-BB9F-B840B258BC87}"/>
                  </a:ext>
                </a:extLst>
              </p:cNvPr>
              <p:cNvSpPr/>
              <p:nvPr/>
            </p:nvSpPr>
            <p:spPr>
              <a:xfrm rot="5400000" flipH="1">
                <a:off x="4303677" y="10457392"/>
                <a:ext cx="154942" cy="129768"/>
              </a:xfrm>
              <a:prstGeom prst="triangle">
                <a:avLst/>
              </a:prstGeom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577"/>
              </a:p>
            </p:txBody>
          </p:sp>
          <p:sp>
            <p:nvSpPr>
              <p:cNvPr id="483" name="等腰三角形 482">
                <a:extLst>
                  <a:ext uri="{FF2B5EF4-FFF2-40B4-BE49-F238E27FC236}">
                    <a16:creationId xmlns:a16="http://schemas.microsoft.com/office/drawing/2014/main" id="{0621F14C-A44D-4F87-8B2D-DA034876643C}"/>
                  </a:ext>
                </a:extLst>
              </p:cNvPr>
              <p:cNvSpPr/>
              <p:nvPr/>
            </p:nvSpPr>
            <p:spPr>
              <a:xfrm rot="5400000" flipH="1">
                <a:off x="3624346" y="9805462"/>
                <a:ext cx="154942" cy="129768"/>
              </a:xfrm>
              <a:prstGeom prst="triangle">
                <a:avLst/>
              </a:prstGeom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577"/>
              </a:p>
            </p:txBody>
          </p:sp>
          <p:sp>
            <p:nvSpPr>
              <p:cNvPr id="484" name="等腰三角形 483">
                <a:extLst>
                  <a:ext uri="{FF2B5EF4-FFF2-40B4-BE49-F238E27FC236}">
                    <a16:creationId xmlns:a16="http://schemas.microsoft.com/office/drawing/2014/main" id="{25FA49FC-654D-431F-BA8E-FD258A837B4B}"/>
                  </a:ext>
                </a:extLst>
              </p:cNvPr>
              <p:cNvSpPr/>
              <p:nvPr/>
            </p:nvSpPr>
            <p:spPr>
              <a:xfrm rot="5400000" flipH="1">
                <a:off x="3824911" y="9323463"/>
                <a:ext cx="154942" cy="129768"/>
              </a:xfrm>
              <a:prstGeom prst="triangle">
                <a:avLst/>
              </a:prstGeom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577"/>
              </a:p>
            </p:txBody>
          </p:sp>
          <p:sp>
            <p:nvSpPr>
              <p:cNvPr id="485" name="等腰三角形 484">
                <a:extLst>
                  <a:ext uri="{FF2B5EF4-FFF2-40B4-BE49-F238E27FC236}">
                    <a16:creationId xmlns:a16="http://schemas.microsoft.com/office/drawing/2014/main" id="{A9589B86-1B9C-4E66-8E22-1079CE826B0D}"/>
                  </a:ext>
                </a:extLst>
              </p:cNvPr>
              <p:cNvSpPr/>
              <p:nvPr/>
            </p:nvSpPr>
            <p:spPr>
              <a:xfrm rot="5400000" flipH="1">
                <a:off x="3824911" y="10285944"/>
                <a:ext cx="154942" cy="129768"/>
              </a:xfrm>
              <a:prstGeom prst="triangle">
                <a:avLst/>
              </a:prstGeom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577"/>
              </a:p>
            </p:txBody>
          </p:sp>
          <p:sp>
            <p:nvSpPr>
              <p:cNvPr id="486" name="等腰三角形 485">
                <a:extLst>
                  <a:ext uri="{FF2B5EF4-FFF2-40B4-BE49-F238E27FC236}">
                    <a16:creationId xmlns:a16="http://schemas.microsoft.com/office/drawing/2014/main" id="{FF938CF2-A852-4DC0-AC92-A97BC5FE0C71}"/>
                  </a:ext>
                </a:extLst>
              </p:cNvPr>
              <p:cNvSpPr/>
              <p:nvPr/>
            </p:nvSpPr>
            <p:spPr>
              <a:xfrm rot="5400000" flipH="1">
                <a:off x="4778597" y="9323463"/>
                <a:ext cx="154942" cy="129768"/>
              </a:xfrm>
              <a:prstGeom prst="triangle">
                <a:avLst/>
              </a:prstGeom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577"/>
              </a:p>
            </p:txBody>
          </p:sp>
          <p:sp>
            <p:nvSpPr>
              <p:cNvPr id="487" name="等腰三角形 486">
                <a:extLst>
                  <a:ext uri="{FF2B5EF4-FFF2-40B4-BE49-F238E27FC236}">
                    <a16:creationId xmlns:a16="http://schemas.microsoft.com/office/drawing/2014/main" id="{DA09CC71-B5C7-4375-8473-274A0F6880C4}"/>
                  </a:ext>
                </a:extLst>
              </p:cNvPr>
              <p:cNvSpPr/>
              <p:nvPr/>
            </p:nvSpPr>
            <p:spPr>
              <a:xfrm rot="5400000" flipH="1">
                <a:off x="4778597" y="10285944"/>
                <a:ext cx="154942" cy="129768"/>
              </a:xfrm>
              <a:prstGeom prst="triangle">
                <a:avLst/>
              </a:prstGeom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577"/>
              </a:p>
            </p:txBody>
          </p:sp>
          <p:sp>
            <p:nvSpPr>
              <p:cNvPr id="488" name="等腰三角形 487">
                <a:extLst>
                  <a:ext uri="{FF2B5EF4-FFF2-40B4-BE49-F238E27FC236}">
                    <a16:creationId xmlns:a16="http://schemas.microsoft.com/office/drawing/2014/main" id="{69313D68-EE51-44CB-AED2-084051C50734}"/>
                  </a:ext>
                </a:extLst>
              </p:cNvPr>
              <p:cNvSpPr/>
              <p:nvPr/>
            </p:nvSpPr>
            <p:spPr>
              <a:xfrm rot="5400000" flipH="1">
                <a:off x="4963762" y="9805462"/>
                <a:ext cx="154942" cy="129768"/>
              </a:xfrm>
              <a:prstGeom prst="triangle">
                <a:avLst/>
              </a:prstGeom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577"/>
              </a:p>
            </p:txBody>
          </p:sp>
        </p:grpSp>
        <p:grpSp>
          <p:nvGrpSpPr>
            <p:cNvPr id="489" name="群組 488">
              <a:extLst>
                <a:ext uri="{FF2B5EF4-FFF2-40B4-BE49-F238E27FC236}">
                  <a16:creationId xmlns:a16="http://schemas.microsoft.com/office/drawing/2014/main" id="{1EEA1ED8-C37D-4F6A-A8E1-A773F853FC3E}"/>
                </a:ext>
              </a:extLst>
            </p:cNvPr>
            <p:cNvGrpSpPr/>
            <p:nvPr/>
          </p:nvGrpSpPr>
          <p:grpSpPr>
            <a:xfrm>
              <a:off x="3537880" y="4742609"/>
              <a:ext cx="1196482" cy="1196482"/>
              <a:chOff x="8631015" y="5186974"/>
              <a:chExt cx="2090057" cy="2090057"/>
            </a:xfrm>
          </p:grpSpPr>
          <p:sp>
            <p:nvSpPr>
              <p:cNvPr id="490" name="矩形: 圓角 489">
                <a:extLst>
                  <a:ext uri="{FF2B5EF4-FFF2-40B4-BE49-F238E27FC236}">
                    <a16:creationId xmlns:a16="http://schemas.microsoft.com/office/drawing/2014/main" id="{D453F5F2-FB47-4C33-9A8C-E488A4401595}"/>
                  </a:ext>
                </a:extLst>
              </p:cNvPr>
              <p:cNvSpPr/>
              <p:nvPr/>
            </p:nvSpPr>
            <p:spPr>
              <a:xfrm>
                <a:off x="8631015" y="5186974"/>
                <a:ext cx="2090057" cy="2090057"/>
              </a:xfrm>
              <a:prstGeom prst="roundRect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</p:spPr>
            <p:style>
              <a:lnRef idx="0">
                <a:schemeClr val="accent3"/>
              </a:lnRef>
              <a:fillRef idx="3">
                <a:schemeClr val="accent3"/>
              </a:fillRef>
              <a:effectRef idx="3">
                <a:schemeClr val="accent3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577" dirty="0"/>
              </a:p>
            </p:txBody>
          </p:sp>
          <p:sp>
            <p:nvSpPr>
              <p:cNvPr id="491" name="箭號: 左-右雙向 490">
                <a:extLst>
                  <a:ext uri="{FF2B5EF4-FFF2-40B4-BE49-F238E27FC236}">
                    <a16:creationId xmlns:a16="http://schemas.microsoft.com/office/drawing/2014/main" id="{CDD35D69-3B87-40B2-B90E-E38AFD637D60}"/>
                  </a:ext>
                </a:extLst>
              </p:cNvPr>
              <p:cNvSpPr/>
              <p:nvPr/>
            </p:nvSpPr>
            <p:spPr>
              <a:xfrm rot="5400000">
                <a:off x="8825319" y="6077225"/>
                <a:ext cx="432000" cy="217754"/>
              </a:xfrm>
              <a:prstGeom prst="leftRightArrow">
                <a:avLst>
                  <a:gd name="adj1" fmla="val 28600"/>
                  <a:gd name="adj2" fmla="val 50000"/>
                </a:avLst>
              </a:prstGeom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577" dirty="0"/>
              </a:p>
            </p:txBody>
          </p:sp>
          <p:sp>
            <p:nvSpPr>
              <p:cNvPr id="492" name="箭號: 左-右雙向 491">
                <a:extLst>
                  <a:ext uri="{FF2B5EF4-FFF2-40B4-BE49-F238E27FC236}">
                    <a16:creationId xmlns:a16="http://schemas.microsoft.com/office/drawing/2014/main" id="{A0A78C95-36C3-486E-A5E3-A0D0640BE9FD}"/>
                  </a:ext>
                </a:extLst>
              </p:cNvPr>
              <p:cNvSpPr/>
              <p:nvPr/>
            </p:nvSpPr>
            <p:spPr>
              <a:xfrm rot="5400000">
                <a:off x="10130264" y="6077225"/>
                <a:ext cx="432000" cy="217754"/>
              </a:xfrm>
              <a:prstGeom prst="leftRightArrow">
                <a:avLst>
                  <a:gd name="adj1" fmla="val 28600"/>
                  <a:gd name="adj2" fmla="val 50000"/>
                </a:avLst>
              </a:prstGeom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577"/>
              </a:p>
            </p:txBody>
          </p:sp>
          <p:sp>
            <p:nvSpPr>
              <p:cNvPr id="493" name="箭號: 左-右雙向 492">
                <a:extLst>
                  <a:ext uri="{FF2B5EF4-FFF2-40B4-BE49-F238E27FC236}">
                    <a16:creationId xmlns:a16="http://schemas.microsoft.com/office/drawing/2014/main" id="{05C04747-F841-4E2B-903B-1D62CF7A50FE}"/>
                  </a:ext>
                </a:extLst>
              </p:cNvPr>
              <p:cNvSpPr/>
              <p:nvPr/>
            </p:nvSpPr>
            <p:spPr>
              <a:xfrm rot="18900000">
                <a:off x="9018245" y="5615062"/>
                <a:ext cx="432000" cy="217754"/>
              </a:xfrm>
              <a:prstGeom prst="leftRightArrow">
                <a:avLst>
                  <a:gd name="adj1" fmla="val 28600"/>
                  <a:gd name="adj2" fmla="val 50000"/>
                </a:avLst>
              </a:prstGeom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577" dirty="0"/>
              </a:p>
            </p:txBody>
          </p:sp>
          <p:sp>
            <p:nvSpPr>
              <p:cNvPr id="494" name="箭號: 左-右雙向 493">
                <a:extLst>
                  <a:ext uri="{FF2B5EF4-FFF2-40B4-BE49-F238E27FC236}">
                    <a16:creationId xmlns:a16="http://schemas.microsoft.com/office/drawing/2014/main" id="{2D6F8647-8341-4217-847C-917B5AFBFF5B}"/>
                  </a:ext>
                </a:extLst>
              </p:cNvPr>
              <p:cNvSpPr/>
              <p:nvPr/>
            </p:nvSpPr>
            <p:spPr>
              <a:xfrm rot="18900000">
                <a:off x="9922348" y="6556570"/>
                <a:ext cx="432000" cy="217754"/>
              </a:xfrm>
              <a:prstGeom prst="leftRightArrow">
                <a:avLst>
                  <a:gd name="adj1" fmla="val 28600"/>
                  <a:gd name="adj2" fmla="val 50000"/>
                </a:avLst>
              </a:prstGeom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577"/>
              </a:p>
            </p:txBody>
          </p:sp>
          <p:sp>
            <p:nvSpPr>
              <p:cNvPr id="495" name="箭號: 左-右雙向 494">
                <a:extLst>
                  <a:ext uri="{FF2B5EF4-FFF2-40B4-BE49-F238E27FC236}">
                    <a16:creationId xmlns:a16="http://schemas.microsoft.com/office/drawing/2014/main" id="{69136996-C805-47E3-95DD-E3ACA03E4A9B}"/>
                  </a:ext>
                </a:extLst>
              </p:cNvPr>
              <p:cNvSpPr/>
              <p:nvPr/>
            </p:nvSpPr>
            <p:spPr>
              <a:xfrm rot="2700000">
                <a:off x="9018246" y="6556571"/>
                <a:ext cx="432000" cy="217754"/>
              </a:xfrm>
              <a:prstGeom prst="leftRightArrow">
                <a:avLst>
                  <a:gd name="adj1" fmla="val 28600"/>
                  <a:gd name="adj2" fmla="val 50000"/>
                </a:avLst>
              </a:prstGeom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577" dirty="0"/>
              </a:p>
            </p:txBody>
          </p:sp>
          <p:sp>
            <p:nvSpPr>
              <p:cNvPr id="496" name="箭號: 左-右雙向 495">
                <a:extLst>
                  <a:ext uri="{FF2B5EF4-FFF2-40B4-BE49-F238E27FC236}">
                    <a16:creationId xmlns:a16="http://schemas.microsoft.com/office/drawing/2014/main" id="{7DC01883-7944-447D-9E67-AE59A8930CC9}"/>
                  </a:ext>
                </a:extLst>
              </p:cNvPr>
              <p:cNvSpPr/>
              <p:nvPr/>
            </p:nvSpPr>
            <p:spPr>
              <a:xfrm rot="2700000">
                <a:off x="9922347" y="5615061"/>
                <a:ext cx="432000" cy="217754"/>
              </a:xfrm>
              <a:prstGeom prst="leftRightArrow">
                <a:avLst>
                  <a:gd name="adj1" fmla="val 28600"/>
                  <a:gd name="adj2" fmla="val 50000"/>
                </a:avLst>
              </a:prstGeom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577"/>
              </a:p>
            </p:txBody>
          </p:sp>
          <p:sp>
            <p:nvSpPr>
              <p:cNvPr id="497" name="箭號: 左-右雙向 496">
                <a:extLst>
                  <a:ext uri="{FF2B5EF4-FFF2-40B4-BE49-F238E27FC236}">
                    <a16:creationId xmlns:a16="http://schemas.microsoft.com/office/drawing/2014/main" id="{8EDD0CB2-AFFE-49B2-8F33-0CFA3458D825}"/>
                  </a:ext>
                </a:extLst>
              </p:cNvPr>
              <p:cNvSpPr/>
              <p:nvPr/>
            </p:nvSpPr>
            <p:spPr>
              <a:xfrm>
                <a:off x="9460044" y="6744367"/>
                <a:ext cx="432000" cy="217754"/>
              </a:xfrm>
              <a:prstGeom prst="leftRightArrow">
                <a:avLst>
                  <a:gd name="adj1" fmla="val 28600"/>
                  <a:gd name="adj2" fmla="val 50000"/>
                </a:avLst>
              </a:prstGeom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577"/>
              </a:p>
            </p:txBody>
          </p:sp>
          <p:sp>
            <p:nvSpPr>
              <p:cNvPr id="498" name="箭號: 左-右雙向 497">
                <a:extLst>
                  <a:ext uri="{FF2B5EF4-FFF2-40B4-BE49-F238E27FC236}">
                    <a16:creationId xmlns:a16="http://schemas.microsoft.com/office/drawing/2014/main" id="{A0A41030-5CCC-4016-A738-A15063D6F8E2}"/>
                  </a:ext>
                </a:extLst>
              </p:cNvPr>
              <p:cNvSpPr/>
              <p:nvPr/>
            </p:nvSpPr>
            <p:spPr>
              <a:xfrm>
                <a:off x="9460044" y="5414685"/>
                <a:ext cx="432000" cy="217754"/>
              </a:xfrm>
              <a:prstGeom prst="leftRightArrow">
                <a:avLst>
                  <a:gd name="adj1" fmla="val 28600"/>
                  <a:gd name="adj2" fmla="val 50000"/>
                </a:avLst>
              </a:prstGeom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577"/>
              </a:p>
            </p:txBody>
          </p:sp>
        </p:grpSp>
        <p:grpSp>
          <p:nvGrpSpPr>
            <p:cNvPr id="499" name="群組 498">
              <a:extLst>
                <a:ext uri="{FF2B5EF4-FFF2-40B4-BE49-F238E27FC236}">
                  <a16:creationId xmlns:a16="http://schemas.microsoft.com/office/drawing/2014/main" id="{0460F7A0-989C-4B99-B879-89DFB91AD1A6}"/>
                </a:ext>
              </a:extLst>
            </p:cNvPr>
            <p:cNvGrpSpPr/>
            <p:nvPr/>
          </p:nvGrpSpPr>
          <p:grpSpPr>
            <a:xfrm>
              <a:off x="449070" y="2219497"/>
              <a:ext cx="1196482" cy="1196482"/>
              <a:chOff x="-756975" y="5254023"/>
              <a:chExt cx="2090057" cy="2090057"/>
            </a:xfrm>
          </p:grpSpPr>
          <p:sp>
            <p:nvSpPr>
              <p:cNvPr id="500" name="矩形: 圓角 499">
                <a:extLst>
                  <a:ext uri="{FF2B5EF4-FFF2-40B4-BE49-F238E27FC236}">
                    <a16:creationId xmlns:a16="http://schemas.microsoft.com/office/drawing/2014/main" id="{8218816D-68BC-4D83-A0B9-916A0C23AC28}"/>
                  </a:ext>
                </a:extLst>
              </p:cNvPr>
              <p:cNvSpPr/>
              <p:nvPr/>
            </p:nvSpPr>
            <p:spPr>
              <a:xfrm>
                <a:off x="-756975" y="5254023"/>
                <a:ext cx="2090057" cy="2090057"/>
              </a:xfrm>
              <a:prstGeom prst="roundRect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</p:spPr>
            <p:style>
              <a:lnRef idx="0">
                <a:schemeClr val="accent3"/>
              </a:lnRef>
              <a:fillRef idx="3">
                <a:schemeClr val="accent3"/>
              </a:fillRef>
              <a:effectRef idx="3">
                <a:schemeClr val="accent3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577" dirty="0"/>
              </a:p>
            </p:txBody>
          </p:sp>
          <p:sp>
            <p:nvSpPr>
              <p:cNvPr id="501" name="箭號: 左-右雙向 500">
                <a:extLst>
                  <a:ext uri="{FF2B5EF4-FFF2-40B4-BE49-F238E27FC236}">
                    <a16:creationId xmlns:a16="http://schemas.microsoft.com/office/drawing/2014/main" id="{87C1553B-A120-4F24-A6EA-506A077A5820}"/>
                  </a:ext>
                </a:extLst>
              </p:cNvPr>
              <p:cNvSpPr/>
              <p:nvPr/>
            </p:nvSpPr>
            <p:spPr>
              <a:xfrm rot="10800000">
                <a:off x="-564882" y="6190175"/>
                <a:ext cx="432000" cy="217754"/>
              </a:xfrm>
              <a:prstGeom prst="leftRightArrow">
                <a:avLst>
                  <a:gd name="adj1" fmla="val 28600"/>
                  <a:gd name="adj2" fmla="val 50000"/>
                </a:avLst>
              </a:prstGeom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577" dirty="0"/>
              </a:p>
            </p:txBody>
          </p:sp>
          <p:sp>
            <p:nvSpPr>
              <p:cNvPr id="502" name="箭號: 左-右雙向 501">
                <a:extLst>
                  <a:ext uri="{FF2B5EF4-FFF2-40B4-BE49-F238E27FC236}">
                    <a16:creationId xmlns:a16="http://schemas.microsoft.com/office/drawing/2014/main" id="{0C6B3A92-F62E-4BDF-A909-C6EB201842A8}"/>
                  </a:ext>
                </a:extLst>
              </p:cNvPr>
              <p:cNvSpPr/>
              <p:nvPr/>
            </p:nvSpPr>
            <p:spPr>
              <a:xfrm rot="10800000">
                <a:off x="740063" y="6190175"/>
                <a:ext cx="432000" cy="217754"/>
              </a:xfrm>
              <a:prstGeom prst="leftRightArrow">
                <a:avLst>
                  <a:gd name="adj1" fmla="val 28600"/>
                  <a:gd name="adj2" fmla="val 50000"/>
                </a:avLst>
              </a:prstGeom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577"/>
              </a:p>
            </p:txBody>
          </p:sp>
          <p:sp>
            <p:nvSpPr>
              <p:cNvPr id="503" name="箭號: 左-右雙向 502">
                <a:extLst>
                  <a:ext uri="{FF2B5EF4-FFF2-40B4-BE49-F238E27FC236}">
                    <a16:creationId xmlns:a16="http://schemas.microsoft.com/office/drawing/2014/main" id="{D7F627B7-56E7-4583-8DF3-F6FD9DC063B1}"/>
                  </a:ext>
                </a:extLst>
              </p:cNvPr>
              <p:cNvSpPr/>
              <p:nvPr/>
            </p:nvSpPr>
            <p:spPr>
              <a:xfrm rot="2700000">
                <a:off x="-371956" y="5728012"/>
                <a:ext cx="432000" cy="217754"/>
              </a:xfrm>
              <a:prstGeom prst="leftRightArrow">
                <a:avLst>
                  <a:gd name="adj1" fmla="val 28600"/>
                  <a:gd name="adj2" fmla="val 50000"/>
                </a:avLst>
              </a:prstGeom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577"/>
              </a:p>
            </p:txBody>
          </p:sp>
          <p:sp>
            <p:nvSpPr>
              <p:cNvPr id="504" name="箭號: 左-右雙向 503">
                <a:extLst>
                  <a:ext uri="{FF2B5EF4-FFF2-40B4-BE49-F238E27FC236}">
                    <a16:creationId xmlns:a16="http://schemas.microsoft.com/office/drawing/2014/main" id="{9977141F-F18C-48E4-8242-0B6A1065E34A}"/>
                  </a:ext>
                </a:extLst>
              </p:cNvPr>
              <p:cNvSpPr/>
              <p:nvPr/>
            </p:nvSpPr>
            <p:spPr>
              <a:xfrm rot="2700000">
                <a:off x="532147" y="6669520"/>
                <a:ext cx="432000" cy="217754"/>
              </a:xfrm>
              <a:prstGeom prst="leftRightArrow">
                <a:avLst>
                  <a:gd name="adj1" fmla="val 28600"/>
                  <a:gd name="adj2" fmla="val 50000"/>
                </a:avLst>
              </a:prstGeom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577"/>
              </a:p>
            </p:txBody>
          </p:sp>
          <p:sp>
            <p:nvSpPr>
              <p:cNvPr id="505" name="箭號: 左-右雙向 504">
                <a:extLst>
                  <a:ext uri="{FF2B5EF4-FFF2-40B4-BE49-F238E27FC236}">
                    <a16:creationId xmlns:a16="http://schemas.microsoft.com/office/drawing/2014/main" id="{1C2D03AA-1B47-43B0-9E2C-63D83A280514}"/>
                  </a:ext>
                </a:extLst>
              </p:cNvPr>
              <p:cNvSpPr/>
              <p:nvPr/>
            </p:nvSpPr>
            <p:spPr>
              <a:xfrm rot="18900000">
                <a:off x="-371955" y="6669521"/>
                <a:ext cx="432000" cy="217754"/>
              </a:xfrm>
              <a:prstGeom prst="leftRightArrow">
                <a:avLst>
                  <a:gd name="adj1" fmla="val 28600"/>
                  <a:gd name="adj2" fmla="val 50000"/>
                </a:avLst>
              </a:prstGeom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577" dirty="0"/>
              </a:p>
            </p:txBody>
          </p:sp>
          <p:sp>
            <p:nvSpPr>
              <p:cNvPr id="506" name="箭號: 左-右雙向 505">
                <a:extLst>
                  <a:ext uri="{FF2B5EF4-FFF2-40B4-BE49-F238E27FC236}">
                    <a16:creationId xmlns:a16="http://schemas.microsoft.com/office/drawing/2014/main" id="{F6D7D109-106F-4BF7-9A1B-B156572C139D}"/>
                  </a:ext>
                </a:extLst>
              </p:cNvPr>
              <p:cNvSpPr/>
              <p:nvPr/>
            </p:nvSpPr>
            <p:spPr>
              <a:xfrm rot="18900000">
                <a:off x="532146" y="5728011"/>
                <a:ext cx="432000" cy="217754"/>
              </a:xfrm>
              <a:prstGeom prst="leftRightArrow">
                <a:avLst>
                  <a:gd name="adj1" fmla="val 28600"/>
                  <a:gd name="adj2" fmla="val 50000"/>
                </a:avLst>
              </a:prstGeom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577"/>
              </a:p>
            </p:txBody>
          </p:sp>
          <p:sp>
            <p:nvSpPr>
              <p:cNvPr id="507" name="箭號: 左-右雙向 506">
                <a:extLst>
                  <a:ext uri="{FF2B5EF4-FFF2-40B4-BE49-F238E27FC236}">
                    <a16:creationId xmlns:a16="http://schemas.microsoft.com/office/drawing/2014/main" id="{F13A3E37-1718-4CEE-AE86-7084F7B80E75}"/>
                  </a:ext>
                </a:extLst>
              </p:cNvPr>
              <p:cNvSpPr/>
              <p:nvPr/>
            </p:nvSpPr>
            <p:spPr>
              <a:xfrm rot="5400000">
                <a:off x="69843" y="6857317"/>
                <a:ext cx="432000" cy="217754"/>
              </a:xfrm>
              <a:prstGeom prst="leftRightArrow">
                <a:avLst>
                  <a:gd name="adj1" fmla="val 28600"/>
                  <a:gd name="adj2" fmla="val 50000"/>
                </a:avLst>
              </a:prstGeom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577"/>
              </a:p>
            </p:txBody>
          </p:sp>
          <p:sp>
            <p:nvSpPr>
              <p:cNvPr id="508" name="箭號: 左-右雙向 507">
                <a:extLst>
                  <a:ext uri="{FF2B5EF4-FFF2-40B4-BE49-F238E27FC236}">
                    <a16:creationId xmlns:a16="http://schemas.microsoft.com/office/drawing/2014/main" id="{220076D4-3770-49E3-9041-EC72AE5A03E5}"/>
                  </a:ext>
                </a:extLst>
              </p:cNvPr>
              <p:cNvSpPr/>
              <p:nvPr/>
            </p:nvSpPr>
            <p:spPr>
              <a:xfrm rot="5400000">
                <a:off x="69843" y="5527635"/>
                <a:ext cx="432000" cy="217754"/>
              </a:xfrm>
              <a:prstGeom prst="leftRightArrow">
                <a:avLst>
                  <a:gd name="adj1" fmla="val 28600"/>
                  <a:gd name="adj2" fmla="val 50000"/>
                </a:avLst>
              </a:prstGeom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577"/>
              </a:p>
            </p:txBody>
          </p:sp>
        </p:grpSp>
        <p:sp>
          <p:nvSpPr>
            <p:cNvPr id="509" name="矩形: 圓角 508">
              <a:extLst>
                <a:ext uri="{FF2B5EF4-FFF2-40B4-BE49-F238E27FC236}">
                  <a16:creationId xmlns:a16="http://schemas.microsoft.com/office/drawing/2014/main" id="{CCF6B86C-EC20-4214-9344-8028866B9D0B}"/>
                </a:ext>
              </a:extLst>
            </p:cNvPr>
            <p:cNvSpPr/>
            <p:nvPr/>
          </p:nvSpPr>
          <p:spPr>
            <a:xfrm>
              <a:off x="4977426" y="362857"/>
              <a:ext cx="4877773" cy="6152143"/>
            </a:xfrm>
            <a:prstGeom prst="roundRect">
              <a:avLst>
                <a:gd name="adj" fmla="val 7772"/>
              </a:avLst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48157" tIns="24078" rIns="48157" bIns="2407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914" dirty="0"/>
            </a:p>
          </p:txBody>
        </p:sp>
        <p:pic>
          <p:nvPicPr>
            <p:cNvPr id="510" name="圖片 509">
              <a:extLst>
                <a:ext uri="{FF2B5EF4-FFF2-40B4-BE49-F238E27FC236}">
                  <a16:creationId xmlns:a16="http://schemas.microsoft.com/office/drawing/2014/main" id="{E0947B97-406F-4B51-8DB4-9760EF0A45E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0372" t="20398" r="28568" b="12447"/>
            <a:stretch/>
          </p:blipFill>
          <p:spPr>
            <a:xfrm>
              <a:off x="3508100" y="3451379"/>
              <a:ext cx="1273493" cy="1269052"/>
            </a:xfrm>
            <a:prstGeom prst="rect">
              <a:avLst/>
            </a:prstGeom>
          </p:spPr>
        </p:pic>
        <p:pic>
          <p:nvPicPr>
            <p:cNvPr id="511" name="圖片 510">
              <a:extLst>
                <a:ext uri="{FF2B5EF4-FFF2-40B4-BE49-F238E27FC236}">
                  <a16:creationId xmlns:a16="http://schemas.microsoft.com/office/drawing/2014/main" id="{AD1CE931-FAC2-47FF-8746-A6469AECD7E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0372" t="20398" r="28340" b="12447"/>
            <a:stretch/>
          </p:blipFill>
          <p:spPr>
            <a:xfrm>
              <a:off x="392421" y="3451379"/>
              <a:ext cx="1287264" cy="1269052"/>
            </a:xfrm>
            <a:prstGeom prst="rect">
              <a:avLst/>
            </a:prstGeom>
          </p:spPr>
        </p:pic>
        <p:pic>
          <p:nvPicPr>
            <p:cNvPr id="512" name="圖片 511">
              <a:extLst>
                <a:ext uri="{FF2B5EF4-FFF2-40B4-BE49-F238E27FC236}">
                  <a16:creationId xmlns:a16="http://schemas.microsoft.com/office/drawing/2014/main" id="{BC310AC7-9A77-4F4E-966F-D4D712602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0372" t="20398" r="28568" b="12447"/>
            <a:stretch/>
          </p:blipFill>
          <p:spPr>
            <a:xfrm>
              <a:off x="1946012" y="1647174"/>
              <a:ext cx="1273493" cy="1269052"/>
            </a:xfrm>
            <a:prstGeom prst="rect">
              <a:avLst/>
            </a:prstGeom>
          </p:spPr>
        </p:pic>
        <p:pic>
          <p:nvPicPr>
            <p:cNvPr id="513" name="圖片 512">
              <a:extLst>
                <a:ext uri="{FF2B5EF4-FFF2-40B4-BE49-F238E27FC236}">
                  <a16:creationId xmlns:a16="http://schemas.microsoft.com/office/drawing/2014/main" id="{FAFC56C3-AA8F-400D-8463-89389FA2EA5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0372" t="20398" r="28568" b="12447"/>
            <a:stretch/>
          </p:blipFill>
          <p:spPr>
            <a:xfrm>
              <a:off x="1946012" y="5182760"/>
              <a:ext cx="1273493" cy="1269052"/>
            </a:xfrm>
            <a:prstGeom prst="rect">
              <a:avLst/>
            </a:prstGeom>
          </p:spPr>
        </p:pic>
        <p:pic>
          <p:nvPicPr>
            <p:cNvPr id="514" name="圖片 513">
              <a:extLst>
                <a:ext uri="{FF2B5EF4-FFF2-40B4-BE49-F238E27FC236}">
                  <a16:creationId xmlns:a16="http://schemas.microsoft.com/office/drawing/2014/main" id="{160B3459-BD92-4FF2-8B71-6439DDF1237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5328" t="13572" r="38969" b="4004"/>
            <a:stretch/>
          </p:blipFill>
          <p:spPr>
            <a:xfrm>
              <a:off x="6815675" y="1653089"/>
              <a:ext cx="1253311" cy="1255949"/>
            </a:xfrm>
            <a:prstGeom prst="rect">
              <a:avLst/>
            </a:prstGeom>
          </p:spPr>
        </p:pic>
        <p:pic>
          <p:nvPicPr>
            <p:cNvPr id="515" name="圖片 514">
              <a:extLst>
                <a:ext uri="{FF2B5EF4-FFF2-40B4-BE49-F238E27FC236}">
                  <a16:creationId xmlns:a16="http://schemas.microsoft.com/office/drawing/2014/main" id="{AA60D09B-16F1-4446-AC50-2F655BEB667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5336" t="13557" r="38852" b="3847"/>
            <a:stretch/>
          </p:blipFill>
          <p:spPr>
            <a:xfrm>
              <a:off x="6813036" y="5191526"/>
              <a:ext cx="1258588" cy="1258588"/>
            </a:xfrm>
            <a:prstGeom prst="rect">
              <a:avLst/>
            </a:prstGeom>
          </p:spPr>
        </p:pic>
        <p:pic>
          <p:nvPicPr>
            <p:cNvPr id="516" name="圖片 515">
              <a:extLst>
                <a:ext uri="{FF2B5EF4-FFF2-40B4-BE49-F238E27FC236}">
                  <a16:creationId xmlns:a16="http://schemas.microsoft.com/office/drawing/2014/main" id="{6B30FB48-B23B-4251-B8D4-CFFB3D1E724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5396" t="13733" r="38996" b="4189"/>
            <a:stretch/>
          </p:blipFill>
          <p:spPr>
            <a:xfrm>
              <a:off x="8315168" y="3450948"/>
              <a:ext cx="1248693" cy="1250672"/>
            </a:xfrm>
            <a:prstGeom prst="rect">
              <a:avLst/>
            </a:prstGeom>
          </p:spPr>
        </p:pic>
        <p:pic>
          <p:nvPicPr>
            <p:cNvPr id="517" name="圖片 516">
              <a:extLst>
                <a:ext uri="{FF2B5EF4-FFF2-40B4-BE49-F238E27FC236}">
                  <a16:creationId xmlns:a16="http://schemas.microsoft.com/office/drawing/2014/main" id="{991F6BF7-8576-4A52-B376-DE1A79F1550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5257" t="13652" r="38542" b="3900"/>
            <a:stretch/>
          </p:blipFill>
          <p:spPr>
            <a:xfrm>
              <a:off x="5236286" y="3451080"/>
              <a:ext cx="1277585" cy="1256299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18" name="文字方塊 517">
                  <a:extLst>
                    <a:ext uri="{FF2B5EF4-FFF2-40B4-BE49-F238E27FC236}">
                      <a16:creationId xmlns:a16="http://schemas.microsoft.com/office/drawing/2014/main" id="{E0FF65C2-8451-42D2-9C12-EB714DE5E1D3}"/>
                    </a:ext>
                  </a:extLst>
                </p:cNvPr>
                <p:cNvSpPr txBox="1"/>
                <p:nvPr/>
              </p:nvSpPr>
              <p:spPr>
                <a:xfrm>
                  <a:off x="2192806" y="4815939"/>
                  <a:ext cx="809311" cy="3279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1531" i="1">
                            <a:latin typeface="Cambria Math" panose="02040503050406030204" pitchFamily="18" charset="0"/>
                          </a:rPr>
                          <m:t>|</m:t>
                        </m:r>
                        <m:d>
                          <m:dPr>
                            <m:begChr m:val=""/>
                            <m:endChr m:val="⟩"/>
                            <m:ctrlPr>
                              <a:rPr lang="en-US" altLang="zh-TW" sz="1531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1531" i="1">
                                <a:latin typeface="Cambria Math" panose="02040503050406030204" pitchFamily="18" charset="0"/>
                              </a:rPr>
                              <m:t>−1, 0</m:t>
                            </m:r>
                          </m:e>
                        </m:d>
                      </m:oMath>
                    </m:oMathPara>
                  </a14:m>
                  <a:endParaRPr lang="zh-TW" altLang="en-US" sz="1531" dirty="0"/>
                </a:p>
              </p:txBody>
            </p:sp>
          </mc:Choice>
          <mc:Fallback xmlns="">
            <p:sp>
              <p:nvSpPr>
                <p:cNvPr id="518" name="文字方塊 517">
                  <a:extLst>
                    <a:ext uri="{FF2B5EF4-FFF2-40B4-BE49-F238E27FC236}">
                      <a16:creationId xmlns:a16="http://schemas.microsoft.com/office/drawing/2014/main" id="{E0FF65C2-8451-42D2-9C12-EB714DE5E1D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92806" y="4815939"/>
                  <a:ext cx="809311" cy="327910"/>
                </a:xfrm>
                <a:prstGeom prst="rect">
                  <a:avLst/>
                </a:prstGeom>
                <a:blipFill>
                  <a:blip r:embed="rId7"/>
                  <a:stretch>
                    <a:fillRect t="-107407" r="-45455" b="-170370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19" name="文字方塊 518">
                  <a:extLst>
                    <a:ext uri="{FF2B5EF4-FFF2-40B4-BE49-F238E27FC236}">
                      <a16:creationId xmlns:a16="http://schemas.microsoft.com/office/drawing/2014/main" id="{574E164B-737F-4D96-9CE1-F049526F3B21}"/>
                    </a:ext>
                  </a:extLst>
                </p:cNvPr>
                <p:cNvSpPr txBox="1"/>
                <p:nvPr/>
              </p:nvSpPr>
              <p:spPr>
                <a:xfrm>
                  <a:off x="2209526" y="2940433"/>
                  <a:ext cx="809311" cy="3279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1531" i="1">
                            <a:latin typeface="Cambria Math" panose="02040503050406030204" pitchFamily="18" charset="0"/>
                          </a:rPr>
                          <m:t>|</m:t>
                        </m:r>
                        <m:d>
                          <m:dPr>
                            <m:begChr m:val=""/>
                            <m:endChr m:val="⟩"/>
                            <m:ctrlPr>
                              <a:rPr lang="en-US" altLang="zh-TW" sz="1531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1531" i="1">
                                <a:latin typeface="Cambria Math" panose="02040503050406030204" pitchFamily="18" charset="0"/>
                              </a:rPr>
                              <m:t>1, 0</m:t>
                            </m:r>
                          </m:e>
                        </m:d>
                      </m:oMath>
                    </m:oMathPara>
                  </a14:m>
                  <a:endParaRPr lang="zh-TW" altLang="en-US" sz="1531" dirty="0"/>
                </a:p>
              </p:txBody>
            </p:sp>
          </mc:Choice>
          <mc:Fallback xmlns="">
            <p:sp>
              <p:nvSpPr>
                <p:cNvPr id="519" name="文字方塊 518">
                  <a:extLst>
                    <a:ext uri="{FF2B5EF4-FFF2-40B4-BE49-F238E27FC236}">
                      <a16:creationId xmlns:a16="http://schemas.microsoft.com/office/drawing/2014/main" id="{574E164B-737F-4D96-9CE1-F049526F3B2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09526" y="2940433"/>
                  <a:ext cx="809311" cy="327910"/>
                </a:xfrm>
                <a:prstGeom prst="rect">
                  <a:avLst/>
                </a:prstGeom>
                <a:blipFill>
                  <a:blip r:embed="rId8"/>
                  <a:stretch>
                    <a:fillRect t="-109434" r="-36090" b="-175472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520" name="群組 519">
              <a:extLst>
                <a:ext uri="{FF2B5EF4-FFF2-40B4-BE49-F238E27FC236}">
                  <a16:creationId xmlns:a16="http://schemas.microsoft.com/office/drawing/2014/main" id="{5D8FC033-838D-4326-AD76-AFC5C453A158}"/>
                </a:ext>
              </a:extLst>
            </p:cNvPr>
            <p:cNvGrpSpPr/>
            <p:nvPr/>
          </p:nvGrpSpPr>
          <p:grpSpPr>
            <a:xfrm>
              <a:off x="2571035" y="2193177"/>
              <a:ext cx="115068" cy="110383"/>
              <a:chOff x="1373392" y="2391862"/>
              <a:chExt cx="479433" cy="476535"/>
            </a:xfrm>
          </p:grpSpPr>
          <p:sp>
            <p:nvSpPr>
              <p:cNvPr id="521" name="箭號: 向右 520">
                <a:extLst>
                  <a:ext uri="{FF2B5EF4-FFF2-40B4-BE49-F238E27FC236}">
                    <a16:creationId xmlns:a16="http://schemas.microsoft.com/office/drawing/2014/main" id="{B49B4E61-CFBF-4D3A-B39C-2DA65C274D61}"/>
                  </a:ext>
                </a:extLst>
              </p:cNvPr>
              <p:cNvSpPr/>
              <p:nvPr/>
            </p:nvSpPr>
            <p:spPr>
              <a:xfrm>
                <a:off x="1411244" y="2735868"/>
                <a:ext cx="441581" cy="132529"/>
              </a:xfrm>
              <a:prstGeom prst="rightArrow">
                <a:avLst>
                  <a:gd name="adj1" fmla="val 50000"/>
                  <a:gd name="adj2" fmla="val 99023"/>
                </a:avLst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914">
                  <a:solidFill>
                    <a:schemeClr val="tx1"/>
                  </a:solidFill>
                </a:endParaRPr>
              </a:p>
            </p:txBody>
          </p:sp>
          <p:sp>
            <p:nvSpPr>
              <p:cNvPr id="522" name="箭號: 向右 521">
                <a:extLst>
                  <a:ext uri="{FF2B5EF4-FFF2-40B4-BE49-F238E27FC236}">
                    <a16:creationId xmlns:a16="http://schemas.microsoft.com/office/drawing/2014/main" id="{ED997ECA-0BB3-465F-8849-7792BA590480}"/>
                  </a:ext>
                </a:extLst>
              </p:cNvPr>
              <p:cNvSpPr/>
              <p:nvPr/>
            </p:nvSpPr>
            <p:spPr>
              <a:xfrm rot="16200000">
                <a:off x="1218866" y="2546388"/>
                <a:ext cx="441581" cy="132529"/>
              </a:xfrm>
              <a:prstGeom prst="rightArrow">
                <a:avLst>
                  <a:gd name="adj1" fmla="val 50000"/>
                  <a:gd name="adj2" fmla="val 99023"/>
                </a:avLst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914" dirty="0">
                  <a:solidFill>
                    <a:schemeClr val="tx1"/>
                  </a:solidFill>
                </a:endParaRP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23" name="文字方塊 522">
                  <a:extLst>
                    <a:ext uri="{FF2B5EF4-FFF2-40B4-BE49-F238E27FC236}">
                      <a16:creationId xmlns:a16="http://schemas.microsoft.com/office/drawing/2014/main" id="{59400E72-3602-4E5C-8E34-06B1B365E37B}"/>
                    </a:ext>
                  </a:extLst>
                </p:cNvPr>
                <p:cNvSpPr txBox="1"/>
                <p:nvPr/>
              </p:nvSpPr>
              <p:spPr>
                <a:xfrm>
                  <a:off x="2451697" y="1821871"/>
                  <a:ext cx="436437" cy="41024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1914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914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zh-TW" sz="1914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</m:oMath>
                    </m:oMathPara>
                  </a14:m>
                  <a:endParaRPr lang="en-US" altLang="zh-TW" sz="1914" dirty="0"/>
                </a:p>
              </p:txBody>
            </p:sp>
          </mc:Choice>
          <mc:Fallback xmlns="">
            <p:sp>
              <p:nvSpPr>
                <p:cNvPr id="523" name="文字方塊 522">
                  <a:extLst>
                    <a:ext uri="{FF2B5EF4-FFF2-40B4-BE49-F238E27FC236}">
                      <a16:creationId xmlns:a16="http://schemas.microsoft.com/office/drawing/2014/main" id="{59400E72-3602-4E5C-8E34-06B1B365E37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451697" y="1821871"/>
                  <a:ext cx="436437" cy="410241"/>
                </a:xfrm>
                <a:prstGeom prst="rect">
                  <a:avLst/>
                </a:prstGeom>
                <a:blipFill>
                  <a:blip r:embed="rId9"/>
                  <a:stretch>
                    <a:fillRect b="-4478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24" name="文字方塊 523">
                  <a:extLst>
                    <a:ext uri="{FF2B5EF4-FFF2-40B4-BE49-F238E27FC236}">
                      <a16:creationId xmlns:a16="http://schemas.microsoft.com/office/drawing/2014/main" id="{4209FEF9-99D3-442F-944A-E73E249D1638}"/>
                    </a:ext>
                  </a:extLst>
                </p:cNvPr>
                <p:cNvSpPr txBox="1"/>
                <p:nvPr/>
              </p:nvSpPr>
              <p:spPr>
                <a:xfrm>
                  <a:off x="2623903" y="2098778"/>
                  <a:ext cx="386686" cy="38690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1914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914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zh-TW" sz="1914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oMath>
                    </m:oMathPara>
                  </a14:m>
                  <a:endParaRPr lang="en-US" altLang="zh-TW" sz="1914" dirty="0"/>
                </a:p>
              </p:txBody>
            </p:sp>
          </mc:Choice>
          <mc:Fallback xmlns="">
            <p:sp>
              <p:nvSpPr>
                <p:cNvPr id="524" name="文字方塊 523">
                  <a:extLst>
                    <a:ext uri="{FF2B5EF4-FFF2-40B4-BE49-F238E27FC236}">
                      <a16:creationId xmlns:a16="http://schemas.microsoft.com/office/drawing/2014/main" id="{4209FEF9-99D3-442F-944A-E73E249D163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23903" y="2098778"/>
                  <a:ext cx="386686" cy="386901"/>
                </a:xfrm>
                <a:prstGeom prst="rect">
                  <a:avLst/>
                </a:prstGeom>
                <a:blipFill>
                  <a:blip r:embed="rId10"/>
                  <a:stretch>
                    <a:fillRect b="-4762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25" name="文字方塊 524">
                  <a:extLst>
                    <a:ext uri="{FF2B5EF4-FFF2-40B4-BE49-F238E27FC236}">
                      <a16:creationId xmlns:a16="http://schemas.microsoft.com/office/drawing/2014/main" id="{E5C8B131-4F29-426D-8D2B-99FFFB670C95}"/>
                    </a:ext>
                  </a:extLst>
                </p:cNvPr>
                <p:cNvSpPr txBox="1"/>
                <p:nvPr/>
              </p:nvSpPr>
              <p:spPr>
                <a:xfrm>
                  <a:off x="1920145" y="2527973"/>
                  <a:ext cx="649383" cy="3279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153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531" i="1">
                                <a:latin typeface="Cambria Math" panose="02040503050406030204" pitchFamily="18" charset="0"/>
                              </a:rPr>
                              <m:t>0.1</m:t>
                            </m:r>
                            <m:r>
                              <a:rPr lang="en-US" altLang="zh-TW" sz="1531" i="1"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b>
                            <m:r>
                              <a:rPr lang="en-US" altLang="zh-TW" sz="1531" i="1">
                                <a:latin typeface="Cambria Math" panose="02040503050406030204" pitchFamily="18" charset="0"/>
                              </a:rPr>
                              <m:t>𝑐</m:t>
                            </m:r>
                          </m:sub>
                        </m:sSub>
                      </m:oMath>
                    </m:oMathPara>
                  </a14:m>
                  <a:endParaRPr lang="en-US" altLang="zh-TW" sz="1531" dirty="0"/>
                </a:p>
              </p:txBody>
            </p:sp>
          </mc:Choice>
          <mc:Fallback xmlns="">
            <p:sp>
              <p:nvSpPr>
                <p:cNvPr id="525" name="文字方塊 524">
                  <a:extLst>
                    <a:ext uri="{FF2B5EF4-FFF2-40B4-BE49-F238E27FC236}">
                      <a16:creationId xmlns:a16="http://schemas.microsoft.com/office/drawing/2014/main" id="{E5C8B131-4F29-426D-8D2B-99FFFB670C9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20145" y="2527973"/>
                  <a:ext cx="649383" cy="327910"/>
                </a:xfrm>
                <a:prstGeom prst="rect">
                  <a:avLst/>
                </a:prstGeom>
                <a:blipFill>
                  <a:blip r:embed="rId11"/>
                  <a:stretch>
                    <a:fillRect b="-5556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26" name="文字方塊 525">
              <a:extLst>
                <a:ext uri="{FF2B5EF4-FFF2-40B4-BE49-F238E27FC236}">
                  <a16:creationId xmlns:a16="http://schemas.microsoft.com/office/drawing/2014/main" id="{5475B082-EFA2-4F21-9D77-B6F549FAE5A5}"/>
                </a:ext>
              </a:extLst>
            </p:cNvPr>
            <p:cNvSpPr txBox="1"/>
            <p:nvPr/>
          </p:nvSpPr>
          <p:spPr>
            <a:xfrm>
              <a:off x="868107" y="476204"/>
              <a:ext cx="3458709" cy="49000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2584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Transverse component</a:t>
              </a:r>
              <a:endParaRPr lang="zh-TW" altLang="en-US" sz="2584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27" name="文字方塊 526">
                  <a:extLst>
                    <a:ext uri="{FF2B5EF4-FFF2-40B4-BE49-F238E27FC236}">
                      <a16:creationId xmlns:a16="http://schemas.microsoft.com/office/drawing/2014/main" id="{83725C63-0A40-4567-90F6-F486E23258BC}"/>
                    </a:ext>
                  </a:extLst>
                </p:cNvPr>
                <p:cNvSpPr txBox="1"/>
                <p:nvPr/>
              </p:nvSpPr>
              <p:spPr>
                <a:xfrm>
                  <a:off x="1751770" y="1622210"/>
                  <a:ext cx="1666097" cy="3279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en-US" altLang="zh-TW" sz="1531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1531" i="1">
                                <a:latin typeface="Cambria Math" panose="02040503050406030204" pitchFamily="18" charset="0"/>
                              </a:rPr>
                              <m:t>𝛼</m:t>
                            </m:r>
                            <m:r>
                              <a:rPr lang="en-US" altLang="zh-TW" sz="1531" i="1">
                                <a:latin typeface="Cambria Math" panose="02040503050406030204" pitchFamily="18" charset="0"/>
                              </a:rPr>
                              <m:t>, </m:t>
                            </m:r>
                            <m:r>
                              <a:rPr lang="en-US" altLang="zh-TW" sz="1531" i="1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</m:d>
                        <m:r>
                          <a:rPr lang="en-US" altLang="zh-TW" sz="1531" i="1">
                            <a:latin typeface="Cambria Math" panose="02040503050406030204" pitchFamily="18" charset="0"/>
                          </a:rPr>
                          <m:t>=</m:t>
                        </m:r>
                        <m:d>
                          <m:dPr>
                            <m:ctrlPr>
                              <a:rPr lang="en-US" altLang="zh-TW" sz="1531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1531" i="1">
                                <a:latin typeface="Cambria Math" panose="02040503050406030204" pitchFamily="18" charset="0"/>
                              </a:rPr>
                              <m:t>0, </m:t>
                            </m:r>
                            <m:r>
                              <m:rPr>
                                <m:nor/>
                              </m:rPr>
                              <a:rPr lang="en-US" altLang="zh-TW" sz="1531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d>
                      </m:oMath>
                    </m:oMathPara>
                  </a14:m>
                  <a:endParaRPr lang="zh-TW" altLang="en-US" sz="1531" dirty="0"/>
                </a:p>
              </p:txBody>
            </p:sp>
          </mc:Choice>
          <mc:Fallback xmlns="">
            <p:sp>
              <p:nvSpPr>
                <p:cNvPr id="527" name="文字方塊 526">
                  <a:extLst>
                    <a:ext uri="{FF2B5EF4-FFF2-40B4-BE49-F238E27FC236}">
                      <a16:creationId xmlns:a16="http://schemas.microsoft.com/office/drawing/2014/main" id="{83725C63-0A40-4567-90F6-F486E23258B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51770" y="1622210"/>
                  <a:ext cx="1666097" cy="327910"/>
                </a:xfrm>
                <a:prstGeom prst="rect">
                  <a:avLst/>
                </a:prstGeom>
                <a:blipFill>
                  <a:blip r:embed="rId12"/>
                  <a:stretch>
                    <a:fillRect b="-11111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28" name="文字方塊 527">
                  <a:extLst>
                    <a:ext uri="{FF2B5EF4-FFF2-40B4-BE49-F238E27FC236}">
                      <a16:creationId xmlns:a16="http://schemas.microsoft.com/office/drawing/2014/main" id="{0A43BAAF-DA17-4CAB-AE1A-799A795E17F1}"/>
                    </a:ext>
                  </a:extLst>
                </p:cNvPr>
                <p:cNvSpPr txBox="1"/>
                <p:nvPr/>
              </p:nvSpPr>
              <p:spPr>
                <a:xfrm>
                  <a:off x="437847" y="3432396"/>
                  <a:ext cx="1145032" cy="3279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en-US" altLang="zh-TW" sz="1531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1531" i="1">
                                <a:latin typeface="Cambria Math" panose="02040503050406030204" pitchFamily="18" charset="0"/>
                              </a:rPr>
                              <m:t>0, </m:t>
                            </m:r>
                            <m:r>
                              <a:rPr lang="en-US" altLang="zh-TW" sz="1531" i="1">
                                <a:latin typeface="Cambria Math" panose="02040503050406030204" pitchFamily="18" charset="0"/>
                              </a:rPr>
                              <m:t>𝜋</m:t>
                            </m:r>
                            <m:r>
                              <a:rPr lang="en-US" altLang="zh-TW" sz="1531" i="1">
                                <a:latin typeface="Cambria Math" panose="02040503050406030204" pitchFamily="18" charset="0"/>
                              </a:rPr>
                              <m:t>/2</m:t>
                            </m:r>
                          </m:e>
                        </m:d>
                      </m:oMath>
                    </m:oMathPara>
                  </a14:m>
                  <a:endParaRPr lang="zh-TW" altLang="en-US" sz="1531" dirty="0"/>
                </a:p>
              </p:txBody>
            </p:sp>
          </mc:Choice>
          <mc:Fallback xmlns="">
            <p:sp>
              <p:nvSpPr>
                <p:cNvPr id="528" name="文字方塊 527">
                  <a:extLst>
                    <a:ext uri="{FF2B5EF4-FFF2-40B4-BE49-F238E27FC236}">
                      <a16:creationId xmlns:a16="http://schemas.microsoft.com/office/drawing/2014/main" id="{0A43BAAF-DA17-4CAB-AE1A-799A795E17F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7847" y="3432396"/>
                  <a:ext cx="1145032" cy="327910"/>
                </a:xfrm>
                <a:prstGeom prst="rect">
                  <a:avLst/>
                </a:prstGeom>
                <a:blipFill>
                  <a:blip r:embed="rId13"/>
                  <a:stretch>
                    <a:fillRect b="-11111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29" name="文字方塊 528">
                  <a:extLst>
                    <a:ext uri="{FF2B5EF4-FFF2-40B4-BE49-F238E27FC236}">
                      <a16:creationId xmlns:a16="http://schemas.microsoft.com/office/drawing/2014/main" id="{3832B110-3961-44CB-9AFC-1A54CD69C0D2}"/>
                    </a:ext>
                  </a:extLst>
                </p:cNvPr>
                <p:cNvSpPr txBox="1"/>
                <p:nvPr/>
              </p:nvSpPr>
              <p:spPr>
                <a:xfrm>
                  <a:off x="3506758" y="3432396"/>
                  <a:ext cx="1145032" cy="3279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en-US" altLang="zh-TW" sz="1531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1531" i="1">
                                <a:latin typeface="Cambria Math" panose="02040503050406030204" pitchFamily="18" charset="0"/>
                              </a:rPr>
                              <m:t>𝜋</m:t>
                            </m:r>
                            <m:r>
                              <a:rPr lang="en-US" altLang="zh-TW" sz="1531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zh-TW" sz="1531" i="1">
                                <a:latin typeface="Cambria Math" panose="02040503050406030204" pitchFamily="18" charset="0"/>
                              </a:rPr>
                              <m:t>𝜋</m:t>
                            </m:r>
                            <m:r>
                              <a:rPr lang="en-US" altLang="zh-TW" sz="1531" i="1">
                                <a:latin typeface="Cambria Math" panose="02040503050406030204" pitchFamily="18" charset="0"/>
                              </a:rPr>
                              <m:t>/2</m:t>
                            </m:r>
                          </m:e>
                        </m:d>
                      </m:oMath>
                    </m:oMathPara>
                  </a14:m>
                  <a:endParaRPr lang="zh-TW" altLang="en-US" sz="1531" dirty="0"/>
                </a:p>
              </p:txBody>
            </p:sp>
          </mc:Choice>
          <mc:Fallback xmlns="">
            <p:sp>
              <p:nvSpPr>
                <p:cNvPr id="529" name="文字方塊 528">
                  <a:extLst>
                    <a:ext uri="{FF2B5EF4-FFF2-40B4-BE49-F238E27FC236}">
                      <a16:creationId xmlns:a16="http://schemas.microsoft.com/office/drawing/2014/main" id="{3832B110-3961-44CB-9AFC-1A54CD69C0D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06758" y="3432396"/>
                  <a:ext cx="1145032" cy="327910"/>
                </a:xfrm>
                <a:prstGeom prst="rect">
                  <a:avLst/>
                </a:prstGeom>
                <a:blipFill>
                  <a:blip r:embed="rId14"/>
                  <a:stretch>
                    <a:fillRect b="-11111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30" name="文字方塊 529">
                  <a:extLst>
                    <a:ext uri="{FF2B5EF4-FFF2-40B4-BE49-F238E27FC236}">
                      <a16:creationId xmlns:a16="http://schemas.microsoft.com/office/drawing/2014/main" id="{47A96E5E-C68F-4475-9805-57A7C4D39BA8}"/>
                    </a:ext>
                  </a:extLst>
                </p:cNvPr>
                <p:cNvSpPr txBox="1"/>
                <p:nvPr/>
              </p:nvSpPr>
              <p:spPr>
                <a:xfrm>
                  <a:off x="2024945" y="5181725"/>
                  <a:ext cx="1145032" cy="3279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en-US" altLang="zh-TW" sz="1531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1531" i="1">
                                <a:latin typeface="Cambria Math" panose="02040503050406030204" pitchFamily="18" charset="0"/>
                              </a:rPr>
                              <m:t>0,</m:t>
                            </m:r>
                            <m:r>
                              <a:rPr lang="en-US" altLang="zh-TW" sz="1531" i="1"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</m:d>
                      </m:oMath>
                    </m:oMathPara>
                  </a14:m>
                  <a:endParaRPr lang="zh-TW" altLang="en-US" sz="1531" dirty="0"/>
                </a:p>
              </p:txBody>
            </p:sp>
          </mc:Choice>
          <mc:Fallback xmlns="">
            <p:sp>
              <p:nvSpPr>
                <p:cNvPr id="530" name="文字方塊 529">
                  <a:extLst>
                    <a:ext uri="{FF2B5EF4-FFF2-40B4-BE49-F238E27FC236}">
                      <a16:creationId xmlns:a16="http://schemas.microsoft.com/office/drawing/2014/main" id="{47A96E5E-C68F-4475-9805-57A7C4D39BA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24945" y="5181725"/>
                  <a:ext cx="1145032" cy="327910"/>
                </a:xfrm>
                <a:prstGeom prst="rect">
                  <a:avLst/>
                </a:prstGeom>
                <a:blipFill>
                  <a:blip r:embed="rId1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531" name="圖片 530">
              <a:extLst>
                <a:ext uri="{FF2B5EF4-FFF2-40B4-BE49-F238E27FC236}">
                  <a16:creationId xmlns:a16="http://schemas.microsoft.com/office/drawing/2014/main" id="{B3E84911-4915-42EA-A42E-55CFE5D1365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6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90781" t="8908" r="4868" b="70278"/>
            <a:stretch/>
          </p:blipFill>
          <p:spPr>
            <a:xfrm>
              <a:off x="3246362" y="1604383"/>
              <a:ext cx="422962" cy="1348900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32" name="文字方塊 531">
                  <a:extLst>
                    <a:ext uri="{FF2B5EF4-FFF2-40B4-BE49-F238E27FC236}">
                      <a16:creationId xmlns:a16="http://schemas.microsoft.com/office/drawing/2014/main" id="{E579AA19-B39E-47C6-939B-6462E1224C4C}"/>
                    </a:ext>
                  </a:extLst>
                </p:cNvPr>
                <p:cNvSpPr txBox="1"/>
                <p:nvPr/>
              </p:nvSpPr>
              <p:spPr>
                <a:xfrm>
                  <a:off x="3173072" y="2689076"/>
                  <a:ext cx="476176" cy="29854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TW" sz="1340">
                            <a:latin typeface="Cambria Math" panose="02040503050406030204" pitchFamily="18" charset="0"/>
                          </a:rPr>
                          <m:t>a</m:t>
                        </m:r>
                        <m:r>
                          <a:rPr lang="en-US" altLang="zh-TW" sz="1340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m:rPr>
                            <m:sty m:val="p"/>
                          </m:rPr>
                          <a:rPr lang="en-US" altLang="zh-TW" sz="1340">
                            <a:latin typeface="Cambria Math" panose="02040503050406030204" pitchFamily="18" charset="0"/>
                          </a:rPr>
                          <m:t>u</m:t>
                        </m:r>
                        <m:r>
                          <a:rPr lang="en-US" altLang="zh-TW" sz="1340">
                            <a:latin typeface="Cambria Math" panose="02040503050406030204" pitchFamily="18" charset="0"/>
                          </a:rPr>
                          <m:t>.</m:t>
                        </m:r>
                      </m:oMath>
                    </m:oMathPara>
                  </a14:m>
                  <a:endParaRPr lang="zh-TW" altLang="en-US" sz="1340" dirty="0"/>
                </a:p>
              </p:txBody>
            </p:sp>
          </mc:Choice>
          <mc:Fallback xmlns="">
            <p:sp>
              <p:nvSpPr>
                <p:cNvPr id="532" name="文字方塊 531">
                  <a:extLst>
                    <a:ext uri="{FF2B5EF4-FFF2-40B4-BE49-F238E27FC236}">
                      <a16:creationId xmlns:a16="http://schemas.microsoft.com/office/drawing/2014/main" id="{E579AA19-B39E-47C6-939B-6462E1224C4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73072" y="2689076"/>
                  <a:ext cx="476176" cy="298543"/>
                </a:xfrm>
                <a:prstGeom prst="rect">
                  <a:avLst/>
                </a:prstGeom>
                <a:blipFill>
                  <a:blip r:embed="rId1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33" name="Oval 14">
              <a:extLst>
                <a:ext uri="{FF2B5EF4-FFF2-40B4-BE49-F238E27FC236}">
                  <a16:creationId xmlns:a16="http://schemas.microsoft.com/office/drawing/2014/main" id="{C917EFFD-FD3B-4297-8F7C-A21D3966AE0F}"/>
                </a:ext>
              </a:extLst>
            </p:cNvPr>
            <p:cNvSpPr/>
            <p:nvPr/>
          </p:nvSpPr>
          <p:spPr>
            <a:xfrm>
              <a:off x="2538016" y="3174017"/>
              <a:ext cx="161723" cy="167523"/>
            </a:xfrm>
            <a:prstGeom prst="ellipse">
              <a:avLst/>
            </a:prstGeom>
            <a:gradFill flip="none" rotWithShape="1">
              <a:gsLst>
                <a:gs pos="0">
                  <a:srgbClr val="D1D1D1"/>
                </a:gs>
                <a:gs pos="23000">
                  <a:schemeClr val="bg1">
                    <a:lumMod val="85000"/>
                  </a:schemeClr>
                </a:gs>
                <a:gs pos="69000">
                  <a:schemeClr val="accent3">
                    <a:lumMod val="75000"/>
                  </a:schemeClr>
                </a:gs>
                <a:gs pos="97000">
                  <a:schemeClr val="accent3">
                    <a:lumMod val="7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914" dirty="0"/>
            </a:p>
          </p:txBody>
        </p:sp>
        <p:sp>
          <p:nvSpPr>
            <p:cNvPr id="534" name="Oval 4">
              <a:extLst>
                <a:ext uri="{FF2B5EF4-FFF2-40B4-BE49-F238E27FC236}">
                  <a16:creationId xmlns:a16="http://schemas.microsoft.com/office/drawing/2014/main" id="{BAA8E21E-33A7-41AE-8DBA-F2058B7EAAC3}"/>
                </a:ext>
              </a:extLst>
            </p:cNvPr>
            <p:cNvSpPr/>
            <p:nvPr/>
          </p:nvSpPr>
          <p:spPr>
            <a:xfrm>
              <a:off x="1902294" y="3257778"/>
              <a:ext cx="1437528" cy="1489094"/>
            </a:xfrm>
            <a:prstGeom prst="ellipse">
              <a:avLst/>
            </a:prstGeom>
            <a:gradFill flip="none" rotWithShape="1">
              <a:gsLst>
                <a:gs pos="100000">
                  <a:schemeClr val="accent3">
                    <a:lumMod val="60000"/>
                    <a:lumOff val="40000"/>
                    <a:alpha val="60000"/>
                  </a:schemeClr>
                </a:gs>
                <a:gs pos="55000">
                  <a:schemeClr val="accent3">
                    <a:lumMod val="40000"/>
                    <a:lumOff val="60000"/>
                    <a:alpha val="60000"/>
                  </a:schemeClr>
                </a:gs>
                <a:gs pos="0">
                  <a:schemeClr val="bg1">
                    <a:alpha val="60000"/>
                  </a:schemeClr>
                </a:gs>
              </a:gsLst>
              <a:path path="circle">
                <a:fillToRect l="100000" b="100000"/>
              </a:path>
              <a:tileRect t="-100000" r="-100000"/>
            </a:gradFill>
            <a:ln w="57150">
              <a:solidFill>
                <a:srgbClr val="D5D7D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531" dirty="0"/>
            </a:p>
          </p:txBody>
        </p:sp>
        <p:sp>
          <p:nvSpPr>
            <p:cNvPr id="535" name="Oval 15">
              <a:extLst>
                <a:ext uri="{FF2B5EF4-FFF2-40B4-BE49-F238E27FC236}">
                  <a16:creationId xmlns:a16="http://schemas.microsoft.com/office/drawing/2014/main" id="{4962F7DF-E57C-4853-ACE2-26B6625C305F}"/>
                </a:ext>
              </a:extLst>
            </p:cNvPr>
            <p:cNvSpPr/>
            <p:nvPr/>
          </p:nvSpPr>
          <p:spPr>
            <a:xfrm>
              <a:off x="2538016" y="4662275"/>
              <a:ext cx="161723" cy="167523"/>
            </a:xfrm>
            <a:prstGeom prst="ellipse">
              <a:avLst/>
            </a:prstGeom>
            <a:gradFill flip="none" rotWithShape="1">
              <a:gsLst>
                <a:gs pos="17000">
                  <a:srgbClr val="D1D1D1"/>
                </a:gs>
                <a:gs pos="0">
                  <a:schemeClr val="bg1">
                    <a:lumMod val="85000"/>
                  </a:schemeClr>
                </a:gs>
                <a:gs pos="60000">
                  <a:schemeClr val="accent3">
                    <a:lumMod val="75000"/>
                  </a:schemeClr>
                </a:gs>
                <a:gs pos="97000">
                  <a:schemeClr val="accent3">
                    <a:lumMod val="7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531" dirty="0"/>
            </a:p>
          </p:txBody>
        </p:sp>
        <p:sp>
          <p:nvSpPr>
            <p:cNvPr id="536" name="SHO">
              <a:extLst>
                <a:ext uri="{FF2B5EF4-FFF2-40B4-BE49-F238E27FC236}">
                  <a16:creationId xmlns:a16="http://schemas.microsoft.com/office/drawing/2014/main" id="{86B072D1-7C88-47D3-9154-2B633250D28D}"/>
                </a:ext>
              </a:extLst>
            </p:cNvPr>
            <p:cNvSpPr/>
            <p:nvPr/>
          </p:nvSpPr>
          <p:spPr>
            <a:xfrm rot="16200000">
              <a:off x="2308925" y="3284059"/>
              <a:ext cx="619902" cy="1437528"/>
            </a:xfrm>
            <a:prstGeom prst="arc">
              <a:avLst>
                <a:gd name="adj1" fmla="val 5396867"/>
                <a:gd name="adj2" fmla="val 5395779"/>
              </a:avLst>
            </a:prstGeom>
            <a:gradFill flip="none" rotWithShape="1">
              <a:gsLst>
                <a:gs pos="0">
                  <a:schemeClr val="bg1">
                    <a:lumMod val="65000"/>
                  </a:schemeClr>
                </a:gs>
                <a:gs pos="47000">
                  <a:schemeClr val="bg1">
                    <a:lumMod val="50000"/>
                  </a:schemeClr>
                </a:gs>
                <a:gs pos="97000">
                  <a:srgbClr val="5E5E5E"/>
                </a:gs>
              </a:gsLst>
              <a:path path="circle">
                <a:fillToRect l="50000" t="50000" r="50000" b="50000"/>
              </a:path>
              <a:tileRect/>
            </a:gradFill>
            <a:ln w="31750"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531" dirty="0"/>
            </a:p>
          </p:txBody>
        </p:sp>
        <p:sp>
          <p:nvSpPr>
            <p:cNvPr id="537" name="SVO">
              <a:extLst>
                <a:ext uri="{FF2B5EF4-FFF2-40B4-BE49-F238E27FC236}">
                  <a16:creationId xmlns:a16="http://schemas.microsoft.com/office/drawing/2014/main" id="{C65FC745-7F44-4166-A279-28CA433A9BC5}"/>
                </a:ext>
              </a:extLst>
            </p:cNvPr>
            <p:cNvSpPr/>
            <p:nvPr/>
          </p:nvSpPr>
          <p:spPr>
            <a:xfrm>
              <a:off x="2258599" y="3258276"/>
              <a:ext cx="718764" cy="1489094"/>
            </a:xfrm>
            <a:prstGeom prst="ellipse">
              <a:avLst/>
            </a:prstGeom>
            <a:noFill/>
            <a:ln w="25400">
              <a:solidFill>
                <a:schemeClr val="bg1">
                  <a:lumMod val="50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531"/>
            </a:p>
          </p:txBody>
        </p:sp>
        <p:sp>
          <p:nvSpPr>
            <p:cNvPr id="538" name="Oval 6">
              <a:extLst>
                <a:ext uri="{FF2B5EF4-FFF2-40B4-BE49-F238E27FC236}">
                  <a16:creationId xmlns:a16="http://schemas.microsoft.com/office/drawing/2014/main" id="{C09E066C-86BD-4416-AB82-915F5E7D120F}"/>
                </a:ext>
              </a:extLst>
            </p:cNvPr>
            <p:cNvSpPr/>
            <p:nvPr/>
          </p:nvSpPr>
          <p:spPr>
            <a:xfrm rot="16200000">
              <a:off x="2308925" y="3284059"/>
              <a:ext cx="619902" cy="1437528"/>
            </a:xfrm>
            <a:prstGeom prst="ellipse">
              <a:avLst/>
            </a:prstGeom>
            <a:noFill/>
            <a:ln w="38100">
              <a:solidFill>
                <a:schemeClr val="tx1">
                  <a:alpha val="6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53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39" name="TextBox 11">
                  <a:extLst>
                    <a:ext uri="{FF2B5EF4-FFF2-40B4-BE49-F238E27FC236}">
                      <a16:creationId xmlns:a16="http://schemas.microsoft.com/office/drawing/2014/main" id="{517F6F7D-5BD6-4F33-9B0A-7F5BACAED874}"/>
                    </a:ext>
                  </a:extLst>
                </p:cNvPr>
                <p:cNvSpPr txBox="1"/>
                <p:nvPr/>
              </p:nvSpPr>
              <p:spPr>
                <a:xfrm>
                  <a:off x="2071642" y="3825271"/>
                  <a:ext cx="176135" cy="3279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531" i="1">
                            <a:latin typeface="Cambria Math" panose="02040503050406030204" pitchFamily="18" charset="0"/>
                          </a:rPr>
                          <m:t>𝑥</m:t>
                        </m:r>
                      </m:oMath>
                    </m:oMathPara>
                  </a14:m>
                  <a:endParaRPr lang="en-US" sz="1531" dirty="0"/>
                </a:p>
              </p:txBody>
            </p:sp>
          </mc:Choice>
          <mc:Fallback xmlns="">
            <p:sp>
              <p:nvSpPr>
                <p:cNvPr id="539" name="TextBox 11">
                  <a:extLst>
                    <a:ext uri="{FF2B5EF4-FFF2-40B4-BE49-F238E27FC236}">
                      <a16:creationId xmlns:a16="http://schemas.microsoft.com/office/drawing/2014/main" id="{517F6F7D-5BD6-4F33-9B0A-7F5BACAED87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71642" y="3825271"/>
                  <a:ext cx="176135" cy="327910"/>
                </a:xfrm>
                <a:prstGeom prst="rect">
                  <a:avLst/>
                </a:prstGeom>
                <a:blipFill>
                  <a:blip r:embed="rId18"/>
                  <a:stretch>
                    <a:fillRect r="-34483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40" name="Oval 22">
              <a:extLst>
                <a:ext uri="{FF2B5EF4-FFF2-40B4-BE49-F238E27FC236}">
                  <a16:creationId xmlns:a16="http://schemas.microsoft.com/office/drawing/2014/main" id="{0B56DFB7-2F60-457C-A5BD-5A13CA428853}"/>
                </a:ext>
              </a:extLst>
            </p:cNvPr>
            <p:cNvSpPr/>
            <p:nvPr/>
          </p:nvSpPr>
          <p:spPr>
            <a:xfrm>
              <a:off x="2537073" y="4662275"/>
              <a:ext cx="161723" cy="167523"/>
            </a:xfrm>
            <a:prstGeom prst="ellipse">
              <a:avLst/>
            </a:prstGeom>
            <a:gradFill flip="none" rotWithShape="1">
              <a:gsLst>
                <a:gs pos="100000">
                  <a:schemeClr val="tx1">
                    <a:lumMod val="85000"/>
                    <a:lumOff val="15000"/>
                  </a:schemeClr>
                </a:gs>
                <a:gs pos="50000">
                  <a:schemeClr val="tx1">
                    <a:lumMod val="65000"/>
                    <a:lumOff val="35000"/>
                    <a:tint val="44500"/>
                    <a:satMod val="160000"/>
                  </a:schemeClr>
                </a:gs>
                <a:gs pos="0">
                  <a:schemeClr val="tx1">
                    <a:lumMod val="65000"/>
                    <a:lumOff val="35000"/>
                    <a:tint val="23500"/>
                    <a:satMod val="16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53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41" name="TextBox 12">
                  <a:extLst>
                    <a:ext uri="{FF2B5EF4-FFF2-40B4-BE49-F238E27FC236}">
                      <a16:creationId xmlns:a16="http://schemas.microsoft.com/office/drawing/2014/main" id="{0E5BA8B0-7F0A-447F-B197-7F2F4450553A}"/>
                    </a:ext>
                  </a:extLst>
                </p:cNvPr>
                <p:cNvSpPr txBox="1"/>
                <p:nvPr/>
              </p:nvSpPr>
              <p:spPr>
                <a:xfrm>
                  <a:off x="2723631" y="3920241"/>
                  <a:ext cx="176135" cy="3279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531" i="1">
                            <a:latin typeface="Cambria Math" panose="02040503050406030204" pitchFamily="18" charset="0"/>
                          </a:rPr>
                          <m:t>𝑦</m:t>
                        </m:r>
                      </m:oMath>
                    </m:oMathPara>
                  </a14:m>
                  <a:endParaRPr lang="en-US" sz="1531" dirty="0"/>
                </a:p>
              </p:txBody>
            </p:sp>
          </mc:Choice>
          <mc:Fallback xmlns="">
            <p:sp>
              <p:nvSpPr>
                <p:cNvPr id="541" name="TextBox 12">
                  <a:extLst>
                    <a:ext uri="{FF2B5EF4-FFF2-40B4-BE49-F238E27FC236}">
                      <a16:creationId xmlns:a16="http://schemas.microsoft.com/office/drawing/2014/main" id="{0E5BA8B0-7F0A-447F-B197-7F2F4450553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723631" y="3920241"/>
                  <a:ext cx="176135" cy="327910"/>
                </a:xfrm>
                <a:prstGeom prst="rect">
                  <a:avLst/>
                </a:prstGeom>
                <a:blipFill>
                  <a:blip r:embed="rId19"/>
                  <a:stretch>
                    <a:fillRect r="-51724" b="-3704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42" name="TextBox 13">
                  <a:extLst>
                    <a:ext uri="{FF2B5EF4-FFF2-40B4-BE49-F238E27FC236}">
                      <a16:creationId xmlns:a16="http://schemas.microsoft.com/office/drawing/2014/main" id="{8DA62880-7701-47D3-B0D4-A38408D93276}"/>
                    </a:ext>
                  </a:extLst>
                </p:cNvPr>
                <p:cNvSpPr txBox="1"/>
                <p:nvPr/>
              </p:nvSpPr>
              <p:spPr>
                <a:xfrm>
                  <a:off x="2480600" y="3293320"/>
                  <a:ext cx="255815" cy="3279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531" i="1">
                            <a:latin typeface="Cambria Math" panose="02040503050406030204" pitchFamily="18" charset="0"/>
                          </a:rPr>
                          <m:t>𝑧</m:t>
                        </m:r>
                      </m:oMath>
                    </m:oMathPara>
                  </a14:m>
                  <a:endParaRPr lang="en-US" sz="1531" dirty="0"/>
                </a:p>
              </p:txBody>
            </p:sp>
          </mc:Choice>
          <mc:Fallback xmlns="">
            <p:sp>
              <p:nvSpPr>
                <p:cNvPr id="542" name="TextBox 13">
                  <a:extLst>
                    <a:ext uri="{FF2B5EF4-FFF2-40B4-BE49-F238E27FC236}">
                      <a16:creationId xmlns:a16="http://schemas.microsoft.com/office/drawing/2014/main" id="{8DA62880-7701-47D3-B0D4-A38408D9327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480600" y="3293320"/>
                  <a:ext cx="255815" cy="327910"/>
                </a:xfrm>
                <a:prstGeom prst="rect">
                  <a:avLst/>
                </a:prstGeom>
                <a:blipFill>
                  <a:blip r:embed="rId2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43" name="DVO">
              <a:extLst>
                <a:ext uri="{FF2B5EF4-FFF2-40B4-BE49-F238E27FC236}">
                  <a16:creationId xmlns:a16="http://schemas.microsoft.com/office/drawing/2014/main" id="{29BD44C9-8B29-4679-A2CF-E5C7E3501D63}"/>
                </a:ext>
              </a:extLst>
            </p:cNvPr>
            <p:cNvSpPr/>
            <p:nvPr/>
          </p:nvSpPr>
          <p:spPr>
            <a:xfrm flipH="1">
              <a:off x="2258599" y="3258276"/>
              <a:ext cx="718764" cy="1489094"/>
            </a:xfrm>
            <a:prstGeom prst="arc">
              <a:avLst>
                <a:gd name="adj1" fmla="val 5396867"/>
                <a:gd name="adj2" fmla="val 16170484"/>
              </a:avLst>
            </a:prstGeom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531" dirty="0"/>
            </a:p>
          </p:txBody>
        </p:sp>
        <p:sp>
          <p:nvSpPr>
            <p:cNvPr id="544" name="Oval 23">
              <a:extLst>
                <a:ext uri="{FF2B5EF4-FFF2-40B4-BE49-F238E27FC236}">
                  <a16:creationId xmlns:a16="http://schemas.microsoft.com/office/drawing/2014/main" id="{8A828BAF-87F6-4895-BFF5-A106F27AA124}"/>
                </a:ext>
              </a:extLst>
            </p:cNvPr>
            <p:cNvSpPr/>
            <p:nvPr/>
          </p:nvSpPr>
          <p:spPr>
            <a:xfrm>
              <a:off x="3256689" y="3919062"/>
              <a:ext cx="161723" cy="167523"/>
            </a:xfrm>
            <a:prstGeom prst="ellipse">
              <a:avLst/>
            </a:prstGeom>
            <a:gradFill flip="none" rotWithShape="1">
              <a:gsLst>
                <a:gs pos="100000">
                  <a:schemeClr val="tx1">
                    <a:lumMod val="85000"/>
                    <a:lumOff val="15000"/>
                  </a:schemeClr>
                </a:gs>
                <a:gs pos="50000">
                  <a:schemeClr val="tx1">
                    <a:lumMod val="65000"/>
                    <a:lumOff val="35000"/>
                    <a:tint val="44500"/>
                    <a:satMod val="160000"/>
                  </a:schemeClr>
                </a:gs>
                <a:gs pos="0">
                  <a:schemeClr val="tx1">
                    <a:lumMod val="65000"/>
                    <a:lumOff val="35000"/>
                    <a:tint val="23500"/>
                    <a:satMod val="16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531" dirty="0"/>
            </a:p>
          </p:txBody>
        </p:sp>
        <p:cxnSp>
          <p:nvCxnSpPr>
            <p:cNvPr id="545" name="Straight Arrow Connector 7">
              <a:extLst>
                <a:ext uri="{FF2B5EF4-FFF2-40B4-BE49-F238E27FC236}">
                  <a16:creationId xmlns:a16="http://schemas.microsoft.com/office/drawing/2014/main" id="{CEA9FD05-A95B-4F02-84F6-243898B9D87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14963" y="3556749"/>
              <a:ext cx="1689" cy="443892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6" name="Straight Arrow Connector 19">
              <a:extLst>
                <a:ext uri="{FF2B5EF4-FFF2-40B4-BE49-F238E27FC236}">
                  <a16:creationId xmlns:a16="http://schemas.microsoft.com/office/drawing/2014/main" id="{EA73F4AF-299F-47A6-993D-D353A1B8899D}"/>
                </a:ext>
              </a:extLst>
            </p:cNvPr>
            <p:cNvCxnSpPr>
              <a:cxnSpLocks/>
            </p:cNvCxnSpPr>
            <p:nvPr/>
          </p:nvCxnSpPr>
          <p:spPr>
            <a:xfrm>
              <a:off x="2617935" y="3998467"/>
              <a:ext cx="194924" cy="156061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7" name="Straight Arrow Connector 18">
              <a:extLst>
                <a:ext uri="{FF2B5EF4-FFF2-40B4-BE49-F238E27FC236}">
                  <a16:creationId xmlns:a16="http://schemas.microsoft.com/office/drawing/2014/main" id="{1F2CF01E-E6BD-4765-A293-164D543F3DEC}"/>
                </a:ext>
              </a:extLst>
            </p:cNvPr>
            <p:cNvCxnSpPr>
              <a:cxnSpLocks/>
            </p:cNvCxnSpPr>
            <p:nvPr/>
          </p:nvCxnSpPr>
          <p:spPr>
            <a:xfrm rot="16200000" flipH="1" flipV="1">
              <a:off x="2447380" y="3827760"/>
              <a:ext cx="0" cy="341413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48" name="Oval 20">
              <a:extLst>
                <a:ext uri="{FF2B5EF4-FFF2-40B4-BE49-F238E27FC236}">
                  <a16:creationId xmlns:a16="http://schemas.microsoft.com/office/drawing/2014/main" id="{A8F71538-6253-4FCA-9648-108964F6397A}"/>
                </a:ext>
              </a:extLst>
            </p:cNvPr>
            <p:cNvSpPr/>
            <p:nvPr/>
          </p:nvSpPr>
          <p:spPr>
            <a:xfrm>
              <a:off x="1818997" y="3919062"/>
              <a:ext cx="161723" cy="167523"/>
            </a:xfrm>
            <a:prstGeom prst="ellipse">
              <a:avLst/>
            </a:prstGeom>
            <a:gradFill flip="none" rotWithShape="1">
              <a:gsLst>
                <a:gs pos="100000">
                  <a:schemeClr val="tx1">
                    <a:lumMod val="85000"/>
                    <a:lumOff val="15000"/>
                  </a:schemeClr>
                </a:gs>
                <a:gs pos="50000">
                  <a:schemeClr val="tx1">
                    <a:lumMod val="65000"/>
                    <a:lumOff val="35000"/>
                    <a:tint val="44500"/>
                    <a:satMod val="160000"/>
                  </a:schemeClr>
                </a:gs>
                <a:gs pos="0">
                  <a:schemeClr val="tx1">
                    <a:lumMod val="65000"/>
                    <a:lumOff val="35000"/>
                    <a:tint val="23500"/>
                    <a:satMod val="16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531"/>
            </a:p>
          </p:txBody>
        </p:sp>
        <p:sp>
          <p:nvSpPr>
            <p:cNvPr id="549" name="Oval 22">
              <a:extLst>
                <a:ext uri="{FF2B5EF4-FFF2-40B4-BE49-F238E27FC236}">
                  <a16:creationId xmlns:a16="http://schemas.microsoft.com/office/drawing/2014/main" id="{412C789E-5660-4055-BF93-EB1A2CFA16C1}"/>
                </a:ext>
              </a:extLst>
            </p:cNvPr>
            <p:cNvSpPr/>
            <p:nvPr/>
          </p:nvSpPr>
          <p:spPr>
            <a:xfrm>
              <a:off x="2538250" y="3166178"/>
              <a:ext cx="161723" cy="167523"/>
            </a:xfrm>
            <a:prstGeom prst="ellipse">
              <a:avLst/>
            </a:prstGeom>
            <a:gradFill flip="none" rotWithShape="1">
              <a:gsLst>
                <a:gs pos="100000">
                  <a:schemeClr val="tx1">
                    <a:lumMod val="85000"/>
                    <a:lumOff val="15000"/>
                  </a:schemeClr>
                </a:gs>
                <a:gs pos="50000">
                  <a:schemeClr val="tx1">
                    <a:lumMod val="65000"/>
                    <a:lumOff val="35000"/>
                    <a:tint val="44500"/>
                    <a:satMod val="160000"/>
                  </a:schemeClr>
                </a:gs>
                <a:gs pos="0">
                  <a:schemeClr val="tx1">
                    <a:lumMod val="65000"/>
                    <a:lumOff val="35000"/>
                    <a:tint val="23500"/>
                    <a:satMod val="16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914" dirty="0"/>
            </a:p>
          </p:txBody>
        </p:sp>
        <p:sp>
          <p:nvSpPr>
            <p:cNvPr id="550" name="Partial Circle 9">
              <a:extLst>
                <a:ext uri="{FF2B5EF4-FFF2-40B4-BE49-F238E27FC236}">
                  <a16:creationId xmlns:a16="http://schemas.microsoft.com/office/drawing/2014/main" id="{5E91AB8A-BF4E-4F58-9A6C-56FC2E630660}"/>
                </a:ext>
              </a:extLst>
            </p:cNvPr>
            <p:cNvSpPr>
              <a:spLocks noChangeAspect="1"/>
            </p:cNvSpPr>
            <p:nvPr/>
          </p:nvSpPr>
          <p:spPr>
            <a:xfrm rot="16200000" flipH="1">
              <a:off x="2552841" y="3904736"/>
              <a:ext cx="101949" cy="196838"/>
            </a:xfrm>
            <a:prstGeom prst="pie">
              <a:avLst>
                <a:gd name="adj1" fmla="val 16258856"/>
                <a:gd name="adj2" fmla="val 19252600"/>
              </a:avLst>
            </a:prstGeom>
            <a:gradFill flip="none" rotWithShape="1">
              <a:gsLst>
                <a:gs pos="0">
                  <a:schemeClr val="tx1"/>
                </a:gs>
                <a:gs pos="50000">
                  <a:schemeClr val="tx1">
                    <a:lumMod val="50000"/>
                    <a:lumOff val="50000"/>
                  </a:schemeClr>
                </a:gs>
                <a:gs pos="100000">
                  <a:schemeClr val="bg1">
                    <a:lumMod val="50000"/>
                  </a:schemeClr>
                </a:gs>
              </a:gsLst>
              <a:lin ang="2700000" scaled="1"/>
              <a:tileRect/>
            </a:gra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531" dirty="0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51" name="TextBox 10">
                  <a:extLst>
                    <a:ext uri="{FF2B5EF4-FFF2-40B4-BE49-F238E27FC236}">
                      <a16:creationId xmlns:a16="http://schemas.microsoft.com/office/drawing/2014/main" id="{965BF40A-98D0-49E8-B234-89E5F4268596}"/>
                    </a:ext>
                  </a:extLst>
                </p:cNvPr>
                <p:cNvSpPr txBox="1"/>
                <p:nvPr/>
              </p:nvSpPr>
              <p:spPr>
                <a:xfrm>
                  <a:off x="2190456" y="3939629"/>
                  <a:ext cx="313821" cy="3279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531" i="1">
                            <a:latin typeface="Cambria Math" panose="02040503050406030204" pitchFamily="18" charset="0"/>
                          </a:rPr>
                          <m:t>𝛼</m:t>
                        </m:r>
                      </m:oMath>
                    </m:oMathPara>
                  </a14:m>
                  <a:endParaRPr lang="en-US" sz="1531" dirty="0"/>
                </a:p>
              </p:txBody>
            </p:sp>
          </mc:Choice>
          <mc:Fallback xmlns="">
            <p:sp>
              <p:nvSpPr>
                <p:cNvPr id="551" name="TextBox 10">
                  <a:extLst>
                    <a:ext uri="{FF2B5EF4-FFF2-40B4-BE49-F238E27FC236}">
                      <a16:creationId xmlns:a16="http://schemas.microsoft.com/office/drawing/2014/main" id="{965BF40A-98D0-49E8-B234-89E5F426859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90456" y="3939629"/>
                  <a:ext cx="313821" cy="327910"/>
                </a:xfrm>
                <a:prstGeom prst="rect">
                  <a:avLst/>
                </a:prstGeom>
                <a:blipFill>
                  <a:blip r:embed="rId2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552" name="Straight Arrow Connector 17">
              <a:extLst>
                <a:ext uri="{FF2B5EF4-FFF2-40B4-BE49-F238E27FC236}">
                  <a16:creationId xmlns:a16="http://schemas.microsoft.com/office/drawing/2014/main" id="{8A81C4CB-0370-4787-AE01-7E79F01F241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396795" y="4004359"/>
              <a:ext cx="220592" cy="285255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stealth" w="lg" len="lg"/>
            </a:ln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</p:cxnSp>
        <p:sp>
          <p:nvSpPr>
            <p:cNvPr id="553" name="Partial Circle 9">
              <a:extLst>
                <a:ext uri="{FF2B5EF4-FFF2-40B4-BE49-F238E27FC236}">
                  <a16:creationId xmlns:a16="http://schemas.microsoft.com/office/drawing/2014/main" id="{A4E9DF28-075A-4F5D-8CCD-D0C29D49DE2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540175" y="3867682"/>
              <a:ext cx="148545" cy="300016"/>
            </a:xfrm>
            <a:prstGeom prst="pie">
              <a:avLst>
                <a:gd name="adj1" fmla="val 16258856"/>
                <a:gd name="adj2" fmla="val 19252600"/>
              </a:avLst>
            </a:prstGeom>
            <a:gradFill flip="none" rotWithShape="1">
              <a:gsLst>
                <a:gs pos="0">
                  <a:schemeClr val="tx1"/>
                </a:gs>
                <a:gs pos="50000">
                  <a:schemeClr val="tx1">
                    <a:lumMod val="50000"/>
                    <a:lumOff val="50000"/>
                  </a:schemeClr>
                </a:gs>
                <a:gs pos="100000">
                  <a:schemeClr val="bg1">
                    <a:lumMod val="50000"/>
                  </a:schemeClr>
                </a:gs>
              </a:gsLst>
              <a:lin ang="2700000" scaled="1"/>
              <a:tileRect/>
            </a:gra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531" dirty="0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54" name="TextBox 10">
                  <a:extLst>
                    <a:ext uri="{FF2B5EF4-FFF2-40B4-BE49-F238E27FC236}">
                      <a16:creationId xmlns:a16="http://schemas.microsoft.com/office/drawing/2014/main" id="{BFD98244-9CDF-417D-BA38-240E25B33599}"/>
                    </a:ext>
                  </a:extLst>
                </p:cNvPr>
                <p:cNvSpPr txBox="1"/>
                <p:nvPr/>
              </p:nvSpPr>
              <p:spPr>
                <a:xfrm>
                  <a:off x="2579775" y="3620647"/>
                  <a:ext cx="295714" cy="3279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531" i="1">
                            <a:latin typeface="Cambria Math" panose="02040503050406030204" pitchFamily="18" charset="0"/>
                          </a:rPr>
                          <m:t>𝛽</m:t>
                        </m:r>
                      </m:oMath>
                    </m:oMathPara>
                  </a14:m>
                  <a:endParaRPr lang="en-US" sz="1531" dirty="0"/>
                </a:p>
              </p:txBody>
            </p:sp>
          </mc:Choice>
          <mc:Fallback xmlns="">
            <p:sp>
              <p:nvSpPr>
                <p:cNvPr id="554" name="TextBox 10">
                  <a:extLst>
                    <a:ext uri="{FF2B5EF4-FFF2-40B4-BE49-F238E27FC236}">
                      <a16:creationId xmlns:a16="http://schemas.microsoft.com/office/drawing/2014/main" id="{BFD98244-9CDF-417D-BA38-240E25B3359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79775" y="3620647"/>
                  <a:ext cx="295714" cy="327910"/>
                </a:xfrm>
                <a:prstGeom prst="rect">
                  <a:avLst/>
                </a:prstGeom>
                <a:blipFill>
                  <a:blip r:embed="rId22"/>
                  <a:stretch>
                    <a:fillRect b="-11111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555" name="Straight Arrow Connector 17">
              <a:extLst>
                <a:ext uri="{FF2B5EF4-FFF2-40B4-BE49-F238E27FC236}">
                  <a16:creationId xmlns:a16="http://schemas.microsoft.com/office/drawing/2014/main" id="{9A7D4A6C-F86A-4B62-981C-CFC7048DC00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09336" y="3560632"/>
              <a:ext cx="569360" cy="447629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stealth" w="lg" len="lg"/>
            </a:ln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56" name="文字方塊 555">
                  <a:extLst>
                    <a:ext uri="{FF2B5EF4-FFF2-40B4-BE49-F238E27FC236}">
                      <a16:creationId xmlns:a16="http://schemas.microsoft.com/office/drawing/2014/main" id="{3BC0FCD6-C886-4899-95AA-7AEBFA74032A}"/>
                    </a:ext>
                  </a:extLst>
                </p:cNvPr>
                <p:cNvSpPr txBox="1"/>
                <p:nvPr/>
              </p:nvSpPr>
              <p:spPr>
                <a:xfrm>
                  <a:off x="7031413" y="4832099"/>
                  <a:ext cx="809311" cy="3279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1531" i="1">
                            <a:latin typeface="Cambria Math" panose="02040503050406030204" pitchFamily="18" charset="0"/>
                          </a:rPr>
                          <m:t>|</m:t>
                        </m:r>
                        <m:d>
                          <m:dPr>
                            <m:begChr m:val=""/>
                            <m:endChr m:val="⟩"/>
                            <m:ctrlPr>
                              <a:rPr lang="en-US" altLang="zh-TW" sz="1531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1531" i="1">
                                <a:latin typeface="Cambria Math" panose="02040503050406030204" pitchFamily="18" charset="0"/>
                              </a:rPr>
                              <m:t>−1, 0</m:t>
                            </m:r>
                          </m:e>
                        </m:d>
                      </m:oMath>
                    </m:oMathPara>
                  </a14:m>
                  <a:endParaRPr lang="zh-TW" altLang="en-US" sz="1531" dirty="0"/>
                </a:p>
              </p:txBody>
            </p:sp>
          </mc:Choice>
          <mc:Fallback xmlns="">
            <p:sp>
              <p:nvSpPr>
                <p:cNvPr id="556" name="文字方塊 555">
                  <a:extLst>
                    <a:ext uri="{FF2B5EF4-FFF2-40B4-BE49-F238E27FC236}">
                      <a16:creationId xmlns:a16="http://schemas.microsoft.com/office/drawing/2014/main" id="{3BC0FCD6-C886-4899-95AA-7AEBFA74032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31413" y="4832099"/>
                  <a:ext cx="809311" cy="327910"/>
                </a:xfrm>
                <a:prstGeom prst="rect">
                  <a:avLst/>
                </a:prstGeom>
                <a:blipFill>
                  <a:blip r:embed="rId23"/>
                  <a:stretch>
                    <a:fillRect t="-107407" r="-45113" b="-170370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57" name="文字方塊 556">
                  <a:extLst>
                    <a:ext uri="{FF2B5EF4-FFF2-40B4-BE49-F238E27FC236}">
                      <a16:creationId xmlns:a16="http://schemas.microsoft.com/office/drawing/2014/main" id="{ED3BD37B-D2B1-47F6-B977-2DB78F4E44F3}"/>
                    </a:ext>
                  </a:extLst>
                </p:cNvPr>
                <p:cNvSpPr txBox="1"/>
                <p:nvPr/>
              </p:nvSpPr>
              <p:spPr>
                <a:xfrm>
                  <a:off x="7031413" y="2956592"/>
                  <a:ext cx="809311" cy="3279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1531" i="1">
                            <a:latin typeface="Cambria Math" panose="02040503050406030204" pitchFamily="18" charset="0"/>
                          </a:rPr>
                          <m:t>|</m:t>
                        </m:r>
                        <m:d>
                          <m:dPr>
                            <m:begChr m:val=""/>
                            <m:endChr m:val="⟩"/>
                            <m:ctrlPr>
                              <a:rPr lang="en-US" altLang="zh-TW" sz="1531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1531" i="1">
                                <a:latin typeface="Cambria Math" panose="02040503050406030204" pitchFamily="18" charset="0"/>
                              </a:rPr>
                              <m:t>1, 0</m:t>
                            </m:r>
                          </m:e>
                        </m:d>
                      </m:oMath>
                    </m:oMathPara>
                  </a14:m>
                  <a:endParaRPr lang="zh-TW" altLang="en-US" sz="1531" dirty="0"/>
                </a:p>
              </p:txBody>
            </p:sp>
          </mc:Choice>
          <mc:Fallback xmlns="">
            <p:sp>
              <p:nvSpPr>
                <p:cNvPr id="557" name="文字方塊 556">
                  <a:extLst>
                    <a:ext uri="{FF2B5EF4-FFF2-40B4-BE49-F238E27FC236}">
                      <a16:creationId xmlns:a16="http://schemas.microsoft.com/office/drawing/2014/main" id="{ED3BD37B-D2B1-47F6-B977-2DB78F4E44F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31413" y="2956592"/>
                  <a:ext cx="809311" cy="327910"/>
                </a:xfrm>
                <a:prstGeom prst="rect">
                  <a:avLst/>
                </a:prstGeom>
                <a:blipFill>
                  <a:blip r:embed="rId24"/>
                  <a:stretch>
                    <a:fillRect t="-107407" r="-36090" b="-170370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558" name="群組 557">
              <a:extLst>
                <a:ext uri="{FF2B5EF4-FFF2-40B4-BE49-F238E27FC236}">
                  <a16:creationId xmlns:a16="http://schemas.microsoft.com/office/drawing/2014/main" id="{38199EB5-C382-4A56-A1DF-F2554F8AF5EA}"/>
                </a:ext>
              </a:extLst>
            </p:cNvPr>
            <p:cNvGrpSpPr/>
            <p:nvPr/>
          </p:nvGrpSpPr>
          <p:grpSpPr>
            <a:xfrm>
              <a:off x="7424900" y="2151431"/>
              <a:ext cx="115068" cy="110383"/>
              <a:chOff x="1373392" y="2391862"/>
              <a:chExt cx="479433" cy="476535"/>
            </a:xfrm>
          </p:grpSpPr>
          <p:sp>
            <p:nvSpPr>
              <p:cNvPr id="559" name="箭號: 向右 558">
                <a:extLst>
                  <a:ext uri="{FF2B5EF4-FFF2-40B4-BE49-F238E27FC236}">
                    <a16:creationId xmlns:a16="http://schemas.microsoft.com/office/drawing/2014/main" id="{2A13745E-3A6F-4D09-BF14-76A3963F87D2}"/>
                  </a:ext>
                </a:extLst>
              </p:cNvPr>
              <p:cNvSpPr/>
              <p:nvPr/>
            </p:nvSpPr>
            <p:spPr>
              <a:xfrm>
                <a:off x="1411244" y="2735868"/>
                <a:ext cx="441581" cy="132529"/>
              </a:xfrm>
              <a:prstGeom prst="rightArrow">
                <a:avLst>
                  <a:gd name="adj1" fmla="val 50000"/>
                  <a:gd name="adj2" fmla="val 99023"/>
                </a:avLst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914">
                  <a:solidFill>
                    <a:schemeClr val="tx1"/>
                  </a:solidFill>
                </a:endParaRPr>
              </a:p>
            </p:txBody>
          </p:sp>
          <p:sp>
            <p:nvSpPr>
              <p:cNvPr id="560" name="箭號: 向右 559">
                <a:extLst>
                  <a:ext uri="{FF2B5EF4-FFF2-40B4-BE49-F238E27FC236}">
                    <a16:creationId xmlns:a16="http://schemas.microsoft.com/office/drawing/2014/main" id="{5310384C-FD70-41E6-8310-B5DE4A509D2C}"/>
                  </a:ext>
                </a:extLst>
              </p:cNvPr>
              <p:cNvSpPr/>
              <p:nvPr/>
            </p:nvSpPr>
            <p:spPr>
              <a:xfrm rot="16200000">
                <a:off x="1218866" y="2546388"/>
                <a:ext cx="441581" cy="132529"/>
              </a:xfrm>
              <a:prstGeom prst="rightArrow">
                <a:avLst>
                  <a:gd name="adj1" fmla="val 50000"/>
                  <a:gd name="adj2" fmla="val 99023"/>
                </a:avLst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914" dirty="0">
                  <a:solidFill>
                    <a:schemeClr val="tx1"/>
                  </a:solidFill>
                </a:endParaRP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61" name="文字方塊 560">
                  <a:extLst>
                    <a:ext uri="{FF2B5EF4-FFF2-40B4-BE49-F238E27FC236}">
                      <a16:creationId xmlns:a16="http://schemas.microsoft.com/office/drawing/2014/main" id="{BE23789A-92FC-4A3C-B551-D7AA78B7F5F6}"/>
                    </a:ext>
                  </a:extLst>
                </p:cNvPr>
                <p:cNvSpPr txBox="1"/>
                <p:nvPr/>
              </p:nvSpPr>
              <p:spPr>
                <a:xfrm>
                  <a:off x="7305560" y="1780125"/>
                  <a:ext cx="436437" cy="41024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1914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914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zh-TW" sz="1914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</m:oMath>
                    </m:oMathPara>
                  </a14:m>
                  <a:endParaRPr lang="en-US" altLang="zh-TW" sz="1914" dirty="0"/>
                </a:p>
              </p:txBody>
            </p:sp>
          </mc:Choice>
          <mc:Fallback xmlns="">
            <p:sp>
              <p:nvSpPr>
                <p:cNvPr id="561" name="文字方塊 560">
                  <a:extLst>
                    <a:ext uri="{FF2B5EF4-FFF2-40B4-BE49-F238E27FC236}">
                      <a16:creationId xmlns:a16="http://schemas.microsoft.com/office/drawing/2014/main" id="{BE23789A-92FC-4A3C-B551-D7AA78B7F5F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305560" y="1780125"/>
                  <a:ext cx="436437" cy="410241"/>
                </a:xfrm>
                <a:prstGeom prst="rect">
                  <a:avLst/>
                </a:prstGeom>
                <a:blipFill>
                  <a:blip r:embed="rId25"/>
                  <a:stretch>
                    <a:fillRect b="-2941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62" name="文字方塊 561">
                  <a:extLst>
                    <a:ext uri="{FF2B5EF4-FFF2-40B4-BE49-F238E27FC236}">
                      <a16:creationId xmlns:a16="http://schemas.microsoft.com/office/drawing/2014/main" id="{74464EB3-BFF4-48D3-8454-3706DCA34388}"/>
                    </a:ext>
                  </a:extLst>
                </p:cNvPr>
                <p:cNvSpPr txBox="1"/>
                <p:nvPr/>
              </p:nvSpPr>
              <p:spPr>
                <a:xfrm>
                  <a:off x="7477767" y="2057031"/>
                  <a:ext cx="386686" cy="38690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1914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914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zh-TW" sz="1914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oMath>
                    </m:oMathPara>
                  </a14:m>
                  <a:endParaRPr lang="en-US" altLang="zh-TW" sz="1914" dirty="0"/>
                </a:p>
              </p:txBody>
            </p:sp>
          </mc:Choice>
          <mc:Fallback xmlns="">
            <p:sp>
              <p:nvSpPr>
                <p:cNvPr id="562" name="文字方塊 561">
                  <a:extLst>
                    <a:ext uri="{FF2B5EF4-FFF2-40B4-BE49-F238E27FC236}">
                      <a16:creationId xmlns:a16="http://schemas.microsoft.com/office/drawing/2014/main" id="{74464EB3-BFF4-48D3-8454-3706DCA3438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77767" y="2057031"/>
                  <a:ext cx="386686" cy="386901"/>
                </a:xfrm>
                <a:prstGeom prst="rect">
                  <a:avLst/>
                </a:prstGeom>
                <a:blipFill>
                  <a:blip r:embed="rId26"/>
                  <a:stretch>
                    <a:fillRect b="-4762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63" name="文字方塊 562">
                  <a:extLst>
                    <a:ext uri="{FF2B5EF4-FFF2-40B4-BE49-F238E27FC236}">
                      <a16:creationId xmlns:a16="http://schemas.microsoft.com/office/drawing/2014/main" id="{DC6DD040-17D3-4D99-91E6-76BABC06AED2}"/>
                    </a:ext>
                  </a:extLst>
                </p:cNvPr>
                <p:cNvSpPr txBox="1"/>
                <p:nvPr/>
              </p:nvSpPr>
              <p:spPr>
                <a:xfrm>
                  <a:off x="6784446" y="2521015"/>
                  <a:ext cx="649383" cy="3279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153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531" i="1">
                                <a:latin typeface="Cambria Math" panose="02040503050406030204" pitchFamily="18" charset="0"/>
                              </a:rPr>
                              <m:t>0.1</m:t>
                            </m:r>
                            <m:r>
                              <a:rPr lang="en-US" altLang="zh-TW" sz="1531" i="1"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b>
                            <m:r>
                              <a:rPr lang="en-US" altLang="zh-TW" sz="1531" i="1">
                                <a:latin typeface="Cambria Math" panose="02040503050406030204" pitchFamily="18" charset="0"/>
                              </a:rPr>
                              <m:t>𝑐</m:t>
                            </m:r>
                          </m:sub>
                        </m:sSub>
                      </m:oMath>
                    </m:oMathPara>
                  </a14:m>
                  <a:endParaRPr lang="en-US" altLang="zh-TW" sz="1531" dirty="0"/>
                </a:p>
              </p:txBody>
            </p:sp>
          </mc:Choice>
          <mc:Fallback xmlns="">
            <p:sp>
              <p:nvSpPr>
                <p:cNvPr id="563" name="文字方塊 562">
                  <a:extLst>
                    <a:ext uri="{FF2B5EF4-FFF2-40B4-BE49-F238E27FC236}">
                      <a16:creationId xmlns:a16="http://schemas.microsoft.com/office/drawing/2014/main" id="{DC6DD040-17D3-4D99-91E6-76BABC06AED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84446" y="2521015"/>
                  <a:ext cx="649383" cy="327910"/>
                </a:xfrm>
                <a:prstGeom prst="rect">
                  <a:avLst/>
                </a:prstGeom>
                <a:blipFill>
                  <a:blip r:embed="rId27"/>
                  <a:stretch>
                    <a:fillRect b="-5556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64" name="文字方塊 563">
              <a:extLst>
                <a:ext uri="{FF2B5EF4-FFF2-40B4-BE49-F238E27FC236}">
                  <a16:creationId xmlns:a16="http://schemas.microsoft.com/office/drawing/2014/main" id="{FEA97CD1-4F7E-4337-864E-691FB9406DD5}"/>
                </a:ext>
              </a:extLst>
            </p:cNvPr>
            <p:cNvSpPr txBox="1"/>
            <p:nvPr/>
          </p:nvSpPr>
          <p:spPr>
            <a:xfrm>
              <a:off x="5587076" y="476204"/>
              <a:ext cx="3697987" cy="49000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2584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Longitudinal component</a:t>
              </a:r>
              <a:endParaRPr lang="zh-TW" altLang="en-US" sz="2584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65" name="文字方塊 564">
                  <a:extLst>
                    <a:ext uri="{FF2B5EF4-FFF2-40B4-BE49-F238E27FC236}">
                      <a16:creationId xmlns:a16="http://schemas.microsoft.com/office/drawing/2014/main" id="{4B8379AE-0B2E-4AF3-BEFF-3BCE1E452424}"/>
                    </a:ext>
                  </a:extLst>
                </p:cNvPr>
                <p:cNvSpPr txBox="1"/>
                <p:nvPr/>
              </p:nvSpPr>
              <p:spPr>
                <a:xfrm>
                  <a:off x="6603020" y="1630818"/>
                  <a:ext cx="1666097" cy="3279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en-US" altLang="zh-TW" sz="1531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1531" i="1">
                                <a:latin typeface="Cambria Math" panose="02040503050406030204" pitchFamily="18" charset="0"/>
                              </a:rPr>
                              <m:t>𝛼</m:t>
                            </m:r>
                            <m:r>
                              <a:rPr lang="en-US" altLang="zh-TW" sz="1531" i="1">
                                <a:latin typeface="Cambria Math" panose="02040503050406030204" pitchFamily="18" charset="0"/>
                              </a:rPr>
                              <m:t>, </m:t>
                            </m:r>
                            <m:r>
                              <a:rPr lang="en-US" altLang="zh-TW" sz="1531" i="1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</m:d>
                        <m:r>
                          <a:rPr lang="en-US" altLang="zh-TW" sz="1531" i="1">
                            <a:latin typeface="Cambria Math" panose="02040503050406030204" pitchFamily="18" charset="0"/>
                          </a:rPr>
                          <m:t>=</m:t>
                        </m:r>
                        <m:d>
                          <m:dPr>
                            <m:ctrlPr>
                              <a:rPr lang="en-US" altLang="zh-TW" sz="1531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1531" i="1">
                                <a:latin typeface="Cambria Math" panose="02040503050406030204" pitchFamily="18" charset="0"/>
                              </a:rPr>
                              <m:t>0, </m:t>
                            </m:r>
                            <m:r>
                              <m:rPr>
                                <m:nor/>
                              </m:rPr>
                              <a:rPr lang="en-US" altLang="zh-TW" sz="1531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d>
                      </m:oMath>
                    </m:oMathPara>
                  </a14:m>
                  <a:endParaRPr lang="zh-TW" altLang="en-US" sz="1531" dirty="0"/>
                </a:p>
              </p:txBody>
            </p:sp>
          </mc:Choice>
          <mc:Fallback xmlns="">
            <p:sp>
              <p:nvSpPr>
                <p:cNvPr id="565" name="文字方塊 564">
                  <a:extLst>
                    <a:ext uri="{FF2B5EF4-FFF2-40B4-BE49-F238E27FC236}">
                      <a16:creationId xmlns:a16="http://schemas.microsoft.com/office/drawing/2014/main" id="{4B8379AE-0B2E-4AF3-BEFF-3BCE1E45242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603020" y="1630818"/>
                  <a:ext cx="1666097" cy="327910"/>
                </a:xfrm>
                <a:prstGeom prst="rect">
                  <a:avLst/>
                </a:prstGeom>
                <a:blipFill>
                  <a:blip r:embed="rId28"/>
                  <a:stretch>
                    <a:fillRect b="-9259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66" name="文字方塊 565">
                  <a:extLst>
                    <a:ext uri="{FF2B5EF4-FFF2-40B4-BE49-F238E27FC236}">
                      <a16:creationId xmlns:a16="http://schemas.microsoft.com/office/drawing/2014/main" id="{E3133674-0A08-4353-99D6-7FCA9B3B104C}"/>
                    </a:ext>
                  </a:extLst>
                </p:cNvPr>
                <p:cNvSpPr txBox="1"/>
                <p:nvPr/>
              </p:nvSpPr>
              <p:spPr>
                <a:xfrm>
                  <a:off x="5308377" y="3432396"/>
                  <a:ext cx="1145032" cy="3279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en-US" altLang="zh-TW" sz="1531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1531" i="1">
                                <a:latin typeface="Cambria Math" panose="02040503050406030204" pitchFamily="18" charset="0"/>
                              </a:rPr>
                              <m:t>0, </m:t>
                            </m:r>
                            <m:r>
                              <a:rPr lang="en-US" altLang="zh-TW" sz="1531" i="1">
                                <a:latin typeface="Cambria Math" panose="02040503050406030204" pitchFamily="18" charset="0"/>
                              </a:rPr>
                              <m:t>𝜋</m:t>
                            </m:r>
                            <m:r>
                              <a:rPr lang="en-US" altLang="zh-TW" sz="1531" i="1">
                                <a:latin typeface="Cambria Math" panose="02040503050406030204" pitchFamily="18" charset="0"/>
                              </a:rPr>
                              <m:t>/2</m:t>
                            </m:r>
                          </m:e>
                        </m:d>
                      </m:oMath>
                    </m:oMathPara>
                  </a14:m>
                  <a:endParaRPr lang="zh-TW" altLang="en-US" sz="1531" dirty="0"/>
                </a:p>
              </p:txBody>
            </p:sp>
          </mc:Choice>
          <mc:Fallback xmlns="">
            <p:sp>
              <p:nvSpPr>
                <p:cNvPr id="566" name="文字方塊 565">
                  <a:extLst>
                    <a:ext uri="{FF2B5EF4-FFF2-40B4-BE49-F238E27FC236}">
                      <a16:creationId xmlns:a16="http://schemas.microsoft.com/office/drawing/2014/main" id="{E3133674-0A08-4353-99D6-7FCA9B3B104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308377" y="3432396"/>
                  <a:ext cx="1145032" cy="327910"/>
                </a:xfrm>
                <a:prstGeom prst="rect">
                  <a:avLst/>
                </a:prstGeom>
                <a:blipFill>
                  <a:blip r:embed="rId29"/>
                  <a:stretch>
                    <a:fillRect b="-11111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67" name="文字方塊 566">
                  <a:extLst>
                    <a:ext uri="{FF2B5EF4-FFF2-40B4-BE49-F238E27FC236}">
                      <a16:creationId xmlns:a16="http://schemas.microsoft.com/office/drawing/2014/main" id="{AFF5448C-2627-41C4-8B88-71164E1C893E}"/>
                    </a:ext>
                  </a:extLst>
                </p:cNvPr>
                <p:cNvSpPr txBox="1"/>
                <p:nvPr/>
              </p:nvSpPr>
              <p:spPr>
                <a:xfrm>
                  <a:off x="8377287" y="3432396"/>
                  <a:ext cx="1145032" cy="3279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en-US" altLang="zh-TW" sz="1531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1531" i="1">
                                <a:latin typeface="Cambria Math" panose="02040503050406030204" pitchFamily="18" charset="0"/>
                              </a:rPr>
                              <m:t>𝜋</m:t>
                            </m:r>
                            <m:r>
                              <a:rPr lang="en-US" altLang="zh-TW" sz="1531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zh-TW" sz="1531" i="1">
                                <a:latin typeface="Cambria Math" panose="02040503050406030204" pitchFamily="18" charset="0"/>
                              </a:rPr>
                              <m:t>𝜋</m:t>
                            </m:r>
                            <m:r>
                              <a:rPr lang="en-US" altLang="zh-TW" sz="1531" i="1">
                                <a:latin typeface="Cambria Math" panose="02040503050406030204" pitchFamily="18" charset="0"/>
                              </a:rPr>
                              <m:t>/2</m:t>
                            </m:r>
                          </m:e>
                        </m:d>
                      </m:oMath>
                    </m:oMathPara>
                  </a14:m>
                  <a:endParaRPr lang="zh-TW" altLang="en-US" sz="1531" dirty="0"/>
                </a:p>
              </p:txBody>
            </p:sp>
          </mc:Choice>
          <mc:Fallback xmlns="">
            <p:sp>
              <p:nvSpPr>
                <p:cNvPr id="567" name="文字方塊 566">
                  <a:extLst>
                    <a:ext uri="{FF2B5EF4-FFF2-40B4-BE49-F238E27FC236}">
                      <a16:creationId xmlns:a16="http://schemas.microsoft.com/office/drawing/2014/main" id="{AFF5448C-2627-41C4-8B88-71164E1C893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377287" y="3432396"/>
                  <a:ext cx="1145032" cy="327910"/>
                </a:xfrm>
                <a:prstGeom prst="rect">
                  <a:avLst/>
                </a:prstGeom>
                <a:blipFill>
                  <a:blip r:embed="rId30"/>
                  <a:stretch>
                    <a:fillRect b="-11111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68" name="文字方塊 567">
                  <a:extLst>
                    <a:ext uri="{FF2B5EF4-FFF2-40B4-BE49-F238E27FC236}">
                      <a16:creationId xmlns:a16="http://schemas.microsoft.com/office/drawing/2014/main" id="{3C854F68-00E6-446E-828F-4E7B5056E28B}"/>
                    </a:ext>
                  </a:extLst>
                </p:cNvPr>
                <p:cNvSpPr txBox="1"/>
                <p:nvPr/>
              </p:nvSpPr>
              <p:spPr>
                <a:xfrm>
                  <a:off x="6863553" y="5169461"/>
                  <a:ext cx="1145032" cy="3279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en-US" altLang="zh-TW" sz="1531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1531" i="1">
                                <a:latin typeface="Cambria Math" panose="02040503050406030204" pitchFamily="18" charset="0"/>
                              </a:rPr>
                              <m:t>0,</m:t>
                            </m:r>
                            <m:r>
                              <a:rPr lang="en-US" altLang="zh-TW" sz="1531" i="1"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</m:d>
                      </m:oMath>
                    </m:oMathPara>
                  </a14:m>
                  <a:endParaRPr lang="zh-TW" altLang="en-US" sz="1531" dirty="0"/>
                </a:p>
              </p:txBody>
            </p:sp>
          </mc:Choice>
          <mc:Fallback xmlns="">
            <p:sp>
              <p:nvSpPr>
                <p:cNvPr id="568" name="文字方塊 567">
                  <a:extLst>
                    <a:ext uri="{FF2B5EF4-FFF2-40B4-BE49-F238E27FC236}">
                      <a16:creationId xmlns:a16="http://schemas.microsoft.com/office/drawing/2014/main" id="{3C854F68-00E6-446E-828F-4E7B5056E28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63553" y="5169461"/>
                  <a:ext cx="1145032" cy="327910"/>
                </a:xfrm>
                <a:prstGeom prst="rect">
                  <a:avLst/>
                </a:prstGeom>
                <a:blipFill>
                  <a:blip r:embed="rId3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569" name="圖片 568">
              <a:extLst>
                <a:ext uri="{FF2B5EF4-FFF2-40B4-BE49-F238E27FC236}">
                  <a16:creationId xmlns:a16="http://schemas.microsoft.com/office/drawing/2014/main" id="{558A1B2C-8CFA-4294-9578-AB67C119D04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90879" t="9023" r="4888" b="70339"/>
            <a:stretch/>
          </p:blipFill>
          <p:spPr>
            <a:xfrm>
              <a:off x="8108709" y="1603143"/>
              <a:ext cx="411529" cy="1337466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70" name="文字方塊 569">
                  <a:extLst>
                    <a:ext uri="{FF2B5EF4-FFF2-40B4-BE49-F238E27FC236}">
                      <a16:creationId xmlns:a16="http://schemas.microsoft.com/office/drawing/2014/main" id="{3825988B-5D62-4647-96B8-71760801FF4D}"/>
                    </a:ext>
                  </a:extLst>
                </p:cNvPr>
                <p:cNvSpPr txBox="1"/>
                <p:nvPr/>
              </p:nvSpPr>
              <p:spPr>
                <a:xfrm>
                  <a:off x="8027609" y="2682755"/>
                  <a:ext cx="476176" cy="29854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TW" sz="1340">
                            <a:latin typeface="Cambria Math" panose="02040503050406030204" pitchFamily="18" charset="0"/>
                          </a:rPr>
                          <m:t>a</m:t>
                        </m:r>
                        <m:r>
                          <a:rPr lang="en-US" altLang="zh-TW" sz="1340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m:rPr>
                            <m:sty m:val="p"/>
                          </m:rPr>
                          <a:rPr lang="en-US" altLang="zh-TW" sz="1340">
                            <a:latin typeface="Cambria Math" panose="02040503050406030204" pitchFamily="18" charset="0"/>
                          </a:rPr>
                          <m:t>u</m:t>
                        </m:r>
                        <m:r>
                          <a:rPr lang="en-US" altLang="zh-TW" sz="1340">
                            <a:latin typeface="Cambria Math" panose="02040503050406030204" pitchFamily="18" charset="0"/>
                          </a:rPr>
                          <m:t>.</m:t>
                        </m:r>
                      </m:oMath>
                    </m:oMathPara>
                  </a14:m>
                  <a:endParaRPr lang="zh-TW" altLang="en-US" sz="1340" dirty="0"/>
                </a:p>
              </p:txBody>
            </p:sp>
          </mc:Choice>
          <mc:Fallback xmlns="">
            <p:sp>
              <p:nvSpPr>
                <p:cNvPr id="570" name="文字方塊 569">
                  <a:extLst>
                    <a:ext uri="{FF2B5EF4-FFF2-40B4-BE49-F238E27FC236}">
                      <a16:creationId xmlns:a16="http://schemas.microsoft.com/office/drawing/2014/main" id="{3825988B-5D62-4647-96B8-71760801FF4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027609" y="2682755"/>
                  <a:ext cx="476176" cy="298543"/>
                </a:xfrm>
                <a:prstGeom prst="rect">
                  <a:avLst/>
                </a:prstGeom>
                <a:blipFill>
                  <a:blip r:embed="rId1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71" name="Oval 14">
              <a:extLst>
                <a:ext uri="{FF2B5EF4-FFF2-40B4-BE49-F238E27FC236}">
                  <a16:creationId xmlns:a16="http://schemas.microsoft.com/office/drawing/2014/main" id="{606F4BD3-CEF8-40CD-A927-3B5D95BE281F}"/>
                </a:ext>
              </a:extLst>
            </p:cNvPr>
            <p:cNvSpPr/>
            <p:nvPr/>
          </p:nvSpPr>
          <p:spPr>
            <a:xfrm>
              <a:off x="7353189" y="3190176"/>
              <a:ext cx="161723" cy="167523"/>
            </a:xfrm>
            <a:prstGeom prst="ellipse">
              <a:avLst/>
            </a:prstGeom>
            <a:gradFill flip="none" rotWithShape="1">
              <a:gsLst>
                <a:gs pos="0">
                  <a:srgbClr val="D1D1D1"/>
                </a:gs>
                <a:gs pos="23000">
                  <a:schemeClr val="bg1">
                    <a:lumMod val="85000"/>
                  </a:schemeClr>
                </a:gs>
                <a:gs pos="69000">
                  <a:schemeClr val="accent3">
                    <a:lumMod val="75000"/>
                  </a:schemeClr>
                </a:gs>
                <a:gs pos="97000">
                  <a:schemeClr val="accent3">
                    <a:lumMod val="7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914" dirty="0"/>
            </a:p>
          </p:txBody>
        </p:sp>
        <p:sp>
          <p:nvSpPr>
            <p:cNvPr id="572" name="Oval 4">
              <a:extLst>
                <a:ext uri="{FF2B5EF4-FFF2-40B4-BE49-F238E27FC236}">
                  <a16:creationId xmlns:a16="http://schemas.microsoft.com/office/drawing/2014/main" id="{1945D496-6A84-4632-8673-A92D347A64E9}"/>
                </a:ext>
              </a:extLst>
            </p:cNvPr>
            <p:cNvSpPr/>
            <p:nvPr/>
          </p:nvSpPr>
          <p:spPr>
            <a:xfrm>
              <a:off x="6717469" y="3273937"/>
              <a:ext cx="1437528" cy="1489094"/>
            </a:xfrm>
            <a:prstGeom prst="ellipse">
              <a:avLst/>
            </a:prstGeom>
            <a:gradFill flip="none" rotWithShape="1">
              <a:gsLst>
                <a:gs pos="100000">
                  <a:schemeClr val="accent3">
                    <a:lumMod val="60000"/>
                    <a:lumOff val="40000"/>
                    <a:alpha val="60000"/>
                  </a:schemeClr>
                </a:gs>
                <a:gs pos="55000">
                  <a:schemeClr val="accent3">
                    <a:lumMod val="40000"/>
                    <a:lumOff val="60000"/>
                    <a:alpha val="60000"/>
                  </a:schemeClr>
                </a:gs>
                <a:gs pos="0">
                  <a:schemeClr val="bg1">
                    <a:alpha val="60000"/>
                  </a:schemeClr>
                </a:gs>
              </a:gsLst>
              <a:path path="circle">
                <a:fillToRect l="100000" b="100000"/>
              </a:path>
              <a:tileRect t="-100000" r="-100000"/>
            </a:gradFill>
            <a:ln w="57150">
              <a:solidFill>
                <a:srgbClr val="D5D7D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531" dirty="0"/>
            </a:p>
          </p:txBody>
        </p:sp>
        <p:sp>
          <p:nvSpPr>
            <p:cNvPr id="573" name="Oval 15">
              <a:extLst>
                <a:ext uri="{FF2B5EF4-FFF2-40B4-BE49-F238E27FC236}">
                  <a16:creationId xmlns:a16="http://schemas.microsoft.com/office/drawing/2014/main" id="{3448F9A6-6D51-4832-9ECC-B4AA1A8ADE0C}"/>
                </a:ext>
              </a:extLst>
            </p:cNvPr>
            <p:cNvSpPr/>
            <p:nvPr/>
          </p:nvSpPr>
          <p:spPr>
            <a:xfrm>
              <a:off x="7353189" y="4678434"/>
              <a:ext cx="161723" cy="167523"/>
            </a:xfrm>
            <a:prstGeom prst="ellipse">
              <a:avLst/>
            </a:prstGeom>
            <a:gradFill flip="none" rotWithShape="1">
              <a:gsLst>
                <a:gs pos="17000">
                  <a:srgbClr val="D1D1D1"/>
                </a:gs>
                <a:gs pos="0">
                  <a:schemeClr val="bg1">
                    <a:lumMod val="85000"/>
                  </a:schemeClr>
                </a:gs>
                <a:gs pos="60000">
                  <a:schemeClr val="accent3">
                    <a:lumMod val="75000"/>
                  </a:schemeClr>
                </a:gs>
                <a:gs pos="97000">
                  <a:schemeClr val="accent3">
                    <a:lumMod val="7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531" dirty="0"/>
            </a:p>
          </p:txBody>
        </p:sp>
        <p:sp>
          <p:nvSpPr>
            <p:cNvPr id="574" name="SHO">
              <a:extLst>
                <a:ext uri="{FF2B5EF4-FFF2-40B4-BE49-F238E27FC236}">
                  <a16:creationId xmlns:a16="http://schemas.microsoft.com/office/drawing/2014/main" id="{1EB36E54-B6C6-4CCB-879A-2A29D813879B}"/>
                </a:ext>
              </a:extLst>
            </p:cNvPr>
            <p:cNvSpPr/>
            <p:nvPr/>
          </p:nvSpPr>
          <p:spPr>
            <a:xfrm rot="16200000">
              <a:off x="7124099" y="3300217"/>
              <a:ext cx="619902" cy="1437528"/>
            </a:xfrm>
            <a:prstGeom prst="arc">
              <a:avLst>
                <a:gd name="adj1" fmla="val 5396867"/>
                <a:gd name="adj2" fmla="val 5395779"/>
              </a:avLst>
            </a:prstGeom>
            <a:gradFill flip="none" rotWithShape="1">
              <a:gsLst>
                <a:gs pos="0">
                  <a:schemeClr val="bg1">
                    <a:lumMod val="65000"/>
                  </a:schemeClr>
                </a:gs>
                <a:gs pos="47000">
                  <a:schemeClr val="bg1">
                    <a:lumMod val="50000"/>
                  </a:schemeClr>
                </a:gs>
                <a:gs pos="97000">
                  <a:srgbClr val="5E5E5E"/>
                </a:gs>
              </a:gsLst>
              <a:path path="circle">
                <a:fillToRect l="50000" t="50000" r="50000" b="50000"/>
              </a:path>
              <a:tileRect/>
            </a:gradFill>
            <a:ln w="31750"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531" dirty="0"/>
            </a:p>
          </p:txBody>
        </p:sp>
        <p:sp>
          <p:nvSpPr>
            <p:cNvPr id="575" name="SVO">
              <a:extLst>
                <a:ext uri="{FF2B5EF4-FFF2-40B4-BE49-F238E27FC236}">
                  <a16:creationId xmlns:a16="http://schemas.microsoft.com/office/drawing/2014/main" id="{982ABA60-885D-42B6-B9EF-BEA395A90D43}"/>
                </a:ext>
              </a:extLst>
            </p:cNvPr>
            <p:cNvSpPr/>
            <p:nvPr/>
          </p:nvSpPr>
          <p:spPr>
            <a:xfrm>
              <a:off x="7073772" y="3274436"/>
              <a:ext cx="718764" cy="1489094"/>
            </a:xfrm>
            <a:prstGeom prst="ellipse">
              <a:avLst/>
            </a:prstGeom>
            <a:noFill/>
            <a:ln w="25400">
              <a:solidFill>
                <a:schemeClr val="bg1">
                  <a:lumMod val="50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531"/>
            </a:p>
          </p:txBody>
        </p:sp>
        <p:sp>
          <p:nvSpPr>
            <p:cNvPr id="576" name="Oval 6">
              <a:extLst>
                <a:ext uri="{FF2B5EF4-FFF2-40B4-BE49-F238E27FC236}">
                  <a16:creationId xmlns:a16="http://schemas.microsoft.com/office/drawing/2014/main" id="{4C858B4D-EFD8-4B53-A9C3-DDA84D7EFF2E}"/>
                </a:ext>
              </a:extLst>
            </p:cNvPr>
            <p:cNvSpPr/>
            <p:nvPr/>
          </p:nvSpPr>
          <p:spPr>
            <a:xfrm rot="16200000">
              <a:off x="7124099" y="3300217"/>
              <a:ext cx="619902" cy="1437528"/>
            </a:xfrm>
            <a:prstGeom prst="ellipse">
              <a:avLst/>
            </a:prstGeom>
            <a:noFill/>
            <a:ln w="38100">
              <a:solidFill>
                <a:schemeClr val="tx1">
                  <a:alpha val="6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53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77" name="TextBox 11">
                  <a:extLst>
                    <a:ext uri="{FF2B5EF4-FFF2-40B4-BE49-F238E27FC236}">
                      <a16:creationId xmlns:a16="http://schemas.microsoft.com/office/drawing/2014/main" id="{A44CBFBF-D4AB-43DD-A5B3-8ABF1844D096}"/>
                    </a:ext>
                  </a:extLst>
                </p:cNvPr>
                <p:cNvSpPr txBox="1"/>
                <p:nvPr/>
              </p:nvSpPr>
              <p:spPr>
                <a:xfrm>
                  <a:off x="6886816" y="3841431"/>
                  <a:ext cx="176135" cy="3279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531" i="1">
                            <a:latin typeface="Cambria Math" panose="02040503050406030204" pitchFamily="18" charset="0"/>
                          </a:rPr>
                          <m:t>𝑥</m:t>
                        </m:r>
                      </m:oMath>
                    </m:oMathPara>
                  </a14:m>
                  <a:endParaRPr lang="en-US" sz="1531" dirty="0"/>
                </a:p>
              </p:txBody>
            </p:sp>
          </mc:Choice>
          <mc:Fallback xmlns="">
            <p:sp>
              <p:nvSpPr>
                <p:cNvPr id="577" name="TextBox 11">
                  <a:extLst>
                    <a:ext uri="{FF2B5EF4-FFF2-40B4-BE49-F238E27FC236}">
                      <a16:creationId xmlns:a16="http://schemas.microsoft.com/office/drawing/2014/main" id="{A44CBFBF-D4AB-43DD-A5B3-8ABF1844D09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86816" y="3841431"/>
                  <a:ext cx="176135" cy="327910"/>
                </a:xfrm>
                <a:prstGeom prst="rect">
                  <a:avLst/>
                </a:prstGeom>
                <a:blipFill>
                  <a:blip r:embed="rId33"/>
                  <a:stretch>
                    <a:fillRect r="-34483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78" name="Oval 22">
              <a:extLst>
                <a:ext uri="{FF2B5EF4-FFF2-40B4-BE49-F238E27FC236}">
                  <a16:creationId xmlns:a16="http://schemas.microsoft.com/office/drawing/2014/main" id="{FFFD32F2-D37D-43E2-B129-3628CF7E47E9}"/>
                </a:ext>
              </a:extLst>
            </p:cNvPr>
            <p:cNvSpPr/>
            <p:nvPr/>
          </p:nvSpPr>
          <p:spPr>
            <a:xfrm>
              <a:off x="7352246" y="4678434"/>
              <a:ext cx="161723" cy="167523"/>
            </a:xfrm>
            <a:prstGeom prst="ellipse">
              <a:avLst/>
            </a:prstGeom>
            <a:gradFill flip="none" rotWithShape="1">
              <a:gsLst>
                <a:gs pos="100000">
                  <a:schemeClr val="tx1">
                    <a:lumMod val="85000"/>
                    <a:lumOff val="15000"/>
                  </a:schemeClr>
                </a:gs>
                <a:gs pos="50000">
                  <a:schemeClr val="tx1">
                    <a:lumMod val="65000"/>
                    <a:lumOff val="35000"/>
                    <a:tint val="44500"/>
                    <a:satMod val="160000"/>
                  </a:schemeClr>
                </a:gs>
                <a:gs pos="0">
                  <a:schemeClr val="tx1">
                    <a:lumMod val="65000"/>
                    <a:lumOff val="35000"/>
                    <a:tint val="23500"/>
                    <a:satMod val="16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53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79" name="TextBox 12">
                  <a:extLst>
                    <a:ext uri="{FF2B5EF4-FFF2-40B4-BE49-F238E27FC236}">
                      <a16:creationId xmlns:a16="http://schemas.microsoft.com/office/drawing/2014/main" id="{DFCDC0EB-1918-423C-A90B-922285A36C9F}"/>
                    </a:ext>
                  </a:extLst>
                </p:cNvPr>
                <p:cNvSpPr txBox="1"/>
                <p:nvPr/>
              </p:nvSpPr>
              <p:spPr>
                <a:xfrm>
                  <a:off x="7538804" y="3936400"/>
                  <a:ext cx="176135" cy="3279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531" i="1">
                            <a:latin typeface="Cambria Math" panose="02040503050406030204" pitchFamily="18" charset="0"/>
                          </a:rPr>
                          <m:t>𝑦</m:t>
                        </m:r>
                      </m:oMath>
                    </m:oMathPara>
                  </a14:m>
                  <a:endParaRPr lang="en-US" sz="1531" dirty="0"/>
                </a:p>
              </p:txBody>
            </p:sp>
          </mc:Choice>
          <mc:Fallback xmlns="">
            <p:sp>
              <p:nvSpPr>
                <p:cNvPr id="579" name="TextBox 12">
                  <a:extLst>
                    <a:ext uri="{FF2B5EF4-FFF2-40B4-BE49-F238E27FC236}">
                      <a16:creationId xmlns:a16="http://schemas.microsoft.com/office/drawing/2014/main" id="{DFCDC0EB-1918-423C-A90B-922285A36C9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538804" y="3936400"/>
                  <a:ext cx="176135" cy="327910"/>
                </a:xfrm>
                <a:prstGeom prst="rect">
                  <a:avLst/>
                </a:prstGeom>
                <a:blipFill>
                  <a:blip r:embed="rId34"/>
                  <a:stretch>
                    <a:fillRect r="-51724" b="-3704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80" name="TextBox 13">
                  <a:extLst>
                    <a:ext uri="{FF2B5EF4-FFF2-40B4-BE49-F238E27FC236}">
                      <a16:creationId xmlns:a16="http://schemas.microsoft.com/office/drawing/2014/main" id="{C774BA98-C337-47C8-854F-403AF97CE2FB}"/>
                    </a:ext>
                  </a:extLst>
                </p:cNvPr>
                <p:cNvSpPr txBox="1"/>
                <p:nvPr/>
              </p:nvSpPr>
              <p:spPr>
                <a:xfrm>
                  <a:off x="7295773" y="3309480"/>
                  <a:ext cx="255815" cy="3279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531" i="1">
                            <a:latin typeface="Cambria Math" panose="02040503050406030204" pitchFamily="18" charset="0"/>
                          </a:rPr>
                          <m:t>𝑧</m:t>
                        </m:r>
                      </m:oMath>
                    </m:oMathPara>
                  </a14:m>
                  <a:endParaRPr lang="en-US" sz="1531" dirty="0"/>
                </a:p>
              </p:txBody>
            </p:sp>
          </mc:Choice>
          <mc:Fallback xmlns="">
            <p:sp>
              <p:nvSpPr>
                <p:cNvPr id="580" name="TextBox 13">
                  <a:extLst>
                    <a:ext uri="{FF2B5EF4-FFF2-40B4-BE49-F238E27FC236}">
                      <a16:creationId xmlns:a16="http://schemas.microsoft.com/office/drawing/2014/main" id="{C774BA98-C337-47C8-854F-403AF97CE2F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295773" y="3309480"/>
                  <a:ext cx="255815" cy="327910"/>
                </a:xfrm>
                <a:prstGeom prst="rect">
                  <a:avLst/>
                </a:prstGeom>
                <a:blipFill>
                  <a:blip r:embed="rId3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81" name="DVO">
              <a:extLst>
                <a:ext uri="{FF2B5EF4-FFF2-40B4-BE49-F238E27FC236}">
                  <a16:creationId xmlns:a16="http://schemas.microsoft.com/office/drawing/2014/main" id="{33ABC638-74B2-47ED-B442-F15F26D095E7}"/>
                </a:ext>
              </a:extLst>
            </p:cNvPr>
            <p:cNvSpPr/>
            <p:nvPr/>
          </p:nvSpPr>
          <p:spPr>
            <a:xfrm flipH="1">
              <a:off x="7073772" y="3274436"/>
              <a:ext cx="718764" cy="1489094"/>
            </a:xfrm>
            <a:prstGeom prst="arc">
              <a:avLst>
                <a:gd name="adj1" fmla="val 5396867"/>
                <a:gd name="adj2" fmla="val 16170484"/>
              </a:avLst>
            </a:prstGeom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531" dirty="0"/>
            </a:p>
          </p:txBody>
        </p:sp>
        <p:sp>
          <p:nvSpPr>
            <p:cNvPr id="582" name="Oval 23">
              <a:extLst>
                <a:ext uri="{FF2B5EF4-FFF2-40B4-BE49-F238E27FC236}">
                  <a16:creationId xmlns:a16="http://schemas.microsoft.com/office/drawing/2014/main" id="{A186AC5A-9DF2-4131-BB7B-F065CA473580}"/>
                </a:ext>
              </a:extLst>
            </p:cNvPr>
            <p:cNvSpPr/>
            <p:nvPr/>
          </p:nvSpPr>
          <p:spPr>
            <a:xfrm>
              <a:off x="8071864" y="3935222"/>
              <a:ext cx="161723" cy="167523"/>
            </a:xfrm>
            <a:prstGeom prst="ellipse">
              <a:avLst/>
            </a:prstGeom>
            <a:gradFill flip="none" rotWithShape="1">
              <a:gsLst>
                <a:gs pos="100000">
                  <a:schemeClr val="tx1">
                    <a:lumMod val="85000"/>
                    <a:lumOff val="15000"/>
                  </a:schemeClr>
                </a:gs>
                <a:gs pos="50000">
                  <a:schemeClr val="tx1">
                    <a:lumMod val="65000"/>
                    <a:lumOff val="35000"/>
                    <a:tint val="44500"/>
                    <a:satMod val="160000"/>
                  </a:schemeClr>
                </a:gs>
                <a:gs pos="0">
                  <a:schemeClr val="tx1">
                    <a:lumMod val="65000"/>
                    <a:lumOff val="35000"/>
                    <a:tint val="23500"/>
                    <a:satMod val="16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531" dirty="0"/>
            </a:p>
          </p:txBody>
        </p:sp>
        <p:cxnSp>
          <p:nvCxnSpPr>
            <p:cNvPr id="583" name="Straight Arrow Connector 7">
              <a:extLst>
                <a:ext uri="{FF2B5EF4-FFF2-40B4-BE49-F238E27FC236}">
                  <a16:creationId xmlns:a16="http://schemas.microsoft.com/office/drawing/2014/main" id="{17D9F915-D782-41DE-B25B-524F43AA663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430136" y="3572910"/>
              <a:ext cx="1689" cy="443892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4" name="Straight Arrow Connector 19">
              <a:extLst>
                <a:ext uri="{FF2B5EF4-FFF2-40B4-BE49-F238E27FC236}">
                  <a16:creationId xmlns:a16="http://schemas.microsoft.com/office/drawing/2014/main" id="{FC9774A1-0B9B-4A09-BACD-46A5C355520A}"/>
                </a:ext>
              </a:extLst>
            </p:cNvPr>
            <p:cNvCxnSpPr>
              <a:cxnSpLocks/>
            </p:cNvCxnSpPr>
            <p:nvPr/>
          </p:nvCxnSpPr>
          <p:spPr>
            <a:xfrm>
              <a:off x="7433108" y="4014625"/>
              <a:ext cx="194924" cy="156061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5" name="Straight Arrow Connector 18">
              <a:extLst>
                <a:ext uri="{FF2B5EF4-FFF2-40B4-BE49-F238E27FC236}">
                  <a16:creationId xmlns:a16="http://schemas.microsoft.com/office/drawing/2014/main" id="{DA1FEA2F-1306-4644-9D15-3D47C08B7F88}"/>
                </a:ext>
              </a:extLst>
            </p:cNvPr>
            <p:cNvCxnSpPr>
              <a:cxnSpLocks/>
            </p:cNvCxnSpPr>
            <p:nvPr/>
          </p:nvCxnSpPr>
          <p:spPr>
            <a:xfrm rot="16200000" flipH="1" flipV="1">
              <a:off x="7262554" y="3843919"/>
              <a:ext cx="0" cy="341413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86" name="Oval 20">
              <a:extLst>
                <a:ext uri="{FF2B5EF4-FFF2-40B4-BE49-F238E27FC236}">
                  <a16:creationId xmlns:a16="http://schemas.microsoft.com/office/drawing/2014/main" id="{9CB9D38B-0DEC-458D-800D-D0F3F4A473D0}"/>
                </a:ext>
              </a:extLst>
            </p:cNvPr>
            <p:cNvSpPr/>
            <p:nvPr/>
          </p:nvSpPr>
          <p:spPr>
            <a:xfrm>
              <a:off x="6634171" y="3935222"/>
              <a:ext cx="161723" cy="167523"/>
            </a:xfrm>
            <a:prstGeom prst="ellipse">
              <a:avLst/>
            </a:prstGeom>
            <a:gradFill flip="none" rotWithShape="1">
              <a:gsLst>
                <a:gs pos="100000">
                  <a:schemeClr val="tx1">
                    <a:lumMod val="85000"/>
                    <a:lumOff val="15000"/>
                  </a:schemeClr>
                </a:gs>
                <a:gs pos="50000">
                  <a:schemeClr val="tx1">
                    <a:lumMod val="65000"/>
                    <a:lumOff val="35000"/>
                    <a:tint val="44500"/>
                    <a:satMod val="160000"/>
                  </a:schemeClr>
                </a:gs>
                <a:gs pos="0">
                  <a:schemeClr val="tx1">
                    <a:lumMod val="65000"/>
                    <a:lumOff val="35000"/>
                    <a:tint val="23500"/>
                    <a:satMod val="16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531"/>
            </a:p>
          </p:txBody>
        </p:sp>
        <p:sp>
          <p:nvSpPr>
            <p:cNvPr id="587" name="Oval 22">
              <a:extLst>
                <a:ext uri="{FF2B5EF4-FFF2-40B4-BE49-F238E27FC236}">
                  <a16:creationId xmlns:a16="http://schemas.microsoft.com/office/drawing/2014/main" id="{F3A4086B-B760-4761-91AF-C5CC71FB7B10}"/>
                </a:ext>
              </a:extLst>
            </p:cNvPr>
            <p:cNvSpPr/>
            <p:nvPr/>
          </p:nvSpPr>
          <p:spPr>
            <a:xfrm>
              <a:off x="7353423" y="3182337"/>
              <a:ext cx="161723" cy="167523"/>
            </a:xfrm>
            <a:prstGeom prst="ellipse">
              <a:avLst/>
            </a:prstGeom>
            <a:gradFill flip="none" rotWithShape="1">
              <a:gsLst>
                <a:gs pos="100000">
                  <a:schemeClr val="tx1">
                    <a:lumMod val="85000"/>
                    <a:lumOff val="15000"/>
                  </a:schemeClr>
                </a:gs>
                <a:gs pos="50000">
                  <a:schemeClr val="tx1">
                    <a:lumMod val="65000"/>
                    <a:lumOff val="35000"/>
                    <a:tint val="44500"/>
                    <a:satMod val="160000"/>
                  </a:schemeClr>
                </a:gs>
                <a:gs pos="0">
                  <a:schemeClr val="tx1">
                    <a:lumMod val="65000"/>
                    <a:lumOff val="35000"/>
                    <a:tint val="23500"/>
                    <a:satMod val="16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914" dirty="0"/>
            </a:p>
          </p:txBody>
        </p:sp>
        <p:sp>
          <p:nvSpPr>
            <p:cNvPr id="588" name="Partial Circle 9">
              <a:extLst>
                <a:ext uri="{FF2B5EF4-FFF2-40B4-BE49-F238E27FC236}">
                  <a16:creationId xmlns:a16="http://schemas.microsoft.com/office/drawing/2014/main" id="{C2A31BB8-6BC0-4529-A5FB-008D9180D5CB}"/>
                </a:ext>
              </a:extLst>
            </p:cNvPr>
            <p:cNvSpPr>
              <a:spLocks noChangeAspect="1"/>
            </p:cNvSpPr>
            <p:nvPr/>
          </p:nvSpPr>
          <p:spPr>
            <a:xfrm rot="16200000" flipH="1">
              <a:off x="7369511" y="3920162"/>
              <a:ext cx="101949" cy="196835"/>
            </a:xfrm>
            <a:prstGeom prst="pie">
              <a:avLst>
                <a:gd name="adj1" fmla="val 16258856"/>
                <a:gd name="adj2" fmla="val 19252600"/>
              </a:avLst>
            </a:prstGeom>
            <a:gradFill flip="none" rotWithShape="1">
              <a:gsLst>
                <a:gs pos="0">
                  <a:schemeClr val="tx1"/>
                </a:gs>
                <a:gs pos="50000">
                  <a:schemeClr val="tx1">
                    <a:lumMod val="50000"/>
                    <a:lumOff val="50000"/>
                  </a:schemeClr>
                </a:gs>
                <a:gs pos="100000">
                  <a:schemeClr val="bg1">
                    <a:lumMod val="50000"/>
                  </a:schemeClr>
                </a:gs>
              </a:gsLst>
              <a:lin ang="2700000" scaled="1"/>
              <a:tileRect/>
            </a:gra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531" dirty="0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89" name="TextBox 10">
                  <a:extLst>
                    <a:ext uri="{FF2B5EF4-FFF2-40B4-BE49-F238E27FC236}">
                      <a16:creationId xmlns:a16="http://schemas.microsoft.com/office/drawing/2014/main" id="{14C388A9-43D3-474F-BFEF-55A5D21B8FE3}"/>
                    </a:ext>
                  </a:extLst>
                </p:cNvPr>
                <p:cNvSpPr txBox="1"/>
                <p:nvPr/>
              </p:nvSpPr>
              <p:spPr>
                <a:xfrm>
                  <a:off x="7007125" y="3955053"/>
                  <a:ext cx="313821" cy="3279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531" i="1">
                            <a:latin typeface="Cambria Math" panose="02040503050406030204" pitchFamily="18" charset="0"/>
                          </a:rPr>
                          <m:t>𝛼</m:t>
                        </m:r>
                      </m:oMath>
                    </m:oMathPara>
                  </a14:m>
                  <a:endParaRPr lang="en-US" sz="1531" dirty="0"/>
                </a:p>
              </p:txBody>
            </p:sp>
          </mc:Choice>
          <mc:Fallback xmlns="">
            <p:sp>
              <p:nvSpPr>
                <p:cNvPr id="589" name="TextBox 10">
                  <a:extLst>
                    <a:ext uri="{FF2B5EF4-FFF2-40B4-BE49-F238E27FC236}">
                      <a16:creationId xmlns:a16="http://schemas.microsoft.com/office/drawing/2014/main" id="{14C388A9-43D3-474F-BFEF-55A5D21B8FE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07125" y="3955053"/>
                  <a:ext cx="313821" cy="327910"/>
                </a:xfrm>
                <a:prstGeom prst="rect">
                  <a:avLst/>
                </a:prstGeom>
                <a:blipFill>
                  <a:blip r:embed="rId3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590" name="Straight Arrow Connector 17">
              <a:extLst>
                <a:ext uri="{FF2B5EF4-FFF2-40B4-BE49-F238E27FC236}">
                  <a16:creationId xmlns:a16="http://schemas.microsoft.com/office/drawing/2014/main" id="{8EC86EFE-74F3-4CE9-805A-F24772471CE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213464" y="4019783"/>
              <a:ext cx="220592" cy="285255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stealth" w="lg" len="lg"/>
            </a:ln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</p:cxnSp>
        <p:sp>
          <p:nvSpPr>
            <p:cNvPr id="591" name="Partial Circle 9">
              <a:extLst>
                <a:ext uri="{FF2B5EF4-FFF2-40B4-BE49-F238E27FC236}">
                  <a16:creationId xmlns:a16="http://schemas.microsoft.com/office/drawing/2014/main" id="{0CCA029E-3928-48AD-99FF-342785C72B8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356844" y="3883106"/>
              <a:ext cx="148545" cy="300016"/>
            </a:xfrm>
            <a:prstGeom prst="pie">
              <a:avLst>
                <a:gd name="adj1" fmla="val 16258856"/>
                <a:gd name="adj2" fmla="val 19252600"/>
              </a:avLst>
            </a:prstGeom>
            <a:gradFill flip="none" rotWithShape="1">
              <a:gsLst>
                <a:gs pos="0">
                  <a:schemeClr val="tx1"/>
                </a:gs>
                <a:gs pos="50000">
                  <a:schemeClr val="tx1">
                    <a:lumMod val="50000"/>
                    <a:lumOff val="50000"/>
                  </a:schemeClr>
                </a:gs>
                <a:gs pos="100000">
                  <a:schemeClr val="bg1">
                    <a:lumMod val="50000"/>
                  </a:schemeClr>
                </a:gs>
              </a:gsLst>
              <a:lin ang="2700000" scaled="1"/>
              <a:tileRect/>
            </a:gra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531" dirty="0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92" name="TextBox 10">
                  <a:extLst>
                    <a:ext uri="{FF2B5EF4-FFF2-40B4-BE49-F238E27FC236}">
                      <a16:creationId xmlns:a16="http://schemas.microsoft.com/office/drawing/2014/main" id="{41FAC915-76D1-4964-9D19-85BEE87F0777}"/>
                    </a:ext>
                  </a:extLst>
                </p:cNvPr>
                <p:cNvSpPr txBox="1"/>
                <p:nvPr/>
              </p:nvSpPr>
              <p:spPr>
                <a:xfrm>
                  <a:off x="7396446" y="3636071"/>
                  <a:ext cx="295714" cy="3279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531" i="1">
                            <a:latin typeface="Cambria Math" panose="02040503050406030204" pitchFamily="18" charset="0"/>
                          </a:rPr>
                          <m:t>𝛽</m:t>
                        </m:r>
                      </m:oMath>
                    </m:oMathPara>
                  </a14:m>
                  <a:endParaRPr lang="en-US" sz="1531" dirty="0"/>
                </a:p>
              </p:txBody>
            </p:sp>
          </mc:Choice>
          <mc:Fallback xmlns="">
            <p:sp>
              <p:nvSpPr>
                <p:cNvPr id="592" name="TextBox 10">
                  <a:extLst>
                    <a:ext uri="{FF2B5EF4-FFF2-40B4-BE49-F238E27FC236}">
                      <a16:creationId xmlns:a16="http://schemas.microsoft.com/office/drawing/2014/main" id="{41FAC915-76D1-4964-9D19-85BEE87F077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396446" y="3636071"/>
                  <a:ext cx="295714" cy="327910"/>
                </a:xfrm>
                <a:prstGeom prst="rect">
                  <a:avLst/>
                </a:prstGeom>
                <a:blipFill>
                  <a:blip r:embed="rId37"/>
                  <a:stretch>
                    <a:fillRect b="-9259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593" name="Straight Arrow Connector 17">
              <a:extLst>
                <a:ext uri="{FF2B5EF4-FFF2-40B4-BE49-F238E27FC236}">
                  <a16:creationId xmlns:a16="http://schemas.microsoft.com/office/drawing/2014/main" id="{0E89EAAF-A302-4676-A4B4-3FE37EA31CA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426006" y="3576056"/>
              <a:ext cx="569360" cy="447629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stealth" w="lg" len="lg"/>
            </a:ln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</p:cxnSp>
        <p:pic>
          <p:nvPicPr>
            <p:cNvPr id="594" name="圖片 593">
              <a:extLst>
                <a:ext uri="{FF2B5EF4-FFF2-40B4-BE49-F238E27FC236}">
                  <a16:creationId xmlns:a16="http://schemas.microsoft.com/office/drawing/2014/main" id="{7C94C217-A3A3-4DEC-90DE-57F20FEF265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8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t="61876"/>
            <a:stretch/>
          </p:blipFill>
          <p:spPr>
            <a:xfrm>
              <a:off x="6257302" y="927414"/>
              <a:ext cx="2342330" cy="444119"/>
            </a:xfrm>
            <a:prstGeom prst="rect">
              <a:avLst/>
            </a:prstGeom>
          </p:spPr>
        </p:pic>
        <p:pic>
          <p:nvPicPr>
            <p:cNvPr id="595" name="圖片 594">
              <a:extLst>
                <a:ext uri="{FF2B5EF4-FFF2-40B4-BE49-F238E27FC236}">
                  <a16:creationId xmlns:a16="http://schemas.microsoft.com/office/drawing/2014/main" id="{DF822560-8790-453B-9C62-9A841B55EC7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8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b="49709"/>
            <a:stretch/>
          </p:blipFill>
          <p:spPr>
            <a:xfrm>
              <a:off x="1427702" y="897727"/>
              <a:ext cx="2342330" cy="58586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5388089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矩形: 圓角 174">
            <a:extLst>
              <a:ext uri="{FF2B5EF4-FFF2-40B4-BE49-F238E27FC236}">
                <a16:creationId xmlns:a16="http://schemas.microsoft.com/office/drawing/2014/main" id="{BF09B052-4C3F-4EC6-A337-45ED454E80E1}"/>
              </a:ext>
            </a:extLst>
          </p:cNvPr>
          <p:cNvSpPr/>
          <p:nvPr/>
        </p:nvSpPr>
        <p:spPr>
          <a:xfrm>
            <a:off x="1" y="2538"/>
            <a:ext cx="4899729" cy="6179835"/>
          </a:xfrm>
          <a:prstGeom prst="roundRect">
            <a:avLst>
              <a:gd name="adj" fmla="val 7772"/>
            </a:avLst>
          </a:prstGeom>
          <a:gradFill flip="none" rotWithShape="1"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lin ang="54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2000" dirty="0"/>
          </a:p>
        </p:txBody>
      </p:sp>
      <p:grpSp>
        <p:nvGrpSpPr>
          <p:cNvPr id="315" name="群組 314">
            <a:extLst>
              <a:ext uri="{FF2B5EF4-FFF2-40B4-BE49-F238E27FC236}">
                <a16:creationId xmlns:a16="http://schemas.microsoft.com/office/drawing/2014/main" id="{1C0050F0-AAD3-4777-86A3-4436F2AA4806}"/>
              </a:ext>
            </a:extLst>
          </p:cNvPr>
          <p:cNvGrpSpPr/>
          <p:nvPr/>
        </p:nvGrpSpPr>
        <p:grpSpPr>
          <a:xfrm>
            <a:off x="3571009" y="1325594"/>
            <a:ext cx="1196482" cy="1196482"/>
            <a:chOff x="7369987" y="1465126"/>
            <a:chExt cx="2090057" cy="2090057"/>
          </a:xfrm>
        </p:grpSpPr>
        <p:sp>
          <p:nvSpPr>
            <p:cNvPr id="316" name="矩形: 圓角 315">
              <a:extLst>
                <a:ext uri="{FF2B5EF4-FFF2-40B4-BE49-F238E27FC236}">
                  <a16:creationId xmlns:a16="http://schemas.microsoft.com/office/drawing/2014/main" id="{8DA291CD-F9F5-479F-B3E3-17ECA01C7287}"/>
                </a:ext>
              </a:extLst>
            </p:cNvPr>
            <p:cNvSpPr/>
            <p:nvPr/>
          </p:nvSpPr>
          <p:spPr>
            <a:xfrm>
              <a:off x="7369987" y="1465126"/>
              <a:ext cx="2090057" cy="2090057"/>
            </a:xfrm>
            <a:prstGeom prst="roundRect">
              <a:avLst/>
            </a:prstGeom>
            <a:solidFill>
              <a:schemeClr val="tx1">
                <a:lumMod val="65000"/>
                <a:lumOff val="35000"/>
              </a:schemeClr>
            </a:solidFill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 dirty="0"/>
            </a:p>
          </p:txBody>
        </p:sp>
        <p:sp>
          <p:nvSpPr>
            <p:cNvPr id="317" name="橢圓 316">
              <a:extLst>
                <a:ext uri="{FF2B5EF4-FFF2-40B4-BE49-F238E27FC236}">
                  <a16:creationId xmlns:a16="http://schemas.microsoft.com/office/drawing/2014/main" id="{58C61EC4-A7F1-466E-A9A9-5B1602762E7D}"/>
                </a:ext>
              </a:extLst>
            </p:cNvPr>
            <p:cNvSpPr/>
            <p:nvPr/>
          </p:nvSpPr>
          <p:spPr>
            <a:xfrm>
              <a:off x="8203820" y="1627302"/>
              <a:ext cx="418060" cy="418058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  <p:sp>
          <p:nvSpPr>
            <p:cNvPr id="318" name="橢圓 317">
              <a:extLst>
                <a:ext uri="{FF2B5EF4-FFF2-40B4-BE49-F238E27FC236}">
                  <a16:creationId xmlns:a16="http://schemas.microsoft.com/office/drawing/2014/main" id="{F518757A-EC3C-4B72-8632-C0505CF5D311}"/>
                </a:ext>
              </a:extLst>
            </p:cNvPr>
            <p:cNvSpPr/>
            <p:nvPr/>
          </p:nvSpPr>
          <p:spPr>
            <a:xfrm>
              <a:off x="8203820" y="2963736"/>
              <a:ext cx="418060" cy="418058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  <p:sp>
          <p:nvSpPr>
            <p:cNvPr id="319" name="橢圓 318">
              <a:extLst>
                <a:ext uri="{FF2B5EF4-FFF2-40B4-BE49-F238E27FC236}">
                  <a16:creationId xmlns:a16="http://schemas.microsoft.com/office/drawing/2014/main" id="{31358494-1765-4DB9-B1AE-2E81FF18D1F5}"/>
                </a:ext>
              </a:extLst>
            </p:cNvPr>
            <p:cNvSpPr/>
            <p:nvPr/>
          </p:nvSpPr>
          <p:spPr>
            <a:xfrm>
              <a:off x="8863904" y="2304657"/>
              <a:ext cx="418060" cy="418058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  <p:sp>
          <p:nvSpPr>
            <p:cNvPr id="320" name="橢圓 319">
              <a:extLst>
                <a:ext uri="{FF2B5EF4-FFF2-40B4-BE49-F238E27FC236}">
                  <a16:creationId xmlns:a16="http://schemas.microsoft.com/office/drawing/2014/main" id="{C414C673-A03A-409D-A5C5-1D0A9776340D}"/>
                </a:ext>
              </a:extLst>
            </p:cNvPr>
            <p:cNvSpPr/>
            <p:nvPr/>
          </p:nvSpPr>
          <p:spPr>
            <a:xfrm>
              <a:off x="7524489" y="2304657"/>
              <a:ext cx="418060" cy="418058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  <p:sp>
          <p:nvSpPr>
            <p:cNvPr id="321" name="橢圓 320">
              <a:extLst>
                <a:ext uri="{FF2B5EF4-FFF2-40B4-BE49-F238E27FC236}">
                  <a16:creationId xmlns:a16="http://schemas.microsoft.com/office/drawing/2014/main" id="{2DD94CC8-8A11-4102-B6FB-8357D0739944}"/>
                </a:ext>
              </a:extLst>
            </p:cNvPr>
            <p:cNvSpPr/>
            <p:nvPr/>
          </p:nvSpPr>
          <p:spPr>
            <a:xfrm>
              <a:off x="7725054" y="2790829"/>
              <a:ext cx="418060" cy="418058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  <p:sp>
          <p:nvSpPr>
            <p:cNvPr id="322" name="橢圓 321">
              <a:extLst>
                <a:ext uri="{FF2B5EF4-FFF2-40B4-BE49-F238E27FC236}">
                  <a16:creationId xmlns:a16="http://schemas.microsoft.com/office/drawing/2014/main" id="{8E8291DF-20E7-4870-A2D3-F9D701F0F455}"/>
                </a:ext>
              </a:extLst>
            </p:cNvPr>
            <p:cNvSpPr/>
            <p:nvPr/>
          </p:nvSpPr>
          <p:spPr>
            <a:xfrm>
              <a:off x="7725054" y="1829650"/>
              <a:ext cx="418060" cy="418058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  <p:sp>
          <p:nvSpPr>
            <p:cNvPr id="323" name="橢圓 322">
              <a:extLst>
                <a:ext uri="{FF2B5EF4-FFF2-40B4-BE49-F238E27FC236}">
                  <a16:creationId xmlns:a16="http://schemas.microsoft.com/office/drawing/2014/main" id="{D388D75F-6F5F-4CE3-AAF0-E9F3ED5E3C04}"/>
                </a:ext>
              </a:extLst>
            </p:cNvPr>
            <p:cNvSpPr/>
            <p:nvPr/>
          </p:nvSpPr>
          <p:spPr>
            <a:xfrm>
              <a:off x="8678740" y="2790829"/>
              <a:ext cx="418060" cy="418058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 dirty="0"/>
            </a:p>
          </p:txBody>
        </p:sp>
        <p:sp>
          <p:nvSpPr>
            <p:cNvPr id="324" name="橢圓 323">
              <a:extLst>
                <a:ext uri="{FF2B5EF4-FFF2-40B4-BE49-F238E27FC236}">
                  <a16:creationId xmlns:a16="http://schemas.microsoft.com/office/drawing/2014/main" id="{CDB941AC-87F9-4945-BD53-60A49D37163B}"/>
                </a:ext>
              </a:extLst>
            </p:cNvPr>
            <p:cNvSpPr/>
            <p:nvPr/>
          </p:nvSpPr>
          <p:spPr>
            <a:xfrm>
              <a:off x="8678740" y="1829650"/>
              <a:ext cx="418060" cy="418058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  <p:sp>
          <p:nvSpPr>
            <p:cNvPr id="325" name="等腰三角形 324">
              <a:extLst>
                <a:ext uri="{FF2B5EF4-FFF2-40B4-BE49-F238E27FC236}">
                  <a16:creationId xmlns:a16="http://schemas.microsoft.com/office/drawing/2014/main" id="{0A97D4A1-E317-4828-BF73-318F34D82317}"/>
                </a:ext>
              </a:extLst>
            </p:cNvPr>
            <p:cNvSpPr/>
            <p:nvPr/>
          </p:nvSpPr>
          <p:spPr>
            <a:xfrm rot="16200000">
              <a:off x="8335379" y="1569710"/>
              <a:ext cx="154942" cy="129768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  <p:sp>
          <p:nvSpPr>
            <p:cNvPr id="326" name="等腰三角形 325">
              <a:extLst>
                <a:ext uri="{FF2B5EF4-FFF2-40B4-BE49-F238E27FC236}">
                  <a16:creationId xmlns:a16="http://schemas.microsoft.com/office/drawing/2014/main" id="{DBF54B7B-0DD8-40BE-B6A7-4B3A2ECFCD71}"/>
                </a:ext>
              </a:extLst>
            </p:cNvPr>
            <p:cNvSpPr/>
            <p:nvPr/>
          </p:nvSpPr>
          <p:spPr>
            <a:xfrm rot="16200000">
              <a:off x="8335379" y="2903664"/>
              <a:ext cx="154942" cy="129768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  <p:sp>
          <p:nvSpPr>
            <p:cNvPr id="327" name="等腰三角形 326">
              <a:extLst>
                <a:ext uri="{FF2B5EF4-FFF2-40B4-BE49-F238E27FC236}">
                  <a16:creationId xmlns:a16="http://schemas.microsoft.com/office/drawing/2014/main" id="{4B228CBA-DA29-45F5-89CD-06FA861936C1}"/>
                </a:ext>
              </a:extLst>
            </p:cNvPr>
            <p:cNvSpPr/>
            <p:nvPr/>
          </p:nvSpPr>
          <p:spPr>
            <a:xfrm rot="16200000">
              <a:off x="7656048" y="2251734"/>
              <a:ext cx="154942" cy="129768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  <p:sp>
          <p:nvSpPr>
            <p:cNvPr id="328" name="等腰三角形 327">
              <a:extLst>
                <a:ext uri="{FF2B5EF4-FFF2-40B4-BE49-F238E27FC236}">
                  <a16:creationId xmlns:a16="http://schemas.microsoft.com/office/drawing/2014/main" id="{EB2169F6-9886-47F3-8B05-AAFA2BB0759D}"/>
                </a:ext>
              </a:extLst>
            </p:cNvPr>
            <p:cNvSpPr/>
            <p:nvPr/>
          </p:nvSpPr>
          <p:spPr>
            <a:xfrm rot="16200000">
              <a:off x="7856613" y="1769735"/>
              <a:ext cx="154942" cy="129768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  <p:sp>
          <p:nvSpPr>
            <p:cNvPr id="329" name="等腰三角形 328">
              <a:extLst>
                <a:ext uri="{FF2B5EF4-FFF2-40B4-BE49-F238E27FC236}">
                  <a16:creationId xmlns:a16="http://schemas.microsoft.com/office/drawing/2014/main" id="{542E7F20-D3A5-4B2E-BFA1-D2806B24CCF1}"/>
                </a:ext>
              </a:extLst>
            </p:cNvPr>
            <p:cNvSpPr/>
            <p:nvPr/>
          </p:nvSpPr>
          <p:spPr>
            <a:xfrm rot="16200000">
              <a:off x="7856613" y="2732216"/>
              <a:ext cx="154942" cy="129768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  <p:sp>
          <p:nvSpPr>
            <p:cNvPr id="330" name="等腰三角形 329">
              <a:extLst>
                <a:ext uri="{FF2B5EF4-FFF2-40B4-BE49-F238E27FC236}">
                  <a16:creationId xmlns:a16="http://schemas.microsoft.com/office/drawing/2014/main" id="{5B5985D0-79D4-4382-BE14-3EE98370DA31}"/>
                </a:ext>
              </a:extLst>
            </p:cNvPr>
            <p:cNvSpPr/>
            <p:nvPr/>
          </p:nvSpPr>
          <p:spPr>
            <a:xfrm rot="16200000">
              <a:off x="8810299" y="1769735"/>
              <a:ext cx="154942" cy="129768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  <p:sp>
          <p:nvSpPr>
            <p:cNvPr id="331" name="等腰三角形 330">
              <a:extLst>
                <a:ext uri="{FF2B5EF4-FFF2-40B4-BE49-F238E27FC236}">
                  <a16:creationId xmlns:a16="http://schemas.microsoft.com/office/drawing/2014/main" id="{D66227D4-DC96-4BB5-ADEB-223F758BC9D2}"/>
                </a:ext>
              </a:extLst>
            </p:cNvPr>
            <p:cNvSpPr/>
            <p:nvPr/>
          </p:nvSpPr>
          <p:spPr>
            <a:xfrm rot="16200000">
              <a:off x="8810299" y="2732216"/>
              <a:ext cx="154942" cy="129768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  <p:sp>
          <p:nvSpPr>
            <p:cNvPr id="332" name="等腰三角形 331">
              <a:extLst>
                <a:ext uri="{FF2B5EF4-FFF2-40B4-BE49-F238E27FC236}">
                  <a16:creationId xmlns:a16="http://schemas.microsoft.com/office/drawing/2014/main" id="{1243CE8D-9FDE-4103-8567-51AE6BDA1150}"/>
                </a:ext>
              </a:extLst>
            </p:cNvPr>
            <p:cNvSpPr/>
            <p:nvPr/>
          </p:nvSpPr>
          <p:spPr>
            <a:xfrm rot="16200000">
              <a:off x="8995464" y="2251734"/>
              <a:ext cx="154942" cy="129768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</p:grpSp>
      <p:grpSp>
        <p:nvGrpSpPr>
          <p:cNvPr id="333" name="群組 332">
            <a:extLst>
              <a:ext uri="{FF2B5EF4-FFF2-40B4-BE49-F238E27FC236}">
                <a16:creationId xmlns:a16="http://schemas.microsoft.com/office/drawing/2014/main" id="{F10D56AE-BC32-4B3E-8CC1-92CD6F97B489}"/>
              </a:ext>
            </a:extLst>
          </p:cNvPr>
          <p:cNvGrpSpPr/>
          <p:nvPr/>
        </p:nvGrpSpPr>
        <p:grpSpPr>
          <a:xfrm>
            <a:off x="660071" y="4879599"/>
            <a:ext cx="1196482" cy="1196482"/>
            <a:chOff x="3321304" y="8992368"/>
            <a:chExt cx="2090057" cy="2090057"/>
          </a:xfrm>
        </p:grpSpPr>
        <p:sp>
          <p:nvSpPr>
            <p:cNvPr id="334" name="矩形: 圓角 333">
              <a:extLst>
                <a:ext uri="{FF2B5EF4-FFF2-40B4-BE49-F238E27FC236}">
                  <a16:creationId xmlns:a16="http://schemas.microsoft.com/office/drawing/2014/main" id="{107AEB76-CF5F-42E0-8438-BE366BDF9094}"/>
                </a:ext>
              </a:extLst>
            </p:cNvPr>
            <p:cNvSpPr/>
            <p:nvPr/>
          </p:nvSpPr>
          <p:spPr>
            <a:xfrm>
              <a:off x="3321304" y="8992368"/>
              <a:ext cx="2090057" cy="2090057"/>
            </a:xfrm>
            <a:prstGeom prst="roundRect">
              <a:avLst/>
            </a:prstGeom>
            <a:solidFill>
              <a:schemeClr val="tx1">
                <a:lumMod val="65000"/>
                <a:lumOff val="35000"/>
              </a:schemeClr>
            </a:solidFill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 dirty="0"/>
            </a:p>
          </p:txBody>
        </p:sp>
        <p:sp>
          <p:nvSpPr>
            <p:cNvPr id="335" name="橢圓 334">
              <a:extLst>
                <a:ext uri="{FF2B5EF4-FFF2-40B4-BE49-F238E27FC236}">
                  <a16:creationId xmlns:a16="http://schemas.microsoft.com/office/drawing/2014/main" id="{F1E3B3CE-CAE4-43EC-A81F-BB799E5103BC}"/>
                </a:ext>
              </a:extLst>
            </p:cNvPr>
            <p:cNvSpPr/>
            <p:nvPr/>
          </p:nvSpPr>
          <p:spPr>
            <a:xfrm>
              <a:off x="4172118" y="9181030"/>
              <a:ext cx="418060" cy="418058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  <p:sp>
          <p:nvSpPr>
            <p:cNvPr id="336" name="橢圓 335">
              <a:extLst>
                <a:ext uri="{FF2B5EF4-FFF2-40B4-BE49-F238E27FC236}">
                  <a16:creationId xmlns:a16="http://schemas.microsoft.com/office/drawing/2014/main" id="{CE662264-7C2E-4ABA-9D27-BEA55CB6BA6F}"/>
                </a:ext>
              </a:extLst>
            </p:cNvPr>
            <p:cNvSpPr/>
            <p:nvPr/>
          </p:nvSpPr>
          <p:spPr>
            <a:xfrm>
              <a:off x="4172118" y="10517464"/>
              <a:ext cx="418060" cy="418058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  <p:sp>
          <p:nvSpPr>
            <p:cNvPr id="337" name="橢圓 336">
              <a:extLst>
                <a:ext uri="{FF2B5EF4-FFF2-40B4-BE49-F238E27FC236}">
                  <a16:creationId xmlns:a16="http://schemas.microsoft.com/office/drawing/2014/main" id="{AB53FEC4-F3B1-4175-9F8F-F4655C34622B}"/>
                </a:ext>
              </a:extLst>
            </p:cNvPr>
            <p:cNvSpPr/>
            <p:nvPr/>
          </p:nvSpPr>
          <p:spPr>
            <a:xfrm>
              <a:off x="4832202" y="9858385"/>
              <a:ext cx="418060" cy="418058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  <p:sp>
          <p:nvSpPr>
            <p:cNvPr id="338" name="橢圓 337">
              <a:extLst>
                <a:ext uri="{FF2B5EF4-FFF2-40B4-BE49-F238E27FC236}">
                  <a16:creationId xmlns:a16="http://schemas.microsoft.com/office/drawing/2014/main" id="{A45FA053-7604-4139-B44C-68F082CE7D8D}"/>
                </a:ext>
              </a:extLst>
            </p:cNvPr>
            <p:cNvSpPr/>
            <p:nvPr/>
          </p:nvSpPr>
          <p:spPr>
            <a:xfrm>
              <a:off x="3492787" y="9858385"/>
              <a:ext cx="418060" cy="418058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  <p:sp>
          <p:nvSpPr>
            <p:cNvPr id="339" name="橢圓 338">
              <a:extLst>
                <a:ext uri="{FF2B5EF4-FFF2-40B4-BE49-F238E27FC236}">
                  <a16:creationId xmlns:a16="http://schemas.microsoft.com/office/drawing/2014/main" id="{E3BC649D-B41A-4189-B71E-121DFA569612}"/>
                </a:ext>
              </a:extLst>
            </p:cNvPr>
            <p:cNvSpPr/>
            <p:nvPr/>
          </p:nvSpPr>
          <p:spPr>
            <a:xfrm>
              <a:off x="3693352" y="10344557"/>
              <a:ext cx="418060" cy="418058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  <p:sp>
          <p:nvSpPr>
            <p:cNvPr id="340" name="橢圓 339">
              <a:extLst>
                <a:ext uri="{FF2B5EF4-FFF2-40B4-BE49-F238E27FC236}">
                  <a16:creationId xmlns:a16="http://schemas.microsoft.com/office/drawing/2014/main" id="{6452AD14-8072-4DC0-8C39-5E8939A9AA7D}"/>
                </a:ext>
              </a:extLst>
            </p:cNvPr>
            <p:cNvSpPr/>
            <p:nvPr/>
          </p:nvSpPr>
          <p:spPr>
            <a:xfrm>
              <a:off x="3693352" y="9383378"/>
              <a:ext cx="418060" cy="418058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  <p:sp>
          <p:nvSpPr>
            <p:cNvPr id="341" name="橢圓 340">
              <a:extLst>
                <a:ext uri="{FF2B5EF4-FFF2-40B4-BE49-F238E27FC236}">
                  <a16:creationId xmlns:a16="http://schemas.microsoft.com/office/drawing/2014/main" id="{63424603-F592-4039-BF7E-D5010E12EBFA}"/>
                </a:ext>
              </a:extLst>
            </p:cNvPr>
            <p:cNvSpPr/>
            <p:nvPr/>
          </p:nvSpPr>
          <p:spPr>
            <a:xfrm>
              <a:off x="4647038" y="10344557"/>
              <a:ext cx="418060" cy="418058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 dirty="0"/>
            </a:p>
          </p:txBody>
        </p:sp>
        <p:sp>
          <p:nvSpPr>
            <p:cNvPr id="342" name="橢圓 341">
              <a:extLst>
                <a:ext uri="{FF2B5EF4-FFF2-40B4-BE49-F238E27FC236}">
                  <a16:creationId xmlns:a16="http://schemas.microsoft.com/office/drawing/2014/main" id="{00BB0486-5E10-4828-9BA9-FBA1482A7ADA}"/>
                </a:ext>
              </a:extLst>
            </p:cNvPr>
            <p:cNvSpPr/>
            <p:nvPr/>
          </p:nvSpPr>
          <p:spPr>
            <a:xfrm>
              <a:off x="4647038" y="9383378"/>
              <a:ext cx="418060" cy="418058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  <p:sp>
          <p:nvSpPr>
            <p:cNvPr id="343" name="等腰三角形 342">
              <a:extLst>
                <a:ext uri="{FF2B5EF4-FFF2-40B4-BE49-F238E27FC236}">
                  <a16:creationId xmlns:a16="http://schemas.microsoft.com/office/drawing/2014/main" id="{45D97480-D20C-44B0-9B6C-7F45BB4A5FB8}"/>
                </a:ext>
              </a:extLst>
            </p:cNvPr>
            <p:cNvSpPr/>
            <p:nvPr/>
          </p:nvSpPr>
          <p:spPr>
            <a:xfrm rot="5400000" flipH="1">
              <a:off x="4303677" y="9123438"/>
              <a:ext cx="154942" cy="129768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  <p:sp>
          <p:nvSpPr>
            <p:cNvPr id="344" name="等腰三角形 343">
              <a:extLst>
                <a:ext uri="{FF2B5EF4-FFF2-40B4-BE49-F238E27FC236}">
                  <a16:creationId xmlns:a16="http://schemas.microsoft.com/office/drawing/2014/main" id="{8EF70A1B-A69D-49AC-B2A1-234A2D98F2F1}"/>
                </a:ext>
              </a:extLst>
            </p:cNvPr>
            <p:cNvSpPr/>
            <p:nvPr/>
          </p:nvSpPr>
          <p:spPr>
            <a:xfrm rot="5400000" flipH="1">
              <a:off x="4303677" y="10457392"/>
              <a:ext cx="154942" cy="129768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  <p:sp>
          <p:nvSpPr>
            <p:cNvPr id="345" name="等腰三角形 344">
              <a:extLst>
                <a:ext uri="{FF2B5EF4-FFF2-40B4-BE49-F238E27FC236}">
                  <a16:creationId xmlns:a16="http://schemas.microsoft.com/office/drawing/2014/main" id="{CF9FCFFE-8AA8-4688-9C9D-A22D7844B2B5}"/>
                </a:ext>
              </a:extLst>
            </p:cNvPr>
            <p:cNvSpPr/>
            <p:nvPr/>
          </p:nvSpPr>
          <p:spPr>
            <a:xfrm rot="5400000" flipH="1">
              <a:off x="3624346" y="9805462"/>
              <a:ext cx="154942" cy="129768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  <p:sp>
          <p:nvSpPr>
            <p:cNvPr id="346" name="等腰三角形 345">
              <a:extLst>
                <a:ext uri="{FF2B5EF4-FFF2-40B4-BE49-F238E27FC236}">
                  <a16:creationId xmlns:a16="http://schemas.microsoft.com/office/drawing/2014/main" id="{18AAB132-8DE7-40C3-A391-4AE2735256FB}"/>
                </a:ext>
              </a:extLst>
            </p:cNvPr>
            <p:cNvSpPr/>
            <p:nvPr/>
          </p:nvSpPr>
          <p:spPr>
            <a:xfrm rot="5400000" flipH="1">
              <a:off x="3824911" y="9323463"/>
              <a:ext cx="154942" cy="129768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  <p:sp>
          <p:nvSpPr>
            <p:cNvPr id="347" name="等腰三角形 346">
              <a:extLst>
                <a:ext uri="{FF2B5EF4-FFF2-40B4-BE49-F238E27FC236}">
                  <a16:creationId xmlns:a16="http://schemas.microsoft.com/office/drawing/2014/main" id="{B1114456-56ED-4D58-927A-08139F0843B8}"/>
                </a:ext>
              </a:extLst>
            </p:cNvPr>
            <p:cNvSpPr/>
            <p:nvPr/>
          </p:nvSpPr>
          <p:spPr>
            <a:xfrm rot="5400000" flipH="1">
              <a:off x="3824911" y="10285944"/>
              <a:ext cx="154942" cy="129768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  <p:sp>
          <p:nvSpPr>
            <p:cNvPr id="348" name="等腰三角形 347">
              <a:extLst>
                <a:ext uri="{FF2B5EF4-FFF2-40B4-BE49-F238E27FC236}">
                  <a16:creationId xmlns:a16="http://schemas.microsoft.com/office/drawing/2014/main" id="{EBB27CA8-F4E4-4B69-9A73-57E28643DA2E}"/>
                </a:ext>
              </a:extLst>
            </p:cNvPr>
            <p:cNvSpPr/>
            <p:nvPr/>
          </p:nvSpPr>
          <p:spPr>
            <a:xfrm rot="5400000" flipH="1">
              <a:off x="4778597" y="9323463"/>
              <a:ext cx="154942" cy="129768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  <p:sp>
          <p:nvSpPr>
            <p:cNvPr id="349" name="等腰三角形 348">
              <a:extLst>
                <a:ext uri="{FF2B5EF4-FFF2-40B4-BE49-F238E27FC236}">
                  <a16:creationId xmlns:a16="http://schemas.microsoft.com/office/drawing/2014/main" id="{2A3B11E2-A6BB-40FF-ACBF-04FE7509E736}"/>
                </a:ext>
              </a:extLst>
            </p:cNvPr>
            <p:cNvSpPr/>
            <p:nvPr/>
          </p:nvSpPr>
          <p:spPr>
            <a:xfrm rot="5400000" flipH="1">
              <a:off x="4778597" y="10285944"/>
              <a:ext cx="154942" cy="129768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  <p:sp>
          <p:nvSpPr>
            <p:cNvPr id="350" name="等腰三角形 349">
              <a:extLst>
                <a:ext uri="{FF2B5EF4-FFF2-40B4-BE49-F238E27FC236}">
                  <a16:creationId xmlns:a16="http://schemas.microsoft.com/office/drawing/2014/main" id="{7839C4B8-B370-465B-B5FE-0E930B4AE14D}"/>
                </a:ext>
              </a:extLst>
            </p:cNvPr>
            <p:cNvSpPr/>
            <p:nvPr/>
          </p:nvSpPr>
          <p:spPr>
            <a:xfrm rot="5400000" flipH="1">
              <a:off x="4963762" y="9805462"/>
              <a:ext cx="154942" cy="129768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</p:grpSp>
      <p:grpSp>
        <p:nvGrpSpPr>
          <p:cNvPr id="351" name="群組 350">
            <a:extLst>
              <a:ext uri="{FF2B5EF4-FFF2-40B4-BE49-F238E27FC236}">
                <a16:creationId xmlns:a16="http://schemas.microsoft.com/office/drawing/2014/main" id="{B724DA2B-E9BC-4562-A3B3-9AF7535E6FB1}"/>
              </a:ext>
            </a:extLst>
          </p:cNvPr>
          <p:cNvGrpSpPr/>
          <p:nvPr/>
        </p:nvGrpSpPr>
        <p:grpSpPr>
          <a:xfrm>
            <a:off x="3450796" y="4418759"/>
            <a:ext cx="1196482" cy="1196482"/>
            <a:chOff x="8631015" y="5186974"/>
            <a:chExt cx="2090057" cy="2090057"/>
          </a:xfrm>
        </p:grpSpPr>
        <p:sp>
          <p:nvSpPr>
            <p:cNvPr id="352" name="矩形: 圓角 351">
              <a:extLst>
                <a:ext uri="{FF2B5EF4-FFF2-40B4-BE49-F238E27FC236}">
                  <a16:creationId xmlns:a16="http://schemas.microsoft.com/office/drawing/2014/main" id="{43898566-395E-4111-9B43-01060DF92027}"/>
                </a:ext>
              </a:extLst>
            </p:cNvPr>
            <p:cNvSpPr/>
            <p:nvPr/>
          </p:nvSpPr>
          <p:spPr>
            <a:xfrm>
              <a:off x="8631015" y="5186974"/>
              <a:ext cx="2090057" cy="2090057"/>
            </a:xfrm>
            <a:prstGeom prst="roundRect">
              <a:avLst/>
            </a:prstGeom>
            <a:solidFill>
              <a:schemeClr val="tx1">
                <a:lumMod val="65000"/>
                <a:lumOff val="35000"/>
              </a:schemeClr>
            </a:solidFill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 dirty="0"/>
            </a:p>
          </p:txBody>
        </p:sp>
        <p:sp>
          <p:nvSpPr>
            <p:cNvPr id="353" name="箭號: 左-右雙向 352">
              <a:extLst>
                <a:ext uri="{FF2B5EF4-FFF2-40B4-BE49-F238E27FC236}">
                  <a16:creationId xmlns:a16="http://schemas.microsoft.com/office/drawing/2014/main" id="{82A6ADB4-3F1E-4F80-9029-1E228BF300ED}"/>
                </a:ext>
              </a:extLst>
            </p:cNvPr>
            <p:cNvSpPr/>
            <p:nvPr/>
          </p:nvSpPr>
          <p:spPr>
            <a:xfrm rot="5400000">
              <a:off x="8825319" y="6077225"/>
              <a:ext cx="432000" cy="217754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 dirty="0"/>
            </a:p>
          </p:txBody>
        </p:sp>
        <p:sp>
          <p:nvSpPr>
            <p:cNvPr id="354" name="箭號: 左-右雙向 353">
              <a:extLst>
                <a:ext uri="{FF2B5EF4-FFF2-40B4-BE49-F238E27FC236}">
                  <a16:creationId xmlns:a16="http://schemas.microsoft.com/office/drawing/2014/main" id="{D63EDDF5-BB13-4B5E-A535-347DDB0A07FB}"/>
                </a:ext>
              </a:extLst>
            </p:cNvPr>
            <p:cNvSpPr/>
            <p:nvPr/>
          </p:nvSpPr>
          <p:spPr>
            <a:xfrm rot="5400000">
              <a:off x="10130264" y="6077225"/>
              <a:ext cx="432000" cy="217754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  <p:sp>
          <p:nvSpPr>
            <p:cNvPr id="355" name="箭號: 左-右雙向 354">
              <a:extLst>
                <a:ext uri="{FF2B5EF4-FFF2-40B4-BE49-F238E27FC236}">
                  <a16:creationId xmlns:a16="http://schemas.microsoft.com/office/drawing/2014/main" id="{A069FEC9-5127-459F-9C62-904F84A8FF81}"/>
                </a:ext>
              </a:extLst>
            </p:cNvPr>
            <p:cNvSpPr/>
            <p:nvPr/>
          </p:nvSpPr>
          <p:spPr>
            <a:xfrm rot="18900000">
              <a:off x="9018245" y="5615062"/>
              <a:ext cx="432000" cy="217754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 dirty="0"/>
            </a:p>
          </p:txBody>
        </p:sp>
        <p:sp>
          <p:nvSpPr>
            <p:cNvPr id="356" name="箭號: 左-右雙向 355">
              <a:extLst>
                <a:ext uri="{FF2B5EF4-FFF2-40B4-BE49-F238E27FC236}">
                  <a16:creationId xmlns:a16="http://schemas.microsoft.com/office/drawing/2014/main" id="{5122AC35-15BD-446B-B5D1-B5D54D4B1730}"/>
                </a:ext>
              </a:extLst>
            </p:cNvPr>
            <p:cNvSpPr/>
            <p:nvPr/>
          </p:nvSpPr>
          <p:spPr>
            <a:xfrm rot="18900000">
              <a:off x="9922348" y="6556570"/>
              <a:ext cx="432000" cy="217754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  <p:sp>
          <p:nvSpPr>
            <p:cNvPr id="357" name="箭號: 左-右雙向 356">
              <a:extLst>
                <a:ext uri="{FF2B5EF4-FFF2-40B4-BE49-F238E27FC236}">
                  <a16:creationId xmlns:a16="http://schemas.microsoft.com/office/drawing/2014/main" id="{70A27790-5715-4E46-A674-F10382B2BA3C}"/>
                </a:ext>
              </a:extLst>
            </p:cNvPr>
            <p:cNvSpPr/>
            <p:nvPr/>
          </p:nvSpPr>
          <p:spPr>
            <a:xfrm rot="2700000">
              <a:off x="9018246" y="6556571"/>
              <a:ext cx="432000" cy="217754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 dirty="0"/>
            </a:p>
          </p:txBody>
        </p:sp>
        <p:sp>
          <p:nvSpPr>
            <p:cNvPr id="358" name="箭號: 左-右雙向 357">
              <a:extLst>
                <a:ext uri="{FF2B5EF4-FFF2-40B4-BE49-F238E27FC236}">
                  <a16:creationId xmlns:a16="http://schemas.microsoft.com/office/drawing/2014/main" id="{098D3561-7D6C-4FE5-9244-64E312ADE6CA}"/>
                </a:ext>
              </a:extLst>
            </p:cNvPr>
            <p:cNvSpPr/>
            <p:nvPr/>
          </p:nvSpPr>
          <p:spPr>
            <a:xfrm rot="2700000">
              <a:off x="9922347" y="5615061"/>
              <a:ext cx="432000" cy="217754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  <p:sp>
          <p:nvSpPr>
            <p:cNvPr id="359" name="箭號: 左-右雙向 358">
              <a:extLst>
                <a:ext uri="{FF2B5EF4-FFF2-40B4-BE49-F238E27FC236}">
                  <a16:creationId xmlns:a16="http://schemas.microsoft.com/office/drawing/2014/main" id="{3C65C6E2-CDB7-4353-8846-4453C31F3AB5}"/>
                </a:ext>
              </a:extLst>
            </p:cNvPr>
            <p:cNvSpPr/>
            <p:nvPr/>
          </p:nvSpPr>
          <p:spPr>
            <a:xfrm>
              <a:off x="9460044" y="6744367"/>
              <a:ext cx="432000" cy="217754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  <p:sp>
          <p:nvSpPr>
            <p:cNvPr id="360" name="箭號: 左-右雙向 359">
              <a:extLst>
                <a:ext uri="{FF2B5EF4-FFF2-40B4-BE49-F238E27FC236}">
                  <a16:creationId xmlns:a16="http://schemas.microsoft.com/office/drawing/2014/main" id="{52E743E2-818E-4891-A897-9F529E8CAD6F}"/>
                </a:ext>
              </a:extLst>
            </p:cNvPr>
            <p:cNvSpPr/>
            <p:nvPr/>
          </p:nvSpPr>
          <p:spPr>
            <a:xfrm>
              <a:off x="9460044" y="5414685"/>
              <a:ext cx="432000" cy="217754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</p:grpSp>
      <p:grpSp>
        <p:nvGrpSpPr>
          <p:cNvPr id="361" name="群組 360">
            <a:extLst>
              <a:ext uri="{FF2B5EF4-FFF2-40B4-BE49-F238E27FC236}">
                <a16:creationId xmlns:a16="http://schemas.microsoft.com/office/drawing/2014/main" id="{F1EC7C86-34C0-49AE-A684-EA29C29291F1}"/>
              </a:ext>
            </a:extLst>
          </p:cNvPr>
          <p:cNvGrpSpPr/>
          <p:nvPr/>
        </p:nvGrpSpPr>
        <p:grpSpPr>
          <a:xfrm>
            <a:off x="376498" y="1895647"/>
            <a:ext cx="1196482" cy="1196482"/>
            <a:chOff x="-756975" y="5254023"/>
            <a:chExt cx="2090057" cy="2090057"/>
          </a:xfrm>
        </p:grpSpPr>
        <p:sp>
          <p:nvSpPr>
            <p:cNvPr id="362" name="矩形: 圓角 361">
              <a:extLst>
                <a:ext uri="{FF2B5EF4-FFF2-40B4-BE49-F238E27FC236}">
                  <a16:creationId xmlns:a16="http://schemas.microsoft.com/office/drawing/2014/main" id="{BAB11C24-559C-47B4-83B2-20939F6BFFE3}"/>
                </a:ext>
              </a:extLst>
            </p:cNvPr>
            <p:cNvSpPr/>
            <p:nvPr/>
          </p:nvSpPr>
          <p:spPr>
            <a:xfrm>
              <a:off x="-756975" y="5254023"/>
              <a:ext cx="2090057" cy="2090057"/>
            </a:xfrm>
            <a:prstGeom prst="roundRect">
              <a:avLst/>
            </a:prstGeom>
            <a:solidFill>
              <a:schemeClr val="tx1">
                <a:lumMod val="65000"/>
                <a:lumOff val="35000"/>
              </a:schemeClr>
            </a:solidFill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 dirty="0"/>
            </a:p>
          </p:txBody>
        </p:sp>
        <p:sp>
          <p:nvSpPr>
            <p:cNvPr id="363" name="箭號: 左-右雙向 362">
              <a:extLst>
                <a:ext uri="{FF2B5EF4-FFF2-40B4-BE49-F238E27FC236}">
                  <a16:creationId xmlns:a16="http://schemas.microsoft.com/office/drawing/2014/main" id="{085D0F66-90C3-433A-8B61-8B0596E06F06}"/>
                </a:ext>
              </a:extLst>
            </p:cNvPr>
            <p:cNvSpPr/>
            <p:nvPr/>
          </p:nvSpPr>
          <p:spPr>
            <a:xfrm rot="10800000">
              <a:off x="-564882" y="6190175"/>
              <a:ext cx="432000" cy="217754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 dirty="0"/>
            </a:p>
          </p:txBody>
        </p:sp>
        <p:sp>
          <p:nvSpPr>
            <p:cNvPr id="364" name="箭號: 左-右雙向 363">
              <a:extLst>
                <a:ext uri="{FF2B5EF4-FFF2-40B4-BE49-F238E27FC236}">
                  <a16:creationId xmlns:a16="http://schemas.microsoft.com/office/drawing/2014/main" id="{63543E97-5470-4A00-A28D-D88626DFCF6C}"/>
                </a:ext>
              </a:extLst>
            </p:cNvPr>
            <p:cNvSpPr/>
            <p:nvPr/>
          </p:nvSpPr>
          <p:spPr>
            <a:xfrm rot="10800000">
              <a:off x="740063" y="6190175"/>
              <a:ext cx="432000" cy="217754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  <p:sp>
          <p:nvSpPr>
            <p:cNvPr id="365" name="箭號: 左-右雙向 364">
              <a:extLst>
                <a:ext uri="{FF2B5EF4-FFF2-40B4-BE49-F238E27FC236}">
                  <a16:creationId xmlns:a16="http://schemas.microsoft.com/office/drawing/2014/main" id="{AA0FD772-E17D-4061-A1CE-FF3EDC576C22}"/>
                </a:ext>
              </a:extLst>
            </p:cNvPr>
            <p:cNvSpPr/>
            <p:nvPr/>
          </p:nvSpPr>
          <p:spPr>
            <a:xfrm rot="2700000">
              <a:off x="-371956" y="5728012"/>
              <a:ext cx="432000" cy="217754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  <p:sp>
          <p:nvSpPr>
            <p:cNvPr id="366" name="箭號: 左-右雙向 365">
              <a:extLst>
                <a:ext uri="{FF2B5EF4-FFF2-40B4-BE49-F238E27FC236}">
                  <a16:creationId xmlns:a16="http://schemas.microsoft.com/office/drawing/2014/main" id="{C4DCFFC6-C3FC-4C6A-89EA-448524803490}"/>
                </a:ext>
              </a:extLst>
            </p:cNvPr>
            <p:cNvSpPr/>
            <p:nvPr/>
          </p:nvSpPr>
          <p:spPr>
            <a:xfrm rot="2700000">
              <a:off x="532147" y="6669520"/>
              <a:ext cx="432000" cy="217754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  <p:sp>
          <p:nvSpPr>
            <p:cNvPr id="367" name="箭號: 左-右雙向 366">
              <a:extLst>
                <a:ext uri="{FF2B5EF4-FFF2-40B4-BE49-F238E27FC236}">
                  <a16:creationId xmlns:a16="http://schemas.microsoft.com/office/drawing/2014/main" id="{63D621B5-785C-4E23-803A-558CD60AEA47}"/>
                </a:ext>
              </a:extLst>
            </p:cNvPr>
            <p:cNvSpPr/>
            <p:nvPr/>
          </p:nvSpPr>
          <p:spPr>
            <a:xfrm rot="18900000">
              <a:off x="-371955" y="6669521"/>
              <a:ext cx="432000" cy="217754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 dirty="0"/>
            </a:p>
          </p:txBody>
        </p:sp>
        <p:sp>
          <p:nvSpPr>
            <p:cNvPr id="368" name="箭號: 左-右雙向 367">
              <a:extLst>
                <a:ext uri="{FF2B5EF4-FFF2-40B4-BE49-F238E27FC236}">
                  <a16:creationId xmlns:a16="http://schemas.microsoft.com/office/drawing/2014/main" id="{02A38FA9-9EC2-4445-85DC-8170CB57DF44}"/>
                </a:ext>
              </a:extLst>
            </p:cNvPr>
            <p:cNvSpPr/>
            <p:nvPr/>
          </p:nvSpPr>
          <p:spPr>
            <a:xfrm rot="18900000">
              <a:off x="532146" y="5728011"/>
              <a:ext cx="432000" cy="217754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  <p:sp>
          <p:nvSpPr>
            <p:cNvPr id="369" name="箭號: 左-右雙向 368">
              <a:extLst>
                <a:ext uri="{FF2B5EF4-FFF2-40B4-BE49-F238E27FC236}">
                  <a16:creationId xmlns:a16="http://schemas.microsoft.com/office/drawing/2014/main" id="{98201BBA-1E57-41A2-ACBD-79E234C433D1}"/>
                </a:ext>
              </a:extLst>
            </p:cNvPr>
            <p:cNvSpPr/>
            <p:nvPr/>
          </p:nvSpPr>
          <p:spPr>
            <a:xfrm rot="5400000">
              <a:off x="69843" y="6857317"/>
              <a:ext cx="432000" cy="217754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  <p:sp>
          <p:nvSpPr>
            <p:cNvPr id="370" name="箭號: 左-右雙向 369">
              <a:extLst>
                <a:ext uri="{FF2B5EF4-FFF2-40B4-BE49-F238E27FC236}">
                  <a16:creationId xmlns:a16="http://schemas.microsoft.com/office/drawing/2014/main" id="{AA819231-176E-45E1-A188-540465AC731B}"/>
                </a:ext>
              </a:extLst>
            </p:cNvPr>
            <p:cNvSpPr/>
            <p:nvPr/>
          </p:nvSpPr>
          <p:spPr>
            <a:xfrm rot="5400000">
              <a:off x="69843" y="5527635"/>
              <a:ext cx="432000" cy="217754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</p:grpSp>
      <p:sp>
        <p:nvSpPr>
          <p:cNvPr id="177" name="矩形: 圓角 176">
            <a:extLst>
              <a:ext uri="{FF2B5EF4-FFF2-40B4-BE49-F238E27FC236}">
                <a16:creationId xmlns:a16="http://schemas.microsoft.com/office/drawing/2014/main" id="{C0499F8D-22B8-4B76-B2A0-FC45B222262E}"/>
              </a:ext>
            </a:extLst>
          </p:cNvPr>
          <p:cNvSpPr/>
          <p:nvPr/>
        </p:nvSpPr>
        <p:spPr>
          <a:xfrm>
            <a:off x="4940958" y="2538"/>
            <a:ext cx="4899729" cy="6179835"/>
          </a:xfrm>
          <a:prstGeom prst="roundRect">
            <a:avLst>
              <a:gd name="adj" fmla="val 7772"/>
            </a:avLst>
          </a:prstGeom>
          <a:gradFill flip="none" rotWithShape="1"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lin ang="54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2000" dirty="0"/>
          </a:p>
        </p:txBody>
      </p:sp>
      <p:pic>
        <p:nvPicPr>
          <p:cNvPr id="172" name="圖片 171">
            <a:extLst>
              <a:ext uri="{FF2B5EF4-FFF2-40B4-BE49-F238E27FC236}">
                <a16:creationId xmlns:a16="http://schemas.microsoft.com/office/drawing/2014/main" id="{C4F9FD23-F59D-4871-BF3A-B11C66BBB66B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372" t="20398" r="28568" b="12447"/>
          <a:stretch/>
        </p:blipFill>
        <p:spPr>
          <a:xfrm>
            <a:off x="3409157" y="3124200"/>
            <a:ext cx="1268118" cy="1263696"/>
          </a:xfrm>
          <a:prstGeom prst="rect">
            <a:avLst/>
          </a:prstGeom>
        </p:spPr>
      </p:pic>
      <p:pic>
        <p:nvPicPr>
          <p:cNvPr id="173" name="圖片 172">
            <a:extLst>
              <a:ext uri="{FF2B5EF4-FFF2-40B4-BE49-F238E27FC236}">
                <a16:creationId xmlns:a16="http://schemas.microsoft.com/office/drawing/2014/main" id="{5CB2585F-5691-4308-B3E7-51BE98D1839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372" t="20398" r="28340" b="12447"/>
          <a:stretch/>
        </p:blipFill>
        <p:spPr>
          <a:xfrm>
            <a:off x="331578" y="3124200"/>
            <a:ext cx="1281831" cy="1263696"/>
          </a:xfrm>
          <a:prstGeom prst="rect">
            <a:avLst/>
          </a:prstGeom>
        </p:spPr>
      </p:pic>
      <p:pic>
        <p:nvPicPr>
          <p:cNvPr id="174" name="圖片 173">
            <a:extLst>
              <a:ext uri="{FF2B5EF4-FFF2-40B4-BE49-F238E27FC236}">
                <a16:creationId xmlns:a16="http://schemas.microsoft.com/office/drawing/2014/main" id="{2AA07A5C-5C85-4BE6-B680-E9532BC1CBC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372" t="20398" r="28568" b="12447"/>
          <a:stretch/>
        </p:blipFill>
        <p:spPr>
          <a:xfrm>
            <a:off x="1904219" y="1300945"/>
            <a:ext cx="1268118" cy="1263696"/>
          </a:xfrm>
          <a:prstGeom prst="rect">
            <a:avLst/>
          </a:prstGeom>
        </p:spPr>
      </p:pic>
      <p:pic>
        <p:nvPicPr>
          <p:cNvPr id="176" name="圖片 175">
            <a:extLst>
              <a:ext uri="{FF2B5EF4-FFF2-40B4-BE49-F238E27FC236}">
                <a16:creationId xmlns:a16="http://schemas.microsoft.com/office/drawing/2014/main" id="{C3CC341F-0714-41BC-B2FA-8CB504F9E99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372" t="20398" r="28568" b="12447"/>
          <a:stretch/>
        </p:blipFill>
        <p:spPr>
          <a:xfrm>
            <a:off x="1904219" y="4855581"/>
            <a:ext cx="1268118" cy="1263696"/>
          </a:xfrm>
          <a:prstGeom prst="rect">
            <a:avLst/>
          </a:prstGeom>
        </p:spPr>
      </p:pic>
      <p:pic>
        <p:nvPicPr>
          <p:cNvPr id="178" name="圖片 177">
            <a:extLst>
              <a:ext uri="{FF2B5EF4-FFF2-40B4-BE49-F238E27FC236}">
                <a16:creationId xmlns:a16="http://schemas.microsoft.com/office/drawing/2014/main" id="{956E80BA-DEC2-4EDF-A592-965E72A28C8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328" t="13572" r="38969" b="4004"/>
          <a:stretch/>
        </p:blipFill>
        <p:spPr>
          <a:xfrm>
            <a:off x="6783407" y="1306805"/>
            <a:ext cx="1248021" cy="1250648"/>
          </a:xfrm>
          <a:prstGeom prst="rect">
            <a:avLst/>
          </a:prstGeom>
        </p:spPr>
      </p:pic>
      <p:pic>
        <p:nvPicPr>
          <p:cNvPr id="179" name="圖片 178">
            <a:extLst>
              <a:ext uri="{FF2B5EF4-FFF2-40B4-BE49-F238E27FC236}">
                <a16:creationId xmlns:a16="http://schemas.microsoft.com/office/drawing/2014/main" id="{4AB21A6B-65B1-42A1-AD2B-3C92C9F48C1A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336" t="13557" r="38852" b="3847"/>
          <a:stretch/>
        </p:blipFill>
        <p:spPr>
          <a:xfrm>
            <a:off x="6771242" y="4864303"/>
            <a:ext cx="1253276" cy="1253276"/>
          </a:xfrm>
          <a:prstGeom prst="rect">
            <a:avLst/>
          </a:prstGeom>
        </p:spPr>
      </p:pic>
      <p:pic>
        <p:nvPicPr>
          <p:cNvPr id="181" name="圖片 180">
            <a:extLst>
              <a:ext uri="{FF2B5EF4-FFF2-40B4-BE49-F238E27FC236}">
                <a16:creationId xmlns:a16="http://schemas.microsoft.com/office/drawing/2014/main" id="{6A8246AB-E613-4DE1-9932-5F0B43B9B078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257" t="13652" r="38542" b="3900"/>
          <a:stretch/>
        </p:blipFill>
        <p:spPr>
          <a:xfrm>
            <a:off x="5204018" y="3123848"/>
            <a:ext cx="1272193" cy="1250997"/>
          </a:xfrm>
          <a:prstGeom prst="rect">
            <a:avLst/>
          </a:prstGeom>
        </p:spPr>
      </p:pic>
      <p:pic>
        <p:nvPicPr>
          <p:cNvPr id="182" name="圖片 181">
            <a:extLst>
              <a:ext uri="{FF2B5EF4-FFF2-40B4-BE49-F238E27FC236}">
                <a16:creationId xmlns:a16="http://schemas.microsoft.com/office/drawing/2014/main" id="{9A4FC02B-00A2-4332-9177-3ADCDD72FA1E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396" t="13733" r="38996" b="4189"/>
          <a:stretch/>
        </p:blipFill>
        <p:spPr>
          <a:xfrm>
            <a:off x="8330525" y="3123691"/>
            <a:ext cx="1243423" cy="124539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13" name="文字方塊 112">
                <a:extLst>
                  <a:ext uri="{FF2B5EF4-FFF2-40B4-BE49-F238E27FC236}">
                    <a16:creationId xmlns:a16="http://schemas.microsoft.com/office/drawing/2014/main" id="{BD7D3F58-D2E2-42DB-8B1B-53D87DE0B9E9}"/>
                  </a:ext>
                </a:extLst>
              </p:cNvPr>
              <p:cNvSpPr txBox="1"/>
              <p:nvPr/>
            </p:nvSpPr>
            <p:spPr>
              <a:xfrm>
                <a:off x="2143803" y="4475663"/>
                <a:ext cx="812954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600" i="1">
                          <a:latin typeface="Cambria Math" panose="02040503050406030204" pitchFamily="18" charset="0"/>
                        </a:rPr>
                        <m:t>|</m:t>
                      </m:r>
                      <m:d>
                        <m:dPr>
                          <m:begChr m:val=""/>
                          <m:endChr m:val="⟩"/>
                          <m:ctrlPr>
                            <a:rPr lang="en-US" altLang="zh-TW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−1, 1</m:t>
                          </m:r>
                        </m:e>
                      </m:d>
                    </m:oMath>
                  </m:oMathPara>
                </a14:m>
                <a:endParaRPr lang="zh-TW" altLang="en-US" sz="1600" dirty="0"/>
              </a:p>
            </p:txBody>
          </p:sp>
        </mc:Choice>
        <mc:Fallback xmlns="">
          <p:sp>
            <p:nvSpPr>
              <p:cNvPr id="113" name="文字方塊 112">
                <a:extLst>
                  <a:ext uri="{FF2B5EF4-FFF2-40B4-BE49-F238E27FC236}">
                    <a16:creationId xmlns:a16="http://schemas.microsoft.com/office/drawing/2014/main" id="{BD7D3F58-D2E2-42DB-8B1B-53D87DE0B9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43803" y="4475663"/>
                <a:ext cx="812954" cy="338554"/>
              </a:xfrm>
              <a:prstGeom prst="rect">
                <a:avLst/>
              </a:prstGeom>
              <a:blipFill>
                <a:blip r:embed="rId7"/>
                <a:stretch>
                  <a:fillRect t="-108929" r="-46617" b="-16785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4" name="文字方塊 113">
                <a:extLst>
                  <a:ext uri="{FF2B5EF4-FFF2-40B4-BE49-F238E27FC236}">
                    <a16:creationId xmlns:a16="http://schemas.microsoft.com/office/drawing/2014/main" id="{597F4F6E-837A-4FE6-9C6C-CE22102694D1}"/>
                  </a:ext>
                </a:extLst>
              </p:cNvPr>
              <p:cNvSpPr txBox="1"/>
              <p:nvPr/>
            </p:nvSpPr>
            <p:spPr>
              <a:xfrm>
                <a:off x="2160599" y="2530071"/>
                <a:ext cx="812954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600" i="1" smtClean="0">
                          <a:latin typeface="Cambria Math" panose="02040503050406030204" pitchFamily="18" charset="0"/>
                        </a:rPr>
                        <m:t>|</m:t>
                      </m:r>
                      <m:d>
                        <m:dPr>
                          <m:begChr m:val=""/>
                          <m:endChr m:val="⟩"/>
                          <m:ctrlPr>
                            <a:rPr lang="en-US" altLang="zh-TW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1, </m:t>
                          </m:r>
                          <m:r>
                            <a:rPr lang="en-US" altLang="zh-TW" sz="16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</m:oMath>
                  </m:oMathPara>
                </a14:m>
                <a:endParaRPr lang="zh-TW" altLang="en-US" sz="1600" dirty="0"/>
              </a:p>
            </p:txBody>
          </p:sp>
        </mc:Choice>
        <mc:Fallback xmlns="">
          <p:sp>
            <p:nvSpPr>
              <p:cNvPr id="114" name="文字方塊 113">
                <a:extLst>
                  <a:ext uri="{FF2B5EF4-FFF2-40B4-BE49-F238E27FC236}">
                    <a16:creationId xmlns:a16="http://schemas.microsoft.com/office/drawing/2014/main" id="{597F4F6E-837A-4FE6-9C6C-CE22102694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60599" y="2530071"/>
                <a:ext cx="812954" cy="338554"/>
              </a:xfrm>
              <a:prstGeom prst="rect">
                <a:avLst/>
              </a:prstGeom>
              <a:blipFill>
                <a:blip r:embed="rId8"/>
                <a:stretch>
                  <a:fillRect t="-108929" r="-46269" b="-16785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91" name="群組 190">
            <a:extLst>
              <a:ext uri="{FF2B5EF4-FFF2-40B4-BE49-F238E27FC236}">
                <a16:creationId xmlns:a16="http://schemas.microsoft.com/office/drawing/2014/main" id="{12A3856D-C8EE-4E5C-9371-C38BC0FAAC9C}"/>
              </a:ext>
            </a:extLst>
          </p:cNvPr>
          <p:cNvGrpSpPr/>
          <p:nvPr/>
        </p:nvGrpSpPr>
        <p:grpSpPr>
          <a:xfrm>
            <a:off x="2523735" y="1841095"/>
            <a:ext cx="115586" cy="110880"/>
            <a:chOff x="1373392" y="2391862"/>
            <a:chExt cx="479433" cy="476535"/>
          </a:xfrm>
        </p:grpSpPr>
        <p:sp>
          <p:nvSpPr>
            <p:cNvPr id="194" name="箭號: 向右 193">
              <a:extLst>
                <a:ext uri="{FF2B5EF4-FFF2-40B4-BE49-F238E27FC236}">
                  <a16:creationId xmlns:a16="http://schemas.microsoft.com/office/drawing/2014/main" id="{5A9976EA-DC90-4C92-81FF-F86EA39FDC9B}"/>
                </a:ext>
              </a:extLst>
            </p:cNvPr>
            <p:cNvSpPr/>
            <p:nvPr/>
          </p:nvSpPr>
          <p:spPr>
            <a:xfrm>
              <a:off x="1411244" y="2735868"/>
              <a:ext cx="441581" cy="132529"/>
            </a:xfrm>
            <a:prstGeom prst="rightArrow">
              <a:avLst>
                <a:gd name="adj1" fmla="val 50000"/>
                <a:gd name="adj2" fmla="val 99023"/>
              </a:avLst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195" name="箭號: 向右 194">
              <a:extLst>
                <a:ext uri="{FF2B5EF4-FFF2-40B4-BE49-F238E27FC236}">
                  <a16:creationId xmlns:a16="http://schemas.microsoft.com/office/drawing/2014/main" id="{916F6971-5A5A-43BC-B03E-319A01E32168}"/>
                </a:ext>
              </a:extLst>
            </p:cNvPr>
            <p:cNvSpPr/>
            <p:nvPr/>
          </p:nvSpPr>
          <p:spPr>
            <a:xfrm rot="16200000">
              <a:off x="1218866" y="2546388"/>
              <a:ext cx="441581" cy="132529"/>
            </a:xfrm>
            <a:prstGeom prst="rightArrow">
              <a:avLst>
                <a:gd name="adj1" fmla="val 50000"/>
                <a:gd name="adj2" fmla="val 99023"/>
              </a:avLst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2000" dirty="0">
                <a:solidFill>
                  <a:schemeClr val="tx1"/>
                </a:solidFill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92" name="文字方塊 191">
                <a:extLst>
                  <a:ext uri="{FF2B5EF4-FFF2-40B4-BE49-F238E27FC236}">
                    <a16:creationId xmlns:a16="http://schemas.microsoft.com/office/drawing/2014/main" id="{882169EE-BA39-4323-A236-BF2A8F339107}"/>
                  </a:ext>
                </a:extLst>
              </p:cNvPr>
              <p:cNvSpPr txBox="1"/>
              <p:nvPr/>
            </p:nvSpPr>
            <p:spPr>
              <a:xfrm>
                <a:off x="2403858" y="1468119"/>
                <a:ext cx="438402" cy="4242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</m:oMath>
                  </m:oMathPara>
                </a14:m>
                <a:endParaRPr lang="en-US" altLang="zh-TW" sz="2000" dirty="0"/>
              </a:p>
            </p:txBody>
          </p:sp>
        </mc:Choice>
        <mc:Fallback xmlns="">
          <p:sp>
            <p:nvSpPr>
              <p:cNvPr id="192" name="文字方塊 191">
                <a:extLst>
                  <a:ext uri="{FF2B5EF4-FFF2-40B4-BE49-F238E27FC236}">
                    <a16:creationId xmlns:a16="http://schemas.microsoft.com/office/drawing/2014/main" id="{882169EE-BA39-4323-A236-BF2A8F3391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03858" y="1468119"/>
                <a:ext cx="438402" cy="424283"/>
              </a:xfrm>
              <a:prstGeom prst="rect">
                <a:avLst/>
              </a:prstGeom>
              <a:blipFill>
                <a:blip r:embed="rId9"/>
                <a:stretch>
                  <a:fillRect b="-579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3" name="文字方塊 192">
                <a:extLst>
                  <a:ext uri="{FF2B5EF4-FFF2-40B4-BE49-F238E27FC236}">
                    <a16:creationId xmlns:a16="http://schemas.microsoft.com/office/drawing/2014/main" id="{314BEA76-4D8E-4B0B-B6FB-45880D221837}"/>
                  </a:ext>
                </a:extLst>
              </p:cNvPr>
              <p:cNvSpPr txBox="1"/>
              <p:nvPr/>
            </p:nvSpPr>
            <p:spPr>
              <a:xfrm>
                <a:off x="2576841" y="1746271"/>
                <a:ext cx="388427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</m:oMath>
                  </m:oMathPara>
                </a14:m>
                <a:endParaRPr lang="en-US" altLang="zh-TW" sz="2000" dirty="0"/>
              </a:p>
            </p:txBody>
          </p:sp>
        </mc:Choice>
        <mc:Fallback xmlns="">
          <p:sp>
            <p:nvSpPr>
              <p:cNvPr id="193" name="文字方塊 192">
                <a:extLst>
                  <a:ext uri="{FF2B5EF4-FFF2-40B4-BE49-F238E27FC236}">
                    <a16:creationId xmlns:a16="http://schemas.microsoft.com/office/drawing/2014/main" id="{314BEA76-4D8E-4B0B-B6FB-45880D2218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76841" y="1746271"/>
                <a:ext cx="388427" cy="400110"/>
              </a:xfrm>
              <a:prstGeom prst="rect">
                <a:avLst/>
              </a:prstGeom>
              <a:blipFill>
                <a:blip r:embed="rId10"/>
                <a:stretch>
                  <a:fillRect b="-757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4" name="文字方塊 213">
                <a:extLst>
                  <a:ext uri="{FF2B5EF4-FFF2-40B4-BE49-F238E27FC236}">
                    <a16:creationId xmlns:a16="http://schemas.microsoft.com/office/drawing/2014/main" id="{EFDA59F8-F89D-4806-A636-5828FA46C3A1}"/>
                  </a:ext>
                </a:extLst>
              </p:cNvPr>
              <p:cNvSpPr txBox="1"/>
              <p:nvPr/>
            </p:nvSpPr>
            <p:spPr>
              <a:xfrm>
                <a:off x="1869914" y="2177398"/>
                <a:ext cx="652306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0.1</m:t>
                          </m:r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en-US" altLang="zh-TW" sz="1600" dirty="0"/>
              </a:p>
            </p:txBody>
          </p:sp>
        </mc:Choice>
        <mc:Fallback xmlns="">
          <p:sp>
            <p:nvSpPr>
              <p:cNvPr id="214" name="文字方塊 213">
                <a:extLst>
                  <a:ext uri="{FF2B5EF4-FFF2-40B4-BE49-F238E27FC236}">
                    <a16:creationId xmlns:a16="http://schemas.microsoft.com/office/drawing/2014/main" id="{EFDA59F8-F89D-4806-A636-5828FA46C3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69914" y="2177398"/>
                <a:ext cx="652306" cy="338554"/>
              </a:xfrm>
              <a:prstGeom prst="rect">
                <a:avLst/>
              </a:prstGeom>
              <a:blipFill>
                <a:blip r:embed="rId11"/>
                <a:stretch>
                  <a:fillRect b="-535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6" name="文字方塊 215">
            <a:extLst>
              <a:ext uri="{FF2B5EF4-FFF2-40B4-BE49-F238E27FC236}">
                <a16:creationId xmlns:a16="http://schemas.microsoft.com/office/drawing/2014/main" id="{42C1D9B8-8446-4675-B219-B666A3F92AA7}"/>
              </a:ext>
            </a:extLst>
          </p:cNvPr>
          <p:cNvSpPr txBox="1"/>
          <p:nvPr/>
        </p:nvSpPr>
        <p:spPr>
          <a:xfrm>
            <a:off x="813141" y="116395"/>
            <a:ext cx="3474278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Transverse component</a:t>
            </a:r>
            <a:endParaRPr lang="zh-TW" altLang="en-US" sz="2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文字方塊 35">
                <a:extLst>
                  <a:ext uri="{FF2B5EF4-FFF2-40B4-BE49-F238E27FC236}">
                    <a16:creationId xmlns:a16="http://schemas.microsoft.com/office/drawing/2014/main" id="{9B50033E-DE33-4154-B5F1-8F9B5FFA7A61}"/>
                  </a:ext>
                </a:extLst>
              </p:cNvPr>
              <p:cNvSpPr txBox="1"/>
              <p:nvPr/>
            </p:nvSpPr>
            <p:spPr>
              <a:xfrm>
                <a:off x="1700782" y="1267558"/>
                <a:ext cx="1673596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𝛼</m:t>
                          </m:r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</m:d>
                      <m:r>
                        <a:rPr lang="en-US" altLang="zh-TW" sz="160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zh-TW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0, </m:t>
                          </m:r>
                          <m:r>
                            <m:rPr>
                              <m:nor/>
                            </m:rPr>
                            <a:rPr lang="en-US" altLang="zh-TW" sz="160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</m:oMath>
                  </m:oMathPara>
                </a14:m>
                <a:endParaRPr lang="zh-TW" altLang="en-US" sz="1600" dirty="0"/>
              </a:p>
            </p:txBody>
          </p:sp>
        </mc:Choice>
        <mc:Fallback xmlns="">
          <p:sp>
            <p:nvSpPr>
              <p:cNvPr id="36" name="文字方塊 35">
                <a:extLst>
                  <a:ext uri="{FF2B5EF4-FFF2-40B4-BE49-F238E27FC236}">
                    <a16:creationId xmlns:a16="http://schemas.microsoft.com/office/drawing/2014/main" id="{9B50033E-DE33-4154-B5F1-8F9B5FFA7A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00782" y="1267558"/>
                <a:ext cx="1673596" cy="338554"/>
              </a:xfrm>
              <a:prstGeom prst="rect">
                <a:avLst/>
              </a:prstGeom>
              <a:blipFill>
                <a:blip r:embed="rId12"/>
                <a:stretch>
                  <a:fillRect b="-1090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1" name="文字方塊 220">
                <a:extLst>
                  <a:ext uri="{FF2B5EF4-FFF2-40B4-BE49-F238E27FC236}">
                    <a16:creationId xmlns:a16="http://schemas.microsoft.com/office/drawing/2014/main" id="{1F2AF2E0-5B21-4D02-9C04-810F49C1DE66}"/>
                  </a:ext>
                </a:extLst>
              </p:cNvPr>
              <p:cNvSpPr txBox="1"/>
              <p:nvPr/>
            </p:nvSpPr>
            <p:spPr>
              <a:xfrm>
                <a:off x="380945" y="3085892"/>
                <a:ext cx="1150186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0, </m:t>
                          </m:r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600" dirty="0"/>
              </a:p>
            </p:txBody>
          </p:sp>
        </mc:Choice>
        <mc:Fallback xmlns="">
          <p:sp>
            <p:nvSpPr>
              <p:cNvPr id="221" name="文字方塊 220">
                <a:extLst>
                  <a:ext uri="{FF2B5EF4-FFF2-40B4-BE49-F238E27FC236}">
                    <a16:creationId xmlns:a16="http://schemas.microsoft.com/office/drawing/2014/main" id="{1F2AF2E0-5B21-4D02-9C04-810F49C1DE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0945" y="3085892"/>
                <a:ext cx="1150186" cy="338554"/>
              </a:xfrm>
              <a:prstGeom prst="rect">
                <a:avLst/>
              </a:prstGeom>
              <a:blipFill>
                <a:blip r:embed="rId13"/>
                <a:stretch>
                  <a:fillRect b="-892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2" name="文字方塊 221">
                <a:extLst>
                  <a:ext uri="{FF2B5EF4-FFF2-40B4-BE49-F238E27FC236}">
                    <a16:creationId xmlns:a16="http://schemas.microsoft.com/office/drawing/2014/main" id="{5E07A889-321A-4082-9225-757B6BF06F3F}"/>
                  </a:ext>
                </a:extLst>
              </p:cNvPr>
              <p:cNvSpPr txBox="1"/>
              <p:nvPr/>
            </p:nvSpPr>
            <p:spPr>
              <a:xfrm>
                <a:off x="3463670" y="3085892"/>
                <a:ext cx="1150186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600" dirty="0"/>
              </a:p>
            </p:txBody>
          </p:sp>
        </mc:Choice>
        <mc:Fallback xmlns="">
          <p:sp>
            <p:nvSpPr>
              <p:cNvPr id="222" name="文字方塊 221">
                <a:extLst>
                  <a:ext uri="{FF2B5EF4-FFF2-40B4-BE49-F238E27FC236}">
                    <a16:creationId xmlns:a16="http://schemas.microsoft.com/office/drawing/2014/main" id="{5E07A889-321A-4082-9225-757B6BF06F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63670" y="3085892"/>
                <a:ext cx="1150186" cy="338554"/>
              </a:xfrm>
              <a:prstGeom prst="rect">
                <a:avLst/>
              </a:prstGeom>
              <a:blipFill>
                <a:blip r:embed="rId14"/>
                <a:stretch>
                  <a:fillRect b="-892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3" name="文字方塊 222">
                <a:extLst>
                  <a:ext uri="{FF2B5EF4-FFF2-40B4-BE49-F238E27FC236}">
                    <a16:creationId xmlns:a16="http://schemas.microsoft.com/office/drawing/2014/main" id="{8E51661C-F95C-44C0-A8F0-38165630EE4E}"/>
                  </a:ext>
                </a:extLst>
              </p:cNvPr>
              <p:cNvSpPr txBox="1"/>
              <p:nvPr/>
            </p:nvSpPr>
            <p:spPr>
              <a:xfrm>
                <a:off x="1975187" y="4843096"/>
                <a:ext cx="1150186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0,</m:t>
                          </m:r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𝜋</m:t>
                          </m:r>
                        </m:e>
                      </m:d>
                    </m:oMath>
                  </m:oMathPara>
                </a14:m>
                <a:endParaRPr lang="zh-TW" altLang="en-US" sz="1600" dirty="0"/>
              </a:p>
            </p:txBody>
          </p:sp>
        </mc:Choice>
        <mc:Fallback xmlns="">
          <p:sp>
            <p:nvSpPr>
              <p:cNvPr id="223" name="文字方塊 222">
                <a:extLst>
                  <a:ext uri="{FF2B5EF4-FFF2-40B4-BE49-F238E27FC236}">
                    <a16:creationId xmlns:a16="http://schemas.microsoft.com/office/drawing/2014/main" id="{8E51661C-F95C-44C0-A8F0-38165630EE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75187" y="4843096"/>
                <a:ext cx="1150186" cy="338554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53" name="圖片 152">
            <a:extLst>
              <a:ext uri="{FF2B5EF4-FFF2-40B4-BE49-F238E27FC236}">
                <a16:creationId xmlns:a16="http://schemas.microsoft.com/office/drawing/2014/main" id="{E70F1D4D-A58E-4BD6-A8D5-405865F16C15}"/>
              </a:ext>
            </a:extLst>
          </p:cNvPr>
          <p:cNvPicPr>
            <a:picLocks noChangeAspect="1"/>
          </p:cNvPicPr>
          <p:nvPr/>
        </p:nvPicPr>
        <p:blipFill rotWithShape="1">
          <a:blip r:embed="rId1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0781" t="8908" r="4868" b="70278"/>
          <a:stretch/>
        </p:blipFill>
        <p:spPr>
          <a:xfrm>
            <a:off x="3202101" y="1249651"/>
            <a:ext cx="424866" cy="135497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55" name="文字方塊 154">
                <a:extLst>
                  <a:ext uri="{FF2B5EF4-FFF2-40B4-BE49-F238E27FC236}">
                    <a16:creationId xmlns:a16="http://schemas.microsoft.com/office/drawing/2014/main" id="{6E2C7196-1BBD-4D80-A7AC-4190F3C5767C}"/>
                  </a:ext>
                </a:extLst>
              </p:cNvPr>
              <p:cNvSpPr txBox="1"/>
              <p:nvPr/>
            </p:nvSpPr>
            <p:spPr>
              <a:xfrm>
                <a:off x="3128482" y="2339228"/>
                <a:ext cx="478319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sz="1400"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altLang="zh-TW" sz="1400">
                          <a:latin typeface="Cambria Math" panose="02040503050406030204" pitchFamily="18" charset="0"/>
                        </a:rPr>
                        <m:t>.</m:t>
                      </m:r>
                      <m:r>
                        <m:rPr>
                          <m:sty m:val="p"/>
                        </m:rPr>
                        <a:rPr lang="en-US" altLang="zh-TW" sz="1400">
                          <a:latin typeface="Cambria Math" panose="02040503050406030204" pitchFamily="18" charset="0"/>
                        </a:rPr>
                        <m:t>u</m:t>
                      </m:r>
                      <m:r>
                        <a:rPr lang="en-US" altLang="zh-TW" sz="140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TW" altLang="en-US" sz="1400" dirty="0"/>
              </a:p>
            </p:txBody>
          </p:sp>
        </mc:Choice>
        <mc:Fallback xmlns="">
          <p:sp>
            <p:nvSpPr>
              <p:cNvPr id="155" name="文字方塊 154">
                <a:extLst>
                  <a:ext uri="{FF2B5EF4-FFF2-40B4-BE49-F238E27FC236}">
                    <a16:creationId xmlns:a16="http://schemas.microsoft.com/office/drawing/2014/main" id="{6E2C7196-1BBD-4D80-A7AC-4190F3C576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28482" y="2339228"/>
                <a:ext cx="478319" cy="307777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Oval 14">
            <a:extLst>
              <a:ext uri="{FF2B5EF4-FFF2-40B4-BE49-F238E27FC236}">
                <a16:creationId xmlns:a16="http://schemas.microsoft.com/office/drawing/2014/main" id="{7F5221CE-37EE-40D8-BC56-84C6BB77B026}"/>
              </a:ext>
            </a:extLst>
          </p:cNvPr>
          <p:cNvSpPr/>
          <p:nvPr/>
        </p:nvSpPr>
        <p:spPr>
          <a:xfrm>
            <a:off x="2490566" y="2826351"/>
            <a:ext cx="162450" cy="168277"/>
          </a:xfrm>
          <a:prstGeom prst="ellipse">
            <a:avLst/>
          </a:prstGeom>
          <a:gradFill flip="none" rotWithShape="1">
            <a:gsLst>
              <a:gs pos="0">
                <a:srgbClr val="D1D1D1"/>
              </a:gs>
              <a:gs pos="23000">
                <a:schemeClr val="bg1">
                  <a:lumMod val="85000"/>
                </a:schemeClr>
              </a:gs>
              <a:gs pos="69000">
                <a:schemeClr val="accent3">
                  <a:lumMod val="75000"/>
                </a:schemeClr>
              </a:gs>
              <a:gs pos="97000">
                <a:schemeClr val="accent3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/>
          </a:p>
        </p:txBody>
      </p:sp>
      <p:sp>
        <p:nvSpPr>
          <p:cNvPr id="6" name="Oval 4">
            <a:extLst>
              <a:ext uri="{FF2B5EF4-FFF2-40B4-BE49-F238E27FC236}">
                <a16:creationId xmlns:a16="http://schemas.microsoft.com/office/drawing/2014/main" id="{CDA31535-4AC8-4BAD-BE8E-AFCF3A5C1DFF}"/>
              </a:ext>
            </a:extLst>
          </p:cNvPr>
          <p:cNvSpPr/>
          <p:nvPr/>
        </p:nvSpPr>
        <p:spPr>
          <a:xfrm>
            <a:off x="1851985" y="2910489"/>
            <a:ext cx="1443999" cy="1495797"/>
          </a:xfrm>
          <a:prstGeom prst="ellipse">
            <a:avLst/>
          </a:prstGeom>
          <a:gradFill flip="none" rotWithShape="1">
            <a:gsLst>
              <a:gs pos="100000">
                <a:schemeClr val="accent3">
                  <a:lumMod val="60000"/>
                  <a:lumOff val="40000"/>
                  <a:alpha val="60000"/>
                </a:schemeClr>
              </a:gs>
              <a:gs pos="55000">
                <a:schemeClr val="accent3">
                  <a:lumMod val="40000"/>
                  <a:lumOff val="60000"/>
                  <a:alpha val="60000"/>
                </a:schemeClr>
              </a:gs>
              <a:gs pos="0">
                <a:schemeClr val="bg1">
                  <a:alpha val="6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 w="57150">
            <a:solidFill>
              <a:srgbClr val="D5D7D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7" name="Oval 15">
            <a:extLst>
              <a:ext uri="{FF2B5EF4-FFF2-40B4-BE49-F238E27FC236}">
                <a16:creationId xmlns:a16="http://schemas.microsoft.com/office/drawing/2014/main" id="{1B9C275D-D4F9-404B-9759-D3137F20859E}"/>
              </a:ext>
            </a:extLst>
          </p:cNvPr>
          <p:cNvSpPr/>
          <p:nvPr/>
        </p:nvSpPr>
        <p:spPr>
          <a:xfrm>
            <a:off x="2490566" y="4321308"/>
            <a:ext cx="162450" cy="168277"/>
          </a:xfrm>
          <a:prstGeom prst="ellipse">
            <a:avLst/>
          </a:prstGeom>
          <a:gradFill flip="none" rotWithShape="1">
            <a:gsLst>
              <a:gs pos="17000">
                <a:srgbClr val="D1D1D1"/>
              </a:gs>
              <a:gs pos="0">
                <a:schemeClr val="bg1">
                  <a:lumMod val="85000"/>
                </a:schemeClr>
              </a:gs>
              <a:gs pos="60000">
                <a:schemeClr val="accent3">
                  <a:lumMod val="75000"/>
                </a:schemeClr>
              </a:gs>
              <a:gs pos="97000">
                <a:schemeClr val="accent3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8" name="SHO">
            <a:extLst>
              <a:ext uri="{FF2B5EF4-FFF2-40B4-BE49-F238E27FC236}">
                <a16:creationId xmlns:a16="http://schemas.microsoft.com/office/drawing/2014/main" id="{A12C8863-94E3-49F7-8C57-91B9A2E1BDE3}"/>
              </a:ext>
            </a:extLst>
          </p:cNvPr>
          <p:cNvSpPr/>
          <p:nvPr/>
        </p:nvSpPr>
        <p:spPr>
          <a:xfrm rot="16200000">
            <a:off x="2260446" y="2936888"/>
            <a:ext cx="622693" cy="1443999"/>
          </a:xfrm>
          <a:prstGeom prst="arc">
            <a:avLst>
              <a:gd name="adj1" fmla="val 5396867"/>
              <a:gd name="adj2" fmla="val 5395779"/>
            </a:avLst>
          </a:prstGeom>
          <a:gradFill flip="none" rotWithShape="1">
            <a:gsLst>
              <a:gs pos="0">
                <a:schemeClr val="bg1">
                  <a:lumMod val="65000"/>
                </a:schemeClr>
              </a:gs>
              <a:gs pos="47000">
                <a:schemeClr val="bg1">
                  <a:lumMod val="50000"/>
                </a:schemeClr>
              </a:gs>
              <a:gs pos="97000">
                <a:srgbClr val="5E5E5E"/>
              </a:gs>
            </a:gsLst>
            <a:path path="circle">
              <a:fillToRect l="50000" t="50000" r="50000" b="50000"/>
            </a:path>
            <a:tileRect/>
          </a:gradFill>
          <a:ln w="31750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9" name="SVO">
            <a:extLst>
              <a:ext uri="{FF2B5EF4-FFF2-40B4-BE49-F238E27FC236}">
                <a16:creationId xmlns:a16="http://schemas.microsoft.com/office/drawing/2014/main" id="{BC0941FF-C00B-42D1-B1F2-D6E6CE090459}"/>
              </a:ext>
            </a:extLst>
          </p:cNvPr>
          <p:cNvSpPr/>
          <p:nvPr/>
        </p:nvSpPr>
        <p:spPr>
          <a:xfrm>
            <a:off x="2209892" y="2910990"/>
            <a:ext cx="722000" cy="1495797"/>
          </a:xfrm>
          <a:prstGeom prst="ellipse">
            <a:avLst/>
          </a:prstGeom>
          <a:noFill/>
          <a:ln w="25400">
            <a:solidFill>
              <a:schemeClr val="bg1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10" name="Oval 6">
            <a:extLst>
              <a:ext uri="{FF2B5EF4-FFF2-40B4-BE49-F238E27FC236}">
                <a16:creationId xmlns:a16="http://schemas.microsoft.com/office/drawing/2014/main" id="{3B7219CA-A385-4095-B7EA-6C247B36BEF6}"/>
              </a:ext>
            </a:extLst>
          </p:cNvPr>
          <p:cNvSpPr/>
          <p:nvPr/>
        </p:nvSpPr>
        <p:spPr>
          <a:xfrm rot="16200000">
            <a:off x="2260446" y="2936888"/>
            <a:ext cx="622693" cy="1443999"/>
          </a:xfrm>
          <a:prstGeom prst="ellipse">
            <a:avLst/>
          </a:prstGeom>
          <a:noFill/>
          <a:ln w="38100">
            <a:solidFill>
              <a:schemeClr val="tx1">
                <a:alpha val="6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1">
                <a:extLst>
                  <a:ext uri="{FF2B5EF4-FFF2-40B4-BE49-F238E27FC236}">
                    <a16:creationId xmlns:a16="http://schemas.microsoft.com/office/drawing/2014/main" id="{B7A5A3D7-6CE8-4726-9BEB-8C30B332BFDE}"/>
                  </a:ext>
                </a:extLst>
              </p:cNvPr>
              <p:cNvSpPr txBox="1"/>
              <p:nvPr/>
            </p:nvSpPr>
            <p:spPr>
              <a:xfrm>
                <a:off x="2022094" y="3480536"/>
                <a:ext cx="176928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13" name="TextBox 11">
                <a:extLst>
                  <a:ext uri="{FF2B5EF4-FFF2-40B4-BE49-F238E27FC236}">
                    <a16:creationId xmlns:a16="http://schemas.microsoft.com/office/drawing/2014/main" id="{B7A5A3D7-6CE8-4726-9BEB-8C30B332BF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22094" y="3480536"/>
                <a:ext cx="176928" cy="338554"/>
              </a:xfrm>
              <a:prstGeom prst="rect">
                <a:avLst/>
              </a:prstGeom>
              <a:blipFill>
                <a:blip r:embed="rId18"/>
                <a:stretch>
                  <a:fillRect r="-4137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Oval 22">
            <a:extLst>
              <a:ext uri="{FF2B5EF4-FFF2-40B4-BE49-F238E27FC236}">
                <a16:creationId xmlns:a16="http://schemas.microsoft.com/office/drawing/2014/main" id="{DC8DEB48-159A-432A-A563-D1E2F53D788D}"/>
              </a:ext>
            </a:extLst>
          </p:cNvPr>
          <p:cNvSpPr/>
          <p:nvPr/>
        </p:nvSpPr>
        <p:spPr>
          <a:xfrm>
            <a:off x="2489620" y="4321308"/>
            <a:ext cx="162450" cy="168277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2">
                <a:extLst>
                  <a:ext uri="{FF2B5EF4-FFF2-40B4-BE49-F238E27FC236}">
                    <a16:creationId xmlns:a16="http://schemas.microsoft.com/office/drawing/2014/main" id="{C30F96C9-2DED-45AF-B673-D98C394280FB}"/>
                  </a:ext>
                </a:extLst>
              </p:cNvPr>
              <p:cNvSpPr txBox="1"/>
              <p:nvPr/>
            </p:nvSpPr>
            <p:spPr>
              <a:xfrm>
                <a:off x="2677017" y="3575933"/>
                <a:ext cx="176928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15" name="TextBox 12">
                <a:extLst>
                  <a:ext uri="{FF2B5EF4-FFF2-40B4-BE49-F238E27FC236}">
                    <a16:creationId xmlns:a16="http://schemas.microsoft.com/office/drawing/2014/main" id="{C30F96C9-2DED-45AF-B673-D98C394280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77017" y="3575933"/>
                <a:ext cx="176928" cy="338554"/>
              </a:xfrm>
              <a:prstGeom prst="rect">
                <a:avLst/>
              </a:prstGeom>
              <a:blipFill>
                <a:blip r:embed="rId19"/>
                <a:stretch>
                  <a:fillRect r="-55172" b="-363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3">
                <a:extLst>
                  <a:ext uri="{FF2B5EF4-FFF2-40B4-BE49-F238E27FC236}">
                    <a16:creationId xmlns:a16="http://schemas.microsoft.com/office/drawing/2014/main" id="{34AEE752-FCEC-49A9-B464-EE05AB88A4CD}"/>
                  </a:ext>
                </a:extLst>
              </p:cNvPr>
              <p:cNvSpPr txBox="1"/>
              <p:nvPr/>
            </p:nvSpPr>
            <p:spPr>
              <a:xfrm>
                <a:off x="2432893" y="2946191"/>
                <a:ext cx="256967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>
                          <a:latin typeface="Cambria Math" panose="02040503050406030204" pitchFamily="18" charset="0"/>
                        </a:rPr>
                        <m:t>𝑧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16" name="TextBox 13">
                <a:extLst>
                  <a:ext uri="{FF2B5EF4-FFF2-40B4-BE49-F238E27FC236}">
                    <a16:creationId xmlns:a16="http://schemas.microsoft.com/office/drawing/2014/main" id="{34AEE752-FCEC-49A9-B464-EE05AB88A4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32893" y="2946191"/>
                <a:ext cx="256967" cy="338554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DVO">
            <a:extLst>
              <a:ext uri="{FF2B5EF4-FFF2-40B4-BE49-F238E27FC236}">
                <a16:creationId xmlns:a16="http://schemas.microsoft.com/office/drawing/2014/main" id="{602C53B1-114A-48C0-9D73-85F68ECA2FBE}"/>
              </a:ext>
            </a:extLst>
          </p:cNvPr>
          <p:cNvSpPr/>
          <p:nvPr/>
        </p:nvSpPr>
        <p:spPr>
          <a:xfrm flipH="1">
            <a:off x="2209892" y="2910990"/>
            <a:ext cx="722000" cy="1495797"/>
          </a:xfrm>
          <a:prstGeom prst="arc">
            <a:avLst>
              <a:gd name="adj1" fmla="val 5396867"/>
              <a:gd name="adj2" fmla="val 16170484"/>
            </a:avLst>
          </a:prstGeom>
          <a:ln w="254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1" name="Oval 23">
            <a:extLst>
              <a:ext uri="{FF2B5EF4-FFF2-40B4-BE49-F238E27FC236}">
                <a16:creationId xmlns:a16="http://schemas.microsoft.com/office/drawing/2014/main" id="{2F8E52B4-3879-4A53-853D-37DC6B8692F9}"/>
              </a:ext>
            </a:extLst>
          </p:cNvPr>
          <p:cNvSpPr/>
          <p:nvPr/>
        </p:nvSpPr>
        <p:spPr>
          <a:xfrm>
            <a:off x="3212476" y="3574750"/>
            <a:ext cx="162450" cy="168277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cxnSp>
        <p:nvCxnSpPr>
          <p:cNvPr id="23" name="Straight Arrow Connector 7">
            <a:extLst>
              <a:ext uri="{FF2B5EF4-FFF2-40B4-BE49-F238E27FC236}">
                <a16:creationId xmlns:a16="http://schemas.microsoft.com/office/drawing/2014/main" id="{36EC1456-E151-43D6-83EA-97600C49E115}"/>
              </a:ext>
            </a:extLst>
          </p:cNvPr>
          <p:cNvCxnSpPr>
            <a:cxnSpLocks/>
          </p:cNvCxnSpPr>
          <p:nvPr/>
        </p:nvCxnSpPr>
        <p:spPr>
          <a:xfrm flipV="1">
            <a:off x="2567861" y="3210806"/>
            <a:ext cx="1697" cy="445890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19">
            <a:extLst>
              <a:ext uri="{FF2B5EF4-FFF2-40B4-BE49-F238E27FC236}">
                <a16:creationId xmlns:a16="http://schemas.microsoft.com/office/drawing/2014/main" id="{2B4DD044-2A67-4570-938D-6F05AB6D2E0C}"/>
              </a:ext>
            </a:extLst>
          </p:cNvPr>
          <p:cNvCxnSpPr>
            <a:cxnSpLocks/>
          </p:cNvCxnSpPr>
          <p:nvPr/>
        </p:nvCxnSpPr>
        <p:spPr>
          <a:xfrm>
            <a:off x="2570845" y="3654512"/>
            <a:ext cx="195802" cy="156763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18">
            <a:extLst>
              <a:ext uri="{FF2B5EF4-FFF2-40B4-BE49-F238E27FC236}">
                <a16:creationId xmlns:a16="http://schemas.microsoft.com/office/drawing/2014/main" id="{19BA3216-8E1C-4DF5-A108-33E08250036A}"/>
              </a:ext>
            </a:extLst>
          </p:cNvPr>
          <p:cNvCxnSpPr>
            <a:cxnSpLocks/>
          </p:cNvCxnSpPr>
          <p:nvPr/>
        </p:nvCxnSpPr>
        <p:spPr>
          <a:xfrm rot="16200000" flipH="1" flipV="1">
            <a:off x="2399523" y="3483036"/>
            <a:ext cx="0" cy="342950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Oval 20">
            <a:extLst>
              <a:ext uri="{FF2B5EF4-FFF2-40B4-BE49-F238E27FC236}">
                <a16:creationId xmlns:a16="http://schemas.microsoft.com/office/drawing/2014/main" id="{C08F1200-1646-4E05-8061-9C6620047C71}"/>
              </a:ext>
            </a:extLst>
          </p:cNvPr>
          <p:cNvSpPr/>
          <p:nvPr/>
        </p:nvSpPr>
        <p:spPr>
          <a:xfrm>
            <a:off x="1768312" y="3574750"/>
            <a:ext cx="162450" cy="168277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29" name="Oval 22">
            <a:extLst>
              <a:ext uri="{FF2B5EF4-FFF2-40B4-BE49-F238E27FC236}">
                <a16:creationId xmlns:a16="http://schemas.microsoft.com/office/drawing/2014/main" id="{FA290670-5ADB-4445-9B33-122BE606D9A1}"/>
              </a:ext>
            </a:extLst>
          </p:cNvPr>
          <p:cNvSpPr/>
          <p:nvPr/>
        </p:nvSpPr>
        <p:spPr>
          <a:xfrm>
            <a:off x="2490802" y="2818477"/>
            <a:ext cx="162450" cy="168277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/>
          </a:p>
        </p:txBody>
      </p:sp>
      <p:sp>
        <p:nvSpPr>
          <p:cNvPr id="240" name="Partial Circle 9">
            <a:extLst>
              <a:ext uri="{FF2B5EF4-FFF2-40B4-BE49-F238E27FC236}">
                <a16:creationId xmlns:a16="http://schemas.microsoft.com/office/drawing/2014/main" id="{44538DF5-DE96-4104-B849-41515C1FF374}"/>
              </a:ext>
            </a:extLst>
          </p:cNvPr>
          <p:cNvSpPr>
            <a:spLocks noChangeAspect="1"/>
          </p:cNvSpPr>
          <p:nvPr/>
        </p:nvSpPr>
        <p:spPr>
          <a:xfrm rot="16200000" flipH="1">
            <a:off x="2505459" y="3560359"/>
            <a:ext cx="102408" cy="197724"/>
          </a:xfrm>
          <a:prstGeom prst="pie">
            <a:avLst>
              <a:gd name="adj1" fmla="val 16258856"/>
              <a:gd name="adj2" fmla="val 19252600"/>
            </a:avLst>
          </a:prstGeom>
          <a:gradFill flip="none" rotWithShape="1">
            <a:gsLst>
              <a:gs pos="0">
                <a:schemeClr val="tx1"/>
              </a:gs>
              <a:gs pos="50000">
                <a:schemeClr val="tx1">
                  <a:lumMod val="50000"/>
                  <a:lumOff val="50000"/>
                </a:schemeClr>
              </a:gs>
              <a:gs pos="100000">
                <a:schemeClr val="bg1">
                  <a:lumMod val="50000"/>
                </a:schemeClr>
              </a:gs>
            </a:gsLst>
            <a:lin ang="2700000" scaled="1"/>
            <a:tileRect/>
          </a:gra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1" name="TextBox 10">
                <a:extLst>
                  <a:ext uri="{FF2B5EF4-FFF2-40B4-BE49-F238E27FC236}">
                    <a16:creationId xmlns:a16="http://schemas.microsoft.com/office/drawing/2014/main" id="{84F7F63B-75CC-4115-B39D-DAAE72357C14}"/>
                  </a:ext>
                </a:extLst>
              </p:cNvPr>
              <p:cNvSpPr txBox="1"/>
              <p:nvPr/>
            </p:nvSpPr>
            <p:spPr>
              <a:xfrm>
                <a:off x="2141443" y="3595409"/>
                <a:ext cx="315234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>
                          <a:latin typeface="Cambria Math" panose="02040503050406030204" pitchFamily="18" charset="0"/>
                        </a:rPr>
                        <m:t>𝛼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241" name="TextBox 10">
                <a:extLst>
                  <a:ext uri="{FF2B5EF4-FFF2-40B4-BE49-F238E27FC236}">
                    <a16:creationId xmlns:a16="http://schemas.microsoft.com/office/drawing/2014/main" id="{84F7F63B-75CC-4115-B39D-DAAE72357C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41443" y="3595409"/>
                <a:ext cx="315234" cy="338554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42" name="Straight Arrow Connector 17">
            <a:extLst>
              <a:ext uri="{FF2B5EF4-FFF2-40B4-BE49-F238E27FC236}">
                <a16:creationId xmlns:a16="http://schemas.microsoft.com/office/drawing/2014/main" id="{9118E4FA-F32D-4FFA-A291-5D7406EE0F0F}"/>
              </a:ext>
            </a:extLst>
          </p:cNvPr>
          <p:cNvCxnSpPr>
            <a:cxnSpLocks/>
          </p:cNvCxnSpPr>
          <p:nvPr/>
        </p:nvCxnSpPr>
        <p:spPr>
          <a:xfrm flipH="1">
            <a:off x="2348712" y="3660431"/>
            <a:ext cx="221585" cy="286539"/>
          </a:xfrm>
          <a:prstGeom prst="straightConnector1">
            <a:avLst/>
          </a:prstGeom>
          <a:ln w="38100">
            <a:solidFill>
              <a:schemeClr val="tx1"/>
            </a:solidFill>
            <a:tailEnd type="stealth" w="lg" len="lg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243" name="Partial Circle 9">
            <a:extLst>
              <a:ext uri="{FF2B5EF4-FFF2-40B4-BE49-F238E27FC236}">
                <a16:creationId xmlns:a16="http://schemas.microsoft.com/office/drawing/2014/main" id="{E3086480-D87C-44BE-A5FD-FCCCBCB51C1D}"/>
              </a:ext>
            </a:extLst>
          </p:cNvPr>
          <p:cNvSpPr>
            <a:spLocks noChangeAspect="1"/>
          </p:cNvSpPr>
          <p:nvPr/>
        </p:nvSpPr>
        <p:spPr>
          <a:xfrm>
            <a:off x="2492736" y="3523138"/>
            <a:ext cx="149214" cy="301366"/>
          </a:xfrm>
          <a:prstGeom prst="pie">
            <a:avLst>
              <a:gd name="adj1" fmla="val 16258856"/>
              <a:gd name="adj2" fmla="val 19252600"/>
            </a:avLst>
          </a:prstGeom>
          <a:gradFill flip="none" rotWithShape="1">
            <a:gsLst>
              <a:gs pos="0">
                <a:schemeClr val="tx1"/>
              </a:gs>
              <a:gs pos="50000">
                <a:schemeClr val="tx1">
                  <a:lumMod val="50000"/>
                  <a:lumOff val="50000"/>
                </a:schemeClr>
              </a:gs>
              <a:gs pos="100000">
                <a:schemeClr val="bg1">
                  <a:lumMod val="50000"/>
                </a:schemeClr>
              </a:gs>
            </a:gsLst>
            <a:lin ang="2700000" scaled="1"/>
            <a:tileRect/>
          </a:gra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4" name="TextBox 10">
                <a:extLst>
                  <a:ext uri="{FF2B5EF4-FFF2-40B4-BE49-F238E27FC236}">
                    <a16:creationId xmlns:a16="http://schemas.microsoft.com/office/drawing/2014/main" id="{88C10C99-5EFB-4159-8781-24325DAB3E66}"/>
                  </a:ext>
                </a:extLst>
              </p:cNvPr>
              <p:cNvSpPr txBox="1"/>
              <p:nvPr/>
            </p:nvSpPr>
            <p:spPr>
              <a:xfrm>
                <a:off x="2532514" y="3274991"/>
                <a:ext cx="297046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>
                          <a:latin typeface="Cambria Math" panose="02040503050406030204" pitchFamily="18" charset="0"/>
                        </a:rPr>
                        <m:t>𝛽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244" name="TextBox 10">
                <a:extLst>
                  <a:ext uri="{FF2B5EF4-FFF2-40B4-BE49-F238E27FC236}">
                    <a16:creationId xmlns:a16="http://schemas.microsoft.com/office/drawing/2014/main" id="{88C10C99-5EFB-4159-8781-24325DAB3E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32514" y="3274991"/>
                <a:ext cx="297046" cy="338554"/>
              </a:xfrm>
              <a:prstGeom prst="rect">
                <a:avLst/>
              </a:prstGeom>
              <a:blipFill>
                <a:blip r:embed="rId22"/>
                <a:stretch>
                  <a:fillRect r="-4082" b="-892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45" name="Straight Arrow Connector 17">
            <a:extLst>
              <a:ext uri="{FF2B5EF4-FFF2-40B4-BE49-F238E27FC236}">
                <a16:creationId xmlns:a16="http://schemas.microsoft.com/office/drawing/2014/main" id="{4E3FCC2D-106E-4711-AEA1-A315AFE9C031}"/>
              </a:ext>
            </a:extLst>
          </p:cNvPr>
          <p:cNvCxnSpPr>
            <a:cxnSpLocks/>
          </p:cNvCxnSpPr>
          <p:nvPr/>
        </p:nvCxnSpPr>
        <p:spPr>
          <a:xfrm flipV="1">
            <a:off x="2562209" y="3214705"/>
            <a:ext cx="571923" cy="449644"/>
          </a:xfrm>
          <a:prstGeom prst="straightConnector1">
            <a:avLst/>
          </a:prstGeom>
          <a:ln w="38100">
            <a:solidFill>
              <a:schemeClr val="tx1"/>
            </a:solidFill>
            <a:tailEnd type="stealth" w="lg" len="lg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80" name="文字方塊 179">
                <a:extLst>
                  <a:ext uri="{FF2B5EF4-FFF2-40B4-BE49-F238E27FC236}">
                    <a16:creationId xmlns:a16="http://schemas.microsoft.com/office/drawing/2014/main" id="{C6592285-FBA9-4DE2-BE47-D5703A7C2A40}"/>
                  </a:ext>
                </a:extLst>
              </p:cNvPr>
              <p:cNvSpPr txBox="1"/>
              <p:nvPr/>
            </p:nvSpPr>
            <p:spPr>
              <a:xfrm>
                <a:off x="7004190" y="4491895"/>
                <a:ext cx="812954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600" i="1">
                          <a:latin typeface="Cambria Math" panose="02040503050406030204" pitchFamily="18" charset="0"/>
                        </a:rPr>
                        <m:t>|</m:t>
                      </m:r>
                      <m:d>
                        <m:dPr>
                          <m:begChr m:val=""/>
                          <m:endChr m:val="⟩"/>
                          <m:ctrlPr>
                            <a:rPr lang="en-US" altLang="zh-TW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−1, 1</m:t>
                          </m:r>
                        </m:e>
                      </m:d>
                    </m:oMath>
                  </m:oMathPara>
                </a14:m>
                <a:endParaRPr lang="zh-TW" altLang="en-US" sz="1600" dirty="0"/>
              </a:p>
            </p:txBody>
          </p:sp>
        </mc:Choice>
        <mc:Fallback xmlns="">
          <p:sp>
            <p:nvSpPr>
              <p:cNvPr id="180" name="文字方塊 179">
                <a:extLst>
                  <a:ext uri="{FF2B5EF4-FFF2-40B4-BE49-F238E27FC236}">
                    <a16:creationId xmlns:a16="http://schemas.microsoft.com/office/drawing/2014/main" id="{C6592285-FBA9-4DE2-BE47-D5703A7C2A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04190" y="4491895"/>
                <a:ext cx="812954" cy="338554"/>
              </a:xfrm>
              <a:prstGeom prst="rect">
                <a:avLst/>
              </a:prstGeom>
              <a:blipFill>
                <a:blip r:embed="rId23"/>
                <a:stretch>
                  <a:fillRect t="-110909" r="-46617" b="-17272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9" name="文字方塊 188">
                <a:extLst>
                  <a:ext uri="{FF2B5EF4-FFF2-40B4-BE49-F238E27FC236}">
                    <a16:creationId xmlns:a16="http://schemas.microsoft.com/office/drawing/2014/main" id="{06013B16-AADE-4F50-9769-3B0E22EFD811}"/>
                  </a:ext>
                </a:extLst>
              </p:cNvPr>
              <p:cNvSpPr txBox="1"/>
              <p:nvPr/>
            </p:nvSpPr>
            <p:spPr>
              <a:xfrm>
                <a:off x="7004190" y="2546303"/>
                <a:ext cx="812954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600" i="1" smtClean="0">
                          <a:latin typeface="Cambria Math" panose="02040503050406030204" pitchFamily="18" charset="0"/>
                        </a:rPr>
                        <m:t>|</m:t>
                      </m:r>
                      <m:d>
                        <m:dPr>
                          <m:begChr m:val=""/>
                          <m:endChr m:val="⟩"/>
                          <m:ctrlPr>
                            <a:rPr lang="en-US" altLang="zh-TW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1, </m:t>
                          </m:r>
                          <m:r>
                            <a:rPr lang="en-US" altLang="zh-TW" sz="16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</m:oMath>
                  </m:oMathPara>
                </a14:m>
                <a:endParaRPr lang="zh-TW" altLang="en-US" sz="1600" dirty="0"/>
              </a:p>
            </p:txBody>
          </p:sp>
        </mc:Choice>
        <mc:Fallback xmlns="">
          <p:sp>
            <p:nvSpPr>
              <p:cNvPr id="189" name="文字方塊 188">
                <a:extLst>
                  <a:ext uri="{FF2B5EF4-FFF2-40B4-BE49-F238E27FC236}">
                    <a16:creationId xmlns:a16="http://schemas.microsoft.com/office/drawing/2014/main" id="{06013B16-AADE-4F50-9769-3B0E22EFD8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04190" y="2546303"/>
                <a:ext cx="812954" cy="338554"/>
              </a:xfrm>
              <a:prstGeom prst="rect">
                <a:avLst/>
              </a:prstGeom>
              <a:blipFill>
                <a:blip r:embed="rId24"/>
                <a:stretch>
                  <a:fillRect t="-110909" r="-46617" b="-17272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12" name="群組 211">
            <a:extLst>
              <a:ext uri="{FF2B5EF4-FFF2-40B4-BE49-F238E27FC236}">
                <a16:creationId xmlns:a16="http://schemas.microsoft.com/office/drawing/2014/main" id="{56BB1570-BE07-4CCA-B844-DD9F00E8733F}"/>
              </a:ext>
            </a:extLst>
          </p:cNvPr>
          <p:cNvGrpSpPr/>
          <p:nvPr/>
        </p:nvGrpSpPr>
        <p:grpSpPr>
          <a:xfrm>
            <a:off x="7399448" y="1799161"/>
            <a:ext cx="115586" cy="110880"/>
            <a:chOff x="1373392" y="2391862"/>
            <a:chExt cx="479433" cy="476535"/>
          </a:xfrm>
        </p:grpSpPr>
        <p:sp>
          <p:nvSpPr>
            <p:cNvPr id="213" name="箭號: 向右 212">
              <a:extLst>
                <a:ext uri="{FF2B5EF4-FFF2-40B4-BE49-F238E27FC236}">
                  <a16:creationId xmlns:a16="http://schemas.microsoft.com/office/drawing/2014/main" id="{D44EB9EF-73CA-404D-99EE-1F0CCE892A52}"/>
                </a:ext>
              </a:extLst>
            </p:cNvPr>
            <p:cNvSpPr/>
            <p:nvPr/>
          </p:nvSpPr>
          <p:spPr>
            <a:xfrm>
              <a:off x="1411244" y="2735868"/>
              <a:ext cx="441581" cy="132529"/>
            </a:xfrm>
            <a:prstGeom prst="rightArrow">
              <a:avLst>
                <a:gd name="adj1" fmla="val 50000"/>
                <a:gd name="adj2" fmla="val 99023"/>
              </a:avLst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220" name="箭號: 向右 219">
              <a:extLst>
                <a:ext uri="{FF2B5EF4-FFF2-40B4-BE49-F238E27FC236}">
                  <a16:creationId xmlns:a16="http://schemas.microsoft.com/office/drawing/2014/main" id="{9F517533-ADEE-4B5D-BB6F-1F4159A610F9}"/>
                </a:ext>
              </a:extLst>
            </p:cNvPr>
            <p:cNvSpPr/>
            <p:nvPr/>
          </p:nvSpPr>
          <p:spPr>
            <a:xfrm rot="16200000">
              <a:off x="1218866" y="2546388"/>
              <a:ext cx="441581" cy="132529"/>
            </a:xfrm>
            <a:prstGeom prst="rightArrow">
              <a:avLst>
                <a:gd name="adj1" fmla="val 50000"/>
                <a:gd name="adj2" fmla="val 99023"/>
              </a:avLst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2000" dirty="0">
                <a:solidFill>
                  <a:schemeClr val="tx1"/>
                </a:solidFill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26" name="文字方塊 225">
                <a:extLst>
                  <a:ext uri="{FF2B5EF4-FFF2-40B4-BE49-F238E27FC236}">
                    <a16:creationId xmlns:a16="http://schemas.microsoft.com/office/drawing/2014/main" id="{4A797F52-28EA-4953-BC86-8E8901D5D2D9}"/>
                  </a:ext>
                </a:extLst>
              </p:cNvPr>
              <p:cNvSpPr txBox="1"/>
              <p:nvPr/>
            </p:nvSpPr>
            <p:spPr>
              <a:xfrm>
                <a:off x="7279571" y="1426185"/>
                <a:ext cx="438402" cy="4242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</m:oMath>
                  </m:oMathPara>
                </a14:m>
                <a:endParaRPr lang="en-US" altLang="zh-TW" sz="2000" dirty="0"/>
              </a:p>
            </p:txBody>
          </p:sp>
        </mc:Choice>
        <mc:Fallback xmlns="">
          <p:sp>
            <p:nvSpPr>
              <p:cNvPr id="226" name="文字方塊 225">
                <a:extLst>
                  <a:ext uri="{FF2B5EF4-FFF2-40B4-BE49-F238E27FC236}">
                    <a16:creationId xmlns:a16="http://schemas.microsoft.com/office/drawing/2014/main" id="{4A797F52-28EA-4953-BC86-8E8901D5D2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79571" y="1426185"/>
                <a:ext cx="438402" cy="424283"/>
              </a:xfrm>
              <a:prstGeom prst="rect">
                <a:avLst/>
              </a:prstGeom>
              <a:blipFill>
                <a:blip r:embed="rId25"/>
                <a:stretch>
                  <a:fillRect b="-428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7" name="文字方塊 226">
                <a:extLst>
                  <a:ext uri="{FF2B5EF4-FFF2-40B4-BE49-F238E27FC236}">
                    <a16:creationId xmlns:a16="http://schemas.microsoft.com/office/drawing/2014/main" id="{990D4C3A-AED8-40BB-8849-57DEE8BE7A17}"/>
                  </a:ext>
                </a:extLst>
              </p:cNvPr>
              <p:cNvSpPr txBox="1"/>
              <p:nvPr/>
            </p:nvSpPr>
            <p:spPr>
              <a:xfrm>
                <a:off x="7452554" y="1704337"/>
                <a:ext cx="388427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</m:oMath>
                  </m:oMathPara>
                </a14:m>
                <a:endParaRPr lang="en-US" altLang="zh-TW" sz="2000" dirty="0"/>
              </a:p>
            </p:txBody>
          </p:sp>
        </mc:Choice>
        <mc:Fallback xmlns="">
          <p:sp>
            <p:nvSpPr>
              <p:cNvPr id="227" name="文字方塊 226">
                <a:extLst>
                  <a:ext uri="{FF2B5EF4-FFF2-40B4-BE49-F238E27FC236}">
                    <a16:creationId xmlns:a16="http://schemas.microsoft.com/office/drawing/2014/main" id="{990D4C3A-AED8-40BB-8849-57DEE8BE7A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52554" y="1704337"/>
                <a:ext cx="388427" cy="400110"/>
              </a:xfrm>
              <a:prstGeom prst="rect">
                <a:avLst/>
              </a:prstGeom>
              <a:blipFill>
                <a:blip r:embed="rId26"/>
                <a:stretch>
                  <a:fillRect b="-769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8" name="文字方塊 227">
                <a:extLst>
                  <a:ext uri="{FF2B5EF4-FFF2-40B4-BE49-F238E27FC236}">
                    <a16:creationId xmlns:a16="http://schemas.microsoft.com/office/drawing/2014/main" id="{3C622479-68C9-4AC9-AE5F-27970F7075FD}"/>
                  </a:ext>
                </a:extLst>
              </p:cNvPr>
              <p:cNvSpPr txBox="1"/>
              <p:nvPr/>
            </p:nvSpPr>
            <p:spPr>
              <a:xfrm>
                <a:off x="6756111" y="2170409"/>
                <a:ext cx="652306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0.1</m:t>
                          </m:r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en-US" altLang="zh-TW" sz="1600" dirty="0"/>
              </a:p>
            </p:txBody>
          </p:sp>
        </mc:Choice>
        <mc:Fallback xmlns="">
          <p:sp>
            <p:nvSpPr>
              <p:cNvPr id="228" name="文字方塊 227">
                <a:extLst>
                  <a:ext uri="{FF2B5EF4-FFF2-40B4-BE49-F238E27FC236}">
                    <a16:creationId xmlns:a16="http://schemas.microsoft.com/office/drawing/2014/main" id="{3C622479-68C9-4AC9-AE5F-27970F7075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56111" y="2170409"/>
                <a:ext cx="652306" cy="338554"/>
              </a:xfrm>
              <a:prstGeom prst="rect">
                <a:avLst/>
              </a:prstGeom>
              <a:blipFill>
                <a:blip r:embed="rId27"/>
                <a:stretch>
                  <a:fillRect b="-535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9" name="文字方塊 228">
            <a:extLst>
              <a:ext uri="{FF2B5EF4-FFF2-40B4-BE49-F238E27FC236}">
                <a16:creationId xmlns:a16="http://schemas.microsoft.com/office/drawing/2014/main" id="{2693C9D3-A145-48F7-981C-9A9BF2A0A9A5}"/>
              </a:ext>
            </a:extLst>
          </p:cNvPr>
          <p:cNvSpPr txBox="1"/>
          <p:nvPr/>
        </p:nvSpPr>
        <p:spPr>
          <a:xfrm>
            <a:off x="5553351" y="116395"/>
            <a:ext cx="3714632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Longitudinal component</a:t>
            </a:r>
            <a:endParaRPr lang="zh-TW" altLang="en-US" sz="2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1" name="文字方塊 230">
                <a:extLst>
                  <a:ext uri="{FF2B5EF4-FFF2-40B4-BE49-F238E27FC236}">
                    <a16:creationId xmlns:a16="http://schemas.microsoft.com/office/drawing/2014/main" id="{A81A25EB-4EC7-4F2F-99BC-612BE192E284}"/>
                  </a:ext>
                </a:extLst>
              </p:cNvPr>
              <p:cNvSpPr txBox="1"/>
              <p:nvPr/>
            </p:nvSpPr>
            <p:spPr>
              <a:xfrm>
                <a:off x="6573869" y="1276205"/>
                <a:ext cx="1673596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𝛼</m:t>
                          </m:r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</m:d>
                      <m:r>
                        <a:rPr lang="en-US" altLang="zh-TW" sz="160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zh-TW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0, </m:t>
                          </m:r>
                          <m:r>
                            <m:rPr>
                              <m:nor/>
                            </m:rPr>
                            <a:rPr lang="en-US" altLang="zh-TW" sz="160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</m:oMath>
                  </m:oMathPara>
                </a14:m>
                <a:endParaRPr lang="zh-TW" altLang="en-US" sz="1600" dirty="0"/>
              </a:p>
            </p:txBody>
          </p:sp>
        </mc:Choice>
        <mc:Fallback xmlns="">
          <p:sp>
            <p:nvSpPr>
              <p:cNvPr id="231" name="文字方塊 230">
                <a:extLst>
                  <a:ext uri="{FF2B5EF4-FFF2-40B4-BE49-F238E27FC236}">
                    <a16:creationId xmlns:a16="http://schemas.microsoft.com/office/drawing/2014/main" id="{A81A25EB-4EC7-4F2F-99BC-612BE192E2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73869" y="1276205"/>
                <a:ext cx="1673596" cy="338554"/>
              </a:xfrm>
              <a:prstGeom prst="rect">
                <a:avLst/>
              </a:prstGeom>
              <a:blipFill>
                <a:blip r:embed="rId28"/>
                <a:stretch>
                  <a:fillRect b="-892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2" name="文字方塊 231">
                <a:extLst>
                  <a:ext uri="{FF2B5EF4-FFF2-40B4-BE49-F238E27FC236}">
                    <a16:creationId xmlns:a16="http://schemas.microsoft.com/office/drawing/2014/main" id="{B2F5F182-7771-47FB-BF37-AF5144F26384}"/>
                  </a:ext>
                </a:extLst>
              </p:cNvPr>
              <p:cNvSpPr txBox="1"/>
              <p:nvPr/>
            </p:nvSpPr>
            <p:spPr>
              <a:xfrm>
                <a:off x="5273398" y="3085892"/>
                <a:ext cx="1150186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0, </m:t>
                          </m:r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600" dirty="0"/>
              </a:p>
            </p:txBody>
          </p:sp>
        </mc:Choice>
        <mc:Fallback xmlns="">
          <p:sp>
            <p:nvSpPr>
              <p:cNvPr id="232" name="文字方塊 231">
                <a:extLst>
                  <a:ext uri="{FF2B5EF4-FFF2-40B4-BE49-F238E27FC236}">
                    <a16:creationId xmlns:a16="http://schemas.microsoft.com/office/drawing/2014/main" id="{B2F5F182-7771-47FB-BF37-AF5144F263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73398" y="3085892"/>
                <a:ext cx="1150186" cy="338554"/>
              </a:xfrm>
              <a:prstGeom prst="rect">
                <a:avLst/>
              </a:prstGeom>
              <a:blipFill>
                <a:blip r:embed="rId29"/>
                <a:stretch>
                  <a:fillRect b="-892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3" name="文字方塊 232">
                <a:extLst>
                  <a:ext uri="{FF2B5EF4-FFF2-40B4-BE49-F238E27FC236}">
                    <a16:creationId xmlns:a16="http://schemas.microsoft.com/office/drawing/2014/main" id="{BDC6F78B-E419-4B8A-BAA9-5615A1972DBE}"/>
                  </a:ext>
                </a:extLst>
              </p:cNvPr>
              <p:cNvSpPr txBox="1"/>
              <p:nvPr/>
            </p:nvSpPr>
            <p:spPr>
              <a:xfrm>
                <a:off x="8356122" y="3085892"/>
                <a:ext cx="1150186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600" dirty="0"/>
              </a:p>
            </p:txBody>
          </p:sp>
        </mc:Choice>
        <mc:Fallback xmlns="">
          <p:sp>
            <p:nvSpPr>
              <p:cNvPr id="233" name="文字方塊 232">
                <a:extLst>
                  <a:ext uri="{FF2B5EF4-FFF2-40B4-BE49-F238E27FC236}">
                    <a16:creationId xmlns:a16="http://schemas.microsoft.com/office/drawing/2014/main" id="{BDC6F78B-E419-4B8A-BAA9-5615A1972D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56122" y="3085892"/>
                <a:ext cx="1150186" cy="338554"/>
              </a:xfrm>
              <a:prstGeom prst="rect">
                <a:avLst/>
              </a:prstGeom>
              <a:blipFill>
                <a:blip r:embed="rId30"/>
                <a:stretch>
                  <a:fillRect b="-892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4" name="文字方塊 233">
                <a:extLst>
                  <a:ext uri="{FF2B5EF4-FFF2-40B4-BE49-F238E27FC236}">
                    <a16:creationId xmlns:a16="http://schemas.microsoft.com/office/drawing/2014/main" id="{DA67C54B-80A5-4D59-B289-74384BDACD1C}"/>
                  </a:ext>
                </a:extLst>
              </p:cNvPr>
              <p:cNvSpPr txBox="1"/>
              <p:nvPr/>
            </p:nvSpPr>
            <p:spPr>
              <a:xfrm>
                <a:off x="6835574" y="4830776"/>
                <a:ext cx="1150186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0,</m:t>
                          </m:r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𝜋</m:t>
                          </m:r>
                        </m:e>
                      </m:d>
                    </m:oMath>
                  </m:oMathPara>
                </a14:m>
                <a:endParaRPr lang="zh-TW" altLang="en-US" sz="1600" dirty="0"/>
              </a:p>
            </p:txBody>
          </p:sp>
        </mc:Choice>
        <mc:Fallback xmlns="">
          <p:sp>
            <p:nvSpPr>
              <p:cNvPr id="234" name="文字方塊 233">
                <a:extLst>
                  <a:ext uri="{FF2B5EF4-FFF2-40B4-BE49-F238E27FC236}">
                    <a16:creationId xmlns:a16="http://schemas.microsoft.com/office/drawing/2014/main" id="{DA67C54B-80A5-4D59-B289-74384BDACD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35574" y="4830776"/>
                <a:ext cx="1150186" cy="338554"/>
              </a:xfrm>
              <a:prstGeom prst="rect">
                <a:avLst/>
              </a:prstGeom>
              <a:blipFill>
                <a:blip r:embed="rId3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35" name="圖片 234">
            <a:extLst>
              <a:ext uri="{FF2B5EF4-FFF2-40B4-BE49-F238E27FC236}">
                <a16:creationId xmlns:a16="http://schemas.microsoft.com/office/drawing/2014/main" id="{DF781A4C-9BC8-40C7-BF1A-E906699C28D4}"/>
              </a:ext>
            </a:extLst>
          </p:cNvPr>
          <p:cNvPicPr>
            <a:picLocks noChangeAspect="1"/>
          </p:cNvPicPr>
          <p:nvPr/>
        </p:nvPicPr>
        <p:blipFill rotWithShape="1">
          <a:blip r:embed="rId3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0879" t="9023" r="4888" b="70339"/>
          <a:stretch/>
        </p:blipFill>
        <p:spPr>
          <a:xfrm>
            <a:off x="8086335" y="1248405"/>
            <a:ext cx="413382" cy="134348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36" name="文字方塊 235">
                <a:extLst>
                  <a:ext uri="{FF2B5EF4-FFF2-40B4-BE49-F238E27FC236}">
                    <a16:creationId xmlns:a16="http://schemas.microsoft.com/office/drawing/2014/main" id="{61131924-00C5-4C5C-8379-1D2527DB1052}"/>
                  </a:ext>
                </a:extLst>
              </p:cNvPr>
              <p:cNvSpPr txBox="1"/>
              <p:nvPr/>
            </p:nvSpPr>
            <p:spPr>
              <a:xfrm>
                <a:off x="8004871" y="2332878"/>
                <a:ext cx="478319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sz="1400"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altLang="zh-TW" sz="1400">
                          <a:latin typeface="Cambria Math" panose="02040503050406030204" pitchFamily="18" charset="0"/>
                        </a:rPr>
                        <m:t>.</m:t>
                      </m:r>
                      <m:r>
                        <m:rPr>
                          <m:sty m:val="p"/>
                        </m:rPr>
                        <a:rPr lang="en-US" altLang="zh-TW" sz="1400">
                          <a:latin typeface="Cambria Math" panose="02040503050406030204" pitchFamily="18" charset="0"/>
                        </a:rPr>
                        <m:t>u</m:t>
                      </m:r>
                      <m:r>
                        <a:rPr lang="en-US" altLang="zh-TW" sz="140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TW" altLang="en-US" sz="1400" dirty="0"/>
              </a:p>
            </p:txBody>
          </p:sp>
        </mc:Choice>
        <mc:Fallback xmlns="">
          <p:sp>
            <p:nvSpPr>
              <p:cNvPr id="236" name="文字方塊 235">
                <a:extLst>
                  <a:ext uri="{FF2B5EF4-FFF2-40B4-BE49-F238E27FC236}">
                    <a16:creationId xmlns:a16="http://schemas.microsoft.com/office/drawing/2014/main" id="{61131924-00C5-4C5C-8379-1D2527DB10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04871" y="2332878"/>
                <a:ext cx="478319" cy="307777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7" name="Oval 14">
            <a:extLst>
              <a:ext uri="{FF2B5EF4-FFF2-40B4-BE49-F238E27FC236}">
                <a16:creationId xmlns:a16="http://schemas.microsoft.com/office/drawing/2014/main" id="{4D2E6476-8133-4C1A-80AA-96C2BBAD7538}"/>
              </a:ext>
            </a:extLst>
          </p:cNvPr>
          <p:cNvSpPr/>
          <p:nvPr/>
        </p:nvSpPr>
        <p:spPr>
          <a:xfrm>
            <a:off x="7327414" y="2842583"/>
            <a:ext cx="162450" cy="168277"/>
          </a:xfrm>
          <a:prstGeom prst="ellipse">
            <a:avLst/>
          </a:prstGeom>
          <a:gradFill flip="none" rotWithShape="1">
            <a:gsLst>
              <a:gs pos="0">
                <a:srgbClr val="D1D1D1"/>
              </a:gs>
              <a:gs pos="23000">
                <a:schemeClr val="bg1">
                  <a:lumMod val="85000"/>
                </a:schemeClr>
              </a:gs>
              <a:gs pos="69000">
                <a:schemeClr val="accent3">
                  <a:lumMod val="75000"/>
                </a:schemeClr>
              </a:gs>
              <a:gs pos="97000">
                <a:schemeClr val="accent3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/>
          </a:p>
        </p:txBody>
      </p:sp>
      <p:sp>
        <p:nvSpPr>
          <p:cNvPr id="238" name="Oval 4">
            <a:extLst>
              <a:ext uri="{FF2B5EF4-FFF2-40B4-BE49-F238E27FC236}">
                <a16:creationId xmlns:a16="http://schemas.microsoft.com/office/drawing/2014/main" id="{D0067B35-40A6-4446-8A95-C300D2678B59}"/>
              </a:ext>
            </a:extLst>
          </p:cNvPr>
          <p:cNvSpPr/>
          <p:nvPr/>
        </p:nvSpPr>
        <p:spPr>
          <a:xfrm>
            <a:off x="6688833" y="2926721"/>
            <a:ext cx="1443999" cy="1495797"/>
          </a:xfrm>
          <a:prstGeom prst="ellipse">
            <a:avLst/>
          </a:prstGeom>
          <a:gradFill flip="none" rotWithShape="1">
            <a:gsLst>
              <a:gs pos="100000">
                <a:schemeClr val="accent3">
                  <a:lumMod val="60000"/>
                  <a:lumOff val="40000"/>
                  <a:alpha val="60000"/>
                </a:schemeClr>
              </a:gs>
              <a:gs pos="55000">
                <a:schemeClr val="accent3">
                  <a:lumMod val="40000"/>
                  <a:lumOff val="60000"/>
                  <a:alpha val="60000"/>
                </a:schemeClr>
              </a:gs>
              <a:gs pos="0">
                <a:schemeClr val="bg1">
                  <a:alpha val="6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 w="57150">
            <a:solidFill>
              <a:srgbClr val="D5D7D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39" name="Oval 15">
            <a:extLst>
              <a:ext uri="{FF2B5EF4-FFF2-40B4-BE49-F238E27FC236}">
                <a16:creationId xmlns:a16="http://schemas.microsoft.com/office/drawing/2014/main" id="{3ED95C10-549D-46A4-8427-E9004FB39400}"/>
              </a:ext>
            </a:extLst>
          </p:cNvPr>
          <p:cNvSpPr/>
          <p:nvPr/>
        </p:nvSpPr>
        <p:spPr>
          <a:xfrm>
            <a:off x="7327414" y="4337540"/>
            <a:ext cx="162450" cy="168277"/>
          </a:xfrm>
          <a:prstGeom prst="ellipse">
            <a:avLst/>
          </a:prstGeom>
          <a:gradFill flip="none" rotWithShape="1">
            <a:gsLst>
              <a:gs pos="17000">
                <a:srgbClr val="D1D1D1"/>
              </a:gs>
              <a:gs pos="0">
                <a:schemeClr val="bg1">
                  <a:lumMod val="85000"/>
                </a:schemeClr>
              </a:gs>
              <a:gs pos="60000">
                <a:schemeClr val="accent3">
                  <a:lumMod val="75000"/>
                </a:schemeClr>
              </a:gs>
              <a:gs pos="97000">
                <a:schemeClr val="accent3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52" name="SHO">
            <a:extLst>
              <a:ext uri="{FF2B5EF4-FFF2-40B4-BE49-F238E27FC236}">
                <a16:creationId xmlns:a16="http://schemas.microsoft.com/office/drawing/2014/main" id="{0845B616-2D49-4C5D-A47F-908796A33A53}"/>
              </a:ext>
            </a:extLst>
          </p:cNvPr>
          <p:cNvSpPr/>
          <p:nvPr/>
        </p:nvSpPr>
        <p:spPr>
          <a:xfrm rot="16200000">
            <a:off x="7097294" y="2953120"/>
            <a:ext cx="622693" cy="1443999"/>
          </a:xfrm>
          <a:prstGeom prst="arc">
            <a:avLst>
              <a:gd name="adj1" fmla="val 5396867"/>
              <a:gd name="adj2" fmla="val 5395779"/>
            </a:avLst>
          </a:prstGeom>
          <a:gradFill flip="none" rotWithShape="1">
            <a:gsLst>
              <a:gs pos="0">
                <a:schemeClr val="bg1">
                  <a:lumMod val="65000"/>
                </a:schemeClr>
              </a:gs>
              <a:gs pos="47000">
                <a:schemeClr val="bg1">
                  <a:lumMod val="50000"/>
                </a:schemeClr>
              </a:gs>
              <a:gs pos="97000">
                <a:srgbClr val="5E5E5E"/>
              </a:gs>
            </a:gsLst>
            <a:path path="circle">
              <a:fillToRect l="50000" t="50000" r="50000" b="50000"/>
            </a:path>
            <a:tileRect/>
          </a:gradFill>
          <a:ln w="31750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53" name="SVO">
            <a:extLst>
              <a:ext uri="{FF2B5EF4-FFF2-40B4-BE49-F238E27FC236}">
                <a16:creationId xmlns:a16="http://schemas.microsoft.com/office/drawing/2014/main" id="{28FBC70E-6464-4911-A7DC-D688B4A191B2}"/>
              </a:ext>
            </a:extLst>
          </p:cNvPr>
          <p:cNvSpPr/>
          <p:nvPr/>
        </p:nvSpPr>
        <p:spPr>
          <a:xfrm>
            <a:off x="7046740" y="2927222"/>
            <a:ext cx="722000" cy="1495797"/>
          </a:xfrm>
          <a:prstGeom prst="ellipse">
            <a:avLst/>
          </a:prstGeom>
          <a:noFill/>
          <a:ln w="25400">
            <a:solidFill>
              <a:schemeClr val="bg1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254" name="Oval 6">
            <a:extLst>
              <a:ext uri="{FF2B5EF4-FFF2-40B4-BE49-F238E27FC236}">
                <a16:creationId xmlns:a16="http://schemas.microsoft.com/office/drawing/2014/main" id="{F7426249-BB1C-465F-BA24-177826BCA4FE}"/>
              </a:ext>
            </a:extLst>
          </p:cNvPr>
          <p:cNvSpPr/>
          <p:nvPr/>
        </p:nvSpPr>
        <p:spPr>
          <a:xfrm rot="16200000">
            <a:off x="7097294" y="2953120"/>
            <a:ext cx="622693" cy="1443999"/>
          </a:xfrm>
          <a:prstGeom prst="ellipse">
            <a:avLst/>
          </a:prstGeom>
          <a:noFill/>
          <a:ln w="38100">
            <a:solidFill>
              <a:schemeClr val="tx1">
                <a:alpha val="6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5" name="TextBox 11">
                <a:extLst>
                  <a:ext uri="{FF2B5EF4-FFF2-40B4-BE49-F238E27FC236}">
                    <a16:creationId xmlns:a16="http://schemas.microsoft.com/office/drawing/2014/main" id="{37DEB133-ADB0-4B60-901B-D2AEF580DA59}"/>
                  </a:ext>
                </a:extLst>
              </p:cNvPr>
              <p:cNvSpPr txBox="1"/>
              <p:nvPr/>
            </p:nvSpPr>
            <p:spPr>
              <a:xfrm>
                <a:off x="6858942" y="3496768"/>
                <a:ext cx="176928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255" name="TextBox 11">
                <a:extLst>
                  <a:ext uri="{FF2B5EF4-FFF2-40B4-BE49-F238E27FC236}">
                    <a16:creationId xmlns:a16="http://schemas.microsoft.com/office/drawing/2014/main" id="{37DEB133-ADB0-4B60-901B-D2AEF580DA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58942" y="3496768"/>
                <a:ext cx="176928" cy="338554"/>
              </a:xfrm>
              <a:prstGeom prst="rect">
                <a:avLst/>
              </a:prstGeom>
              <a:blipFill>
                <a:blip r:embed="rId33"/>
                <a:stretch>
                  <a:fillRect r="-4137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6" name="Oval 22">
            <a:extLst>
              <a:ext uri="{FF2B5EF4-FFF2-40B4-BE49-F238E27FC236}">
                <a16:creationId xmlns:a16="http://schemas.microsoft.com/office/drawing/2014/main" id="{F51F6D7A-CBDD-41AE-81A9-01A381888E10}"/>
              </a:ext>
            </a:extLst>
          </p:cNvPr>
          <p:cNvSpPr/>
          <p:nvPr/>
        </p:nvSpPr>
        <p:spPr>
          <a:xfrm>
            <a:off x="7326468" y="4337540"/>
            <a:ext cx="162450" cy="168277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7" name="TextBox 12">
                <a:extLst>
                  <a:ext uri="{FF2B5EF4-FFF2-40B4-BE49-F238E27FC236}">
                    <a16:creationId xmlns:a16="http://schemas.microsoft.com/office/drawing/2014/main" id="{BEB792E4-CC90-49E5-8163-921F2ECF2D45}"/>
                  </a:ext>
                </a:extLst>
              </p:cNvPr>
              <p:cNvSpPr txBox="1"/>
              <p:nvPr/>
            </p:nvSpPr>
            <p:spPr>
              <a:xfrm>
                <a:off x="7513865" y="3592165"/>
                <a:ext cx="176928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257" name="TextBox 12">
                <a:extLst>
                  <a:ext uri="{FF2B5EF4-FFF2-40B4-BE49-F238E27FC236}">
                    <a16:creationId xmlns:a16="http://schemas.microsoft.com/office/drawing/2014/main" id="{BEB792E4-CC90-49E5-8163-921F2ECF2D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13865" y="3592165"/>
                <a:ext cx="176928" cy="338554"/>
              </a:xfrm>
              <a:prstGeom prst="rect">
                <a:avLst/>
              </a:prstGeom>
              <a:blipFill>
                <a:blip r:embed="rId34"/>
                <a:stretch>
                  <a:fillRect r="-51724" b="-357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8" name="TextBox 13">
                <a:extLst>
                  <a:ext uri="{FF2B5EF4-FFF2-40B4-BE49-F238E27FC236}">
                    <a16:creationId xmlns:a16="http://schemas.microsoft.com/office/drawing/2014/main" id="{8D531DEA-B9A5-4E8D-A6A2-A31408532FD7}"/>
                  </a:ext>
                </a:extLst>
              </p:cNvPr>
              <p:cNvSpPr txBox="1"/>
              <p:nvPr/>
            </p:nvSpPr>
            <p:spPr>
              <a:xfrm>
                <a:off x="7269741" y="2962423"/>
                <a:ext cx="256967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>
                          <a:latin typeface="Cambria Math" panose="02040503050406030204" pitchFamily="18" charset="0"/>
                        </a:rPr>
                        <m:t>𝑧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258" name="TextBox 13">
                <a:extLst>
                  <a:ext uri="{FF2B5EF4-FFF2-40B4-BE49-F238E27FC236}">
                    <a16:creationId xmlns:a16="http://schemas.microsoft.com/office/drawing/2014/main" id="{8D531DEA-B9A5-4E8D-A6A2-A31408532F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69741" y="2962423"/>
                <a:ext cx="256967" cy="338554"/>
              </a:xfrm>
              <a:prstGeom prst="rect">
                <a:avLst/>
              </a:prstGeom>
              <a:blipFill>
                <a:blip r:embed="rId3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9" name="DVO">
            <a:extLst>
              <a:ext uri="{FF2B5EF4-FFF2-40B4-BE49-F238E27FC236}">
                <a16:creationId xmlns:a16="http://schemas.microsoft.com/office/drawing/2014/main" id="{BD66E933-A9D1-416F-99A4-A2F56F384D96}"/>
              </a:ext>
            </a:extLst>
          </p:cNvPr>
          <p:cNvSpPr/>
          <p:nvPr/>
        </p:nvSpPr>
        <p:spPr>
          <a:xfrm flipH="1">
            <a:off x="7046740" y="2927222"/>
            <a:ext cx="722000" cy="1495797"/>
          </a:xfrm>
          <a:prstGeom prst="arc">
            <a:avLst>
              <a:gd name="adj1" fmla="val 5396867"/>
              <a:gd name="adj2" fmla="val 16170484"/>
            </a:avLst>
          </a:prstGeom>
          <a:ln w="254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60" name="Oval 23">
            <a:extLst>
              <a:ext uri="{FF2B5EF4-FFF2-40B4-BE49-F238E27FC236}">
                <a16:creationId xmlns:a16="http://schemas.microsoft.com/office/drawing/2014/main" id="{B1975880-4F20-4527-8AC1-67B4B5024B5F}"/>
              </a:ext>
            </a:extLst>
          </p:cNvPr>
          <p:cNvSpPr/>
          <p:nvPr/>
        </p:nvSpPr>
        <p:spPr>
          <a:xfrm>
            <a:off x="8049324" y="3590982"/>
            <a:ext cx="162450" cy="168277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cxnSp>
        <p:nvCxnSpPr>
          <p:cNvPr id="261" name="Straight Arrow Connector 7">
            <a:extLst>
              <a:ext uri="{FF2B5EF4-FFF2-40B4-BE49-F238E27FC236}">
                <a16:creationId xmlns:a16="http://schemas.microsoft.com/office/drawing/2014/main" id="{33161F97-7212-47BE-BA7D-6FC7B9147369}"/>
              </a:ext>
            </a:extLst>
          </p:cNvPr>
          <p:cNvCxnSpPr>
            <a:cxnSpLocks/>
          </p:cNvCxnSpPr>
          <p:nvPr/>
        </p:nvCxnSpPr>
        <p:spPr>
          <a:xfrm flipV="1">
            <a:off x="7404709" y="3227038"/>
            <a:ext cx="1697" cy="445890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2" name="Straight Arrow Connector 19">
            <a:extLst>
              <a:ext uri="{FF2B5EF4-FFF2-40B4-BE49-F238E27FC236}">
                <a16:creationId xmlns:a16="http://schemas.microsoft.com/office/drawing/2014/main" id="{240911C2-AE74-4914-B8DB-470C2315C461}"/>
              </a:ext>
            </a:extLst>
          </p:cNvPr>
          <p:cNvCxnSpPr>
            <a:cxnSpLocks/>
          </p:cNvCxnSpPr>
          <p:nvPr/>
        </p:nvCxnSpPr>
        <p:spPr>
          <a:xfrm>
            <a:off x="7407693" y="3670744"/>
            <a:ext cx="195802" cy="156763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3" name="Straight Arrow Connector 18">
            <a:extLst>
              <a:ext uri="{FF2B5EF4-FFF2-40B4-BE49-F238E27FC236}">
                <a16:creationId xmlns:a16="http://schemas.microsoft.com/office/drawing/2014/main" id="{168B960E-43A1-4542-B03F-41153CC41797}"/>
              </a:ext>
            </a:extLst>
          </p:cNvPr>
          <p:cNvCxnSpPr>
            <a:cxnSpLocks/>
          </p:cNvCxnSpPr>
          <p:nvPr/>
        </p:nvCxnSpPr>
        <p:spPr>
          <a:xfrm rot="16200000" flipH="1" flipV="1">
            <a:off x="7236371" y="3499268"/>
            <a:ext cx="0" cy="342950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4" name="Oval 20">
            <a:extLst>
              <a:ext uri="{FF2B5EF4-FFF2-40B4-BE49-F238E27FC236}">
                <a16:creationId xmlns:a16="http://schemas.microsoft.com/office/drawing/2014/main" id="{24DEE888-55C9-4D4C-B18D-808F9AA85CCB}"/>
              </a:ext>
            </a:extLst>
          </p:cNvPr>
          <p:cNvSpPr/>
          <p:nvPr/>
        </p:nvSpPr>
        <p:spPr>
          <a:xfrm>
            <a:off x="6605160" y="3590982"/>
            <a:ext cx="162450" cy="168277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265" name="Oval 22">
            <a:extLst>
              <a:ext uri="{FF2B5EF4-FFF2-40B4-BE49-F238E27FC236}">
                <a16:creationId xmlns:a16="http://schemas.microsoft.com/office/drawing/2014/main" id="{EF01816B-7066-4916-A520-954D092BE6FE}"/>
              </a:ext>
            </a:extLst>
          </p:cNvPr>
          <p:cNvSpPr/>
          <p:nvPr/>
        </p:nvSpPr>
        <p:spPr>
          <a:xfrm>
            <a:off x="7327650" y="2834709"/>
            <a:ext cx="162450" cy="168277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/>
          </a:p>
        </p:txBody>
      </p:sp>
      <p:sp>
        <p:nvSpPr>
          <p:cNvPr id="266" name="Partial Circle 9">
            <a:extLst>
              <a:ext uri="{FF2B5EF4-FFF2-40B4-BE49-F238E27FC236}">
                <a16:creationId xmlns:a16="http://schemas.microsoft.com/office/drawing/2014/main" id="{95E3D0C0-F471-47D7-9B54-CC1B9F289F59}"/>
              </a:ext>
            </a:extLst>
          </p:cNvPr>
          <p:cNvSpPr>
            <a:spLocks noChangeAspect="1"/>
          </p:cNvSpPr>
          <p:nvPr/>
        </p:nvSpPr>
        <p:spPr>
          <a:xfrm rot="16200000" flipH="1">
            <a:off x="7343811" y="3575856"/>
            <a:ext cx="102407" cy="197721"/>
          </a:xfrm>
          <a:prstGeom prst="pie">
            <a:avLst>
              <a:gd name="adj1" fmla="val 16258856"/>
              <a:gd name="adj2" fmla="val 19252600"/>
            </a:avLst>
          </a:prstGeom>
          <a:gradFill flip="none" rotWithShape="1">
            <a:gsLst>
              <a:gs pos="0">
                <a:schemeClr val="tx1"/>
              </a:gs>
              <a:gs pos="50000">
                <a:schemeClr val="tx1">
                  <a:lumMod val="50000"/>
                  <a:lumOff val="50000"/>
                </a:schemeClr>
              </a:gs>
              <a:gs pos="100000">
                <a:schemeClr val="bg1">
                  <a:lumMod val="50000"/>
                </a:schemeClr>
              </a:gs>
            </a:gsLst>
            <a:lin ang="2700000" scaled="1"/>
            <a:tileRect/>
          </a:gra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7" name="TextBox 10">
                <a:extLst>
                  <a:ext uri="{FF2B5EF4-FFF2-40B4-BE49-F238E27FC236}">
                    <a16:creationId xmlns:a16="http://schemas.microsoft.com/office/drawing/2014/main" id="{B215AA15-06BF-4D83-A5CD-B6A967095CE1}"/>
                  </a:ext>
                </a:extLst>
              </p:cNvPr>
              <p:cNvSpPr txBox="1"/>
              <p:nvPr/>
            </p:nvSpPr>
            <p:spPr>
              <a:xfrm>
                <a:off x="6979793" y="3610902"/>
                <a:ext cx="315234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>
                          <a:latin typeface="Cambria Math" panose="02040503050406030204" pitchFamily="18" charset="0"/>
                        </a:rPr>
                        <m:t>𝛼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267" name="TextBox 10">
                <a:extLst>
                  <a:ext uri="{FF2B5EF4-FFF2-40B4-BE49-F238E27FC236}">
                    <a16:creationId xmlns:a16="http://schemas.microsoft.com/office/drawing/2014/main" id="{B215AA15-06BF-4D83-A5CD-B6A967095C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79793" y="3610902"/>
                <a:ext cx="315234" cy="338554"/>
              </a:xfrm>
              <a:prstGeom prst="rect">
                <a:avLst/>
              </a:prstGeom>
              <a:blipFill>
                <a:blip r:embed="rId3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68" name="Straight Arrow Connector 17">
            <a:extLst>
              <a:ext uri="{FF2B5EF4-FFF2-40B4-BE49-F238E27FC236}">
                <a16:creationId xmlns:a16="http://schemas.microsoft.com/office/drawing/2014/main" id="{230BB7BA-7677-4C8C-B5E4-B82B7D463931}"/>
              </a:ext>
            </a:extLst>
          </p:cNvPr>
          <p:cNvCxnSpPr>
            <a:cxnSpLocks/>
          </p:cNvCxnSpPr>
          <p:nvPr/>
        </p:nvCxnSpPr>
        <p:spPr>
          <a:xfrm flipH="1">
            <a:off x="7187062" y="3675924"/>
            <a:ext cx="221585" cy="286539"/>
          </a:xfrm>
          <a:prstGeom prst="straightConnector1">
            <a:avLst/>
          </a:prstGeom>
          <a:ln w="38100">
            <a:solidFill>
              <a:schemeClr val="tx1"/>
            </a:solidFill>
            <a:tailEnd type="stealth" w="lg" len="lg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269" name="Partial Circle 9">
            <a:extLst>
              <a:ext uri="{FF2B5EF4-FFF2-40B4-BE49-F238E27FC236}">
                <a16:creationId xmlns:a16="http://schemas.microsoft.com/office/drawing/2014/main" id="{E72D69FE-BCE2-4231-B5B8-E4BAB5150F43}"/>
              </a:ext>
            </a:extLst>
          </p:cNvPr>
          <p:cNvSpPr>
            <a:spLocks noChangeAspect="1"/>
          </p:cNvSpPr>
          <p:nvPr/>
        </p:nvSpPr>
        <p:spPr>
          <a:xfrm>
            <a:off x="7331086" y="3538631"/>
            <a:ext cx="149214" cy="301366"/>
          </a:xfrm>
          <a:prstGeom prst="pie">
            <a:avLst>
              <a:gd name="adj1" fmla="val 16258856"/>
              <a:gd name="adj2" fmla="val 19252600"/>
            </a:avLst>
          </a:prstGeom>
          <a:gradFill flip="none" rotWithShape="1">
            <a:gsLst>
              <a:gs pos="0">
                <a:schemeClr val="tx1"/>
              </a:gs>
              <a:gs pos="50000">
                <a:schemeClr val="tx1">
                  <a:lumMod val="50000"/>
                  <a:lumOff val="50000"/>
                </a:schemeClr>
              </a:gs>
              <a:gs pos="100000">
                <a:schemeClr val="bg1">
                  <a:lumMod val="50000"/>
                </a:schemeClr>
              </a:gs>
            </a:gsLst>
            <a:lin ang="2700000" scaled="1"/>
            <a:tileRect/>
          </a:gra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0" name="TextBox 10">
                <a:extLst>
                  <a:ext uri="{FF2B5EF4-FFF2-40B4-BE49-F238E27FC236}">
                    <a16:creationId xmlns:a16="http://schemas.microsoft.com/office/drawing/2014/main" id="{2F6C10B6-03DA-4C5F-B367-63A41053B482}"/>
                  </a:ext>
                </a:extLst>
              </p:cNvPr>
              <p:cNvSpPr txBox="1"/>
              <p:nvPr/>
            </p:nvSpPr>
            <p:spPr>
              <a:xfrm>
                <a:off x="7370865" y="3290484"/>
                <a:ext cx="297046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>
                          <a:latin typeface="Cambria Math" panose="02040503050406030204" pitchFamily="18" charset="0"/>
                        </a:rPr>
                        <m:t>𝛽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270" name="TextBox 10">
                <a:extLst>
                  <a:ext uri="{FF2B5EF4-FFF2-40B4-BE49-F238E27FC236}">
                    <a16:creationId xmlns:a16="http://schemas.microsoft.com/office/drawing/2014/main" id="{2F6C10B6-03DA-4C5F-B367-63A41053B4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70865" y="3290484"/>
                <a:ext cx="297046" cy="338554"/>
              </a:xfrm>
              <a:prstGeom prst="rect">
                <a:avLst/>
              </a:prstGeom>
              <a:blipFill>
                <a:blip r:embed="rId37"/>
                <a:stretch>
                  <a:fillRect r="-4082" b="-1090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71" name="Straight Arrow Connector 17">
            <a:extLst>
              <a:ext uri="{FF2B5EF4-FFF2-40B4-BE49-F238E27FC236}">
                <a16:creationId xmlns:a16="http://schemas.microsoft.com/office/drawing/2014/main" id="{050CD12B-2348-4EAE-8F7E-7F476F6AB6E3}"/>
              </a:ext>
            </a:extLst>
          </p:cNvPr>
          <p:cNvCxnSpPr>
            <a:cxnSpLocks/>
          </p:cNvCxnSpPr>
          <p:nvPr/>
        </p:nvCxnSpPr>
        <p:spPr>
          <a:xfrm flipV="1">
            <a:off x="7400560" y="3230199"/>
            <a:ext cx="571923" cy="449644"/>
          </a:xfrm>
          <a:prstGeom prst="straightConnector1">
            <a:avLst/>
          </a:prstGeom>
          <a:ln w="38100">
            <a:solidFill>
              <a:schemeClr val="tx1"/>
            </a:solidFill>
            <a:tailEnd type="stealth" w="lg" len="lg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grpSp>
        <p:nvGrpSpPr>
          <p:cNvPr id="309" name="群組 308">
            <a:extLst>
              <a:ext uri="{FF2B5EF4-FFF2-40B4-BE49-F238E27FC236}">
                <a16:creationId xmlns:a16="http://schemas.microsoft.com/office/drawing/2014/main" id="{923BE20A-F83E-4C32-9F62-F6AECA9B854D}"/>
              </a:ext>
            </a:extLst>
          </p:cNvPr>
          <p:cNvGrpSpPr/>
          <p:nvPr/>
        </p:nvGrpSpPr>
        <p:grpSpPr>
          <a:xfrm>
            <a:off x="4045903" y="1517103"/>
            <a:ext cx="528478" cy="516457"/>
            <a:chOff x="4045903" y="1840952"/>
            <a:chExt cx="528478" cy="516457"/>
          </a:xfrm>
        </p:grpSpPr>
        <p:grpSp>
          <p:nvGrpSpPr>
            <p:cNvPr id="310" name="群組 309">
              <a:extLst>
                <a:ext uri="{FF2B5EF4-FFF2-40B4-BE49-F238E27FC236}">
                  <a16:creationId xmlns:a16="http://schemas.microsoft.com/office/drawing/2014/main" id="{3563E56C-C75B-4B56-8CDF-CF1056A0307D}"/>
                </a:ext>
              </a:extLst>
            </p:cNvPr>
            <p:cNvGrpSpPr/>
            <p:nvPr/>
          </p:nvGrpSpPr>
          <p:grpSpPr>
            <a:xfrm>
              <a:off x="4171971" y="2141506"/>
              <a:ext cx="115586" cy="110880"/>
              <a:chOff x="1373392" y="2391862"/>
              <a:chExt cx="479433" cy="476535"/>
            </a:xfrm>
          </p:grpSpPr>
          <p:sp>
            <p:nvSpPr>
              <p:cNvPr id="313" name="箭號: 向右 312">
                <a:extLst>
                  <a:ext uri="{FF2B5EF4-FFF2-40B4-BE49-F238E27FC236}">
                    <a16:creationId xmlns:a16="http://schemas.microsoft.com/office/drawing/2014/main" id="{46418E2D-1845-4FA3-9CF6-D73E2295F055}"/>
                  </a:ext>
                </a:extLst>
              </p:cNvPr>
              <p:cNvSpPr/>
              <p:nvPr/>
            </p:nvSpPr>
            <p:spPr>
              <a:xfrm>
                <a:off x="1411244" y="2735868"/>
                <a:ext cx="441581" cy="132529"/>
              </a:xfrm>
              <a:prstGeom prst="rightArrow">
                <a:avLst>
                  <a:gd name="adj1" fmla="val 50000"/>
                  <a:gd name="adj2" fmla="val 99023"/>
                </a:avLst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600">
                  <a:solidFill>
                    <a:schemeClr val="bg1"/>
                  </a:solidFill>
                </a:endParaRPr>
              </a:p>
            </p:txBody>
          </p:sp>
          <p:sp>
            <p:nvSpPr>
              <p:cNvPr id="314" name="箭號: 向右 313">
                <a:extLst>
                  <a:ext uri="{FF2B5EF4-FFF2-40B4-BE49-F238E27FC236}">
                    <a16:creationId xmlns:a16="http://schemas.microsoft.com/office/drawing/2014/main" id="{37A4EB8D-9830-4CB9-AA92-31692CC6CCA0}"/>
                  </a:ext>
                </a:extLst>
              </p:cNvPr>
              <p:cNvSpPr/>
              <p:nvPr/>
            </p:nvSpPr>
            <p:spPr>
              <a:xfrm rot="16200000">
                <a:off x="1218866" y="2546388"/>
                <a:ext cx="441581" cy="132529"/>
              </a:xfrm>
              <a:prstGeom prst="rightArrow">
                <a:avLst>
                  <a:gd name="adj1" fmla="val 50000"/>
                  <a:gd name="adj2" fmla="val 99023"/>
                </a:avLst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600" dirty="0">
                  <a:solidFill>
                    <a:schemeClr val="bg1"/>
                  </a:solidFill>
                </a:endParaRP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1" name="文字方塊 310">
                  <a:extLst>
                    <a:ext uri="{FF2B5EF4-FFF2-40B4-BE49-F238E27FC236}">
                      <a16:creationId xmlns:a16="http://schemas.microsoft.com/office/drawing/2014/main" id="{F7D64F3C-F299-402A-B134-A6C3BA5467F7}"/>
                    </a:ext>
                  </a:extLst>
                </p:cNvPr>
                <p:cNvSpPr txBox="1"/>
                <p:nvPr/>
              </p:nvSpPr>
              <p:spPr>
                <a:xfrm>
                  <a:off x="4045903" y="1840952"/>
                  <a:ext cx="411859" cy="35798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16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6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zh-TW" sz="16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</m:oMath>
                    </m:oMathPara>
                  </a14:m>
                  <a:endParaRPr lang="en-US" altLang="zh-TW" sz="1600" dirty="0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311" name="文字方塊 310">
                  <a:extLst>
                    <a:ext uri="{FF2B5EF4-FFF2-40B4-BE49-F238E27FC236}">
                      <a16:creationId xmlns:a16="http://schemas.microsoft.com/office/drawing/2014/main" id="{F7D64F3C-F299-402A-B134-A6C3BA5467F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045903" y="1840952"/>
                  <a:ext cx="411859" cy="357983"/>
                </a:xfrm>
                <a:prstGeom prst="rect">
                  <a:avLst/>
                </a:prstGeom>
                <a:blipFill>
                  <a:blip r:embed="rId38"/>
                  <a:stretch>
                    <a:fillRect b="-1695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2" name="文字方塊 311">
                  <a:extLst>
                    <a:ext uri="{FF2B5EF4-FFF2-40B4-BE49-F238E27FC236}">
                      <a16:creationId xmlns:a16="http://schemas.microsoft.com/office/drawing/2014/main" id="{30083B1C-CF23-469A-A441-D3DB2F8F2D4B}"/>
                    </a:ext>
                  </a:extLst>
                </p:cNvPr>
                <p:cNvSpPr txBox="1"/>
                <p:nvPr/>
              </p:nvSpPr>
              <p:spPr>
                <a:xfrm>
                  <a:off x="4225540" y="2018855"/>
                  <a:ext cx="348841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16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6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zh-TW" sz="16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oMath>
                    </m:oMathPara>
                  </a14:m>
                  <a:endParaRPr lang="en-US" altLang="zh-TW" sz="1600" dirty="0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312" name="文字方塊 311">
                  <a:extLst>
                    <a:ext uri="{FF2B5EF4-FFF2-40B4-BE49-F238E27FC236}">
                      <a16:creationId xmlns:a16="http://schemas.microsoft.com/office/drawing/2014/main" id="{30083B1C-CF23-469A-A441-D3DB2F8F2D4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25540" y="2018855"/>
                  <a:ext cx="348841" cy="338554"/>
                </a:xfrm>
                <a:prstGeom prst="rect">
                  <a:avLst/>
                </a:prstGeom>
                <a:blipFill>
                  <a:blip r:embed="rId39"/>
                  <a:stretch>
                    <a:fillRect b="-3571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pic>
        <p:nvPicPr>
          <p:cNvPr id="371" name="圖片 370">
            <a:extLst>
              <a:ext uri="{FF2B5EF4-FFF2-40B4-BE49-F238E27FC236}">
                <a16:creationId xmlns:a16="http://schemas.microsoft.com/office/drawing/2014/main" id="{A18C1BEC-26D9-453F-97C9-98C303ABC8E7}"/>
              </a:ext>
            </a:extLst>
          </p:cNvPr>
          <p:cNvPicPr>
            <a:picLocks noChangeAspect="1"/>
          </p:cNvPicPr>
          <p:nvPr/>
        </p:nvPicPr>
        <p:blipFill rotWithShape="1">
          <a:blip r:embed="rId40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t="61876"/>
          <a:stretch/>
        </p:blipFill>
        <p:spPr>
          <a:xfrm>
            <a:off x="6257302" y="603565"/>
            <a:ext cx="2342330" cy="444119"/>
          </a:xfrm>
          <a:prstGeom prst="rect">
            <a:avLst/>
          </a:prstGeom>
        </p:spPr>
      </p:pic>
      <p:pic>
        <p:nvPicPr>
          <p:cNvPr id="372" name="圖片 371">
            <a:extLst>
              <a:ext uri="{FF2B5EF4-FFF2-40B4-BE49-F238E27FC236}">
                <a16:creationId xmlns:a16="http://schemas.microsoft.com/office/drawing/2014/main" id="{0D1E4E23-ACFA-4275-A339-4ED5EBCF4A2E}"/>
              </a:ext>
            </a:extLst>
          </p:cNvPr>
          <p:cNvPicPr>
            <a:picLocks noChangeAspect="1"/>
          </p:cNvPicPr>
          <p:nvPr/>
        </p:nvPicPr>
        <p:blipFill rotWithShape="1">
          <a:blip r:embed="rId40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b="49709"/>
          <a:stretch/>
        </p:blipFill>
        <p:spPr>
          <a:xfrm>
            <a:off x="1427702" y="573878"/>
            <a:ext cx="2342330" cy="5858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53724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矩形: 圓角 174">
            <a:extLst>
              <a:ext uri="{FF2B5EF4-FFF2-40B4-BE49-F238E27FC236}">
                <a16:creationId xmlns:a16="http://schemas.microsoft.com/office/drawing/2014/main" id="{BF09B052-4C3F-4EC6-A337-45ED454E80E1}"/>
              </a:ext>
            </a:extLst>
          </p:cNvPr>
          <p:cNvSpPr/>
          <p:nvPr/>
        </p:nvSpPr>
        <p:spPr>
          <a:xfrm>
            <a:off x="2099384" y="648393"/>
            <a:ext cx="5342021" cy="5235175"/>
          </a:xfrm>
          <a:prstGeom prst="roundRect">
            <a:avLst>
              <a:gd name="adj" fmla="val 7772"/>
            </a:avLst>
          </a:prstGeom>
          <a:gradFill flip="none" rotWithShape="1"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lin ang="54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2000" dirty="0"/>
          </a:p>
        </p:txBody>
      </p:sp>
      <p:pic>
        <p:nvPicPr>
          <p:cNvPr id="112" name="圖片 111">
            <a:extLst>
              <a:ext uri="{FF2B5EF4-FFF2-40B4-BE49-F238E27FC236}">
                <a16:creationId xmlns:a16="http://schemas.microsoft.com/office/drawing/2014/main" id="{5C033BE9-6E1D-40DB-8200-797C6F2D229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372" t="20398" r="28568" b="12447"/>
          <a:stretch/>
        </p:blipFill>
        <p:spPr>
          <a:xfrm>
            <a:off x="5662430" y="2587480"/>
            <a:ext cx="867600" cy="864575"/>
          </a:xfrm>
          <a:prstGeom prst="rect">
            <a:avLst/>
          </a:prstGeom>
        </p:spPr>
      </p:pic>
      <p:pic>
        <p:nvPicPr>
          <p:cNvPr id="115" name="圖片 114">
            <a:extLst>
              <a:ext uri="{FF2B5EF4-FFF2-40B4-BE49-F238E27FC236}">
                <a16:creationId xmlns:a16="http://schemas.microsoft.com/office/drawing/2014/main" id="{18D34B52-23B0-4279-A1CC-670294886D1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372" t="20398" r="28340" b="12447"/>
          <a:stretch/>
        </p:blipFill>
        <p:spPr>
          <a:xfrm>
            <a:off x="3092363" y="3911332"/>
            <a:ext cx="867600" cy="855325"/>
          </a:xfrm>
          <a:prstGeom prst="rect">
            <a:avLst/>
          </a:prstGeom>
        </p:spPr>
      </p:pic>
      <p:pic>
        <p:nvPicPr>
          <p:cNvPr id="116" name="圖片 115">
            <a:extLst>
              <a:ext uri="{FF2B5EF4-FFF2-40B4-BE49-F238E27FC236}">
                <a16:creationId xmlns:a16="http://schemas.microsoft.com/office/drawing/2014/main" id="{BCF2FB91-FE26-4058-B6A7-50FE9987CC1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372" t="20398" r="28568" b="12447"/>
          <a:stretch/>
        </p:blipFill>
        <p:spPr>
          <a:xfrm>
            <a:off x="3826804" y="1496331"/>
            <a:ext cx="867600" cy="864575"/>
          </a:xfrm>
          <a:prstGeom prst="rect">
            <a:avLst/>
          </a:prstGeom>
        </p:spPr>
      </p:pic>
      <p:pic>
        <p:nvPicPr>
          <p:cNvPr id="117" name="圖片 116">
            <a:extLst>
              <a:ext uri="{FF2B5EF4-FFF2-40B4-BE49-F238E27FC236}">
                <a16:creationId xmlns:a16="http://schemas.microsoft.com/office/drawing/2014/main" id="{21B9F618-288E-44E7-A7D2-C7BC261E8F5B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372" t="20398" r="28568" b="12447"/>
          <a:stretch/>
        </p:blipFill>
        <p:spPr>
          <a:xfrm>
            <a:off x="3936219" y="4933736"/>
            <a:ext cx="867600" cy="864575"/>
          </a:xfrm>
          <a:prstGeom prst="rect">
            <a:avLst/>
          </a:prstGeom>
        </p:spPr>
      </p:pic>
      <p:grpSp>
        <p:nvGrpSpPr>
          <p:cNvPr id="24" name="群組 23">
            <a:extLst>
              <a:ext uri="{FF2B5EF4-FFF2-40B4-BE49-F238E27FC236}">
                <a16:creationId xmlns:a16="http://schemas.microsoft.com/office/drawing/2014/main" id="{F111E595-CBD6-4A37-A812-559483B3BC18}"/>
              </a:ext>
            </a:extLst>
          </p:cNvPr>
          <p:cNvGrpSpPr/>
          <p:nvPr/>
        </p:nvGrpSpPr>
        <p:grpSpPr>
          <a:xfrm>
            <a:off x="4825179" y="4955619"/>
            <a:ext cx="762458" cy="762458"/>
            <a:chOff x="801581" y="4966326"/>
            <a:chExt cx="1150186" cy="1150186"/>
          </a:xfrm>
        </p:grpSpPr>
        <p:sp>
          <p:nvSpPr>
            <p:cNvPr id="128" name="矩形: 圓角 127">
              <a:extLst>
                <a:ext uri="{FF2B5EF4-FFF2-40B4-BE49-F238E27FC236}">
                  <a16:creationId xmlns:a16="http://schemas.microsoft.com/office/drawing/2014/main" id="{2F5A42B8-06A5-4158-B8B4-858406CBC6BD}"/>
                </a:ext>
              </a:extLst>
            </p:cNvPr>
            <p:cNvSpPr/>
            <p:nvPr/>
          </p:nvSpPr>
          <p:spPr>
            <a:xfrm>
              <a:off x="801581" y="4966326"/>
              <a:ext cx="1150186" cy="1150186"/>
            </a:xfrm>
            <a:prstGeom prst="roundRect">
              <a:avLst/>
            </a:prstGeom>
            <a:solidFill>
              <a:schemeClr val="tx1">
                <a:lumMod val="65000"/>
                <a:lumOff val="35000"/>
              </a:schemeClr>
            </a:solidFill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 dirty="0"/>
            </a:p>
          </p:txBody>
        </p:sp>
        <p:sp>
          <p:nvSpPr>
            <p:cNvPr id="64" name="橢圓 63">
              <a:extLst>
                <a:ext uri="{FF2B5EF4-FFF2-40B4-BE49-F238E27FC236}">
                  <a16:creationId xmlns:a16="http://schemas.microsoft.com/office/drawing/2014/main" id="{EC5B6F29-1474-4CFA-B8E3-262BF4573A66}"/>
                </a:ext>
              </a:extLst>
            </p:cNvPr>
            <p:cNvSpPr/>
            <p:nvPr/>
          </p:nvSpPr>
          <p:spPr>
            <a:xfrm>
              <a:off x="1269795" y="5070149"/>
              <a:ext cx="230064" cy="230063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65" name="橢圓 64">
              <a:extLst>
                <a:ext uri="{FF2B5EF4-FFF2-40B4-BE49-F238E27FC236}">
                  <a16:creationId xmlns:a16="http://schemas.microsoft.com/office/drawing/2014/main" id="{DE11110E-D0C1-484B-8789-647E2582B8F3}"/>
                </a:ext>
              </a:extLst>
            </p:cNvPr>
            <p:cNvSpPr/>
            <p:nvPr/>
          </p:nvSpPr>
          <p:spPr>
            <a:xfrm>
              <a:off x="1269795" y="5805606"/>
              <a:ext cx="230064" cy="230063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66" name="橢圓 65">
              <a:extLst>
                <a:ext uri="{FF2B5EF4-FFF2-40B4-BE49-F238E27FC236}">
                  <a16:creationId xmlns:a16="http://schemas.microsoft.com/office/drawing/2014/main" id="{4973AC85-68A3-4542-BA7F-9D4B68A203AE}"/>
                </a:ext>
              </a:extLst>
            </p:cNvPr>
            <p:cNvSpPr/>
            <p:nvPr/>
          </p:nvSpPr>
          <p:spPr>
            <a:xfrm>
              <a:off x="1633048" y="5442907"/>
              <a:ext cx="230064" cy="230063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67" name="橢圓 66">
              <a:extLst>
                <a:ext uri="{FF2B5EF4-FFF2-40B4-BE49-F238E27FC236}">
                  <a16:creationId xmlns:a16="http://schemas.microsoft.com/office/drawing/2014/main" id="{77EA9BD2-7763-47C9-8A62-F043AF3E9BD2}"/>
                </a:ext>
              </a:extLst>
            </p:cNvPr>
            <p:cNvSpPr/>
            <p:nvPr/>
          </p:nvSpPr>
          <p:spPr>
            <a:xfrm>
              <a:off x="895950" y="5442907"/>
              <a:ext cx="230064" cy="230063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68" name="橢圓 67">
              <a:extLst>
                <a:ext uri="{FF2B5EF4-FFF2-40B4-BE49-F238E27FC236}">
                  <a16:creationId xmlns:a16="http://schemas.microsoft.com/office/drawing/2014/main" id="{A93CB31D-6BCE-4617-BE71-E1F7B1239A1F}"/>
                </a:ext>
              </a:extLst>
            </p:cNvPr>
            <p:cNvSpPr/>
            <p:nvPr/>
          </p:nvSpPr>
          <p:spPr>
            <a:xfrm>
              <a:off x="1006324" y="5710453"/>
              <a:ext cx="230064" cy="230063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69" name="橢圓 68">
              <a:extLst>
                <a:ext uri="{FF2B5EF4-FFF2-40B4-BE49-F238E27FC236}">
                  <a16:creationId xmlns:a16="http://schemas.microsoft.com/office/drawing/2014/main" id="{72EE7746-CB46-409C-9043-A05A8C5FAE57}"/>
                </a:ext>
              </a:extLst>
            </p:cNvPr>
            <p:cNvSpPr/>
            <p:nvPr/>
          </p:nvSpPr>
          <p:spPr>
            <a:xfrm>
              <a:off x="1006324" y="5181504"/>
              <a:ext cx="230064" cy="230063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70" name="橢圓 69">
              <a:extLst>
                <a:ext uri="{FF2B5EF4-FFF2-40B4-BE49-F238E27FC236}">
                  <a16:creationId xmlns:a16="http://schemas.microsoft.com/office/drawing/2014/main" id="{23FABD83-7310-4179-8DDD-462F0769E415}"/>
                </a:ext>
              </a:extLst>
            </p:cNvPr>
            <p:cNvSpPr/>
            <p:nvPr/>
          </p:nvSpPr>
          <p:spPr>
            <a:xfrm>
              <a:off x="1531150" y="5710453"/>
              <a:ext cx="230064" cy="230063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 dirty="0"/>
            </a:p>
          </p:txBody>
        </p:sp>
        <p:sp>
          <p:nvSpPr>
            <p:cNvPr id="71" name="橢圓 70">
              <a:extLst>
                <a:ext uri="{FF2B5EF4-FFF2-40B4-BE49-F238E27FC236}">
                  <a16:creationId xmlns:a16="http://schemas.microsoft.com/office/drawing/2014/main" id="{89C81756-7ED8-4066-B463-89FC9AEBCA10}"/>
                </a:ext>
              </a:extLst>
            </p:cNvPr>
            <p:cNvSpPr/>
            <p:nvPr/>
          </p:nvSpPr>
          <p:spPr>
            <a:xfrm>
              <a:off x="1531150" y="5181504"/>
              <a:ext cx="230064" cy="230063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72" name="等腰三角形 71">
              <a:extLst>
                <a:ext uri="{FF2B5EF4-FFF2-40B4-BE49-F238E27FC236}">
                  <a16:creationId xmlns:a16="http://schemas.microsoft.com/office/drawing/2014/main" id="{BB55E2A2-A461-4F17-BD94-5680C302370E}"/>
                </a:ext>
              </a:extLst>
            </p:cNvPr>
            <p:cNvSpPr/>
            <p:nvPr/>
          </p:nvSpPr>
          <p:spPr>
            <a:xfrm rot="5400000" flipH="1">
              <a:off x="1342194" y="5038456"/>
              <a:ext cx="85267" cy="71413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73" name="等腰三角形 72">
              <a:extLst>
                <a:ext uri="{FF2B5EF4-FFF2-40B4-BE49-F238E27FC236}">
                  <a16:creationId xmlns:a16="http://schemas.microsoft.com/office/drawing/2014/main" id="{70B47730-1AFC-443E-AA3E-DBD84767B180}"/>
                </a:ext>
              </a:extLst>
            </p:cNvPr>
            <p:cNvSpPr/>
            <p:nvPr/>
          </p:nvSpPr>
          <p:spPr>
            <a:xfrm rot="5400000" flipH="1">
              <a:off x="1342194" y="5772548"/>
              <a:ext cx="85267" cy="71413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74" name="等腰三角形 73">
              <a:extLst>
                <a:ext uri="{FF2B5EF4-FFF2-40B4-BE49-F238E27FC236}">
                  <a16:creationId xmlns:a16="http://schemas.microsoft.com/office/drawing/2014/main" id="{FF7D7A52-1610-46C7-983C-8B0CF9A61B7E}"/>
                </a:ext>
              </a:extLst>
            </p:cNvPr>
            <p:cNvSpPr/>
            <p:nvPr/>
          </p:nvSpPr>
          <p:spPr>
            <a:xfrm rot="5400000" flipH="1">
              <a:off x="968349" y="5413782"/>
              <a:ext cx="85267" cy="71413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75" name="等腰三角形 74">
              <a:extLst>
                <a:ext uri="{FF2B5EF4-FFF2-40B4-BE49-F238E27FC236}">
                  <a16:creationId xmlns:a16="http://schemas.microsoft.com/office/drawing/2014/main" id="{8DC42994-2580-4E83-A94A-0D6D58E6AFA1}"/>
                </a:ext>
              </a:extLst>
            </p:cNvPr>
            <p:cNvSpPr/>
            <p:nvPr/>
          </p:nvSpPr>
          <p:spPr>
            <a:xfrm rot="5400000" flipH="1">
              <a:off x="1078723" y="5148532"/>
              <a:ext cx="85267" cy="71413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76" name="等腰三角形 75">
              <a:extLst>
                <a:ext uri="{FF2B5EF4-FFF2-40B4-BE49-F238E27FC236}">
                  <a16:creationId xmlns:a16="http://schemas.microsoft.com/office/drawing/2014/main" id="{61CC7E32-1CDA-4EE2-9F3C-915BC3EEBB6D}"/>
                </a:ext>
              </a:extLst>
            </p:cNvPr>
            <p:cNvSpPr/>
            <p:nvPr/>
          </p:nvSpPr>
          <p:spPr>
            <a:xfrm rot="5400000" flipH="1">
              <a:off x="1078723" y="5678198"/>
              <a:ext cx="85267" cy="71413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77" name="等腰三角形 76">
              <a:extLst>
                <a:ext uri="{FF2B5EF4-FFF2-40B4-BE49-F238E27FC236}">
                  <a16:creationId xmlns:a16="http://schemas.microsoft.com/office/drawing/2014/main" id="{F032D4F5-4127-42D6-8644-C4E6AA934D86}"/>
                </a:ext>
              </a:extLst>
            </p:cNvPr>
            <p:cNvSpPr/>
            <p:nvPr/>
          </p:nvSpPr>
          <p:spPr>
            <a:xfrm rot="5400000" flipH="1">
              <a:off x="1603549" y="5148532"/>
              <a:ext cx="85267" cy="71413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78" name="等腰三角形 77">
              <a:extLst>
                <a:ext uri="{FF2B5EF4-FFF2-40B4-BE49-F238E27FC236}">
                  <a16:creationId xmlns:a16="http://schemas.microsoft.com/office/drawing/2014/main" id="{4AB18EB2-6677-4448-A729-D38143E95FBF}"/>
                </a:ext>
              </a:extLst>
            </p:cNvPr>
            <p:cNvSpPr/>
            <p:nvPr/>
          </p:nvSpPr>
          <p:spPr>
            <a:xfrm rot="5400000" flipH="1">
              <a:off x="1603549" y="5678198"/>
              <a:ext cx="85267" cy="71413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79" name="等腰三角形 78">
              <a:extLst>
                <a:ext uri="{FF2B5EF4-FFF2-40B4-BE49-F238E27FC236}">
                  <a16:creationId xmlns:a16="http://schemas.microsoft.com/office/drawing/2014/main" id="{8C63E15B-762B-4188-BC2D-DA796D1434E1}"/>
                </a:ext>
              </a:extLst>
            </p:cNvPr>
            <p:cNvSpPr/>
            <p:nvPr/>
          </p:nvSpPr>
          <p:spPr>
            <a:xfrm rot="5400000" flipH="1">
              <a:off x="1705447" y="5413782"/>
              <a:ext cx="85267" cy="71413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13" name="文字方塊 112">
                <a:extLst>
                  <a:ext uri="{FF2B5EF4-FFF2-40B4-BE49-F238E27FC236}">
                    <a16:creationId xmlns:a16="http://schemas.microsoft.com/office/drawing/2014/main" id="{BD7D3F58-D2E2-42DB-8B1B-53D87DE0B9E9}"/>
                  </a:ext>
                </a:extLst>
              </p:cNvPr>
              <p:cNvSpPr txBox="1"/>
              <p:nvPr/>
            </p:nvSpPr>
            <p:spPr>
              <a:xfrm>
                <a:off x="4391703" y="4475662"/>
                <a:ext cx="812954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600" i="1" smtClean="0">
                          <a:latin typeface="Cambria Math" panose="02040503050406030204" pitchFamily="18" charset="0"/>
                        </a:rPr>
                        <m:t>|</m:t>
                      </m:r>
                      <m:d>
                        <m:dPr>
                          <m:begChr m:val=""/>
                          <m:endChr m:val="⟩"/>
                          <m:ctrlPr>
                            <a:rPr lang="en-US" altLang="zh-TW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−1, </m:t>
                          </m:r>
                          <m:r>
                            <a:rPr lang="en-US" altLang="zh-TW" sz="1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</m:oMath>
                  </m:oMathPara>
                </a14:m>
                <a:endParaRPr lang="zh-TW" altLang="en-US" sz="1600" dirty="0"/>
              </a:p>
            </p:txBody>
          </p:sp>
        </mc:Choice>
        <mc:Fallback xmlns="">
          <p:sp>
            <p:nvSpPr>
              <p:cNvPr id="113" name="文字方塊 112">
                <a:extLst>
                  <a:ext uri="{FF2B5EF4-FFF2-40B4-BE49-F238E27FC236}">
                    <a16:creationId xmlns:a16="http://schemas.microsoft.com/office/drawing/2014/main" id="{BD7D3F58-D2E2-42DB-8B1B-53D87DE0B9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91703" y="4475662"/>
                <a:ext cx="812954" cy="338554"/>
              </a:xfrm>
              <a:prstGeom prst="rect">
                <a:avLst/>
              </a:prstGeom>
              <a:blipFill>
                <a:blip r:embed="rId3"/>
                <a:stretch>
                  <a:fillRect t="-108929" r="-46269" b="-16785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91" name="群組 190">
            <a:extLst>
              <a:ext uri="{FF2B5EF4-FFF2-40B4-BE49-F238E27FC236}">
                <a16:creationId xmlns:a16="http://schemas.microsoft.com/office/drawing/2014/main" id="{12A3856D-C8EE-4E5C-9371-C38BC0FAAC9C}"/>
              </a:ext>
            </a:extLst>
          </p:cNvPr>
          <p:cNvGrpSpPr/>
          <p:nvPr/>
        </p:nvGrpSpPr>
        <p:grpSpPr>
          <a:xfrm>
            <a:off x="4252160" y="1862164"/>
            <a:ext cx="76622" cy="73502"/>
            <a:chOff x="1373392" y="2391862"/>
            <a:chExt cx="479433" cy="476535"/>
          </a:xfrm>
        </p:grpSpPr>
        <p:sp>
          <p:nvSpPr>
            <p:cNvPr id="194" name="箭號: 向右 193">
              <a:extLst>
                <a:ext uri="{FF2B5EF4-FFF2-40B4-BE49-F238E27FC236}">
                  <a16:creationId xmlns:a16="http://schemas.microsoft.com/office/drawing/2014/main" id="{5A9976EA-DC90-4C92-81FF-F86EA39FDC9B}"/>
                </a:ext>
              </a:extLst>
            </p:cNvPr>
            <p:cNvSpPr/>
            <p:nvPr/>
          </p:nvSpPr>
          <p:spPr>
            <a:xfrm>
              <a:off x="1411244" y="2735868"/>
              <a:ext cx="441581" cy="132529"/>
            </a:xfrm>
            <a:prstGeom prst="rightArrow">
              <a:avLst>
                <a:gd name="adj1" fmla="val 50000"/>
                <a:gd name="adj2" fmla="val 99023"/>
              </a:avLst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195" name="箭號: 向右 194">
              <a:extLst>
                <a:ext uri="{FF2B5EF4-FFF2-40B4-BE49-F238E27FC236}">
                  <a16:creationId xmlns:a16="http://schemas.microsoft.com/office/drawing/2014/main" id="{916F6971-5A5A-43BC-B03E-319A01E32168}"/>
                </a:ext>
              </a:extLst>
            </p:cNvPr>
            <p:cNvSpPr/>
            <p:nvPr/>
          </p:nvSpPr>
          <p:spPr>
            <a:xfrm rot="16200000">
              <a:off x="1218866" y="2546388"/>
              <a:ext cx="441581" cy="132529"/>
            </a:xfrm>
            <a:prstGeom prst="rightArrow">
              <a:avLst>
                <a:gd name="adj1" fmla="val 50000"/>
                <a:gd name="adj2" fmla="val 99023"/>
              </a:avLst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2000" dirty="0">
                <a:solidFill>
                  <a:schemeClr val="tx1"/>
                </a:solidFill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92" name="文字方塊 191">
                <a:extLst>
                  <a:ext uri="{FF2B5EF4-FFF2-40B4-BE49-F238E27FC236}">
                    <a16:creationId xmlns:a16="http://schemas.microsoft.com/office/drawing/2014/main" id="{882169EE-BA39-4323-A236-BF2A8F339107}"/>
                  </a:ext>
                </a:extLst>
              </p:cNvPr>
              <p:cNvSpPr txBox="1"/>
              <p:nvPr/>
            </p:nvSpPr>
            <p:spPr>
              <a:xfrm>
                <a:off x="4078744" y="1465811"/>
                <a:ext cx="290616" cy="4242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</m:oMath>
                  </m:oMathPara>
                </a14:m>
                <a:endParaRPr lang="en-US" altLang="zh-TW" sz="2000" dirty="0"/>
              </a:p>
            </p:txBody>
          </p:sp>
        </mc:Choice>
        <mc:Fallback xmlns="">
          <p:sp>
            <p:nvSpPr>
              <p:cNvPr id="192" name="文字方塊 191">
                <a:extLst>
                  <a:ext uri="{FF2B5EF4-FFF2-40B4-BE49-F238E27FC236}">
                    <a16:creationId xmlns:a16="http://schemas.microsoft.com/office/drawing/2014/main" id="{882169EE-BA39-4323-A236-BF2A8F3391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78744" y="1465811"/>
                <a:ext cx="290616" cy="424283"/>
              </a:xfrm>
              <a:prstGeom prst="rect">
                <a:avLst/>
              </a:prstGeom>
              <a:blipFill>
                <a:blip r:embed="rId4"/>
                <a:stretch>
                  <a:fillRect r="-41667" b="-571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3" name="文字方塊 192">
                <a:extLst>
                  <a:ext uri="{FF2B5EF4-FFF2-40B4-BE49-F238E27FC236}">
                    <a16:creationId xmlns:a16="http://schemas.microsoft.com/office/drawing/2014/main" id="{314BEA76-4D8E-4B0B-B6FB-45880D221837}"/>
                  </a:ext>
                </a:extLst>
              </p:cNvPr>
              <p:cNvSpPr txBox="1"/>
              <p:nvPr/>
            </p:nvSpPr>
            <p:spPr>
              <a:xfrm>
                <a:off x="4259177" y="1698614"/>
                <a:ext cx="25749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</m:oMath>
                  </m:oMathPara>
                </a14:m>
                <a:endParaRPr lang="en-US" altLang="zh-TW" sz="2000" dirty="0"/>
              </a:p>
            </p:txBody>
          </p:sp>
        </mc:Choice>
        <mc:Fallback xmlns="">
          <p:sp>
            <p:nvSpPr>
              <p:cNvPr id="193" name="文字方塊 192">
                <a:extLst>
                  <a:ext uri="{FF2B5EF4-FFF2-40B4-BE49-F238E27FC236}">
                    <a16:creationId xmlns:a16="http://schemas.microsoft.com/office/drawing/2014/main" id="{314BEA76-4D8E-4B0B-B6FB-45880D2218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59177" y="1698614"/>
                <a:ext cx="257490" cy="400110"/>
              </a:xfrm>
              <a:prstGeom prst="rect">
                <a:avLst/>
              </a:prstGeom>
              <a:blipFill>
                <a:blip r:embed="rId5"/>
                <a:stretch>
                  <a:fillRect r="-50000" b="-769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1" name="群組 30">
            <a:extLst>
              <a:ext uri="{FF2B5EF4-FFF2-40B4-BE49-F238E27FC236}">
                <a16:creationId xmlns:a16="http://schemas.microsoft.com/office/drawing/2014/main" id="{F80A0570-8D7F-4088-A36E-EDFA2AEC7B7B}"/>
              </a:ext>
            </a:extLst>
          </p:cNvPr>
          <p:cNvGrpSpPr/>
          <p:nvPr/>
        </p:nvGrpSpPr>
        <p:grpSpPr>
          <a:xfrm>
            <a:off x="5015393" y="1506423"/>
            <a:ext cx="762458" cy="789843"/>
            <a:chOff x="3481679" y="1511997"/>
            <a:chExt cx="1150186" cy="1191497"/>
          </a:xfrm>
        </p:grpSpPr>
        <p:sp>
          <p:nvSpPr>
            <p:cNvPr id="2" name="矩形: 圓角 1">
              <a:extLst>
                <a:ext uri="{FF2B5EF4-FFF2-40B4-BE49-F238E27FC236}">
                  <a16:creationId xmlns:a16="http://schemas.microsoft.com/office/drawing/2014/main" id="{877AF323-90EC-4DA0-9D2C-44F10B312DE5}"/>
                </a:ext>
              </a:extLst>
            </p:cNvPr>
            <p:cNvSpPr/>
            <p:nvPr/>
          </p:nvSpPr>
          <p:spPr>
            <a:xfrm>
              <a:off x="3481679" y="1553308"/>
              <a:ext cx="1150186" cy="1150186"/>
            </a:xfrm>
            <a:prstGeom prst="roundRect">
              <a:avLst/>
            </a:prstGeom>
            <a:solidFill>
              <a:schemeClr val="tx1">
                <a:lumMod val="65000"/>
                <a:lumOff val="35000"/>
              </a:schemeClr>
            </a:solidFill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 dirty="0"/>
            </a:p>
          </p:txBody>
        </p:sp>
        <p:sp>
          <p:nvSpPr>
            <p:cNvPr id="45" name="橢圓 44">
              <a:extLst>
                <a:ext uri="{FF2B5EF4-FFF2-40B4-BE49-F238E27FC236}">
                  <a16:creationId xmlns:a16="http://schemas.microsoft.com/office/drawing/2014/main" id="{BFD12D8F-18EF-4CE2-B5CB-EF9D62E97FAF}"/>
                </a:ext>
              </a:extLst>
            </p:cNvPr>
            <p:cNvSpPr/>
            <p:nvPr/>
          </p:nvSpPr>
          <p:spPr>
            <a:xfrm>
              <a:off x="3940548" y="1642556"/>
              <a:ext cx="230064" cy="230063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600"/>
            </a:p>
          </p:txBody>
        </p:sp>
        <p:sp>
          <p:nvSpPr>
            <p:cNvPr id="46" name="橢圓 45">
              <a:extLst>
                <a:ext uri="{FF2B5EF4-FFF2-40B4-BE49-F238E27FC236}">
                  <a16:creationId xmlns:a16="http://schemas.microsoft.com/office/drawing/2014/main" id="{1C220D7D-D2E4-4B02-848B-A30F57AC6D7C}"/>
                </a:ext>
              </a:extLst>
            </p:cNvPr>
            <p:cNvSpPr/>
            <p:nvPr/>
          </p:nvSpPr>
          <p:spPr>
            <a:xfrm>
              <a:off x="3940548" y="2378013"/>
              <a:ext cx="230064" cy="230063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600"/>
            </a:p>
          </p:txBody>
        </p:sp>
        <p:sp>
          <p:nvSpPr>
            <p:cNvPr id="47" name="橢圓 46">
              <a:extLst>
                <a:ext uri="{FF2B5EF4-FFF2-40B4-BE49-F238E27FC236}">
                  <a16:creationId xmlns:a16="http://schemas.microsoft.com/office/drawing/2014/main" id="{C03BE9E6-CBE4-4CDE-B6BE-D37200A1F03D}"/>
                </a:ext>
              </a:extLst>
            </p:cNvPr>
            <p:cNvSpPr/>
            <p:nvPr/>
          </p:nvSpPr>
          <p:spPr>
            <a:xfrm>
              <a:off x="4303801" y="2015313"/>
              <a:ext cx="230064" cy="230063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600"/>
            </a:p>
          </p:txBody>
        </p:sp>
        <p:sp>
          <p:nvSpPr>
            <p:cNvPr id="48" name="橢圓 47">
              <a:extLst>
                <a:ext uri="{FF2B5EF4-FFF2-40B4-BE49-F238E27FC236}">
                  <a16:creationId xmlns:a16="http://schemas.microsoft.com/office/drawing/2014/main" id="{954ADC9E-6B01-44E0-B4CA-5C696A915190}"/>
                </a:ext>
              </a:extLst>
            </p:cNvPr>
            <p:cNvSpPr/>
            <p:nvPr/>
          </p:nvSpPr>
          <p:spPr>
            <a:xfrm>
              <a:off x="3566703" y="2015313"/>
              <a:ext cx="230064" cy="230063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49" name="橢圓 48">
              <a:extLst>
                <a:ext uri="{FF2B5EF4-FFF2-40B4-BE49-F238E27FC236}">
                  <a16:creationId xmlns:a16="http://schemas.microsoft.com/office/drawing/2014/main" id="{E67DCB90-0A7F-481B-BABD-D05B6C89D6F4}"/>
                </a:ext>
              </a:extLst>
            </p:cNvPr>
            <p:cNvSpPr/>
            <p:nvPr/>
          </p:nvSpPr>
          <p:spPr>
            <a:xfrm>
              <a:off x="3677077" y="2282860"/>
              <a:ext cx="230064" cy="230063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50" name="橢圓 49">
              <a:extLst>
                <a:ext uri="{FF2B5EF4-FFF2-40B4-BE49-F238E27FC236}">
                  <a16:creationId xmlns:a16="http://schemas.microsoft.com/office/drawing/2014/main" id="{CD4D6430-3860-4CDC-834E-87A1CB379DB5}"/>
                </a:ext>
              </a:extLst>
            </p:cNvPr>
            <p:cNvSpPr/>
            <p:nvPr/>
          </p:nvSpPr>
          <p:spPr>
            <a:xfrm>
              <a:off x="3677077" y="1753910"/>
              <a:ext cx="230064" cy="230063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51" name="橢圓 50">
              <a:extLst>
                <a:ext uri="{FF2B5EF4-FFF2-40B4-BE49-F238E27FC236}">
                  <a16:creationId xmlns:a16="http://schemas.microsoft.com/office/drawing/2014/main" id="{6E7FB9E9-E437-426C-8FE1-FFF8C37BEA31}"/>
                </a:ext>
              </a:extLst>
            </p:cNvPr>
            <p:cNvSpPr/>
            <p:nvPr/>
          </p:nvSpPr>
          <p:spPr>
            <a:xfrm>
              <a:off x="4201903" y="2282860"/>
              <a:ext cx="230064" cy="230063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600" dirty="0"/>
            </a:p>
          </p:txBody>
        </p:sp>
        <p:sp>
          <p:nvSpPr>
            <p:cNvPr id="52" name="橢圓 51">
              <a:extLst>
                <a:ext uri="{FF2B5EF4-FFF2-40B4-BE49-F238E27FC236}">
                  <a16:creationId xmlns:a16="http://schemas.microsoft.com/office/drawing/2014/main" id="{6211590B-91FC-4104-932A-C4B35F040F5B}"/>
                </a:ext>
              </a:extLst>
            </p:cNvPr>
            <p:cNvSpPr/>
            <p:nvPr/>
          </p:nvSpPr>
          <p:spPr>
            <a:xfrm>
              <a:off x="4201902" y="1753910"/>
              <a:ext cx="230063" cy="230063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600"/>
            </a:p>
          </p:txBody>
        </p:sp>
        <p:sp>
          <p:nvSpPr>
            <p:cNvPr id="53" name="等腰三角形 52">
              <a:extLst>
                <a:ext uri="{FF2B5EF4-FFF2-40B4-BE49-F238E27FC236}">
                  <a16:creationId xmlns:a16="http://schemas.microsoft.com/office/drawing/2014/main" id="{039E01BD-05C8-4311-BDAA-A5DEFBD09F4A}"/>
                </a:ext>
              </a:extLst>
            </p:cNvPr>
            <p:cNvSpPr/>
            <p:nvPr/>
          </p:nvSpPr>
          <p:spPr>
            <a:xfrm rot="16200000">
              <a:off x="4012947" y="1610862"/>
              <a:ext cx="85267" cy="71413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600"/>
            </a:p>
          </p:txBody>
        </p:sp>
        <p:sp>
          <p:nvSpPr>
            <p:cNvPr id="54" name="等腰三角形 53">
              <a:extLst>
                <a:ext uri="{FF2B5EF4-FFF2-40B4-BE49-F238E27FC236}">
                  <a16:creationId xmlns:a16="http://schemas.microsoft.com/office/drawing/2014/main" id="{AEF80FE7-E823-4210-9AA1-694E9506974B}"/>
                </a:ext>
              </a:extLst>
            </p:cNvPr>
            <p:cNvSpPr/>
            <p:nvPr/>
          </p:nvSpPr>
          <p:spPr>
            <a:xfrm rot="16200000">
              <a:off x="4012947" y="2344954"/>
              <a:ext cx="85267" cy="71413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600"/>
            </a:p>
          </p:txBody>
        </p:sp>
        <p:sp>
          <p:nvSpPr>
            <p:cNvPr id="55" name="等腰三角形 54">
              <a:extLst>
                <a:ext uri="{FF2B5EF4-FFF2-40B4-BE49-F238E27FC236}">
                  <a16:creationId xmlns:a16="http://schemas.microsoft.com/office/drawing/2014/main" id="{B94407FE-F407-43E6-987A-5EB6347AD5D1}"/>
                </a:ext>
              </a:extLst>
            </p:cNvPr>
            <p:cNvSpPr/>
            <p:nvPr/>
          </p:nvSpPr>
          <p:spPr>
            <a:xfrm rot="16200000">
              <a:off x="3639102" y="1986189"/>
              <a:ext cx="85267" cy="71413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56" name="等腰三角形 55">
              <a:extLst>
                <a:ext uri="{FF2B5EF4-FFF2-40B4-BE49-F238E27FC236}">
                  <a16:creationId xmlns:a16="http://schemas.microsoft.com/office/drawing/2014/main" id="{2858E61A-4EEA-448B-AF67-5B5C3564BF86}"/>
                </a:ext>
              </a:extLst>
            </p:cNvPr>
            <p:cNvSpPr/>
            <p:nvPr/>
          </p:nvSpPr>
          <p:spPr>
            <a:xfrm rot="16200000">
              <a:off x="3749476" y="1720938"/>
              <a:ext cx="85267" cy="71413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600"/>
            </a:p>
          </p:txBody>
        </p:sp>
        <p:sp>
          <p:nvSpPr>
            <p:cNvPr id="57" name="等腰三角形 56">
              <a:extLst>
                <a:ext uri="{FF2B5EF4-FFF2-40B4-BE49-F238E27FC236}">
                  <a16:creationId xmlns:a16="http://schemas.microsoft.com/office/drawing/2014/main" id="{2D902AEF-584D-4324-B24B-F33B7E7C59DD}"/>
                </a:ext>
              </a:extLst>
            </p:cNvPr>
            <p:cNvSpPr/>
            <p:nvPr/>
          </p:nvSpPr>
          <p:spPr>
            <a:xfrm rot="16200000">
              <a:off x="3749476" y="2250604"/>
              <a:ext cx="85267" cy="71413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600"/>
            </a:p>
          </p:txBody>
        </p:sp>
        <p:sp>
          <p:nvSpPr>
            <p:cNvPr id="60" name="等腰三角形 59">
              <a:extLst>
                <a:ext uri="{FF2B5EF4-FFF2-40B4-BE49-F238E27FC236}">
                  <a16:creationId xmlns:a16="http://schemas.microsoft.com/office/drawing/2014/main" id="{535CC7B3-FEE4-4F08-8939-BA239AB4958F}"/>
                </a:ext>
              </a:extLst>
            </p:cNvPr>
            <p:cNvSpPr/>
            <p:nvPr/>
          </p:nvSpPr>
          <p:spPr>
            <a:xfrm rot="16200000">
              <a:off x="4274302" y="1720938"/>
              <a:ext cx="85267" cy="71413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600"/>
            </a:p>
          </p:txBody>
        </p:sp>
        <p:sp>
          <p:nvSpPr>
            <p:cNvPr id="61" name="等腰三角形 60">
              <a:extLst>
                <a:ext uri="{FF2B5EF4-FFF2-40B4-BE49-F238E27FC236}">
                  <a16:creationId xmlns:a16="http://schemas.microsoft.com/office/drawing/2014/main" id="{0F46E098-9168-4FAD-B9EC-73C08F7C4774}"/>
                </a:ext>
              </a:extLst>
            </p:cNvPr>
            <p:cNvSpPr/>
            <p:nvPr/>
          </p:nvSpPr>
          <p:spPr>
            <a:xfrm rot="16200000">
              <a:off x="4274302" y="2250604"/>
              <a:ext cx="85267" cy="71413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600"/>
            </a:p>
          </p:txBody>
        </p:sp>
        <p:sp>
          <p:nvSpPr>
            <p:cNvPr id="62" name="等腰三角形 61">
              <a:extLst>
                <a:ext uri="{FF2B5EF4-FFF2-40B4-BE49-F238E27FC236}">
                  <a16:creationId xmlns:a16="http://schemas.microsoft.com/office/drawing/2014/main" id="{0FDF0A34-5E11-4D28-A6CE-C4297F577CE8}"/>
                </a:ext>
              </a:extLst>
            </p:cNvPr>
            <p:cNvSpPr/>
            <p:nvPr/>
          </p:nvSpPr>
          <p:spPr>
            <a:xfrm rot="16200000">
              <a:off x="4376200" y="1986189"/>
              <a:ext cx="85267" cy="71413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600"/>
            </a:p>
          </p:txBody>
        </p:sp>
        <p:grpSp>
          <p:nvGrpSpPr>
            <p:cNvPr id="197" name="群組 196">
              <a:extLst>
                <a:ext uri="{FF2B5EF4-FFF2-40B4-BE49-F238E27FC236}">
                  <a16:creationId xmlns:a16="http://schemas.microsoft.com/office/drawing/2014/main" id="{64572B81-FCEE-489A-BCAF-0F86A81819B7}"/>
                </a:ext>
              </a:extLst>
            </p:cNvPr>
            <p:cNvGrpSpPr/>
            <p:nvPr/>
          </p:nvGrpSpPr>
          <p:grpSpPr>
            <a:xfrm>
              <a:off x="4046896" y="2016650"/>
              <a:ext cx="115585" cy="110881"/>
              <a:chOff x="1328701" y="2330105"/>
              <a:chExt cx="479430" cy="476538"/>
            </a:xfrm>
          </p:grpSpPr>
          <p:sp>
            <p:nvSpPr>
              <p:cNvPr id="200" name="箭號: 向右 199">
                <a:extLst>
                  <a:ext uri="{FF2B5EF4-FFF2-40B4-BE49-F238E27FC236}">
                    <a16:creationId xmlns:a16="http://schemas.microsoft.com/office/drawing/2014/main" id="{4BF31411-8F4A-4F23-8A60-5C1E37F03CE5}"/>
                  </a:ext>
                </a:extLst>
              </p:cNvPr>
              <p:cNvSpPr/>
              <p:nvPr/>
            </p:nvSpPr>
            <p:spPr>
              <a:xfrm>
                <a:off x="1366547" y="2674112"/>
                <a:ext cx="441584" cy="132531"/>
              </a:xfrm>
              <a:prstGeom prst="rightArrow">
                <a:avLst>
                  <a:gd name="adj1" fmla="val 50000"/>
                  <a:gd name="adj2" fmla="val 99023"/>
                </a:avLst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600">
                  <a:solidFill>
                    <a:schemeClr val="bg1"/>
                  </a:solidFill>
                </a:endParaRPr>
              </a:p>
            </p:txBody>
          </p:sp>
          <p:sp>
            <p:nvSpPr>
              <p:cNvPr id="201" name="箭號: 向右 200">
                <a:extLst>
                  <a:ext uri="{FF2B5EF4-FFF2-40B4-BE49-F238E27FC236}">
                    <a16:creationId xmlns:a16="http://schemas.microsoft.com/office/drawing/2014/main" id="{AA185A28-BD2D-474C-A576-226BFFE361A3}"/>
                  </a:ext>
                </a:extLst>
              </p:cNvPr>
              <p:cNvSpPr/>
              <p:nvPr/>
            </p:nvSpPr>
            <p:spPr>
              <a:xfrm rot="16200000">
                <a:off x="1174173" y="2484633"/>
                <a:ext cx="441581" cy="132526"/>
              </a:xfrm>
              <a:prstGeom prst="rightArrow">
                <a:avLst>
                  <a:gd name="adj1" fmla="val 50000"/>
                  <a:gd name="adj2" fmla="val 99023"/>
                </a:avLst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600" dirty="0">
                  <a:solidFill>
                    <a:schemeClr val="bg1"/>
                  </a:solidFill>
                </a:endParaRP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8" name="文字方塊 197">
                  <a:extLst>
                    <a:ext uri="{FF2B5EF4-FFF2-40B4-BE49-F238E27FC236}">
                      <a16:creationId xmlns:a16="http://schemas.microsoft.com/office/drawing/2014/main" id="{A158A9CD-C3A5-4146-A816-D6FA568EB476}"/>
                    </a:ext>
                  </a:extLst>
                </p:cNvPr>
                <p:cNvSpPr txBox="1"/>
                <p:nvPr/>
              </p:nvSpPr>
              <p:spPr>
                <a:xfrm>
                  <a:off x="3803785" y="1511997"/>
                  <a:ext cx="546776" cy="54002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16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6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zh-TW" sz="16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</m:oMath>
                    </m:oMathPara>
                  </a14:m>
                  <a:endParaRPr lang="en-US" altLang="zh-TW" sz="1600" dirty="0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198" name="文字方塊 197">
                  <a:extLst>
                    <a:ext uri="{FF2B5EF4-FFF2-40B4-BE49-F238E27FC236}">
                      <a16:creationId xmlns:a16="http://schemas.microsoft.com/office/drawing/2014/main" id="{A158A9CD-C3A5-4146-A816-D6FA568EB47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03785" y="1511997"/>
                  <a:ext cx="546776" cy="540026"/>
                </a:xfrm>
                <a:prstGeom prst="rect">
                  <a:avLst/>
                </a:prstGeom>
                <a:blipFill>
                  <a:blip r:embed="rId6"/>
                  <a:stretch>
                    <a:fillRect b="-3390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9" name="文字方塊 198">
                  <a:extLst>
                    <a:ext uri="{FF2B5EF4-FFF2-40B4-BE49-F238E27FC236}">
                      <a16:creationId xmlns:a16="http://schemas.microsoft.com/office/drawing/2014/main" id="{9F8B6938-D760-409B-B56E-F2C58D701FE9}"/>
                    </a:ext>
                  </a:extLst>
                </p:cNvPr>
                <p:cNvSpPr txBox="1"/>
                <p:nvPr/>
              </p:nvSpPr>
              <p:spPr>
                <a:xfrm>
                  <a:off x="4070531" y="1899986"/>
                  <a:ext cx="480892" cy="51071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16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6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zh-TW" sz="16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oMath>
                    </m:oMathPara>
                  </a14:m>
                  <a:endParaRPr lang="en-US" altLang="zh-TW" sz="1600" dirty="0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199" name="文字方塊 198">
                  <a:extLst>
                    <a:ext uri="{FF2B5EF4-FFF2-40B4-BE49-F238E27FC236}">
                      <a16:creationId xmlns:a16="http://schemas.microsoft.com/office/drawing/2014/main" id="{9F8B6938-D760-409B-B56E-F2C58D701FE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070531" y="1899986"/>
                  <a:ext cx="480892" cy="510717"/>
                </a:xfrm>
                <a:prstGeom prst="rect">
                  <a:avLst/>
                </a:prstGeom>
                <a:blipFill>
                  <a:blip r:embed="rId7"/>
                  <a:stretch>
                    <a:fillRect b="-3571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14" name="文字方塊 213">
                <a:extLst>
                  <a:ext uri="{FF2B5EF4-FFF2-40B4-BE49-F238E27FC236}">
                    <a16:creationId xmlns:a16="http://schemas.microsoft.com/office/drawing/2014/main" id="{EFDA59F8-F89D-4806-A636-5828FA46C3A1}"/>
                  </a:ext>
                </a:extLst>
              </p:cNvPr>
              <p:cNvSpPr txBox="1"/>
              <p:nvPr/>
            </p:nvSpPr>
            <p:spPr>
              <a:xfrm>
                <a:off x="3788947" y="2015385"/>
                <a:ext cx="432414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0.1</m:t>
                          </m:r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en-US" altLang="zh-TW" sz="1600" dirty="0"/>
              </a:p>
            </p:txBody>
          </p:sp>
        </mc:Choice>
        <mc:Fallback xmlns="">
          <p:sp>
            <p:nvSpPr>
              <p:cNvPr id="214" name="文字方塊 213">
                <a:extLst>
                  <a:ext uri="{FF2B5EF4-FFF2-40B4-BE49-F238E27FC236}">
                    <a16:creationId xmlns:a16="http://schemas.microsoft.com/office/drawing/2014/main" id="{EFDA59F8-F89D-4806-A636-5828FA46C3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88947" y="2015385"/>
                <a:ext cx="432414" cy="338554"/>
              </a:xfrm>
              <a:prstGeom prst="rect">
                <a:avLst/>
              </a:prstGeom>
              <a:blipFill>
                <a:blip r:embed="rId8"/>
                <a:stretch>
                  <a:fillRect r="-40000" b="-727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6" name="文字方塊 215">
            <a:extLst>
              <a:ext uri="{FF2B5EF4-FFF2-40B4-BE49-F238E27FC236}">
                <a16:creationId xmlns:a16="http://schemas.microsoft.com/office/drawing/2014/main" id="{42C1D9B8-8446-4675-B219-B666A3F92AA7}"/>
              </a:ext>
            </a:extLst>
          </p:cNvPr>
          <p:cNvSpPr txBox="1"/>
          <p:nvPr/>
        </p:nvSpPr>
        <p:spPr>
          <a:xfrm>
            <a:off x="1914031" y="769199"/>
            <a:ext cx="33922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Transverse component</a:t>
            </a:r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文字方塊 35">
                <a:extLst>
                  <a:ext uri="{FF2B5EF4-FFF2-40B4-BE49-F238E27FC236}">
                    <a16:creationId xmlns:a16="http://schemas.microsoft.com/office/drawing/2014/main" id="{9B50033E-DE33-4154-B5F1-8F9B5FFA7A61}"/>
                  </a:ext>
                </a:extLst>
              </p:cNvPr>
              <p:cNvSpPr txBox="1"/>
              <p:nvPr/>
            </p:nvSpPr>
            <p:spPr>
              <a:xfrm>
                <a:off x="3948682" y="1223742"/>
                <a:ext cx="1673596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400" i="1">
                              <a:latin typeface="Cambria Math" panose="02040503050406030204" pitchFamily="18" charset="0"/>
                            </a:rPr>
                            <m:t>𝛼</m:t>
                          </m:r>
                          <m:r>
                            <a:rPr lang="en-US" altLang="zh-TW" sz="1400" i="1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TW" sz="1400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</m:d>
                      <m:r>
                        <a:rPr lang="en-US" altLang="zh-TW" sz="140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zh-TW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400" i="1">
                              <a:latin typeface="Cambria Math" panose="02040503050406030204" pitchFamily="18" charset="0"/>
                            </a:rPr>
                            <m:t>0, </m:t>
                          </m:r>
                          <m:r>
                            <m:rPr>
                              <m:nor/>
                            </m:rPr>
                            <a:rPr lang="en-US" altLang="zh-TW" sz="140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</m:oMath>
                  </m:oMathPara>
                </a14:m>
                <a:endParaRPr lang="zh-TW" altLang="en-US" sz="1400" dirty="0"/>
              </a:p>
            </p:txBody>
          </p:sp>
        </mc:Choice>
        <mc:Fallback xmlns="">
          <p:sp>
            <p:nvSpPr>
              <p:cNvPr id="36" name="文字方塊 35">
                <a:extLst>
                  <a:ext uri="{FF2B5EF4-FFF2-40B4-BE49-F238E27FC236}">
                    <a16:creationId xmlns:a16="http://schemas.microsoft.com/office/drawing/2014/main" id="{9B50033E-DE33-4154-B5F1-8F9B5FFA7A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48682" y="1223742"/>
                <a:ext cx="1673596" cy="307777"/>
              </a:xfrm>
              <a:prstGeom prst="rect">
                <a:avLst/>
              </a:prstGeom>
              <a:blipFill>
                <a:blip r:embed="rId9"/>
                <a:stretch>
                  <a:fillRect b="-8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1" name="文字方塊 220">
                <a:extLst>
                  <a:ext uri="{FF2B5EF4-FFF2-40B4-BE49-F238E27FC236}">
                    <a16:creationId xmlns:a16="http://schemas.microsoft.com/office/drawing/2014/main" id="{1F2AF2E0-5B21-4D02-9C04-810F49C1DE66}"/>
                  </a:ext>
                </a:extLst>
              </p:cNvPr>
              <p:cNvSpPr txBox="1"/>
              <p:nvPr/>
            </p:nvSpPr>
            <p:spPr>
              <a:xfrm>
                <a:off x="2951229" y="3883378"/>
                <a:ext cx="1150186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400" i="1">
                              <a:latin typeface="Cambria Math" panose="02040503050406030204" pitchFamily="18" charset="0"/>
                            </a:rPr>
                            <m:t>0, </m:t>
                          </m:r>
                          <m:r>
                            <a:rPr lang="en-US" altLang="zh-TW" sz="14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400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400" dirty="0"/>
              </a:p>
            </p:txBody>
          </p:sp>
        </mc:Choice>
        <mc:Fallback xmlns="">
          <p:sp>
            <p:nvSpPr>
              <p:cNvPr id="221" name="文字方塊 220">
                <a:extLst>
                  <a:ext uri="{FF2B5EF4-FFF2-40B4-BE49-F238E27FC236}">
                    <a16:creationId xmlns:a16="http://schemas.microsoft.com/office/drawing/2014/main" id="{1F2AF2E0-5B21-4D02-9C04-810F49C1DE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51229" y="3883378"/>
                <a:ext cx="1150186" cy="307777"/>
              </a:xfrm>
              <a:prstGeom prst="rect">
                <a:avLst/>
              </a:prstGeom>
              <a:blipFill>
                <a:blip r:embed="rId10"/>
                <a:stretch>
                  <a:fillRect b="-588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2" name="文字方塊 221">
                <a:extLst>
                  <a:ext uri="{FF2B5EF4-FFF2-40B4-BE49-F238E27FC236}">
                    <a16:creationId xmlns:a16="http://schemas.microsoft.com/office/drawing/2014/main" id="{5E07A889-321A-4082-9225-757B6BF06F3F}"/>
                  </a:ext>
                </a:extLst>
              </p:cNvPr>
              <p:cNvSpPr txBox="1"/>
              <p:nvPr/>
            </p:nvSpPr>
            <p:spPr>
              <a:xfrm>
                <a:off x="5532407" y="2536005"/>
                <a:ext cx="1150186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4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4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14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400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400" dirty="0"/>
              </a:p>
            </p:txBody>
          </p:sp>
        </mc:Choice>
        <mc:Fallback xmlns="">
          <p:sp>
            <p:nvSpPr>
              <p:cNvPr id="222" name="文字方塊 221">
                <a:extLst>
                  <a:ext uri="{FF2B5EF4-FFF2-40B4-BE49-F238E27FC236}">
                    <a16:creationId xmlns:a16="http://schemas.microsoft.com/office/drawing/2014/main" id="{5E07A889-321A-4082-9225-757B6BF06F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32407" y="2536005"/>
                <a:ext cx="1150186" cy="307777"/>
              </a:xfrm>
              <a:prstGeom prst="rect">
                <a:avLst/>
              </a:prstGeom>
              <a:blipFill>
                <a:blip r:embed="rId11"/>
                <a:stretch>
                  <a:fillRect b="-8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3" name="文字方塊 222">
                <a:extLst>
                  <a:ext uri="{FF2B5EF4-FFF2-40B4-BE49-F238E27FC236}">
                    <a16:creationId xmlns:a16="http://schemas.microsoft.com/office/drawing/2014/main" id="{8E51661C-F95C-44C0-A8F0-38165630EE4E}"/>
                  </a:ext>
                </a:extLst>
              </p:cNvPr>
              <p:cNvSpPr txBox="1"/>
              <p:nvPr/>
            </p:nvSpPr>
            <p:spPr>
              <a:xfrm>
                <a:off x="3769795" y="4877288"/>
                <a:ext cx="1150186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400" i="1">
                              <a:latin typeface="Cambria Math" panose="02040503050406030204" pitchFamily="18" charset="0"/>
                            </a:rPr>
                            <m:t>0,</m:t>
                          </m:r>
                          <m:r>
                            <a:rPr lang="en-US" altLang="zh-TW" sz="1400" i="1">
                              <a:latin typeface="Cambria Math" panose="02040503050406030204" pitchFamily="18" charset="0"/>
                            </a:rPr>
                            <m:t>𝜋</m:t>
                          </m:r>
                        </m:e>
                      </m:d>
                    </m:oMath>
                  </m:oMathPara>
                </a14:m>
                <a:endParaRPr lang="zh-TW" altLang="en-US" sz="1400" dirty="0"/>
              </a:p>
            </p:txBody>
          </p:sp>
        </mc:Choice>
        <mc:Fallback xmlns="">
          <p:sp>
            <p:nvSpPr>
              <p:cNvPr id="223" name="文字方塊 222">
                <a:extLst>
                  <a:ext uri="{FF2B5EF4-FFF2-40B4-BE49-F238E27FC236}">
                    <a16:creationId xmlns:a16="http://schemas.microsoft.com/office/drawing/2014/main" id="{8E51661C-F95C-44C0-A8F0-38165630EE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69795" y="4877288"/>
                <a:ext cx="1150186" cy="307777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53" name="圖片 152">
            <a:extLst>
              <a:ext uri="{FF2B5EF4-FFF2-40B4-BE49-F238E27FC236}">
                <a16:creationId xmlns:a16="http://schemas.microsoft.com/office/drawing/2014/main" id="{E70F1D4D-A58E-4BD6-A8D5-405865F16C15}"/>
              </a:ext>
            </a:extLst>
          </p:cNvPr>
          <p:cNvPicPr>
            <a:picLocks noChangeAspect="1"/>
          </p:cNvPicPr>
          <p:nvPr/>
        </p:nvPicPr>
        <p:blipFill rotWithShape="1">
          <a:blip r:embed="rId1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0781" t="8908" r="4868" b="70278"/>
          <a:stretch/>
        </p:blipFill>
        <p:spPr>
          <a:xfrm>
            <a:off x="4732624" y="1478030"/>
            <a:ext cx="281644" cy="89821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55" name="文字方塊 154">
                <a:extLst>
                  <a:ext uri="{FF2B5EF4-FFF2-40B4-BE49-F238E27FC236}">
                    <a16:creationId xmlns:a16="http://schemas.microsoft.com/office/drawing/2014/main" id="{6E2C7196-1BBD-4D80-A7AC-4190F3C5767C}"/>
                  </a:ext>
                </a:extLst>
              </p:cNvPr>
              <p:cNvSpPr txBox="1"/>
              <p:nvPr/>
            </p:nvSpPr>
            <p:spPr>
              <a:xfrm>
                <a:off x="4634677" y="2257752"/>
                <a:ext cx="317078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sz="1400"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altLang="zh-TW" sz="1400">
                          <a:latin typeface="Cambria Math" panose="02040503050406030204" pitchFamily="18" charset="0"/>
                        </a:rPr>
                        <m:t>.</m:t>
                      </m:r>
                      <m:r>
                        <m:rPr>
                          <m:sty m:val="p"/>
                        </m:rPr>
                        <a:rPr lang="en-US" altLang="zh-TW" sz="1400">
                          <a:latin typeface="Cambria Math" panose="02040503050406030204" pitchFamily="18" charset="0"/>
                        </a:rPr>
                        <m:t>u</m:t>
                      </m:r>
                      <m:r>
                        <a:rPr lang="en-US" altLang="zh-TW" sz="140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TW" altLang="en-US" sz="1400" dirty="0"/>
              </a:p>
            </p:txBody>
          </p:sp>
        </mc:Choice>
        <mc:Fallback xmlns="">
          <p:sp>
            <p:nvSpPr>
              <p:cNvPr id="155" name="文字方塊 154">
                <a:extLst>
                  <a:ext uri="{FF2B5EF4-FFF2-40B4-BE49-F238E27FC236}">
                    <a16:creationId xmlns:a16="http://schemas.microsoft.com/office/drawing/2014/main" id="{6E2C7196-1BBD-4D80-A7AC-4190F3C576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34677" y="2257752"/>
                <a:ext cx="317078" cy="307777"/>
              </a:xfrm>
              <a:prstGeom prst="rect">
                <a:avLst/>
              </a:prstGeom>
              <a:blipFill>
                <a:blip r:embed="rId14"/>
                <a:stretch>
                  <a:fillRect r="-2307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1" name="群組 10">
            <a:extLst>
              <a:ext uri="{FF2B5EF4-FFF2-40B4-BE49-F238E27FC236}">
                <a16:creationId xmlns:a16="http://schemas.microsoft.com/office/drawing/2014/main" id="{BE783C45-7EFF-4CAC-88CC-AE391F56F0C1}"/>
              </a:ext>
            </a:extLst>
          </p:cNvPr>
          <p:cNvGrpSpPr/>
          <p:nvPr/>
        </p:nvGrpSpPr>
        <p:grpSpPr>
          <a:xfrm>
            <a:off x="4016212" y="2547380"/>
            <a:ext cx="1606614" cy="1942203"/>
            <a:chOff x="1768312" y="2547380"/>
            <a:chExt cx="1606614" cy="194220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4" name="文字方塊 113">
                  <a:extLst>
                    <a:ext uri="{FF2B5EF4-FFF2-40B4-BE49-F238E27FC236}">
                      <a16:creationId xmlns:a16="http://schemas.microsoft.com/office/drawing/2014/main" id="{597F4F6E-837A-4FE6-9C6C-CE22102694D1}"/>
                    </a:ext>
                  </a:extLst>
                </p:cNvPr>
                <p:cNvSpPr txBox="1"/>
                <p:nvPr/>
              </p:nvSpPr>
              <p:spPr>
                <a:xfrm>
                  <a:off x="2160599" y="2547380"/>
                  <a:ext cx="812954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1600" i="1" smtClean="0">
                            <a:latin typeface="Cambria Math" panose="02040503050406030204" pitchFamily="18" charset="0"/>
                          </a:rPr>
                          <m:t>|</m:t>
                        </m:r>
                        <m:d>
                          <m:dPr>
                            <m:begChr m:val=""/>
                            <m:endChr m:val="⟩"/>
                            <m:ctrlPr>
                              <a:rPr lang="en-US" altLang="zh-TW" sz="16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1600" i="1">
                                <a:latin typeface="Cambria Math" panose="02040503050406030204" pitchFamily="18" charset="0"/>
                              </a:rPr>
                              <m:t>1, </m:t>
                            </m:r>
                            <m:r>
                              <a:rPr lang="en-US" altLang="zh-TW" sz="1600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e>
                        </m:d>
                      </m:oMath>
                    </m:oMathPara>
                  </a14:m>
                  <a:endParaRPr lang="zh-TW" altLang="en-US" sz="1600" dirty="0"/>
                </a:p>
              </p:txBody>
            </p:sp>
          </mc:Choice>
          <mc:Fallback xmlns="">
            <p:sp>
              <p:nvSpPr>
                <p:cNvPr id="114" name="文字方塊 113">
                  <a:extLst>
                    <a:ext uri="{FF2B5EF4-FFF2-40B4-BE49-F238E27FC236}">
                      <a16:creationId xmlns:a16="http://schemas.microsoft.com/office/drawing/2014/main" id="{597F4F6E-837A-4FE6-9C6C-CE22102694D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60599" y="2547380"/>
                  <a:ext cx="812954" cy="338554"/>
                </a:xfrm>
                <a:prstGeom prst="rect">
                  <a:avLst/>
                </a:prstGeom>
                <a:blipFill>
                  <a:blip r:embed="rId15"/>
                  <a:stretch>
                    <a:fillRect t="-110909" r="-46269" b="-172727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" name="Oval 14">
              <a:extLst>
                <a:ext uri="{FF2B5EF4-FFF2-40B4-BE49-F238E27FC236}">
                  <a16:creationId xmlns:a16="http://schemas.microsoft.com/office/drawing/2014/main" id="{7F5221CE-37EE-40D8-BC56-84C6BB77B026}"/>
                </a:ext>
              </a:extLst>
            </p:cNvPr>
            <p:cNvSpPr/>
            <p:nvPr/>
          </p:nvSpPr>
          <p:spPr>
            <a:xfrm>
              <a:off x="2490566" y="2826349"/>
              <a:ext cx="162450" cy="168277"/>
            </a:xfrm>
            <a:prstGeom prst="ellipse">
              <a:avLst/>
            </a:prstGeom>
            <a:gradFill flip="none" rotWithShape="1">
              <a:gsLst>
                <a:gs pos="0">
                  <a:srgbClr val="D1D1D1"/>
                </a:gs>
                <a:gs pos="23000">
                  <a:schemeClr val="bg1">
                    <a:lumMod val="85000"/>
                  </a:schemeClr>
                </a:gs>
                <a:gs pos="69000">
                  <a:schemeClr val="accent3">
                    <a:lumMod val="75000"/>
                  </a:schemeClr>
                </a:gs>
                <a:gs pos="97000">
                  <a:schemeClr val="accent3">
                    <a:lumMod val="7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 dirty="0"/>
            </a:p>
          </p:txBody>
        </p:sp>
        <p:sp>
          <p:nvSpPr>
            <p:cNvPr id="6" name="Oval 4">
              <a:extLst>
                <a:ext uri="{FF2B5EF4-FFF2-40B4-BE49-F238E27FC236}">
                  <a16:creationId xmlns:a16="http://schemas.microsoft.com/office/drawing/2014/main" id="{CDA31535-4AC8-4BAD-BE8E-AFCF3A5C1DFF}"/>
                </a:ext>
              </a:extLst>
            </p:cNvPr>
            <p:cNvSpPr/>
            <p:nvPr/>
          </p:nvSpPr>
          <p:spPr>
            <a:xfrm>
              <a:off x="1851984" y="2910487"/>
              <a:ext cx="1443999" cy="1495797"/>
            </a:xfrm>
            <a:prstGeom prst="ellipse">
              <a:avLst/>
            </a:prstGeom>
            <a:gradFill flip="none" rotWithShape="1">
              <a:gsLst>
                <a:gs pos="100000">
                  <a:schemeClr val="accent3">
                    <a:lumMod val="60000"/>
                    <a:lumOff val="40000"/>
                    <a:alpha val="60000"/>
                  </a:schemeClr>
                </a:gs>
                <a:gs pos="55000">
                  <a:schemeClr val="accent3">
                    <a:lumMod val="40000"/>
                    <a:lumOff val="60000"/>
                    <a:alpha val="60000"/>
                  </a:schemeClr>
                </a:gs>
                <a:gs pos="0">
                  <a:schemeClr val="bg1">
                    <a:alpha val="60000"/>
                  </a:schemeClr>
                </a:gs>
              </a:gsLst>
              <a:path path="circle">
                <a:fillToRect l="100000" b="100000"/>
              </a:path>
              <a:tileRect t="-100000" r="-100000"/>
            </a:gradFill>
            <a:ln w="57150">
              <a:solidFill>
                <a:srgbClr val="D5D7D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 dirty="0"/>
            </a:p>
          </p:txBody>
        </p:sp>
        <p:sp>
          <p:nvSpPr>
            <p:cNvPr id="7" name="Oval 15">
              <a:extLst>
                <a:ext uri="{FF2B5EF4-FFF2-40B4-BE49-F238E27FC236}">
                  <a16:creationId xmlns:a16="http://schemas.microsoft.com/office/drawing/2014/main" id="{1B9C275D-D4F9-404B-9759-D3137F20859E}"/>
                </a:ext>
              </a:extLst>
            </p:cNvPr>
            <p:cNvSpPr/>
            <p:nvPr/>
          </p:nvSpPr>
          <p:spPr>
            <a:xfrm>
              <a:off x="2490566" y="4321306"/>
              <a:ext cx="162450" cy="168277"/>
            </a:xfrm>
            <a:prstGeom prst="ellipse">
              <a:avLst/>
            </a:prstGeom>
            <a:gradFill flip="none" rotWithShape="1">
              <a:gsLst>
                <a:gs pos="17000">
                  <a:srgbClr val="D1D1D1"/>
                </a:gs>
                <a:gs pos="0">
                  <a:schemeClr val="bg1">
                    <a:lumMod val="85000"/>
                  </a:schemeClr>
                </a:gs>
                <a:gs pos="60000">
                  <a:schemeClr val="accent3">
                    <a:lumMod val="75000"/>
                  </a:schemeClr>
                </a:gs>
                <a:gs pos="97000">
                  <a:schemeClr val="accent3">
                    <a:lumMod val="7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 dirty="0"/>
            </a:p>
          </p:txBody>
        </p:sp>
        <p:sp>
          <p:nvSpPr>
            <p:cNvPr id="8" name="SHO">
              <a:extLst>
                <a:ext uri="{FF2B5EF4-FFF2-40B4-BE49-F238E27FC236}">
                  <a16:creationId xmlns:a16="http://schemas.microsoft.com/office/drawing/2014/main" id="{A12C8863-94E3-49F7-8C57-91B9A2E1BDE3}"/>
                </a:ext>
              </a:extLst>
            </p:cNvPr>
            <p:cNvSpPr/>
            <p:nvPr/>
          </p:nvSpPr>
          <p:spPr>
            <a:xfrm rot="16200000">
              <a:off x="2260445" y="2936886"/>
              <a:ext cx="622693" cy="1443999"/>
            </a:xfrm>
            <a:prstGeom prst="arc">
              <a:avLst>
                <a:gd name="adj1" fmla="val 5396867"/>
                <a:gd name="adj2" fmla="val 5395779"/>
              </a:avLst>
            </a:prstGeom>
            <a:gradFill flip="none" rotWithShape="1">
              <a:gsLst>
                <a:gs pos="0">
                  <a:schemeClr val="bg1">
                    <a:lumMod val="65000"/>
                  </a:schemeClr>
                </a:gs>
                <a:gs pos="47000">
                  <a:schemeClr val="bg1">
                    <a:lumMod val="50000"/>
                  </a:schemeClr>
                </a:gs>
                <a:gs pos="97000">
                  <a:srgbClr val="5E5E5E"/>
                </a:gs>
              </a:gsLst>
              <a:path path="circle">
                <a:fillToRect l="50000" t="50000" r="50000" b="50000"/>
              </a:path>
              <a:tileRect/>
            </a:gradFill>
            <a:ln w="31750"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600" dirty="0"/>
            </a:p>
          </p:txBody>
        </p:sp>
        <p:sp>
          <p:nvSpPr>
            <p:cNvPr id="9" name="SVO">
              <a:extLst>
                <a:ext uri="{FF2B5EF4-FFF2-40B4-BE49-F238E27FC236}">
                  <a16:creationId xmlns:a16="http://schemas.microsoft.com/office/drawing/2014/main" id="{BC0941FF-C00B-42D1-B1F2-D6E6CE090459}"/>
                </a:ext>
              </a:extLst>
            </p:cNvPr>
            <p:cNvSpPr/>
            <p:nvPr/>
          </p:nvSpPr>
          <p:spPr>
            <a:xfrm>
              <a:off x="2209892" y="2910988"/>
              <a:ext cx="722000" cy="1495797"/>
            </a:xfrm>
            <a:prstGeom prst="ellipse">
              <a:avLst/>
            </a:prstGeom>
            <a:noFill/>
            <a:ln w="25400">
              <a:solidFill>
                <a:schemeClr val="bg1">
                  <a:lumMod val="50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/>
            </a:p>
          </p:txBody>
        </p:sp>
        <p:sp>
          <p:nvSpPr>
            <p:cNvPr id="10" name="Oval 6">
              <a:extLst>
                <a:ext uri="{FF2B5EF4-FFF2-40B4-BE49-F238E27FC236}">
                  <a16:creationId xmlns:a16="http://schemas.microsoft.com/office/drawing/2014/main" id="{3B7219CA-A385-4095-B7EA-6C247B36BEF6}"/>
                </a:ext>
              </a:extLst>
            </p:cNvPr>
            <p:cNvSpPr/>
            <p:nvPr/>
          </p:nvSpPr>
          <p:spPr>
            <a:xfrm rot="16200000">
              <a:off x="2260445" y="2936886"/>
              <a:ext cx="622693" cy="1443999"/>
            </a:xfrm>
            <a:prstGeom prst="ellipse">
              <a:avLst/>
            </a:prstGeom>
            <a:noFill/>
            <a:ln w="38100">
              <a:solidFill>
                <a:schemeClr val="tx1">
                  <a:alpha val="6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TextBox 11">
                  <a:extLst>
                    <a:ext uri="{FF2B5EF4-FFF2-40B4-BE49-F238E27FC236}">
                      <a16:creationId xmlns:a16="http://schemas.microsoft.com/office/drawing/2014/main" id="{B7A5A3D7-6CE8-4726-9BEB-8C30B332BFDE}"/>
                    </a:ext>
                  </a:extLst>
                </p:cNvPr>
                <p:cNvSpPr txBox="1"/>
                <p:nvPr/>
              </p:nvSpPr>
              <p:spPr>
                <a:xfrm>
                  <a:off x="2022094" y="3480535"/>
                  <a:ext cx="176928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𝑥</m:t>
                        </m:r>
                      </m:oMath>
                    </m:oMathPara>
                  </a14:m>
                  <a:endParaRPr lang="en-US" sz="1600" dirty="0"/>
                </a:p>
              </p:txBody>
            </p:sp>
          </mc:Choice>
          <mc:Fallback xmlns="">
            <p:sp>
              <p:nvSpPr>
                <p:cNvPr id="13" name="TextBox 11">
                  <a:extLst>
                    <a:ext uri="{FF2B5EF4-FFF2-40B4-BE49-F238E27FC236}">
                      <a16:creationId xmlns:a16="http://schemas.microsoft.com/office/drawing/2014/main" id="{B7A5A3D7-6CE8-4726-9BEB-8C30B332BFD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22094" y="3480535"/>
                  <a:ext cx="176928" cy="338554"/>
                </a:xfrm>
                <a:prstGeom prst="rect">
                  <a:avLst/>
                </a:prstGeom>
                <a:blipFill>
                  <a:blip r:embed="rId17"/>
                  <a:stretch>
                    <a:fillRect r="-41379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4" name="Oval 22">
              <a:extLst>
                <a:ext uri="{FF2B5EF4-FFF2-40B4-BE49-F238E27FC236}">
                  <a16:creationId xmlns:a16="http://schemas.microsoft.com/office/drawing/2014/main" id="{DC8DEB48-159A-432A-A563-D1E2F53D788D}"/>
                </a:ext>
              </a:extLst>
            </p:cNvPr>
            <p:cNvSpPr/>
            <p:nvPr/>
          </p:nvSpPr>
          <p:spPr>
            <a:xfrm>
              <a:off x="2489620" y="4321306"/>
              <a:ext cx="162450" cy="168277"/>
            </a:xfrm>
            <a:prstGeom prst="ellipse">
              <a:avLst/>
            </a:prstGeom>
            <a:gradFill flip="none" rotWithShape="1">
              <a:gsLst>
                <a:gs pos="100000">
                  <a:schemeClr val="tx1">
                    <a:lumMod val="85000"/>
                    <a:lumOff val="15000"/>
                  </a:schemeClr>
                </a:gs>
                <a:gs pos="50000">
                  <a:schemeClr val="tx1">
                    <a:lumMod val="65000"/>
                    <a:lumOff val="35000"/>
                    <a:tint val="44500"/>
                    <a:satMod val="160000"/>
                  </a:schemeClr>
                </a:gs>
                <a:gs pos="0">
                  <a:schemeClr val="tx1">
                    <a:lumMod val="65000"/>
                    <a:lumOff val="35000"/>
                    <a:tint val="23500"/>
                    <a:satMod val="16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TextBox 12">
                  <a:extLst>
                    <a:ext uri="{FF2B5EF4-FFF2-40B4-BE49-F238E27FC236}">
                      <a16:creationId xmlns:a16="http://schemas.microsoft.com/office/drawing/2014/main" id="{C30F96C9-2DED-45AF-B673-D98C394280FB}"/>
                    </a:ext>
                  </a:extLst>
                </p:cNvPr>
                <p:cNvSpPr txBox="1"/>
                <p:nvPr/>
              </p:nvSpPr>
              <p:spPr>
                <a:xfrm>
                  <a:off x="2677017" y="3575932"/>
                  <a:ext cx="176928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𝑦</m:t>
                        </m:r>
                      </m:oMath>
                    </m:oMathPara>
                  </a14:m>
                  <a:endParaRPr lang="en-US" sz="1600" dirty="0"/>
                </a:p>
              </p:txBody>
            </p:sp>
          </mc:Choice>
          <mc:Fallback xmlns="">
            <p:sp>
              <p:nvSpPr>
                <p:cNvPr id="15" name="TextBox 12">
                  <a:extLst>
                    <a:ext uri="{FF2B5EF4-FFF2-40B4-BE49-F238E27FC236}">
                      <a16:creationId xmlns:a16="http://schemas.microsoft.com/office/drawing/2014/main" id="{C30F96C9-2DED-45AF-B673-D98C394280F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77017" y="3575932"/>
                  <a:ext cx="176928" cy="338554"/>
                </a:xfrm>
                <a:prstGeom prst="rect">
                  <a:avLst/>
                </a:prstGeom>
                <a:blipFill>
                  <a:blip r:embed="rId18"/>
                  <a:stretch>
                    <a:fillRect r="-51724" b="-3636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TextBox 13">
                  <a:extLst>
                    <a:ext uri="{FF2B5EF4-FFF2-40B4-BE49-F238E27FC236}">
                      <a16:creationId xmlns:a16="http://schemas.microsoft.com/office/drawing/2014/main" id="{34AEE752-FCEC-49A9-B464-EE05AB88A4CD}"/>
                    </a:ext>
                  </a:extLst>
                </p:cNvPr>
                <p:cNvSpPr txBox="1"/>
                <p:nvPr/>
              </p:nvSpPr>
              <p:spPr>
                <a:xfrm>
                  <a:off x="2432892" y="2946190"/>
                  <a:ext cx="256967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𝑧</m:t>
                        </m:r>
                      </m:oMath>
                    </m:oMathPara>
                  </a14:m>
                  <a:endParaRPr lang="en-US" sz="1600" dirty="0"/>
                </a:p>
              </p:txBody>
            </p:sp>
          </mc:Choice>
          <mc:Fallback xmlns="">
            <p:sp>
              <p:nvSpPr>
                <p:cNvPr id="16" name="TextBox 13">
                  <a:extLst>
                    <a:ext uri="{FF2B5EF4-FFF2-40B4-BE49-F238E27FC236}">
                      <a16:creationId xmlns:a16="http://schemas.microsoft.com/office/drawing/2014/main" id="{34AEE752-FCEC-49A9-B464-EE05AB88A4C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432892" y="2946190"/>
                  <a:ext cx="256967" cy="338554"/>
                </a:xfrm>
                <a:prstGeom prst="rect">
                  <a:avLst/>
                </a:prstGeom>
                <a:blipFill>
                  <a:blip r:embed="rId1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7" name="DVO">
              <a:extLst>
                <a:ext uri="{FF2B5EF4-FFF2-40B4-BE49-F238E27FC236}">
                  <a16:creationId xmlns:a16="http://schemas.microsoft.com/office/drawing/2014/main" id="{602C53B1-114A-48C0-9D73-85F68ECA2FBE}"/>
                </a:ext>
              </a:extLst>
            </p:cNvPr>
            <p:cNvSpPr/>
            <p:nvPr/>
          </p:nvSpPr>
          <p:spPr>
            <a:xfrm flipH="1">
              <a:off x="2209892" y="2910988"/>
              <a:ext cx="722000" cy="1495797"/>
            </a:xfrm>
            <a:prstGeom prst="arc">
              <a:avLst>
                <a:gd name="adj1" fmla="val 5396867"/>
                <a:gd name="adj2" fmla="val 16170484"/>
              </a:avLst>
            </a:prstGeom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600" dirty="0"/>
            </a:p>
          </p:txBody>
        </p:sp>
        <p:sp>
          <p:nvSpPr>
            <p:cNvPr id="21" name="Oval 23">
              <a:extLst>
                <a:ext uri="{FF2B5EF4-FFF2-40B4-BE49-F238E27FC236}">
                  <a16:creationId xmlns:a16="http://schemas.microsoft.com/office/drawing/2014/main" id="{2F8E52B4-3879-4A53-853D-37DC6B8692F9}"/>
                </a:ext>
              </a:extLst>
            </p:cNvPr>
            <p:cNvSpPr/>
            <p:nvPr/>
          </p:nvSpPr>
          <p:spPr>
            <a:xfrm>
              <a:off x="3212476" y="3574748"/>
              <a:ext cx="162450" cy="168277"/>
            </a:xfrm>
            <a:prstGeom prst="ellipse">
              <a:avLst/>
            </a:prstGeom>
            <a:gradFill flip="none" rotWithShape="1">
              <a:gsLst>
                <a:gs pos="100000">
                  <a:schemeClr val="tx1">
                    <a:lumMod val="85000"/>
                    <a:lumOff val="15000"/>
                  </a:schemeClr>
                </a:gs>
                <a:gs pos="50000">
                  <a:schemeClr val="tx1">
                    <a:lumMod val="65000"/>
                    <a:lumOff val="35000"/>
                    <a:tint val="44500"/>
                    <a:satMod val="160000"/>
                  </a:schemeClr>
                </a:gs>
                <a:gs pos="0">
                  <a:schemeClr val="tx1">
                    <a:lumMod val="65000"/>
                    <a:lumOff val="35000"/>
                    <a:tint val="23500"/>
                    <a:satMod val="16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 dirty="0"/>
            </a:p>
          </p:txBody>
        </p:sp>
        <p:cxnSp>
          <p:nvCxnSpPr>
            <p:cNvPr id="23" name="Straight Arrow Connector 7">
              <a:extLst>
                <a:ext uri="{FF2B5EF4-FFF2-40B4-BE49-F238E27FC236}">
                  <a16:creationId xmlns:a16="http://schemas.microsoft.com/office/drawing/2014/main" id="{36EC1456-E151-43D6-83EA-97600C49E11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567860" y="3210805"/>
              <a:ext cx="1697" cy="44589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Arrow Connector 19">
              <a:extLst>
                <a:ext uri="{FF2B5EF4-FFF2-40B4-BE49-F238E27FC236}">
                  <a16:creationId xmlns:a16="http://schemas.microsoft.com/office/drawing/2014/main" id="{2B4DD044-2A67-4570-938D-6F05AB6D2E0C}"/>
                </a:ext>
              </a:extLst>
            </p:cNvPr>
            <p:cNvCxnSpPr>
              <a:cxnSpLocks/>
            </p:cNvCxnSpPr>
            <p:nvPr/>
          </p:nvCxnSpPr>
          <p:spPr>
            <a:xfrm>
              <a:off x="2570845" y="3654510"/>
              <a:ext cx="195802" cy="156763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Arrow Connector 18">
              <a:extLst>
                <a:ext uri="{FF2B5EF4-FFF2-40B4-BE49-F238E27FC236}">
                  <a16:creationId xmlns:a16="http://schemas.microsoft.com/office/drawing/2014/main" id="{19BA3216-8E1C-4DF5-A108-33E08250036A}"/>
                </a:ext>
              </a:extLst>
            </p:cNvPr>
            <p:cNvCxnSpPr>
              <a:cxnSpLocks/>
            </p:cNvCxnSpPr>
            <p:nvPr/>
          </p:nvCxnSpPr>
          <p:spPr>
            <a:xfrm rot="16200000" flipH="1" flipV="1">
              <a:off x="2399523" y="3483035"/>
              <a:ext cx="0" cy="34295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Oval 20">
              <a:extLst>
                <a:ext uri="{FF2B5EF4-FFF2-40B4-BE49-F238E27FC236}">
                  <a16:creationId xmlns:a16="http://schemas.microsoft.com/office/drawing/2014/main" id="{C08F1200-1646-4E05-8061-9C6620047C71}"/>
                </a:ext>
              </a:extLst>
            </p:cNvPr>
            <p:cNvSpPr/>
            <p:nvPr/>
          </p:nvSpPr>
          <p:spPr>
            <a:xfrm>
              <a:off x="1768312" y="3574748"/>
              <a:ext cx="162450" cy="168277"/>
            </a:xfrm>
            <a:prstGeom prst="ellipse">
              <a:avLst/>
            </a:prstGeom>
            <a:gradFill flip="none" rotWithShape="1">
              <a:gsLst>
                <a:gs pos="100000">
                  <a:schemeClr val="tx1">
                    <a:lumMod val="85000"/>
                    <a:lumOff val="15000"/>
                  </a:schemeClr>
                </a:gs>
                <a:gs pos="50000">
                  <a:schemeClr val="tx1">
                    <a:lumMod val="65000"/>
                    <a:lumOff val="35000"/>
                    <a:tint val="44500"/>
                    <a:satMod val="160000"/>
                  </a:schemeClr>
                </a:gs>
                <a:gs pos="0">
                  <a:schemeClr val="tx1">
                    <a:lumMod val="65000"/>
                    <a:lumOff val="35000"/>
                    <a:tint val="23500"/>
                    <a:satMod val="16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/>
            </a:p>
          </p:txBody>
        </p:sp>
        <p:sp>
          <p:nvSpPr>
            <p:cNvPr id="29" name="Oval 22">
              <a:extLst>
                <a:ext uri="{FF2B5EF4-FFF2-40B4-BE49-F238E27FC236}">
                  <a16:creationId xmlns:a16="http://schemas.microsoft.com/office/drawing/2014/main" id="{FA290670-5ADB-4445-9B33-122BE606D9A1}"/>
                </a:ext>
              </a:extLst>
            </p:cNvPr>
            <p:cNvSpPr/>
            <p:nvPr/>
          </p:nvSpPr>
          <p:spPr>
            <a:xfrm>
              <a:off x="2490802" y="2818475"/>
              <a:ext cx="162450" cy="168277"/>
            </a:xfrm>
            <a:prstGeom prst="ellipse">
              <a:avLst/>
            </a:prstGeom>
            <a:gradFill flip="none" rotWithShape="1">
              <a:gsLst>
                <a:gs pos="100000">
                  <a:schemeClr val="tx1">
                    <a:lumMod val="85000"/>
                    <a:lumOff val="15000"/>
                  </a:schemeClr>
                </a:gs>
                <a:gs pos="50000">
                  <a:schemeClr val="tx1">
                    <a:lumMod val="65000"/>
                    <a:lumOff val="35000"/>
                    <a:tint val="44500"/>
                    <a:satMod val="160000"/>
                  </a:schemeClr>
                </a:gs>
                <a:gs pos="0">
                  <a:schemeClr val="tx1">
                    <a:lumMod val="65000"/>
                    <a:lumOff val="35000"/>
                    <a:tint val="23500"/>
                    <a:satMod val="16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 dirty="0"/>
            </a:p>
          </p:txBody>
        </p:sp>
        <p:sp>
          <p:nvSpPr>
            <p:cNvPr id="240" name="Partial Circle 9">
              <a:extLst>
                <a:ext uri="{FF2B5EF4-FFF2-40B4-BE49-F238E27FC236}">
                  <a16:creationId xmlns:a16="http://schemas.microsoft.com/office/drawing/2014/main" id="{44538DF5-DE96-4104-B849-41515C1FF374}"/>
                </a:ext>
              </a:extLst>
            </p:cNvPr>
            <p:cNvSpPr>
              <a:spLocks noChangeAspect="1"/>
            </p:cNvSpPr>
            <p:nvPr/>
          </p:nvSpPr>
          <p:spPr>
            <a:xfrm rot="16200000" flipH="1">
              <a:off x="2505459" y="3560358"/>
              <a:ext cx="102408" cy="197724"/>
            </a:xfrm>
            <a:prstGeom prst="pie">
              <a:avLst>
                <a:gd name="adj1" fmla="val 16258856"/>
                <a:gd name="adj2" fmla="val 19252600"/>
              </a:avLst>
            </a:prstGeom>
            <a:gradFill flip="none" rotWithShape="1">
              <a:gsLst>
                <a:gs pos="0">
                  <a:schemeClr val="tx1"/>
                </a:gs>
                <a:gs pos="50000">
                  <a:schemeClr val="tx1">
                    <a:lumMod val="50000"/>
                    <a:lumOff val="50000"/>
                  </a:schemeClr>
                </a:gs>
                <a:gs pos="100000">
                  <a:schemeClr val="bg1">
                    <a:lumMod val="50000"/>
                  </a:schemeClr>
                </a:gs>
              </a:gsLst>
              <a:lin ang="2700000" scaled="1"/>
              <a:tileRect/>
            </a:gra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 dirty="0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1" name="TextBox 10">
                  <a:extLst>
                    <a:ext uri="{FF2B5EF4-FFF2-40B4-BE49-F238E27FC236}">
                      <a16:creationId xmlns:a16="http://schemas.microsoft.com/office/drawing/2014/main" id="{84F7F63B-75CC-4115-B39D-DAAE72357C14}"/>
                    </a:ext>
                  </a:extLst>
                </p:cNvPr>
                <p:cNvSpPr txBox="1"/>
                <p:nvPr/>
              </p:nvSpPr>
              <p:spPr>
                <a:xfrm>
                  <a:off x="2141443" y="3595408"/>
                  <a:ext cx="315234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𝛼</m:t>
                        </m:r>
                      </m:oMath>
                    </m:oMathPara>
                  </a14:m>
                  <a:endParaRPr lang="en-US" sz="1600" dirty="0"/>
                </a:p>
              </p:txBody>
            </p:sp>
          </mc:Choice>
          <mc:Fallback xmlns="">
            <p:sp>
              <p:nvSpPr>
                <p:cNvPr id="241" name="TextBox 10">
                  <a:extLst>
                    <a:ext uri="{FF2B5EF4-FFF2-40B4-BE49-F238E27FC236}">
                      <a16:creationId xmlns:a16="http://schemas.microsoft.com/office/drawing/2014/main" id="{84F7F63B-75CC-4115-B39D-DAAE72357C1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41443" y="3595408"/>
                  <a:ext cx="315234" cy="338554"/>
                </a:xfrm>
                <a:prstGeom prst="rect">
                  <a:avLst/>
                </a:prstGeom>
                <a:blipFill>
                  <a:blip r:embed="rId2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42" name="Straight Arrow Connector 17">
              <a:extLst>
                <a:ext uri="{FF2B5EF4-FFF2-40B4-BE49-F238E27FC236}">
                  <a16:creationId xmlns:a16="http://schemas.microsoft.com/office/drawing/2014/main" id="{9118E4FA-F32D-4FFA-A291-5D7406EE0F0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348711" y="3660429"/>
              <a:ext cx="221585" cy="286539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stealth" w="lg" len="lg"/>
            </a:ln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</p:cxnSp>
        <p:sp>
          <p:nvSpPr>
            <p:cNvPr id="243" name="Partial Circle 9">
              <a:extLst>
                <a:ext uri="{FF2B5EF4-FFF2-40B4-BE49-F238E27FC236}">
                  <a16:creationId xmlns:a16="http://schemas.microsoft.com/office/drawing/2014/main" id="{E3086480-D87C-44BE-A5FD-FCCCBCB51C1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492736" y="3523137"/>
              <a:ext cx="149214" cy="301366"/>
            </a:xfrm>
            <a:prstGeom prst="pie">
              <a:avLst>
                <a:gd name="adj1" fmla="val 16258856"/>
                <a:gd name="adj2" fmla="val 19252600"/>
              </a:avLst>
            </a:prstGeom>
            <a:gradFill flip="none" rotWithShape="1">
              <a:gsLst>
                <a:gs pos="0">
                  <a:schemeClr val="tx1"/>
                </a:gs>
                <a:gs pos="50000">
                  <a:schemeClr val="tx1">
                    <a:lumMod val="50000"/>
                    <a:lumOff val="50000"/>
                  </a:schemeClr>
                </a:gs>
                <a:gs pos="100000">
                  <a:schemeClr val="bg1">
                    <a:lumMod val="50000"/>
                  </a:schemeClr>
                </a:gs>
              </a:gsLst>
              <a:lin ang="2700000" scaled="1"/>
              <a:tileRect/>
            </a:gra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 dirty="0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4" name="TextBox 10">
                  <a:extLst>
                    <a:ext uri="{FF2B5EF4-FFF2-40B4-BE49-F238E27FC236}">
                      <a16:creationId xmlns:a16="http://schemas.microsoft.com/office/drawing/2014/main" id="{88C10C99-5EFB-4159-8781-24325DAB3E66}"/>
                    </a:ext>
                  </a:extLst>
                </p:cNvPr>
                <p:cNvSpPr txBox="1"/>
                <p:nvPr/>
              </p:nvSpPr>
              <p:spPr>
                <a:xfrm>
                  <a:off x="2532514" y="3274990"/>
                  <a:ext cx="297046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𝛽</m:t>
                        </m:r>
                      </m:oMath>
                    </m:oMathPara>
                  </a14:m>
                  <a:endParaRPr lang="en-US" sz="1600" dirty="0"/>
                </a:p>
              </p:txBody>
            </p:sp>
          </mc:Choice>
          <mc:Fallback xmlns="">
            <p:sp>
              <p:nvSpPr>
                <p:cNvPr id="244" name="TextBox 10">
                  <a:extLst>
                    <a:ext uri="{FF2B5EF4-FFF2-40B4-BE49-F238E27FC236}">
                      <a16:creationId xmlns:a16="http://schemas.microsoft.com/office/drawing/2014/main" id="{88C10C99-5EFB-4159-8781-24325DAB3E6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32514" y="3274990"/>
                  <a:ext cx="297046" cy="338554"/>
                </a:xfrm>
                <a:prstGeom prst="rect">
                  <a:avLst/>
                </a:prstGeom>
                <a:blipFill>
                  <a:blip r:embed="rId21"/>
                  <a:stretch>
                    <a:fillRect r="-4082" b="-8929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45" name="Straight Arrow Connector 17">
              <a:extLst>
                <a:ext uri="{FF2B5EF4-FFF2-40B4-BE49-F238E27FC236}">
                  <a16:creationId xmlns:a16="http://schemas.microsoft.com/office/drawing/2014/main" id="{4E3FCC2D-106E-4711-AEA1-A315AFE9C03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562208" y="3214704"/>
              <a:ext cx="571923" cy="449644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stealth" w="lg" len="lg"/>
            </a:ln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</p:cxnSp>
        <p:sp>
          <p:nvSpPr>
            <p:cNvPr id="156" name="Oval 23">
              <a:extLst>
                <a:ext uri="{FF2B5EF4-FFF2-40B4-BE49-F238E27FC236}">
                  <a16:creationId xmlns:a16="http://schemas.microsoft.com/office/drawing/2014/main" id="{BD6C54FF-0932-46E0-AAF1-1EE5D8BEBA20}"/>
                </a:ext>
              </a:extLst>
            </p:cNvPr>
            <p:cNvSpPr/>
            <p:nvPr/>
          </p:nvSpPr>
          <p:spPr>
            <a:xfrm>
              <a:off x="2831476" y="3850973"/>
              <a:ext cx="162450" cy="168277"/>
            </a:xfrm>
            <a:prstGeom prst="ellipse">
              <a:avLst/>
            </a:prstGeom>
            <a:gradFill flip="none" rotWithShape="1">
              <a:gsLst>
                <a:gs pos="100000">
                  <a:schemeClr val="tx1">
                    <a:lumMod val="85000"/>
                    <a:lumOff val="15000"/>
                  </a:schemeClr>
                </a:gs>
                <a:gs pos="50000">
                  <a:schemeClr val="tx1">
                    <a:lumMod val="65000"/>
                    <a:lumOff val="35000"/>
                    <a:tint val="44500"/>
                    <a:satMod val="160000"/>
                  </a:schemeClr>
                </a:gs>
                <a:gs pos="0">
                  <a:schemeClr val="tx1">
                    <a:lumMod val="65000"/>
                    <a:lumOff val="35000"/>
                    <a:tint val="23500"/>
                    <a:satMod val="16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 dirty="0"/>
            </a:p>
          </p:txBody>
        </p:sp>
        <p:sp>
          <p:nvSpPr>
            <p:cNvPr id="157" name="Oval 23">
              <a:extLst>
                <a:ext uri="{FF2B5EF4-FFF2-40B4-BE49-F238E27FC236}">
                  <a16:creationId xmlns:a16="http://schemas.microsoft.com/office/drawing/2014/main" id="{21C2D51D-46D6-42F1-ACC3-976D84AA89E7}"/>
                </a:ext>
              </a:extLst>
            </p:cNvPr>
            <p:cNvSpPr/>
            <p:nvPr/>
          </p:nvSpPr>
          <p:spPr>
            <a:xfrm>
              <a:off x="2145676" y="3317573"/>
              <a:ext cx="162450" cy="168277"/>
            </a:xfrm>
            <a:prstGeom prst="ellipse">
              <a:avLst/>
            </a:prstGeom>
            <a:gradFill flip="none" rotWithShape="1">
              <a:gsLst>
                <a:gs pos="100000">
                  <a:schemeClr val="tx1">
                    <a:lumMod val="85000"/>
                    <a:lumOff val="15000"/>
                  </a:schemeClr>
                </a:gs>
                <a:gs pos="50000">
                  <a:schemeClr val="tx1">
                    <a:lumMod val="65000"/>
                    <a:lumOff val="35000"/>
                    <a:tint val="44500"/>
                    <a:satMod val="160000"/>
                  </a:schemeClr>
                </a:gs>
                <a:gs pos="0">
                  <a:schemeClr val="tx1">
                    <a:lumMod val="65000"/>
                    <a:lumOff val="35000"/>
                    <a:tint val="23500"/>
                    <a:satMod val="16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 dirty="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61" name="矩形 160">
                <a:extLst>
                  <a:ext uri="{FF2B5EF4-FFF2-40B4-BE49-F238E27FC236}">
                    <a16:creationId xmlns:a16="http://schemas.microsoft.com/office/drawing/2014/main" id="{750A7010-FFDC-44B9-8B58-B0B38D8B6E31}"/>
                  </a:ext>
                </a:extLst>
              </p:cNvPr>
              <p:cNvSpPr/>
              <p:nvPr/>
            </p:nvSpPr>
            <p:spPr>
              <a:xfrm>
                <a:off x="-985390" y="2886450"/>
                <a:ext cx="1356462" cy="369332"/>
              </a:xfrm>
              <a:prstGeom prst="rect">
                <a:avLst/>
              </a:prstGeom>
              <a:solidFill>
                <a:srgbClr val="EFEFEF"/>
              </a:solidFill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b="0" i="1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1, −1, −1, 1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161" name="矩形 160">
                <a:extLst>
                  <a:ext uri="{FF2B5EF4-FFF2-40B4-BE49-F238E27FC236}">
                    <a16:creationId xmlns:a16="http://schemas.microsoft.com/office/drawing/2014/main" id="{750A7010-FFDC-44B9-8B58-B0B38D8B6E3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985390" y="2886450"/>
                <a:ext cx="1356462" cy="369332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18" name="群組 117">
            <a:extLst>
              <a:ext uri="{FF2B5EF4-FFF2-40B4-BE49-F238E27FC236}">
                <a16:creationId xmlns:a16="http://schemas.microsoft.com/office/drawing/2014/main" id="{07B2F8C0-5305-4898-871A-E9981615C101}"/>
              </a:ext>
            </a:extLst>
          </p:cNvPr>
          <p:cNvGrpSpPr/>
          <p:nvPr/>
        </p:nvGrpSpPr>
        <p:grpSpPr>
          <a:xfrm>
            <a:off x="6562684" y="3997534"/>
            <a:ext cx="762458" cy="762458"/>
            <a:chOff x="389151" y="2161357"/>
            <a:chExt cx="1150186" cy="1150186"/>
          </a:xfrm>
        </p:grpSpPr>
        <p:sp>
          <p:nvSpPr>
            <p:cNvPr id="119" name="矩形: 圓角 118">
              <a:extLst>
                <a:ext uri="{FF2B5EF4-FFF2-40B4-BE49-F238E27FC236}">
                  <a16:creationId xmlns:a16="http://schemas.microsoft.com/office/drawing/2014/main" id="{DF3A80B7-F728-4945-A812-5BEB9B06BB5D}"/>
                </a:ext>
              </a:extLst>
            </p:cNvPr>
            <p:cNvSpPr/>
            <p:nvPr/>
          </p:nvSpPr>
          <p:spPr>
            <a:xfrm>
              <a:off x="389151" y="2161357"/>
              <a:ext cx="1150186" cy="1150186"/>
            </a:xfrm>
            <a:prstGeom prst="roundRect">
              <a:avLst/>
            </a:prstGeom>
            <a:solidFill>
              <a:schemeClr val="tx1">
                <a:lumMod val="65000"/>
                <a:lumOff val="35000"/>
              </a:schemeClr>
            </a:solidFill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 dirty="0"/>
            </a:p>
          </p:txBody>
        </p:sp>
        <p:sp>
          <p:nvSpPr>
            <p:cNvPr id="120" name="箭號: 左-右雙向 119">
              <a:extLst>
                <a:ext uri="{FF2B5EF4-FFF2-40B4-BE49-F238E27FC236}">
                  <a16:creationId xmlns:a16="http://schemas.microsoft.com/office/drawing/2014/main" id="{4B92AD8A-5F0F-4DD8-9195-0675AA9DB28D}"/>
                </a:ext>
              </a:extLst>
            </p:cNvPr>
            <p:cNvSpPr/>
            <p:nvPr/>
          </p:nvSpPr>
          <p:spPr>
            <a:xfrm rot="18900000">
              <a:off x="494862" y="2676534"/>
              <a:ext cx="237734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 dirty="0"/>
            </a:p>
          </p:txBody>
        </p:sp>
        <p:sp>
          <p:nvSpPr>
            <p:cNvPr id="121" name="箭號: 左-右雙向 120">
              <a:extLst>
                <a:ext uri="{FF2B5EF4-FFF2-40B4-BE49-F238E27FC236}">
                  <a16:creationId xmlns:a16="http://schemas.microsoft.com/office/drawing/2014/main" id="{706738C3-BF31-46AF-AA46-79F93D2D061F}"/>
                </a:ext>
              </a:extLst>
            </p:cNvPr>
            <p:cNvSpPr/>
            <p:nvPr/>
          </p:nvSpPr>
          <p:spPr>
            <a:xfrm rot="18900000">
              <a:off x="1212991" y="2676534"/>
              <a:ext cx="237734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122" name="箭號: 左-右雙向 121">
              <a:extLst>
                <a:ext uri="{FF2B5EF4-FFF2-40B4-BE49-F238E27FC236}">
                  <a16:creationId xmlns:a16="http://schemas.microsoft.com/office/drawing/2014/main" id="{279FBFE2-7482-4A6A-B4EF-0668AAAB78D4}"/>
                </a:ext>
              </a:extLst>
            </p:cNvPr>
            <p:cNvSpPr/>
            <p:nvPr/>
          </p:nvSpPr>
          <p:spPr>
            <a:xfrm>
              <a:off x="601032" y="2422199"/>
              <a:ext cx="237735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123" name="箭號: 左-右雙向 122">
              <a:extLst>
                <a:ext uri="{FF2B5EF4-FFF2-40B4-BE49-F238E27FC236}">
                  <a16:creationId xmlns:a16="http://schemas.microsoft.com/office/drawing/2014/main" id="{E41E7590-BAB9-4506-84C8-9186DA81E131}"/>
                </a:ext>
              </a:extLst>
            </p:cNvPr>
            <p:cNvSpPr/>
            <p:nvPr/>
          </p:nvSpPr>
          <p:spPr>
            <a:xfrm>
              <a:off x="1098572" y="2940324"/>
              <a:ext cx="237735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124" name="箭號: 左-右雙向 123">
              <a:extLst>
                <a:ext uri="{FF2B5EF4-FFF2-40B4-BE49-F238E27FC236}">
                  <a16:creationId xmlns:a16="http://schemas.microsoft.com/office/drawing/2014/main" id="{E3324B6E-D926-4FCC-8B42-DE3929461B0D}"/>
                </a:ext>
              </a:extLst>
            </p:cNvPr>
            <p:cNvSpPr/>
            <p:nvPr/>
          </p:nvSpPr>
          <p:spPr>
            <a:xfrm rot="5400000">
              <a:off x="601034" y="2940324"/>
              <a:ext cx="237734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 dirty="0"/>
            </a:p>
          </p:txBody>
        </p:sp>
        <p:sp>
          <p:nvSpPr>
            <p:cNvPr id="125" name="箭號: 左-右雙向 124">
              <a:extLst>
                <a:ext uri="{FF2B5EF4-FFF2-40B4-BE49-F238E27FC236}">
                  <a16:creationId xmlns:a16="http://schemas.microsoft.com/office/drawing/2014/main" id="{49F5CF9B-7EA5-4858-ABB6-0C7F6DEFE0D7}"/>
                </a:ext>
              </a:extLst>
            </p:cNvPr>
            <p:cNvSpPr/>
            <p:nvPr/>
          </p:nvSpPr>
          <p:spPr>
            <a:xfrm rot="5400000">
              <a:off x="1098570" y="2422199"/>
              <a:ext cx="237734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126" name="箭號: 左-右雙向 125">
              <a:extLst>
                <a:ext uri="{FF2B5EF4-FFF2-40B4-BE49-F238E27FC236}">
                  <a16:creationId xmlns:a16="http://schemas.microsoft.com/office/drawing/2014/main" id="{2AC2EEB0-F961-43A7-91F7-A24CA6322267}"/>
                </a:ext>
              </a:extLst>
            </p:cNvPr>
            <p:cNvSpPr/>
            <p:nvPr/>
          </p:nvSpPr>
          <p:spPr>
            <a:xfrm rot="2700000">
              <a:off x="844159" y="3043671"/>
              <a:ext cx="237734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130" name="箭號: 左-右雙向 129">
              <a:extLst>
                <a:ext uri="{FF2B5EF4-FFF2-40B4-BE49-F238E27FC236}">
                  <a16:creationId xmlns:a16="http://schemas.microsoft.com/office/drawing/2014/main" id="{66961A47-07AF-4706-80CF-76ABBDA8693C}"/>
                </a:ext>
              </a:extLst>
            </p:cNvPr>
            <p:cNvSpPr/>
            <p:nvPr/>
          </p:nvSpPr>
          <p:spPr>
            <a:xfrm rot="2700000">
              <a:off x="844159" y="2311929"/>
              <a:ext cx="237734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</p:grpSp>
      <p:pic>
        <p:nvPicPr>
          <p:cNvPr id="12" name="圖片 11">
            <a:extLst>
              <a:ext uri="{FF2B5EF4-FFF2-40B4-BE49-F238E27FC236}">
                <a16:creationId xmlns:a16="http://schemas.microsoft.com/office/drawing/2014/main" id="{8A77A7AA-C863-435E-93DA-A677E85256E5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5663966" y="3923432"/>
            <a:ext cx="861387" cy="86383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34" name="文字方塊 133">
                <a:extLst>
                  <a:ext uri="{FF2B5EF4-FFF2-40B4-BE49-F238E27FC236}">
                    <a16:creationId xmlns:a16="http://schemas.microsoft.com/office/drawing/2014/main" id="{B7CFAB37-E98B-4BFF-A8D8-CA5A27A2490F}"/>
                  </a:ext>
                </a:extLst>
              </p:cNvPr>
              <p:cNvSpPr txBox="1"/>
              <p:nvPr/>
            </p:nvSpPr>
            <p:spPr>
              <a:xfrm>
                <a:off x="5499070" y="3898080"/>
                <a:ext cx="1150186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4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400" b="0" i="1" smtClean="0">
                              <a:latin typeface="Cambria Math" panose="02040503050406030204" pitchFamily="18" charset="0"/>
                            </a:rPr>
                            <m:t>/2</m:t>
                          </m:r>
                          <m:r>
                            <a:rPr lang="en-US" altLang="zh-TW" sz="14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14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400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400" dirty="0"/>
              </a:p>
            </p:txBody>
          </p:sp>
        </mc:Choice>
        <mc:Fallback xmlns="">
          <p:sp>
            <p:nvSpPr>
              <p:cNvPr id="134" name="文字方塊 133">
                <a:extLst>
                  <a:ext uri="{FF2B5EF4-FFF2-40B4-BE49-F238E27FC236}">
                    <a16:creationId xmlns:a16="http://schemas.microsoft.com/office/drawing/2014/main" id="{B7CFAB37-E98B-4BFF-A8D8-CA5A27A249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99070" y="3898080"/>
                <a:ext cx="1150186" cy="307777"/>
              </a:xfrm>
              <a:prstGeom prst="rect">
                <a:avLst/>
              </a:prstGeom>
              <a:blipFill>
                <a:blip r:embed="rId24"/>
                <a:stretch>
                  <a:fillRect b="-588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35" name="群組 134">
            <a:extLst>
              <a:ext uri="{FF2B5EF4-FFF2-40B4-BE49-F238E27FC236}">
                <a16:creationId xmlns:a16="http://schemas.microsoft.com/office/drawing/2014/main" id="{9598AA79-722B-413F-93C1-4BE4A44EF944}"/>
              </a:ext>
            </a:extLst>
          </p:cNvPr>
          <p:cNvGrpSpPr/>
          <p:nvPr/>
        </p:nvGrpSpPr>
        <p:grpSpPr>
          <a:xfrm>
            <a:off x="2276290" y="2600126"/>
            <a:ext cx="762458" cy="762458"/>
            <a:chOff x="389151" y="2161357"/>
            <a:chExt cx="1150186" cy="1150186"/>
          </a:xfrm>
        </p:grpSpPr>
        <p:sp>
          <p:nvSpPr>
            <p:cNvPr id="136" name="矩形: 圓角 135">
              <a:extLst>
                <a:ext uri="{FF2B5EF4-FFF2-40B4-BE49-F238E27FC236}">
                  <a16:creationId xmlns:a16="http://schemas.microsoft.com/office/drawing/2014/main" id="{4FDD501F-8024-4335-B21B-7744633B4398}"/>
                </a:ext>
              </a:extLst>
            </p:cNvPr>
            <p:cNvSpPr/>
            <p:nvPr/>
          </p:nvSpPr>
          <p:spPr>
            <a:xfrm>
              <a:off x="389151" y="2161357"/>
              <a:ext cx="1150186" cy="1150186"/>
            </a:xfrm>
            <a:prstGeom prst="roundRect">
              <a:avLst/>
            </a:prstGeom>
            <a:solidFill>
              <a:schemeClr val="tx1">
                <a:lumMod val="65000"/>
                <a:lumOff val="35000"/>
              </a:schemeClr>
            </a:solidFill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 dirty="0"/>
            </a:p>
          </p:txBody>
        </p:sp>
        <p:sp>
          <p:nvSpPr>
            <p:cNvPr id="137" name="箭號: 左-右雙向 136">
              <a:extLst>
                <a:ext uri="{FF2B5EF4-FFF2-40B4-BE49-F238E27FC236}">
                  <a16:creationId xmlns:a16="http://schemas.microsoft.com/office/drawing/2014/main" id="{6E188C5A-5749-4D7C-8302-71A6E3DA6B68}"/>
                </a:ext>
              </a:extLst>
            </p:cNvPr>
            <p:cNvSpPr/>
            <p:nvPr/>
          </p:nvSpPr>
          <p:spPr>
            <a:xfrm rot="2700000">
              <a:off x="494862" y="2676534"/>
              <a:ext cx="237734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 dirty="0"/>
            </a:p>
          </p:txBody>
        </p:sp>
        <p:sp>
          <p:nvSpPr>
            <p:cNvPr id="138" name="箭號: 左-右雙向 137">
              <a:extLst>
                <a:ext uri="{FF2B5EF4-FFF2-40B4-BE49-F238E27FC236}">
                  <a16:creationId xmlns:a16="http://schemas.microsoft.com/office/drawing/2014/main" id="{42116BAA-3D04-46B9-B272-F52023155ABE}"/>
                </a:ext>
              </a:extLst>
            </p:cNvPr>
            <p:cNvSpPr/>
            <p:nvPr/>
          </p:nvSpPr>
          <p:spPr>
            <a:xfrm rot="2700000">
              <a:off x="1212991" y="2676534"/>
              <a:ext cx="237734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139" name="箭號: 左-右雙向 138">
              <a:extLst>
                <a:ext uri="{FF2B5EF4-FFF2-40B4-BE49-F238E27FC236}">
                  <a16:creationId xmlns:a16="http://schemas.microsoft.com/office/drawing/2014/main" id="{0857E5BF-11F7-41F6-918F-78D3FF353FC8}"/>
                </a:ext>
              </a:extLst>
            </p:cNvPr>
            <p:cNvSpPr/>
            <p:nvPr/>
          </p:nvSpPr>
          <p:spPr>
            <a:xfrm rot="5400000">
              <a:off x="601032" y="2422199"/>
              <a:ext cx="237734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140" name="箭號: 左-右雙向 139">
              <a:extLst>
                <a:ext uri="{FF2B5EF4-FFF2-40B4-BE49-F238E27FC236}">
                  <a16:creationId xmlns:a16="http://schemas.microsoft.com/office/drawing/2014/main" id="{5054F892-90FF-4E96-A7B3-26DF4EB760F1}"/>
                </a:ext>
              </a:extLst>
            </p:cNvPr>
            <p:cNvSpPr/>
            <p:nvPr/>
          </p:nvSpPr>
          <p:spPr>
            <a:xfrm rot="5400000">
              <a:off x="1098572" y="2940324"/>
              <a:ext cx="237734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141" name="箭號: 左-右雙向 140">
              <a:extLst>
                <a:ext uri="{FF2B5EF4-FFF2-40B4-BE49-F238E27FC236}">
                  <a16:creationId xmlns:a16="http://schemas.microsoft.com/office/drawing/2014/main" id="{48D6F68F-107F-4C1D-AAA9-3218CBE8D522}"/>
                </a:ext>
              </a:extLst>
            </p:cNvPr>
            <p:cNvSpPr/>
            <p:nvPr/>
          </p:nvSpPr>
          <p:spPr>
            <a:xfrm>
              <a:off x="601034" y="2940324"/>
              <a:ext cx="237734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 dirty="0"/>
            </a:p>
          </p:txBody>
        </p:sp>
        <p:sp>
          <p:nvSpPr>
            <p:cNvPr id="142" name="箭號: 左-右雙向 141">
              <a:extLst>
                <a:ext uri="{FF2B5EF4-FFF2-40B4-BE49-F238E27FC236}">
                  <a16:creationId xmlns:a16="http://schemas.microsoft.com/office/drawing/2014/main" id="{87AD9543-1723-4B03-BF8A-24E8DF865F6F}"/>
                </a:ext>
              </a:extLst>
            </p:cNvPr>
            <p:cNvSpPr/>
            <p:nvPr/>
          </p:nvSpPr>
          <p:spPr>
            <a:xfrm>
              <a:off x="1098570" y="2422199"/>
              <a:ext cx="237734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143" name="箭號: 左-右雙向 142">
              <a:extLst>
                <a:ext uri="{FF2B5EF4-FFF2-40B4-BE49-F238E27FC236}">
                  <a16:creationId xmlns:a16="http://schemas.microsoft.com/office/drawing/2014/main" id="{9A9C4CF8-1639-485A-BCC5-57BA82F88E8C}"/>
                </a:ext>
              </a:extLst>
            </p:cNvPr>
            <p:cNvSpPr/>
            <p:nvPr/>
          </p:nvSpPr>
          <p:spPr>
            <a:xfrm rot="18900000">
              <a:off x="844159" y="3043671"/>
              <a:ext cx="237734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144" name="箭號: 左-右雙向 143">
              <a:extLst>
                <a:ext uri="{FF2B5EF4-FFF2-40B4-BE49-F238E27FC236}">
                  <a16:creationId xmlns:a16="http://schemas.microsoft.com/office/drawing/2014/main" id="{FC90CD13-E835-436D-B743-384E628CB654}"/>
                </a:ext>
              </a:extLst>
            </p:cNvPr>
            <p:cNvSpPr/>
            <p:nvPr/>
          </p:nvSpPr>
          <p:spPr>
            <a:xfrm rot="18900000">
              <a:off x="844159" y="2311929"/>
              <a:ext cx="237734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</p:grpSp>
      <p:pic>
        <p:nvPicPr>
          <p:cNvPr id="19" name="圖片 18">
            <a:extLst>
              <a:ext uri="{FF2B5EF4-FFF2-40B4-BE49-F238E27FC236}">
                <a16:creationId xmlns:a16="http://schemas.microsoft.com/office/drawing/2014/main" id="{EA2F7A03-DFBC-4084-A820-E4F8EA562A2B}"/>
              </a:ext>
            </a:extLst>
      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3094399" y="2521947"/>
            <a:ext cx="867600" cy="86971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45" name="文字方塊 144">
                <a:extLst>
                  <a:ext uri="{FF2B5EF4-FFF2-40B4-BE49-F238E27FC236}">
                    <a16:creationId xmlns:a16="http://schemas.microsoft.com/office/drawing/2014/main" id="{5A878C86-D4DF-45C0-8C9D-1A1E9CBF2015}"/>
                  </a:ext>
                </a:extLst>
              </p:cNvPr>
              <p:cNvSpPr txBox="1"/>
              <p:nvPr/>
            </p:nvSpPr>
            <p:spPr>
              <a:xfrm>
                <a:off x="2951229" y="2524702"/>
                <a:ext cx="1150186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US" altLang="zh-TW" sz="14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400" i="1">
                              <a:latin typeface="Cambria Math" panose="02040503050406030204" pitchFamily="18" charset="0"/>
                            </a:rPr>
                            <m:t>/2,</m:t>
                          </m:r>
                          <m:r>
                            <a:rPr lang="en-US" altLang="zh-TW" sz="14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400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400" dirty="0"/>
              </a:p>
            </p:txBody>
          </p:sp>
        </mc:Choice>
        <mc:Fallback xmlns="">
          <p:sp>
            <p:nvSpPr>
              <p:cNvPr id="145" name="文字方塊 144">
                <a:extLst>
                  <a:ext uri="{FF2B5EF4-FFF2-40B4-BE49-F238E27FC236}">
                    <a16:creationId xmlns:a16="http://schemas.microsoft.com/office/drawing/2014/main" id="{5A878C86-D4DF-45C0-8C9D-1A1E9CBF20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51229" y="2524702"/>
                <a:ext cx="1150186" cy="307777"/>
              </a:xfrm>
              <a:prstGeom prst="rect">
                <a:avLst/>
              </a:prstGeom>
              <a:blipFill>
                <a:blip r:embed="rId26"/>
                <a:stretch>
                  <a:fillRect b="-588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6" name="直線接點 145">
            <a:extLst>
              <a:ext uri="{FF2B5EF4-FFF2-40B4-BE49-F238E27FC236}">
                <a16:creationId xmlns:a16="http://schemas.microsoft.com/office/drawing/2014/main" id="{F57829FF-CD68-4562-AB59-154F24F908FA}"/>
              </a:ext>
            </a:extLst>
          </p:cNvPr>
          <p:cNvCxnSpPr>
            <a:cxnSpLocks/>
          </p:cNvCxnSpPr>
          <p:nvPr/>
        </p:nvCxnSpPr>
        <p:spPr>
          <a:xfrm flipV="1">
            <a:off x="3949700" y="3378012"/>
            <a:ext cx="453250" cy="188"/>
          </a:xfrm>
          <a:prstGeom prst="line">
            <a:avLst/>
          </a:prstGeom>
          <a:ln w="9525" cap="flat" cmpd="sng" algn="ctr">
            <a:solidFill>
              <a:schemeClr val="bg1">
                <a:lumMod val="5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47" name="直線接點 146">
            <a:extLst>
              <a:ext uri="{FF2B5EF4-FFF2-40B4-BE49-F238E27FC236}">
                <a16:creationId xmlns:a16="http://schemas.microsoft.com/office/drawing/2014/main" id="{8EA3D37D-BFAA-448D-8EDF-6DD3156581A5}"/>
              </a:ext>
            </a:extLst>
          </p:cNvPr>
          <p:cNvCxnSpPr>
            <a:cxnSpLocks/>
          </p:cNvCxnSpPr>
          <p:nvPr/>
        </p:nvCxnSpPr>
        <p:spPr>
          <a:xfrm>
            <a:off x="5253355" y="3938588"/>
            <a:ext cx="418783" cy="0"/>
          </a:xfrm>
          <a:prstGeom prst="line">
            <a:avLst/>
          </a:prstGeom>
          <a:ln w="9525" cap="flat" cmpd="sng" algn="ctr">
            <a:solidFill>
              <a:schemeClr val="bg1">
                <a:lumMod val="5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49" name="直線接點 148">
            <a:extLst>
              <a:ext uri="{FF2B5EF4-FFF2-40B4-BE49-F238E27FC236}">
                <a16:creationId xmlns:a16="http://schemas.microsoft.com/office/drawing/2014/main" id="{85901407-932B-4660-A0CE-FBFB95C7B064}"/>
              </a:ext>
            </a:extLst>
          </p:cNvPr>
          <p:cNvCxnSpPr>
            <a:cxnSpLocks/>
          </p:cNvCxnSpPr>
          <p:nvPr/>
        </p:nvCxnSpPr>
        <p:spPr>
          <a:xfrm flipV="1">
            <a:off x="5595938" y="3448051"/>
            <a:ext cx="80962" cy="128587"/>
          </a:xfrm>
          <a:prstGeom prst="line">
            <a:avLst/>
          </a:prstGeom>
          <a:ln w="9525" cap="flat" cmpd="sng" algn="ctr">
            <a:solidFill>
              <a:schemeClr val="bg1">
                <a:lumMod val="5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50" name="直線接點 149">
            <a:extLst>
              <a:ext uri="{FF2B5EF4-FFF2-40B4-BE49-F238E27FC236}">
                <a16:creationId xmlns:a16="http://schemas.microsoft.com/office/drawing/2014/main" id="{DBE34094-4181-4370-ADC4-4716A25B3D7C}"/>
              </a:ext>
            </a:extLst>
          </p:cNvPr>
          <p:cNvCxnSpPr>
            <a:cxnSpLocks/>
            <a:endCxn id="28" idx="3"/>
          </p:cNvCxnSpPr>
          <p:nvPr/>
        </p:nvCxnSpPr>
        <p:spPr>
          <a:xfrm flipV="1">
            <a:off x="3934738" y="3718381"/>
            <a:ext cx="105264" cy="191632"/>
          </a:xfrm>
          <a:prstGeom prst="line">
            <a:avLst/>
          </a:prstGeom>
          <a:ln w="9525" cap="flat" cmpd="sng" algn="ctr">
            <a:solidFill>
              <a:schemeClr val="bg1">
                <a:lumMod val="5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68" name="矩形 167">
            <a:extLst>
              <a:ext uri="{FF2B5EF4-FFF2-40B4-BE49-F238E27FC236}">
                <a16:creationId xmlns:a16="http://schemas.microsoft.com/office/drawing/2014/main" id="{8FFEB04E-8721-4A1E-B20C-8834C90333E1}"/>
              </a:ext>
            </a:extLst>
          </p:cNvPr>
          <p:cNvSpPr/>
          <p:nvPr/>
        </p:nvSpPr>
        <p:spPr>
          <a:xfrm>
            <a:off x="-665628" y="3626607"/>
            <a:ext cx="264575" cy="279646"/>
          </a:xfrm>
          <a:prstGeom prst="rect">
            <a:avLst/>
          </a:prstGeom>
          <a:solidFill>
            <a:srgbClr val="EFEFEF"/>
          </a:solidFill>
        </p:spPr>
        <p:txBody>
          <a:bodyPr wrap="square">
            <a:spAutoFit/>
          </a:bodyPr>
          <a:lstStyle/>
          <a:p>
            <a:endParaRPr lang="zh-TW" altLang="en-US" dirty="0"/>
          </a:p>
        </p:txBody>
      </p:sp>
      <p:grpSp>
        <p:nvGrpSpPr>
          <p:cNvPr id="103" name="群組 102">
            <a:extLst>
              <a:ext uri="{FF2B5EF4-FFF2-40B4-BE49-F238E27FC236}">
                <a16:creationId xmlns:a16="http://schemas.microsoft.com/office/drawing/2014/main" id="{BEA6291E-CB06-47EF-8A44-C59D9E98795D}"/>
              </a:ext>
            </a:extLst>
          </p:cNvPr>
          <p:cNvGrpSpPr/>
          <p:nvPr/>
        </p:nvGrpSpPr>
        <p:grpSpPr>
          <a:xfrm>
            <a:off x="4871207" y="680913"/>
            <a:ext cx="2017596" cy="545190"/>
            <a:chOff x="3772322" y="601578"/>
            <a:chExt cx="2017596" cy="545190"/>
          </a:xfrm>
        </p:grpSpPr>
        <p:grpSp>
          <p:nvGrpSpPr>
            <p:cNvPr id="18" name="群組 17">
              <a:extLst>
                <a:ext uri="{FF2B5EF4-FFF2-40B4-BE49-F238E27FC236}">
                  <a16:creationId xmlns:a16="http://schemas.microsoft.com/office/drawing/2014/main" id="{CC386EDD-3662-4A57-BD41-5CC72CFF2145}"/>
                </a:ext>
              </a:extLst>
            </p:cNvPr>
            <p:cNvGrpSpPr/>
            <p:nvPr/>
          </p:nvGrpSpPr>
          <p:grpSpPr>
            <a:xfrm>
              <a:off x="3772322" y="647700"/>
              <a:ext cx="2017596" cy="499068"/>
              <a:chOff x="3435760" y="595772"/>
              <a:chExt cx="2381212" cy="589010"/>
            </a:xfrm>
          </p:grpSpPr>
          <p:pic>
            <p:nvPicPr>
              <p:cNvPr id="3" name="圖片 2">
                <a:extLst>
                  <a:ext uri="{FF2B5EF4-FFF2-40B4-BE49-F238E27FC236}">
                    <a16:creationId xmlns:a16="http://schemas.microsoft.com/office/drawing/2014/main" id="{1D29E37C-B71A-4C81-A9AE-9E3848B7874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3435760" y="595772"/>
                <a:ext cx="2381212" cy="589010"/>
              </a:xfrm>
              <a:prstGeom prst="rect">
                <a:avLst/>
              </a:prstGeom>
            </p:spPr>
          </p:pic>
          <p:pic>
            <p:nvPicPr>
              <p:cNvPr id="4" name="圖片 3">
                <a:extLst>
                  <a:ext uri="{FF2B5EF4-FFF2-40B4-BE49-F238E27FC236}">
                    <a16:creationId xmlns:a16="http://schemas.microsoft.com/office/drawing/2014/main" id="{686BDA7B-879F-450E-8151-2976E8551AA0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8"/>
              <a:srcRect l="8628" t="17664" r="9063" b="16864"/>
              <a:stretch/>
            </p:blipFill>
            <p:spPr>
              <a:xfrm>
                <a:off x="3765549" y="702311"/>
                <a:ext cx="771657" cy="165894"/>
              </a:xfrm>
              <a:prstGeom prst="rect">
                <a:avLst/>
              </a:prstGeom>
            </p:spPr>
          </p:pic>
        </p:grpSp>
        <p:pic>
          <p:nvPicPr>
            <p:cNvPr id="102" name="圖片 101">
              <a:extLst>
                <a:ext uri="{FF2B5EF4-FFF2-40B4-BE49-F238E27FC236}">
                  <a16:creationId xmlns:a16="http://schemas.microsoft.com/office/drawing/2014/main" id="{A329FBD1-C370-4BD8-93DC-366A8A30A732}"/>
                </a:ext>
              </a:extLst>
            </p:cNvPr>
            <p:cNvPicPr>
              <a:picLocks noChangeAspect="1"/>
            </p:cNvPicPr>
            <p:nvPr/>
          </p:nvPicPr>
          <p:blipFill>
            <a:blip r:embed="rId29"/>
            <a:stretch>
              <a:fillRect/>
            </a:stretch>
          </p:blipFill>
          <p:spPr>
            <a:xfrm>
              <a:off x="5222976" y="601578"/>
              <a:ext cx="262151" cy="149243"/>
            </a:xfrm>
            <a:prstGeom prst="rect">
              <a:avLst/>
            </a:prstGeom>
          </p:spPr>
        </p:pic>
      </p:grpSp>
      <p:grpSp>
        <p:nvGrpSpPr>
          <p:cNvPr id="104" name="群組 103">
            <a:extLst>
              <a:ext uri="{FF2B5EF4-FFF2-40B4-BE49-F238E27FC236}">
                <a16:creationId xmlns:a16="http://schemas.microsoft.com/office/drawing/2014/main" id="{9A7BC23D-92F9-4B2C-A50E-EAF25D91B59D}"/>
              </a:ext>
            </a:extLst>
          </p:cNvPr>
          <p:cNvGrpSpPr/>
          <p:nvPr/>
        </p:nvGrpSpPr>
        <p:grpSpPr>
          <a:xfrm>
            <a:off x="6578505" y="2619036"/>
            <a:ext cx="763200" cy="763200"/>
            <a:chOff x="6578505" y="2619036"/>
            <a:chExt cx="763200" cy="763200"/>
          </a:xfrm>
        </p:grpSpPr>
        <p:sp>
          <p:nvSpPr>
            <p:cNvPr id="172" name="矩形: 圓角 171">
              <a:extLst>
                <a:ext uri="{FF2B5EF4-FFF2-40B4-BE49-F238E27FC236}">
                  <a16:creationId xmlns:a16="http://schemas.microsoft.com/office/drawing/2014/main" id="{DA29815A-8E13-40FA-B91F-69A4E734B046}"/>
                </a:ext>
              </a:extLst>
            </p:cNvPr>
            <p:cNvSpPr/>
            <p:nvPr/>
          </p:nvSpPr>
          <p:spPr>
            <a:xfrm>
              <a:off x="6578505" y="2619036"/>
              <a:ext cx="763200" cy="763200"/>
            </a:xfrm>
            <a:prstGeom prst="roundRect">
              <a:avLst/>
            </a:prstGeom>
            <a:solidFill>
              <a:schemeClr val="tx1">
                <a:lumMod val="65000"/>
                <a:lumOff val="35000"/>
              </a:schemeClr>
            </a:solidFill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 dirty="0"/>
            </a:p>
          </p:txBody>
        </p:sp>
        <p:sp>
          <p:nvSpPr>
            <p:cNvPr id="173" name="箭號: 左-右雙向 172">
              <a:extLst>
                <a:ext uri="{FF2B5EF4-FFF2-40B4-BE49-F238E27FC236}">
                  <a16:creationId xmlns:a16="http://schemas.microsoft.com/office/drawing/2014/main" id="{67E3C97C-B6C7-473D-9EC5-2CF91970C9BE}"/>
                </a:ext>
              </a:extLst>
            </p:cNvPr>
            <p:cNvSpPr/>
            <p:nvPr/>
          </p:nvSpPr>
          <p:spPr>
            <a:xfrm rot="5400000">
              <a:off x="6649457" y="2968181"/>
              <a:ext cx="157748" cy="79515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 dirty="0"/>
            </a:p>
          </p:txBody>
        </p:sp>
        <p:sp>
          <p:nvSpPr>
            <p:cNvPr id="174" name="箭號: 左-右雙向 173">
              <a:extLst>
                <a:ext uri="{FF2B5EF4-FFF2-40B4-BE49-F238E27FC236}">
                  <a16:creationId xmlns:a16="http://schemas.microsoft.com/office/drawing/2014/main" id="{815D0984-AC6A-4B8D-8026-A16EE55DCE11}"/>
                </a:ext>
              </a:extLst>
            </p:cNvPr>
            <p:cNvSpPr/>
            <p:nvPr/>
          </p:nvSpPr>
          <p:spPr>
            <a:xfrm rot="5400000">
              <a:off x="7125967" y="2968181"/>
              <a:ext cx="157748" cy="79515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  <p:sp>
          <p:nvSpPr>
            <p:cNvPr id="176" name="箭號: 左-右雙向 175">
              <a:extLst>
                <a:ext uri="{FF2B5EF4-FFF2-40B4-BE49-F238E27FC236}">
                  <a16:creationId xmlns:a16="http://schemas.microsoft.com/office/drawing/2014/main" id="{EE75FFED-F722-4662-AB28-7B94C2E450FB}"/>
                </a:ext>
              </a:extLst>
            </p:cNvPr>
            <p:cNvSpPr/>
            <p:nvPr/>
          </p:nvSpPr>
          <p:spPr>
            <a:xfrm rot="18900000">
              <a:off x="6719905" y="2799419"/>
              <a:ext cx="157748" cy="79515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 dirty="0"/>
            </a:p>
          </p:txBody>
        </p:sp>
        <p:sp>
          <p:nvSpPr>
            <p:cNvPr id="177" name="箭號: 左-右雙向 176">
              <a:extLst>
                <a:ext uri="{FF2B5EF4-FFF2-40B4-BE49-F238E27FC236}">
                  <a16:creationId xmlns:a16="http://schemas.microsoft.com/office/drawing/2014/main" id="{5F1318CC-5548-4980-8588-C550BB4E1DC4}"/>
                </a:ext>
              </a:extLst>
            </p:cNvPr>
            <p:cNvSpPr/>
            <p:nvPr/>
          </p:nvSpPr>
          <p:spPr>
            <a:xfrm rot="18900000">
              <a:off x="7050045" y="3143217"/>
              <a:ext cx="157748" cy="79515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  <p:sp>
          <p:nvSpPr>
            <p:cNvPr id="178" name="箭號: 左-右雙向 177">
              <a:extLst>
                <a:ext uri="{FF2B5EF4-FFF2-40B4-BE49-F238E27FC236}">
                  <a16:creationId xmlns:a16="http://schemas.microsoft.com/office/drawing/2014/main" id="{D76A56A4-D7AE-44F2-A9D4-147D19EACC48}"/>
                </a:ext>
              </a:extLst>
            </p:cNvPr>
            <p:cNvSpPr/>
            <p:nvPr/>
          </p:nvSpPr>
          <p:spPr>
            <a:xfrm rot="2700000">
              <a:off x="6719905" y="3143218"/>
              <a:ext cx="157748" cy="79515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 dirty="0"/>
            </a:p>
          </p:txBody>
        </p:sp>
        <p:sp>
          <p:nvSpPr>
            <p:cNvPr id="179" name="箭號: 左-右雙向 178">
              <a:extLst>
                <a:ext uri="{FF2B5EF4-FFF2-40B4-BE49-F238E27FC236}">
                  <a16:creationId xmlns:a16="http://schemas.microsoft.com/office/drawing/2014/main" id="{F5D904B8-9A4A-40EE-AB38-56C141185288}"/>
                </a:ext>
              </a:extLst>
            </p:cNvPr>
            <p:cNvSpPr/>
            <p:nvPr/>
          </p:nvSpPr>
          <p:spPr>
            <a:xfrm rot="2700000">
              <a:off x="7050045" y="2799418"/>
              <a:ext cx="157748" cy="79515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  <p:sp>
          <p:nvSpPr>
            <p:cNvPr id="180" name="箭號: 左-右雙向 179">
              <a:extLst>
                <a:ext uri="{FF2B5EF4-FFF2-40B4-BE49-F238E27FC236}">
                  <a16:creationId xmlns:a16="http://schemas.microsoft.com/office/drawing/2014/main" id="{B795398F-B941-4C36-807B-B662F9744086}"/>
                </a:ext>
              </a:extLst>
            </p:cNvPr>
            <p:cNvSpPr/>
            <p:nvPr/>
          </p:nvSpPr>
          <p:spPr>
            <a:xfrm>
              <a:off x="6881231" y="3211793"/>
              <a:ext cx="157748" cy="79515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  <p:sp>
          <p:nvSpPr>
            <p:cNvPr id="181" name="箭號: 左-右雙向 180">
              <a:extLst>
                <a:ext uri="{FF2B5EF4-FFF2-40B4-BE49-F238E27FC236}">
                  <a16:creationId xmlns:a16="http://schemas.microsoft.com/office/drawing/2014/main" id="{DBB82A27-C147-449D-A94A-94F88036669B}"/>
                </a:ext>
              </a:extLst>
            </p:cNvPr>
            <p:cNvSpPr/>
            <p:nvPr/>
          </p:nvSpPr>
          <p:spPr>
            <a:xfrm>
              <a:off x="6881231" y="2726249"/>
              <a:ext cx="157748" cy="79515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</p:grpSp>
      <p:grpSp>
        <p:nvGrpSpPr>
          <p:cNvPr id="182" name="群組 181">
            <a:extLst>
              <a:ext uri="{FF2B5EF4-FFF2-40B4-BE49-F238E27FC236}">
                <a16:creationId xmlns:a16="http://schemas.microsoft.com/office/drawing/2014/main" id="{D61BEF95-79ED-4344-B04C-5855391D7B27}"/>
              </a:ext>
            </a:extLst>
          </p:cNvPr>
          <p:cNvGrpSpPr/>
          <p:nvPr/>
        </p:nvGrpSpPr>
        <p:grpSpPr>
          <a:xfrm>
            <a:off x="2288516" y="3951042"/>
            <a:ext cx="763200" cy="763200"/>
            <a:chOff x="-756975" y="5254023"/>
            <a:chExt cx="2090057" cy="2090057"/>
          </a:xfrm>
        </p:grpSpPr>
        <p:sp>
          <p:nvSpPr>
            <p:cNvPr id="183" name="矩形: 圓角 182">
              <a:extLst>
                <a:ext uri="{FF2B5EF4-FFF2-40B4-BE49-F238E27FC236}">
                  <a16:creationId xmlns:a16="http://schemas.microsoft.com/office/drawing/2014/main" id="{8C37F6D9-DB6C-4DA5-BFBD-59312F1DC161}"/>
                </a:ext>
              </a:extLst>
            </p:cNvPr>
            <p:cNvSpPr/>
            <p:nvPr/>
          </p:nvSpPr>
          <p:spPr>
            <a:xfrm>
              <a:off x="-756975" y="5254023"/>
              <a:ext cx="2090057" cy="2090057"/>
            </a:xfrm>
            <a:prstGeom prst="roundRect">
              <a:avLst/>
            </a:prstGeom>
            <a:solidFill>
              <a:schemeClr val="tx1">
                <a:lumMod val="65000"/>
                <a:lumOff val="35000"/>
              </a:schemeClr>
            </a:solidFill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 dirty="0"/>
            </a:p>
          </p:txBody>
        </p:sp>
        <p:sp>
          <p:nvSpPr>
            <p:cNvPr id="184" name="箭號: 左-右雙向 183">
              <a:extLst>
                <a:ext uri="{FF2B5EF4-FFF2-40B4-BE49-F238E27FC236}">
                  <a16:creationId xmlns:a16="http://schemas.microsoft.com/office/drawing/2014/main" id="{DF0E39BB-A677-4F79-9E12-FE600B691012}"/>
                </a:ext>
              </a:extLst>
            </p:cNvPr>
            <p:cNvSpPr/>
            <p:nvPr/>
          </p:nvSpPr>
          <p:spPr>
            <a:xfrm rot="10800000">
              <a:off x="-564882" y="6190175"/>
              <a:ext cx="432000" cy="217754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 dirty="0"/>
            </a:p>
          </p:txBody>
        </p:sp>
        <p:sp>
          <p:nvSpPr>
            <p:cNvPr id="185" name="箭號: 左-右雙向 184">
              <a:extLst>
                <a:ext uri="{FF2B5EF4-FFF2-40B4-BE49-F238E27FC236}">
                  <a16:creationId xmlns:a16="http://schemas.microsoft.com/office/drawing/2014/main" id="{482EC05B-C7E1-4B1C-A254-14ACF25ED2A8}"/>
                </a:ext>
              </a:extLst>
            </p:cNvPr>
            <p:cNvSpPr/>
            <p:nvPr/>
          </p:nvSpPr>
          <p:spPr>
            <a:xfrm rot="10800000">
              <a:off x="740063" y="6190175"/>
              <a:ext cx="432000" cy="217754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  <p:sp>
          <p:nvSpPr>
            <p:cNvPr id="186" name="箭號: 左-右雙向 185">
              <a:extLst>
                <a:ext uri="{FF2B5EF4-FFF2-40B4-BE49-F238E27FC236}">
                  <a16:creationId xmlns:a16="http://schemas.microsoft.com/office/drawing/2014/main" id="{9B561877-E0D1-4C70-98CD-F09577DE65D5}"/>
                </a:ext>
              </a:extLst>
            </p:cNvPr>
            <p:cNvSpPr/>
            <p:nvPr/>
          </p:nvSpPr>
          <p:spPr>
            <a:xfrm rot="2700000">
              <a:off x="-371956" y="5728012"/>
              <a:ext cx="432000" cy="217754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  <p:sp>
          <p:nvSpPr>
            <p:cNvPr id="187" name="箭號: 左-右雙向 186">
              <a:extLst>
                <a:ext uri="{FF2B5EF4-FFF2-40B4-BE49-F238E27FC236}">
                  <a16:creationId xmlns:a16="http://schemas.microsoft.com/office/drawing/2014/main" id="{D349EF16-03AA-49E5-BDBC-2EB534AC6552}"/>
                </a:ext>
              </a:extLst>
            </p:cNvPr>
            <p:cNvSpPr/>
            <p:nvPr/>
          </p:nvSpPr>
          <p:spPr>
            <a:xfrm rot="2700000">
              <a:off x="532147" y="6669520"/>
              <a:ext cx="432000" cy="217754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  <p:sp>
          <p:nvSpPr>
            <p:cNvPr id="188" name="箭號: 左-右雙向 187">
              <a:extLst>
                <a:ext uri="{FF2B5EF4-FFF2-40B4-BE49-F238E27FC236}">
                  <a16:creationId xmlns:a16="http://schemas.microsoft.com/office/drawing/2014/main" id="{E1B0C316-3A71-4DDF-9C0D-D1FD346CC011}"/>
                </a:ext>
              </a:extLst>
            </p:cNvPr>
            <p:cNvSpPr/>
            <p:nvPr/>
          </p:nvSpPr>
          <p:spPr>
            <a:xfrm rot="18900000">
              <a:off x="-371955" y="6669521"/>
              <a:ext cx="432000" cy="217754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 dirty="0"/>
            </a:p>
          </p:txBody>
        </p:sp>
        <p:sp>
          <p:nvSpPr>
            <p:cNvPr id="189" name="箭號: 左-右雙向 188">
              <a:extLst>
                <a:ext uri="{FF2B5EF4-FFF2-40B4-BE49-F238E27FC236}">
                  <a16:creationId xmlns:a16="http://schemas.microsoft.com/office/drawing/2014/main" id="{40DFC687-9C3F-4342-833A-20350FFC7590}"/>
                </a:ext>
              </a:extLst>
            </p:cNvPr>
            <p:cNvSpPr/>
            <p:nvPr/>
          </p:nvSpPr>
          <p:spPr>
            <a:xfrm rot="18900000">
              <a:off x="532146" y="5728011"/>
              <a:ext cx="432000" cy="217754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  <p:sp>
          <p:nvSpPr>
            <p:cNvPr id="190" name="箭號: 左-右雙向 189">
              <a:extLst>
                <a:ext uri="{FF2B5EF4-FFF2-40B4-BE49-F238E27FC236}">
                  <a16:creationId xmlns:a16="http://schemas.microsoft.com/office/drawing/2014/main" id="{AD3FB678-3B93-4FC5-8CEF-90EAE7B44FDA}"/>
                </a:ext>
              </a:extLst>
            </p:cNvPr>
            <p:cNvSpPr/>
            <p:nvPr/>
          </p:nvSpPr>
          <p:spPr>
            <a:xfrm rot="5400000">
              <a:off x="69843" y="6857317"/>
              <a:ext cx="432000" cy="217754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  <p:sp>
          <p:nvSpPr>
            <p:cNvPr id="196" name="箭號: 左-右雙向 195">
              <a:extLst>
                <a:ext uri="{FF2B5EF4-FFF2-40B4-BE49-F238E27FC236}">
                  <a16:creationId xmlns:a16="http://schemas.microsoft.com/office/drawing/2014/main" id="{95969430-2665-48AC-AB32-B3322B06DF7E}"/>
                </a:ext>
              </a:extLst>
            </p:cNvPr>
            <p:cNvSpPr/>
            <p:nvPr/>
          </p:nvSpPr>
          <p:spPr>
            <a:xfrm rot="5400000">
              <a:off x="69843" y="5527635"/>
              <a:ext cx="432000" cy="217754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</p:grpSp>
    </p:spTree>
    <p:extLst>
      <p:ext uri="{BB962C8B-B14F-4D97-AF65-F5344CB8AC3E}">
        <p14:creationId xmlns:p14="http://schemas.microsoft.com/office/powerpoint/2010/main" val="25224488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矩形: 圓角 176">
            <a:extLst>
              <a:ext uri="{FF2B5EF4-FFF2-40B4-BE49-F238E27FC236}">
                <a16:creationId xmlns:a16="http://schemas.microsoft.com/office/drawing/2014/main" id="{C0499F8D-22B8-4B76-B2A0-FC45B222262E}"/>
              </a:ext>
            </a:extLst>
          </p:cNvPr>
          <p:cNvSpPr/>
          <p:nvPr/>
        </p:nvSpPr>
        <p:spPr>
          <a:xfrm>
            <a:off x="4940958" y="2538"/>
            <a:ext cx="4899729" cy="6179835"/>
          </a:xfrm>
          <a:prstGeom prst="roundRect">
            <a:avLst>
              <a:gd name="adj" fmla="val 7772"/>
            </a:avLst>
          </a:prstGeom>
          <a:gradFill flip="none" rotWithShape="1"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lin ang="54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2000" dirty="0"/>
          </a:p>
        </p:txBody>
      </p:sp>
      <p:pic>
        <p:nvPicPr>
          <p:cNvPr id="58" name="圖片 57">
            <a:extLst>
              <a:ext uri="{FF2B5EF4-FFF2-40B4-BE49-F238E27FC236}">
                <a16:creationId xmlns:a16="http://schemas.microsoft.com/office/drawing/2014/main" id="{6490CF84-E51C-4994-907B-390C060C21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9465" y="1285776"/>
            <a:ext cx="1252800" cy="1270697"/>
          </a:xfrm>
          <a:prstGeom prst="rect">
            <a:avLst/>
          </a:prstGeom>
        </p:spPr>
      </p:pic>
      <p:pic>
        <p:nvPicPr>
          <p:cNvPr id="59" name="圖片 58">
            <a:extLst>
              <a:ext uri="{FF2B5EF4-FFF2-40B4-BE49-F238E27FC236}">
                <a16:creationId xmlns:a16="http://schemas.microsoft.com/office/drawing/2014/main" id="{E798C2AE-7D5D-47BC-9B9A-530FE2DC04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9055" y="4865045"/>
            <a:ext cx="1252800" cy="1270646"/>
          </a:xfrm>
          <a:prstGeom prst="rect">
            <a:avLst/>
          </a:prstGeom>
        </p:spPr>
      </p:pic>
      <p:pic>
        <p:nvPicPr>
          <p:cNvPr id="3" name="圖片 2">
            <a:extLst>
              <a:ext uri="{FF2B5EF4-FFF2-40B4-BE49-F238E27FC236}">
                <a16:creationId xmlns:a16="http://schemas.microsoft.com/office/drawing/2014/main" id="{2C0BA61F-7983-4DD2-9EAA-39AC06C9583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28938" y="2249996"/>
            <a:ext cx="1270800" cy="1273742"/>
          </a:xfrm>
          <a:prstGeom prst="rect">
            <a:avLst/>
          </a:prstGeom>
        </p:spPr>
      </p:pic>
      <p:pic>
        <p:nvPicPr>
          <p:cNvPr id="181" name="圖片 180">
            <a:extLst>
              <a:ext uri="{FF2B5EF4-FFF2-40B4-BE49-F238E27FC236}">
                <a16:creationId xmlns:a16="http://schemas.microsoft.com/office/drawing/2014/main" id="{6A8246AB-E613-4DE1-9932-5F0B43B9B078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257" t="13652" r="38542" b="3900"/>
          <a:stretch/>
        </p:blipFill>
        <p:spPr>
          <a:xfrm>
            <a:off x="5242118" y="3873787"/>
            <a:ext cx="1272193" cy="1250997"/>
          </a:xfrm>
          <a:prstGeom prst="rect">
            <a:avLst/>
          </a:prstGeom>
        </p:spPr>
      </p:pic>
      <p:pic>
        <p:nvPicPr>
          <p:cNvPr id="182" name="圖片 181">
            <a:extLst>
              <a:ext uri="{FF2B5EF4-FFF2-40B4-BE49-F238E27FC236}">
                <a16:creationId xmlns:a16="http://schemas.microsoft.com/office/drawing/2014/main" id="{9A4FC02B-00A2-4332-9177-3ADCDD72FA1E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396" t="13733" r="38996" b="4189"/>
          <a:stretch/>
        </p:blipFill>
        <p:spPr>
          <a:xfrm>
            <a:off x="8292425" y="2264170"/>
            <a:ext cx="1243423" cy="124539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80" name="文字方塊 179">
                <a:extLst>
                  <a:ext uri="{FF2B5EF4-FFF2-40B4-BE49-F238E27FC236}">
                    <a16:creationId xmlns:a16="http://schemas.microsoft.com/office/drawing/2014/main" id="{C6592285-FBA9-4DE2-BE47-D5703A7C2A40}"/>
                  </a:ext>
                </a:extLst>
              </p:cNvPr>
              <p:cNvSpPr txBox="1"/>
              <p:nvPr/>
            </p:nvSpPr>
            <p:spPr>
              <a:xfrm>
                <a:off x="7004190" y="4491895"/>
                <a:ext cx="812954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600" i="1">
                          <a:latin typeface="Cambria Math" panose="02040503050406030204" pitchFamily="18" charset="0"/>
                        </a:rPr>
                        <m:t>|</m:t>
                      </m:r>
                      <m:d>
                        <m:dPr>
                          <m:begChr m:val=""/>
                          <m:endChr m:val="⟩"/>
                          <m:ctrlPr>
                            <a:rPr lang="en-US" altLang="zh-TW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−1, 1</m:t>
                          </m:r>
                        </m:e>
                      </m:d>
                    </m:oMath>
                  </m:oMathPara>
                </a14:m>
                <a:endParaRPr lang="zh-TW" altLang="en-US" sz="1600" dirty="0"/>
              </a:p>
            </p:txBody>
          </p:sp>
        </mc:Choice>
        <mc:Fallback xmlns="">
          <p:sp>
            <p:nvSpPr>
              <p:cNvPr id="180" name="文字方塊 179">
                <a:extLst>
                  <a:ext uri="{FF2B5EF4-FFF2-40B4-BE49-F238E27FC236}">
                    <a16:creationId xmlns:a16="http://schemas.microsoft.com/office/drawing/2014/main" id="{C6592285-FBA9-4DE2-BE47-D5703A7C2A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04190" y="4491895"/>
                <a:ext cx="812954" cy="338554"/>
              </a:xfrm>
              <a:prstGeom prst="rect">
                <a:avLst/>
              </a:prstGeom>
              <a:blipFill>
                <a:blip r:embed="rId23"/>
                <a:stretch>
                  <a:fillRect t="-110909" r="-46617" b="-17272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9" name="文字方塊 188">
                <a:extLst>
                  <a:ext uri="{FF2B5EF4-FFF2-40B4-BE49-F238E27FC236}">
                    <a16:creationId xmlns:a16="http://schemas.microsoft.com/office/drawing/2014/main" id="{06013B16-AADE-4F50-9769-3B0E22EFD811}"/>
                  </a:ext>
                </a:extLst>
              </p:cNvPr>
              <p:cNvSpPr txBox="1"/>
              <p:nvPr/>
            </p:nvSpPr>
            <p:spPr>
              <a:xfrm>
                <a:off x="7004190" y="2546303"/>
                <a:ext cx="812954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600" i="1" smtClean="0">
                          <a:latin typeface="Cambria Math" panose="02040503050406030204" pitchFamily="18" charset="0"/>
                        </a:rPr>
                        <m:t>|</m:t>
                      </m:r>
                      <m:d>
                        <m:dPr>
                          <m:begChr m:val=""/>
                          <m:endChr m:val="⟩"/>
                          <m:ctrlPr>
                            <a:rPr lang="en-US" altLang="zh-TW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1, </m:t>
                          </m:r>
                          <m:r>
                            <a:rPr lang="en-US" altLang="zh-TW" sz="16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</m:oMath>
                  </m:oMathPara>
                </a14:m>
                <a:endParaRPr lang="zh-TW" altLang="en-US" sz="1600" dirty="0"/>
              </a:p>
            </p:txBody>
          </p:sp>
        </mc:Choice>
        <mc:Fallback xmlns="">
          <p:sp>
            <p:nvSpPr>
              <p:cNvPr id="189" name="文字方塊 188">
                <a:extLst>
                  <a:ext uri="{FF2B5EF4-FFF2-40B4-BE49-F238E27FC236}">
                    <a16:creationId xmlns:a16="http://schemas.microsoft.com/office/drawing/2014/main" id="{06013B16-AADE-4F50-9769-3B0E22EFD8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04190" y="2546303"/>
                <a:ext cx="812954" cy="338554"/>
              </a:xfrm>
              <a:prstGeom prst="rect">
                <a:avLst/>
              </a:prstGeom>
              <a:blipFill>
                <a:blip r:embed="rId24"/>
                <a:stretch>
                  <a:fillRect t="-110909" r="-46617" b="-17272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12" name="群組 211">
            <a:extLst>
              <a:ext uri="{FF2B5EF4-FFF2-40B4-BE49-F238E27FC236}">
                <a16:creationId xmlns:a16="http://schemas.microsoft.com/office/drawing/2014/main" id="{56BB1570-BE07-4CCA-B844-DD9F00E8733F}"/>
              </a:ext>
            </a:extLst>
          </p:cNvPr>
          <p:cNvGrpSpPr/>
          <p:nvPr/>
        </p:nvGrpSpPr>
        <p:grpSpPr>
          <a:xfrm>
            <a:off x="7193708" y="1799161"/>
            <a:ext cx="115586" cy="110880"/>
            <a:chOff x="1373392" y="2391862"/>
            <a:chExt cx="479433" cy="476535"/>
          </a:xfrm>
        </p:grpSpPr>
        <p:sp>
          <p:nvSpPr>
            <p:cNvPr id="213" name="箭號: 向右 212">
              <a:extLst>
                <a:ext uri="{FF2B5EF4-FFF2-40B4-BE49-F238E27FC236}">
                  <a16:creationId xmlns:a16="http://schemas.microsoft.com/office/drawing/2014/main" id="{D44EB9EF-73CA-404D-99EE-1F0CCE892A52}"/>
                </a:ext>
              </a:extLst>
            </p:cNvPr>
            <p:cNvSpPr/>
            <p:nvPr/>
          </p:nvSpPr>
          <p:spPr>
            <a:xfrm>
              <a:off x="1411244" y="2735868"/>
              <a:ext cx="441581" cy="132529"/>
            </a:xfrm>
            <a:prstGeom prst="rightArrow">
              <a:avLst>
                <a:gd name="adj1" fmla="val 50000"/>
                <a:gd name="adj2" fmla="val 99023"/>
              </a:avLst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220" name="箭號: 向右 219">
              <a:extLst>
                <a:ext uri="{FF2B5EF4-FFF2-40B4-BE49-F238E27FC236}">
                  <a16:creationId xmlns:a16="http://schemas.microsoft.com/office/drawing/2014/main" id="{9F517533-ADEE-4B5D-BB6F-1F4159A610F9}"/>
                </a:ext>
              </a:extLst>
            </p:cNvPr>
            <p:cNvSpPr/>
            <p:nvPr/>
          </p:nvSpPr>
          <p:spPr>
            <a:xfrm rot="16200000">
              <a:off x="1218866" y="2546388"/>
              <a:ext cx="441581" cy="132529"/>
            </a:xfrm>
            <a:prstGeom prst="rightArrow">
              <a:avLst>
                <a:gd name="adj1" fmla="val 50000"/>
                <a:gd name="adj2" fmla="val 99023"/>
              </a:avLst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2000" dirty="0">
                <a:solidFill>
                  <a:schemeClr val="tx1"/>
                </a:solidFill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26" name="文字方塊 225">
                <a:extLst>
                  <a:ext uri="{FF2B5EF4-FFF2-40B4-BE49-F238E27FC236}">
                    <a16:creationId xmlns:a16="http://schemas.microsoft.com/office/drawing/2014/main" id="{4A797F52-28EA-4953-BC86-8E8901D5D2D9}"/>
                  </a:ext>
                </a:extLst>
              </p:cNvPr>
              <p:cNvSpPr txBox="1"/>
              <p:nvPr/>
            </p:nvSpPr>
            <p:spPr>
              <a:xfrm>
                <a:off x="7073831" y="1426185"/>
                <a:ext cx="438402" cy="4242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</m:oMath>
                  </m:oMathPara>
                </a14:m>
                <a:endParaRPr lang="en-US" altLang="zh-TW" sz="2000" dirty="0"/>
              </a:p>
            </p:txBody>
          </p:sp>
        </mc:Choice>
        <mc:Fallback xmlns="">
          <p:sp>
            <p:nvSpPr>
              <p:cNvPr id="226" name="文字方塊 225">
                <a:extLst>
                  <a:ext uri="{FF2B5EF4-FFF2-40B4-BE49-F238E27FC236}">
                    <a16:creationId xmlns:a16="http://schemas.microsoft.com/office/drawing/2014/main" id="{4A797F52-28EA-4953-BC86-8E8901D5D2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73831" y="1426185"/>
                <a:ext cx="438402" cy="424283"/>
              </a:xfrm>
              <a:prstGeom prst="rect">
                <a:avLst/>
              </a:prstGeom>
              <a:blipFill>
                <a:blip r:embed="rId25"/>
                <a:stretch>
                  <a:fillRect b="-428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7" name="文字方塊 226">
                <a:extLst>
                  <a:ext uri="{FF2B5EF4-FFF2-40B4-BE49-F238E27FC236}">
                    <a16:creationId xmlns:a16="http://schemas.microsoft.com/office/drawing/2014/main" id="{990D4C3A-AED8-40BB-8849-57DEE8BE7A17}"/>
                  </a:ext>
                </a:extLst>
              </p:cNvPr>
              <p:cNvSpPr txBox="1"/>
              <p:nvPr/>
            </p:nvSpPr>
            <p:spPr>
              <a:xfrm>
                <a:off x="7246814" y="1704337"/>
                <a:ext cx="388427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</m:oMath>
                  </m:oMathPara>
                </a14:m>
                <a:endParaRPr lang="en-US" altLang="zh-TW" sz="2000" dirty="0"/>
              </a:p>
            </p:txBody>
          </p:sp>
        </mc:Choice>
        <mc:Fallback xmlns="">
          <p:sp>
            <p:nvSpPr>
              <p:cNvPr id="227" name="文字方塊 226">
                <a:extLst>
                  <a:ext uri="{FF2B5EF4-FFF2-40B4-BE49-F238E27FC236}">
                    <a16:creationId xmlns:a16="http://schemas.microsoft.com/office/drawing/2014/main" id="{990D4C3A-AED8-40BB-8849-57DEE8BE7A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46814" y="1704337"/>
                <a:ext cx="388427" cy="400110"/>
              </a:xfrm>
              <a:prstGeom prst="rect">
                <a:avLst/>
              </a:prstGeom>
              <a:blipFill>
                <a:blip r:embed="rId26"/>
                <a:stretch>
                  <a:fillRect b="-769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8" name="文字方塊 227">
                <a:extLst>
                  <a:ext uri="{FF2B5EF4-FFF2-40B4-BE49-F238E27FC236}">
                    <a16:creationId xmlns:a16="http://schemas.microsoft.com/office/drawing/2014/main" id="{3C622479-68C9-4AC9-AE5F-27970F7075FD}"/>
                  </a:ext>
                </a:extLst>
              </p:cNvPr>
              <p:cNvSpPr txBox="1"/>
              <p:nvPr/>
            </p:nvSpPr>
            <p:spPr>
              <a:xfrm>
                <a:off x="6550371" y="2170409"/>
                <a:ext cx="652306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0.1</m:t>
                          </m:r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en-US" altLang="zh-TW" sz="1600" dirty="0"/>
              </a:p>
            </p:txBody>
          </p:sp>
        </mc:Choice>
        <mc:Fallback xmlns="">
          <p:sp>
            <p:nvSpPr>
              <p:cNvPr id="228" name="文字方塊 227">
                <a:extLst>
                  <a:ext uri="{FF2B5EF4-FFF2-40B4-BE49-F238E27FC236}">
                    <a16:creationId xmlns:a16="http://schemas.microsoft.com/office/drawing/2014/main" id="{3C622479-68C9-4AC9-AE5F-27970F7075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50371" y="2170409"/>
                <a:ext cx="652306" cy="338554"/>
              </a:xfrm>
              <a:prstGeom prst="rect">
                <a:avLst/>
              </a:prstGeom>
              <a:blipFill>
                <a:blip r:embed="rId27"/>
                <a:stretch>
                  <a:fillRect b="-535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9" name="文字方塊 228">
            <a:extLst>
              <a:ext uri="{FF2B5EF4-FFF2-40B4-BE49-F238E27FC236}">
                <a16:creationId xmlns:a16="http://schemas.microsoft.com/office/drawing/2014/main" id="{2693C9D3-A145-48F7-981C-9A9BF2A0A9A5}"/>
              </a:ext>
            </a:extLst>
          </p:cNvPr>
          <p:cNvSpPr txBox="1"/>
          <p:nvPr/>
        </p:nvSpPr>
        <p:spPr>
          <a:xfrm>
            <a:off x="5553351" y="116395"/>
            <a:ext cx="3714632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Longitudinal component</a:t>
            </a:r>
            <a:endParaRPr lang="zh-TW" altLang="en-US" sz="2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1" name="文字方塊 230">
                <a:extLst>
                  <a:ext uri="{FF2B5EF4-FFF2-40B4-BE49-F238E27FC236}">
                    <a16:creationId xmlns:a16="http://schemas.microsoft.com/office/drawing/2014/main" id="{A81A25EB-4EC7-4F2F-99BC-612BE192E284}"/>
                  </a:ext>
                </a:extLst>
              </p:cNvPr>
              <p:cNvSpPr txBox="1"/>
              <p:nvPr/>
            </p:nvSpPr>
            <p:spPr>
              <a:xfrm>
                <a:off x="6368129" y="1276205"/>
                <a:ext cx="1673596" cy="3231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5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𝛼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</m:d>
                      <m:r>
                        <a:rPr lang="en-US" altLang="zh-TW" sz="150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zh-TW" sz="15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0, </m:t>
                          </m:r>
                          <m:r>
                            <m:rPr>
                              <m:nor/>
                            </m:rPr>
                            <a:rPr lang="en-US" altLang="zh-TW" sz="150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</m:oMath>
                  </m:oMathPara>
                </a14:m>
                <a:endParaRPr lang="zh-TW" altLang="en-US" sz="1500" dirty="0"/>
              </a:p>
            </p:txBody>
          </p:sp>
        </mc:Choice>
        <mc:Fallback xmlns="">
          <p:sp>
            <p:nvSpPr>
              <p:cNvPr id="231" name="文字方塊 230">
                <a:extLst>
                  <a:ext uri="{FF2B5EF4-FFF2-40B4-BE49-F238E27FC236}">
                    <a16:creationId xmlns:a16="http://schemas.microsoft.com/office/drawing/2014/main" id="{A81A25EB-4EC7-4F2F-99BC-612BE192E2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68129" y="1276205"/>
                <a:ext cx="1673596" cy="323165"/>
              </a:xfrm>
              <a:prstGeom prst="rect">
                <a:avLst/>
              </a:prstGeom>
              <a:blipFill>
                <a:blip r:embed="rId28"/>
                <a:stretch>
                  <a:fillRect b="-1132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2" name="文字方塊 231">
                <a:extLst>
                  <a:ext uri="{FF2B5EF4-FFF2-40B4-BE49-F238E27FC236}">
                    <a16:creationId xmlns:a16="http://schemas.microsoft.com/office/drawing/2014/main" id="{B2F5F182-7771-47FB-BF37-AF5144F26384}"/>
                  </a:ext>
                </a:extLst>
              </p:cNvPr>
              <p:cNvSpPr txBox="1"/>
              <p:nvPr/>
            </p:nvSpPr>
            <p:spPr>
              <a:xfrm>
                <a:off x="5311498" y="3835204"/>
                <a:ext cx="1150186" cy="3231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5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0, 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500" dirty="0"/>
              </a:p>
            </p:txBody>
          </p:sp>
        </mc:Choice>
        <mc:Fallback xmlns="">
          <p:sp>
            <p:nvSpPr>
              <p:cNvPr id="232" name="文字方塊 231">
                <a:extLst>
                  <a:ext uri="{FF2B5EF4-FFF2-40B4-BE49-F238E27FC236}">
                    <a16:creationId xmlns:a16="http://schemas.microsoft.com/office/drawing/2014/main" id="{B2F5F182-7771-47FB-BF37-AF5144F263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11498" y="3835204"/>
                <a:ext cx="1150186" cy="323165"/>
              </a:xfrm>
              <a:prstGeom prst="rect">
                <a:avLst/>
              </a:prstGeom>
              <a:blipFill>
                <a:blip r:embed="rId29"/>
                <a:stretch>
                  <a:fillRect b="-1132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3" name="文字方塊 232">
                <a:extLst>
                  <a:ext uri="{FF2B5EF4-FFF2-40B4-BE49-F238E27FC236}">
                    <a16:creationId xmlns:a16="http://schemas.microsoft.com/office/drawing/2014/main" id="{BDC6F78B-E419-4B8A-BAA9-5615A1972DBE}"/>
                  </a:ext>
                </a:extLst>
              </p:cNvPr>
              <p:cNvSpPr txBox="1"/>
              <p:nvPr/>
            </p:nvSpPr>
            <p:spPr>
              <a:xfrm>
                <a:off x="8340882" y="2239195"/>
                <a:ext cx="1150186" cy="3231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5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500" dirty="0"/>
              </a:p>
            </p:txBody>
          </p:sp>
        </mc:Choice>
        <mc:Fallback xmlns="">
          <p:sp>
            <p:nvSpPr>
              <p:cNvPr id="233" name="文字方塊 232">
                <a:extLst>
                  <a:ext uri="{FF2B5EF4-FFF2-40B4-BE49-F238E27FC236}">
                    <a16:creationId xmlns:a16="http://schemas.microsoft.com/office/drawing/2014/main" id="{BDC6F78B-E419-4B8A-BAA9-5615A1972D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40882" y="2239195"/>
                <a:ext cx="1150186" cy="323165"/>
              </a:xfrm>
              <a:prstGeom prst="rect">
                <a:avLst/>
              </a:prstGeom>
              <a:blipFill>
                <a:blip r:embed="rId30"/>
                <a:stretch>
                  <a:fillRect b="-1132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4" name="文字方塊 233">
                <a:extLst>
                  <a:ext uri="{FF2B5EF4-FFF2-40B4-BE49-F238E27FC236}">
                    <a16:creationId xmlns:a16="http://schemas.microsoft.com/office/drawing/2014/main" id="{DA67C54B-80A5-4D59-B289-74384BDACD1C}"/>
                  </a:ext>
                </a:extLst>
              </p:cNvPr>
              <p:cNvSpPr txBox="1"/>
              <p:nvPr/>
            </p:nvSpPr>
            <p:spPr>
              <a:xfrm>
                <a:off x="6835574" y="4830776"/>
                <a:ext cx="1150186" cy="3231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5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0,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𝜋</m:t>
                          </m:r>
                        </m:e>
                      </m:d>
                    </m:oMath>
                  </m:oMathPara>
                </a14:m>
                <a:endParaRPr lang="zh-TW" altLang="en-US" sz="1500" dirty="0"/>
              </a:p>
            </p:txBody>
          </p:sp>
        </mc:Choice>
        <mc:Fallback xmlns="">
          <p:sp>
            <p:nvSpPr>
              <p:cNvPr id="234" name="文字方塊 233">
                <a:extLst>
                  <a:ext uri="{FF2B5EF4-FFF2-40B4-BE49-F238E27FC236}">
                    <a16:creationId xmlns:a16="http://schemas.microsoft.com/office/drawing/2014/main" id="{DA67C54B-80A5-4D59-B289-74384BDACD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35574" y="4830776"/>
                <a:ext cx="1150186" cy="323165"/>
              </a:xfrm>
              <a:prstGeom prst="rect">
                <a:avLst/>
              </a:prstGeom>
              <a:blipFill>
                <a:blip r:embed="rId3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35" name="圖片 234">
            <a:extLst>
              <a:ext uri="{FF2B5EF4-FFF2-40B4-BE49-F238E27FC236}">
                <a16:creationId xmlns:a16="http://schemas.microsoft.com/office/drawing/2014/main" id="{DF781A4C-9BC8-40C7-BF1A-E906699C28D4}"/>
              </a:ext>
            </a:extLst>
          </p:cNvPr>
          <p:cNvPicPr>
            <a:picLocks noChangeAspect="1"/>
          </p:cNvPicPr>
          <p:nvPr/>
        </p:nvPicPr>
        <p:blipFill rotWithShape="1">
          <a:blip r:embed="rId3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0879" t="9023" r="4888" b="70339"/>
          <a:stretch/>
        </p:blipFill>
        <p:spPr>
          <a:xfrm>
            <a:off x="7880595" y="1248405"/>
            <a:ext cx="413382" cy="134348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36" name="文字方塊 235">
                <a:extLst>
                  <a:ext uri="{FF2B5EF4-FFF2-40B4-BE49-F238E27FC236}">
                    <a16:creationId xmlns:a16="http://schemas.microsoft.com/office/drawing/2014/main" id="{61131924-00C5-4C5C-8379-1D2527DB1052}"/>
                  </a:ext>
                </a:extLst>
              </p:cNvPr>
              <p:cNvSpPr txBox="1"/>
              <p:nvPr/>
            </p:nvSpPr>
            <p:spPr>
              <a:xfrm>
                <a:off x="7799131" y="2332878"/>
                <a:ext cx="478319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sz="1400"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altLang="zh-TW" sz="1400">
                          <a:latin typeface="Cambria Math" panose="02040503050406030204" pitchFamily="18" charset="0"/>
                        </a:rPr>
                        <m:t>.</m:t>
                      </m:r>
                      <m:r>
                        <m:rPr>
                          <m:sty m:val="p"/>
                        </m:rPr>
                        <a:rPr lang="en-US" altLang="zh-TW" sz="1400">
                          <a:latin typeface="Cambria Math" panose="02040503050406030204" pitchFamily="18" charset="0"/>
                        </a:rPr>
                        <m:t>u</m:t>
                      </m:r>
                      <m:r>
                        <a:rPr lang="en-US" altLang="zh-TW" sz="140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TW" altLang="en-US" sz="1400" dirty="0"/>
              </a:p>
            </p:txBody>
          </p:sp>
        </mc:Choice>
        <mc:Fallback xmlns="">
          <p:sp>
            <p:nvSpPr>
              <p:cNvPr id="236" name="文字方塊 235">
                <a:extLst>
                  <a:ext uri="{FF2B5EF4-FFF2-40B4-BE49-F238E27FC236}">
                    <a16:creationId xmlns:a16="http://schemas.microsoft.com/office/drawing/2014/main" id="{61131924-00C5-4C5C-8379-1D2527DB10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99131" y="2332878"/>
                <a:ext cx="478319" cy="307777"/>
              </a:xfrm>
              <a:prstGeom prst="rect">
                <a:avLst/>
              </a:prstGeom>
              <a:blipFill>
                <a:blip r:embed="rId3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7" name="Oval 14">
            <a:extLst>
              <a:ext uri="{FF2B5EF4-FFF2-40B4-BE49-F238E27FC236}">
                <a16:creationId xmlns:a16="http://schemas.microsoft.com/office/drawing/2014/main" id="{4D2E6476-8133-4C1A-80AA-96C2BBAD7538}"/>
              </a:ext>
            </a:extLst>
          </p:cNvPr>
          <p:cNvSpPr/>
          <p:nvPr/>
        </p:nvSpPr>
        <p:spPr>
          <a:xfrm>
            <a:off x="7327414" y="2842583"/>
            <a:ext cx="162450" cy="168277"/>
          </a:xfrm>
          <a:prstGeom prst="ellipse">
            <a:avLst/>
          </a:prstGeom>
          <a:gradFill flip="none" rotWithShape="1">
            <a:gsLst>
              <a:gs pos="0">
                <a:srgbClr val="D1D1D1"/>
              </a:gs>
              <a:gs pos="23000">
                <a:schemeClr val="bg1">
                  <a:lumMod val="85000"/>
                </a:schemeClr>
              </a:gs>
              <a:gs pos="69000">
                <a:schemeClr val="accent3">
                  <a:lumMod val="75000"/>
                </a:schemeClr>
              </a:gs>
              <a:gs pos="97000">
                <a:schemeClr val="accent3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/>
          </a:p>
        </p:txBody>
      </p:sp>
      <p:sp>
        <p:nvSpPr>
          <p:cNvPr id="238" name="Oval 4">
            <a:extLst>
              <a:ext uri="{FF2B5EF4-FFF2-40B4-BE49-F238E27FC236}">
                <a16:creationId xmlns:a16="http://schemas.microsoft.com/office/drawing/2014/main" id="{D0067B35-40A6-4446-8A95-C300D2678B59}"/>
              </a:ext>
            </a:extLst>
          </p:cNvPr>
          <p:cNvSpPr/>
          <p:nvPr/>
        </p:nvSpPr>
        <p:spPr>
          <a:xfrm>
            <a:off x="6688833" y="2926721"/>
            <a:ext cx="1443999" cy="1495797"/>
          </a:xfrm>
          <a:prstGeom prst="ellipse">
            <a:avLst/>
          </a:prstGeom>
          <a:gradFill flip="none" rotWithShape="1">
            <a:gsLst>
              <a:gs pos="100000">
                <a:schemeClr val="accent3">
                  <a:lumMod val="60000"/>
                  <a:lumOff val="40000"/>
                  <a:alpha val="60000"/>
                </a:schemeClr>
              </a:gs>
              <a:gs pos="55000">
                <a:schemeClr val="accent3">
                  <a:lumMod val="40000"/>
                  <a:lumOff val="60000"/>
                  <a:alpha val="60000"/>
                </a:schemeClr>
              </a:gs>
              <a:gs pos="0">
                <a:schemeClr val="bg1">
                  <a:alpha val="6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 w="57150">
            <a:solidFill>
              <a:srgbClr val="D5D7D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39" name="Oval 15">
            <a:extLst>
              <a:ext uri="{FF2B5EF4-FFF2-40B4-BE49-F238E27FC236}">
                <a16:creationId xmlns:a16="http://schemas.microsoft.com/office/drawing/2014/main" id="{3ED95C10-549D-46A4-8427-E9004FB39400}"/>
              </a:ext>
            </a:extLst>
          </p:cNvPr>
          <p:cNvSpPr/>
          <p:nvPr/>
        </p:nvSpPr>
        <p:spPr>
          <a:xfrm>
            <a:off x="7327414" y="4337540"/>
            <a:ext cx="162450" cy="168277"/>
          </a:xfrm>
          <a:prstGeom prst="ellipse">
            <a:avLst/>
          </a:prstGeom>
          <a:gradFill flip="none" rotWithShape="1">
            <a:gsLst>
              <a:gs pos="17000">
                <a:srgbClr val="D1D1D1"/>
              </a:gs>
              <a:gs pos="0">
                <a:schemeClr val="bg1">
                  <a:lumMod val="85000"/>
                </a:schemeClr>
              </a:gs>
              <a:gs pos="60000">
                <a:schemeClr val="accent3">
                  <a:lumMod val="75000"/>
                </a:schemeClr>
              </a:gs>
              <a:gs pos="97000">
                <a:schemeClr val="accent3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52" name="SHO">
            <a:extLst>
              <a:ext uri="{FF2B5EF4-FFF2-40B4-BE49-F238E27FC236}">
                <a16:creationId xmlns:a16="http://schemas.microsoft.com/office/drawing/2014/main" id="{0845B616-2D49-4C5D-A47F-908796A33A53}"/>
              </a:ext>
            </a:extLst>
          </p:cNvPr>
          <p:cNvSpPr/>
          <p:nvPr/>
        </p:nvSpPr>
        <p:spPr>
          <a:xfrm rot="16200000">
            <a:off x="7097294" y="2953120"/>
            <a:ext cx="622693" cy="1443999"/>
          </a:xfrm>
          <a:prstGeom prst="arc">
            <a:avLst>
              <a:gd name="adj1" fmla="val 5396867"/>
              <a:gd name="adj2" fmla="val 5395779"/>
            </a:avLst>
          </a:prstGeom>
          <a:gradFill flip="none" rotWithShape="1">
            <a:gsLst>
              <a:gs pos="0">
                <a:schemeClr val="bg1">
                  <a:lumMod val="65000"/>
                </a:schemeClr>
              </a:gs>
              <a:gs pos="47000">
                <a:schemeClr val="bg1">
                  <a:lumMod val="50000"/>
                </a:schemeClr>
              </a:gs>
              <a:gs pos="97000">
                <a:srgbClr val="5E5E5E"/>
              </a:gs>
            </a:gsLst>
            <a:path path="circle">
              <a:fillToRect l="50000" t="50000" r="50000" b="50000"/>
            </a:path>
            <a:tileRect/>
          </a:gradFill>
          <a:ln w="31750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53" name="SVO">
            <a:extLst>
              <a:ext uri="{FF2B5EF4-FFF2-40B4-BE49-F238E27FC236}">
                <a16:creationId xmlns:a16="http://schemas.microsoft.com/office/drawing/2014/main" id="{28FBC70E-6464-4911-A7DC-D688B4A191B2}"/>
              </a:ext>
            </a:extLst>
          </p:cNvPr>
          <p:cNvSpPr/>
          <p:nvPr/>
        </p:nvSpPr>
        <p:spPr>
          <a:xfrm>
            <a:off x="7046740" y="2927222"/>
            <a:ext cx="722000" cy="1495797"/>
          </a:xfrm>
          <a:prstGeom prst="ellipse">
            <a:avLst/>
          </a:prstGeom>
          <a:noFill/>
          <a:ln w="25400">
            <a:solidFill>
              <a:schemeClr val="bg1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254" name="Oval 6">
            <a:extLst>
              <a:ext uri="{FF2B5EF4-FFF2-40B4-BE49-F238E27FC236}">
                <a16:creationId xmlns:a16="http://schemas.microsoft.com/office/drawing/2014/main" id="{F7426249-BB1C-465F-BA24-177826BCA4FE}"/>
              </a:ext>
            </a:extLst>
          </p:cNvPr>
          <p:cNvSpPr/>
          <p:nvPr/>
        </p:nvSpPr>
        <p:spPr>
          <a:xfrm rot="16200000">
            <a:off x="7097294" y="2953120"/>
            <a:ext cx="622693" cy="1443999"/>
          </a:xfrm>
          <a:prstGeom prst="ellipse">
            <a:avLst/>
          </a:prstGeom>
          <a:noFill/>
          <a:ln w="38100">
            <a:solidFill>
              <a:schemeClr val="tx1">
                <a:alpha val="6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5" name="TextBox 11">
                <a:extLst>
                  <a:ext uri="{FF2B5EF4-FFF2-40B4-BE49-F238E27FC236}">
                    <a16:creationId xmlns:a16="http://schemas.microsoft.com/office/drawing/2014/main" id="{37DEB133-ADB0-4B60-901B-D2AEF580DA59}"/>
                  </a:ext>
                </a:extLst>
              </p:cNvPr>
              <p:cNvSpPr txBox="1"/>
              <p:nvPr/>
            </p:nvSpPr>
            <p:spPr>
              <a:xfrm>
                <a:off x="6858942" y="3496768"/>
                <a:ext cx="176928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255" name="TextBox 11">
                <a:extLst>
                  <a:ext uri="{FF2B5EF4-FFF2-40B4-BE49-F238E27FC236}">
                    <a16:creationId xmlns:a16="http://schemas.microsoft.com/office/drawing/2014/main" id="{37DEB133-ADB0-4B60-901B-D2AEF580DA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58942" y="3496768"/>
                <a:ext cx="176928" cy="338554"/>
              </a:xfrm>
              <a:prstGeom prst="rect">
                <a:avLst/>
              </a:prstGeom>
              <a:blipFill>
                <a:blip r:embed="rId34"/>
                <a:stretch>
                  <a:fillRect r="-4137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6" name="Oval 22">
            <a:extLst>
              <a:ext uri="{FF2B5EF4-FFF2-40B4-BE49-F238E27FC236}">
                <a16:creationId xmlns:a16="http://schemas.microsoft.com/office/drawing/2014/main" id="{F51F6D7A-CBDD-41AE-81A9-01A381888E10}"/>
              </a:ext>
            </a:extLst>
          </p:cNvPr>
          <p:cNvSpPr/>
          <p:nvPr/>
        </p:nvSpPr>
        <p:spPr>
          <a:xfrm>
            <a:off x="7326468" y="4337540"/>
            <a:ext cx="162450" cy="168277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7" name="TextBox 12">
                <a:extLst>
                  <a:ext uri="{FF2B5EF4-FFF2-40B4-BE49-F238E27FC236}">
                    <a16:creationId xmlns:a16="http://schemas.microsoft.com/office/drawing/2014/main" id="{BEB792E4-CC90-49E5-8163-921F2ECF2D45}"/>
                  </a:ext>
                </a:extLst>
              </p:cNvPr>
              <p:cNvSpPr txBox="1"/>
              <p:nvPr/>
            </p:nvSpPr>
            <p:spPr>
              <a:xfrm>
                <a:off x="7513865" y="3592165"/>
                <a:ext cx="176928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257" name="TextBox 12">
                <a:extLst>
                  <a:ext uri="{FF2B5EF4-FFF2-40B4-BE49-F238E27FC236}">
                    <a16:creationId xmlns:a16="http://schemas.microsoft.com/office/drawing/2014/main" id="{BEB792E4-CC90-49E5-8163-921F2ECF2D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13865" y="3592165"/>
                <a:ext cx="176928" cy="338554"/>
              </a:xfrm>
              <a:prstGeom prst="rect">
                <a:avLst/>
              </a:prstGeom>
              <a:blipFill>
                <a:blip r:embed="rId35"/>
                <a:stretch>
                  <a:fillRect r="-51724" b="-357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8" name="TextBox 13">
                <a:extLst>
                  <a:ext uri="{FF2B5EF4-FFF2-40B4-BE49-F238E27FC236}">
                    <a16:creationId xmlns:a16="http://schemas.microsoft.com/office/drawing/2014/main" id="{8D531DEA-B9A5-4E8D-A6A2-A31408532FD7}"/>
                  </a:ext>
                </a:extLst>
              </p:cNvPr>
              <p:cNvSpPr txBox="1"/>
              <p:nvPr/>
            </p:nvSpPr>
            <p:spPr>
              <a:xfrm>
                <a:off x="7269741" y="2962423"/>
                <a:ext cx="256967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>
                          <a:latin typeface="Cambria Math" panose="02040503050406030204" pitchFamily="18" charset="0"/>
                        </a:rPr>
                        <m:t>𝑧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258" name="TextBox 13">
                <a:extLst>
                  <a:ext uri="{FF2B5EF4-FFF2-40B4-BE49-F238E27FC236}">
                    <a16:creationId xmlns:a16="http://schemas.microsoft.com/office/drawing/2014/main" id="{8D531DEA-B9A5-4E8D-A6A2-A31408532F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69741" y="2962423"/>
                <a:ext cx="256967" cy="338554"/>
              </a:xfrm>
              <a:prstGeom prst="rect">
                <a:avLst/>
              </a:prstGeom>
              <a:blipFill>
                <a:blip r:embed="rId3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9" name="DVO">
            <a:extLst>
              <a:ext uri="{FF2B5EF4-FFF2-40B4-BE49-F238E27FC236}">
                <a16:creationId xmlns:a16="http://schemas.microsoft.com/office/drawing/2014/main" id="{BD66E933-A9D1-416F-99A4-A2F56F384D96}"/>
              </a:ext>
            </a:extLst>
          </p:cNvPr>
          <p:cNvSpPr/>
          <p:nvPr/>
        </p:nvSpPr>
        <p:spPr>
          <a:xfrm flipH="1">
            <a:off x="7046740" y="2927222"/>
            <a:ext cx="722000" cy="1495797"/>
          </a:xfrm>
          <a:prstGeom prst="arc">
            <a:avLst>
              <a:gd name="adj1" fmla="val 5396867"/>
              <a:gd name="adj2" fmla="val 16170484"/>
            </a:avLst>
          </a:prstGeom>
          <a:ln w="254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60" name="Oval 23">
            <a:extLst>
              <a:ext uri="{FF2B5EF4-FFF2-40B4-BE49-F238E27FC236}">
                <a16:creationId xmlns:a16="http://schemas.microsoft.com/office/drawing/2014/main" id="{B1975880-4F20-4527-8AC1-67B4B5024B5F}"/>
              </a:ext>
            </a:extLst>
          </p:cNvPr>
          <p:cNvSpPr/>
          <p:nvPr/>
        </p:nvSpPr>
        <p:spPr>
          <a:xfrm>
            <a:off x="8049324" y="3590982"/>
            <a:ext cx="162450" cy="168277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cxnSp>
        <p:nvCxnSpPr>
          <p:cNvPr id="261" name="Straight Arrow Connector 7">
            <a:extLst>
              <a:ext uri="{FF2B5EF4-FFF2-40B4-BE49-F238E27FC236}">
                <a16:creationId xmlns:a16="http://schemas.microsoft.com/office/drawing/2014/main" id="{33161F97-7212-47BE-BA7D-6FC7B9147369}"/>
              </a:ext>
            </a:extLst>
          </p:cNvPr>
          <p:cNvCxnSpPr>
            <a:cxnSpLocks/>
          </p:cNvCxnSpPr>
          <p:nvPr/>
        </p:nvCxnSpPr>
        <p:spPr>
          <a:xfrm flipV="1">
            <a:off x="7404709" y="3227038"/>
            <a:ext cx="1697" cy="445890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2" name="Straight Arrow Connector 19">
            <a:extLst>
              <a:ext uri="{FF2B5EF4-FFF2-40B4-BE49-F238E27FC236}">
                <a16:creationId xmlns:a16="http://schemas.microsoft.com/office/drawing/2014/main" id="{240911C2-AE74-4914-B8DB-470C2315C461}"/>
              </a:ext>
            </a:extLst>
          </p:cNvPr>
          <p:cNvCxnSpPr>
            <a:cxnSpLocks/>
          </p:cNvCxnSpPr>
          <p:nvPr/>
        </p:nvCxnSpPr>
        <p:spPr>
          <a:xfrm>
            <a:off x="7407693" y="3670744"/>
            <a:ext cx="195802" cy="156763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3" name="Straight Arrow Connector 18">
            <a:extLst>
              <a:ext uri="{FF2B5EF4-FFF2-40B4-BE49-F238E27FC236}">
                <a16:creationId xmlns:a16="http://schemas.microsoft.com/office/drawing/2014/main" id="{168B960E-43A1-4542-B03F-41153CC41797}"/>
              </a:ext>
            </a:extLst>
          </p:cNvPr>
          <p:cNvCxnSpPr>
            <a:cxnSpLocks/>
          </p:cNvCxnSpPr>
          <p:nvPr/>
        </p:nvCxnSpPr>
        <p:spPr>
          <a:xfrm rot="16200000" flipH="1" flipV="1">
            <a:off x="7236371" y="3499268"/>
            <a:ext cx="0" cy="342950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4" name="Oval 20">
            <a:extLst>
              <a:ext uri="{FF2B5EF4-FFF2-40B4-BE49-F238E27FC236}">
                <a16:creationId xmlns:a16="http://schemas.microsoft.com/office/drawing/2014/main" id="{24DEE888-55C9-4D4C-B18D-808F9AA85CCB}"/>
              </a:ext>
            </a:extLst>
          </p:cNvPr>
          <p:cNvSpPr/>
          <p:nvPr/>
        </p:nvSpPr>
        <p:spPr>
          <a:xfrm>
            <a:off x="6605160" y="3590982"/>
            <a:ext cx="162450" cy="168277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265" name="Oval 22">
            <a:extLst>
              <a:ext uri="{FF2B5EF4-FFF2-40B4-BE49-F238E27FC236}">
                <a16:creationId xmlns:a16="http://schemas.microsoft.com/office/drawing/2014/main" id="{EF01816B-7066-4916-A520-954D092BE6FE}"/>
              </a:ext>
            </a:extLst>
          </p:cNvPr>
          <p:cNvSpPr/>
          <p:nvPr/>
        </p:nvSpPr>
        <p:spPr>
          <a:xfrm>
            <a:off x="7327650" y="2834709"/>
            <a:ext cx="162450" cy="168277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/>
          </a:p>
        </p:txBody>
      </p:sp>
      <p:sp>
        <p:nvSpPr>
          <p:cNvPr id="266" name="Partial Circle 9">
            <a:extLst>
              <a:ext uri="{FF2B5EF4-FFF2-40B4-BE49-F238E27FC236}">
                <a16:creationId xmlns:a16="http://schemas.microsoft.com/office/drawing/2014/main" id="{95E3D0C0-F471-47D7-9B54-CC1B9F289F59}"/>
              </a:ext>
            </a:extLst>
          </p:cNvPr>
          <p:cNvSpPr>
            <a:spLocks noChangeAspect="1"/>
          </p:cNvSpPr>
          <p:nvPr/>
        </p:nvSpPr>
        <p:spPr>
          <a:xfrm rot="16200000" flipH="1">
            <a:off x="7343811" y="3575856"/>
            <a:ext cx="102407" cy="197721"/>
          </a:xfrm>
          <a:prstGeom prst="pie">
            <a:avLst>
              <a:gd name="adj1" fmla="val 16258856"/>
              <a:gd name="adj2" fmla="val 19252600"/>
            </a:avLst>
          </a:prstGeom>
          <a:gradFill flip="none" rotWithShape="1">
            <a:gsLst>
              <a:gs pos="0">
                <a:schemeClr val="tx1"/>
              </a:gs>
              <a:gs pos="50000">
                <a:schemeClr val="tx1">
                  <a:lumMod val="50000"/>
                  <a:lumOff val="50000"/>
                </a:schemeClr>
              </a:gs>
              <a:gs pos="100000">
                <a:schemeClr val="bg1">
                  <a:lumMod val="50000"/>
                </a:schemeClr>
              </a:gs>
            </a:gsLst>
            <a:lin ang="2700000" scaled="1"/>
            <a:tileRect/>
          </a:gra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7" name="TextBox 10">
                <a:extLst>
                  <a:ext uri="{FF2B5EF4-FFF2-40B4-BE49-F238E27FC236}">
                    <a16:creationId xmlns:a16="http://schemas.microsoft.com/office/drawing/2014/main" id="{B215AA15-06BF-4D83-A5CD-B6A967095CE1}"/>
                  </a:ext>
                </a:extLst>
              </p:cNvPr>
              <p:cNvSpPr txBox="1"/>
              <p:nvPr/>
            </p:nvSpPr>
            <p:spPr>
              <a:xfrm>
                <a:off x="6979793" y="3610902"/>
                <a:ext cx="315234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>
                          <a:latin typeface="Cambria Math" panose="02040503050406030204" pitchFamily="18" charset="0"/>
                        </a:rPr>
                        <m:t>𝛼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267" name="TextBox 10">
                <a:extLst>
                  <a:ext uri="{FF2B5EF4-FFF2-40B4-BE49-F238E27FC236}">
                    <a16:creationId xmlns:a16="http://schemas.microsoft.com/office/drawing/2014/main" id="{B215AA15-06BF-4D83-A5CD-B6A967095C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79793" y="3610902"/>
                <a:ext cx="315234" cy="338554"/>
              </a:xfrm>
              <a:prstGeom prst="rect">
                <a:avLst/>
              </a:prstGeom>
              <a:blipFill>
                <a:blip r:embed="rId3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68" name="Straight Arrow Connector 17">
            <a:extLst>
              <a:ext uri="{FF2B5EF4-FFF2-40B4-BE49-F238E27FC236}">
                <a16:creationId xmlns:a16="http://schemas.microsoft.com/office/drawing/2014/main" id="{230BB7BA-7677-4C8C-B5E4-B82B7D463931}"/>
              </a:ext>
            </a:extLst>
          </p:cNvPr>
          <p:cNvCxnSpPr>
            <a:cxnSpLocks/>
          </p:cNvCxnSpPr>
          <p:nvPr/>
        </p:nvCxnSpPr>
        <p:spPr>
          <a:xfrm flipH="1">
            <a:off x="7187062" y="3675924"/>
            <a:ext cx="221585" cy="286539"/>
          </a:xfrm>
          <a:prstGeom prst="straightConnector1">
            <a:avLst/>
          </a:prstGeom>
          <a:ln w="38100">
            <a:solidFill>
              <a:schemeClr val="tx1"/>
            </a:solidFill>
            <a:tailEnd type="stealth" w="lg" len="lg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269" name="Partial Circle 9">
            <a:extLst>
              <a:ext uri="{FF2B5EF4-FFF2-40B4-BE49-F238E27FC236}">
                <a16:creationId xmlns:a16="http://schemas.microsoft.com/office/drawing/2014/main" id="{E72D69FE-BCE2-4231-B5B8-E4BAB5150F43}"/>
              </a:ext>
            </a:extLst>
          </p:cNvPr>
          <p:cNvSpPr>
            <a:spLocks noChangeAspect="1"/>
          </p:cNvSpPr>
          <p:nvPr/>
        </p:nvSpPr>
        <p:spPr>
          <a:xfrm>
            <a:off x="7331086" y="3538631"/>
            <a:ext cx="149214" cy="301366"/>
          </a:xfrm>
          <a:prstGeom prst="pie">
            <a:avLst>
              <a:gd name="adj1" fmla="val 16258856"/>
              <a:gd name="adj2" fmla="val 19252600"/>
            </a:avLst>
          </a:prstGeom>
          <a:gradFill flip="none" rotWithShape="1">
            <a:gsLst>
              <a:gs pos="0">
                <a:schemeClr val="tx1"/>
              </a:gs>
              <a:gs pos="50000">
                <a:schemeClr val="tx1">
                  <a:lumMod val="50000"/>
                  <a:lumOff val="50000"/>
                </a:schemeClr>
              </a:gs>
              <a:gs pos="100000">
                <a:schemeClr val="bg1">
                  <a:lumMod val="50000"/>
                </a:schemeClr>
              </a:gs>
            </a:gsLst>
            <a:lin ang="2700000" scaled="1"/>
            <a:tileRect/>
          </a:gra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0" name="TextBox 10">
                <a:extLst>
                  <a:ext uri="{FF2B5EF4-FFF2-40B4-BE49-F238E27FC236}">
                    <a16:creationId xmlns:a16="http://schemas.microsoft.com/office/drawing/2014/main" id="{2F6C10B6-03DA-4C5F-B367-63A41053B482}"/>
                  </a:ext>
                </a:extLst>
              </p:cNvPr>
              <p:cNvSpPr txBox="1"/>
              <p:nvPr/>
            </p:nvSpPr>
            <p:spPr>
              <a:xfrm>
                <a:off x="7370865" y="3290484"/>
                <a:ext cx="297046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>
                          <a:latin typeface="Cambria Math" panose="02040503050406030204" pitchFamily="18" charset="0"/>
                        </a:rPr>
                        <m:t>𝛽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270" name="TextBox 10">
                <a:extLst>
                  <a:ext uri="{FF2B5EF4-FFF2-40B4-BE49-F238E27FC236}">
                    <a16:creationId xmlns:a16="http://schemas.microsoft.com/office/drawing/2014/main" id="{2F6C10B6-03DA-4C5F-B367-63A41053B4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70865" y="3290484"/>
                <a:ext cx="297046" cy="338554"/>
              </a:xfrm>
              <a:prstGeom prst="rect">
                <a:avLst/>
              </a:prstGeom>
              <a:blipFill>
                <a:blip r:embed="rId38"/>
                <a:stretch>
                  <a:fillRect r="-4082" b="-1090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71" name="Straight Arrow Connector 17">
            <a:extLst>
              <a:ext uri="{FF2B5EF4-FFF2-40B4-BE49-F238E27FC236}">
                <a16:creationId xmlns:a16="http://schemas.microsoft.com/office/drawing/2014/main" id="{050CD12B-2348-4EAE-8F7E-7F476F6AB6E3}"/>
              </a:ext>
            </a:extLst>
          </p:cNvPr>
          <p:cNvCxnSpPr>
            <a:cxnSpLocks/>
          </p:cNvCxnSpPr>
          <p:nvPr/>
        </p:nvCxnSpPr>
        <p:spPr>
          <a:xfrm flipV="1">
            <a:off x="7400560" y="3230199"/>
            <a:ext cx="571923" cy="449644"/>
          </a:xfrm>
          <a:prstGeom prst="straightConnector1">
            <a:avLst/>
          </a:prstGeom>
          <a:ln w="38100">
            <a:solidFill>
              <a:schemeClr val="tx1"/>
            </a:solidFill>
            <a:tailEnd type="stealth" w="lg" len="lg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pic>
        <p:nvPicPr>
          <p:cNvPr id="371" name="圖片 370">
            <a:extLst>
              <a:ext uri="{FF2B5EF4-FFF2-40B4-BE49-F238E27FC236}">
                <a16:creationId xmlns:a16="http://schemas.microsoft.com/office/drawing/2014/main" id="{A18C1BEC-26D9-453F-97C9-98C303ABC8E7}"/>
              </a:ext>
            </a:extLst>
          </p:cNvPr>
          <p:cNvPicPr>
            <a:picLocks noChangeAspect="1"/>
          </p:cNvPicPr>
          <p:nvPr/>
        </p:nvPicPr>
        <p:blipFill rotWithShape="1">
          <a:blip r:embed="rId39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t="61876"/>
          <a:stretch/>
        </p:blipFill>
        <p:spPr>
          <a:xfrm>
            <a:off x="6257302" y="603565"/>
            <a:ext cx="2342330" cy="444119"/>
          </a:xfrm>
          <a:prstGeom prst="rect">
            <a:avLst/>
          </a:prstGeom>
        </p:spPr>
      </p:pic>
      <p:sp>
        <p:nvSpPr>
          <p:cNvPr id="152" name="Oval 23">
            <a:extLst>
              <a:ext uri="{FF2B5EF4-FFF2-40B4-BE49-F238E27FC236}">
                <a16:creationId xmlns:a16="http://schemas.microsoft.com/office/drawing/2014/main" id="{6454FEB7-1A49-4057-B9D1-C98AB19CFD06}"/>
              </a:ext>
            </a:extLst>
          </p:cNvPr>
          <p:cNvSpPr/>
          <p:nvPr/>
        </p:nvSpPr>
        <p:spPr>
          <a:xfrm>
            <a:off x="7660651" y="3850973"/>
            <a:ext cx="162450" cy="168277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154" name="Oval 23">
            <a:extLst>
              <a:ext uri="{FF2B5EF4-FFF2-40B4-BE49-F238E27FC236}">
                <a16:creationId xmlns:a16="http://schemas.microsoft.com/office/drawing/2014/main" id="{2FF5597B-5488-4B3C-BE8B-E0AD3A81CF14}"/>
              </a:ext>
            </a:extLst>
          </p:cNvPr>
          <p:cNvSpPr/>
          <p:nvPr/>
        </p:nvSpPr>
        <p:spPr>
          <a:xfrm>
            <a:off x="6974851" y="3317573"/>
            <a:ext cx="162450" cy="168277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pic>
        <p:nvPicPr>
          <p:cNvPr id="2" name="圖片 1">
            <a:extLst>
              <a:ext uri="{FF2B5EF4-FFF2-40B4-BE49-F238E27FC236}">
                <a16:creationId xmlns:a16="http://schemas.microsoft.com/office/drawing/2014/main" id="{865F24A2-BABE-48D3-8CBB-EBFE105F028A}"/>
              </a:ext>
            </a:extLst>
          </p:cNvPr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>
            <a:off x="8310792" y="3875404"/>
            <a:ext cx="1242000" cy="124776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56" name="文字方塊 155">
                <a:extLst>
                  <a:ext uri="{FF2B5EF4-FFF2-40B4-BE49-F238E27FC236}">
                    <a16:creationId xmlns:a16="http://schemas.microsoft.com/office/drawing/2014/main" id="{7D05204B-22BE-4DE9-AA50-5F23DEE9A2F6}"/>
                  </a:ext>
                </a:extLst>
              </p:cNvPr>
              <p:cNvSpPr txBox="1"/>
              <p:nvPr/>
            </p:nvSpPr>
            <p:spPr>
              <a:xfrm>
                <a:off x="8322280" y="3835204"/>
                <a:ext cx="1150186" cy="3231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5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500" b="0" i="1" smtClean="0">
                              <a:latin typeface="Cambria Math" panose="02040503050406030204" pitchFamily="18" charset="0"/>
                            </a:rPr>
                            <m:t>/2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500" dirty="0"/>
              </a:p>
            </p:txBody>
          </p:sp>
        </mc:Choice>
        <mc:Fallback xmlns="">
          <p:sp>
            <p:nvSpPr>
              <p:cNvPr id="156" name="文字方塊 155">
                <a:extLst>
                  <a:ext uri="{FF2B5EF4-FFF2-40B4-BE49-F238E27FC236}">
                    <a16:creationId xmlns:a16="http://schemas.microsoft.com/office/drawing/2014/main" id="{7D05204B-22BE-4DE9-AA50-5F23DEE9A2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22280" y="3835204"/>
                <a:ext cx="1150186" cy="323165"/>
              </a:xfrm>
              <a:prstGeom prst="rect">
                <a:avLst/>
              </a:prstGeom>
              <a:blipFill>
                <a:blip r:embed="rId41"/>
                <a:stretch>
                  <a:fillRect b="-1132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7" name="文字方塊 156">
                <a:extLst>
                  <a:ext uri="{FF2B5EF4-FFF2-40B4-BE49-F238E27FC236}">
                    <a16:creationId xmlns:a16="http://schemas.microsoft.com/office/drawing/2014/main" id="{834029C9-84F7-4B57-9E81-D8CCCEEA55EA}"/>
                  </a:ext>
                </a:extLst>
              </p:cNvPr>
              <p:cNvSpPr txBox="1"/>
              <p:nvPr/>
            </p:nvSpPr>
            <p:spPr>
              <a:xfrm>
                <a:off x="5281679" y="2239195"/>
                <a:ext cx="1150186" cy="3231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5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5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/2,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500" dirty="0"/>
              </a:p>
            </p:txBody>
          </p:sp>
        </mc:Choice>
        <mc:Fallback xmlns="">
          <p:sp>
            <p:nvSpPr>
              <p:cNvPr id="157" name="文字方塊 156">
                <a:extLst>
                  <a:ext uri="{FF2B5EF4-FFF2-40B4-BE49-F238E27FC236}">
                    <a16:creationId xmlns:a16="http://schemas.microsoft.com/office/drawing/2014/main" id="{834029C9-84F7-4B57-9E81-D8CCCEEA55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81679" y="2239195"/>
                <a:ext cx="1150186" cy="323165"/>
              </a:xfrm>
              <a:prstGeom prst="rect">
                <a:avLst/>
              </a:prstGeom>
              <a:blipFill>
                <a:blip r:embed="rId42"/>
                <a:stretch>
                  <a:fillRect b="-1132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8" name="直線接點 157">
            <a:extLst>
              <a:ext uri="{FF2B5EF4-FFF2-40B4-BE49-F238E27FC236}">
                <a16:creationId xmlns:a16="http://schemas.microsoft.com/office/drawing/2014/main" id="{DA529A4E-3BAB-45BB-8274-1088EF0B43A5}"/>
              </a:ext>
            </a:extLst>
          </p:cNvPr>
          <p:cNvCxnSpPr>
            <a:cxnSpLocks/>
          </p:cNvCxnSpPr>
          <p:nvPr/>
        </p:nvCxnSpPr>
        <p:spPr>
          <a:xfrm flipV="1">
            <a:off x="6532880" y="3400872"/>
            <a:ext cx="453250" cy="188"/>
          </a:xfrm>
          <a:prstGeom prst="line">
            <a:avLst/>
          </a:prstGeom>
          <a:ln w="9525" cap="flat" cmpd="sng" algn="ctr">
            <a:solidFill>
              <a:schemeClr val="bg1">
                <a:lumMod val="5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59" name="直線接點 158">
            <a:extLst>
              <a:ext uri="{FF2B5EF4-FFF2-40B4-BE49-F238E27FC236}">
                <a16:creationId xmlns:a16="http://schemas.microsoft.com/office/drawing/2014/main" id="{F100F92B-B8C5-4A0F-B866-E2BAB0C4087A}"/>
              </a:ext>
            </a:extLst>
          </p:cNvPr>
          <p:cNvCxnSpPr>
            <a:cxnSpLocks/>
          </p:cNvCxnSpPr>
          <p:nvPr/>
        </p:nvCxnSpPr>
        <p:spPr>
          <a:xfrm>
            <a:off x="7836535" y="3961448"/>
            <a:ext cx="418783" cy="0"/>
          </a:xfrm>
          <a:prstGeom prst="line">
            <a:avLst/>
          </a:prstGeom>
          <a:ln w="9525" cap="flat" cmpd="sng" algn="ctr">
            <a:solidFill>
              <a:schemeClr val="bg1">
                <a:lumMod val="5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60" name="直線接點 159">
            <a:extLst>
              <a:ext uri="{FF2B5EF4-FFF2-40B4-BE49-F238E27FC236}">
                <a16:creationId xmlns:a16="http://schemas.microsoft.com/office/drawing/2014/main" id="{A656DF39-7853-456D-84EE-B2D69029F0B5}"/>
              </a:ext>
            </a:extLst>
          </p:cNvPr>
          <p:cNvCxnSpPr>
            <a:cxnSpLocks/>
          </p:cNvCxnSpPr>
          <p:nvPr/>
        </p:nvCxnSpPr>
        <p:spPr>
          <a:xfrm flipV="1">
            <a:off x="8179118" y="3498850"/>
            <a:ext cx="120332" cy="100649"/>
          </a:xfrm>
          <a:prstGeom prst="line">
            <a:avLst/>
          </a:prstGeom>
          <a:ln w="9525" cap="flat" cmpd="sng" algn="ctr">
            <a:solidFill>
              <a:schemeClr val="bg1">
                <a:lumMod val="5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61" name="直線接點 160">
            <a:extLst>
              <a:ext uri="{FF2B5EF4-FFF2-40B4-BE49-F238E27FC236}">
                <a16:creationId xmlns:a16="http://schemas.microsoft.com/office/drawing/2014/main" id="{C2ECA97C-3D5E-4873-BF49-1B844DE8012B}"/>
              </a:ext>
            </a:extLst>
          </p:cNvPr>
          <p:cNvCxnSpPr>
            <a:cxnSpLocks/>
          </p:cNvCxnSpPr>
          <p:nvPr/>
        </p:nvCxnSpPr>
        <p:spPr>
          <a:xfrm flipV="1">
            <a:off x="6517918" y="3741241"/>
            <a:ext cx="105264" cy="191632"/>
          </a:xfrm>
          <a:prstGeom prst="line">
            <a:avLst/>
          </a:prstGeom>
          <a:ln w="9525" cap="flat" cmpd="sng" algn="ctr">
            <a:solidFill>
              <a:schemeClr val="bg1">
                <a:lumMod val="5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120673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矩形: 圓角 176">
            <a:extLst>
              <a:ext uri="{FF2B5EF4-FFF2-40B4-BE49-F238E27FC236}">
                <a16:creationId xmlns:a16="http://schemas.microsoft.com/office/drawing/2014/main" id="{C0499F8D-22B8-4B76-B2A0-FC45B222262E}"/>
              </a:ext>
            </a:extLst>
          </p:cNvPr>
          <p:cNvSpPr/>
          <p:nvPr/>
        </p:nvSpPr>
        <p:spPr>
          <a:xfrm>
            <a:off x="4931433" y="428625"/>
            <a:ext cx="4899729" cy="5763273"/>
          </a:xfrm>
          <a:prstGeom prst="roundRect">
            <a:avLst>
              <a:gd name="adj" fmla="val 7772"/>
            </a:avLst>
          </a:prstGeom>
          <a:gradFill flip="none" rotWithShape="1"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lin ang="54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2000" dirty="0"/>
          </a:p>
        </p:txBody>
      </p:sp>
      <p:pic>
        <p:nvPicPr>
          <p:cNvPr id="58" name="圖片 57">
            <a:extLst>
              <a:ext uri="{FF2B5EF4-FFF2-40B4-BE49-F238E27FC236}">
                <a16:creationId xmlns:a16="http://schemas.microsoft.com/office/drawing/2014/main" id="{7E17F136-5C64-430F-9F60-C2DED13FE5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45873" y="2267469"/>
            <a:ext cx="1270800" cy="1279687"/>
          </a:xfrm>
          <a:prstGeom prst="rect">
            <a:avLst/>
          </a:prstGeom>
        </p:spPr>
      </p:pic>
      <p:pic>
        <p:nvPicPr>
          <p:cNvPr id="59" name="圖片 58">
            <a:extLst>
              <a:ext uri="{FF2B5EF4-FFF2-40B4-BE49-F238E27FC236}">
                <a16:creationId xmlns:a16="http://schemas.microsoft.com/office/drawing/2014/main" id="{00B9CE1B-6571-4A31-8937-D42C36907D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81558" y="3846047"/>
            <a:ext cx="1270800" cy="1270800"/>
          </a:xfrm>
          <a:prstGeom prst="rect">
            <a:avLst/>
          </a:prstGeom>
        </p:spPr>
      </p:pic>
      <p:pic>
        <p:nvPicPr>
          <p:cNvPr id="61" name="圖片 60">
            <a:extLst>
              <a:ext uri="{FF2B5EF4-FFF2-40B4-BE49-F238E27FC236}">
                <a16:creationId xmlns:a16="http://schemas.microsoft.com/office/drawing/2014/main" id="{FB3FCFDF-3652-4D77-B378-A362CD6E1627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062" t="13456" r="38352" b="3300"/>
          <a:stretch/>
        </p:blipFill>
        <p:spPr>
          <a:xfrm>
            <a:off x="5215105" y="3878736"/>
            <a:ext cx="1300348" cy="1272418"/>
          </a:xfrm>
          <a:prstGeom prst="rect">
            <a:avLst/>
          </a:prstGeom>
        </p:spPr>
      </p:pic>
      <p:pic>
        <p:nvPicPr>
          <p:cNvPr id="62" name="圖片 61">
            <a:extLst>
              <a:ext uri="{FF2B5EF4-FFF2-40B4-BE49-F238E27FC236}">
                <a16:creationId xmlns:a16="http://schemas.microsoft.com/office/drawing/2014/main" id="{7C97E8F7-B773-4476-8ED5-3D79AD8BB303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959" t="13318" r="38456" b="2874"/>
          <a:stretch/>
        </p:blipFill>
        <p:spPr>
          <a:xfrm>
            <a:off x="8253472" y="2280117"/>
            <a:ext cx="1300348" cy="1281010"/>
          </a:xfrm>
          <a:prstGeom prst="rect">
            <a:avLst/>
          </a:prstGeom>
        </p:spPr>
      </p:pic>
      <p:pic>
        <p:nvPicPr>
          <p:cNvPr id="63" name="圖片 62">
            <a:extLst>
              <a:ext uri="{FF2B5EF4-FFF2-40B4-BE49-F238E27FC236}">
                <a16:creationId xmlns:a16="http://schemas.microsoft.com/office/drawing/2014/main" id="{73AC6DE1-4D5A-47F2-995A-46FF175AEC23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795" t="13543" r="38773" b="2524"/>
          <a:stretch/>
        </p:blipFill>
        <p:spPr>
          <a:xfrm>
            <a:off x="6545714" y="1294455"/>
            <a:ext cx="1292876" cy="1282944"/>
          </a:xfrm>
          <a:prstGeom prst="rect">
            <a:avLst/>
          </a:prstGeom>
        </p:spPr>
      </p:pic>
      <p:pic>
        <p:nvPicPr>
          <p:cNvPr id="57" name="圖片 56">
            <a:extLst>
              <a:ext uri="{FF2B5EF4-FFF2-40B4-BE49-F238E27FC236}">
                <a16:creationId xmlns:a16="http://schemas.microsoft.com/office/drawing/2014/main" id="{442174F9-4495-424A-B872-47AD7186862C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020" t="13440" r="38701" b="1703"/>
          <a:stretch/>
        </p:blipFill>
        <p:spPr>
          <a:xfrm>
            <a:off x="6758441" y="4861130"/>
            <a:ext cx="1285402" cy="1297078"/>
          </a:xfrm>
          <a:prstGeom prst="rect">
            <a:avLst/>
          </a:prstGeom>
        </p:spPr>
      </p:pic>
      <p:pic>
        <p:nvPicPr>
          <p:cNvPr id="60" name="圖片 59">
            <a:extLst>
              <a:ext uri="{FF2B5EF4-FFF2-40B4-BE49-F238E27FC236}">
                <a16:creationId xmlns:a16="http://schemas.microsoft.com/office/drawing/2014/main" id="{541BD68D-4BA5-4940-AB6F-5C6348E77341}"/>
              </a:ext>
            </a:extLst>
          </p:cNvPr>
          <p:cNvPicPr>
            <a:picLocks noChangeAspect="1"/>
          </p:cNvPicPr>
          <p:nvPr/>
        </p:nvPicPr>
        <p:blipFill rotWithShape="1">
          <a:blip r:embed="rId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t="61405"/>
          <a:stretch/>
        </p:blipFill>
        <p:spPr>
          <a:xfrm>
            <a:off x="6250783" y="583195"/>
            <a:ext cx="2300718" cy="47028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80" name="文字方塊 179">
                <a:extLst>
                  <a:ext uri="{FF2B5EF4-FFF2-40B4-BE49-F238E27FC236}">
                    <a16:creationId xmlns:a16="http://schemas.microsoft.com/office/drawing/2014/main" id="{C6592285-FBA9-4DE2-BE47-D5703A7C2A40}"/>
                  </a:ext>
                </a:extLst>
              </p:cNvPr>
              <p:cNvSpPr txBox="1"/>
              <p:nvPr/>
            </p:nvSpPr>
            <p:spPr>
              <a:xfrm>
                <a:off x="6994665" y="4501420"/>
                <a:ext cx="812954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600" i="1">
                          <a:latin typeface="Cambria Math" panose="02040503050406030204" pitchFamily="18" charset="0"/>
                        </a:rPr>
                        <m:t>|</m:t>
                      </m:r>
                      <m:d>
                        <m:dPr>
                          <m:begChr m:val=""/>
                          <m:endChr m:val="⟩"/>
                          <m:ctrlPr>
                            <a:rPr lang="en-US" altLang="zh-TW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−1, 0</m:t>
                          </m:r>
                        </m:e>
                      </m:d>
                    </m:oMath>
                  </m:oMathPara>
                </a14:m>
                <a:endParaRPr lang="zh-TW" altLang="en-US" sz="1600" dirty="0"/>
              </a:p>
            </p:txBody>
          </p:sp>
        </mc:Choice>
        <mc:Fallback xmlns="">
          <p:sp>
            <p:nvSpPr>
              <p:cNvPr id="180" name="文字方塊 179">
                <a:extLst>
                  <a:ext uri="{FF2B5EF4-FFF2-40B4-BE49-F238E27FC236}">
                    <a16:creationId xmlns:a16="http://schemas.microsoft.com/office/drawing/2014/main" id="{C6592285-FBA9-4DE2-BE47-D5703A7C2A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94665" y="4501420"/>
                <a:ext cx="812954" cy="338554"/>
              </a:xfrm>
              <a:prstGeom prst="rect">
                <a:avLst/>
              </a:prstGeom>
              <a:blipFill>
                <a:blip r:embed="rId9"/>
                <a:stretch>
                  <a:fillRect t="-108929" r="-46269" b="-16785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9" name="文字方塊 188">
                <a:extLst>
                  <a:ext uri="{FF2B5EF4-FFF2-40B4-BE49-F238E27FC236}">
                    <a16:creationId xmlns:a16="http://schemas.microsoft.com/office/drawing/2014/main" id="{06013B16-AADE-4F50-9769-3B0E22EFD811}"/>
                  </a:ext>
                </a:extLst>
              </p:cNvPr>
              <p:cNvSpPr txBox="1"/>
              <p:nvPr/>
            </p:nvSpPr>
            <p:spPr>
              <a:xfrm>
                <a:off x="6994665" y="2555828"/>
                <a:ext cx="812954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600" i="1" smtClean="0">
                          <a:latin typeface="Cambria Math" panose="02040503050406030204" pitchFamily="18" charset="0"/>
                        </a:rPr>
                        <m:t>|</m:t>
                      </m:r>
                      <m:d>
                        <m:dPr>
                          <m:begChr m:val=""/>
                          <m:endChr m:val="⟩"/>
                          <m:ctrlPr>
                            <a:rPr lang="en-US" altLang="zh-TW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1, 0</m:t>
                          </m:r>
                        </m:e>
                      </m:d>
                    </m:oMath>
                  </m:oMathPara>
                </a14:m>
                <a:endParaRPr lang="zh-TW" altLang="en-US" sz="1600" dirty="0"/>
              </a:p>
            </p:txBody>
          </p:sp>
        </mc:Choice>
        <mc:Fallback xmlns="">
          <p:sp>
            <p:nvSpPr>
              <p:cNvPr id="189" name="文字方塊 188">
                <a:extLst>
                  <a:ext uri="{FF2B5EF4-FFF2-40B4-BE49-F238E27FC236}">
                    <a16:creationId xmlns:a16="http://schemas.microsoft.com/office/drawing/2014/main" id="{06013B16-AADE-4F50-9769-3B0E22EFD8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94665" y="2555828"/>
                <a:ext cx="812954" cy="338554"/>
              </a:xfrm>
              <a:prstGeom prst="rect">
                <a:avLst/>
              </a:prstGeom>
              <a:blipFill>
                <a:blip r:embed="rId10"/>
                <a:stretch>
                  <a:fillRect t="-108929" r="-36567" b="-16785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12" name="群組 211">
            <a:extLst>
              <a:ext uri="{FF2B5EF4-FFF2-40B4-BE49-F238E27FC236}">
                <a16:creationId xmlns:a16="http://schemas.microsoft.com/office/drawing/2014/main" id="{56BB1570-BE07-4CCA-B844-DD9F00E8733F}"/>
              </a:ext>
            </a:extLst>
          </p:cNvPr>
          <p:cNvGrpSpPr/>
          <p:nvPr/>
        </p:nvGrpSpPr>
        <p:grpSpPr>
          <a:xfrm>
            <a:off x="7184183" y="1808686"/>
            <a:ext cx="115586" cy="110880"/>
            <a:chOff x="1373392" y="2391862"/>
            <a:chExt cx="479433" cy="476535"/>
          </a:xfrm>
        </p:grpSpPr>
        <p:sp>
          <p:nvSpPr>
            <p:cNvPr id="213" name="箭號: 向右 212">
              <a:extLst>
                <a:ext uri="{FF2B5EF4-FFF2-40B4-BE49-F238E27FC236}">
                  <a16:creationId xmlns:a16="http://schemas.microsoft.com/office/drawing/2014/main" id="{D44EB9EF-73CA-404D-99EE-1F0CCE892A52}"/>
                </a:ext>
              </a:extLst>
            </p:cNvPr>
            <p:cNvSpPr/>
            <p:nvPr/>
          </p:nvSpPr>
          <p:spPr>
            <a:xfrm>
              <a:off x="1411244" y="2735868"/>
              <a:ext cx="441581" cy="132529"/>
            </a:xfrm>
            <a:prstGeom prst="rightArrow">
              <a:avLst>
                <a:gd name="adj1" fmla="val 50000"/>
                <a:gd name="adj2" fmla="val 99023"/>
              </a:avLst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220" name="箭號: 向右 219">
              <a:extLst>
                <a:ext uri="{FF2B5EF4-FFF2-40B4-BE49-F238E27FC236}">
                  <a16:creationId xmlns:a16="http://schemas.microsoft.com/office/drawing/2014/main" id="{9F517533-ADEE-4B5D-BB6F-1F4159A610F9}"/>
                </a:ext>
              </a:extLst>
            </p:cNvPr>
            <p:cNvSpPr/>
            <p:nvPr/>
          </p:nvSpPr>
          <p:spPr>
            <a:xfrm rot="16200000">
              <a:off x="1218866" y="2546388"/>
              <a:ext cx="441581" cy="132529"/>
            </a:xfrm>
            <a:prstGeom prst="rightArrow">
              <a:avLst>
                <a:gd name="adj1" fmla="val 50000"/>
                <a:gd name="adj2" fmla="val 99023"/>
              </a:avLst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2000" dirty="0">
                <a:solidFill>
                  <a:schemeClr val="tx1"/>
                </a:solidFill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26" name="文字方塊 225">
                <a:extLst>
                  <a:ext uri="{FF2B5EF4-FFF2-40B4-BE49-F238E27FC236}">
                    <a16:creationId xmlns:a16="http://schemas.microsoft.com/office/drawing/2014/main" id="{4A797F52-28EA-4953-BC86-8E8901D5D2D9}"/>
                  </a:ext>
                </a:extLst>
              </p:cNvPr>
              <p:cNvSpPr txBox="1"/>
              <p:nvPr/>
            </p:nvSpPr>
            <p:spPr>
              <a:xfrm>
                <a:off x="7064306" y="1435710"/>
                <a:ext cx="438402" cy="4242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</m:oMath>
                  </m:oMathPara>
                </a14:m>
                <a:endParaRPr lang="en-US" altLang="zh-TW" sz="2000" dirty="0"/>
              </a:p>
            </p:txBody>
          </p:sp>
        </mc:Choice>
        <mc:Fallback xmlns="">
          <p:sp>
            <p:nvSpPr>
              <p:cNvPr id="226" name="文字方塊 225">
                <a:extLst>
                  <a:ext uri="{FF2B5EF4-FFF2-40B4-BE49-F238E27FC236}">
                    <a16:creationId xmlns:a16="http://schemas.microsoft.com/office/drawing/2014/main" id="{4A797F52-28EA-4953-BC86-8E8901D5D2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64306" y="1435710"/>
                <a:ext cx="438402" cy="424283"/>
              </a:xfrm>
              <a:prstGeom prst="rect">
                <a:avLst/>
              </a:prstGeom>
              <a:blipFill>
                <a:blip r:embed="rId11"/>
                <a:stretch>
                  <a:fillRect b="-579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7" name="文字方塊 226">
                <a:extLst>
                  <a:ext uri="{FF2B5EF4-FFF2-40B4-BE49-F238E27FC236}">
                    <a16:creationId xmlns:a16="http://schemas.microsoft.com/office/drawing/2014/main" id="{990D4C3A-AED8-40BB-8849-57DEE8BE7A17}"/>
                  </a:ext>
                </a:extLst>
              </p:cNvPr>
              <p:cNvSpPr txBox="1"/>
              <p:nvPr/>
            </p:nvSpPr>
            <p:spPr>
              <a:xfrm>
                <a:off x="7237289" y="1713862"/>
                <a:ext cx="388427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</m:oMath>
                  </m:oMathPara>
                </a14:m>
                <a:endParaRPr lang="en-US" altLang="zh-TW" sz="2000" dirty="0"/>
              </a:p>
            </p:txBody>
          </p:sp>
        </mc:Choice>
        <mc:Fallback xmlns="">
          <p:sp>
            <p:nvSpPr>
              <p:cNvPr id="227" name="文字方塊 226">
                <a:extLst>
                  <a:ext uri="{FF2B5EF4-FFF2-40B4-BE49-F238E27FC236}">
                    <a16:creationId xmlns:a16="http://schemas.microsoft.com/office/drawing/2014/main" id="{990D4C3A-AED8-40BB-8849-57DEE8BE7A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37289" y="1713862"/>
                <a:ext cx="388427" cy="400110"/>
              </a:xfrm>
              <a:prstGeom prst="rect">
                <a:avLst/>
              </a:prstGeom>
              <a:blipFill>
                <a:blip r:embed="rId12"/>
                <a:stretch>
                  <a:fillRect b="-757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8" name="文字方塊 227">
                <a:extLst>
                  <a:ext uri="{FF2B5EF4-FFF2-40B4-BE49-F238E27FC236}">
                    <a16:creationId xmlns:a16="http://schemas.microsoft.com/office/drawing/2014/main" id="{3C622479-68C9-4AC9-AE5F-27970F7075FD}"/>
                  </a:ext>
                </a:extLst>
              </p:cNvPr>
              <p:cNvSpPr txBox="1"/>
              <p:nvPr/>
            </p:nvSpPr>
            <p:spPr>
              <a:xfrm>
                <a:off x="6540846" y="2179934"/>
                <a:ext cx="652306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0.1</m:t>
                          </m:r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en-US" altLang="zh-TW" sz="1600" dirty="0"/>
              </a:p>
            </p:txBody>
          </p:sp>
        </mc:Choice>
        <mc:Fallback xmlns="">
          <p:sp>
            <p:nvSpPr>
              <p:cNvPr id="228" name="文字方塊 227">
                <a:extLst>
                  <a:ext uri="{FF2B5EF4-FFF2-40B4-BE49-F238E27FC236}">
                    <a16:creationId xmlns:a16="http://schemas.microsoft.com/office/drawing/2014/main" id="{3C622479-68C9-4AC9-AE5F-27970F7075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40846" y="2179934"/>
                <a:ext cx="652306" cy="338554"/>
              </a:xfrm>
              <a:prstGeom prst="rect">
                <a:avLst/>
              </a:prstGeom>
              <a:blipFill>
                <a:blip r:embed="rId13"/>
                <a:stretch>
                  <a:fillRect b="-727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9" name="文字方塊 228">
            <a:extLst>
              <a:ext uri="{FF2B5EF4-FFF2-40B4-BE49-F238E27FC236}">
                <a16:creationId xmlns:a16="http://schemas.microsoft.com/office/drawing/2014/main" id="{2693C9D3-A145-48F7-981C-9A9BF2A0A9A5}"/>
              </a:ext>
            </a:extLst>
          </p:cNvPr>
          <p:cNvSpPr txBox="1"/>
          <p:nvPr/>
        </p:nvSpPr>
        <p:spPr>
          <a:xfrm>
            <a:off x="5543826" y="-455105"/>
            <a:ext cx="3714632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Longitudinal component</a:t>
            </a:r>
            <a:endParaRPr lang="zh-TW" altLang="en-US" sz="2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1" name="文字方塊 230">
                <a:extLst>
                  <a:ext uri="{FF2B5EF4-FFF2-40B4-BE49-F238E27FC236}">
                    <a16:creationId xmlns:a16="http://schemas.microsoft.com/office/drawing/2014/main" id="{A81A25EB-4EC7-4F2F-99BC-612BE192E284}"/>
                  </a:ext>
                </a:extLst>
              </p:cNvPr>
              <p:cNvSpPr txBox="1"/>
              <p:nvPr/>
            </p:nvSpPr>
            <p:spPr>
              <a:xfrm>
                <a:off x="6358604" y="1285730"/>
                <a:ext cx="1673596" cy="3231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5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𝛼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</m:d>
                      <m:r>
                        <a:rPr lang="en-US" altLang="zh-TW" sz="150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zh-TW" sz="15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0, </m:t>
                          </m:r>
                          <m:r>
                            <m:rPr>
                              <m:nor/>
                            </m:rPr>
                            <a:rPr lang="en-US" altLang="zh-TW" sz="150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</m:oMath>
                  </m:oMathPara>
                </a14:m>
                <a:endParaRPr lang="zh-TW" altLang="en-US" sz="1500" dirty="0"/>
              </a:p>
            </p:txBody>
          </p:sp>
        </mc:Choice>
        <mc:Fallback xmlns="">
          <p:sp>
            <p:nvSpPr>
              <p:cNvPr id="231" name="文字方塊 230">
                <a:extLst>
                  <a:ext uri="{FF2B5EF4-FFF2-40B4-BE49-F238E27FC236}">
                    <a16:creationId xmlns:a16="http://schemas.microsoft.com/office/drawing/2014/main" id="{A81A25EB-4EC7-4F2F-99BC-612BE192E2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58604" y="1285730"/>
                <a:ext cx="1673596" cy="323165"/>
              </a:xfrm>
              <a:prstGeom prst="rect">
                <a:avLst/>
              </a:prstGeom>
              <a:blipFill>
                <a:blip r:embed="rId14"/>
                <a:stretch>
                  <a:fillRect b="-943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2" name="文字方塊 231">
                <a:extLst>
                  <a:ext uri="{FF2B5EF4-FFF2-40B4-BE49-F238E27FC236}">
                    <a16:creationId xmlns:a16="http://schemas.microsoft.com/office/drawing/2014/main" id="{B2F5F182-7771-47FB-BF37-AF5144F26384}"/>
                  </a:ext>
                </a:extLst>
              </p:cNvPr>
              <p:cNvSpPr txBox="1"/>
              <p:nvPr/>
            </p:nvSpPr>
            <p:spPr>
              <a:xfrm>
                <a:off x="5301973" y="3844729"/>
                <a:ext cx="1150186" cy="3231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5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0, 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500" dirty="0"/>
              </a:p>
            </p:txBody>
          </p:sp>
        </mc:Choice>
        <mc:Fallback xmlns="">
          <p:sp>
            <p:nvSpPr>
              <p:cNvPr id="232" name="文字方塊 231">
                <a:extLst>
                  <a:ext uri="{FF2B5EF4-FFF2-40B4-BE49-F238E27FC236}">
                    <a16:creationId xmlns:a16="http://schemas.microsoft.com/office/drawing/2014/main" id="{B2F5F182-7771-47FB-BF37-AF5144F263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01973" y="3844729"/>
                <a:ext cx="1150186" cy="323165"/>
              </a:xfrm>
              <a:prstGeom prst="rect">
                <a:avLst/>
              </a:prstGeom>
              <a:blipFill>
                <a:blip r:embed="rId15"/>
                <a:stretch>
                  <a:fillRect b="-943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3" name="文字方塊 232">
                <a:extLst>
                  <a:ext uri="{FF2B5EF4-FFF2-40B4-BE49-F238E27FC236}">
                    <a16:creationId xmlns:a16="http://schemas.microsoft.com/office/drawing/2014/main" id="{BDC6F78B-E419-4B8A-BAA9-5615A1972DBE}"/>
                  </a:ext>
                </a:extLst>
              </p:cNvPr>
              <p:cNvSpPr txBox="1"/>
              <p:nvPr/>
            </p:nvSpPr>
            <p:spPr>
              <a:xfrm>
                <a:off x="8331357" y="2248720"/>
                <a:ext cx="1150186" cy="3231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5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500" dirty="0"/>
              </a:p>
            </p:txBody>
          </p:sp>
        </mc:Choice>
        <mc:Fallback xmlns="">
          <p:sp>
            <p:nvSpPr>
              <p:cNvPr id="233" name="文字方塊 232">
                <a:extLst>
                  <a:ext uri="{FF2B5EF4-FFF2-40B4-BE49-F238E27FC236}">
                    <a16:creationId xmlns:a16="http://schemas.microsoft.com/office/drawing/2014/main" id="{BDC6F78B-E419-4B8A-BAA9-5615A1972D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31357" y="2248720"/>
                <a:ext cx="1150186" cy="323165"/>
              </a:xfrm>
              <a:prstGeom prst="rect">
                <a:avLst/>
              </a:prstGeom>
              <a:blipFill>
                <a:blip r:embed="rId16"/>
                <a:stretch>
                  <a:fillRect b="-943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4" name="文字方塊 233">
                <a:extLst>
                  <a:ext uri="{FF2B5EF4-FFF2-40B4-BE49-F238E27FC236}">
                    <a16:creationId xmlns:a16="http://schemas.microsoft.com/office/drawing/2014/main" id="{DA67C54B-80A5-4D59-B289-74384BDACD1C}"/>
                  </a:ext>
                </a:extLst>
              </p:cNvPr>
              <p:cNvSpPr txBox="1"/>
              <p:nvPr/>
            </p:nvSpPr>
            <p:spPr>
              <a:xfrm>
                <a:off x="6826049" y="4840301"/>
                <a:ext cx="1150186" cy="3231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5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0,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𝜋</m:t>
                          </m:r>
                        </m:e>
                      </m:d>
                    </m:oMath>
                  </m:oMathPara>
                </a14:m>
                <a:endParaRPr lang="zh-TW" altLang="en-US" sz="1500" dirty="0"/>
              </a:p>
            </p:txBody>
          </p:sp>
        </mc:Choice>
        <mc:Fallback xmlns="">
          <p:sp>
            <p:nvSpPr>
              <p:cNvPr id="234" name="文字方塊 233">
                <a:extLst>
                  <a:ext uri="{FF2B5EF4-FFF2-40B4-BE49-F238E27FC236}">
                    <a16:creationId xmlns:a16="http://schemas.microsoft.com/office/drawing/2014/main" id="{DA67C54B-80A5-4D59-B289-74384BDACD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26049" y="4840301"/>
                <a:ext cx="1150186" cy="323165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35" name="圖片 234">
            <a:extLst>
              <a:ext uri="{FF2B5EF4-FFF2-40B4-BE49-F238E27FC236}">
                <a16:creationId xmlns:a16="http://schemas.microsoft.com/office/drawing/2014/main" id="{DF781A4C-9BC8-40C7-BF1A-E906699C28D4}"/>
              </a:ext>
            </a:extLst>
          </p:cNvPr>
          <p:cNvPicPr>
            <a:picLocks noChangeAspect="1"/>
          </p:cNvPicPr>
          <p:nvPr/>
        </p:nvPicPr>
        <p:blipFill rotWithShape="1">
          <a:blip r:embed="rId1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0879" t="9023" r="4888" b="70339"/>
          <a:stretch/>
        </p:blipFill>
        <p:spPr>
          <a:xfrm>
            <a:off x="7871070" y="1257930"/>
            <a:ext cx="413382" cy="134348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36" name="文字方塊 235">
                <a:extLst>
                  <a:ext uri="{FF2B5EF4-FFF2-40B4-BE49-F238E27FC236}">
                    <a16:creationId xmlns:a16="http://schemas.microsoft.com/office/drawing/2014/main" id="{61131924-00C5-4C5C-8379-1D2527DB1052}"/>
                  </a:ext>
                </a:extLst>
              </p:cNvPr>
              <p:cNvSpPr txBox="1"/>
              <p:nvPr/>
            </p:nvSpPr>
            <p:spPr>
              <a:xfrm>
                <a:off x="7789606" y="2342403"/>
                <a:ext cx="478319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sz="1400"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altLang="zh-TW" sz="1400">
                          <a:latin typeface="Cambria Math" panose="02040503050406030204" pitchFamily="18" charset="0"/>
                        </a:rPr>
                        <m:t>.</m:t>
                      </m:r>
                      <m:r>
                        <m:rPr>
                          <m:sty m:val="p"/>
                        </m:rPr>
                        <a:rPr lang="en-US" altLang="zh-TW" sz="1400">
                          <a:latin typeface="Cambria Math" panose="02040503050406030204" pitchFamily="18" charset="0"/>
                        </a:rPr>
                        <m:t>u</m:t>
                      </m:r>
                      <m:r>
                        <a:rPr lang="en-US" altLang="zh-TW" sz="140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TW" altLang="en-US" sz="1400" dirty="0"/>
              </a:p>
            </p:txBody>
          </p:sp>
        </mc:Choice>
        <mc:Fallback xmlns="">
          <p:sp>
            <p:nvSpPr>
              <p:cNvPr id="236" name="文字方塊 235">
                <a:extLst>
                  <a:ext uri="{FF2B5EF4-FFF2-40B4-BE49-F238E27FC236}">
                    <a16:creationId xmlns:a16="http://schemas.microsoft.com/office/drawing/2014/main" id="{61131924-00C5-4C5C-8379-1D2527DB10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89606" y="2342403"/>
                <a:ext cx="478319" cy="307777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7" name="Oval 14">
            <a:extLst>
              <a:ext uri="{FF2B5EF4-FFF2-40B4-BE49-F238E27FC236}">
                <a16:creationId xmlns:a16="http://schemas.microsoft.com/office/drawing/2014/main" id="{4D2E6476-8133-4C1A-80AA-96C2BBAD7538}"/>
              </a:ext>
            </a:extLst>
          </p:cNvPr>
          <p:cNvSpPr/>
          <p:nvPr/>
        </p:nvSpPr>
        <p:spPr>
          <a:xfrm>
            <a:off x="7317889" y="2852108"/>
            <a:ext cx="162450" cy="168277"/>
          </a:xfrm>
          <a:prstGeom prst="ellipse">
            <a:avLst/>
          </a:prstGeom>
          <a:gradFill flip="none" rotWithShape="1">
            <a:gsLst>
              <a:gs pos="0">
                <a:srgbClr val="D1D1D1"/>
              </a:gs>
              <a:gs pos="23000">
                <a:schemeClr val="bg1">
                  <a:lumMod val="85000"/>
                </a:schemeClr>
              </a:gs>
              <a:gs pos="69000">
                <a:schemeClr val="accent3">
                  <a:lumMod val="75000"/>
                </a:schemeClr>
              </a:gs>
              <a:gs pos="97000">
                <a:schemeClr val="accent3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/>
          </a:p>
        </p:txBody>
      </p:sp>
      <p:sp>
        <p:nvSpPr>
          <p:cNvPr id="238" name="Oval 4">
            <a:extLst>
              <a:ext uri="{FF2B5EF4-FFF2-40B4-BE49-F238E27FC236}">
                <a16:creationId xmlns:a16="http://schemas.microsoft.com/office/drawing/2014/main" id="{D0067B35-40A6-4446-8A95-C300D2678B59}"/>
              </a:ext>
            </a:extLst>
          </p:cNvPr>
          <p:cNvSpPr/>
          <p:nvPr/>
        </p:nvSpPr>
        <p:spPr>
          <a:xfrm>
            <a:off x="6679308" y="2936246"/>
            <a:ext cx="1443999" cy="1495797"/>
          </a:xfrm>
          <a:prstGeom prst="ellipse">
            <a:avLst/>
          </a:prstGeom>
          <a:gradFill flip="none" rotWithShape="1">
            <a:gsLst>
              <a:gs pos="100000">
                <a:schemeClr val="accent3">
                  <a:lumMod val="60000"/>
                  <a:lumOff val="40000"/>
                  <a:alpha val="60000"/>
                </a:schemeClr>
              </a:gs>
              <a:gs pos="55000">
                <a:schemeClr val="accent3">
                  <a:lumMod val="40000"/>
                  <a:lumOff val="60000"/>
                  <a:alpha val="60000"/>
                </a:schemeClr>
              </a:gs>
              <a:gs pos="0">
                <a:schemeClr val="bg1">
                  <a:alpha val="6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 w="57150">
            <a:solidFill>
              <a:srgbClr val="D5D7D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39" name="Oval 15">
            <a:extLst>
              <a:ext uri="{FF2B5EF4-FFF2-40B4-BE49-F238E27FC236}">
                <a16:creationId xmlns:a16="http://schemas.microsoft.com/office/drawing/2014/main" id="{3ED95C10-549D-46A4-8427-E9004FB39400}"/>
              </a:ext>
            </a:extLst>
          </p:cNvPr>
          <p:cNvSpPr/>
          <p:nvPr/>
        </p:nvSpPr>
        <p:spPr>
          <a:xfrm>
            <a:off x="7317889" y="4347065"/>
            <a:ext cx="162450" cy="168277"/>
          </a:xfrm>
          <a:prstGeom prst="ellipse">
            <a:avLst/>
          </a:prstGeom>
          <a:gradFill flip="none" rotWithShape="1">
            <a:gsLst>
              <a:gs pos="17000">
                <a:srgbClr val="D1D1D1"/>
              </a:gs>
              <a:gs pos="0">
                <a:schemeClr val="bg1">
                  <a:lumMod val="85000"/>
                </a:schemeClr>
              </a:gs>
              <a:gs pos="60000">
                <a:schemeClr val="accent3">
                  <a:lumMod val="75000"/>
                </a:schemeClr>
              </a:gs>
              <a:gs pos="97000">
                <a:schemeClr val="accent3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52" name="SHO">
            <a:extLst>
              <a:ext uri="{FF2B5EF4-FFF2-40B4-BE49-F238E27FC236}">
                <a16:creationId xmlns:a16="http://schemas.microsoft.com/office/drawing/2014/main" id="{0845B616-2D49-4C5D-A47F-908796A33A53}"/>
              </a:ext>
            </a:extLst>
          </p:cNvPr>
          <p:cNvSpPr/>
          <p:nvPr/>
        </p:nvSpPr>
        <p:spPr>
          <a:xfrm rot="16200000">
            <a:off x="7087769" y="2962645"/>
            <a:ext cx="622693" cy="1443999"/>
          </a:xfrm>
          <a:prstGeom prst="arc">
            <a:avLst>
              <a:gd name="adj1" fmla="val 5396867"/>
              <a:gd name="adj2" fmla="val 5395779"/>
            </a:avLst>
          </a:prstGeom>
          <a:gradFill flip="none" rotWithShape="1">
            <a:gsLst>
              <a:gs pos="0">
                <a:schemeClr val="bg1">
                  <a:lumMod val="65000"/>
                </a:schemeClr>
              </a:gs>
              <a:gs pos="47000">
                <a:schemeClr val="bg1">
                  <a:lumMod val="50000"/>
                </a:schemeClr>
              </a:gs>
              <a:gs pos="97000">
                <a:srgbClr val="5E5E5E"/>
              </a:gs>
            </a:gsLst>
            <a:path path="circle">
              <a:fillToRect l="50000" t="50000" r="50000" b="50000"/>
            </a:path>
            <a:tileRect/>
          </a:gradFill>
          <a:ln w="31750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53" name="SVO">
            <a:extLst>
              <a:ext uri="{FF2B5EF4-FFF2-40B4-BE49-F238E27FC236}">
                <a16:creationId xmlns:a16="http://schemas.microsoft.com/office/drawing/2014/main" id="{28FBC70E-6464-4911-A7DC-D688B4A191B2}"/>
              </a:ext>
            </a:extLst>
          </p:cNvPr>
          <p:cNvSpPr/>
          <p:nvPr/>
        </p:nvSpPr>
        <p:spPr>
          <a:xfrm>
            <a:off x="7037215" y="2936747"/>
            <a:ext cx="722000" cy="1495797"/>
          </a:xfrm>
          <a:prstGeom prst="ellipse">
            <a:avLst/>
          </a:prstGeom>
          <a:noFill/>
          <a:ln w="25400">
            <a:solidFill>
              <a:schemeClr val="bg1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254" name="Oval 6">
            <a:extLst>
              <a:ext uri="{FF2B5EF4-FFF2-40B4-BE49-F238E27FC236}">
                <a16:creationId xmlns:a16="http://schemas.microsoft.com/office/drawing/2014/main" id="{F7426249-BB1C-465F-BA24-177826BCA4FE}"/>
              </a:ext>
            </a:extLst>
          </p:cNvPr>
          <p:cNvSpPr/>
          <p:nvPr/>
        </p:nvSpPr>
        <p:spPr>
          <a:xfrm rot="16200000">
            <a:off x="7087769" y="2962645"/>
            <a:ext cx="622693" cy="1443999"/>
          </a:xfrm>
          <a:prstGeom prst="ellipse">
            <a:avLst/>
          </a:prstGeom>
          <a:noFill/>
          <a:ln w="38100">
            <a:solidFill>
              <a:schemeClr val="tx1">
                <a:alpha val="6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5" name="TextBox 11">
                <a:extLst>
                  <a:ext uri="{FF2B5EF4-FFF2-40B4-BE49-F238E27FC236}">
                    <a16:creationId xmlns:a16="http://schemas.microsoft.com/office/drawing/2014/main" id="{37DEB133-ADB0-4B60-901B-D2AEF580DA59}"/>
                  </a:ext>
                </a:extLst>
              </p:cNvPr>
              <p:cNvSpPr txBox="1"/>
              <p:nvPr/>
            </p:nvSpPr>
            <p:spPr>
              <a:xfrm>
                <a:off x="6849417" y="3506293"/>
                <a:ext cx="176928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255" name="TextBox 11">
                <a:extLst>
                  <a:ext uri="{FF2B5EF4-FFF2-40B4-BE49-F238E27FC236}">
                    <a16:creationId xmlns:a16="http://schemas.microsoft.com/office/drawing/2014/main" id="{37DEB133-ADB0-4B60-901B-D2AEF580DA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49417" y="3506293"/>
                <a:ext cx="176928" cy="338554"/>
              </a:xfrm>
              <a:prstGeom prst="rect">
                <a:avLst/>
              </a:prstGeom>
              <a:blipFill>
                <a:blip r:embed="rId20"/>
                <a:stretch>
                  <a:fillRect r="-4137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6" name="Oval 22">
            <a:extLst>
              <a:ext uri="{FF2B5EF4-FFF2-40B4-BE49-F238E27FC236}">
                <a16:creationId xmlns:a16="http://schemas.microsoft.com/office/drawing/2014/main" id="{F51F6D7A-CBDD-41AE-81A9-01A381888E10}"/>
              </a:ext>
            </a:extLst>
          </p:cNvPr>
          <p:cNvSpPr/>
          <p:nvPr/>
        </p:nvSpPr>
        <p:spPr>
          <a:xfrm>
            <a:off x="7316943" y="4347065"/>
            <a:ext cx="162450" cy="168277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7" name="TextBox 12">
                <a:extLst>
                  <a:ext uri="{FF2B5EF4-FFF2-40B4-BE49-F238E27FC236}">
                    <a16:creationId xmlns:a16="http://schemas.microsoft.com/office/drawing/2014/main" id="{BEB792E4-CC90-49E5-8163-921F2ECF2D45}"/>
                  </a:ext>
                </a:extLst>
              </p:cNvPr>
              <p:cNvSpPr txBox="1"/>
              <p:nvPr/>
            </p:nvSpPr>
            <p:spPr>
              <a:xfrm>
                <a:off x="7504340" y="3601690"/>
                <a:ext cx="176928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257" name="TextBox 12">
                <a:extLst>
                  <a:ext uri="{FF2B5EF4-FFF2-40B4-BE49-F238E27FC236}">
                    <a16:creationId xmlns:a16="http://schemas.microsoft.com/office/drawing/2014/main" id="{BEB792E4-CC90-49E5-8163-921F2ECF2D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04340" y="3601690"/>
                <a:ext cx="176928" cy="338554"/>
              </a:xfrm>
              <a:prstGeom prst="rect">
                <a:avLst/>
              </a:prstGeom>
              <a:blipFill>
                <a:blip r:embed="rId21"/>
                <a:stretch>
                  <a:fillRect r="-55172" b="-363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8" name="TextBox 13">
                <a:extLst>
                  <a:ext uri="{FF2B5EF4-FFF2-40B4-BE49-F238E27FC236}">
                    <a16:creationId xmlns:a16="http://schemas.microsoft.com/office/drawing/2014/main" id="{8D531DEA-B9A5-4E8D-A6A2-A31408532FD7}"/>
                  </a:ext>
                </a:extLst>
              </p:cNvPr>
              <p:cNvSpPr txBox="1"/>
              <p:nvPr/>
            </p:nvSpPr>
            <p:spPr>
              <a:xfrm>
                <a:off x="7260216" y="2971948"/>
                <a:ext cx="256967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>
                          <a:latin typeface="Cambria Math" panose="02040503050406030204" pitchFamily="18" charset="0"/>
                        </a:rPr>
                        <m:t>𝑧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258" name="TextBox 13">
                <a:extLst>
                  <a:ext uri="{FF2B5EF4-FFF2-40B4-BE49-F238E27FC236}">
                    <a16:creationId xmlns:a16="http://schemas.microsoft.com/office/drawing/2014/main" id="{8D531DEA-B9A5-4E8D-A6A2-A31408532F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60216" y="2971948"/>
                <a:ext cx="256967" cy="338554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9" name="DVO">
            <a:extLst>
              <a:ext uri="{FF2B5EF4-FFF2-40B4-BE49-F238E27FC236}">
                <a16:creationId xmlns:a16="http://schemas.microsoft.com/office/drawing/2014/main" id="{BD66E933-A9D1-416F-99A4-A2F56F384D96}"/>
              </a:ext>
            </a:extLst>
          </p:cNvPr>
          <p:cNvSpPr/>
          <p:nvPr/>
        </p:nvSpPr>
        <p:spPr>
          <a:xfrm flipH="1">
            <a:off x="7037215" y="2936747"/>
            <a:ext cx="722000" cy="1495797"/>
          </a:xfrm>
          <a:prstGeom prst="arc">
            <a:avLst>
              <a:gd name="adj1" fmla="val 5396867"/>
              <a:gd name="adj2" fmla="val 16170484"/>
            </a:avLst>
          </a:prstGeom>
          <a:ln w="254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60" name="Oval 23">
            <a:extLst>
              <a:ext uri="{FF2B5EF4-FFF2-40B4-BE49-F238E27FC236}">
                <a16:creationId xmlns:a16="http://schemas.microsoft.com/office/drawing/2014/main" id="{B1975880-4F20-4527-8AC1-67B4B5024B5F}"/>
              </a:ext>
            </a:extLst>
          </p:cNvPr>
          <p:cNvSpPr/>
          <p:nvPr/>
        </p:nvSpPr>
        <p:spPr>
          <a:xfrm>
            <a:off x="8039799" y="3600507"/>
            <a:ext cx="162450" cy="168277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cxnSp>
        <p:nvCxnSpPr>
          <p:cNvPr id="261" name="Straight Arrow Connector 7">
            <a:extLst>
              <a:ext uri="{FF2B5EF4-FFF2-40B4-BE49-F238E27FC236}">
                <a16:creationId xmlns:a16="http://schemas.microsoft.com/office/drawing/2014/main" id="{33161F97-7212-47BE-BA7D-6FC7B9147369}"/>
              </a:ext>
            </a:extLst>
          </p:cNvPr>
          <p:cNvCxnSpPr>
            <a:cxnSpLocks/>
          </p:cNvCxnSpPr>
          <p:nvPr/>
        </p:nvCxnSpPr>
        <p:spPr>
          <a:xfrm flipV="1">
            <a:off x="7395184" y="3236563"/>
            <a:ext cx="1697" cy="445890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2" name="Straight Arrow Connector 19">
            <a:extLst>
              <a:ext uri="{FF2B5EF4-FFF2-40B4-BE49-F238E27FC236}">
                <a16:creationId xmlns:a16="http://schemas.microsoft.com/office/drawing/2014/main" id="{240911C2-AE74-4914-B8DB-470C2315C461}"/>
              </a:ext>
            </a:extLst>
          </p:cNvPr>
          <p:cNvCxnSpPr>
            <a:cxnSpLocks/>
          </p:cNvCxnSpPr>
          <p:nvPr/>
        </p:nvCxnSpPr>
        <p:spPr>
          <a:xfrm>
            <a:off x="7398168" y="3680269"/>
            <a:ext cx="195802" cy="156763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3" name="Straight Arrow Connector 18">
            <a:extLst>
              <a:ext uri="{FF2B5EF4-FFF2-40B4-BE49-F238E27FC236}">
                <a16:creationId xmlns:a16="http://schemas.microsoft.com/office/drawing/2014/main" id="{168B960E-43A1-4542-B03F-41153CC41797}"/>
              </a:ext>
            </a:extLst>
          </p:cNvPr>
          <p:cNvCxnSpPr>
            <a:cxnSpLocks/>
          </p:cNvCxnSpPr>
          <p:nvPr/>
        </p:nvCxnSpPr>
        <p:spPr>
          <a:xfrm rot="16200000" flipH="1" flipV="1">
            <a:off x="7226846" y="3508793"/>
            <a:ext cx="0" cy="342950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4" name="Oval 20">
            <a:extLst>
              <a:ext uri="{FF2B5EF4-FFF2-40B4-BE49-F238E27FC236}">
                <a16:creationId xmlns:a16="http://schemas.microsoft.com/office/drawing/2014/main" id="{24DEE888-55C9-4D4C-B18D-808F9AA85CCB}"/>
              </a:ext>
            </a:extLst>
          </p:cNvPr>
          <p:cNvSpPr/>
          <p:nvPr/>
        </p:nvSpPr>
        <p:spPr>
          <a:xfrm>
            <a:off x="6595635" y="3600507"/>
            <a:ext cx="162450" cy="168277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265" name="Oval 22">
            <a:extLst>
              <a:ext uri="{FF2B5EF4-FFF2-40B4-BE49-F238E27FC236}">
                <a16:creationId xmlns:a16="http://schemas.microsoft.com/office/drawing/2014/main" id="{EF01816B-7066-4916-A520-954D092BE6FE}"/>
              </a:ext>
            </a:extLst>
          </p:cNvPr>
          <p:cNvSpPr/>
          <p:nvPr/>
        </p:nvSpPr>
        <p:spPr>
          <a:xfrm>
            <a:off x="7318125" y="2844234"/>
            <a:ext cx="162450" cy="168277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/>
          </a:p>
        </p:txBody>
      </p:sp>
      <p:sp>
        <p:nvSpPr>
          <p:cNvPr id="266" name="Partial Circle 9">
            <a:extLst>
              <a:ext uri="{FF2B5EF4-FFF2-40B4-BE49-F238E27FC236}">
                <a16:creationId xmlns:a16="http://schemas.microsoft.com/office/drawing/2014/main" id="{95E3D0C0-F471-47D7-9B54-CC1B9F289F59}"/>
              </a:ext>
            </a:extLst>
          </p:cNvPr>
          <p:cNvSpPr>
            <a:spLocks noChangeAspect="1"/>
          </p:cNvSpPr>
          <p:nvPr/>
        </p:nvSpPr>
        <p:spPr>
          <a:xfrm rot="16200000" flipH="1">
            <a:off x="7334286" y="3585381"/>
            <a:ext cx="102407" cy="197721"/>
          </a:xfrm>
          <a:prstGeom prst="pie">
            <a:avLst>
              <a:gd name="adj1" fmla="val 16258856"/>
              <a:gd name="adj2" fmla="val 19252600"/>
            </a:avLst>
          </a:prstGeom>
          <a:gradFill flip="none" rotWithShape="1">
            <a:gsLst>
              <a:gs pos="0">
                <a:schemeClr val="tx1"/>
              </a:gs>
              <a:gs pos="50000">
                <a:schemeClr val="tx1">
                  <a:lumMod val="50000"/>
                  <a:lumOff val="50000"/>
                </a:schemeClr>
              </a:gs>
              <a:gs pos="100000">
                <a:schemeClr val="bg1">
                  <a:lumMod val="50000"/>
                </a:schemeClr>
              </a:gs>
            </a:gsLst>
            <a:lin ang="2700000" scaled="1"/>
            <a:tileRect/>
          </a:gra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7" name="TextBox 10">
                <a:extLst>
                  <a:ext uri="{FF2B5EF4-FFF2-40B4-BE49-F238E27FC236}">
                    <a16:creationId xmlns:a16="http://schemas.microsoft.com/office/drawing/2014/main" id="{B215AA15-06BF-4D83-A5CD-B6A967095CE1}"/>
                  </a:ext>
                </a:extLst>
              </p:cNvPr>
              <p:cNvSpPr txBox="1"/>
              <p:nvPr/>
            </p:nvSpPr>
            <p:spPr>
              <a:xfrm>
                <a:off x="6970268" y="3620427"/>
                <a:ext cx="315234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>
                          <a:latin typeface="Cambria Math" panose="02040503050406030204" pitchFamily="18" charset="0"/>
                        </a:rPr>
                        <m:t>𝛼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267" name="TextBox 10">
                <a:extLst>
                  <a:ext uri="{FF2B5EF4-FFF2-40B4-BE49-F238E27FC236}">
                    <a16:creationId xmlns:a16="http://schemas.microsoft.com/office/drawing/2014/main" id="{B215AA15-06BF-4D83-A5CD-B6A967095C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70268" y="3620427"/>
                <a:ext cx="315234" cy="338554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68" name="Straight Arrow Connector 17">
            <a:extLst>
              <a:ext uri="{FF2B5EF4-FFF2-40B4-BE49-F238E27FC236}">
                <a16:creationId xmlns:a16="http://schemas.microsoft.com/office/drawing/2014/main" id="{230BB7BA-7677-4C8C-B5E4-B82B7D463931}"/>
              </a:ext>
            </a:extLst>
          </p:cNvPr>
          <p:cNvCxnSpPr>
            <a:cxnSpLocks/>
          </p:cNvCxnSpPr>
          <p:nvPr/>
        </p:nvCxnSpPr>
        <p:spPr>
          <a:xfrm flipH="1">
            <a:off x="7177537" y="3685449"/>
            <a:ext cx="221585" cy="286539"/>
          </a:xfrm>
          <a:prstGeom prst="straightConnector1">
            <a:avLst/>
          </a:prstGeom>
          <a:ln w="38100">
            <a:solidFill>
              <a:schemeClr val="tx1"/>
            </a:solidFill>
            <a:tailEnd type="stealth" w="lg" len="lg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269" name="Partial Circle 9">
            <a:extLst>
              <a:ext uri="{FF2B5EF4-FFF2-40B4-BE49-F238E27FC236}">
                <a16:creationId xmlns:a16="http://schemas.microsoft.com/office/drawing/2014/main" id="{E72D69FE-BCE2-4231-B5B8-E4BAB5150F43}"/>
              </a:ext>
            </a:extLst>
          </p:cNvPr>
          <p:cNvSpPr>
            <a:spLocks noChangeAspect="1"/>
          </p:cNvSpPr>
          <p:nvPr/>
        </p:nvSpPr>
        <p:spPr>
          <a:xfrm>
            <a:off x="7321561" y="3548156"/>
            <a:ext cx="149214" cy="301366"/>
          </a:xfrm>
          <a:prstGeom prst="pie">
            <a:avLst>
              <a:gd name="adj1" fmla="val 16258856"/>
              <a:gd name="adj2" fmla="val 19252600"/>
            </a:avLst>
          </a:prstGeom>
          <a:gradFill flip="none" rotWithShape="1">
            <a:gsLst>
              <a:gs pos="0">
                <a:schemeClr val="tx1"/>
              </a:gs>
              <a:gs pos="50000">
                <a:schemeClr val="tx1">
                  <a:lumMod val="50000"/>
                  <a:lumOff val="50000"/>
                </a:schemeClr>
              </a:gs>
              <a:gs pos="100000">
                <a:schemeClr val="bg1">
                  <a:lumMod val="50000"/>
                </a:schemeClr>
              </a:gs>
            </a:gsLst>
            <a:lin ang="2700000" scaled="1"/>
            <a:tileRect/>
          </a:gra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0" name="TextBox 10">
                <a:extLst>
                  <a:ext uri="{FF2B5EF4-FFF2-40B4-BE49-F238E27FC236}">
                    <a16:creationId xmlns:a16="http://schemas.microsoft.com/office/drawing/2014/main" id="{2F6C10B6-03DA-4C5F-B367-63A41053B482}"/>
                  </a:ext>
                </a:extLst>
              </p:cNvPr>
              <p:cNvSpPr txBox="1"/>
              <p:nvPr/>
            </p:nvSpPr>
            <p:spPr>
              <a:xfrm>
                <a:off x="7361340" y="3300009"/>
                <a:ext cx="297046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>
                          <a:latin typeface="Cambria Math" panose="02040503050406030204" pitchFamily="18" charset="0"/>
                        </a:rPr>
                        <m:t>𝛽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270" name="TextBox 10">
                <a:extLst>
                  <a:ext uri="{FF2B5EF4-FFF2-40B4-BE49-F238E27FC236}">
                    <a16:creationId xmlns:a16="http://schemas.microsoft.com/office/drawing/2014/main" id="{2F6C10B6-03DA-4C5F-B367-63A41053B4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61340" y="3300009"/>
                <a:ext cx="297046" cy="338554"/>
              </a:xfrm>
              <a:prstGeom prst="rect">
                <a:avLst/>
              </a:prstGeom>
              <a:blipFill>
                <a:blip r:embed="rId24"/>
                <a:stretch>
                  <a:fillRect l="-2083" r="-4167" b="-892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71" name="Straight Arrow Connector 17">
            <a:extLst>
              <a:ext uri="{FF2B5EF4-FFF2-40B4-BE49-F238E27FC236}">
                <a16:creationId xmlns:a16="http://schemas.microsoft.com/office/drawing/2014/main" id="{050CD12B-2348-4EAE-8F7E-7F476F6AB6E3}"/>
              </a:ext>
            </a:extLst>
          </p:cNvPr>
          <p:cNvCxnSpPr>
            <a:cxnSpLocks/>
          </p:cNvCxnSpPr>
          <p:nvPr/>
        </p:nvCxnSpPr>
        <p:spPr>
          <a:xfrm flipV="1">
            <a:off x="7391035" y="3239724"/>
            <a:ext cx="571923" cy="449644"/>
          </a:xfrm>
          <a:prstGeom prst="straightConnector1">
            <a:avLst/>
          </a:prstGeom>
          <a:ln w="38100">
            <a:solidFill>
              <a:schemeClr val="tx1"/>
            </a:solidFill>
            <a:tailEnd type="stealth" w="lg" len="lg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52" name="Oval 23">
            <a:extLst>
              <a:ext uri="{FF2B5EF4-FFF2-40B4-BE49-F238E27FC236}">
                <a16:creationId xmlns:a16="http://schemas.microsoft.com/office/drawing/2014/main" id="{6454FEB7-1A49-4057-B9D1-C98AB19CFD06}"/>
              </a:ext>
            </a:extLst>
          </p:cNvPr>
          <p:cNvSpPr/>
          <p:nvPr/>
        </p:nvSpPr>
        <p:spPr>
          <a:xfrm>
            <a:off x="7651126" y="3860498"/>
            <a:ext cx="162450" cy="168277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154" name="Oval 23">
            <a:extLst>
              <a:ext uri="{FF2B5EF4-FFF2-40B4-BE49-F238E27FC236}">
                <a16:creationId xmlns:a16="http://schemas.microsoft.com/office/drawing/2014/main" id="{2FF5597B-5488-4B3C-BE8B-E0AD3A81CF14}"/>
              </a:ext>
            </a:extLst>
          </p:cNvPr>
          <p:cNvSpPr/>
          <p:nvPr/>
        </p:nvSpPr>
        <p:spPr>
          <a:xfrm>
            <a:off x="6965326" y="3327098"/>
            <a:ext cx="162450" cy="168277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6" name="文字方塊 155">
                <a:extLst>
                  <a:ext uri="{FF2B5EF4-FFF2-40B4-BE49-F238E27FC236}">
                    <a16:creationId xmlns:a16="http://schemas.microsoft.com/office/drawing/2014/main" id="{7D05204B-22BE-4DE9-AA50-5F23DEE9A2F6}"/>
                  </a:ext>
                </a:extLst>
              </p:cNvPr>
              <p:cNvSpPr txBox="1"/>
              <p:nvPr/>
            </p:nvSpPr>
            <p:spPr>
              <a:xfrm>
                <a:off x="8312755" y="3844729"/>
                <a:ext cx="1150186" cy="3231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5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500" b="0" i="1" smtClean="0">
                              <a:latin typeface="Cambria Math" panose="02040503050406030204" pitchFamily="18" charset="0"/>
                            </a:rPr>
                            <m:t>/2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500" dirty="0"/>
              </a:p>
            </p:txBody>
          </p:sp>
        </mc:Choice>
        <mc:Fallback xmlns="">
          <p:sp>
            <p:nvSpPr>
              <p:cNvPr id="156" name="文字方塊 155">
                <a:extLst>
                  <a:ext uri="{FF2B5EF4-FFF2-40B4-BE49-F238E27FC236}">
                    <a16:creationId xmlns:a16="http://schemas.microsoft.com/office/drawing/2014/main" id="{7D05204B-22BE-4DE9-AA50-5F23DEE9A2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12755" y="3844729"/>
                <a:ext cx="1150186" cy="323165"/>
              </a:xfrm>
              <a:prstGeom prst="rect">
                <a:avLst/>
              </a:prstGeom>
              <a:blipFill>
                <a:blip r:embed="rId25"/>
                <a:stretch>
                  <a:fillRect b="-943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7" name="文字方塊 156">
                <a:extLst>
                  <a:ext uri="{FF2B5EF4-FFF2-40B4-BE49-F238E27FC236}">
                    <a16:creationId xmlns:a16="http://schemas.microsoft.com/office/drawing/2014/main" id="{834029C9-84F7-4B57-9E81-D8CCCEEA55EA}"/>
                  </a:ext>
                </a:extLst>
              </p:cNvPr>
              <p:cNvSpPr txBox="1"/>
              <p:nvPr/>
            </p:nvSpPr>
            <p:spPr>
              <a:xfrm>
                <a:off x="5272154" y="2248720"/>
                <a:ext cx="1150186" cy="3231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5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5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/2,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500" dirty="0"/>
              </a:p>
            </p:txBody>
          </p:sp>
        </mc:Choice>
        <mc:Fallback xmlns="">
          <p:sp>
            <p:nvSpPr>
              <p:cNvPr id="157" name="文字方塊 156">
                <a:extLst>
                  <a:ext uri="{FF2B5EF4-FFF2-40B4-BE49-F238E27FC236}">
                    <a16:creationId xmlns:a16="http://schemas.microsoft.com/office/drawing/2014/main" id="{834029C9-84F7-4B57-9E81-D8CCCEEA55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72154" y="2248720"/>
                <a:ext cx="1150186" cy="323165"/>
              </a:xfrm>
              <a:prstGeom prst="rect">
                <a:avLst/>
              </a:prstGeom>
              <a:blipFill>
                <a:blip r:embed="rId26"/>
                <a:stretch>
                  <a:fillRect b="-943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8" name="直線接點 157">
            <a:extLst>
              <a:ext uri="{FF2B5EF4-FFF2-40B4-BE49-F238E27FC236}">
                <a16:creationId xmlns:a16="http://schemas.microsoft.com/office/drawing/2014/main" id="{DA529A4E-3BAB-45BB-8274-1088EF0B43A5}"/>
              </a:ext>
            </a:extLst>
          </p:cNvPr>
          <p:cNvCxnSpPr>
            <a:cxnSpLocks/>
          </p:cNvCxnSpPr>
          <p:nvPr/>
        </p:nvCxnSpPr>
        <p:spPr>
          <a:xfrm flipV="1">
            <a:off x="6523355" y="3410397"/>
            <a:ext cx="453250" cy="188"/>
          </a:xfrm>
          <a:prstGeom prst="line">
            <a:avLst/>
          </a:prstGeom>
          <a:ln w="9525" cap="flat" cmpd="sng" algn="ctr">
            <a:solidFill>
              <a:schemeClr val="bg1">
                <a:lumMod val="5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59" name="直線接點 158">
            <a:extLst>
              <a:ext uri="{FF2B5EF4-FFF2-40B4-BE49-F238E27FC236}">
                <a16:creationId xmlns:a16="http://schemas.microsoft.com/office/drawing/2014/main" id="{F100F92B-B8C5-4A0F-B866-E2BAB0C4087A}"/>
              </a:ext>
            </a:extLst>
          </p:cNvPr>
          <p:cNvCxnSpPr>
            <a:cxnSpLocks/>
          </p:cNvCxnSpPr>
          <p:nvPr/>
        </p:nvCxnSpPr>
        <p:spPr>
          <a:xfrm>
            <a:off x="7827010" y="3970973"/>
            <a:ext cx="418783" cy="0"/>
          </a:xfrm>
          <a:prstGeom prst="line">
            <a:avLst/>
          </a:prstGeom>
          <a:ln w="9525" cap="flat" cmpd="sng" algn="ctr">
            <a:solidFill>
              <a:schemeClr val="bg1">
                <a:lumMod val="5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60" name="直線接點 159">
            <a:extLst>
              <a:ext uri="{FF2B5EF4-FFF2-40B4-BE49-F238E27FC236}">
                <a16:creationId xmlns:a16="http://schemas.microsoft.com/office/drawing/2014/main" id="{A656DF39-7853-456D-84EE-B2D69029F0B5}"/>
              </a:ext>
            </a:extLst>
          </p:cNvPr>
          <p:cNvCxnSpPr>
            <a:cxnSpLocks/>
          </p:cNvCxnSpPr>
          <p:nvPr/>
        </p:nvCxnSpPr>
        <p:spPr>
          <a:xfrm flipV="1">
            <a:off x="8169593" y="3508375"/>
            <a:ext cx="120332" cy="100649"/>
          </a:xfrm>
          <a:prstGeom prst="line">
            <a:avLst/>
          </a:prstGeom>
          <a:ln w="9525" cap="flat" cmpd="sng" algn="ctr">
            <a:solidFill>
              <a:schemeClr val="bg1">
                <a:lumMod val="5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61" name="直線接點 160">
            <a:extLst>
              <a:ext uri="{FF2B5EF4-FFF2-40B4-BE49-F238E27FC236}">
                <a16:creationId xmlns:a16="http://schemas.microsoft.com/office/drawing/2014/main" id="{C2ECA97C-3D5E-4873-BF49-1B844DE8012B}"/>
              </a:ext>
            </a:extLst>
          </p:cNvPr>
          <p:cNvCxnSpPr>
            <a:cxnSpLocks/>
          </p:cNvCxnSpPr>
          <p:nvPr/>
        </p:nvCxnSpPr>
        <p:spPr>
          <a:xfrm flipV="1">
            <a:off x="6508393" y="3750766"/>
            <a:ext cx="105264" cy="191632"/>
          </a:xfrm>
          <a:prstGeom prst="line">
            <a:avLst/>
          </a:prstGeom>
          <a:ln w="9525" cap="flat" cmpd="sng" algn="ctr">
            <a:solidFill>
              <a:schemeClr val="bg1">
                <a:lumMod val="5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941581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矩形: 圓角 176">
            <a:extLst>
              <a:ext uri="{FF2B5EF4-FFF2-40B4-BE49-F238E27FC236}">
                <a16:creationId xmlns:a16="http://schemas.microsoft.com/office/drawing/2014/main" id="{C0499F8D-22B8-4B76-B2A0-FC45B222262E}"/>
              </a:ext>
            </a:extLst>
          </p:cNvPr>
          <p:cNvSpPr/>
          <p:nvPr/>
        </p:nvSpPr>
        <p:spPr>
          <a:xfrm>
            <a:off x="4931433" y="428625"/>
            <a:ext cx="4899729" cy="5763273"/>
          </a:xfrm>
          <a:prstGeom prst="roundRect">
            <a:avLst>
              <a:gd name="adj" fmla="val 7772"/>
            </a:avLst>
          </a:prstGeom>
          <a:gradFill flip="none" rotWithShape="1"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lin ang="54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2000" dirty="0"/>
          </a:p>
        </p:txBody>
      </p:sp>
      <p:pic>
        <p:nvPicPr>
          <p:cNvPr id="64" name="圖片 63">
            <a:extLst>
              <a:ext uri="{FF2B5EF4-FFF2-40B4-BE49-F238E27FC236}">
                <a16:creationId xmlns:a16="http://schemas.microsoft.com/office/drawing/2014/main" id="{4FBCBC46-3A74-4EA6-A834-0A3275CC76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27625" y="3878736"/>
            <a:ext cx="1270800" cy="1273431"/>
          </a:xfrm>
          <a:prstGeom prst="rect">
            <a:avLst/>
          </a:prstGeom>
        </p:spPr>
      </p:pic>
      <p:pic>
        <p:nvPicPr>
          <p:cNvPr id="65" name="圖片 64">
            <a:extLst>
              <a:ext uri="{FF2B5EF4-FFF2-40B4-BE49-F238E27FC236}">
                <a16:creationId xmlns:a16="http://schemas.microsoft.com/office/drawing/2014/main" id="{B54EA526-C6A4-4AC9-9492-7360154092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92106" y="3840785"/>
            <a:ext cx="1270800" cy="1276062"/>
          </a:xfrm>
          <a:prstGeom prst="rect">
            <a:avLst/>
          </a:prstGeom>
        </p:spPr>
      </p:pic>
      <p:pic>
        <p:nvPicPr>
          <p:cNvPr id="66" name="圖片 65">
            <a:extLst>
              <a:ext uri="{FF2B5EF4-FFF2-40B4-BE49-F238E27FC236}">
                <a16:creationId xmlns:a16="http://schemas.microsoft.com/office/drawing/2014/main" id="{44E8F88F-B6F3-4B84-98B2-DA20C85F29A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76337" y="2289276"/>
            <a:ext cx="1270800" cy="1268175"/>
          </a:xfrm>
          <a:prstGeom prst="rect">
            <a:avLst/>
          </a:prstGeom>
        </p:spPr>
      </p:pic>
      <p:pic>
        <p:nvPicPr>
          <p:cNvPr id="67" name="圖片 66">
            <a:extLst>
              <a:ext uri="{FF2B5EF4-FFF2-40B4-BE49-F238E27FC236}">
                <a16:creationId xmlns:a16="http://schemas.microsoft.com/office/drawing/2014/main" id="{2F5270EB-D25E-49E6-AE41-1F420B14114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42765" y="2276416"/>
            <a:ext cx="1270800" cy="1273431"/>
          </a:xfrm>
          <a:prstGeom prst="rect">
            <a:avLst/>
          </a:prstGeom>
        </p:spPr>
      </p:pic>
      <p:pic>
        <p:nvPicPr>
          <p:cNvPr id="68" name="圖片 67">
            <a:extLst>
              <a:ext uri="{FF2B5EF4-FFF2-40B4-BE49-F238E27FC236}">
                <a16:creationId xmlns:a16="http://schemas.microsoft.com/office/drawing/2014/main" id="{929687CF-303E-44B3-902E-FDF2C2AB731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56752" y="1292313"/>
            <a:ext cx="1270800" cy="1276072"/>
          </a:xfrm>
          <a:prstGeom prst="rect">
            <a:avLst/>
          </a:prstGeom>
        </p:spPr>
      </p:pic>
      <p:pic>
        <p:nvPicPr>
          <p:cNvPr id="69" name="圖片 68">
            <a:extLst>
              <a:ext uri="{FF2B5EF4-FFF2-40B4-BE49-F238E27FC236}">
                <a16:creationId xmlns:a16="http://schemas.microsoft.com/office/drawing/2014/main" id="{96CB8125-DD58-46CC-8A7E-E182B626991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60182" y="4868593"/>
            <a:ext cx="1270800" cy="1273431"/>
          </a:xfrm>
          <a:prstGeom prst="rect">
            <a:avLst/>
          </a:prstGeom>
        </p:spPr>
      </p:pic>
      <p:pic>
        <p:nvPicPr>
          <p:cNvPr id="60" name="圖片 59">
            <a:extLst>
              <a:ext uri="{FF2B5EF4-FFF2-40B4-BE49-F238E27FC236}">
                <a16:creationId xmlns:a16="http://schemas.microsoft.com/office/drawing/2014/main" id="{541BD68D-4BA5-4940-AB6F-5C6348E77341}"/>
              </a:ext>
            </a:extLst>
          </p:cNvPr>
          <p:cNvPicPr>
            <a:picLocks noChangeAspect="1"/>
          </p:cNvPicPr>
          <p:nvPr/>
        </p:nvPicPr>
        <p:blipFill rotWithShape="1">
          <a:blip r:embed="rId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t="61405"/>
          <a:stretch/>
        </p:blipFill>
        <p:spPr>
          <a:xfrm>
            <a:off x="6250783" y="583195"/>
            <a:ext cx="2300718" cy="47028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80" name="文字方塊 179">
                <a:extLst>
                  <a:ext uri="{FF2B5EF4-FFF2-40B4-BE49-F238E27FC236}">
                    <a16:creationId xmlns:a16="http://schemas.microsoft.com/office/drawing/2014/main" id="{C6592285-FBA9-4DE2-BE47-D5703A7C2A40}"/>
                  </a:ext>
                </a:extLst>
              </p:cNvPr>
              <p:cNvSpPr txBox="1"/>
              <p:nvPr/>
            </p:nvSpPr>
            <p:spPr>
              <a:xfrm>
                <a:off x="6994665" y="4501420"/>
                <a:ext cx="812954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600" i="1">
                          <a:latin typeface="Cambria Math" panose="02040503050406030204" pitchFamily="18" charset="0"/>
                        </a:rPr>
                        <m:t>|</m:t>
                      </m:r>
                      <m:d>
                        <m:dPr>
                          <m:begChr m:val=""/>
                          <m:endChr m:val="⟩"/>
                          <m:ctrlPr>
                            <a:rPr lang="en-US" altLang="zh-TW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−1, 0</m:t>
                          </m:r>
                        </m:e>
                      </m:d>
                    </m:oMath>
                  </m:oMathPara>
                </a14:m>
                <a:endParaRPr lang="zh-TW" altLang="en-US" sz="1600" dirty="0"/>
              </a:p>
            </p:txBody>
          </p:sp>
        </mc:Choice>
        <mc:Fallback xmlns="">
          <p:sp>
            <p:nvSpPr>
              <p:cNvPr id="180" name="文字方塊 179">
                <a:extLst>
                  <a:ext uri="{FF2B5EF4-FFF2-40B4-BE49-F238E27FC236}">
                    <a16:creationId xmlns:a16="http://schemas.microsoft.com/office/drawing/2014/main" id="{C6592285-FBA9-4DE2-BE47-D5703A7C2A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94665" y="4501420"/>
                <a:ext cx="812954" cy="338554"/>
              </a:xfrm>
              <a:prstGeom prst="rect">
                <a:avLst/>
              </a:prstGeom>
              <a:blipFill>
                <a:blip r:embed="rId9"/>
                <a:stretch>
                  <a:fillRect t="-108929" r="-46269" b="-16785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9" name="文字方塊 188">
                <a:extLst>
                  <a:ext uri="{FF2B5EF4-FFF2-40B4-BE49-F238E27FC236}">
                    <a16:creationId xmlns:a16="http://schemas.microsoft.com/office/drawing/2014/main" id="{06013B16-AADE-4F50-9769-3B0E22EFD811}"/>
                  </a:ext>
                </a:extLst>
              </p:cNvPr>
              <p:cNvSpPr txBox="1"/>
              <p:nvPr/>
            </p:nvSpPr>
            <p:spPr>
              <a:xfrm>
                <a:off x="6994665" y="2555828"/>
                <a:ext cx="812954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600" i="1" smtClean="0">
                          <a:latin typeface="Cambria Math" panose="02040503050406030204" pitchFamily="18" charset="0"/>
                        </a:rPr>
                        <m:t>|</m:t>
                      </m:r>
                      <m:d>
                        <m:dPr>
                          <m:begChr m:val=""/>
                          <m:endChr m:val="⟩"/>
                          <m:ctrlPr>
                            <a:rPr lang="en-US" altLang="zh-TW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1, 0</m:t>
                          </m:r>
                        </m:e>
                      </m:d>
                    </m:oMath>
                  </m:oMathPara>
                </a14:m>
                <a:endParaRPr lang="zh-TW" altLang="en-US" sz="1600" dirty="0"/>
              </a:p>
            </p:txBody>
          </p:sp>
        </mc:Choice>
        <mc:Fallback xmlns="">
          <p:sp>
            <p:nvSpPr>
              <p:cNvPr id="189" name="文字方塊 188">
                <a:extLst>
                  <a:ext uri="{FF2B5EF4-FFF2-40B4-BE49-F238E27FC236}">
                    <a16:creationId xmlns:a16="http://schemas.microsoft.com/office/drawing/2014/main" id="{06013B16-AADE-4F50-9769-3B0E22EFD8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94665" y="2555828"/>
                <a:ext cx="812954" cy="338554"/>
              </a:xfrm>
              <a:prstGeom prst="rect">
                <a:avLst/>
              </a:prstGeom>
              <a:blipFill>
                <a:blip r:embed="rId10"/>
                <a:stretch>
                  <a:fillRect t="-108929" r="-36567" b="-16785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12" name="群組 211">
            <a:extLst>
              <a:ext uri="{FF2B5EF4-FFF2-40B4-BE49-F238E27FC236}">
                <a16:creationId xmlns:a16="http://schemas.microsoft.com/office/drawing/2014/main" id="{56BB1570-BE07-4CCA-B844-DD9F00E8733F}"/>
              </a:ext>
            </a:extLst>
          </p:cNvPr>
          <p:cNvGrpSpPr/>
          <p:nvPr/>
        </p:nvGrpSpPr>
        <p:grpSpPr>
          <a:xfrm>
            <a:off x="7184183" y="1808686"/>
            <a:ext cx="115586" cy="110880"/>
            <a:chOff x="1373392" y="2391862"/>
            <a:chExt cx="479433" cy="476535"/>
          </a:xfrm>
        </p:grpSpPr>
        <p:sp>
          <p:nvSpPr>
            <p:cNvPr id="213" name="箭號: 向右 212">
              <a:extLst>
                <a:ext uri="{FF2B5EF4-FFF2-40B4-BE49-F238E27FC236}">
                  <a16:creationId xmlns:a16="http://schemas.microsoft.com/office/drawing/2014/main" id="{D44EB9EF-73CA-404D-99EE-1F0CCE892A52}"/>
                </a:ext>
              </a:extLst>
            </p:cNvPr>
            <p:cNvSpPr/>
            <p:nvPr/>
          </p:nvSpPr>
          <p:spPr>
            <a:xfrm>
              <a:off x="1411244" y="2735868"/>
              <a:ext cx="441581" cy="132529"/>
            </a:xfrm>
            <a:prstGeom prst="rightArrow">
              <a:avLst>
                <a:gd name="adj1" fmla="val 50000"/>
                <a:gd name="adj2" fmla="val 99023"/>
              </a:avLst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220" name="箭號: 向右 219">
              <a:extLst>
                <a:ext uri="{FF2B5EF4-FFF2-40B4-BE49-F238E27FC236}">
                  <a16:creationId xmlns:a16="http://schemas.microsoft.com/office/drawing/2014/main" id="{9F517533-ADEE-4B5D-BB6F-1F4159A610F9}"/>
                </a:ext>
              </a:extLst>
            </p:cNvPr>
            <p:cNvSpPr/>
            <p:nvPr/>
          </p:nvSpPr>
          <p:spPr>
            <a:xfrm rot="16200000">
              <a:off x="1218866" y="2546388"/>
              <a:ext cx="441581" cy="132529"/>
            </a:xfrm>
            <a:prstGeom prst="rightArrow">
              <a:avLst>
                <a:gd name="adj1" fmla="val 50000"/>
                <a:gd name="adj2" fmla="val 99023"/>
              </a:avLst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2000" dirty="0">
                <a:solidFill>
                  <a:schemeClr val="tx1"/>
                </a:solidFill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26" name="文字方塊 225">
                <a:extLst>
                  <a:ext uri="{FF2B5EF4-FFF2-40B4-BE49-F238E27FC236}">
                    <a16:creationId xmlns:a16="http://schemas.microsoft.com/office/drawing/2014/main" id="{4A797F52-28EA-4953-BC86-8E8901D5D2D9}"/>
                  </a:ext>
                </a:extLst>
              </p:cNvPr>
              <p:cNvSpPr txBox="1"/>
              <p:nvPr/>
            </p:nvSpPr>
            <p:spPr>
              <a:xfrm>
                <a:off x="7064306" y="1435710"/>
                <a:ext cx="438402" cy="4242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</m:oMath>
                  </m:oMathPara>
                </a14:m>
                <a:endParaRPr lang="en-US" altLang="zh-TW" sz="2000" dirty="0"/>
              </a:p>
            </p:txBody>
          </p:sp>
        </mc:Choice>
        <mc:Fallback xmlns="">
          <p:sp>
            <p:nvSpPr>
              <p:cNvPr id="226" name="文字方塊 225">
                <a:extLst>
                  <a:ext uri="{FF2B5EF4-FFF2-40B4-BE49-F238E27FC236}">
                    <a16:creationId xmlns:a16="http://schemas.microsoft.com/office/drawing/2014/main" id="{4A797F52-28EA-4953-BC86-8E8901D5D2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64306" y="1435710"/>
                <a:ext cx="438402" cy="424283"/>
              </a:xfrm>
              <a:prstGeom prst="rect">
                <a:avLst/>
              </a:prstGeom>
              <a:blipFill>
                <a:blip r:embed="rId11"/>
                <a:stretch>
                  <a:fillRect b="-579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7" name="文字方塊 226">
                <a:extLst>
                  <a:ext uri="{FF2B5EF4-FFF2-40B4-BE49-F238E27FC236}">
                    <a16:creationId xmlns:a16="http://schemas.microsoft.com/office/drawing/2014/main" id="{990D4C3A-AED8-40BB-8849-57DEE8BE7A17}"/>
                  </a:ext>
                </a:extLst>
              </p:cNvPr>
              <p:cNvSpPr txBox="1"/>
              <p:nvPr/>
            </p:nvSpPr>
            <p:spPr>
              <a:xfrm>
                <a:off x="7237289" y="1713862"/>
                <a:ext cx="388427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</m:oMath>
                  </m:oMathPara>
                </a14:m>
                <a:endParaRPr lang="en-US" altLang="zh-TW" sz="2000" dirty="0"/>
              </a:p>
            </p:txBody>
          </p:sp>
        </mc:Choice>
        <mc:Fallback xmlns="">
          <p:sp>
            <p:nvSpPr>
              <p:cNvPr id="227" name="文字方塊 226">
                <a:extLst>
                  <a:ext uri="{FF2B5EF4-FFF2-40B4-BE49-F238E27FC236}">
                    <a16:creationId xmlns:a16="http://schemas.microsoft.com/office/drawing/2014/main" id="{990D4C3A-AED8-40BB-8849-57DEE8BE7A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37289" y="1713862"/>
                <a:ext cx="388427" cy="400110"/>
              </a:xfrm>
              <a:prstGeom prst="rect">
                <a:avLst/>
              </a:prstGeom>
              <a:blipFill>
                <a:blip r:embed="rId12"/>
                <a:stretch>
                  <a:fillRect b="-757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8" name="文字方塊 227">
                <a:extLst>
                  <a:ext uri="{FF2B5EF4-FFF2-40B4-BE49-F238E27FC236}">
                    <a16:creationId xmlns:a16="http://schemas.microsoft.com/office/drawing/2014/main" id="{3C622479-68C9-4AC9-AE5F-27970F7075FD}"/>
                  </a:ext>
                </a:extLst>
              </p:cNvPr>
              <p:cNvSpPr txBox="1"/>
              <p:nvPr/>
            </p:nvSpPr>
            <p:spPr>
              <a:xfrm>
                <a:off x="6540846" y="2179934"/>
                <a:ext cx="652306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0.1</m:t>
                          </m:r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en-US" altLang="zh-TW" sz="1600" dirty="0"/>
              </a:p>
            </p:txBody>
          </p:sp>
        </mc:Choice>
        <mc:Fallback xmlns="">
          <p:sp>
            <p:nvSpPr>
              <p:cNvPr id="228" name="文字方塊 227">
                <a:extLst>
                  <a:ext uri="{FF2B5EF4-FFF2-40B4-BE49-F238E27FC236}">
                    <a16:creationId xmlns:a16="http://schemas.microsoft.com/office/drawing/2014/main" id="{3C622479-68C9-4AC9-AE5F-27970F7075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40846" y="2179934"/>
                <a:ext cx="652306" cy="338554"/>
              </a:xfrm>
              <a:prstGeom prst="rect">
                <a:avLst/>
              </a:prstGeom>
              <a:blipFill>
                <a:blip r:embed="rId13"/>
                <a:stretch>
                  <a:fillRect b="-727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9" name="文字方塊 228">
            <a:extLst>
              <a:ext uri="{FF2B5EF4-FFF2-40B4-BE49-F238E27FC236}">
                <a16:creationId xmlns:a16="http://schemas.microsoft.com/office/drawing/2014/main" id="{2693C9D3-A145-48F7-981C-9A9BF2A0A9A5}"/>
              </a:ext>
            </a:extLst>
          </p:cNvPr>
          <p:cNvSpPr txBox="1"/>
          <p:nvPr/>
        </p:nvSpPr>
        <p:spPr>
          <a:xfrm>
            <a:off x="5543826" y="-455105"/>
            <a:ext cx="3714632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Longitudinal component</a:t>
            </a:r>
            <a:endParaRPr lang="zh-TW" altLang="en-US" sz="2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1" name="文字方塊 230">
                <a:extLst>
                  <a:ext uri="{FF2B5EF4-FFF2-40B4-BE49-F238E27FC236}">
                    <a16:creationId xmlns:a16="http://schemas.microsoft.com/office/drawing/2014/main" id="{A81A25EB-4EC7-4F2F-99BC-612BE192E284}"/>
                  </a:ext>
                </a:extLst>
              </p:cNvPr>
              <p:cNvSpPr txBox="1"/>
              <p:nvPr/>
            </p:nvSpPr>
            <p:spPr>
              <a:xfrm>
                <a:off x="6358604" y="1285730"/>
                <a:ext cx="1673596" cy="3231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5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𝛼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</m:d>
                      <m:r>
                        <a:rPr lang="en-US" altLang="zh-TW" sz="150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zh-TW" sz="15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0, </m:t>
                          </m:r>
                          <m:r>
                            <m:rPr>
                              <m:nor/>
                            </m:rPr>
                            <a:rPr lang="en-US" altLang="zh-TW" sz="150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</m:oMath>
                  </m:oMathPara>
                </a14:m>
                <a:endParaRPr lang="zh-TW" altLang="en-US" sz="1500" dirty="0"/>
              </a:p>
            </p:txBody>
          </p:sp>
        </mc:Choice>
        <mc:Fallback xmlns="">
          <p:sp>
            <p:nvSpPr>
              <p:cNvPr id="231" name="文字方塊 230">
                <a:extLst>
                  <a:ext uri="{FF2B5EF4-FFF2-40B4-BE49-F238E27FC236}">
                    <a16:creationId xmlns:a16="http://schemas.microsoft.com/office/drawing/2014/main" id="{A81A25EB-4EC7-4F2F-99BC-612BE192E2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58604" y="1285730"/>
                <a:ext cx="1673596" cy="323165"/>
              </a:xfrm>
              <a:prstGeom prst="rect">
                <a:avLst/>
              </a:prstGeom>
              <a:blipFill>
                <a:blip r:embed="rId14"/>
                <a:stretch>
                  <a:fillRect b="-943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2" name="文字方塊 231">
                <a:extLst>
                  <a:ext uri="{FF2B5EF4-FFF2-40B4-BE49-F238E27FC236}">
                    <a16:creationId xmlns:a16="http://schemas.microsoft.com/office/drawing/2014/main" id="{B2F5F182-7771-47FB-BF37-AF5144F26384}"/>
                  </a:ext>
                </a:extLst>
              </p:cNvPr>
              <p:cNvSpPr txBox="1"/>
              <p:nvPr/>
            </p:nvSpPr>
            <p:spPr>
              <a:xfrm>
                <a:off x="5301973" y="3844729"/>
                <a:ext cx="1150186" cy="3231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5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0, 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500" dirty="0"/>
              </a:p>
            </p:txBody>
          </p:sp>
        </mc:Choice>
        <mc:Fallback xmlns="">
          <p:sp>
            <p:nvSpPr>
              <p:cNvPr id="232" name="文字方塊 231">
                <a:extLst>
                  <a:ext uri="{FF2B5EF4-FFF2-40B4-BE49-F238E27FC236}">
                    <a16:creationId xmlns:a16="http://schemas.microsoft.com/office/drawing/2014/main" id="{B2F5F182-7771-47FB-BF37-AF5144F263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01973" y="3844729"/>
                <a:ext cx="1150186" cy="323165"/>
              </a:xfrm>
              <a:prstGeom prst="rect">
                <a:avLst/>
              </a:prstGeom>
              <a:blipFill>
                <a:blip r:embed="rId15"/>
                <a:stretch>
                  <a:fillRect b="-943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3" name="文字方塊 232">
                <a:extLst>
                  <a:ext uri="{FF2B5EF4-FFF2-40B4-BE49-F238E27FC236}">
                    <a16:creationId xmlns:a16="http://schemas.microsoft.com/office/drawing/2014/main" id="{BDC6F78B-E419-4B8A-BAA9-5615A1972DBE}"/>
                  </a:ext>
                </a:extLst>
              </p:cNvPr>
              <p:cNvSpPr txBox="1"/>
              <p:nvPr/>
            </p:nvSpPr>
            <p:spPr>
              <a:xfrm>
                <a:off x="8331357" y="2248720"/>
                <a:ext cx="1150186" cy="3231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5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500" dirty="0"/>
              </a:p>
            </p:txBody>
          </p:sp>
        </mc:Choice>
        <mc:Fallback xmlns="">
          <p:sp>
            <p:nvSpPr>
              <p:cNvPr id="233" name="文字方塊 232">
                <a:extLst>
                  <a:ext uri="{FF2B5EF4-FFF2-40B4-BE49-F238E27FC236}">
                    <a16:creationId xmlns:a16="http://schemas.microsoft.com/office/drawing/2014/main" id="{BDC6F78B-E419-4B8A-BAA9-5615A1972D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31357" y="2248720"/>
                <a:ext cx="1150186" cy="323165"/>
              </a:xfrm>
              <a:prstGeom prst="rect">
                <a:avLst/>
              </a:prstGeom>
              <a:blipFill>
                <a:blip r:embed="rId16"/>
                <a:stretch>
                  <a:fillRect b="-943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4" name="文字方塊 233">
                <a:extLst>
                  <a:ext uri="{FF2B5EF4-FFF2-40B4-BE49-F238E27FC236}">
                    <a16:creationId xmlns:a16="http://schemas.microsoft.com/office/drawing/2014/main" id="{DA67C54B-80A5-4D59-B289-74384BDACD1C}"/>
                  </a:ext>
                </a:extLst>
              </p:cNvPr>
              <p:cNvSpPr txBox="1"/>
              <p:nvPr/>
            </p:nvSpPr>
            <p:spPr>
              <a:xfrm>
                <a:off x="6826049" y="4840301"/>
                <a:ext cx="1150186" cy="3231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5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0,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𝜋</m:t>
                          </m:r>
                        </m:e>
                      </m:d>
                    </m:oMath>
                  </m:oMathPara>
                </a14:m>
                <a:endParaRPr lang="zh-TW" altLang="en-US" sz="1500" dirty="0"/>
              </a:p>
            </p:txBody>
          </p:sp>
        </mc:Choice>
        <mc:Fallback xmlns="">
          <p:sp>
            <p:nvSpPr>
              <p:cNvPr id="234" name="文字方塊 233">
                <a:extLst>
                  <a:ext uri="{FF2B5EF4-FFF2-40B4-BE49-F238E27FC236}">
                    <a16:creationId xmlns:a16="http://schemas.microsoft.com/office/drawing/2014/main" id="{DA67C54B-80A5-4D59-B289-74384BDACD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26049" y="4840301"/>
                <a:ext cx="1150186" cy="323165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35" name="圖片 234">
            <a:extLst>
              <a:ext uri="{FF2B5EF4-FFF2-40B4-BE49-F238E27FC236}">
                <a16:creationId xmlns:a16="http://schemas.microsoft.com/office/drawing/2014/main" id="{DF781A4C-9BC8-40C7-BF1A-E906699C28D4}"/>
              </a:ext>
            </a:extLst>
          </p:cNvPr>
          <p:cNvPicPr>
            <a:picLocks noChangeAspect="1"/>
          </p:cNvPicPr>
          <p:nvPr/>
        </p:nvPicPr>
        <p:blipFill rotWithShape="1">
          <a:blip r:embed="rId1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0879" t="9023" r="4888" b="70339"/>
          <a:stretch/>
        </p:blipFill>
        <p:spPr>
          <a:xfrm>
            <a:off x="7871070" y="1257930"/>
            <a:ext cx="413382" cy="134348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36" name="文字方塊 235">
                <a:extLst>
                  <a:ext uri="{FF2B5EF4-FFF2-40B4-BE49-F238E27FC236}">
                    <a16:creationId xmlns:a16="http://schemas.microsoft.com/office/drawing/2014/main" id="{61131924-00C5-4C5C-8379-1D2527DB1052}"/>
                  </a:ext>
                </a:extLst>
              </p:cNvPr>
              <p:cNvSpPr txBox="1"/>
              <p:nvPr/>
            </p:nvSpPr>
            <p:spPr>
              <a:xfrm>
                <a:off x="7789606" y="2342403"/>
                <a:ext cx="478319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sz="1400"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altLang="zh-TW" sz="1400">
                          <a:latin typeface="Cambria Math" panose="02040503050406030204" pitchFamily="18" charset="0"/>
                        </a:rPr>
                        <m:t>.</m:t>
                      </m:r>
                      <m:r>
                        <m:rPr>
                          <m:sty m:val="p"/>
                        </m:rPr>
                        <a:rPr lang="en-US" altLang="zh-TW" sz="1400">
                          <a:latin typeface="Cambria Math" panose="02040503050406030204" pitchFamily="18" charset="0"/>
                        </a:rPr>
                        <m:t>u</m:t>
                      </m:r>
                      <m:r>
                        <a:rPr lang="en-US" altLang="zh-TW" sz="140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TW" altLang="en-US" sz="1400" dirty="0"/>
              </a:p>
            </p:txBody>
          </p:sp>
        </mc:Choice>
        <mc:Fallback xmlns="">
          <p:sp>
            <p:nvSpPr>
              <p:cNvPr id="236" name="文字方塊 235">
                <a:extLst>
                  <a:ext uri="{FF2B5EF4-FFF2-40B4-BE49-F238E27FC236}">
                    <a16:creationId xmlns:a16="http://schemas.microsoft.com/office/drawing/2014/main" id="{61131924-00C5-4C5C-8379-1D2527DB10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89606" y="2342403"/>
                <a:ext cx="478319" cy="307777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7" name="Oval 14">
            <a:extLst>
              <a:ext uri="{FF2B5EF4-FFF2-40B4-BE49-F238E27FC236}">
                <a16:creationId xmlns:a16="http://schemas.microsoft.com/office/drawing/2014/main" id="{4D2E6476-8133-4C1A-80AA-96C2BBAD7538}"/>
              </a:ext>
            </a:extLst>
          </p:cNvPr>
          <p:cNvSpPr/>
          <p:nvPr/>
        </p:nvSpPr>
        <p:spPr>
          <a:xfrm>
            <a:off x="7317889" y="2852108"/>
            <a:ext cx="162450" cy="168277"/>
          </a:xfrm>
          <a:prstGeom prst="ellipse">
            <a:avLst/>
          </a:prstGeom>
          <a:gradFill flip="none" rotWithShape="1">
            <a:gsLst>
              <a:gs pos="0">
                <a:srgbClr val="D1D1D1"/>
              </a:gs>
              <a:gs pos="23000">
                <a:schemeClr val="bg1">
                  <a:lumMod val="85000"/>
                </a:schemeClr>
              </a:gs>
              <a:gs pos="69000">
                <a:schemeClr val="accent3">
                  <a:lumMod val="75000"/>
                </a:schemeClr>
              </a:gs>
              <a:gs pos="97000">
                <a:schemeClr val="accent3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/>
          </a:p>
        </p:txBody>
      </p:sp>
      <p:sp>
        <p:nvSpPr>
          <p:cNvPr id="238" name="Oval 4">
            <a:extLst>
              <a:ext uri="{FF2B5EF4-FFF2-40B4-BE49-F238E27FC236}">
                <a16:creationId xmlns:a16="http://schemas.microsoft.com/office/drawing/2014/main" id="{D0067B35-40A6-4446-8A95-C300D2678B59}"/>
              </a:ext>
            </a:extLst>
          </p:cNvPr>
          <p:cNvSpPr/>
          <p:nvPr/>
        </p:nvSpPr>
        <p:spPr>
          <a:xfrm>
            <a:off x="6679308" y="2936246"/>
            <a:ext cx="1443999" cy="1495797"/>
          </a:xfrm>
          <a:prstGeom prst="ellipse">
            <a:avLst/>
          </a:prstGeom>
          <a:gradFill flip="none" rotWithShape="1">
            <a:gsLst>
              <a:gs pos="100000">
                <a:schemeClr val="accent3">
                  <a:lumMod val="60000"/>
                  <a:lumOff val="40000"/>
                  <a:alpha val="60000"/>
                </a:schemeClr>
              </a:gs>
              <a:gs pos="55000">
                <a:schemeClr val="accent3">
                  <a:lumMod val="40000"/>
                  <a:lumOff val="60000"/>
                  <a:alpha val="60000"/>
                </a:schemeClr>
              </a:gs>
              <a:gs pos="0">
                <a:schemeClr val="bg1">
                  <a:alpha val="6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 w="57150">
            <a:solidFill>
              <a:srgbClr val="D5D7D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39" name="Oval 15">
            <a:extLst>
              <a:ext uri="{FF2B5EF4-FFF2-40B4-BE49-F238E27FC236}">
                <a16:creationId xmlns:a16="http://schemas.microsoft.com/office/drawing/2014/main" id="{3ED95C10-549D-46A4-8427-E9004FB39400}"/>
              </a:ext>
            </a:extLst>
          </p:cNvPr>
          <p:cNvSpPr/>
          <p:nvPr/>
        </p:nvSpPr>
        <p:spPr>
          <a:xfrm>
            <a:off x="7317889" y="4347065"/>
            <a:ext cx="162450" cy="168277"/>
          </a:xfrm>
          <a:prstGeom prst="ellipse">
            <a:avLst/>
          </a:prstGeom>
          <a:gradFill flip="none" rotWithShape="1">
            <a:gsLst>
              <a:gs pos="17000">
                <a:srgbClr val="D1D1D1"/>
              </a:gs>
              <a:gs pos="0">
                <a:schemeClr val="bg1">
                  <a:lumMod val="85000"/>
                </a:schemeClr>
              </a:gs>
              <a:gs pos="60000">
                <a:schemeClr val="accent3">
                  <a:lumMod val="75000"/>
                </a:schemeClr>
              </a:gs>
              <a:gs pos="97000">
                <a:schemeClr val="accent3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52" name="SHO">
            <a:extLst>
              <a:ext uri="{FF2B5EF4-FFF2-40B4-BE49-F238E27FC236}">
                <a16:creationId xmlns:a16="http://schemas.microsoft.com/office/drawing/2014/main" id="{0845B616-2D49-4C5D-A47F-908796A33A53}"/>
              </a:ext>
            </a:extLst>
          </p:cNvPr>
          <p:cNvSpPr/>
          <p:nvPr/>
        </p:nvSpPr>
        <p:spPr>
          <a:xfrm rot="16200000">
            <a:off x="7087769" y="2962645"/>
            <a:ext cx="622693" cy="1443999"/>
          </a:xfrm>
          <a:prstGeom prst="arc">
            <a:avLst>
              <a:gd name="adj1" fmla="val 5396867"/>
              <a:gd name="adj2" fmla="val 5395779"/>
            </a:avLst>
          </a:prstGeom>
          <a:gradFill flip="none" rotWithShape="1">
            <a:gsLst>
              <a:gs pos="0">
                <a:schemeClr val="bg1">
                  <a:lumMod val="65000"/>
                </a:schemeClr>
              </a:gs>
              <a:gs pos="47000">
                <a:schemeClr val="bg1">
                  <a:lumMod val="50000"/>
                </a:schemeClr>
              </a:gs>
              <a:gs pos="97000">
                <a:srgbClr val="5E5E5E"/>
              </a:gs>
            </a:gsLst>
            <a:path path="circle">
              <a:fillToRect l="50000" t="50000" r="50000" b="50000"/>
            </a:path>
            <a:tileRect/>
          </a:gradFill>
          <a:ln w="31750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53" name="SVO">
            <a:extLst>
              <a:ext uri="{FF2B5EF4-FFF2-40B4-BE49-F238E27FC236}">
                <a16:creationId xmlns:a16="http://schemas.microsoft.com/office/drawing/2014/main" id="{28FBC70E-6464-4911-A7DC-D688B4A191B2}"/>
              </a:ext>
            </a:extLst>
          </p:cNvPr>
          <p:cNvSpPr/>
          <p:nvPr/>
        </p:nvSpPr>
        <p:spPr>
          <a:xfrm>
            <a:off x="7037215" y="2936747"/>
            <a:ext cx="722000" cy="1495797"/>
          </a:xfrm>
          <a:prstGeom prst="ellipse">
            <a:avLst/>
          </a:prstGeom>
          <a:noFill/>
          <a:ln w="25400">
            <a:solidFill>
              <a:schemeClr val="bg1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254" name="Oval 6">
            <a:extLst>
              <a:ext uri="{FF2B5EF4-FFF2-40B4-BE49-F238E27FC236}">
                <a16:creationId xmlns:a16="http://schemas.microsoft.com/office/drawing/2014/main" id="{F7426249-BB1C-465F-BA24-177826BCA4FE}"/>
              </a:ext>
            </a:extLst>
          </p:cNvPr>
          <p:cNvSpPr/>
          <p:nvPr/>
        </p:nvSpPr>
        <p:spPr>
          <a:xfrm rot="16200000">
            <a:off x="7087769" y="2962645"/>
            <a:ext cx="622693" cy="1443999"/>
          </a:xfrm>
          <a:prstGeom prst="ellipse">
            <a:avLst/>
          </a:prstGeom>
          <a:noFill/>
          <a:ln w="38100">
            <a:solidFill>
              <a:schemeClr val="tx1">
                <a:alpha val="6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5" name="TextBox 11">
                <a:extLst>
                  <a:ext uri="{FF2B5EF4-FFF2-40B4-BE49-F238E27FC236}">
                    <a16:creationId xmlns:a16="http://schemas.microsoft.com/office/drawing/2014/main" id="{37DEB133-ADB0-4B60-901B-D2AEF580DA59}"/>
                  </a:ext>
                </a:extLst>
              </p:cNvPr>
              <p:cNvSpPr txBox="1"/>
              <p:nvPr/>
            </p:nvSpPr>
            <p:spPr>
              <a:xfrm>
                <a:off x="6849417" y="3506293"/>
                <a:ext cx="176928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255" name="TextBox 11">
                <a:extLst>
                  <a:ext uri="{FF2B5EF4-FFF2-40B4-BE49-F238E27FC236}">
                    <a16:creationId xmlns:a16="http://schemas.microsoft.com/office/drawing/2014/main" id="{37DEB133-ADB0-4B60-901B-D2AEF580DA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49417" y="3506293"/>
                <a:ext cx="176928" cy="338554"/>
              </a:xfrm>
              <a:prstGeom prst="rect">
                <a:avLst/>
              </a:prstGeom>
              <a:blipFill>
                <a:blip r:embed="rId20"/>
                <a:stretch>
                  <a:fillRect r="-4137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6" name="Oval 22">
            <a:extLst>
              <a:ext uri="{FF2B5EF4-FFF2-40B4-BE49-F238E27FC236}">
                <a16:creationId xmlns:a16="http://schemas.microsoft.com/office/drawing/2014/main" id="{F51F6D7A-CBDD-41AE-81A9-01A381888E10}"/>
              </a:ext>
            </a:extLst>
          </p:cNvPr>
          <p:cNvSpPr/>
          <p:nvPr/>
        </p:nvSpPr>
        <p:spPr>
          <a:xfrm>
            <a:off x="7316943" y="4347065"/>
            <a:ext cx="162450" cy="168277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7" name="TextBox 12">
                <a:extLst>
                  <a:ext uri="{FF2B5EF4-FFF2-40B4-BE49-F238E27FC236}">
                    <a16:creationId xmlns:a16="http://schemas.microsoft.com/office/drawing/2014/main" id="{BEB792E4-CC90-49E5-8163-921F2ECF2D45}"/>
                  </a:ext>
                </a:extLst>
              </p:cNvPr>
              <p:cNvSpPr txBox="1"/>
              <p:nvPr/>
            </p:nvSpPr>
            <p:spPr>
              <a:xfrm>
                <a:off x="7504340" y="3601690"/>
                <a:ext cx="176928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257" name="TextBox 12">
                <a:extLst>
                  <a:ext uri="{FF2B5EF4-FFF2-40B4-BE49-F238E27FC236}">
                    <a16:creationId xmlns:a16="http://schemas.microsoft.com/office/drawing/2014/main" id="{BEB792E4-CC90-49E5-8163-921F2ECF2D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04340" y="3601690"/>
                <a:ext cx="176928" cy="338554"/>
              </a:xfrm>
              <a:prstGeom prst="rect">
                <a:avLst/>
              </a:prstGeom>
              <a:blipFill>
                <a:blip r:embed="rId21"/>
                <a:stretch>
                  <a:fillRect r="-55172" b="-363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8" name="TextBox 13">
                <a:extLst>
                  <a:ext uri="{FF2B5EF4-FFF2-40B4-BE49-F238E27FC236}">
                    <a16:creationId xmlns:a16="http://schemas.microsoft.com/office/drawing/2014/main" id="{8D531DEA-B9A5-4E8D-A6A2-A31408532FD7}"/>
                  </a:ext>
                </a:extLst>
              </p:cNvPr>
              <p:cNvSpPr txBox="1"/>
              <p:nvPr/>
            </p:nvSpPr>
            <p:spPr>
              <a:xfrm>
                <a:off x="7260216" y="2971948"/>
                <a:ext cx="256967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>
                          <a:latin typeface="Cambria Math" panose="02040503050406030204" pitchFamily="18" charset="0"/>
                        </a:rPr>
                        <m:t>𝑧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258" name="TextBox 13">
                <a:extLst>
                  <a:ext uri="{FF2B5EF4-FFF2-40B4-BE49-F238E27FC236}">
                    <a16:creationId xmlns:a16="http://schemas.microsoft.com/office/drawing/2014/main" id="{8D531DEA-B9A5-4E8D-A6A2-A31408532F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60216" y="2971948"/>
                <a:ext cx="256967" cy="338554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9" name="DVO">
            <a:extLst>
              <a:ext uri="{FF2B5EF4-FFF2-40B4-BE49-F238E27FC236}">
                <a16:creationId xmlns:a16="http://schemas.microsoft.com/office/drawing/2014/main" id="{BD66E933-A9D1-416F-99A4-A2F56F384D96}"/>
              </a:ext>
            </a:extLst>
          </p:cNvPr>
          <p:cNvSpPr/>
          <p:nvPr/>
        </p:nvSpPr>
        <p:spPr>
          <a:xfrm flipH="1">
            <a:off x="7037215" y="2936747"/>
            <a:ext cx="722000" cy="1495797"/>
          </a:xfrm>
          <a:prstGeom prst="arc">
            <a:avLst>
              <a:gd name="adj1" fmla="val 5396867"/>
              <a:gd name="adj2" fmla="val 16170484"/>
            </a:avLst>
          </a:prstGeom>
          <a:ln w="254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60" name="Oval 23">
            <a:extLst>
              <a:ext uri="{FF2B5EF4-FFF2-40B4-BE49-F238E27FC236}">
                <a16:creationId xmlns:a16="http://schemas.microsoft.com/office/drawing/2014/main" id="{B1975880-4F20-4527-8AC1-67B4B5024B5F}"/>
              </a:ext>
            </a:extLst>
          </p:cNvPr>
          <p:cNvSpPr/>
          <p:nvPr/>
        </p:nvSpPr>
        <p:spPr>
          <a:xfrm>
            <a:off x="8039799" y="3600507"/>
            <a:ext cx="162450" cy="168277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cxnSp>
        <p:nvCxnSpPr>
          <p:cNvPr id="261" name="Straight Arrow Connector 7">
            <a:extLst>
              <a:ext uri="{FF2B5EF4-FFF2-40B4-BE49-F238E27FC236}">
                <a16:creationId xmlns:a16="http://schemas.microsoft.com/office/drawing/2014/main" id="{33161F97-7212-47BE-BA7D-6FC7B9147369}"/>
              </a:ext>
            </a:extLst>
          </p:cNvPr>
          <p:cNvCxnSpPr>
            <a:cxnSpLocks/>
          </p:cNvCxnSpPr>
          <p:nvPr/>
        </p:nvCxnSpPr>
        <p:spPr>
          <a:xfrm flipV="1">
            <a:off x="7395184" y="3236563"/>
            <a:ext cx="1697" cy="445890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2" name="Straight Arrow Connector 19">
            <a:extLst>
              <a:ext uri="{FF2B5EF4-FFF2-40B4-BE49-F238E27FC236}">
                <a16:creationId xmlns:a16="http://schemas.microsoft.com/office/drawing/2014/main" id="{240911C2-AE74-4914-B8DB-470C2315C461}"/>
              </a:ext>
            </a:extLst>
          </p:cNvPr>
          <p:cNvCxnSpPr>
            <a:cxnSpLocks/>
          </p:cNvCxnSpPr>
          <p:nvPr/>
        </p:nvCxnSpPr>
        <p:spPr>
          <a:xfrm>
            <a:off x="7398168" y="3680269"/>
            <a:ext cx="195802" cy="156763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3" name="Straight Arrow Connector 18">
            <a:extLst>
              <a:ext uri="{FF2B5EF4-FFF2-40B4-BE49-F238E27FC236}">
                <a16:creationId xmlns:a16="http://schemas.microsoft.com/office/drawing/2014/main" id="{168B960E-43A1-4542-B03F-41153CC41797}"/>
              </a:ext>
            </a:extLst>
          </p:cNvPr>
          <p:cNvCxnSpPr>
            <a:cxnSpLocks/>
          </p:cNvCxnSpPr>
          <p:nvPr/>
        </p:nvCxnSpPr>
        <p:spPr>
          <a:xfrm rot="16200000" flipH="1" flipV="1">
            <a:off x="7226846" y="3508793"/>
            <a:ext cx="0" cy="342950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4" name="Oval 20">
            <a:extLst>
              <a:ext uri="{FF2B5EF4-FFF2-40B4-BE49-F238E27FC236}">
                <a16:creationId xmlns:a16="http://schemas.microsoft.com/office/drawing/2014/main" id="{24DEE888-55C9-4D4C-B18D-808F9AA85CCB}"/>
              </a:ext>
            </a:extLst>
          </p:cNvPr>
          <p:cNvSpPr/>
          <p:nvPr/>
        </p:nvSpPr>
        <p:spPr>
          <a:xfrm>
            <a:off x="6595635" y="3600507"/>
            <a:ext cx="162450" cy="168277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265" name="Oval 22">
            <a:extLst>
              <a:ext uri="{FF2B5EF4-FFF2-40B4-BE49-F238E27FC236}">
                <a16:creationId xmlns:a16="http://schemas.microsoft.com/office/drawing/2014/main" id="{EF01816B-7066-4916-A520-954D092BE6FE}"/>
              </a:ext>
            </a:extLst>
          </p:cNvPr>
          <p:cNvSpPr/>
          <p:nvPr/>
        </p:nvSpPr>
        <p:spPr>
          <a:xfrm>
            <a:off x="7318125" y="2844234"/>
            <a:ext cx="162450" cy="168277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/>
          </a:p>
        </p:txBody>
      </p:sp>
      <p:sp>
        <p:nvSpPr>
          <p:cNvPr id="266" name="Partial Circle 9">
            <a:extLst>
              <a:ext uri="{FF2B5EF4-FFF2-40B4-BE49-F238E27FC236}">
                <a16:creationId xmlns:a16="http://schemas.microsoft.com/office/drawing/2014/main" id="{95E3D0C0-F471-47D7-9B54-CC1B9F289F59}"/>
              </a:ext>
            </a:extLst>
          </p:cNvPr>
          <p:cNvSpPr>
            <a:spLocks noChangeAspect="1"/>
          </p:cNvSpPr>
          <p:nvPr/>
        </p:nvSpPr>
        <p:spPr>
          <a:xfrm rot="16200000" flipH="1">
            <a:off x="7334286" y="3585381"/>
            <a:ext cx="102407" cy="197721"/>
          </a:xfrm>
          <a:prstGeom prst="pie">
            <a:avLst>
              <a:gd name="adj1" fmla="val 16258856"/>
              <a:gd name="adj2" fmla="val 19252600"/>
            </a:avLst>
          </a:prstGeom>
          <a:gradFill flip="none" rotWithShape="1">
            <a:gsLst>
              <a:gs pos="0">
                <a:schemeClr val="tx1"/>
              </a:gs>
              <a:gs pos="50000">
                <a:schemeClr val="tx1">
                  <a:lumMod val="50000"/>
                  <a:lumOff val="50000"/>
                </a:schemeClr>
              </a:gs>
              <a:gs pos="100000">
                <a:schemeClr val="bg1">
                  <a:lumMod val="50000"/>
                </a:schemeClr>
              </a:gs>
            </a:gsLst>
            <a:lin ang="2700000" scaled="1"/>
            <a:tileRect/>
          </a:gra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7" name="TextBox 10">
                <a:extLst>
                  <a:ext uri="{FF2B5EF4-FFF2-40B4-BE49-F238E27FC236}">
                    <a16:creationId xmlns:a16="http://schemas.microsoft.com/office/drawing/2014/main" id="{B215AA15-06BF-4D83-A5CD-B6A967095CE1}"/>
                  </a:ext>
                </a:extLst>
              </p:cNvPr>
              <p:cNvSpPr txBox="1"/>
              <p:nvPr/>
            </p:nvSpPr>
            <p:spPr>
              <a:xfrm>
                <a:off x="6970268" y="3620427"/>
                <a:ext cx="315234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>
                          <a:latin typeface="Cambria Math" panose="02040503050406030204" pitchFamily="18" charset="0"/>
                        </a:rPr>
                        <m:t>𝛼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267" name="TextBox 10">
                <a:extLst>
                  <a:ext uri="{FF2B5EF4-FFF2-40B4-BE49-F238E27FC236}">
                    <a16:creationId xmlns:a16="http://schemas.microsoft.com/office/drawing/2014/main" id="{B215AA15-06BF-4D83-A5CD-B6A967095C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70268" y="3620427"/>
                <a:ext cx="315234" cy="338554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68" name="Straight Arrow Connector 17">
            <a:extLst>
              <a:ext uri="{FF2B5EF4-FFF2-40B4-BE49-F238E27FC236}">
                <a16:creationId xmlns:a16="http://schemas.microsoft.com/office/drawing/2014/main" id="{230BB7BA-7677-4C8C-B5E4-B82B7D463931}"/>
              </a:ext>
            </a:extLst>
          </p:cNvPr>
          <p:cNvCxnSpPr>
            <a:cxnSpLocks/>
          </p:cNvCxnSpPr>
          <p:nvPr/>
        </p:nvCxnSpPr>
        <p:spPr>
          <a:xfrm flipH="1">
            <a:off x="7177537" y="3685449"/>
            <a:ext cx="221585" cy="286539"/>
          </a:xfrm>
          <a:prstGeom prst="straightConnector1">
            <a:avLst/>
          </a:prstGeom>
          <a:ln w="38100">
            <a:solidFill>
              <a:schemeClr val="tx1"/>
            </a:solidFill>
            <a:tailEnd type="stealth" w="lg" len="lg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269" name="Partial Circle 9">
            <a:extLst>
              <a:ext uri="{FF2B5EF4-FFF2-40B4-BE49-F238E27FC236}">
                <a16:creationId xmlns:a16="http://schemas.microsoft.com/office/drawing/2014/main" id="{E72D69FE-BCE2-4231-B5B8-E4BAB5150F43}"/>
              </a:ext>
            </a:extLst>
          </p:cNvPr>
          <p:cNvSpPr>
            <a:spLocks noChangeAspect="1"/>
          </p:cNvSpPr>
          <p:nvPr/>
        </p:nvSpPr>
        <p:spPr>
          <a:xfrm>
            <a:off x="7321561" y="3548156"/>
            <a:ext cx="149214" cy="301366"/>
          </a:xfrm>
          <a:prstGeom prst="pie">
            <a:avLst>
              <a:gd name="adj1" fmla="val 16258856"/>
              <a:gd name="adj2" fmla="val 19252600"/>
            </a:avLst>
          </a:prstGeom>
          <a:gradFill flip="none" rotWithShape="1">
            <a:gsLst>
              <a:gs pos="0">
                <a:schemeClr val="tx1"/>
              </a:gs>
              <a:gs pos="50000">
                <a:schemeClr val="tx1">
                  <a:lumMod val="50000"/>
                  <a:lumOff val="50000"/>
                </a:schemeClr>
              </a:gs>
              <a:gs pos="100000">
                <a:schemeClr val="bg1">
                  <a:lumMod val="50000"/>
                </a:schemeClr>
              </a:gs>
            </a:gsLst>
            <a:lin ang="2700000" scaled="1"/>
            <a:tileRect/>
          </a:gra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0" name="TextBox 10">
                <a:extLst>
                  <a:ext uri="{FF2B5EF4-FFF2-40B4-BE49-F238E27FC236}">
                    <a16:creationId xmlns:a16="http://schemas.microsoft.com/office/drawing/2014/main" id="{2F6C10B6-03DA-4C5F-B367-63A41053B482}"/>
                  </a:ext>
                </a:extLst>
              </p:cNvPr>
              <p:cNvSpPr txBox="1"/>
              <p:nvPr/>
            </p:nvSpPr>
            <p:spPr>
              <a:xfrm>
                <a:off x="7361340" y="3300009"/>
                <a:ext cx="297046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>
                          <a:latin typeface="Cambria Math" panose="02040503050406030204" pitchFamily="18" charset="0"/>
                        </a:rPr>
                        <m:t>𝛽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270" name="TextBox 10">
                <a:extLst>
                  <a:ext uri="{FF2B5EF4-FFF2-40B4-BE49-F238E27FC236}">
                    <a16:creationId xmlns:a16="http://schemas.microsoft.com/office/drawing/2014/main" id="{2F6C10B6-03DA-4C5F-B367-63A41053B4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61340" y="3300009"/>
                <a:ext cx="297046" cy="338554"/>
              </a:xfrm>
              <a:prstGeom prst="rect">
                <a:avLst/>
              </a:prstGeom>
              <a:blipFill>
                <a:blip r:embed="rId24"/>
                <a:stretch>
                  <a:fillRect l="-2083" r="-4167" b="-892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71" name="Straight Arrow Connector 17">
            <a:extLst>
              <a:ext uri="{FF2B5EF4-FFF2-40B4-BE49-F238E27FC236}">
                <a16:creationId xmlns:a16="http://schemas.microsoft.com/office/drawing/2014/main" id="{050CD12B-2348-4EAE-8F7E-7F476F6AB6E3}"/>
              </a:ext>
            </a:extLst>
          </p:cNvPr>
          <p:cNvCxnSpPr>
            <a:cxnSpLocks/>
          </p:cNvCxnSpPr>
          <p:nvPr/>
        </p:nvCxnSpPr>
        <p:spPr>
          <a:xfrm flipV="1">
            <a:off x="7391035" y="3239724"/>
            <a:ext cx="571923" cy="449644"/>
          </a:xfrm>
          <a:prstGeom prst="straightConnector1">
            <a:avLst/>
          </a:prstGeom>
          <a:ln w="38100">
            <a:solidFill>
              <a:schemeClr val="tx1"/>
            </a:solidFill>
            <a:tailEnd type="stealth" w="lg" len="lg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52" name="Oval 23">
            <a:extLst>
              <a:ext uri="{FF2B5EF4-FFF2-40B4-BE49-F238E27FC236}">
                <a16:creationId xmlns:a16="http://schemas.microsoft.com/office/drawing/2014/main" id="{6454FEB7-1A49-4057-B9D1-C98AB19CFD06}"/>
              </a:ext>
            </a:extLst>
          </p:cNvPr>
          <p:cNvSpPr/>
          <p:nvPr/>
        </p:nvSpPr>
        <p:spPr>
          <a:xfrm>
            <a:off x="7651126" y="3860498"/>
            <a:ext cx="162450" cy="168277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154" name="Oval 23">
            <a:extLst>
              <a:ext uri="{FF2B5EF4-FFF2-40B4-BE49-F238E27FC236}">
                <a16:creationId xmlns:a16="http://schemas.microsoft.com/office/drawing/2014/main" id="{2FF5597B-5488-4B3C-BE8B-E0AD3A81CF14}"/>
              </a:ext>
            </a:extLst>
          </p:cNvPr>
          <p:cNvSpPr/>
          <p:nvPr/>
        </p:nvSpPr>
        <p:spPr>
          <a:xfrm>
            <a:off x="6965326" y="3327098"/>
            <a:ext cx="162450" cy="168277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6" name="文字方塊 155">
                <a:extLst>
                  <a:ext uri="{FF2B5EF4-FFF2-40B4-BE49-F238E27FC236}">
                    <a16:creationId xmlns:a16="http://schemas.microsoft.com/office/drawing/2014/main" id="{7D05204B-22BE-4DE9-AA50-5F23DEE9A2F6}"/>
                  </a:ext>
                </a:extLst>
              </p:cNvPr>
              <p:cNvSpPr txBox="1"/>
              <p:nvPr/>
            </p:nvSpPr>
            <p:spPr>
              <a:xfrm>
                <a:off x="8312755" y="3844729"/>
                <a:ext cx="1150186" cy="3231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5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500" b="0" i="1" smtClean="0">
                              <a:latin typeface="Cambria Math" panose="02040503050406030204" pitchFamily="18" charset="0"/>
                            </a:rPr>
                            <m:t>/2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500" dirty="0"/>
              </a:p>
            </p:txBody>
          </p:sp>
        </mc:Choice>
        <mc:Fallback xmlns="">
          <p:sp>
            <p:nvSpPr>
              <p:cNvPr id="156" name="文字方塊 155">
                <a:extLst>
                  <a:ext uri="{FF2B5EF4-FFF2-40B4-BE49-F238E27FC236}">
                    <a16:creationId xmlns:a16="http://schemas.microsoft.com/office/drawing/2014/main" id="{7D05204B-22BE-4DE9-AA50-5F23DEE9A2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12755" y="3844729"/>
                <a:ext cx="1150186" cy="323165"/>
              </a:xfrm>
              <a:prstGeom prst="rect">
                <a:avLst/>
              </a:prstGeom>
              <a:blipFill>
                <a:blip r:embed="rId25"/>
                <a:stretch>
                  <a:fillRect b="-943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7" name="文字方塊 156">
                <a:extLst>
                  <a:ext uri="{FF2B5EF4-FFF2-40B4-BE49-F238E27FC236}">
                    <a16:creationId xmlns:a16="http://schemas.microsoft.com/office/drawing/2014/main" id="{834029C9-84F7-4B57-9E81-D8CCCEEA55EA}"/>
                  </a:ext>
                </a:extLst>
              </p:cNvPr>
              <p:cNvSpPr txBox="1"/>
              <p:nvPr/>
            </p:nvSpPr>
            <p:spPr>
              <a:xfrm>
                <a:off x="5272154" y="2248720"/>
                <a:ext cx="1150186" cy="3231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5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5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/2,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500" dirty="0"/>
              </a:p>
            </p:txBody>
          </p:sp>
        </mc:Choice>
        <mc:Fallback xmlns="">
          <p:sp>
            <p:nvSpPr>
              <p:cNvPr id="157" name="文字方塊 156">
                <a:extLst>
                  <a:ext uri="{FF2B5EF4-FFF2-40B4-BE49-F238E27FC236}">
                    <a16:creationId xmlns:a16="http://schemas.microsoft.com/office/drawing/2014/main" id="{834029C9-84F7-4B57-9E81-D8CCCEEA55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72154" y="2248720"/>
                <a:ext cx="1150186" cy="323165"/>
              </a:xfrm>
              <a:prstGeom prst="rect">
                <a:avLst/>
              </a:prstGeom>
              <a:blipFill>
                <a:blip r:embed="rId26"/>
                <a:stretch>
                  <a:fillRect b="-943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8" name="直線接點 157">
            <a:extLst>
              <a:ext uri="{FF2B5EF4-FFF2-40B4-BE49-F238E27FC236}">
                <a16:creationId xmlns:a16="http://schemas.microsoft.com/office/drawing/2014/main" id="{DA529A4E-3BAB-45BB-8274-1088EF0B43A5}"/>
              </a:ext>
            </a:extLst>
          </p:cNvPr>
          <p:cNvCxnSpPr>
            <a:cxnSpLocks/>
          </p:cNvCxnSpPr>
          <p:nvPr/>
        </p:nvCxnSpPr>
        <p:spPr>
          <a:xfrm flipV="1">
            <a:off x="6523355" y="3410397"/>
            <a:ext cx="453250" cy="188"/>
          </a:xfrm>
          <a:prstGeom prst="line">
            <a:avLst/>
          </a:prstGeom>
          <a:ln w="9525" cap="flat" cmpd="sng" algn="ctr">
            <a:solidFill>
              <a:schemeClr val="bg1">
                <a:lumMod val="5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59" name="直線接點 158">
            <a:extLst>
              <a:ext uri="{FF2B5EF4-FFF2-40B4-BE49-F238E27FC236}">
                <a16:creationId xmlns:a16="http://schemas.microsoft.com/office/drawing/2014/main" id="{F100F92B-B8C5-4A0F-B866-E2BAB0C4087A}"/>
              </a:ext>
            </a:extLst>
          </p:cNvPr>
          <p:cNvCxnSpPr>
            <a:cxnSpLocks/>
          </p:cNvCxnSpPr>
          <p:nvPr/>
        </p:nvCxnSpPr>
        <p:spPr>
          <a:xfrm>
            <a:off x="7827010" y="3970973"/>
            <a:ext cx="418783" cy="0"/>
          </a:xfrm>
          <a:prstGeom prst="line">
            <a:avLst/>
          </a:prstGeom>
          <a:ln w="9525" cap="flat" cmpd="sng" algn="ctr">
            <a:solidFill>
              <a:schemeClr val="bg1">
                <a:lumMod val="5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60" name="直線接點 159">
            <a:extLst>
              <a:ext uri="{FF2B5EF4-FFF2-40B4-BE49-F238E27FC236}">
                <a16:creationId xmlns:a16="http://schemas.microsoft.com/office/drawing/2014/main" id="{A656DF39-7853-456D-84EE-B2D69029F0B5}"/>
              </a:ext>
            </a:extLst>
          </p:cNvPr>
          <p:cNvCxnSpPr>
            <a:cxnSpLocks/>
          </p:cNvCxnSpPr>
          <p:nvPr/>
        </p:nvCxnSpPr>
        <p:spPr>
          <a:xfrm flipV="1">
            <a:off x="8169593" y="3508375"/>
            <a:ext cx="120332" cy="100649"/>
          </a:xfrm>
          <a:prstGeom prst="line">
            <a:avLst/>
          </a:prstGeom>
          <a:ln w="9525" cap="flat" cmpd="sng" algn="ctr">
            <a:solidFill>
              <a:schemeClr val="bg1">
                <a:lumMod val="5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61" name="直線接點 160">
            <a:extLst>
              <a:ext uri="{FF2B5EF4-FFF2-40B4-BE49-F238E27FC236}">
                <a16:creationId xmlns:a16="http://schemas.microsoft.com/office/drawing/2014/main" id="{C2ECA97C-3D5E-4873-BF49-1B844DE8012B}"/>
              </a:ext>
            </a:extLst>
          </p:cNvPr>
          <p:cNvCxnSpPr>
            <a:cxnSpLocks/>
          </p:cNvCxnSpPr>
          <p:nvPr/>
        </p:nvCxnSpPr>
        <p:spPr>
          <a:xfrm flipV="1">
            <a:off x="6508393" y="3750766"/>
            <a:ext cx="105264" cy="191632"/>
          </a:xfrm>
          <a:prstGeom prst="line">
            <a:avLst/>
          </a:prstGeom>
          <a:ln w="9525" cap="flat" cmpd="sng" algn="ctr">
            <a:solidFill>
              <a:schemeClr val="bg1">
                <a:lumMod val="5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96951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矩形: 圓角 176">
            <a:extLst>
              <a:ext uri="{FF2B5EF4-FFF2-40B4-BE49-F238E27FC236}">
                <a16:creationId xmlns:a16="http://schemas.microsoft.com/office/drawing/2014/main" id="{C0499F8D-22B8-4B76-B2A0-FC45B222262E}"/>
              </a:ext>
            </a:extLst>
          </p:cNvPr>
          <p:cNvSpPr/>
          <p:nvPr/>
        </p:nvSpPr>
        <p:spPr>
          <a:xfrm>
            <a:off x="4931433" y="428625"/>
            <a:ext cx="4899729" cy="5763273"/>
          </a:xfrm>
          <a:prstGeom prst="roundRect">
            <a:avLst>
              <a:gd name="adj" fmla="val 7772"/>
            </a:avLst>
          </a:prstGeom>
          <a:gradFill flip="none" rotWithShape="1"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lin ang="54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2000" dirty="0"/>
          </a:p>
        </p:txBody>
      </p:sp>
      <p:pic>
        <p:nvPicPr>
          <p:cNvPr id="63" name="圖片 62">
            <a:extLst>
              <a:ext uri="{FF2B5EF4-FFF2-40B4-BE49-F238E27FC236}">
                <a16:creationId xmlns:a16="http://schemas.microsoft.com/office/drawing/2014/main" id="{F1CD04B5-5A4B-408E-BCB4-B06A0F4393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43691" y="4866055"/>
            <a:ext cx="1285200" cy="1285200"/>
          </a:xfrm>
          <a:prstGeom prst="rect">
            <a:avLst/>
          </a:prstGeom>
        </p:spPr>
      </p:pic>
      <p:pic>
        <p:nvPicPr>
          <p:cNvPr id="70" name="圖片 69">
            <a:extLst>
              <a:ext uri="{FF2B5EF4-FFF2-40B4-BE49-F238E27FC236}">
                <a16:creationId xmlns:a16="http://schemas.microsoft.com/office/drawing/2014/main" id="{2FCCAAF0-122F-45EC-9453-3076CB6499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6190" y="1284509"/>
            <a:ext cx="1285200" cy="1282545"/>
          </a:xfrm>
          <a:prstGeom prst="rect">
            <a:avLst/>
          </a:prstGeom>
        </p:spPr>
      </p:pic>
      <p:pic>
        <p:nvPicPr>
          <p:cNvPr id="71" name="圖片 70">
            <a:extLst>
              <a:ext uri="{FF2B5EF4-FFF2-40B4-BE49-F238E27FC236}">
                <a16:creationId xmlns:a16="http://schemas.microsoft.com/office/drawing/2014/main" id="{0AB82D1E-C117-4D66-92F2-8BDBEB91AEE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29854" y="2278422"/>
            <a:ext cx="1285200" cy="1282545"/>
          </a:xfrm>
          <a:prstGeom prst="rect">
            <a:avLst/>
          </a:prstGeom>
        </p:spPr>
      </p:pic>
      <p:pic>
        <p:nvPicPr>
          <p:cNvPr id="72" name="圖片 71">
            <a:extLst>
              <a:ext uri="{FF2B5EF4-FFF2-40B4-BE49-F238E27FC236}">
                <a16:creationId xmlns:a16="http://schemas.microsoft.com/office/drawing/2014/main" id="{9BD4A7A5-2C0B-4A14-AEB8-B0CCA8B01C5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13179" y="3878736"/>
            <a:ext cx="1285200" cy="1290532"/>
          </a:xfrm>
          <a:prstGeom prst="rect">
            <a:avLst/>
          </a:prstGeom>
        </p:spPr>
      </p:pic>
      <p:pic>
        <p:nvPicPr>
          <p:cNvPr id="73" name="圖片 72">
            <a:extLst>
              <a:ext uri="{FF2B5EF4-FFF2-40B4-BE49-F238E27FC236}">
                <a16:creationId xmlns:a16="http://schemas.microsoft.com/office/drawing/2014/main" id="{EB05CB8E-A745-441E-8C3A-A0FF2D6F3FF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87720" y="3834883"/>
            <a:ext cx="1285200" cy="1287866"/>
          </a:xfrm>
          <a:prstGeom prst="rect">
            <a:avLst/>
          </a:prstGeom>
        </p:spPr>
      </p:pic>
      <p:pic>
        <p:nvPicPr>
          <p:cNvPr id="74" name="圖片 73">
            <a:extLst>
              <a:ext uri="{FF2B5EF4-FFF2-40B4-BE49-F238E27FC236}">
                <a16:creationId xmlns:a16="http://schemas.microsoft.com/office/drawing/2014/main" id="{5A948B62-44E7-4DA1-9294-B2846521CF8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84927" y="2269197"/>
            <a:ext cx="1285200" cy="1287867"/>
          </a:xfrm>
          <a:prstGeom prst="rect">
            <a:avLst/>
          </a:prstGeom>
        </p:spPr>
      </p:pic>
      <p:pic>
        <p:nvPicPr>
          <p:cNvPr id="60" name="圖片 59">
            <a:extLst>
              <a:ext uri="{FF2B5EF4-FFF2-40B4-BE49-F238E27FC236}">
                <a16:creationId xmlns:a16="http://schemas.microsoft.com/office/drawing/2014/main" id="{541BD68D-4BA5-4940-AB6F-5C6348E77341}"/>
              </a:ext>
            </a:extLst>
          </p:cNvPr>
          <p:cNvPicPr>
            <a:picLocks noChangeAspect="1"/>
          </p:cNvPicPr>
          <p:nvPr/>
        </p:nvPicPr>
        <p:blipFill rotWithShape="1">
          <a:blip r:embed="rId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t="61405"/>
          <a:stretch/>
        </p:blipFill>
        <p:spPr>
          <a:xfrm>
            <a:off x="6250783" y="583195"/>
            <a:ext cx="2300718" cy="470285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80" name="文字方塊 179">
                <a:extLst>
                  <a:ext uri="{FF2B5EF4-FFF2-40B4-BE49-F238E27FC236}">
                    <a16:creationId xmlns:a16="http://schemas.microsoft.com/office/drawing/2014/main" id="{C6592285-FBA9-4DE2-BE47-D5703A7C2A40}"/>
                  </a:ext>
                </a:extLst>
              </p:cNvPr>
              <p:cNvSpPr txBox="1"/>
              <p:nvPr/>
            </p:nvSpPr>
            <p:spPr>
              <a:xfrm>
                <a:off x="6994665" y="4501420"/>
                <a:ext cx="812954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600" i="1" smtClean="0">
                          <a:latin typeface="Cambria Math" panose="02040503050406030204" pitchFamily="18" charset="0"/>
                        </a:rPr>
                        <m:t>|</m:t>
                      </m:r>
                      <m:d>
                        <m:dPr>
                          <m:begChr m:val=""/>
                          <m:endChr m:val="⟩"/>
                          <m:ctrlPr>
                            <a:rPr lang="en-US" altLang="zh-TW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−1, </m:t>
                          </m:r>
                          <m:r>
                            <a:rPr lang="en-US" altLang="zh-TW" sz="16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</m:oMath>
                  </m:oMathPara>
                </a14:m>
                <a:endParaRPr lang="zh-TW" altLang="en-US" sz="1600" dirty="0"/>
              </a:p>
            </p:txBody>
          </p:sp>
        </mc:Choice>
        <mc:Fallback>
          <p:sp>
            <p:nvSpPr>
              <p:cNvPr id="180" name="文字方塊 179">
                <a:extLst>
                  <a:ext uri="{FF2B5EF4-FFF2-40B4-BE49-F238E27FC236}">
                    <a16:creationId xmlns:a16="http://schemas.microsoft.com/office/drawing/2014/main" id="{C6592285-FBA9-4DE2-BE47-D5703A7C2A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94665" y="4501420"/>
                <a:ext cx="812954" cy="338554"/>
              </a:xfrm>
              <a:prstGeom prst="rect">
                <a:avLst/>
              </a:prstGeom>
              <a:blipFill>
                <a:blip r:embed="rId9"/>
                <a:stretch>
                  <a:fillRect t="-108929" r="-61940" b="-16785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89" name="文字方塊 188">
                <a:extLst>
                  <a:ext uri="{FF2B5EF4-FFF2-40B4-BE49-F238E27FC236}">
                    <a16:creationId xmlns:a16="http://schemas.microsoft.com/office/drawing/2014/main" id="{06013B16-AADE-4F50-9769-3B0E22EFD811}"/>
                  </a:ext>
                </a:extLst>
              </p:cNvPr>
              <p:cNvSpPr txBox="1"/>
              <p:nvPr/>
            </p:nvSpPr>
            <p:spPr>
              <a:xfrm>
                <a:off x="6994665" y="2555828"/>
                <a:ext cx="812954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600" i="1" smtClean="0">
                          <a:latin typeface="Cambria Math" panose="02040503050406030204" pitchFamily="18" charset="0"/>
                        </a:rPr>
                        <m:t>|</m:t>
                      </m:r>
                      <m:d>
                        <m:dPr>
                          <m:begChr m:val=""/>
                          <m:endChr m:val="⟩"/>
                          <m:ctrlPr>
                            <a:rPr lang="en-US" altLang="zh-TW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1, </m:t>
                          </m:r>
                          <m:r>
                            <a:rPr lang="en-US" altLang="zh-TW" sz="16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</m:oMath>
                  </m:oMathPara>
                </a14:m>
                <a:endParaRPr lang="zh-TW" altLang="en-US" sz="1600" dirty="0"/>
              </a:p>
            </p:txBody>
          </p:sp>
        </mc:Choice>
        <mc:Fallback>
          <p:sp>
            <p:nvSpPr>
              <p:cNvPr id="189" name="文字方塊 188">
                <a:extLst>
                  <a:ext uri="{FF2B5EF4-FFF2-40B4-BE49-F238E27FC236}">
                    <a16:creationId xmlns:a16="http://schemas.microsoft.com/office/drawing/2014/main" id="{06013B16-AADE-4F50-9769-3B0E22EFD8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94665" y="2555828"/>
                <a:ext cx="812954" cy="338554"/>
              </a:xfrm>
              <a:prstGeom prst="rect">
                <a:avLst/>
              </a:prstGeom>
              <a:blipFill>
                <a:blip r:embed="rId10"/>
                <a:stretch>
                  <a:fillRect t="-108929" r="-46269" b="-16785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12" name="群組 211">
            <a:extLst>
              <a:ext uri="{FF2B5EF4-FFF2-40B4-BE49-F238E27FC236}">
                <a16:creationId xmlns:a16="http://schemas.microsoft.com/office/drawing/2014/main" id="{56BB1570-BE07-4CCA-B844-DD9F00E8733F}"/>
              </a:ext>
            </a:extLst>
          </p:cNvPr>
          <p:cNvGrpSpPr/>
          <p:nvPr/>
        </p:nvGrpSpPr>
        <p:grpSpPr>
          <a:xfrm>
            <a:off x="7184183" y="1808686"/>
            <a:ext cx="115586" cy="110880"/>
            <a:chOff x="1373392" y="2391862"/>
            <a:chExt cx="479433" cy="476535"/>
          </a:xfrm>
        </p:grpSpPr>
        <p:sp>
          <p:nvSpPr>
            <p:cNvPr id="213" name="箭號: 向右 212">
              <a:extLst>
                <a:ext uri="{FF2B5EF4-FFF2-40B4-BE49-F238E27FC236}">
                  <a16:creationId xmlns:a16="http://schemas.microsoft.com/office/drawing/2014/main" id="{D44EB9EF-73CA-404D-99EE-1F0CCE892A52}"/>
                </a:ext>
              </a:extLst>
            </p:cNvPr>
            <p:cNvSpPr/>
            <p:nvPr/>
          </p:nvSpPr>
          <p:spPr>
            <a:xfrm>
              <a:off x="1411244" y="2735868"/>
              <a:ext cx="441581" cy="132529"/>
            </a:xfrm>
            <a:prstGeom prst="rightArrow">
              <a:avLst>
                <a:gd name="adj1" fmla="val 50000"/>
                <a:gd name="adj2" fmla="val 99023"/>
              </a:avLst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220" name="箭號: 向右 219">
              <a:extLst>
                <a:ext uri="{FF2B5EF4-FFF2-40B4-BE49-F238E27FC236}">
                  <a16:creationId xmlns:a16="http://schemas.microsoft.com/office/drawing/2014/main" id="{9F517533-ADEE-4B5D-BB6F-1F4159A610F9}"/>
                </a:ext>
              </a:extLst>
            </p:cNvPr>
            <p:cNvSpPr/>
            <p:nvPr/>
          </p:nvSpPr>
          <p:spPr>
            <a:xfrm rot="16200000">
              <a:off x="1218866" y="2546388"/>
              <a:ext cx="441581" cy="132529"/>
            </a:xfrm>
            <a:prstGeom prst="rightArrow">
              <a:avLst>
                <a:gd name="adj1" fmla="val 50000"/>
                <a:gd name="adj2" fmla="val 99023"/>
              </a:avLst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2000" dirty="0">
                <a:solidFill>
                  <a:schemeClr val="tx1"/>
                </a:solidFill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26" name="文字方塊 225">
                <a:extLst>
                  <a:ext uri="{FF2B5EF4-FFF2-40B4-BE49-F238E27FC236}">
                    <a16:creationId xmlns:a16="http://schemas.microsoft.com/office/drawing/2014/main" id="{4A797F52-28EA-4953-BC86-8E8901D5D2D9}"/>
                  </a:ext>
                </a:extLst>
              </p:cNvPr>
              <p:cNvSpPr txBox="1"/>
              <p:nvPr/>
            </p:nvSpPr>
            <p:spPr>
              <a:xfrm>
                <a:off x="7064306" y="1435710"/>
                <a:ext cx="438402" cy="4242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</m:oMath>
                  </m:oMathPara>
                </a14:m>
                <a:endParaRPr lang="en-US" altLang="zh-TW" sz="2000" dirty="0"/>
              </a:p>
            </p:txBody>
          </p:sp>
        </mc:Choice>
        <mc:Fallback xmlns="">
          <p:sp>
            <p:nvSpPr>
              <p:cNvPr id="226" name="文字方塊 225">
                <a:extLst>
                  <a:ext uri="{FF2B5EF4-FFF2-40B4-BE49-F238E27FC236}">
                    <a16:creationId xmlns:a16="http://schemas.microsoft.com/office/drawing/2014/main" id="{4A797F52-28EA-4953-BC86-8E8901D5D2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64306" y="1435710"/>
                <a:ext cx="438402" cy="424283"/>
              </a:xfrm>
              <a:prstGeom prst="rect">
                <a:avLst/>
              </a:prstGeom>
              <a:blipFill>
                <a:blip r:embed="rId11"/>
                <a:stretch>
                  <a:fillRect b="-579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7" name="文字方塊 226">
                <a:extLst>
                  <a:ext uri="{FF2B5EF4-FFF2-40B4-BE49-F238E27FC236}">
                    <a16:creationId xmlns:a16="http://schemas.microsoft.com/office/drawing/2014/main" id="{990D4C3A-AED8-40BB-8849-57DEE8BE7A17}"/>
                  </a:ext>
                </a:extLst>
              </p:cNvPr>
              <p:cNvSpPr txBox="1"/>
              <p:nvPr/>
            </p:nvSpPr>
            <p:spPr>
              <a:xfrm>
                <a:off x="7237289" y="1713862"/>
                <a:ext cx="388427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</m:oMath>
                  </m:oMathPara>
                </a14:m>
                <a:endParaRPr lang="en-US" altLang="zh-TW" sz="2000" dirty="0"/>
              </a:p>
            </p:txBody>
          </p:sp>
        </mc:Choice>
        <mc:Fallback xmlns="">
          <p:sp>
            <p:nvSpPr>
              <p:cNvPr id="227" name="文字方塊 226">
                <a:extLst>
                  <a:ext uri="{FF2B5EF4-FFF2-40B4-BE49-F238E27FC236}">
                    <a16:creationId xmlns:a16="http://schemas.microsoft.com/office/drawing/2014/main" id="{990D4C3A-AED8-40BB-8849-57DEE8BE7A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37289" y="1713862"/>
                <a:ext cx="388427" cy="400110"/>
              </a:xfrm>
              <a:prstGeom prst="rect">
                <a:avLst/>
              </a:prstGeom>
              <a:blipFill>
                <a:blip r:embed="rId12"/>
                <a:stretch>
                  <a:fillRect b="-757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8" name="文字方塊 227">
                <a:extLst>
                  <a:ext uri="{FF2B5EF4-FFF2-40B4-BE49-F238E27FC236}">
                    <a16:creationId xmlns:a16="http://schemas.microsoft.com/office/drawing/2014/main" id="{3C622479-68C9-4AC9-AE5F-27970F7075FD}"/>
                  </a:ext>
                </a:extLst>
              </p:cNvPr>
              <p:cNvSpPr txBox="1"/>
              <p:nvPr/>
            </p:nvSpPr>
            <p:spPr>
              <a:xfrm>
                <a:off x="6540846" y="2179934"/>
                <a:ext cx="652306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0.1</m:t>
                          </m:r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en-US" altLang="zh-TW" sz="1600" dirty="0"/>
              </a:p>
            </p:txBody>
          </p:sp>
        </mc:Choice>
        <mc:Fallback xmlns="">
          <p:sp>
            <p:nvSpPr>
              <p:cNvPr id="228" name="文字方塊 227">
                <a:extLst>
                  <a:ext uri="{FF2B5EF4-FFF2-40B4-BE49-F238E27FC236}">
                    <a16:creationId xmlns:a16="http://schemas.microsoft.com/office/drawing/2014/main" id="{3C622479-68C9-4AC9-AE5F-27970F7075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40846" y="2179934"/>
                <a:ext cx="652306" cy="338554"/>
              </a:xfrm>
              <a:prstGeom prst="rect">
                <a:avLst/>
              </a:prstGeom>
              <a:blipFill>
                <a:blip r:embed="rId13"/>
                <a:stretch>
                  <a:fillRect b="-727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9" name="文字方塊 228">
            <a:extLst>
              <a:ext uri="{FF2B5EF4-FFF2-40B4-BE49-F238E27FC236}">
                <a16:creationId xmlns:a16="http://schemas.microsoft.com/office/drawing/2014/main" id="{2693C9D3-A145-48F7-981C-9A9BF2A0A9A5}"/>
              </a:ext>
            </a:extLst>
          </p:cNvPr>
          <p:cNvSpPr txBox="1"/>
          <p:nvPr/>
        </p:nvSpPr>
        <p:spPr>
          <a:xfrm>
            <a:off x="5543826" y="-455105"/>
            <a:ext cx="3714632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Longitudinal component</a:t>
            </a:r>
            <a:endParaRPr lang="zh-TW" altLang="en-US" sz="2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1" name="文字方塊 230">
                <a:extLst>
                  <a:ext uri="{FF2B5EF4-FFF2-40B4-BE49-F238E27FC236}">
                    <a16:creationId xmlns:a16="http://schemas.microsoft.com/office/drawing/2014/main" id="{A81A25EB-4EC7-4F2F-99BC-612BE192E284}"/>
                  </a:ext>
                </a:extLst>
              </p:cNvPr>
              <p:cNvSpPr txBox="1"/>
              <p:nvPr/>
            </p:nvSpPr>
            <p:spPr>
              <a:xfrm>
                <a:off x="6358604" y="1285730"/>
                <a:ext cx="1673596" cy="3231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5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𝛼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</m:d>
                      <m:r>
                        <a:rPr lang="en-US" altLang="zh-TW" sz="150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zh-TW" sz="15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0, </m:t>
                          </m:r>
                          <m:r>
                            <m:rPr>
                              <m:nor/>
                            </m:rPr>
                            <a:rPr lang="en-US" altLang="zh-TW" sz="150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</m:oMath>
                  </m:oMathPara>
                </a14:m>
                <a:endParaRPr lang="zh-TW" altLang="en-US" sz="1500" dirty="0"/>
              </a:p>
            </p:txBody>
          </p:sp>
        </mc:Choice>
        <mc:Fallback xmlns="">
          <p:sp>
            <p:nvSpPr>
              <p:cNvPr id="231" name="文字方塊 230">
                <a:extLst>
                  <a:ext uri="{FF2B5EF4-FFF2-40B4-BE49-F238E27FC236}">
                    <a16:creationId xmlns:a16="http://schemas.microsoft.com/office/drawing/2014/main" id="{A81A25EB-4EC7-4F2F-99BC-612BE192E2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58604" y="1285730"/>
                <a:ext cx="1673596" cy="323165"/>
              </a:xfrm>
              <a:prstGeom prst="rect">
                <a:avLst/>
              </a:prstGeom>
              <a:blipFill>
                <a:blip r:embed="rId14"/>
                <a:stretch>
                  <a:fillRect b="-943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2" name="文字方塊 231">
                <a:extLst>
                  <a:ext uri="{FF2B5EF4-FFF2-40B4-BE49-F238E27FC236}">
                    <a16:creationId xmlns:a16="http://schemas.microsoft.com/office/drawing/2014/main" id="{B2F5F182-7771-47FB-BF37-AF5144F26384}"/>
                  </a:ext>
                </a:extLst>
              </p:cNvPr>
              <p:cNvSpPr txBox="1"/>
              <p:nvPr/>
            </p:nvSpPr>
            <p:spPr>
              <a:xfrm>
                <a:off x="5301973" y="3844729"/>
                <a:ext cx="1150186" cy="3231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5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0, 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500" dirty="0"/>
              </a:p>
            </p:txBody>
          </p:sp>
        </mc:Choice>
        <mc:Fallback xmlns="">
          <p:sp>
            <p:nvSpPr>
              <p:cNvPr id="232" name="文字方塊 231">
                <a:extLst>
                  <a:ext uri="{FF2B5EF4-FFF2-40B4-BE49-F238E27FC236}">
                    <a16:creationId xmlns:a16="http://schemas.microsoft.com/office/drawing/2014/main" id="{B2F5F182-7771-47FB-BF37-AF5144F263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01973" y="3844729"/>
                <a:ext cx="1150186" cy="323165"/>
              </a:xfrm>
              <a:prstGeom prst="rect">
                <a:avLst/>
              </a:prstGeom>
              <a:blipFill>
                <a:blip r:embed="rId15"/>
                <a:stretch>
                  <a:fillRect b="-943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3" name="文字方塊 232">
                <a:extLst>
                  <a:ext uri="{FF2B5EF4-FFF2-40B4-BE49-F238E27FC236}">
                    <a16:creationId xmlns:a16="http://schemas.microsoft.com/office/drawing/2014/main" id="{BDC6F78B-E419-4B8A-BAA9-5615A1972DBE}"/>
                  </a:ext>
                </a:extLst>
              </p:cNvPr>
              <p:cNvSpPr txBox="1"/>
              <p:nvPr/>
            </p:nvSpPr>
            <p:spPr>
              <a:xfrm>
                <a:off x="8331357" y="2248720"/>
                <a:ext cx="1150186" cy="3231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5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500" dirty="0"/>
              </a:p>
            </p:txBody>
          </p:sp>
        </mc:Choice>
        <mc:Fallback xmlns="">
          <p:sp>
            <p:nvSpPr>
              <p:cNvPr id="233" name="文字方塊 232">
                <a:extLst>
                  <a:ext uri="{FF2B5EF4-FFF2-40B4-BE49-F238E27FC236}">
                    <a16:creationId xmlns:a16="http://schemas.microsoft.com/office/drawing/2014/main" id="{BDC6F78B-E419-4B8A-BAA9-5615A1972D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31357" y="2248720"/>
                <a:ext cx="1150186" cy="323165"/>
              </a:xfrm>
              <a:prstGeom prst="rect">
                <a:avLst/>
              </a:prstGeom>
              <a:blipFill>
                <a:blip r:embed="rId16"/>
                <a:stretch>
                  <a:fillRect b="-943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4" name="文字方塊 233">
                <a:extLst>
                  <a:ext uri="{FF2B5EF4-FFF2-40B4-BE49-F238E27FC236}">
                    <a16:creationId xmlns:a16="http://schemas.microsoft.com/office/drawing/2014/main" id="{DA67C54B-80A5-4D59-B289-74384BDACD1C}"/>
                  </a:ext>
                </a:extLst>
              </p:cNvPr>
              <p:cNvSpPr txBox="1"/>
              <p:nvPr/>
            </p:nvSpPr>
            <p:spPr>
              <a:xfrm>
                <a:off x="6826049" y="4840301"/>
                <a:ext cx="1150186" cy="3231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5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0,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𝜋</m:t>
                          </m:r>
                        </m:e>
                      </m:d>
                    </m:oMath>
                  </m:oMathPara>
                </a14:m>
                <a:endParaRPr lang="zh-TW" altLang="en-US" sz="1500" dirty="0"/>
              </a:p>
            </p:txBody>
          </p:sp>
        </mc:Choice>
        <mc:Fallback xmlns="">
          <p:sp>
            <p:nvSpPr>
              <p:cNvPr id="234" name="文字方塊 233">
                <a:extLst>
                  <a:ext uri="{FF2B5EF4-FFF2-40B4-BE49-F238E27FC236}">
                    <a16:creationId xmlns:a16="http://schemas.microsoft.com/office/drawing/2014/main" id="{DA67C54B-80A5-4D59-B289-74384BDACD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26049" y="4840301"/>
                <a:ext cx="1150186" cy="323165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35" name="圖片 234">
            <a:extLst>
              <a:ext uri="{FF2B5EF4-FFF2-40B4-BE49-F238E27FC236}">
                <a16:creationId xmlns:a16="http://schemas.microsoft.com/office/drawing/2014/main" id="{DF781A4C-9BC8-40C7-BF1A-E906699C28D4}"/>
              </a:ext>
            </a:extLst>
          </p:cNvPr>
          <p:cNvPicPr>
            <a:picLocks noChangeAspect="1"/>
          </p:cNvPicPr>
          <p:nvPr/>
        </p:nvPicPr>
        <p:blipFill rotWithShape="1">
          <a:blip r:embed="rId1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0879" t="9023" r="4888" b="70339"/>
          <a:stretch/>
        </p:blipFill>
        <p:spPr>
          <a:xfrm>
            <a:off x="7871070" y="1257930"/>
            <a:ext cx="413382" cy="134348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36" name="文字方塊 235">
                <a:extLst>
                  <a:ext uri="{FF2B5EF4-FFF2-40B4-BE49-F238E27FC236}">
                    <a16:creationId xmlns:a16="http://schemas.microsoft.com/office/drawing/2014/main" id="{61131924-00C5-4C5C-8379-1D2527DB1052}"/>
                  </a:ext>
                </a:extLst>
              </p:cNvPr>
              <p:cNvSpPr txBox="1"/>
              <p:nvPr/>
            </p:nvSpPr>
            <p:spPr>
              <a:xfrm>
                <a:off x="7789606" y="2342403"/>
                <a:ext cx="478319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sz="1400"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altLang="zh-TW" sz="1400">
                          <a:latin typeface="Cambria Math" panose="02040503050406030204" pitchFamily="18" charset="0"/>
                        </a:rPr>
                        <m:t>.</m:t>
                      </m:r>
                      <m:r>
                        <m:rPr>
                          <m:sty m:val="p"/>
                        </m:rPr>
                        <a:rPr lang="en-US" altLang="zh-TW" sz="1400">
                          <a:latin typeface="Cambria Math" panose="02040503050406030204" pitchFamily="18" charset="0"/>
                        </a:rPr>
                        <m:t>u</m:t>
                      </m:r>
                      <m:r>
                        <a:rPr lang="en-US" altLang="zh-TW" sz="140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TW" altLang="en-US" sz="1400" dirty="0"/>
              </a:p>
            </p:txBody>
          </p:sp>
        </mc:Choice>
        <mc:Fallback xmlns="">
          <p:sp>
            <p:nvSpPr>
              <p:cNvPr id="236" name="文字方塊 235">
                <a:extLst>
                  <a:ext uri="{FF2B5EF4-FFF2-40B4-BE49-F238E27FC236}">
                    <a16:creationId xmlns:a16="http://schemas.microsoft.com/office/drawing/2014/main" id="{61131924-00C5-4C5C-8379-1D2527DB10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89606" y="2342403"/>
                <a:ext cx="478319" cy="307777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7" name="Oval 14">
            <a:extLst>
              <a:ext uri="{FF2B5EF4-FFF2-40B4-BE49-F238E27FC236}">
                <a16:creationId xmlns:a16="http://schemas.microsoft.com/office/drawing/2014/main" id="{4D2E6476-8133-4C1A-80AA-96C2BBAD7538}"/>
              </a:ext>
            </a:extLst>
          </p:cNvPr>
          <p:cNvSpPr/>
          <p:nvPr/>
        </p:nvSpPr>
        <p:spPr>
          <a:xfrm>
            <a:off x="7317889" y="2852108"/>
            <a:ext cx="162450" cy="168277"/>
          </a:xfrm>
          <a:prstGeom prst="ellipse">
            <a:avLst/>
          </a:prstGeom>
          <a:gradFill flip="none" rotWithShape="1">
            <a:gsLst>
              <a:gs pos="0">
                <a:srgbClr val="D1D1D1"/>
              </a:gs>
              <a:gs pos="23000">
                <a:schemeClr val="bg1">
                  <a:lumMod val="85000"/>
                </a:schemeClr>
              </a:gs>
              <a:gs pos="69000">
                <a:schemeClr val="accent3">
                  <a:lumMod val="75000"/>
                </a:schemeClr>
              </a:gs>
              <a:gs pos="97000">
                <a:schemeClr val="accent3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/>
          </a:p>
        </p:txBody>
      </p:sp>
      <p:sp>
        <p:nvSpPr>
          <p:cNvPr id="238" name="Oval 4">
            <a:extLst>
              <a:ext uri="{FF2B5EF4-FFF2-40B4-BE49-F238E27FC236}">
                <a16:creationId xmlns:a16="http://schemas.microsoft.com/office/drawing/2014/main" id="{D0067B35-40A6-4446-8A95-C300D2678B59}"/>
              </a:ext>
            </a:extLst>
          </p:cNvPr>
          <p:cNvSpPr/>
          <p:nvPr/>
        </p:nvSpPr>
        <p:spPr>
          <a:xfrm>
            <a:off x="6679308" y="2936246"/>
            <a:ext cx="1443999" cy="1495797"/>
          </a:xfrm>
          <a:prstGeom prst="ellipse">
            <a:avLst/>
          </a:prstGeom>
          <a:gradFill flip="none" rotWithShape="1">
            <a:gsLst>
              <a:gs pos="100000">
                <a:schemeClr val="accent3">
                  <a:lumMod val="60000"/>
                  <a:lumOff val="40000"/>
                  <a:alpha val="60000"/>
                </a:schemeClr>
              </a:gs>
              <a:gs pos="55000">
                <a:schemeClr val="accent3">
                  <a:lumMod val="40000"/>
                  <a:lumOff val="60000"/>
                  <a:alpha val="60000"/>
                </a:schemeClr>
              </a:gs>
              <a:gs pos="0">
                <a:schemeClr val="bg1">
                  <a:alpha val="6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 w="57150">
            <a:solidFill>
              <a:srgbClr val="D5D7D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39" name="Oval 15">
            <a:extLst>
              <a:ext uri="{FF2B5EF4-FFF2-40B4-BE49-F238E27FC236}">
                <a16:creationId xmlns:a16="http://schemas.microsoft.com/office/drawing/2014/main" id="{3ED95C10-549D-46A4-8427-E9004FB39400}"/>
              </a:ext>
            </a:extLst>
          </p:cNvPr>
          <p:cNvSpPr/>
          <p:nvPr/>
        </p:nvSpPr>
        <p:spPr>
          <a:xfrm>
            <a:off x="7317889" y="4347065"/>
            <a:ext cx="162450" cy="168277"/>
          </a:xfrm>
          <a:prstGeom prst="ellipse">
            <a:avLst/>
          </a:prstGeom>
          <a:gradFill flip="none" rotWithShape="1">
            <a:gsLst>
              <a:gs pos="17000">
                <a:srgbClr val="D1D1D1"/>
              </a:gs>
              <a:gs pos="0">
                <a:schemeClr val="bg1">
                  <a:lumMod val="85000"/>
                </a:schemeClr>
              </a:gs>
              <a:gs pos="60000">
                <a:schemeClr val="accent3">
                  <a:lumMod val="75000"/>
                </a:schemeClr>
              </a:gs>
              <a:gs pos="97000">
                <a:schemeClr val="accent3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52" name="SHO">
            <a:extLst>
              <a:ext uri="{FF2B5EF4-FFF2-40B4-BE49-F238E27FC236}">
                <a16:creationId xmlns:a16="http://schemas.microsoft.com/office/drawing/2014/main" id="{0845B616-2D49-4C5D-A47F-908796A33A53}"/>
              </a:ext>
            </a:extLst>
          </p:cNvPr>
          <p:cNvSpPr/>
          <p:nvPr/>
        </p:nvSpPr>
        <p:spPr>
          <a:xfrm rot="16200000">
            <a:off x="7087769" y="2962645"/>
            <a:ext cx="622693" cy="1443999"/>
          </a:xfrm>
          <a:prstGeom prst="arc">
            <a:avLst>
              <a:gd name="adj1" fmla="val 5396867"/>
              <a:gd name="adj2" fmla="val 5395779"/>
            </a:avLst>
          </a:prstGeom>
          <a:gradFill flip="none" rotWithShape="1">
            <a:gsLst>
              <a:gs pos="0">
                <a:schemeClr val="bg1">
                  <a:lumMod val="65000"/>
                </a:schemeClr>
              </a:gs>
              <a:gs pos="47000">
                <a:schemeClr val="bg1">
                  <a:lumMod val="50000"/>
                </a:schemeClr>
              </a:gs>
              <a:gs pos="97000">
                <a:srgbClr val="5E5E5E"/>
              </a:gs>
            </a:gsLst>
            <a:path path="circle">
              <a:fillToRect l="50000" t="50000" r="50000" b="50000"/>
            </a:path>
            <a:tileRect/>
          </a:gradFill>
          <a:ln w="31750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53" name="SVO">
            <a:extLst>
              <a:ext uri="{FF2B5EF4-FFF2-40B4-BE49-F238E27FC236}">
                <a16:creationId xmlns:a16="http://schemas.microsoft.com/office/drawing/2014/main" id="{28FBC70E-6464-4911-A7DC-D688B4A191B2}"/>
              </a:ext>
            </a:extLst>
          </p:cNvPr>
          <p:cNvSpPr/>
          <p:nvPr/>
        </p:nvSpPr>
        <p:spPr>
          <a:xfrm>
            <a:off x="7037215" y="2936747"/>
            <a:ext cx="722000" cy="1495797"/>
          </a:xfrm>
          <a:prstGeom prst="ellipse">
            <a:avLst/>
          </a:prstGeom>
          <a:noFill/>
          <a:ln w="25400">
            <a:solidFill>
              <a:schemeClr val="bg1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254" name="Oval 6">
            <a:extLst>
              <a:ext uri="{FF2B5EF4-FFF2-40B4-BE49-F238E27FC236}">
                <a16:creationId xmlns:a16="http://schemas.microsoft.com/office/drawing/2014/main" id="{F7426249-BB1C-465F-BA24-177826BCA4FE}"/>
              </a:ext>
            </a:extLst>
          </p:cNvPr>
          <p:cNvSpPr/>
          <p:nvPr/>
        </p:nvSpPr>
        <p:spPr>
          <a:xfrm rot="16200000">
            <a:off x="7087769" y="2962645"/>
            <a:ext cx="622693" cy="1443999"/>
          </a:xfrm>
          <a:prstGeom prst="ellipse">
            <a:avLst/>
          </a:prstGeom>
          <a:noFill/>
          <a:ln w="38100">
            <a:solidFill>
              <a:schemeClr val="tx1">
                <a:alpha val="6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5" name="TextBox 11">
                <a:extLst>
                  <a:ext uri="{FF2B5EF4-FFF2-40B4-BE49-F238E27FC236}">
                    <a16:creationId xmlns:a16="http://schemas.microsoft.com/office/drawing/2014/main" id="{37DEB133-ADB0-4B60-901B-D2AEF580DA59}"/>
                  </a:ext>
                </a:extLst>
              </p:cNvPr>
              <p:cNvSpPr txBox="1"/>
              <p:nvPr/>
            </p:nvSpPr>
            <p:spPr>
              <a:xfrm>
                <a:off x="6849417" y="3506293"/>
                <a:ext cx="176928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255" name="TextBox 11">
                <a:extLst>
                  <a:ext uri="{FF2B5EF4-FFF2-40B4-BE49-F238E27FC236}">
                    <a16:creationId xmlns:a16="http://schemas.microsoft.com/office/drawing/2014/main" id="{37DEB133-ADB0-4B60-901B-D2AEF580DA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49417" y="3506293"/>
                <a:ext cx="176928" cy="338554"/>
              </a:xfrm>
              <a:prstGeom prst="rect">
                <a:avLst/>
              </a:prstGeom>
              <a:blipFill>
                <a:blip r:embed="rId20"/>
                <a:stretch>
                  <a:fillRect r="-4137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6" name="Oval 22">
            <a:extLst>
              <a:ext uri="{FF2B5EF4-FFF2-40B4-BE49-F238E27FC236}">
                <a16:creationId xmlns:a16="http://schemas.microsoft.com/office/drawing/2014/main" id="{F51F6D7A-CBDD-41AE-81A9-01A381888E10}"/>
              </a:ext>
            </a:extLst>
          </p:cNvPr>
          <p:cNvSpPr/>
          <p:nvPr/>
        </p:nvSpPr>
        <p:spPr>
          <a:xfrm>
            <a:off x="7316943" y="4347065"/>
            <a:ext cx="162450" cy="168277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7" name="TextBox 12">
                <a:extLst>
                  <a:ext uri="{FF2B5EF4-FFF2-40B4-BE49-F238E27FC236}">
                    <a16:creationId xmlns:a16="http://schemas.microsoft.com/office/drawing/2014/main" id="{BEB792E4-CC90-49E5-8163-921F2ECF2D45}"/>
                  </a:ext>
                </a:extLst>
              </p:cNvPr>
              <p:cNvSpPr txBox="1"/>
              <p:nvPr/>
            </p:nvSpPr>
            <p:spPr>
              <a:xfrm>
                <a:off x="7504340" y="3601690"/>
                <a:ext cx="176928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257" name="TextBox 12">
                <a:extLst>
                  <a:ext uri="{FF2B5EF4-FFF2-40B4-BE49-F238E27FC236}">
                    <a16:creationId xmlns:a16="http://schemas.microsoft.com/office/drawing/2014/main" id="{BEB792E4-CC90-49E5-8163-921F2ECF2D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04340" y="3601690"/>
                <a:ext cx="176928" cy="338554"/>
              </a:xfrm>
              <a:prstGeom prst="rect">
                <a:avLst/>
              </a:prstGeom>
              <a:blipFill>
                <a:blip r:embed="rId21"/>
                <a:stretch>
                  <a:fillRect r="-55172" b="-363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8" name="TextBox 13">
                <a:extLst>
                  <a:ext uri="{FF2B5EF4-FFF2-40B4-BE49-F238E27FC236}">
                    <a16:creationId xmlns:a16="http://schemas.microsoft.com/office/drawing/2014/main" id="{8D531DEA-B9A5-4E8D-A6A2-A31408532FD7}"/>
                  </a:ext>
                </a:extLst>
              </p:cNvPr>
              <p:cNvSpPr txBox="1"/>
              <p:nvPr/>
            </p:nvSpPr>
            <p:spPr>
              <a:xfrm>
                <a:off x="7260216" y="2971948"/>
                <a:ext cx="256967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>
                          <a:latin typeface="Cambria Math" panose="02040503050406030204" pitchFamily="18" charset="0"/>
                        </a:rPr>
                        <m:t>𝑧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258" name="TextBox 13">
                <a:extLst>
                  <a:ext uri="{FF2B5EF4-FFF2-40B4-BE49-F238E27FC236}">
                    <a16:creationId xmlns:a16="http://schemas.microsoft.com/office/drawing/2014/main" id="{8D531DEA-B9A5-4E8D-A6A2-A31408532F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60216" y="2971948"/>
                <a:ext cx="256967" cy="338554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9" name="DVO">
            <a:extLst>
              <a:ext uri="{FF2B5EF4-FFF2-40B4-BE49-F238E27FC236}">
                <a16:creationId xmlns:a16="http://schemas.microsoft.com/office/drawing/2014/main" id="{BD66E933-A9D1-416F-99A4-A2F56F384D96}"/>
              </a:ext>
            </a:extLst>
          </p:cNvPr>
          <p:cNvSpPr/>
          <p:nvPr/>
        </p:nvSpPr>
        <p:spPr>
          <a:xfrm flipH="1">
            <a:off x="7037215" y="2936747"/>
            <a:ext cx="722000" cy="1495797"/>
          </a:xfrm>
          <a:prstGeom prst="arc">
            <a:avLst>
              <a:gd name="adj1" fmla="val 5396867"/>
              <a:gd name="adj2" fmla="val 16170484"/>
            </a:avLst>
          </a:prstGeom>
          <a:ln w="254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60" name="Oval 23">
            <a:extLst>
              <a:ext uri="{FF2B5EF4-FFF2-40B4-BE49-F238E27FC236}">
                <a16:creationId xmlns:a16="http://schemas.microsoft.com/office/drawing/2014/main" id="{B1975880-4F20-4527-8AC1-67B4B5024B5F}"/>
              </a:ext>
            </a:extLst>
          </p:cNvPr>
          <p:cNvSpPr/>
          <p:nvPr/>
        </p:nvSpPr>
        <p:spPr>
          <a:xfrm>
            <a:off x="8039799" y="3600507"/>
            <a:ext cx="162450" cy="168277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cxnSp>
        <p:nvCxnSpPr>
          <p:cNvPr id="261" name="Straight Arrow Connector 7">
            <a:extLst>
              <a:ext uri="{FF2B5EF4-FFF2-40B4-BE49-F238E27FC236}">
                <a16:creationId xmlns:a16="http://schemas.microsoft.com/office/drawing/2014/main" id="{33161F97-7212-47BE-BA7D-6FC7B9147369}"/>
              </a:ext>
            </a:extLst>
          </p:cNvPr>
          <p:cNvCxnSpPr>
            <a:cxnSpLocks/>
          </p:cNvCxnSpPr>
          <p:nvPr/>
        </p:nvCxnSpPr>
        <p:spPr>
          <a:xfrm flipV="1">
            <a:off x="7395184" y="3236563"/>
            <a:ext cx="1697" cy="445890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2" name="Straight Arrow Connector 19">
            <a:extLst>
              <a:ext uri="{FF2B5EF4-FFF2-40B4-BE49-F238E27FC236}">
                <a16:creationId xmlns:a16="http://schemas.microsoft.com/office/drawing/2014/main" id="{240911C2-AE74-4914-B8DB-470C2315C461}"/>
              </a:ext>
            </a:extLst>
          </p:cNvPr>
          <p:cNvCxnSpPr>
            <a:cxnSpLocks/>
          </p:cNvCxnSpPr>
          <p:nvPr/>
        </p:nvCxnSpPr>
        <p:spPr>
          <a:xfrm>
            <a:off x="7398168" y="3680269"/>
            <a:ext cx="195802" cy="156763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3" name="Straight Arrow Connector 18">
            <a:extLst>
              <a:ext uri="{FF2B5EF4-FFF2-40B4-BE49-F238E27FC236}">
                <a16:creationId xmlns:a16="http://schemas.microsoft.com/office/drawing/2014/main" id="{168B960E-43A1-4542-B03F-41153CC41797}"/>
              </a:ext>
            </a:extLst>
          </p:cNvPr>
          <p:cNvCxnSpPr>
            <a:cxnSpLocks/>
          </p:cNvCxnSpPr>
          <p:nvPr/>
        </p:nvCxnSpPr>
        <p:spPr>
          <a:xfrm rot="16200000" flipH="1" flipV="1">
            <a:off x="7226846" y="3508793"/>
            <a:ext cx="0" cy="342950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4" name="Oval 20">
            <a:extLst>
              <a:ext uri="{FF2B5EF4-FFF2-40B4-BE49-F238E27FC236}">
                <a16:creationId xmlns:a16="http://schemas.microsoft.com/office/drawing/2014/main" id="{24DEE888-55C9-4D4C-B18D-808F9AA85CCB}"/>
              </a:ext>
            </a:extLst>
          </p:cNvPr>
          <p:cNvSpPr/>
          <p:nvPr/>
        </p:nvSpPr>
        <p:spPr>
          <a:xfrm>
            <a:off x="6595635" y="3600507"/>
            <a:ext cx="162450" cy="168277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265" name="Oval 22">
            <a:extLst>
              <a:ext uri="{FF2B5EF4-FFF2-40B4-BE49-F238E27FC236}">
                <a16:creationId xmlns:a16="http://schemas.microsoft.com/office/drawing/2014/main" id="{EF01816B-7066-4916-A520-954D092BE6FE}"/>
              </a:ext>
            </a:extLst>
          </p:cNvPr>
          <p:cNvSpPr/>
          <p:nvPr/>
        </p:nvSpPr>
        <p:spPr>
          <a:xfrm>
            <a:off x="7318125" y="2844234"/>
            <a:ext cx="162450" cy="168277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/>
          </a:p>
        </p:txBody>
      </p:sp>
      <p:sp>
        <p:nvSpPr>
          <p:cNvPr id="266" name="Partial Circle 9">
            <a:extLst>
              <a:ext uri="{FF2B5EF4-FFF2-40B4-BE49-F238E27FC236}">
                <a16:creationId xmlns:a16="http://schemas.microsoft.com/office/drawing/2014/main" id="{95E3D0C0-F471-47D7-9B54-CC1B9F289F59}"/>
              </a:ext>
            </a:extLst>
          </p:cNvPr>
          <p:cNvSpPr>
            <a:spLocks noChangeAspect="1"/>
          </p:cNvSpPr>
          <p:nvPr/>
        </p:nvSpPr>
        <p:spPr>
          <a:xfrm rot="16200000" flipH="1">
            <a:off x="7334286" y="3585381"/>
            <a:ext cx="102407" cy="197721"/>
          </a:xfrm>
          <a:prstGeom prst="pie">
            <a:avLst>
              <a:gd name="adj1" fmla="val 16258856"/>
              <a:gd name="adj2" fmla="val 19252600"/>
            </a:avLst>
          </a:prstGeom>
          <a:gradFill flip="none" rotWithShape="1">
            <a:gsLst>
              <a:gs pos="0">
                <a:schemeClr val="tx1"/>
              </a:gs>
              <a:gs pos="50000">
                <a:schemeClr val="tx1">
                  <a:lumMod val="50000"/>
                  <a:lumOff val="50000"/>
                </a:schemeClr>
              </a:gs>
              <a:gs pos="100000">
                <a:schemeClr val="bg1">
                  <a:lumMod val="50000"/>
                </a:schemeClr>
              </a:gs>
            </a:gsLst>
            <a:lin ang="2700000" scaled="1"/>
            <a:tileRect/>
          </a:gra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7" name="TextBox 10">
                <a:extLst>
                  <a:ext uri="{FF2B5EF4-FFF2-40B4-BE49-F238E27FC236}">
                    <a16:creationId xmlns:a16="http://schemas.microsoft.com/office/drawing/2014/main" id="{B215AA15-06BF-4D83-A5CD-B6A967095CE1}"/>
                  </a:ext>
                </a:extLst>
              </p:cNvPr>
              <p:cNvSpPr txBox="1"/>
              <p:nvPr/>
            </p:nvSpPr>
            <p:spPr>
              <a:xfrm>
                <a:off x="6970268" y="3620427"/>
                <a:ext cx="315234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>
                          <a:latin typeface="Cambria Math" panose="02040503050406030204" pitchFamily="18" charset="0"/>
                        </a:rPr>
                        <m:t>𝛼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267" name="TextBox 10">
                <a:extLst>
                  <a:ext uri="{FF2B5EF4-FFF2-40B4-BE49-F238E27FC236}">
                    <a16:creationId xmlns:a16="http://schemas.microsoft.com/office/drawing/2014/main" id="{B215AA15-06BF-4D83-A5CD-B6A967095C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70268" y="3620427"/>
                <a:ext cx="315234" cy="338554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68" name="Straight Arrow Connector 17">
            <a:extLst>
              <a:ext uri="{FF2B5EF4-FFF2-40B4-BE49-F238E27FC236}">
                <a16:creationId xmlns:a16="http://schemas.microsoft.com/office/drawing/2014/main" id="{230BB7BA-7677-4C8C-B5E4-B82B7D463931}"/>
              </a:ext>
            </a:extLst>
          </p:cNvPr>
          <p:cNvCxnSpPr>
            <a:cxnSpLocks/>
          </p:cNvCxnSpPr>
          <p:nvPr/>
        </p:nvCxnSpPr>
        <p:spPr>
          <a:xfrm flipH="1">
            <a:off x="7177537" y="3685449"/>
            <a:ext cx="221585" cy="286539"/>
          </a:xfrm>
          <a:prstGeom prst="straightConnector1">
            <a:avLst/>
          </a:prstGeom>
          <a:ln w="38100">
            <a:solidFill>
              <a:schemeClr val="tx1"/>
            </a:solidFill>
            <a:tailEnd type="stealth" w="lg" len="lg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269" name="Partial Circle 9">
            <a:extLst>
              <a:ext uri="{FF2B5EF4-FFF2-40B4-BE49-F238E27FC236}">
                <a16:creationId xmlns:a16="http://schemas.microsoft.com/office/drawing/2014/main" id="{E72D69FE-BCE2-4231-B5B8-E4BAB5150F43}"/>
              </a:ext>
            </a:extLst>
          </p:cNvPr>
          <p:cNvSpPr>
            <a:spLocks noChangeAspect="1"/>
          </p:cNvSpPr>
          <p:nvPr/>
        </p:nvSpPr>
        <p:spPr>
          <a:xfrm>
            <a:off x="7321561" y="3548156"/>
            <a:ext cx="149214" cy="301366"/>
          </a:xfrm>
          <a:prstGeom prst="pie">
            <a:avLst>
              <a:gd name="adj1" fmla="val 16258856"/>
              <a:gd name="adj2" fmla="val 19252600"/>
            </a:avLst>
          </a:prstGeom>
          <a:gradFill flip="none" rotWithShape="1">
            <a:gsLst>
              <a:gs pos="0">
                <a:schemeClr val="tx1"/>
              </a:gs>
              <a:gs pos="50000">
                <a:schemeClr val="tx1">
                  <a:lumMod val="50000"/>
                  <a:lumOff val="50000"/>
                </a:schemeClr>
              </a:gs>
              <a:gs pos="100000">
                <a:schemeClr val="bg1">
                  <a:lumMod val="50000"/>
                </a:schemeClr>
              </a:gs>
            </a:gsLst>
            <a:lin ang="2700000" scaled="1"/>
            <a:tileRect/>
          </a:gra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0" name="TextBox 10">
                <a:extLst>
                  <a:ext uri="{FF2B5EF4-FFF2-40B4-BE49-F238E27FC236}">
                    <a16:creationId xmlns:a16="http://schemas.microsoft.com/office/drawing/2014/main" id="{2F6C10B6-03DA-4C5F-B367-63A41053B482}"/>
                  </a:ext>
                </a:extLst>
              </p:cNvPr>
              <p:cNvSpPr txBox="1"/>
              <p:nvPr/>
            </p:nvSpPr>
            <p:spPr>
              <a:xfrm>
                <a:off x="7361340" y="3300009"/>
                <a:ext cx="297046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>
                          <a:latin typeface="Cambria Math" panose="02040503050406030204" pitchFamily="18" charset="0"/>
                        </a:rPr>
                        <m:t>𝛽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270" name="TextBox 10">
                <a:extLst>
                  <a:ext uri="{FF2B5EF4-FFF2-40B4-BE49-F238E27FC236}">
                    <a16:creationId xmlns:a16="http://schemas.microsoft.com/office/drawing/2014/main" id="{2F6C10B6-03DA-4C5F-B367-63A41053B4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61340" y="3300009"/>
                <a:ext cx="297046" cy="338554"/>
              </a:xfrm>
              <a:prstGeom prst="rect">
                <a:avLst/>
              </a:prstGeom>
              <a:blipFill>
                <a:blip r:embed="rId24"/>
                <a:stretch>
                  <a:fillRect l="-2083" r="-4167" b="-892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71" name="Straight Arrow Connector 17">
            <a:extLst>
              <a:ext uri="{FF2B5EF4-FFF2-40B4-BE49-F238E27FC236}">
                <a16:creationId xmlns:a16="http://schemas.microsoft.com/office/drawing/2014/main" id="{050CD12B-2348-4EAE-8F7E-7F476F6AB6E3}"/>
              </a:ext>
            </a:extLst>
          </p:cNvPr>
          <p:cNvCxnSpPr>
            <a:cxnSpLocks/>
          </p:cNvCxnSpPr>
          <p:nvPr/>
        </p:nvCxnSpPr>
        <p:spPr>
          <a:xfrm flipV="1">
            <a:off x="7391035" y="3239724"/>
            <a:ext cx="571923" cy="449644"/>
          </a:xfrm>
          <a:prstGeom prst="straightConnector1">
            <a:avLst/>
          </a:prstGeom>
          <a:ln w="38100">
            <a:solidFill>
              <a:schemeClr val="tx1"/>
            </a:solidFill>
            <a:tailEnd type="stealth" w="lg" len="lg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52" name="Oval 23">
            <a:extLst>
              <a:ext uri="{FF2B5EF4-FFF2-40B4-BE49-F238E27FC236}">
                <a16:creationId xmlns:a16="http://schemas.microsoft.com/office/drawing/2014/main" id="{6454FEB7-1A49-4057-B9D1-C98AB19CFD06}"/>
              </a:ext>
            </a:extLst>
          </p:cNvPr>
          <p:cNvSpPr/>
          <p:nvPr/>
        </p:nvSpPr>
        <p:spPr>
          <a:xfrm>
            <a:off x="7651126" y="3860498"/>
            <a:ext cx="162450" cy="168277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154" name="Oval 23">
            <a:extLst>
              <a:ext uri="{FF2B5EF4-FFF2-40B4-BE49-F238E27FC236}">
                <a16:creationId xmlns:a16="http://schemas.microsoft.com/office/drawing/2014/main" id="{2FF5597B-5488-4B3C-BE8B-E0AD3A81CF14}"/>
              </a:ext>
            </a:extLst>
          </p:cNvPr>
          <p:cNvSpPr/>
          <p:nvPr/>
        </p:nvSpPr>
        <p:spPr>
          <a:xfrm>
            <a:off x="6965326" y="3327098"/>
            <a:ext cx="162450" cy="168277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6" name="文字方塊 155">
                <a:extLst>
                  <a:ext uri="{FF2B5EF4-FFF2-40B4-BE49-F238E27FC236}">
                    <a16:creationId xmlns:a16="http://schemas.microsoft.com/office/drawing/2014/main" id="{7D05204B-22BE-4DE9-AA50-5F23DEE9A2F6}"/>
                  </a:ext>
                </a:extLst>
              </p:cNvPr>
              <p:cNvSpPr txBox="1"/>
              <p:nvPr/>
            </p:nvSpPr>
            <p:spPr>
              <a:xfrm>
                <a:off x="8312755" y="3844729"/>
                <a:ext cx="1150186" cy="3231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5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500" b="0" i="1" smtClean="0">
                              <a:latin typeface="Cambria Math" panose="02040503050406030204" pitchFamily="18" charset="0"/>
                            </a:rPr>
                            <m:t>/2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500" dirty="0"/>
              </a:p>
            </p:txBody>
          </p:sp>
        </mc:Choice>
        <mc:Fallback xmlns="">
          <p:sp>
            <p:nvSpPr>
              <p:cNvPr id="156" name="文字方塊 155">
                <a:extLst>
                  <a:ext uri="{FF2B5EF4-FFF2-40B4-BE49-F238E27FC236}">
                    <a16:creationId xmlns:a16="http://schemas.microsoft.com/office/drawing/2014/main" id="{7D05204B-22BE-4DE9-AA50-5F23DEE9A2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12755" y="3844729"/>
                <a:ext cx="1150186" cy="323165"/>
              </a:xfrm>
              <a:prstGeom prst="rect">
                <a:avLst/>
              </a:prstGeom>
              <a:blipFill>
                <a:blip r:embed="rId25"/>
                <a:stretch>
                  <a:fillRect b="-943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7" name="文字方塊 156">
                <a:extLst>
                  <a:ext uri="{FF2B5EF4-FFF2-40B4-BE49-F238E27FC236}">
                    <a16:creationId xmlns:a16="http://schemas.microsoft.com/office/drawing/2014/main" id="{834029C9-84F7-4B57-9E81-D8CCCEEA55EA}"/>
                  </a:ext>
                </a:extLst>
              </p:cNvPr>
              <p:cNvSpPr txBox="1"/>
              <p:nvPr/>
            </p:nvSpPr>
            <p:spPr>
              <a:xfrm>
                <a:off x="5272154" y="2248720"/>
                <a:ext cx="1150186" cy="3231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5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5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/2,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500" dirty="0"/>
              </a:p>
            </p:txBody>
          </p:sp>
        </mc:Choice>
        <mc:Fallback xmlns="">
          <p:sp>
            <p:nvSpPr>
              <p:cNvPr id="157" name="文字方塊 156">
                <a:extLst>
                  <a:ext uri="{FF2B5EF4-FFF2-40B4-BE49-F238E27FC236}">
                    <a16:creationId xmlns:a16="http://schemas.microsoft.com/office/drawing/2014/main" id="{834029C9-84F7-4B57-9E81-D8CCCEEA55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72154" y="2248720"/>
                <a:ext cx="1150186" cy="323165"/>
              </a:xfrm>
              <a:prstGeom prst="rect">
                <a:avLst/>
              </a:prstGeom>
              <a:blipFill>
                <a:blip r:embed="rId26"/>
                <a:stretch>
                  <a:fillRect b="-943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8" name="直線接點 157">
            <a:extLst>
              <a:ext uri="{FF2B5EF4-FFF2-40B4-BE49-F238E27FC236}">
                <a16:creationId xmlns:a16="http://schemas.microsoft.com/office/drawing/2014/main" id="{DA529A4E-3BAB-45BB-8274-1088EF0B43A5}"/>
              </a:ext>
            </a:extLst>
          </p:cNvPr>
          <p:cNvCxnSpPr>
            <a:cxnSpLocks/>
          </p:cNvCxnSpPr>
          <p:nvPr/>
        </p:nvCxnSpPr>
        <p:spPr>
          <a:xfrm flipV="1">
            <a:off x="6523355" y="3410397"/>
            <a:ext cx="453250" cy="188"/>
          </a:xfrm>
          <a:prstGeom prst="line">
            <a:avLst/>
          </a:prstGeom>
          <a:ln w="9525" cap="flat" cmpd="sng" algn="ctr">
            <a:solidFill>
              <a:schemeClr val="bg1">
                <a:lumMod val="5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59" name="直線接點 158">
            <a:extLst>
              <a:ext uri="{FF2B5EF4-FFF2-40B4-BE49-F238E27FC236}">
                <a16:creationId xmlns:a16="http://schemas.microsoft.com/office/drawing/2014/main" id="{F100F92B-B8C5-4A0F-B866-E2BAB0C4087A}"/>
              </a:ext>
            </a:extLst>
          </p:cNvPr>
          <p:cNvCxnSpPr>
            <a:cxnSpLocks/>
          </p:cNvCxnSpPr>
          <p:nvPr/>
        </p:nvCxnSpPr>
        <p:spPr>
          <a:xfrm>
            <a:off x="7827010" y="3970973"/>
            <a:ext cx="418783" cy="0"/>
          </a:xfrm>
          <a:prstGeom prst="line">
            <a:avLst/>
          </a:prstGeom>
          <a:ln w="9525" cap="flat" cmpd="sng" algn="ctr">
            <a:solidFill>
              <a:schemeClr val="bg1">
                <a:lumMod val="5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60" name="直線接點 159">
            <a:extLst>
              <a:ext uri="{FF2B5EF4-FFF2-40B4-BE49-F238E27FC236}">
                <a16:creationId xmlns:a16="http://schemas.microsoft.com/office/drawing/2014/main" id="{A656DF39-7853-456D-84EE-B2D69029F0B5}"/>
              </a:ext>
            </a:extLst>
          </p:cNvPr>
          <p:cNvCxnSpPr>
            <a:cxnSpLocks/>
          </p:cNvCxnSpPr>
          <p:nvPr/>
        </p:nvCxnSpPr>
        <p:spPr>
          <a:xfrm flipV="1">
            <a:off x="8169593" y="3508375"/>
            <a:ext cx="120332" cy="100649"/>
          </a:xfrm>
          <a:prstGeom prst="line">
            <a:avLst/>
          </a:prstGeom>
          <a:ln w="9525" cap="flat" cmpd="sng" algn="ctr">
            <a:solidFill>
              <a:schemeClr val="bg1">
                <a:lumMod val="5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61" name="直線接點 160">
            <a:extLst>
              <a:ext uri="{FF2B5EF4-FFF2-40B4-BE49-F238E27FC236}">
                <a16:creationId xmlns:a16="http://schemas.microsoft.com/office/drawing/2014/main" id="{C2ECA97C-3D5E-4873-BF49-1B844DE8012B}"/>
              </a:ext>
            </a:extLst>
          </p:cNvPr>
          <p:cNvCxnSpPr>
            <a:cxnSpLocks/>
          </p:cNvCxnSpPr>
          <p:nvPr/>
        </p:nvCxnSpPr>
        <p:spPr>
          <a:xfrm flipV="1">
            <a:off x="6508393" y="3750766"/>
            <a:ext cx="105264" cy="191632"/>
          </a:xfrm>
          <a:prstGeom prst="line">
            <a:avLst/>
          </a:prstGeom>
          <a:ln w="9525" cap="flat" cmpd="sng" algn="ctr">
            <a:solidFill>
              <a:schemeClr val="bg1">
                <a:lumMod val="5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766917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矩形: 圓角 176">
            <a:extLst>
              <a:ext uri="{FF2B5EF4-FFF2-40B4-BE49-F238E27FC236}">
                <a16:creationId xmlns:a16="http://schemas.microsoft.com/office/drawing/2014/main" id="{C0499F8D-22B8-4B76-B2A0-FC45B222262E}"/>
              </a:ext>
            </a:extLst>
          </p:cNvPr>
          <p:cNvSpPr/>
          <p:nvPr/>
        </p:nvSpPr>
        <p:spPr>
          <a:xfrm>
            <a:off x="4931433" y="428625"/>
            <a:ext cx="4899729" cy="5763273"/>
          </a:xfrm>
          <a:prstGeom prst="roundRect">
            <a:avLst>
              <a:gd name="adj" fmla="val 7772"/>
            </a:avLst>
          </a:prstGeom>
          <a:gradFill flip="none" rotWithShape="1"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lin ang="54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2000" dirty="0"/>
          </a:p>
        </p:txBody>
      </p:sp>
      <p:pic>
        <p:nvPicPr>
          <p:cNvPr id="62" name="圖片 61">
            <a:extLst>
              <a:ext uri="{FF2B5EF4-FFF2-40B4-BE49-F238E27FC236}">
                <a16:creationId xmlns:a16="http://schemas.microsoft.com/office/drawing/2014/main" id="{CA166C0E-3E3D-4609-947B-799AB2B6EB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5295" y="3878736"/>
            <a:ext cx="1285200" cy="1285200"/>
          </a:xfrm>
          <a:prstGeom prst="rect">
            <a:avLst/>
          </a:prstGeom>
        </p:spPr>
      </p:pic>
      <p:pic>
        <p:nvPicPr>
          <p:cNvPr id="64" name="圖片 63">
            <a:extLst>
              <a:ext uri="{FF2B5EF4-FFF2-40B4-BE49-F238E27FC236}">
                <a16:creationId xmlns:a16="http://schemas.microsoft.com/office/drawing/2014/main" id="{B7F8EC20-5160-4DF3-ACA4-680FA4AA4B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91923" y="3832155"/>
            <a:ext cx="1285200" cy="1285200"/>
          </a:xfrm>
          <a:prstGeom prst="rect">
            <a:avLst/>
          </a:prstGeom>
        </p:spPr>
      </p:pic>
      <p:pic>
        <p:nvPicPr>
          <p:cNvPr id="65" name="圖片 64">
            <a:extLst>
              <a:ext uri="{FF2B5EF4-FFF2-40B4-BE49-F238E27FC236}">
                <a16:creationId xmlns:a16="http://schemas.microsoft.com/office/drawing/2014/main" id="{5D57588F-F944-4E97-9922-87D5DAD26B5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82305" y="2272887"/>
            <a:ext cx="1285200" cy="1285200"/>
          </a:xfrm>
          <a:prstGeom prst="rect">
            <a:avLst/>
          </a:prstGeom>
        </p:spPr>
      </p:pic>
      <p:pic>
        <p:nvPicPr>
          <p:cNvPr id="66" name="圖片 65">
            <a:extLst>
              <a:ext uri="{FF2B5EF4-FFF2-40B4-BE49-F238E27FC236}">
                <a16:creationId xmlns:a16="http://schemas.microsoft.com/office/drawing/2014/main" id="{F839E4AE-19C4-4621-BEEA-EECFF43DE5E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20472" y="2276524"/>
            <a:ext cx="1285200" cy="1285200"/>
          </a:xfrm>
          <a:prstGeom prst="rect">
            <a:avLst/>
          </a:prstGeom>
        </p:spPr>
      </p:pic>
      <p:pic>
        <p:nvPicPr>
          <p:cNvPr id="67" name="圖片 66">
            <a:extLst>
              <a:ext uri="{FF2B5EF4-FFF2-40B4-BE49-F238E27FC236}">
                <a16:creationId xmlns:a16="http://schemas.microsoft.com/office/drawing/2014/main" id="{6AD6CAF4-16E6-4435-92BD-33EF6428946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53149" y="1289062"/>
            <a:ext cx="1285200" cy="1285200"/>
          </a:xfrm>
          <a:prstGeom prst="rect">
            <a:avLst/>
          </a:prstGeom>
        </p:spPr>
      </p:pic>
      <p:pic>
        <p:nvPicPr>
          <p:cNvPr id="68" name="圖片 67">
            <a:extLst>
              <a:ext uri="{FF2B5EF4-FFF2-40B4-BE49-F238E27FC236}">
                <a16:creationId xmlns:a16="http://schemas.microsoft.com/office/drawing/2014/main" id="{7F4B3822-BF59-440C-B35C-0C2FF39BAEB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40393" y="4866501"/>
            <a:ext cx="1285200" cy="1287567"/>
          </a:xfrm>
          <a:prstGeom prst="rect">
            <a:avLst/>
          </a:prstGeom>
        </p:spPr>
      </p:pic>
      <p:pic>
        <p:nvPicPr>
          <p:cNvPr id="60" name="圖片 59">
            <a:extLst>
              <a:ext uri="{FF2B5EF4-FFF2-40B4-BE49-F238E27FC236}">
                <a16:creationId xmlns:a16="http://schemas.microsoft.com/office/drawing/2014/main" id="{541BD68D-4BA5-4940-AB6F-5C6348E77341}"/>
              </a:ext>
            </a:extLst>
          </p:cNvPr>
          <p:cNvPicPr>
            <a:picLocks noChangeAspect="1"/>
          </p:cNvPicPr>
          <p:nvPr/>
        </p:nvPicPr>
        <p:blipFill rotWithShape="1">
          <a:blip r:embed="rId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t="61405"/>
          <a:stretch/>
        </p:blipFill>
        <p:spPr>
          <a:xfrm>
            <a:off x="6250783" y="583195"/>
            <a:ext cx="2300718" cy="470285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80" name="文字方塊 179">
                <a:extLst>
                  <a:ext uri="{FF2B5EF4-FFF2-40B4-BE49-F238E27FC236}">
                    <a16:creationId xmlns:a16="http://schemas.microsoft.com/office/drawing/2014/main" id="{C6592285-FBA9-4DE2-BE47-D5703A7C2A40}"/>
                  </a:ext>
                </a:extLst>
              </p:cNvPr>
              <p:cNvSpPr txBox="1"/>
              <p:nvPr/>
            </p:nvSpPr>
            <p:spPr>
              <a:xfrm>
                <a:off x="6994665" y="4501420"/>
                <a:ext cx="812954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600" i="1" smtClean="0">
                          <a:latin typeface="Cambria Math" panose="02040503050406030204" pitchFamily="18" charset="0"/>
                        </a:rPr>
                        <m:t>|</m:t>
                      </m:r>
                      <m:d>
                        <m:dPr>
                          <m:begChr m:val=""/>
                          <m:endChr m:val="⟩"/>
                          <m:ctrlPr>
                            <a:rPr lang="en-US" altLang="zh-TW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1, </m:t>
                          </m:r>
                          <m:r>
                            <a:rPr lang="en-US" altLang="zh-TW" sz="1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</m:oMath>
                  </m:oMathPara>
                </a14:m>
                <a:endParaRPr lang="zh-TW" altLang="en-US" sz="1600" dirty="0"/>
              </a:p>
            </p:txBody>
          </p:sp>
        </mc:Choice>
        <mc:Fallback>
          <p:sp>
            <p:nvSpPr>
              <p:cNvPr id="180" name="文字方塊 179">
                <a:extLst>
                  <a:ext uri="{FF2B5EF4-FFF2-40B4-BE49-F238E27FC236}">
                    <a16:creationId xmlns:a16="http://schemas.microsoft.com/office/drawing/2014/main" id="{C6592285-FBA9-4DE2-BE47-D5703A7C2A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94665" y="4501420"/>
                <a:ext cx="812954" cy="338554"/>
              </a:xfrm>
              <a:prstGeom prst="rect">
                <a:avLst/>
              </a:prstGeom>
              <a:blipFill>
                <a:blip r:embed="rId9"/>
                <a:stretch>
                  <a:fillRect t="-108929" r="-36567" b="-16785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89" name="文字方塊 188">
                <a:extLst>
                  <a:ext uri="{FF2B5EF4-FFF2-40B4-BE49-F238E27FC236}">
                    <a16:creationId xmlns:a16="http://schemas.microsoft.com/office/drawing/2014/main" id="{06013B16-AADE-4F50-9769-3B0E22EFD811}"/>
                  </a:ext>
                </a:extLst>
              </p:cNvPr>
              <p:cNvSpPr txBox="1"/>
              <p:nvPr/>
            </p:nvSpPr>
            <p:spPr>
              <a:xfrm>
                <a:off x="6994665" y="2555828"/>
                <a:ext cx="812954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600" i="1" smtClean="0">
                          <a:latin typeface="Cambria Math" panose="02040503050406030204" pitchFamily="18" charset="0"/>
                        </a:rPr>
                        <m:t>|</m:t>
                      </m:r>
                      <m:d>
                        <m:dPr>
                          <m:begChr m:val=""/>
                          <m:endChr m:val="⟩"/>
                          <m:ctrlPr>
                            <a:rPr lang="en-US" altLang="zh-TW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1, </m:t>
                          </m:r>
                          <m:r>
                            <a:rPr lang="en-US" altLang="zh-TW" sz="16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</m:oMath>
                  </m:oMathPara>
                </a14:m>
                <a:endParaRPr lang="zh-TW" altLang="en-US" sz="1600" dirty="0"/>
              </a:p>
            </p:txBody>
          </p:sp>
        </mc:Choice>
        <mc:Fallback>
          <p:sp>
            <p:nvSpPr>
              <p:cNvPr id="189" name="文字方塊 188">
                <a:extLst>
                  <a:ext uri="{FF2B5EF4-FFF2-40B4-BE49-F238E27FC236}">
                    <a16:creationId xmlns:a16="http://schemas.microsoft.com/office/drawing/2014/main" id="{06013B16-AADE-4F50-9769-3B0E22EFD8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94665" y="2555828"/>
                <a:ext cx="812954" cy="338554"/>
              </a:xfrm>
              <a:prstGeom prst="rect">
                <a:avLst/>
              </a:prstGeom>
              <a:blipFill>
                <a:blip r:embed="rId10"/>
                <a:stretch>
                  <a:fillRect t="-108929" r="-46269" b="-16785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12" name="群組 211">
            <a:extLst>
              <a:ext uri="{FF2B5EF4-FFF2-40B4-BE49-F238E27FC236}">
                <a16:creationId xmlns:a16="http://schemas.microsoft.com/office/drawing/2014/main" id="{56BB1570-BE07-4CCA-B844-DD9F00E8733F}"/>
              </a:ext>
            </a:extLst>
          </p:cNvPr>
          <p:cNvGrpSpPr/>
          <p:nvPr/>
        </p:nvGrpSpPr>
        <p:grpSpPr>
          <a:xfrm>
            <a:off x="7184183" y="1808686"/>
            <a:ext cx="115586" cy="110880"/>
            <a:chOff x="1373392" y="2391862"/>
            <a:chExt cx="479433" cy="476535"/>
          </a:xfrm>
        </p:grpSpPr>
        <p:sp>
          <p:nvSpPr>
            <p:cNvPr id="213" name="箭號: 向右 212">
              <a:extLst>
                <a:ext uri="{FF2B5EF4-FFF2-40B4-BE49-F238E27FC236}">
                  <a16:creationId xmlns:a16="http://schemas.microsoft.com/office/drawing/2014/main" id="{D44EB9EF-73CA-404D-99EE-1F0CCE892A52}"/>
                </a:ext>
              </a:extLst>
            </p:cNvPr>
            <p:cNvSpPr/>
            <p:nvPr/>
          </p:nvSpPr>
          <p:spPr>
            <a:xfrm>
              <a:off x="1411244" y="2735868"/>
              <a:ext cx="441581" cy="132529"/>
            </a:xfrm>
            <a:prstGeom prst="rightArrow">
              <a:avLst>
                <a:gd name="adj1" fmla="val 50000"/>
                <a:gd name="adj2" fmla="val 99023"/>
              </a:avLst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220" name="箭號: 向右 219">
              <a:extLst>
                <a:ext uri="{FF2B5EF4-FFF2-40B4-BE49-F238E27FC236}">
                  <a16:creationId xmlns:a16="http://schemas.microsoft.com/office/drawing/2014/main" id="{9F517533-ADEE-4B5D-BB6F-1F4159A610F9}"/>
                </a:ext>
              </a:extLst>
            </p:cNvPr>
            <p:cNvSpPr/>
            <p:nvPr/>
          </p:nvSpPr>
          <p:spPr>
            <a:xfrm rot="16200000">
              <a:off x="1218866" y="2546388"/>
              <a:ext cx="441581" cy="132529"/>
            </a:xfrm>
            <a:prstGeom prst="rightArrow">
              <a:avLst>
                <a:gd name="adj1" fmla="val 50000"/>
                <a:gd name="adj2" fmla="val 99023"/>
              </a:avLst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2000" dirty="0">
                <a:solidFill>
                  <a:schemeClr val="tx1"/>
                </a:solidFill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26" name="文字方塊 225">
                <a:extLst>
                  <a:ext uri="{FF2B5EF4-FFF2-40B4-BE49-F238E27FC236}">
                    <a16:creationId xmlns:a16="http://schemas.microsoft.com/office/drawing/2014/main" id="{4A797F52-28EA-4953-BC86-8E8901D5D2D9}"/>
                  </a:ext>
                </a:extLst>
              </p:cNvPr>
              <p:cNvSpPr txBox="1"/>
              <p:nvPr/>
            </p:nvSpPr>
            <p:spPr>
              <a:xfrm>
                <a:off x="7064306" y="1435710"/>
                <a:ext cx="438402" cy="4242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</m:oMath>
                  </m:oMathPara>
                </a14:m>
                <a:endParaRPr lang="en-US" altLang="zh-TW" sz="2000" dirty="0"/>
              </a:p>
            </p:txBody>
          </p:sp>
        </mc:Choice>
        <mc:Fallback xmlns="">
          <p:sp>
            <p:nvSpPr>
              <p:cNvPr id="226" name="文字方塊 225">
                <a:extLst>
                  <a:ext uri="{FF2B5EF4-FFF2-40B4-BE49-F238E27FC236}">
                    <a16:creationId xmlns:a16="http://schemas.microsoft.com/office/drawing/2014/main" id="{4A797F52-28EA-4953-BC86-8E8901D5D2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64306" y="1435710"/>
                <a:ext cx="438402" cy="424283"/>
              </a:xfrm>
              <a:prstGeom prst="rect">
                <a:avLst/>
              </a:prstGeom>
              <a:blipFill>
                <a:blip r:embed="rId11"/>
                <a:stretch>
                  <a:fillRect b="-579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7" name="文字方塊 226">
                <a:extLst>
                  <a:ext uri="{FF2B5EF4-FFF2-40B4-BE49-F238E27FC236}">
                    <a16:creationId xmlns:a16="http://schemas.microsoft.com/office/drawing/2014/main" id="{990D4C3A-AED8-40BB-8849-57DEE8BE7A17}"/>
                  </a:ext>
                </a:extLst>
              </p:cNvPr>
              <p:cNvSpPr txBox="1"/>
              <p:nvPr/>
            </p:nvSpPr>
            <p:spPr>
              <a:xfrm>
                <a:off x="7237289" y="1713862"/>
                <a:ext cx="388427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</m:oMath>
                  </m:oMathPara>
                </a14:m>
                <a:endParaRPr lang="en-US" altLang="zh-TW" sz="2000" dirty="0"/>
              </a:p>
            </p:txBody>
          </p:sp>
        </mc:Choice>
        <mc:Fallback xmlns="">
          <p:sp>
            <p:nvSpPr>
              <p:cNvPr id="227" name="文字方塊 226">
                <a:extLst>
                  <a:ext uri="{FF2B5EF4-FFF2-40B4-BE49-F238E27FC236}">
                    <a16:creationId xmlns:a16="http://schemas.microsoft.com/office/drawing/2014/main" id="{990D4C3A-AED8-40BB-8849-57DEE8BE7A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37289" y="1713862"/>
                <a:ext cx="388427" cy="400110"/>
              </a:xfrm>
              <a:prstGeom prst="rect">
                <a:avLst/>
              </a:prstGeom>
              <a:blipFill>
                <a:blip r:embed="rId12"/>
                <a:stretch>
                  <a:fillRect b="-757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8" name="文字方塊 227">
                <a:extLst>
                  <a:ext uri="{FF2B5EF4-FFF2-40B4-BE49-F238E27FC236}">
                    <a16:creationId xmlns:a16="http://schemas.microsoft.com/office/drawing/2014/main" id="{3C622479-68C9-4AC9-AE5F-27970F7075FD}"/>
                  </a:ext>
                </a:extLst>
              </p:cNvPr>
              <p:cNvSpPr txBox="1"/>
              <p:nvPr/>
            </p:nvSpPr>
            <p:spPr>
              <a:xfrm>
                <a:off x="6540846" y="2179934"/>
                <a:ext cx="652306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0.1</m:t>
                          </m:r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en-US" altLang="zh-TW" sz="1600" dirty="0"/>
              </a:p>
            </p:txBody>
          </p:sp>
        </mc:Choice>
        <mc:Fallback xmlns="">
          <p:sp>
            <p:nvSpPr>
              <p:cNvPr id="228" name="文字方塊 227">
                <a:extLst>
                  <a:ext uri="{FF2B5EF4-FFF2-40B4-BE49-F238E27FC236}">
                    <a16:creationId xmlns:a16="http://schemas.microsoft.com/office/drawing/2014/main" id="{3C622479-68C9-4AC9-AE5F-27970F7075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40846" y="2179934"/>
                <a:ext cx="652306" cy="338554"/>
              </a:xfrm>
              <a:prstGeom prst="rect">
                <a:avLst/>
              </a:prstGeom>
              <a:blipFill>
                <a:blip r:embed="rId13"/>
                <a:stretch>
                  <a:fillRect b="-727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9" name="文字方塊 228">
            <a:extLst>
              <a:ext uri="{FF2B5EF4-FFF2-40B4-BE49-F238E27FC236}">
                <a16:creationId xmlns:a16="http://schemas.microsoft.com/office/drawing/2014/main" id="{2693C9D3-A145-48F7-981C-9A9BF2A0A9A5}"/>
              </a:ext>
            </a:extLst>
          </p:cNvPr>
          <p:cNvSpPr txBox="1"/>
          <p:nvPr/>
        </p:nvSpPr>
        <p:spPr>
          <a:xfrm>
            <a:off x="5543826" y="-455105"/>
            <a:ext cx="3714632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Longitudinal component</a:t>
            </a:r>
            <a:endParaRPr lang="zh-TW" altLang="en-US" sz="2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1" name="文字方塊 230">
                <a:extLst>
                  <a:ext uri="{FF2B5EF4-FFF2-40B4-BE49-F238E27FC236}">
                    <a16:creationId xmlns:a16="http://schemas.microsoft.com/office/drawing/2014/main" id="{A81A25EB-4EC7-4F2F-99BC-612BE192E284}"/>
                  </a:ext>
                </a:extLst>
              </p:cNvPr>
              <p:cNvSpPr txBox="1"/>
              <p:nvPr/>
            </p:nvSpPr>
            <p:spPr>
              <a:xfrm>
                <a:off x="6358604" y="1285730"/>
                <a:ext cx="1673596" cy="3231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5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𝛼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</m:d>
                      <m:r>
                        <a:rPr lang="en-US" altLang="zh-TW" sz="150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zh-TW" sz="15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0, </m:t>
                          </m:r>
                          <m:r>
                            <m:rPr>
                              <m:nor/>
                            </m:rPr>
                            <a:rPr lang="en-US" altLang="zh-TW" sz="150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</m:oMath>
                  </m:oMathPara>
                </a14:m>
                <a:endParaRPr lang="zh-TW" altLang="en-US" sz="1500" dirty="0"/>
              </a:p>
            </p:txBody>
          </p:sp>
        </mc:Choice>
        <mc:Fallback xmlns="">
          <p:sp>
            <p:nvSpPr>
              <p:cNvPr id="231" name="文字方塊 230">
                <a:extLst>
                  <a:ext uri="{FF2B5EF4-FFF2-40B4-BE49-F238E27FC236}">
                    <a16:creationId xmlns:a16="http://schemas.microsoft.com/office/drawing/2014/main" id="{A81A25EB-4EC7-4F2F-99BC-612BE192E2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58604" y="1285730"/>
                <a:ext cx="1673596" cy="323165"/>
              </a:xfrm>
              <a:prstGeom prst="rect">
                <a:avLst/>
              </a:prstGeom>
              <a:blipFill>
                <a:blip r:embed="rId14"/>
                <a:stretch>
                  <a:fillRect b="-943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2" name="文字方塊 231">
                <a:extLst>
                  <a:ext uri="{FF2B5EF4-FFF2-40B4-BE49-F238E27FC236}">
                    <a16:creationId xmlns:a16="http://schemas.microsoft.com/office/drawing/2014/main" id="{B2F5F182-7771-47FB-BF37-AF5144F26384}"/>
                  </a:ext>
                </a:extLst>
              </p:cNvPr>
              <p:cNvSpPr txBox="1"/>
              <p:nvPr/>
            </p:nvSpPr>
            <p:spPr>
              <a:xfrm>
                <a:off x="5301973" y="3844729"/>
                <a:ext cx="1150186" cy="3231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5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0, 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500" dirty="0"/>
              </a:p>
            </p:txBody>
          </p:sp>
        </mc:Choice>
        <mc:Fallback xmlns="">
          <p:sp>
            <p:nvSpPr>
              <p:cNvPr id="232" name="文字方塊 231">
                <a:extLst>
                  <a:ext uri="{FF2B5EF4-FFF2-40B4-BE49-F238E27FC236}">
                    <a16:creationId xmlns:a16="http://schemas.microsoft.com/office/drawing/2014/main" id="{B2F5F182-7771-47FB-BF37-AF5144F263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01973" y="3844729"/>
                <a:ext cx="1150186" cy="323165"/>
              </a:xfrm>
              <a:prstGeom prst="rect">
                <a:avLst/>
              </a:prstGeom>
              <a:blipFill>
                <a:blip r:embed="rId15"/>
                <a:stretch>
                  <a:fillRect b="-943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3" name="文字方塊 232">
                <a:extLst>
                  <a:ext uri="{FF2B5EF4-FFF2-40B4-BE49-F238E27FC236}">
                    <a16:creationId xmlns:a16="http://schemas.microsoft.com/office/drawing/2014/main" id="{BDC6F78B-E419-4B8A-BAA9-5615A1972DBE}"/>
                  </a:ext>
                </a:extLst>
              </p:cNvPr>
              <p:cNvSpPr txBox="1"/>
              <p:nvPr/>
            </p:nvSpPr>
            <p:spPr>
              <a:xfrm>
                <a:off x="8331357" y="2248720"/>
                <a:ext cx="1150186" cy="3231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5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500" dirty="0"/>
              </a:p>
            </p:txBody>
          </p:sp>
        </mc:Choice>
        <mc:Fallback xmlns="">
          <p:sp>
            <p:nvSpPr>
              <p:cNvPr id="233" name="文字方塊 232">
                <a:extLst>
                  <a:ext uri="{FF2B5EF4-FFF2-40B4-BE49-F238E27FC236}">
                    <a16:creationId xmlns:a16="http://schemas.microsoft.com/office/drawing/2014/main" id="{BDC6F78B-E419-4B8A-BAA9-5615A1972D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31357" y="2248720"/>
                <a:ext cx="1150186" cy="323165"/>
              </a:xfrm>
              <a:prstGeom prst="rect">
                <a:avLst/>
              </a:prstGeom>
              <a:blipFill>
                <a:blip r:embed="rId16"/>
                <a:stretch>
                  <a:fillRect b="-943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4" name="文字方塊 233">
                <a:extLst>
                  <a:ext uri="{FF2B5EF4-FFF2-40B4-BE49-F238E27FC236}">
                    <a16:creationId xmlns:a16="http://schemas.microsoft.com/office/drawing/2014/main" id="{DA67C54B-80A5-4D59-B289-74384BDACD1C}"/>
                  </a:ext>
                </a:extLst>
              </p:cNvPr>
              <p:cNvSpPr txBox="1"/>
              <p:nvPr/>
            </p:nvSpPr>
            <p:spPr>
              <a:xfrm>
                <a:off x="6826049" y="4840301"/>
                <a:ext cx="1150186" cy="3231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5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0,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𝜋</m:t>
                          </m:r>
                        </m:e>
                      </m:d>
                    </m:oMath>
                  </m:oMathPara>
                </a14:m>
                <a:endParaRPr lang="zh-TW" altLang="en-US" sz="1500" dirty="0"/>
              </a:p>
            </p:txBody>
          </p:sp>
        </mc:Choice>
        <mc:Fallback xmlns="">
          <p:sp>
            <p:nvSpPr>
              <p:cNvPr id="234" name="文字方塊 233">
                <a:extLst>
                  <a:ext uri="{FF2B5EF4-FFF2-40B4-BE49-F238E27FC236}">
                    <a16:creationId xmlns:a16="http://schemas.microsoft.com/office/drawing/2014/main" id="{DA67C54B-80A5-4D59-B289-74384BDACD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26049" y="4840301"/>
                <a:ext cx="1150186" cy="323165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35" name="圖片 234">
            <a:extLst>
              <a:ext uri="{FF2B5EF4-FFF2-40B4-BE49-F238E27FC236}">
                <a16:creationId xmlns:a16="http://schemas.microsoft.com/office/drawing/2014/main" id="{DF781A4C-9BC8-40C7-BF1A-E906699C28D4}"/>
              </a:ext>
            </a:extLst>
          </p:cNvPr>
          <p:cNvPicPr>
            <a:picLocks noChangeAspect="1"/>
          </p:cNvPicPr>
          <p:nvPr/>
        </p:nvPicPr>
        <p:blipFill rotWithShape="1">
          <a:blip r:embed="rId1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0879" t="9023" r="4888" b="70339"/>
          <a:stretch/>
        </p:blipFill>
        <p:spPr>
          <a:xfrm>
            <a:off x="7871070" y="1257930"/>
            <a:ext cx="413382" cy="134348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36" name="文字方塊 235">
                <a:extLst>
                  <a:ext uri="{FF2B5EF4-FFF2-40B4-BE49-F238E27FC236}">
                    <a16:creationId xmlns:a16="http://schemas.microsoft.com/office/drawing/2014/main" id="{61131924-00C5-4C5C-8379-1D2527DB1052}"/>
                  </a:ext>
                </a:extLst>
              </p:cNvPr>
              <p:cNvSpPr txBox="1"/>
              <p:nvPr/>
            </p:nvSpPr>
            <p:spPr>
              <a:xfrm>
                <a:off x="7789606" y="2342403"/>
                <a:ext cx="478319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sz="1400"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altLang="zh-TW" sz="1400">
                          <a:latin typeface="Cambria Math" panose="02040503050406030204" pitchFamily="18" charset="0"/>
                        </a:rPr>
                        <m:t>.</m:t>
                      </m:r>
                      <m:r>
                        <m:rPr>
                          <m:sty m:val="p"/>
                        </m:rPr>
                        <a:rPr lang="en-US" altLang="zh-TW" sz="1400">
                          <a:latin typeface="Cambria Math" panose="02040503050406030204" pitchFamily="18" charset="0"/>
                        </a:rPr>
                        <m:t>u</m:t>
                      </m:r>
                      <m:r>
                        <a:rPr lang="en-US" altLang="zh-TW" sz="140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TW" altLang="en-US" sz="1400" dirty="0"/>
              </a:p>
            </p:txBody>
          </p:sp>
        </mc:Choice>
        <mc:Fallback xmlns="">
          <p:sp>
            <p:nvSpPr>
              <p:cNvPr id="236" name="文字方塊 235">
                <a:extLst>
                  <a:ext uri="{FF2B5EF4-FFF2-40B4-BE49-F238E27FC236}">
                    <a16:creationId xmlns:a16="http://schemas.microsoft.com/office/drawing/2014/main" id="{61131924-00C5-4C5C-8379-1D2527DB10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89606" y="2342403"/>
                <a:ext cx="478319" cy="307777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7" name="Oval 14">
            <a:extLst>
              <a:ext uri="{FF2B5EF4-FFF2-40B4-BE49-F238E27FC236}">
                <a16:creationId xmlns:a16="http://schemas.microsoft.com/office/drawing/2014/main" id="{4D2E6476-8133-4C1A-80AA-96C2BBAD7538}"/>
              </a:ext>
            </a:extLst>
          </p:cNvPr>
          <p:cNvSpPr/>
          <p:nvPr/>
        </p:nvSpPr>
        <p:spPr>
          <a:xfrm>
            <a:off x="7317889" y="2852108"/>
            <a:ext cx="162450" cy="168277"/>
          </a:xfrm>
          <a:prstGeom prst="ellipse">
            <a:avLst/>
          </a:prstGeom>
          <a:gradFill flip="none" rotWithShape="1">
            <a:gsLst>
              <a:gs pos="0">
                <a:srgbClr val="D1D1D1"/>
              </a:gs>
              <a:gs pos="23000">
                <a:schemeClr val="bg1">
                  <a:lumMod val="85000"/>
                </a:schemeClr>
              </a:gs>
              <a:gs pos="69000">
                <a:schemeClr val="accent3">
                  <a:lumMod val="75000"/>
                </a:schemeClr>
              </a:gs>
              <a:gs pos="97000">
                <a:schemeClr val="accent3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/>
          </a:p>
        </p:txBody>
      </p:sp>
      <p:sp>
        <p:nvSpPr>
          <p:cNvPr id="238" name="Oval 4">
            <a:extLst>
              <a:ext uri="{FF2B5EF4-FFF2-40B4-BE49-F238E27FC236}">
                <a16:creationId xmlns:a16="http://schemas.microsoft.com/office/drawing/2014/main" id="{D0067B35-40A6-4446-8A95-C300D2678B59}"/>
              </a:ext>
            </a:extLst>
          </p:cNvPr>
          <p:cNvSpPr/>
          <p:nvPr/>
        </p:nvSpPr>
        <p:spPr>
          <a:xfrm>
            <a:off x="6679308" y="2936246"/>
            <a:ext cx="1443999" cy="1495797"/>
          </a:xfrm>
          <a:prstGeom prst="ellipse">
            <a:avLst/>
          </a:prstGeom>
          <a:gradFill flip="none" rotWithShape="1">
            <a:gsLst>
              <a:gs pos="100000">
                <a:schemeClr val="accent3">
                  <a:lumMod val="60000"/>
                  <a:lumOff val="40000"/>
                  <a:alpha val="60000"/>
                </a:schemeClr>
              </a:gs>
              <a:gs pos="55000">
                <a:schemeClr val="accent3">
                  <a:lumMod val="40000"/>
                  <a:lumOff val="60000"/>
                  <a:alpha val="60000"/>
                </a:schemeClr>
              </a:gs>
              <a:gs pos="0">
                <a:schemeClr val="bg1">
                  <a:alpha val="6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 w="57150">
            <a:solidFill>
              <a:srgbClr val="D5D7D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39" name="Oval 15">
            <a:extLst>
              <a:ext uri="{FF2B5EF4-FFF2-40B4-BE49-F238E27FC236}">
                <a16:creationId xmlns:a16="http://schemas.microsoft.com/office/drawing/2014/main" id="{3ED95C10-549D-46A4-8427-E9004FB39400}"/>
              </a:ext>
            </a:extLst>
          </p:cNvPr>
          <p:cNvSpPr/>
          <p:nvPr/>
        </p:nvSpPr>
        <p:spPr>
          <a:xfrm>
            <a:off x="7317889" y="4347065"/>
            <a:ext cx="162450" cy="168277"/>
          </a:xfrm>
          <a:prstGeom prst="ellipse">
            <a:avLst/>
          </a:prstGeom>
          <a:gradFill flip="none" rotWithShape="1">
            <a:gsLst>
              <a:gs pos="17000">
                <a:srgbClr val="D1D1D1"/>
              </a:gs>
              <a:gs pos="0">
                <a:schemeClr val="bg1">
                  <a:lumMod val="85000"/>
                </a:schemeClr>
              </a:gs>
              <a:gs pos="60000">
                <a:schemeClr val="accent3">
                  <a:lumMod val="75000"/>
                </a:schemeClr>
              </a:gs>
              <a:gs pos="97000">
                <a:schemeClr val="accent3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52" name="SHO">
            <a:extLst>
              <a:ext uri="{FF2B5EF4-FFF2-40B4-BE49-F238E27FC236}">
                <a16:creationId xmlns:a16="http://schemas.microsoft.com/office/drawing/2014/main" id="{0845B616-2D49-4C5D-A47F-908796A33A53}"/>
              </a:ext>
            </a:extLst>
          </p:cNvPr>
          <p:cNvSpPr/>
          <p:nvPr/>
        </p:nvSpPr>
        <p:spPr>
          <a:xfrm rot="16200000">
            <a:off x="7087769" y="2962645"/>
            <a:ext cx="622693" cy="1443999"/>
          </a:xfrm>
          <a:prstGeom prst="arc">
            <a:avLst>
              <a:gd name="adj1" fmla="val 5396867"/>
              <a:gd name="adj2" fmla="val 5395779"/>
            </a:avLst>
          </a:prstGeom>
          <a:gradFill flip="none" rotWithShape="1">
            <a:gsLst>
              <a:gs pos="0">
                <a:schemeClr val="bg1">
                  <a:lumMod val="65000"/>
                </a:schemeClr>
              </a:gs>
              <a:gs pos="47000">
                <a:schemeClr val="bg1">
                  <a:lumMod val="50000"/>
                </a:schemeClr>
              </a:gs>
              <a:gs pos="97000">
                <a:srgbClr val="5E5E5E"/>
              </a:gs>
            </a:gsLst>
            <a:path path="circle">
              <a:fillToRect l="50000" t="50000" r="50000" b="50000"/>
            </a:path>
            <a:tileRect/>
          </a:gradFill>
          <a:ln w="31750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53" name="SVO">
            <a:extLst>
              <a:ext uri="{FF2B5EF4-FFF2-40B4-BE49-F238E27FC236}">
                <a16:creationId xmlns:a16="http://schemas.microsoft.com/office/drawing/2014/main" id="{28FBC70E-6464-4911-A7DC-D688B4A191B2}"/>
              </a:ext>
            </a:extLst>
          </p:cNvPr>
          <p:cNvSpPr/>
          <p:nvPr/>
        </p:nvSpPr>
        <p:spPr>
          <a:xfrm>
            <a:off x="7037215" y="2936747"/>
            <a:ext cx="722000" cy="1495797"/>
          </a:xfrm>
          <a:prstGeom prst="ellipse">
            <a:avLst/>
          </a:prstGeom>
          <a:noFill/>
          <a:ln w="25400">
            <a:solidFill>
              <a:schemeClr val="bg1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254" name="Oval 6">
            <a:extLst>
              <a:ext uri="{FF2B5EF4-FFF2-40B4-BE49-F238E27FC236}">
                <a16:creationId xmlns:a16="http://schemas.microsoft.com/office/drawing/2014/main" id="{F7426249-BB1C-465F-BA24-177826BCA4FE}"/>
              </a:ext>
            </a:extLst>
          </p:cNvPr>
          <p:cNvSpPr/>
          <p:nvPr/>
        </p:nvSpPr>
        <p:spPr>
          <a:xfrm rot="16200000">
            <a:off x="7087769" y="2962645"/>
            <a:ext cx="622693" cy="1443999"/>
          </a:xfrm>
          <a:prstGeom prst="ellipse">
            <a:avLst/>
          </a:prstGeom>
          <a:noFill/>
          <a:ln w="38100">
            <a:solidFill>
              <a:schemeClr val="tx1">
                <a:alpha val="6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5" name="TextBox 11">
                <a:extLst>
                  <a:ext uri="{FF2B5EF4-FFF2-40B4-BE49-F238E27FC236}">
                    <a16:creationId xmlns:a16="http://schemas.microsoft.com/office/drawing/2014/main" id="{37DEB133-ADB0-4B60-901B-D2AEF580DA59}"/>
                  </a:ext>
                </a:extLst>
              </p:cNvPr>
              <p:cNvSpPr txBox="1"/>
              <p:nvPr/>
            </p:nvSpPr>
            <p:spPr>
              <a:xfrm>
                <a:off x="6849417" y="3506293"/>
                <a:ext cx="176928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255" name="TextBox 11">
                <a:extLst>
                  <a:ext uri="{FF2B5EF4-FFF2-40B4-BE49-F238E27FC236}">
                    <a16:creationId xmlns:a16="http://schemas.microsoft.com/office/drawing/2014/main" id="{37DEB133-ADB0-4B60-901B-D2AEF580DA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49417" y="3506293"/>
                <a:ext cx="176928" cy="338554"/>
              </a:xfrm>
              <a:prstGeom prst="rect">
                <a:avLst/>
              </a:prstGeom>
              <a:blipFill>
                <a:blip r:embed="rId20"/>
                <a:stretch>
                  <a:fillRect r="-4137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6" name="Oval 22">
            <a:extLst>
              <a:ext uri="{FF2B5EF4-FFF2-40B4-BE49-F238E27FC236}">
                <a16:creationId xmlns:a16="http://schemas.microsoft.com/office/drawing/2014/main" id="{F51F6D7A-CBDD-41AE-81A9-01A381888E10}"/>
              </a:ext>
            </a:extLst>
          </p:cNvPr>
          <p:cNvSpPr/>
          <p:nvPr/>
        </p:nvSpPr>
        <p:spPr>
          <a:xfrm>
            <a:off x="7316943" y="4347065"/>
            <a:ext cx="162450" cy="168277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7" name="TextBox 12">
                <a:extLst>
                  <a:ext uri="{FF2B5EF4-FFF2-40B4-BE49-F238E27FC236}">
                    <a16:creationId xmlns:a16="http://schemas.microsoft.com/office/drawing/2014/main" id="{BEB792E4-CC90-49E5-8163-921F2ECF2D45}"/>
                  </a:ext>
                </a:extLst>
              </p:cNvPr>
              <p:cNvSpPr txBox="1"/>
              <p:nvPr/>
            </p:nvSpPr>
            <p:spPr>
              <a:xfrm>
                <a:off x="7504340" y="3601690"/>
                <a:ext cx="176928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257" name="TextBox 12">
                <a:extLst>
                  <a:ext uri="{FF2B5EF4-FFF2-40B4-BE49-F238E27FC236}">
                    <a16:creationId xmlns:a16="http://schemas.microsoft.com/office/drawing/2014/main" id="{BEB792E4-CC90-49E5-8163-921F2ECF2D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04340" y="3601690"/>
                <a:ext cx="176928" cy="338554"/>
              </a:xfrm>
              <a:prstGeom prst="rect">
                <a:avLst/>
              </a:prstGeom>
              <a:blipFill>
                <a:blip r:embed="rId21"/>
                <a:stretch>
                  <a:fillRect r="-55172" b="-363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8" name="TextBox 13">
                <a:extLst>
                  <a:ext uri="{FF2B5EF4-FFF2-40B4-BE49-F238E27FC236}">
                    <a16:creationId xmlns:a16="http://schemas.microsoft.com/office/drawing/2014/main" id="{8D531DEA-B9A5-4E8D-A6A2-A31408532FD7}"/>
                  </a:ext>
                </a:extLst>
              </p:cNvPr>
              <p:cNvSpPr txBox="1"/>
              <p:nvPr/>
            </p:nvSpPr>
            <p:spPr>
              <a:xfrm>
                <a:off x="7260216" y="2971948"/>
                <a:ext cx="256967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>
                          <a:latin typeface="Cambria Math" panose="02040503050406030204" pitchFamily="18" charset="0"/>
                        </a:rPr>
                        <m:t>𝑧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258" name="TextBox 13">
                <a:extLst>
                  <a:ext uri="{FF2B5EF4-FFF2-40B4-BE49-F238E27FC236}">
                    <a16:creationId xmlns:a16="http://schemas.microsoft.com/office/drawing/2014/main" id="{8D531DEA-B9A5-4E8D-A6A2-A31408532F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60216" y="2971948"/>
                <a:ext cx="256967" cy="338554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9" name="DVO">
            <a:extLst>
              <a:ext uri="{FF2B5EF4-FFF2-40B4-BE49-F238E27FC236}">
                <a16:creationId xmlns:a16="http://schemas.microsoft.com/office/drawing/2014/main" id="{BD66E933-A9D1-416F-99A4-A2F56F384D96}"/>
              </a:ext>
            </a:extLst>
          </p:cNvPr>
          <p:cNvSpPr/>
          <p:nvPr/>
        </p:nvSpPr>
        <p:spPr>
          <a:xfrm flipH="1">
            <a:off x="7037215" y="2936747"/>
            <a:ext cx="722000" cy="1495797"/>
          </a:xfrm>
          <a:prstGeom prst="arc">
            <a:avLst>
              <a:gd name="adj1" fmla="val 5396867"/>
              <a:gd name="adj2" fmla="val 16170484"/>
            </a:avLst>
          </a:prstGeom>
          <a:ln w="254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60" name="Oval 23">
            <a:extLst>
              <a:ext uri="{FF2B5EF4-FFF2-40B4-BE49-F238E27FC236}">
                <a16:creationId xmlns:a16="http://schemas.microsoft.com/office/drawing/2014/main" id="{B1975880-4F20-4527-8AC1-67B4B5024B5F}"/>
              </a:ext>
            </a:extLst>
          </p:cNvPr>
          <p:cNvSpPr/>
          <p:nvPr/>
        </p:nvSpPr>
        <p:spPr>
          <a:xfrm>
            <a:off x="8039799" y="3600507"/>
            <a:ext cx="162450" cy="168277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cxnSp>
        <p:nvCxnSpPr>
          <p:cNvPr id="261" name="Straight Arrow Connector 7">
            <a:extLst>
              <a:ext uri="{FF2B5EF4-FFF2-40B4-BE49-F238E27FC236}">
                <a16:creationId xmlns:a16="http://schemas.microsoft.com/office/drawing/2014/main" id="{33161F97-7212-47BE-BA7D-6FC7B9147369}"/>
              </a:ext>
            </a:extLst>
          </p:cNvPr>
          <p:cNvCxnSpPr>
            <a:cxnSpLocks/>
          </p:cNvCxnSpPr>
          <p:nvPr/>
        </p:nvCxnSpPr>
        <p:spPr>
          <a:xfrm flipV="1">
            <a:off x="7395184" y="3236563"/>
            <a:ext cx="1697" cy="445890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2" name="Straight Arrow Connector 19">
            <a:extLst>
              <a:ext uri="{FF2B5EF4-FFF2-40B4-BE49-F238E27FC236}">
                <a16:creationId xmlns:a16="http://schemas.microsoft.com/office/drawing/2014/main" id="{240911C2-AE74-4914-B8DB-470C2315C461}"/>
              </a:ext>
            </a:extLst>
          </p:cNvPr>
          <p:cNvCxnSpPr>
            <a:cxnSpLocks/>
          </p:cNvCxnSpPr>
          <p:nvPr/>
        </p:nvCxnSpPr>
        <p:spPr>
          <a:xfrm>
            <a:off x="7398168" y="3680269"/>
            <a:ext cx="195802" cy="156763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3" name="Straight Arrow Connector 18">
            <a:extLst>
              <a:ext uri="{FF2B5EF4-FFF2-40B4-BE49-F238E27FC236}">
                <a16:creationId xmlns:a16="http://schemas.microsoft.com/office/drawing/2014/main" id="{168B960E-43A1-4542-B03F-41153CC41797}"/>
              </a:ext>
            </a:extLst>
          </p:cNvPr>
          <p:cNvCxnSpPr>
            <a:cxnSpLocks/>
          </p:cNvCxnSpPr>
          <p:nvPr/>
        </p:nvCxnSpPr>
        <p:spPr>
          <a:xfrm rot="16200000" flipH="1" flipV="1">
            <a:off x="7226846" y="3508793"/>
            <a:ext cx="0" cy="342950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4" name="Oval 20">
            <a:extLst>
              <a:ext uri="{FF2B5EF4-FFF2-40B4-BE49-F238E27FC236}">
                <a16:creationId xmlns:a16="http://schemas.microsoft.com/office/drawing/2014/main" id="{24DEE888-55C9-4D4C-B18D-808F9AA85CCB}"/>
              </a:ext>
            </a:extLst>
          </p:cNvPr>
          <p:cNvSpPr/>
          <p:nvPr/>
        </p:nvSpPr>
        <p:spPr>
          <a:xfrm>
            <a:off x="6595635" y="3600507"/>
            <a:ext cx="162450" cy="168277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265" name="Oval 22">
            <a:extLst>
              <a:ext uri="{FF2B5EF4-FFF2-40B4-BE49-F238E27FC236}">
                <a16:creationId xmlns:a16="http://schemas.microsoft.com/office/drawing/2014/main" id="{EF01816B-7066-4916-A520-954D092BE6FE}"/>
              </a:ext>
            </a:extLst>
          </p:cNvPr>
          <p:cNvSpPr/>
          <p:nvPr/>
        </p:nvSpPr>
        <p:spPr>
          <a:xfrm>
            <a:off x="7318125" y="2844234"/>
            <a:ext cx="162450" cy="168277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/>
          </a:p>
        </p:txBody>
      </p:sp>
      <p:sp>
        <p:nvSpPr>
          <p:cNvPr id="266" name="Partial Circle 9">
            <a:extLst>
              <a:ext uri="{FF2B5EF4-FFF2-40B4-BE49-F238E27FC236}">
                <a16:creationId xmlns:a16="http://schemas.microsoft.com/office/drawing/2014/main" id="{95E3D0C0-F471-47D7-9B54-CC1B9F289F59}"/>
              </a:ext>
            </a:extLst>
          </p:cNvPr>
          <p:cNvSpPr>
            <a:spLocks noChangeAspect="1"/>
          </p:cNvSpPr>
          <p:nvPr/>
        </p:nvSpPr>
        <p:spPr>
          <a:xfrm rot="16200000" flipH="1">
            <a:off x="7334286" y="3585381"/>
            <a:ext cx="102407" cy="197721"/>
          </a:xfrm>
          <a:prstGeom prst="pie">
            <a:avLst>
              <a:gd name="adj1" fmla="val 16258856"/>
              <a:gd name="adj2" fmla="val 19252600"/>
            </a:avLst>
          </a:prstGeom>
          <a:gradFill flip="none" rotWithShape="1">
            <a:gsLst>
              <a:gs pos="0">
                <a:schemeClr val="tx1"/>
              </a:gs>
              <a:gs pos="50000">
                <a:schemeClr val="tx1">
                  <a:lumMod val="50000"/>
                  <a:lumOff val="50000"/>
                </a:schemeClr>
              </a:gs>
              <a:gs pos="100000">
                <a:schemeClr val="bg1">
                  <a:lumMod val="50000"/>
                </a:schemeClr>
              </a:gs>
            </a:gsLst>
            <a:lin ang="2700000" scaled="1"/>
            <a:tileRect/>
          </a:gra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7" name="TextBox 10">
                <a:extLst>
                  <a:ext uri="{FF2B5EF4-FFF2-40B4-BE49-F238E27FC236}">
                    <a16:creationId xmlns:a16="http://schemas.microsoft.com/office/drawing/2014/main" id="{B215AA15-06BF-4D83-A5CD-B6A967095CE1}"/>
                  </a:ext>
                </a:extLst>
              </p:cNvPr>
              <p:cNvSpPr txBox="1"/>
              <p:nvPr/>
            </p:nvSpPr>
            <p:spPr>
              <a:xfrm>
                <a:off x="6970268" y="3620427"/>
                <a:ext cx="315234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>
                          <a:latin typeface="Cambria Math" panose="02040503050406030204" pitchFamily="18" charset="0"/>
                        </a:rPr>
                        <m:t>𝛼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267" name="TextBox 10">
                <a:extLst>
                  <a:ext uri="{FF2B5EF4-FFF2-40B4-BE49-F238E27FC236}">
                    <a16:creationId xmlns:a16="http://schemas.microsoft.com/office/drawing/2014/main" id="{B215AA15-06BF-4D83-A5CD-B6A967095C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70268" y="3620427"/>
                <a:ext cx="315234" cy="338554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68" name="Straight Arrow Connector 17">
            <a:extLst>
              <a:ext uri="{FF2B5EF4-FFF2-40B4-BE49-F238E27FC236}">
                <a16:creationId xmlns:a16="http://schemas.microsoft.com/office/drawing/2014/main" id="{230BB7BA-7677-4C8C-B5E4-B82B7D463931}"/>
              </a:ext>
            </a:extLst>
          </p:cNvPr>
          <p:cNvCxnSpPr>
            <a:cxnSpLocks/>
          </p:cNvCxnSpPr>
          <p:nvPr/>
        </p:nvCxnSpPr>
        <p:spPr>
          <a:xfrm flipH="1">
            <a:off x="7177537" y="3685449"/>
            <a:ext cx="221585" cy="286539"/>
          </a:xfrm>
          <a:prstGeom prst="straightConnector1">
            <a:avLst/>
          </a:prstGeom>
          <a:ln w="38100">
            <a:solidFill>
              <a:schemeClr val="tx1"/>
            </a:solidFill>
            <a:tailEnd type="stealth" w="lg" len="lg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269" name="Partial Circle 9">
            <a:extLst>
              <a:ext uri="{FF2B5EF4-FFF2-40B4-BE49-F238E27FC236}">
                <a16:creationId xmlns:a16="http://schemas.microsoft.com/office/drawing/2014/main" id="{E72D69FE-BCE2-4231-B5B8-E4BAB5150F43}"/>
              </a:ext>
            </a:extLst>
          </p:cNvPr>
          <p:cNvSpPr>
            <a:spLocks noChangeAspect="1"/>
          </p:cNvSpPr>
          <p:nvPr/>
        </p:nvSpPr>
        <p:spPr>
          <a:xfrm>
            <a:off x="7321561" y="3548156"/>
            <a:ext cx="149214" cy="301366"/>
          </a:xfrm>
          <a:prstGeom prst="pie">
            <a:avLst>
              <a:gd name="adj1" fmla="val 16258856"/>
              <a:gd name="adj2" fmla="val 19252600"/>
            </a:avLst>
          </a:prstGeom>
          <a:gradFill flip="none" rotWithShape="1">
            <a:gsLst>
              <a:gs pos="0">
                <a:schemeClr val="tx1"/>
              </a:gs>
              <a:gs pos="50000">
                <a:schemeClr val="tx1">
                  <a:lumMod val="50000"/>
                  <a:lumOff val="50000"/>
                </a:schemeClr>
              </a:gs>
              <a:gs pos="100000">
                <a:schemeClr val="bg1">
                  <a:lumMod val="50000"/>
                </a:schemeClr>
              </a:gs>
            </a:gsLst>
            <a:lin ang="2700000" scaled="1"/>
            <a:tileRect/>
          </a:gra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0" name="TextBox 10">
                <a:extLst>
                  <a:ext uri="{FF2B5EF4-FFF2-40B4-BE49-F238E27FC236}">
                    <a16:creationId xmlns:a16="http://schemas.microsoft.com/office/drawing/2014/main" id="{2F6C10B6-03DA-4C5F-B367-63A41053B482}"/>
                  </a:ext>
                </a:extLst>
              </p:cNvPr>
              <p:cNvSpPr txBox="1"/>
              <p:nvPr/>
            </p:nvSpPr>
            <p:spPr>
              <a:xfrm>
                <a:off x="7361340" y="3300009"/>
                <a:ext cx="297046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>
                          <a:latin typeface="Cambria Math" panose="02040503050406030204" pitchFamily="18" charset="0"/>
                        </a:rPr>
                        <m:t>𝛽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270" name="TextBox 10">
                <a:extLst>
                  <a:ext uri="{FF2B5EF4-FFF2-40B4-BE49-F238E27FC236}">
                    <a16:creationId xmlns:a16="http://schemas.microsoft.com/office/drawing/2014/main" id="{2F6C10B6-03DA-4C5F-B367-63A41053B4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61340" y="3300009"/>
                <a:ext cx="297046" cy="338554"/>
              </a:xfrm>
              <a:prstGeom prst="rect">
                <a:avLst/>
              </a:prstGeom>
              <a:blipFill>
                <a:blip r:embed="rId24"/>
                <a:stretch>
                  <a:fillRect l="-2083" r="-4167" b="-892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71" name="Straight Arrow Connector 17">
            <a:extLst>
              <a:ext uri="{FF2B5EF4-FFF2-40B4-BE49-F238E27FC236}">
                <a16:creationId xmlns:a16="http://schemas.microsoft.com/office/drawing/2014/main" id="{050CD12B-2348-4EAE-8F7E-7F476F6AB6E3}"/>
              </a:ext>
            </a:extLst>
          </p:cNvPr>
          <p:cNvCxnSpPr>
            <a:cxnSpLocks/>
          </p:cNvCxnSpPr>
          <p:nvPr/>
        </p:nvCxnSpPr>
        <p:spPr>
          <a:xfrm flipV="1">
            <a:off x="7391035" y="3239724"/>
            <a:ext cx="571923" cy="449644"/>
          </a:xfrm>
          <a:prstGeom prst="straightConnector1">
            <a:avLst/>
          </a:prstGeom>
          <a:ln w="38100">
            <a:solidFill>
              <a:schemeClr val="tx1"/>
            </a:solidFill>
            <a:tailEnd type="stealth" w="lg" len="lg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52" name="Oval 23">
            <a:extLst>
              <a:ext uri="{FF2B5EF4-FFF2-40B4-BE49-F238E27FC236}">
                <a16:creationId xmlns:a16="http://schemas.microsoft.com/office/drawing/2014/main" id="{6454FEB7-1A49-4057-B9D1-C98AB19CFD06}"/>
              </a:ext>
            </a:extLst>
          </p:cNvPr>
          <p:cNvSpPr/>
          <p:nvPr/>
        </p:nvSpPr>
        <p:spPr>
          <a:xfrm>
            <a:off x="7651126" y="3860498"/>
            <a:ext cx="162450" cy="168277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154" name="Oval 23">
            <a:extLst>
              <a:ext uri="{FF2B5EF4-FFF2-40B4-BE49-F238E27FC236}">
                <a16:creationId xmlns:a16="http://schemas.microsoft.com/office/drawing/2014/main" id="{2FF5597B-5488-4B3C-BE8B-E0AD3A81CF14}"/>
              </a:ext>
            </a:extLst>
          </p:cNvPr>
          <p:cNvSpPr/>
          <p:nvPr/>
        </p:nvSpPr>
        <p:spPr>
          <a:xfrm>
            <a:off x="6965326" y="3327098"/>
            <a:ext cx="162450" cy="168277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6" name="文字方塊 155">
                <a:extLst>
                  <a:ext uri="{FF2B5EF4-FFF2-40B4-BE49-F238E27FC236}">
                    <a16:creationId xmlns:a16="http://schemas.microsoft.com/office/drawing/2014/main" id="{7D05204B-22BE-4DE9-AA50-5F23DEE9A2F6}"/>
                  </a:ext>
                </a:extLst>
              </p:cNvPr>
              <p:cNvSpPr txBox="1"/>
              <p:nvPr/>
            </p:nvSpPr>
            <p:spPr>
              <a:xfrm>
                <a:off x="8312755" y="3844729"/>
                <a:ext cx="1150186" cy="3231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5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500" b="0" i="1" smtClean="0">
                              <a:latin typeface="Cambria Math" panose="02040503050406030204" pitchFamily="18" charset="0"/>
                            </a:rPr>
                            <m:t>/2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500" dirty="0"/>
              </a:p>
            </p:txBody>
          </p:sp>
        </mc:Choice>
        <mc:Fallback xmlns="">
          <p:sp>
            <p:nvSpPr>
              <p:cNvPr id="156" name="文字方塊 155">
                <a:extLst>
                  <a:ext uri="{FF2B5EF4-FFF2-40B4-BE49-F238E27FC236}">
                    <a16:creationId xmlns:a16="http://schemas.microsoft.com/office/drawing/2014/main" id="{7D05204B-22BE-4DE9-AA50-5F23DEE9A2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12755" y="3844729"/>
                <a:ext cx="1150186" cy="323165"/>
              </a:xfrm>
              <a:prstGeom prst="rect">
                <a:avLst/>
              </a:prstGeom>
              <a:blipFill>
                <a:blip r:embed="rId25"/>
                <a:stretch>
                  <a:fillRect b="-943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7" name="文字方塊 156">
                <a:extLst>
                  <a:ext uri="{FF2B5EF4-FFF2-40B4-BE49-F238E27FC236}">
                    <a16:creationId xmlns:a16="http://schemas.microsoft.com/office/drawing/2014/main" id="{834029C9-84F7-4B57-9E81-D8CCCEEA55EA}"/>
                  </a:ext>
                </a:extLst>
              </p:cNvPr>
              <p:cNvSpPr txBox="1"/>
              <p:nvPr/>
            </p:nvSpPr>
            <p:spPr>
              <a:xfrm>
                <a:off x="5272154" y="2248720"/>
                <a:ext cx="1150186" cy="3231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5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5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/2,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500" dirty="0"/>
              </a:p>
            </p:txBody>
          </p:sp>
        </mc:Choice>
        <mc:Fallback xmlns="">
          <p:sp>
            <p:nvSpPr>
              <p:cNvPr id="157" name="文字方塊 156">
                <a:extLst>
                  <a:ext uri="{FF2B5EF4-FFF2-40B4-BE49-F238E27FC236}">
                    <a16:creationId xmlns:a16="http://schemas.microsoft.com/office/drawing/2014/main" id="{834029C9-84F7-4B57-9E81-D8CCCEEA55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72154" y="2248720"/>
                <a:ext cx="1150186" cy="323165"/>
              </a:xfrm>
              <a:prstGeom prst="rect">
                <a:avLst/>
              </a:prstGeom>
              <a:blipFill>
                <a:blip r:embed="rId26"/>
                <a:stretch>
                  <a:fillRect b="-943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8" name="直線接點 157">
            <a:extLst>
              <a:ext uri="{FF2B5EF4-FFF2-40B4-BE49-F238E27FC236}">
                <a16:creationId xmlns:a16="http://schemas.microsoft.com/office/drawing/2014/main" id="{DA529A4E-3BAB-45BB-8274-1088EF0B43A5}"/>
              </a:ext>
            </a:extLst>
          </p:cNvPr>
          <p:cNvCxnSpPr>
            <a:cxnSpLocks/>
          </p:cNvCxnSpPr>
          <p:nvPr/>
        </p:nvCxnSpPr>
        <p:spPr>
          <a:xfrm flipV="1">
            <a:off x="6523355" y="3410397"/>
            <a:ext cx="453250" cy="188"/>
          </a:xfrm>
          <a:prstGeom prst="line">
            <a:avLst/>
          </a:prstGeom>
          <a:ln w="9525" cap="flat" cmpd="sng" algn="ctr">
            <a:solidFill>
              <a:schemeClr val="bg1">
                <a:lumMod val="5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59" name="直線接點 158">
            <a:extLst>
              <a:ext uri="{FF2B5EF4-FFF2-40B4-BE49-F238E27FC236}">
                <a16:creationId xmlns:a16="http://schemas.microsoft.com/office/drawing/2014/main" id="{F100F92B-B8C5-4A0F-B866-E2BAB0C4087A}"/>
              </a:ext>
            </a:extLst>
          </p:cNvPr>
          <p:cNvCxnSpPr>
            <a:cxnSpLocks/>
          </p:cNvCxnSpPr>
          <p:nvPr/>
        </p:nvCxnSpPr>
        <p:spPr>
          <a:xfrm>
            <a:off x="7827010" y="3970973"/>
            <a:ext cx="418783" cy="0"/>
          </a:xfrm>
          <a:prstGeom prst="line">
            <a:avLst/>
          </a:prstGeom>
          <a:ln w="9525" cap="flat" cmpd="sng" algn="ctr">
            <a:solidFill>
              <a:schemeClr val="bg1">
                <a:lumMod val="5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60" name="直線接點 159">
            <a:extLst>
              <a:ext uri="{FF2B5EF4-FFF2-40B4-BE49-F238E27FC236}">
                <a16:creationId xmlns:a16="http://schemas.microsoft.com/office/drawing/2014/main" id="{A656DF39-7853-456D-84EE-B2D69029F0B5}"/>
              </a:ext>
            </a:extLst>
          </p:cNvPr>
          <p:cNvCxnSpPr>
            <a:cxnSpLocks/>
          </p:cNvCxnSpPr>
          <p:nvPr/>
        </p:nvCxnSpPr>
        <p:spPr>
          <a:xfrm flipV="1">
            <a:off x="8169593" y="3508375"/>
            <a:ext cx="120332" cy="100649"/>
          </a:xfrm>
          <a:prstGeom prst="line">
            <a:avLst/>
          </a:prstGeom>
          <a:ln w="9525" cap="flat" cmpd="sng" algn="ctr">
            <a:solidFill>
              <a:schemeClr val="bg1">
                <a:lumMod val="5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61" name="直線接點 160">
            <a:extLst>
              <a:ext uri="{FF2B5EF4-FFF2-40B4-BE49-F238E27FC236}">
                <a16:creationId xmlns:a16="http://schemas.microsoft.com/office/drawing/2014/main" id="{C2ECA97C-3D5E-4873-BF49-1B844DE8012B}"/>
              </a:ext>
            </a:extLst>
          </p:cNvPr>
          <p:cNvCxnSpPr>
            <a:cxnSpLocks/>
          </p:cNvCxnSpPr>
          <p:nvPr/>
        </p:nvCxnSpPr>
        <p:spPr>
          <a:xfrm flipV="1">
            <a:off x="6508393" y="3750766"/>
            <a:ext cx="105264" cy="191632"/>
          </a:xfrm>
          <a:prstGeom prst="line">
            <a:avLst/>
          </a:prstGeom>
          <a:ln w="9525" cap="flat" cmpd="sng" algn="ctr">
            <a:solidFill>
              <a:schemeClr val="bg1">
                <a:lumMod val="5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630740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矩形: 圓角 176">
            <a:extLst>
              <a:ext uri="{FF2B5EF4-FFF2-40B4-BE49-F238E27FC236}">
                <a16:creationId xmlns:a16="http://schemas.microsoft.com/office/drawing/2014/main" id="{C0499F8D-22B8-4B76-B2A0-FC45B222262E}"/>
              </a:ext>
            </a:extLst>
          </p:cNvPr>
          <p:cNvSpPr/>
          <p:nvPr/>
        </p:nvSpPr>
        <p:spPr>
          <a:xfrm>
            <a:off x="4931433" y="428625"/>
            <a:ext cx="4899729" cy="5763273"/>
          </a:xfrm>
          <a:prstGeom prst="roundRect">
            <a:avLst>
              <a:gd name="adj" fmla="val 7772"/>
            </a:avLst>
          </a:prstGeom>
          <a:gradFill flip="none" rotWithShape="1"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lin ang="54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2000" dirty="0"/>
          </a:p>
        </p:txBody>
      </p:sp>
      <p:pic>
        <p:nvPicPr>
          <p:cNvPr id="75" name="圖片 74">
            <a:extLst>
              <a:ext uri="{FF2B5EF4-FFF2-40B4-BE49-F238E27FC236}">
                <a16:creationId xmlns:a16="http://schemas.microsoft.com/office/drawing/2014/main" id="{F64C2860-DDF1-4CE1-BA33-72C52874E9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42423" y="4866160"/>
            <a:ext cx="1288800" cy="1291169"/>
          </a:xfrm>
          <a:prstGeom prst="rect">
            <a:avLst/>
          </a:prstGeom>
        </p:spPr>
      </p:pic>
      <p:pic>
        <p:nvPicPr>
          <p:cNvPr id="76" name="圖片 75">
            <a:extLst>
              <a:ext uri="{FF2B5EF4-FFF2-40B4-BE49-F238E27FC236}">
                <a16:creationId xmlns:a16="http://schemas.microsoft.com/office/drawing/2014/main" id="{F9EE3EFA-3C84-4903-BCD3-BD5234B1BA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8377" y="1289052"/>
            <a:ext cx="1288800" cy="1286422"/>
          </a:xfrm>
          <a:prstGeom prst="rect">
            <a:avLst/>
          </a:prstGeom>
        </p:spPr>
      </p:pic>
      <p:pic>
        <p:nvPicPr>
          <p:cNvPr id="77" name="圖片 76">
            <a:extLst>
              <a:ext uri="{FF2B5EF4-FFF2-40B4-BE49-F238E27FC236}">
                <a16:creationId xmlns:a16="http://schemas.microsoft.com/office/drawing/2014/main" id="{479B53D8-AE00-4795-82CE-360733602C2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22307" y="2286955"/>
            <a:ext cx="1288800" cy="1291178"/>
          </a:xfrm>
          <a:prstGeom prst="rect">
            <a:avLst/>
          </a:prstGeom>
        </p:spPr>
      </p:pic>
      <p:pic>
        <p:nvPicPr>
          <p:cNvPr id="78" name="圖片 77">
            <a:extLst>
              <a:ext uri="{FF2B5EF4-FFF2-40B4-BE49-F238E27FC236}">
                <a16:creationId xmlns:a16="http://schemas.microsoft.com/office/drawing/2014/main" id="{23D37BB8-452F-41B0-A778-165C29C1C97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11777" y="3881995"/>
            <a:ext cx="1288800" cy="1288800"/>
          </a:xfrm>
          <a:prstGeom prst="rect">
            <a:avLst/>
          </a:prstGeom>
        </p:spPr>
      </p:pic>
      <p:pic>
        <p:nvPicPr>
          <p:cNvPr id="79" name="圖片 78">
            <a:extLst>
              <a:ext uri="{FF2B5EF4-FFF2-40B4-BE49-F238E27FC236}">
                <a16:creationId xmlns:a16="http://schemas.microsoft.com/office/drawing/2014/main" id="{040F2FA4-38AB-47D3-B123-CEDD078FABA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80398" y="3833100"/>
            <a:ext cx="1288800" cy="1288800"/>
          </a:xfrm>
          <a:prstGeom prst="rect">
            <a:avLst/>
          </a:prstGeom>
        </p:spPr>
      </p:pic>
      <p:pic>
        <p:nvPicPr>
          <p:cNvPr id="80" name="圖片 79">
            <a:extLst>
              <a:ext uri="{FF2B5EF4-FFF2-40B4-BE49-F238E27FC236}">
                <a16:creationId xmlns:a16="http://schemas.microsoft.com/office/drawing/2014/main" id="{F2ABEF99-6037-424A-82A2-D1CD20A8F1D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82000" y="2274854"/>
            <a:ext cx="1288800" cy="1291173"/>
          </a:xfrm>
          <a:prstGeom prst="rect">
            <a:avLst/>
          </a:prstGeom>
        </p:spPr>
      </p:pic>
      <p:pic>
        <p:nvPicPr>
          <p:cNvPr id="60" name="圖片 59">
            <a:extLst>
              <a:ext uri="{FF2B5EF4-FFF2-40B4-BE49-F238E27FC236}">
                <a16:creationId xmlns:a16="http://schemas.microsoft.com/office/drawing/2014/main" id="{541BD68D-4BA5-4940-AB6F-5C6348E77341}"/>
              </a:ext>
            </a:extLst>
          </p:cNvPr>
          <p:cNvPicPr>
            <a:picLocks noChangeAspect="1"/>
          </p:cNvPicPr>
          <p:nvPr/>
        </p:nvPicPr>
        <p:blipFill rotWithShape="1">
          <a:blip r:embed="rId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t="61405"/>
          <a:stretch/>
        </p:blipFill>
        <p:spPr>
          <a:xfrm>
            <a:off x="6250783" y="583195"/>
            <a:ext cx="2300718" cy="470285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80" name="文字方塊 179">
                <a:extLst>
                  <a:ext uri="{FF2B5EF4-FFF2-40B4-BE49-F238E27FC236}">
                    <a16:creationId xmlns:a16="http://schemas.microsoft.com/office/drawing/2014/main" id="{C6592285-FBA9-4DE2-BE47-D5703A7C2A40}"/>
                  </a:ext>
                </a:extLst>
              </p:cNvPr>
              <p:cNvSpPr txBox="1"/>
              <p:nvPr/>
            </p:nvSpPr>
            <p:spPr>
              <a:xfrm>
                <a:off x="6994665" y="4501420"/>
                <a:ext cx="812954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600" i="1" smtClean="0">
                          <a:latin typeface="Cambria Math" panose="02040503050406030204" pitchFamily="18" charset="0"/>
                        </a:rPr>
                        <m:t>|</m:t>
                      </m:r>
                      <m:d>
                        <m:dPr>
                          <m:begChr m:val=""/>
                          <m:endChr m:val="⟩"/>
                          <m:ctrlPr>
                            <a:rPr lang="en-US" altLang="zh-TW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6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1, </m:t>
                          </m:r>
                          <m:r>
                            <a:rPr lang="en-US" altLang="zh-TW" sz="1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</m:oMath>
                  </m:oMathPara>
                </a14:m>
                <a:endParaRPr lang="zh-TW" altLang="en-US" sz="1600" dirty="0"/>
              </a:p>
            </p:txBody>
          </p:sp>
        </mc:Choice>
        <mc:Fallback>
          <p:sp>
            <p:nvSpPr>
              <p:cNvPr id="180" name="文字方塊 179">
                <a:extLst>
                  <a:ext uri="{FF2B5EF4-FFF2-40B4-BE49-F238E27FC236}">
                    <a16:creationId xmlns:a16="http://schemas.microsoft.com/office/drawing/2014/main" id="{C6592285-FBA9-4DE2-BE47-D5703A7C2A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94665" y="4501420"/>
                <a:ext cx="812954" cy="338554"/>
              </a:xfrm>
              <a:prstGeom prst="rect">
                <a:avLst/>
              </a:prstGeom>
              <a:blipFill>
                <a:blip r:embed="rId9"/>
                <a:stretch>
                  <a:fillRect t="-108929" r="-46269" b="-16785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89" name="文字方塊 188">
                <a:extLst>
                  <a:ext uri="{FF2B5EF4-FFF2-40B4-BE49-F238E27FC236}">
                    <a16:creationId xmlns:a16="http://schemas.microsoft.com/office/drawing/2014/main" id="{06013B16-AADE-4F50-9769-3B0E22EFD811}"/>
                  </a:ext>
                </a:extLst>
              </p:cNvPr>
              <p:cNvSpPr txBox="1"/>
              <p:nvPr/>
            </p:nvSpPr>
            <p:spPr>
              <a:xfrm>
                <a:off x="6994665" y="2555828"/>
                <a:ext cx="812954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600" i="1" smtClean="0">
                          <a:latin typeface="Cambria Math" panose="02040503050406030204" pitchFamily="18" charset="0"/>
                        </a:rPr>
                        <m:t>|</m:t>
                      </m:r>
                      <m:d>
                        <m:dPr>
                          <m:begChr m:val=""/>
                          <m:endChr m:val="⟩"/>
                          <m:ctrlPr>
                            <a:rPr lang="en-US" altLang="zh-TW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1, </m:t>
                          </m:r>
                          <m:r>
                            <a:rPr lang="en-US" altLang="zh-TW" sz="16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</m:oMath>
                  </m:oMathPara>
                </a14:m>
                <a:endParaRPr lang="zh-TW" altLang="en-US" sz="1600" dirty="0"/>
              </a:p>
            </p:txBody>
          </p:sp>
        </mc:Choice>
        <mc:Fallback>
          <p:sp>
            <p:nvSpPr>
              <p:cNvPr id="189" name="文字方塊 188">
                <a:extLst>
                  <a:ext uri="{FF2B5EF4-FFF2-40B4-BE49-F238E27FC236}">
                    <a16:creationId xmlns:a16="http://schemas.microsoft.com/office/drawing/2014/main" id="{06013B16-AADE-4F50-9769-3B0E22EFD8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94665" y="2555828"/>
                <a:ext cx="812954" cy="338554"/>
              </a:xfrm>
              <a:prstGeom prst="rect">
                <a:avLst/>
              </a:prstGeom>
              <a:blipFill>
                <a:blip r:embed="rId10"/>
                <a:stretch>
                  <a:fillRect t="-108929" r="-46269" b="-16785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12" name="群組 211">
            <a:extLst>
              <a:ext uri="{FF2B5EF4-FFF2-40B4-BE49-F238E27FC236}">
                <a16:creationId xmlns:a16="http://schemas.microsoft.com/office/drawing/2014/main" id="{56BB1570-BE07-4CCA-B844-DD9F00E8733F}"/>
              </a:ext>
            </a:extLst>
          </p:cNvPr>
          <p:cNvGrpSpPr/>
          <p:nvPr/>
        </p:nvGrpSpPr>
        <p:grpSpPr>
          <a:xfrm>
            <a:off x="7184183" y="1808686"/>
            <a:ext cx="115586" cy="110880"/>
            <a:chOff x="1373392" y="2391862"/>
            <a:chExt cx="479433" cy="476535"/>
          </a:xfrm>
        </p:grpSpPr>
        <p:sp>
          <p:nvSpPr>
            <p:cNvPr id="213" name="箭號: 向右 212">
              <a:extLst>
                <a:ext uri="{FF2B5EF4-FFF2-40B4-BE49-F238E27FC236}">
                  <a16:creationId xmlns:a16="http://schemas.microsoft.com/office/drawing/2014/main" id="{D44EB9EF-73CA-404D-99EE-1F0CCE892A52}"/>
                </a:ext>
              </a:extLst>
            </p:cNvPr>
            <p:cNvSpPr/>
            <p:nvPr/>
          </p:nvSpPr>
          <p:spPr>
            <a:xfrm>
              <a:off x="1411244" y="2735868"/>
              <a:ext cx="441581" cy="132529"/>
            </a:xfrm>
            <a:prstGeom prst="rightArrow">
              <a:avLst>
                <a:gd name="adj1" fmla="val 50000"/>
                <a:gd name="adj2" fmla="val 99023"/>
              </a:avLst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220" name="箭號: 向右 219">
              <a:extLst>
                <a:ext uri="{FF2B5EF4-FFF2-40B4-BE49-F238E27FC236}">
                  <a16:creationId xmlns:a16="http://schemas.microsoft.com/office/drawing/2014/main" id="{9F517533-ADEE-4B5D-BB6F-1F4159A610F9}"/>
                </a:ext>
              </a:extLst>
            </p:cNvPr>
            <p:cNvSpPr/>
            <p:nvPr/>
          </p:nvSpPr>
          <p:spPr>
            <a:xfrm rot="16200000">
              <a:off x="1218866" y="2546388"/>
              <a:ext cx="441581" cy="132529"/>
            </a:xfrm>
            <a:prstGeom prst="rightArrow">
              <a:avLst>
                <a:gd name="adj1" fmla="val 50000"/>
                <a:gd name="adj2" fmla="val 99023"/>
              </a:avLst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2000" dirty="0">
                <a:solidFill>
                  <a:schemeClr val="tx1"/>
                </a:solidFill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26" name="文字方塊 225">
                <a:extLst>
                  <a:ext uri="{FF2B5EF4-FFF2-40B4-BE49-F238E27FC236}">
                    <a16:creationId xmlns:a16="http://schemas.microsoft.com/office/drawing/2014/main" id="{4A797F52-28EA-4953-BC86-8E8901D5D2D9}"/>
                  </a:ext>
                </a:extLst>
              </p:cNvPr>
              <p:cNvSpPr txBox="1"/>
              <p:nvPr/>
            </p:nvSpPr>
            <p:spPr>
              <a:xfrm>
                <a:off x="7064306" y="1435710"/>
                <a:ext cx="438402" cy="4242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</m:oMath>
                  </m:oMathPara>
                </a14:m>
                <a:endParaRPr lang="en-US" altLang="zh-TW" sz="2000" dirty="0"/>
              </a:p>
            </p:txBody>
          </p:sp>
        </mc:Choice>
        <mc:Fallback xmlns="">
          <p:sp>
            <p:nvSpPr>
              <p:cNvPr id="226" name="文字方塊 225">
                <a:extLst>
                  <a:ext uri="{FF2B5EF4-FFF2-40B4-BE49-F238E27FC236}">
                    <a16:creationId xmlns:a16="http://schemas.microsoft.com/office/drawing/2014/main" id="{4A797F52-28EA-4953-BC86-8E8901D5D2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64306" y="1435710"/>
                <a:ext cx="438402" cy="424283"/>
              </a:xfrm>
              <a:prstGeom prst="rect">
                <a:avLst/>
              </a:prstGeom>
              <a:blipFill>
                <a:blip r:embed="rId11"/>
                <a:stretch>
                  <a:fillRect b="-579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7" name="文字方塊 226">
                <a:extLst>
                  <a:ext uri="{FF2B5EF4-FFF2-40B4-BE49-F238E27FC236}">
                    <a16:creationId xmlns:a16="http://schemas.microsoft.com/office/drawing/2014/main" id="{990D4C3A-AED8-40BB-8849-57DEE8BE7A17}"/>
                  </a:ext>
                </a:extLst>
              </p:cNvPr>
              <p:cNvSpPr txBox="1"/>
              <p:nvPr/>
            </p:nvSpPr>
            <p:spPr>
              <a:xfrm>
                <a:off x="7237289" y="1713862"/>
                <a:ext cx="388427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</m:oMath>
                  </m:oMathPara>
                </a14:m>
                <a:endParaRPr lang="en-US" altLang="zh-TW" sz="2000" dirty="0"/>
              </a:p>
            </p:txBody>
          </p:sp>
        </mc:Choice>
        <mc:Fallback xmlns="">
          <p:sp>
            <p:nvSpPr>
              <p:cNvPr id="227" name="文字方塊 226">
                <a:extLst>
                  <a:ext uri="{FF2B5EF4-FFF2-40B4-BE49-F238E27FC236}">
                    <a16:creationId xmlns:a16="http://schemas.microsoft.com/office/drawing/2014/main" id="{990D4C3A-AED8-40BB-8849-57DEE8BE7A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37289" y="1713862"/>
                <a:ext cx="388427" cy="400110"/>
              </a:xfrm>
              <a:prstGeom prst="rect">
                <a:avLst/>
              </a:prstGeom>
              <a:blipFill>
                <a:blip r:embed="rId12"/>
                <a:stretch>
                  <a:fillRect b="-757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8" name="文字方塊 227">
                <a:extLst>
                  <a:ext uri="{FF2B5EF4-FFF2-40B4-BE49-F238E27FC236}">
                    <a16:creationId xmlns:a16="http://schemas.microsoft.com/office/drawing/2014/main" id="{3C622479-68C9-4AC9-AE5F-27970F7075FD}"/>
                  </a:ext>
                </a:extLst>
              </p:cNvPr>
              <p:cNvSpPr txBox="1"/>
              <p:nvPr/>
            </p:nvSpPr>
            <p:spPr>
              <a:xfrm>
                <a:off x="6540846" y="2179934"/>
                <a:ext cx="652306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0.1</m:t>
                          </m:r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en-US" altLang="zh-TW" sz="1600" dirty="0"/>
              </a:p>
            </p:txBody>
          </p:sp>
        </mc:Choice>
        <mc:Fallback xmlns="">
          <p:sp>
            <p:nvSpPr>
              <p:cNvPr id="228" name="文字方塊 227">
                <a:extLst>
                  <a:ext uri="{FF2B5EF4-FFF2-40B4-BE49-F238E27FC236}">
                    <a16:creationId xmlns:a16="http://schemas.microsoft.com/office/drawing/2014/main" id="{3C622479-68C9-4AC9-AE5F-27970F7075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40846" y="2179934"/>
                <a:ext cx="652306" cy="338554"/>
              </a:xfrm>
              <a:prstGeom prst="rect">
                <a:avLst/>
              </a:prstGeom>
              <a:blipFill>
                <a:blip r:embed="rId13"/>
                <a:stretch>
                  <a:fillRect b="-727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9" name="文字方塊 228">
            <a:extLst>
              <a:ext uri="{FF2B5EF4-FFF2-40B4-BE49-F238E27FC236}">
                <a16:creationId xmlns:a16="http://schemas.microsoft.com/office/drawing/2014/main" id="{2693C9D3-A145-48F7-981C-9A9BF2A0A9A5}"/>
              </a:ext>
            </a:extLst>
          </p:cNvPr>
          <p:cNvSpPr txBox="1"/>
          <p:nvPr/>
        </p:nvSpPr>
        <p:spPr>
          <a:xfrm>
            <a:off x="5543826" y="-455105"/>
            <a:ext cx="3714632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Longitudinal component</a:t>
            </a:r>
            <a:endParaRPr lang="zh-TW" altLang="en-US" sz="2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1" name="文字方塊 230">
                <a:extLst>
                  <a:ext uri="{FF2B5EF4-FFF2-40B4-BE49-F238E27FC236}">
                    <a16:creationId xmlns:a16="http://schemas.microsoft.com/office/drawing/2014/main" id="{A81A25EB-4EC7-4F2F-99BC-612BE192E284}"/>
                  </a:ext>
                </a:extLst>
              </p:cNvPr>
              <p:cNvSpPr txBox="1"/>
              <p:nvPr/>
            </p:nvSpPr>
            <p:spPr>
              <a:xfrm>
                <a:off x="6358604" y="1285730"/>
                <a:ext cx="1673596" cy="3231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5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𝛼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</m:d>
                      <m:r>
                        <a:rPr lang="en-US" altLang="zh-TW" sz="150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zh-TW" sz="15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0, </m:t>
                          </m:r>
                          <m:r>
                            <m:rPr>
                              <m:nor/>
                            </m:rPr>
                            <a:rPr lang="en-US" altLang="zh-TW" sz="150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</m:oMath>
                  </m:oMathPara>
                </a14:m>
                <a:endParaRPr lang="zh-TW" altLang="en-US" sz="1500" dirty="0"/>
              </a:p>
            </p:txBody>
          </p:sp>
        </mc:Choice>
        <mc:Fallback xmlns="">
          <p:sp>
            <p:nvSpPr>
              <p:cNvPr id="231" name="文字方塊 230">
                <a:extLst>
                  <a:ext uri="{FF2B5EF4-FFF2-40B4-BE49-F238E27FC236}">
                    <a16:creationId xmlns:a16="http://schemas.microsoft.com/office/drawing/2014/main" id="{A81A25EB-4EC7-4F2F-99BC-612BE192E2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58604" y="1285730"/>
                <a:ext cx="1673596" cy="323165"/>
              </a:xfrm>
              <a:prstGeom prst="rect">
                <a:avLst/>
              </a:prstGeom>
              <a:blipFill>
                <a:blip r:embed="rId14"/>
                <a:stretch>
                  <a:fillRect b="-943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2" name="文字方塊 231">
                <a:extLst>
                  <a:ext uri="{FF2B5EF4-FFF2-40B4-BE49-F238E27FC236}">
                    <a16:creationId xmlns:a16="http://schemas.microsoft.com/office/drawing/2014/main" id="{B2F5F182-7771-47FB-BF37-AF5144F26384}"/>
                  </a:ext>
                </a:extLst>
              </p:cNvPr>
              <p:cNvSpPr txBox="1"/>
              <p:nvPr/>
            </p:nvSpPr>
            <p:spPr>
              <a:xfrm>
                <a:off x="5301973" y="3844729"/>
                <a:ext cx="1150186" cy="3231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5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0, 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500" dirty="0"/>
              </a:p>
            </p:txBody>
          </p:sp>
        </mc:Choice>
        <mc:Fallback xmlns="">
          <p:sp>
            <p:nvSpPr>
              <p:cNvPr id="232" name="文字方塊 231">
                <a:extLst>
                  <a:ext uri="{FF2B5EF4-FFF2-40B4-BE49-F238E27FC236}">
                    <a16:creationId xmlns:a16="http://schemas.microsoft.com/office/drawing/2014/main" id="{B2F5F182-7771-47FB-BF37-AF5144F263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01973" y="3844729"/>
                <a:ext cx="1150186" cy="323165"/>
              </a:xfrm>
              <a:prstGeom prst="rect">
                <a:avLst/>
              </a:prstGeom>
              <a:blipFill>
                <a:blip r:embed="rId15"/>
                <a:stretch>
                  <a:fillRect b="-943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3" name="文字方塊 232">
                <a:extLst>
                  <a:ext uri="{FF2B5EF4-FFF2-40B4-BE49-F238E27FC236}">
                    <a16:creationId xmlns:a16="http://schemas.microsoft.com/office/drawing/2014/main" id="{BDC6F78B-E419-4B8A-BAA9-5615A1972DBE}"/>
                  </a:ext>
                </a:extLst>
              </p:cNvPr>
              <p:cNvSpPr txBox="1"/>
              <p:nvPr/>
            </p:nvSpPr>
            <p:spPr>
              <a:xfrm>
                <a:off x="8331357" y="2248720"/>
                <a:ext cx="1150186" cy="3231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5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500" dirty="0"/>
              </a:p>
            </p:txBody>
          </p:sp>
        </mc:Choice>
        <mc:Fallback xmlns="">
          <p:sp>
            <p:nvSpPr>
              <p:cNvPr id="233" name="文字方塊 232">
                <a:extLst>
                  <a:ext uri="{FF2B5EF4-FFF2-40B4-BE49-F238E27FC236}">
                    <a16:creationId xmlns:a16="http://schemas.microsoft.com/office/drawing/2014/main" id="{BDC6F78B-E419-4B8A-BAA9-5615A1972D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31357" y="2248720"/>
                <a:ext cx="1150186" cy="323165"/>
              </a:xfrm>
              <a:prstGeom prst="rect">
                <a:avLst/>
              </a:prstGeom>
              <a:blipFill>
                <a:blip r:embed="rId16"/>
                <a:stretch>
                  <a:fillRect b="-943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4" name="文字方塊 233">
                <a:extLst>
                  <a:ext uri="{FF2B5EF4-FFF2-40B4-BE49-F238E27FC236}">
                    <a16:creationId xmlns:a16="http://schemas.microsoft.com/office/drawing/2014/main" id="{DA67C54B-80A5-4D59-B289-74384BDACD1C}"/>
                  </a:ext>
                </a:extLst>
              </p:cNvPr>
              <p:cNvSpPr txBox="1"/>
              <p:nvPr/>
            </p:nvSpPr>
            <p:spPr>
              <a:xfrm>
                <a:off x="6826049" y="4840301"/>
                <a:ext cx="1150186" cy="3231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5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0,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𝜋</m:t>
                          </m:r>
                        </m:e>
                      </m:d>
                    </m:oMath>
                  </m:oMathPara>
                </a14:m>
                <a:endParaRPr lang="zh-TW" altLang="en-US" sz="1500" dirty="0"/>
              </a:p>
            </p:txBody>
          </p:sp>
        </mc:Choice>
        <mc:Fallback xmlns="">
          <p:sp>
            <p:nvSpPr>
              <p:cNvPr id="234" name="文字方塊 233">
                <a:extLst>
                  <a:ext uri="{FF2B5EF4-FFF2-40B4-BE49-F238E27FC236}">
                    <a16:creationId xmlns:a16="http://schemas.microsoft.com/office/drawing/2014/main" id="{DA67C54B-80A5-4D59-B289-74384BDACD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26049" y="4840301"/>
                <a:ext cx="1150186" cy="323165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35" name="圖片 234">
            <a:extLst>
              <a:ext uri="{FF2B5EF4-FFF2-40B4-BE49-F238E27FC236}">
                <a16:creationId xmlns:a16="http://schemas.microsoft.com/office/drawing/2014/main" id="{DF781A4C-9BC8-40C7-BF1A-E906699C28D4}"/>
              </a:ext>
            </a:extLst>
          </p:cNvPr>
          <p:cNvPicPr>
            <a:picLocks noChangeAspect="1"/>
          </p:cNvPicPr>
          <p:nvPr/>
        </p:nvPicPr>
        <p:blipFill rotWithShape="1">
          <a:blip r:embed="rId1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0879" t="9023" r="4888" b="70339"/>
          <a:stretch/>
        </p:blipFill>
        <p:spPr>
          <a:xfrm>
            <a:off x="7871070" y="1257930"/>
            <a:ext cx="413382" cy="134348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36" name="文字方塊 235">
                <a:extLst>
                  <a:ext uri="{FF2B5EF4-FFF2-40B4-BE49-F238E27FC236}">
                    <a16:creationId xmlns:a16="http://schemas.microsoft.com/office/drawing/2014/main" id="{61131924-00C5-4C5C-8379-1D2527DB1052}"/>
                  </a:ext>
                </a:extLst>
              </p:cNvPr>
              <p:cNvSpPr txBox="1"/>
              <p:nvPr/>
            </p:nvSpPr>
            <p:spPr>
              <a:xfrm>
                <a:off x="7789606" y="2342403"/>
                <a:ext cx="478319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sz="1400"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altLang="zh-TW" sz="1400">
                          <a:latin typeface="Cambria Math" panose="02040503050406030204" pitchFamily="18" charset="0"/>
                        </a:rPr>
                        <m:t>.</m:t>
                      </m:r>
                      <m:r>
                        <m:rPr>
                          <m:sty m:val="p"/>
                        </m:rPr>
                        <a:rPr lang="en-US" altLang="zh-TW" sz="1400">
                          <a:latin typeface="Cambria Math" panose="02040503050406030204" pitchFamily="18" charset="0"/>
                        </a:rPr>
                        <m:t>u</m:t>
                      </m:r>
                      <m:r>
                        <a:rPr lang="en-US" altLang="zh-TW" sz="140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TW" altLang="en-US" sz="1400" dirty="0"/>
              </a:p>
            </p:txBody>
          </p:sp>
        </mc:Choice>
        <mc:Fallback xmlns="">
          <p:sp>
            <p:nvSpPr>
              <p:cNvPr id="236" name="文字方塊 235">
                <a:extLst>
                  <a:ext uri="{FF2B5EF4-FFF2-40B4-BE49-F238E27FC236}">
                    <a16:creationId xmlns:a16="http://schemas.microsoft.com/office/drawing/2014/main" id="{61131924-00C5-4C5C-8379-1D2527DB10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89606" y="2342403"/>
                <a:ext cx="478319" cy="307777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7" name="Oval 14">
            <a:extLst>
              <a:ext uri="{FF2B5EF4-FFF2-40B4-BE49-F238E27FC236}">
                <a16:creationId xmlns:a16="http://schemas.microsoft.com/office/drawing/2014/main" id="{4D2E6476-8133-4C1A-80AA-96C2BBAD7538}"/>
              </a:ext>
            </a:extLst>
          </p:cNvPr>
          <p:cNvSpPr/>
          <p:nvPr/>
        </p:nvSpPr>
        <p:spPr>
          <a:xfrm>
            <a:off x="7317889" y="2852108"/>
            <a:ext cx="162450" cy="168277"/>
          </a:xfrm>
          <a:prstGeom prst="ellipse">
            <a:avLst/>
          </a:prstGeom>
          <a:gradFill flip="none" rotWithShape="1">
            <a:gsLst>
              <a:gs pos="0">
                <a:srgbClr val="D1D1D1"/>
              </a:gs>
              <a:gs pos="23000">
                <a:schemeClr val="bg1">
                  <a:lumMod val="85000"/>
                </a:schemeClr>
              </a:gs>
              <a:gs pos="69000">
                <a:schemeClr val="accent3">
                  <a:lumMod val="75000"/>
                </a:schemeClr>
              </a:gs>
              <a:gs pos="97000">
                <a:schemeClr val="accent3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/>
          </a:p>
        </p:txBody>
      </p:sp>
      <p:sp>
        <p:nvSpPr>
          <p:cNvPr id="238" name="Oval 4">
            <a:extLst>
              <a:ext uri="{FF2B5EF4-FFF2-40B4-BE49-F238E27FC236}">
                <a16:creationId xmlns:a16="http://schemas.microsoft.com/office/drawing/2014/main" id="{D0067B35-40A6-4446-8A95-C300D2678B59}"/>
              </a:ext>
            </a:extLst>
          </p:cNvPr>
          <p:cNvSpPr/>
          <p:nvPr/>
        </p:nvSpPr>
        <p:spPr>
          <a:xfrm>
            <a:off x="6679308" y="2936246"/>
            <a:ext cx="1443999" cy="1495797"/>
          </a:xfrm>
          <a:prstGeom prst="ellipse">
            <a:avLst/>
          </a:prstGeom>
          <a:gradFill flip="none" rotWithShape="1">
            <a:gsLst>
              <a:gs pos="100000">
                <a:schemeClr val="accent3">
                  <a:lumMod val="60000"/>
                  <a:lumOff val="40000"/>
                  <a:alpha val="60000"/>
                </a:schemeClr>
              </a:gs>
              <a:gs pos="55000">
                <a:schemeClr val="accent3">
                  <a:lumMod val="40000"/>
                  <a:lumOff val="60000"/>
                  <a:alpha val="60000"/>
                </a:schemeClr>
              </a:gs>
              <a:gs pos="0">
                <a:schemeClr val="bg1">
                  <a:alpha val="6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 w="57150">
            <a:solidFill>
              <a:srgbClr val="D5D7D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39" name="Oval 15">
            <a:extLst>
              <a:ext uri="{FF2B5EF4-FFF2-40B4-BE49-F238E27FC236}">
                <a16:creationId xmlns:a16="http://schemas.microsoft.com/office/drawing/2014/main" id="{3ED95C10-549D-46A4-8427-E9004FB39400}"/>
              </a:ext>
            </a:extLst>
          </p:cNvPr>
          <p:cNvSpPr/>
          <p:nvPr/>
        </p:nvSpPr>
        <p:spPr>
          <a:xfrm>
            <a:off x="7317889" y="4347065"/>
            <a:ext cx="162450" cy="168277"/>
          </a:xfrm>
          <a:prstGeom prst="ellipse">
            <a:avLst/>
          </a:prstGeom>
          <a:gradFill flip="none" rotWithShape="1">
            <a:gsLst>
              <a:gs pos="17000">
                <a:srgbClr val="D1D1D1"/>
              </a:gs>
              <a:gs pos="0">
                <a:schemeClr val="bg1">
                  <a:lumMod val="85000"/>
                </a:schemeClr>
              </a:gs>
              <a:gs pos="60000">
                <a:schemeClr val="accent3">
                  <a:lumMod val="75000"/>
                </a:schemeClr>
              </a:gs>
              <a:gs pos="97000">
                <a:schemeClr val="accent3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52" name="SHO">
            <a:extLst>
              <a:ext uri="{FF2B5EF4-FFF2-40B4-BE49-F238E27FC236}">
                <a16:creationId xmlns:a16="http://schemas.microsoft.com/office/drawing/2014/main" id="{0845B616-2D49-4C5D-A47F-908796A33A53}"/>
              </a:ext>
            </a:extLst>
          </p:cNvPr>
          <p:cNvSpPr/>
          <p:nvPr/>
        </p:nvSpPr>
        <p:spPr>
          <a:xfrm rot="16200000">
            <a:off x="7087769" y="2962645"/>
            <a:ext cx="622693" cy="1443999"/>
          </a:xfrm>
          <a:prstGeom prst="arc">
            <a:avLst>
              <a:gd name="adj1" fmla="val 5396867"/>
              <a:gd name="adj2" fmla="val 5395779"/>
            </a:avLst>
          </a:prstGeom>
          <a:gradFill flip="none" rotWithShape="1">
            <a:gsLst>
              <a:gs pos="0">
                <a:schemeClr val="bg1">
                  <a:lumMod val="65000"/>
                </a:schemeClr>
              </a:gs>
              <a:gs pos="47000">
                <a:schemeClr val="bg1">
                  <a:lumMod val="50000"/>
                </a:schemeClr>
              </a:gs>
              <a:gs pos="97000">
                <a:srgbClr val="5E5E5E"/>
              </a:gs>
            </a:gsLst>
            <a:path path="circle">
              <a:fillToRect l="50000" t="50000" r="50000" b="50000"/>
            </a:path>
            <a:tileRect/>
          </a:gradFill>
          <a:ln w="31750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53" name="SVO">
            <a:extLst>
              <a:ext uri="{FF2B5EF4-FFF2-40B4-BE49-F238E27FC236}">
                <a16:creationId xmlns:a16="http://schemas.microsoft.com/office/drawing/2014/main" id="{28FBC70E-6464-4911-A7DC-D688B4A191B2}"/>
              </a:ext>
            </a:extLst>
          </p:cNvPr>
          <p:cNvSpPr/>
          <p:nvPr/>
        </p:nvSpPr>
        <p:spPr>
          <a:xfrm>
            <a:off x="7037215" y="2936747"/>
            <a:ext cx="722000" cy="1495797"/>
          </a:xfrm>
          <a:prstGeom prst="ellipse">
            <a:avLst/>
          </a:prstGeom>
          <a:noFill/>
          <a:ln w="25400">
            <a:solidFill>
              <a:schemeClr val="bg1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254" name="Oval 6">
            <a:extLst>
              <a:ext uri="{FF2B5EF4-FFF2-40B4-BE49-F238E27FC236}">
                <a16:creationId xmlns:a16="http://schemas.microsoft.com/office/drawing/2014/main" id="{F7426249-BB1C-465F-BA24-177826BCA4FE}"/>
              </a:ext>
            </a:extLst>
          </p:cNvPr>
          <p:cNvSpPr/>
          <p:nvPr/>
        </p:nvSpPr>
        <p:spPr>
          <a:xfrm rot="16200000">
            <a:off x="7087769" y="2962645"/>
            <a:ext cx="622693" cy="1443999"/>
          </a:xfrm>
          <a:prstGeom prst="ellipse">
            <a:avLst/>
          </a:prstGeom>
          <a:noFill/>
          <a:ln w="38100">
            <a:solidFill>
              <a:schemeClr val="tx1">
                <a:alpha val="6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5" name="TextBox 11">
                <a:extLst>
                  <a:ext uri="{FF2B5EF4-FFF2-40B4-BE49-F238E27FC236}">
                    <a16:creationId xmlns:a16="http://schemas.microsoft.com/office/drawing/2014/main" id="{37DEB133-ADB0-4B60-901B-D2AEF580DA59}"/>
                  </a:ext>
                </a:extLst>
              </p:cNvPr>
              <p:cNvSpPr txBox="1"/>
              <p:nvPr/>
            </p:nvSpPr>
            <p:spPr>
              <a:xfrm>
                <a:off x="6849417" y="3506293"/>
                <a:ext cx="176928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255" name="TextBox 11">
                <a:extLst>
                  <a:ext uri="{FF2B5EF4-FFF2-40B4-BE49-F238E27FC236}">
                    <a16:creationId xmlns:a16="http://schemas.microsoft.com/office/drawing/2014/main" id="{37DEB133-ADB0-4B60-901B-D2AEF580DA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49417" y="3506293"/>
                <a:ext cx="176928" cy="338554"/>
              </a:xfrm>
              <a:prstGeom prst="rect">
                <a:avLst/>
              </a:prstGeom>
              <a:blipFill>
                <a:blip r:embed="rId20"/>
                <a:stretch>
                  <a:fillRect r="-4137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6" name="Oval 22">
            <a:extLst>
              <a:ext uri="{FF2B5EF4-FFF2-40B4-BE49-F238E27FC236}">
                <a16:creationId xmlns:a16="http://schemas.microsoft.com/office/drawing/2014/main" id="{F51F6D7A-CBDD-41AE-81A9-01A381888E10}"/>
              </a:ext>
            </a:extLst>
          </p:cNvPr>
          <p:cNvSpPr/>
          <p:nvPr/>
        </p:nvSpPr>
        <p:spPr>
          <a:xfrm>
            <a:off x="7316943" y="4347065"/>
            <a:ext cx="162450" cy="168277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7" name="TextBox 12">
                <a:extLst>
                  <a:ext uri="{FF2B5EF4-FFF2-40B4-BE49-F238E27FC236}">
                    <a16:creationId xmlns:a16="http://schemas.microsoft.com/office/drawing/2014/main" id="{BEB792E4-CC90-49E5-8163-921F2ECF2D45}"/>
                  </a:ext>
                </a:extLst>
              </p:cNvPr>
              <p:cNvSpPr txBox="1"/>
              <p:nvPr/>
            </p:nvSpPr>
            <p:spPr>
              <a:xfrm>
                <a:off x="7504340" y="3601690"/>
                <a:ext cx="176928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257" name="TextBox 12">
                <a:extLst>
                  <a:ext uri="{FF2B5EF4-FFF2-40B4-BE49-F238E27FC236}">
                    <a16:creationId xmlns:a16="http://schemas.microsoft.com/office/drawing/2014/main" id="{BEB792E4-CC90-49E5-8163-921F2ECF2D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04340" y="3601690"/>
                <a:ext cx="176928" cy="338554"/>
              </a:xfrm>
              <a:prstGeom prst="rect">
                <a:avLst/>
              </a:prstGeom>
              <a:blipFill>
                <a:blip r:embed="rId21"/>
                <a:stretch>
                  <a:fillRect r="-55172" b="-363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8" name="TextBox 13">
                <a:extLst>
                  <a:ext uri="{FF2B5EF4-FFF2-40B4-BE49-F238E27FC236}">
                    <a16:creationId xmlns:a16="http://schemas.microsoft.com/office/drawing/2014/main" id="{8D531DEA-B9A5-4E8D-A6A2-A31408532FD7}"/>
                  </a:ext>
                </a:extLst>
              </p:cNvPr>
              <p:cNvSpPr txBox="1"/>
              <p:nvPr/>
            </p:nvSpPr>
            <p:spPr>
              <a:xfrm>
                <a:off x="7260216" y="2971948"/>
                <a:ext cx="256967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>
                          <a:latin typeface="Cambria Math" panose="02040503050406030204" pitchFamily="18" charset="0"/>
                        </a:rPr>
                        <m:t>𝑧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258" name="TextBox 13">
                <a:extLst>
                  <a:ext uri="{FF2B5EF4-FFF2-40B4-BE49-F238E27FC236}">
                    <a16:creationId xmlns:a16="http://schemas.microsoft.com/office/drawing/2014/main" id="{8D531DEA-B9A5-4E8D-A6A2-A31408532F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60216" y="2971948"/>
                <a:ext cx="256967" cy="338554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9" name="DVO">
            <a:extLst>
              <a:ext uri="{FF2B5EF4-FFF2-40B4-BE49-F238E27FC236}">
                <a16:creationId xmlns:a16="http://schemas.microsoft.com/office/drawing/2014/main" id="{BD66E933-A9D1-416F-99A4-A2F56F384D96}"/>
              </a:ext>
            </a:extLst>
          </p:cNvPr>
          <p:cNvSpPr/>
          <p:nvPr/>
        </p:nvSpPr>
        <p:spPr>
          <a:xfrm flipH="1">
            <a:off x="7037215" y="2936747"/>
            <a:ext cx="722000" cy="1495797"/>
          </a:xfrm>
          <a:prstGeom prst="arc">
            <a:avLst>
              <a:gd name="adj1" fmla="val 5396867"/>
              <a:gd name="adj2" fmla="val 16170484"/>
            </a:avLst>
          </a:prstGeom>
          <a:ln w="254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60" name="Oval 23">
            <a:extLst>
              <a:ext uri="{FF2B5EF4-FFF2-40B4-BE49-F238E27FC236}">
                <a16:creationId xmlns:a16="http://schemas.microsoft.com/office/drawing/2014/main" id="{B1975880-4F20-4527-8AC1-67B4B5024B5F}"/>
              </a:ext>
            </a:extLst>
          </p:cNvPr>
          <p:cNvSpPr/>
          <p:nvPr/>
        </p:nvSpPr>
        <p:spPr>
          <a:xfrm>
            <a:off x="8039799" y="3600507"/>
            <a:ext cx="162450" cy="168277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cxnSp>
        <p:nvCxnSpPr>
          <p:cNvPr id="261" name="Straight Arrow Connector 7">
            <a:extLst>
              <a:ext uri="{FF2B5EF4-FFF2-40B4-BE49-F238E27FC236}">
                <a16:creationId xmlns:a16="http://schemas.microsoft.com/office/drawing/2014/main" id="{33161F97-7212-47BE-BA7D-6FC7B9147369}"/>
              </a:ext>
            </a:extLst>
          </p:cNvPr>
          <p:cNvCxnSpPr>
            <a:cxnSpLocks/>
          </p:cNvCxnSpPr>
          <p:nvPr/>
        </p:nvCxnSpPr>
        <p:spPr>
          <a:xfrm flipV="1">
            <a:off x="7395184" y="3236563"/>
            <a:ext cx="1697" cy="445890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2" name="Straight Arrow Connector 19">
            <a:extLst>
              <a:ext uri="{FF2B5EF4-FFF2-40B4-BE49-F238E27FC236}">
                <a16:creationId xmlns:a16="http://schemas.microsoft.com/office/drawing/2014/main" id="{240911C2-AE74-4914-B8DB-470C2315C461}"/>
              </a:ext>
            </a:extLst>
          </p:cNvPr>
          <p:cNvCxnSpPr>
            <a:cxnSpLocks/>
          </p:cNvCxnSpPr>
          <p:nvPr/>
        </p:nvCxnSpPr>
        <p:spPr>
          <a:xfrm>
            <a:off x="7398168" y="3680269"/>
            <a:ext cx="195802" cy="156763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3" name="Straight Arrow Connector 18">
            <a:extLst>
              <a:ext uri="{FF2B5EF4-FFF2-40B4-BE49-F238E27FC236}">
                <a16:creationId xmlns:a16="http://schemas.microsoft.com/office/drawing/2014/main" id="{168B960E-43A1-4542-B03F-41153CC41797}"/>
              </a:ext>
            </a:extLst>
          </p:cNvPr>
          <p:cNvCxnSpPr>
            <a:cxnSpLocks/>
          </p:cNvCxnSpPr>
          <p:nvPr/>
        </p:nvCxnSpPr>
        <p:spPr>
          <a:xfrm rot="16200000" flipH="1" flipV="1">
            <a:off x="7226846" y="3508793"/>
            <a:ext cx="0" cy="342950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4" name="Oval 20">
            <a:extLst>
              <a:ext uri="{FF2B5EF4-FFF2-40B4-BE49-F238E27FC236}">
                <a16:creationId xmlns:a16="http://schemas.microsoft.com/office/drawing/2014/main" id="{24DEE888-55C9-4D4C-B18D-808F9AA85CCB}"/>
              </a:ext>
            </a:extLst>
          </p:cNvPr>
          <p:cNvSpPr/>
          <p:nvPr/>
        </p:nvSpPr>
        <p:spPr>
          <a:xfrm>
            <a:off x="6595635" y="3600507"/>
            <a:ext cx="162450" cy="168277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265" name="Oval 22">
            <a:extLst>
              <a:ext uri="{FF2B5EF4-FFF2-40B4-BE49-F238E27FC236}">
                <a16:creationId xmlns:a16="http://schemas.microsoft.com/office/drawing/2014/main" id="{EF01816B-7066-4916-A520-954D092BE6FE}"/>
              </a:ext>
            </a:extLst>
          </p:cNvPr>
          <p:cNvSpPr/>
          <p:nvPr/>
        </p:nvSpPr>
        <p:spPr>
          <a:xfrm>
            <a:off x="7318125" y="2844234"/>
            <a:ext cx="162450" cy="168277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/>
          </a:p>
        </p:txBody>
      </p:sp>
      <p:sp>
        <p:nvSpPr>
          <p:cNvPr id="266" name="Partial Circle 9">
            <a:extLst>
              <a:ext uri="{FF2B5EF4-FFF2-40B4-BE49-F238E27FC236}">
                <a16:creationId xmlns:a16="http://schemas.microsoft.com/office/drawing/2014/main" id="{95E3D0C0-F471-47D7-9B54-CC1B9F289F59}"/>
              </a:ext>
            </a:extLst>
          </p:cNvPr>
          <p:cNvSpPr>
            <a:spLocks noChangeAspect="1"/>
          </p:cNvSpPr>
          <p:nvPr/>
        </p:nvSpPr>
        <p:spPr>
          <a:xfrm rot="16200000" flipH="1">
            <a:off x="7334286" y="3585381"/>
            <a:ext cx="102407" cy="197721"/>
          </a:xfrm>
          <a:prstGeom prst="pie">
            <a:avLst>
              <a:gd name="adj1" fmla="val 16258856"/>
              <a:gd name="adj2" fmla="val 19252600"/>
            </a:avLst>
          </a:prstGeom>
          <a:gradFill flip="none" rotWithShape="1">
            <a:gsLst>
              <a:gs pos="0">
                <a:schemeClr val="tx1"/>
              </a:gs>
              <a:gs pos="50000">
                <a:schemeClr val="tx1">
                  <a:lumMod val="50000"/>
                  <a:lumOff val="50000"/>
                </a:schemeClr>
              </a:gs>
              <a:gs pos="100000">
                <a:schemeClr val="bg1">
                  <a:lumMod val="50000"/>
                </a:schemeClr>
              </a:gs>
            </a:gsLst>
            <a:lin ang="2700000" scaled="1"/>
            <a:tileRect/>
          </a:gra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7" name="TextBox 10">
                <a:extLst>
                  <a:ext uri="{FF2B5EF4-FFF2-40B4-BE49-F238E27FC236}">
                    <a16:creationId xmlns:a16="http://schemas.microsoft.com/office/drawing/2014/main" id="{B215AA15-06BF-4D83-A5CD-B6A967095CE1}"/>
                  </a:ext>
                </a:extLst>
              </p:cNvPr>
              <p:cNvSpPr txBox="1"/>
              <p:nvPr/>
            </p:nvSpPr>
            <p:spPr>
              <a:xfrm>
                <a:off x="6970268" y="3620427"/>
                <a:ext cx="315234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>
                          <a:latin typeface="Cambria Math" panose="02040503050406030204" pitchFamily="18" charset="0"/>
                        </a:rPr>
                        <m:t>𝛼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267" name="TextBox 10">
                <a:extLst>
                  <a:ext uri="{FF2B5EF4-FFF2-40B4-BE49-F238E27FC236}">
                    <a16:creationId xmlns:a16="http://schemas.microsoft.com/office/drawing/2014/main" id="{B215AA15-06BF-4D83-A5CD-B6A967095C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70268" y="3620427"/>
                <a:ext cx="315234" cy="338554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68" name="Straight Arrow Connector 17">
            <a:extLst>
              <a:ext uri="{FF2B5EF4-FFF2-40B4-BE49-F238E27FC236}">
                <a16:creationId xmlns:a16="http://schemas.microsoft.com/office/drawing/2014/main" id="{230BB7BA-7677-4C8C-B5E4-B82B7D463931}"/>
              </a:ext>
            </a:extLst>
          </p:cNvPr>
          <p:cNvCxnSpPr>
            <a:cxnSpLocks/>
          </p:cNvCxnSpPr>
          <p:nvPr/>
        </p:nvCxnSpPr>
        <p:spPr>
          <a:xfrm flipH="1">
            <a:off x="7177537" y="3685449"/>
            <a:ext cx="221585" cy="286539"/>
          </a:xfrm>
          <a:prstGeom prst="straightConnector1">
            <a:avLst/>
          </a:prstGeom>
          <a:ln w="38100">
            <a:solidFill>
              <a:schemeClr val="tx1"/>
            </a:solidFill>
            <a:tailEnd type="stealth" w="lg" len="lg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269" name="Partial Circle 9">
            <a:extLst>
              <a:ext uri="{FF2B5EF4-FFF2-40B4-BE49-F238E27FC236}">
                <a16:creationId xmlns:a16="http://schemas.microsoft.com/office/drawing/2014/main" id="{E72D69FE-BCE2-4231-B5B8-E4BAB5150F43}"/>
              </a:ext>
            </a:extLst>
          </p:cNvPr>
          <p:cNvSpPr>
            <a:spLocks noChangeAspect="1"/>
          </p:cNvSpPr>
          <p:nvPr/>
        </p:nvSpPr>
        <p:spPr>
          <a:xfrm>
            <a:off x="7321561" y="3548156"/>
            <a:ext cx="149214" cy="301366"/>
          </a:xfrm>
          <a:prstGeom prst="pie">
            <a:avLst>
              <a:gd name="adj1" fmla="val 16258856"/>
              <a:gd name="adj2" fmla="val 19252600"/>
            </a:avLst>
          </a:prstGeom>
          <a:gradFill flip="none" rotWithShape="1">
            <a:gsLst>
              <a:gs pos="0">
                <a:schemeClr val="tx1"/>
              </a:gs>
              <a:gs pos="50000">
                <a:schemeClr val="tx1">
                  <a:lumMod val="50000"/>
                  <a:lumOff val="50000"/>
                </a:schemeClr>
              </a:gs>
              <a:gs pos="100000">
                <a:schemeClr val="bg1">
                  <a:lumMod val="50000"/>
                </a:schemeClr>
              </a:gs>
            </a:gsLst>
            <a:lin ang="2700000" scaled="1"/>
            <a:tileRect/>
          </a:gra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0" name="TextBox 10">
                <a:extLst>
                  <a:ext uri="{FF2B5EF4-FFF2-40B4-BE49-F238E27FC236}">
                    <a16:creationId xmlns:a16="http://schemas.microsoft.com/office/drawing/2014/main" id="{2F6C10B6-03DA-4C5F-B367-63A41053B482}"/>
                  </a:ext>
                </a:extLst>
              </p:cNvPr>
              <p:cNvSpPr txBox="1"/>
              <p:nvPr/>
            </p:nvSpPr>
            <p:spPr>
              <a:xfrm>
                <a:off x="7361340" y="3300009"/>
                <a:ext cx="297046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>
                          <a:latin typeface="Cambria Math" panose="02040503050406030204" pitchFamily="18" charset="0"/>
                        </a:rPr>
                        <m:t>𝛽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270" name="TextBox 10">
                <a:extLst>
                  <a:ext uri="{FF2B5EF4-FFF2-40B4-BE49-F238E27FC236}">
                    <a16:creationId xmlns:a16="http://schemas.microsoft.com/office/drawing/2014/main" id="{2F6C10B6-03DA-4C5F-B367-63A41053B4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61340" y="3300009"/>
                <a:ext cx="297046" cy="338554"/>
              </a:xfrm>
              <a:prstGeom prst="rect">
                <a:avLst/>
              </a:prstGeom>
              <a:blipFill>
                <a:blip r:embed="rId24"/>
                <a:stretch>
                  <a:fillRect l="-2083" r="-4167" b="-892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71" name="Straight Arrow Connector 17">
            <a:extLst>
              <a:ext uri="{FF2B5EF4-FFF2-40B4-BE49-F238E27FC236}">
                <a16:creationId xmlns:a16="http://schemas.microsoft.com/office/drawing/2014/main" id="{050CD12B-2348-4EAE-8F7E-7F476F6AB6E3}"/>
              </a:ext>
            </a:extLst>
          </p:cNvPr>
          <p:cNvCxnSpPr>
            <a:cxnSpLocks/>
          </p:cNvCxnSpPr>
          <p:nvPr/>
        </p:nvCxnSpPr>
        <p:spPr>
          <a:xfrm flipV="1">
            <a:off x="7391035" y="3239724"/>
            <a:ext cx="571923" cy="449644"/>
          </a:xfrm>
          <a:prstGeom prst="straightConnector1">
            <a:avLst/>
          </a:prstGeom>
          <a:ln w="38100">
            <a:solidFill>
              <a:schemeClr val="tx1"/>
            </a:solidFill>
            <a:tailEnd type="stealth" w="lg" len="lg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52" name="Oval 23">
            <a:extLst>
              <a:ext uri="{FF2B5EF4-FFF2-40B4-BE49-F238E27FC236}">
                <a16:creationId xmlns:a16="http://schemas.microsoft.com/office/drawing/2014/main" id="{6454FEB7-1A49-4057-B9D1-C98AB19CFD06}"/>
              </a:ext>
            </a:extLst>
          </p:cNvPr>
          <p:cNvSpPr/>
          <p:nvPr/>
        </p:nvSpPr>
        <p:spPr>
          <a:xfrm>
            <a:off x="7651126" y="3860498"/>
            <a:ext cx="162450" cy="168277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154" name="Oval 23">
            <a:extLst>
              <a:ext uri="{FF2B5EF4-FFF2-40B4-BE49-F238E27FC236}">
                <a16:creationId xmlns:a16="http://schemas.microsoft.com/office/drawing/2014/main" id="{2FF5597B-5488-4B3C-BE8B-E0AD3A81CF14}"/>
              </a:ext>
            </a:extLst>
          </p:cNvPr>
          <p:cNvSpPr/>
          <p:nvPr/>
        </p:nvSpPr>
        <p:spPr>
          <a:xfrm>
            <a:off x="6965326" y="3327098"/>
            <a:ext cx="162450" cy="168277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6" name="文字方塊 155">
                <a:extLst>
                  <a:ext uri="{FF2B5EF4-FFF2-40B4-BE49-F238E27FC236}">
                    <a16:creationId xmlns:a16="http://schemas.microsoft.com/office/drawing/2014/main" id="{7D05204B-22BE-4DE9-AA50-5F23DEE9A2F6}"/>
                  </a:ext>
                </a:extLst>
              </p:cNvPr>
              <p:cNvSpPr txBox="1"/>
              <p:nvPr/>
            </p:nvSpPr>
            <p:spPr>
              <a:xfrm>
                <a:off x="8312755" y="3844729"/>
                <a:ext cx="1150186" cy="3231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5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500" b="0" i="1" smtClean="0">
                              <a:latin typeface="Cambria Math" panose="02040503050406030204" pitchFamily="18" charset="0"/>
                            </a:rPr>
                            <m:t>/2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500" dirty="0"/>
              </a:p>
            </p:txBody>
          </p:sp>
        </mc:Choice>
        <mc:Fallback xmlns="">
          <p:sp>
            <p:nvSpPr>
              <p:cNvPr id="156" name="文字方塊 155">
                <a:extLst>
                  <a:ext uri="{FF2B5EF4-FFF2-40B4-BE49-F238E27FC236}">
                    <a16:creationId xmlns:a16="http://schemas.microsoft.com/office/drawing/2014/main" id="{7D05204B-22BE-4DE9-AA50-5F23DEE9A2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12755" y="3844729"/>
                <a:ext cx="1150186" cy="323165"/>
              </a:xfrm>
              <a:prstGeom prst="rect">
                <a:avLst/>
              </a:prstGeom>
              <a:blipFill>
                <a:blip r:embed="rId25"/>
                <a:stretch>
                  <a:fillRect b="-943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7" name="文字方塊 156">
                <a:extLst>
                  <a:ext uri="{FF2B5EF4-FFF2-40B4-BE49-F238E27FC236}">
                    <a16:creationId xmlns:a16="http://schemas.microsoft.com/office/drawing/2014/main" id="{834029C9-84F7-4B57-9E81-D8CCCEEA55EA}"/>
                  </a:ext>
                </a:extLst>
              </p:cNvPr>
              <p:cNvSpPr txBox="1"/>
              <p:nvPr/>
            </p:nvSpPr>
            <p:spPr>
              <a:xfrm>
                <a:off x="5272154" y="2248720"/>
                <a:ext cx="1150186" cy="3231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5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5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/2,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500" dirty="0"/>
              </a:p>
            </p:txBody>
          </p:sp>
        </mc:Choice>
        <mc:Fallback xmlns="">
          <p:sp>
            <p:nvSpPr>
              <p:cNvPr id="157" name="文字方塊 156">
                <a:extLst>
                  <a:ext uri="{FF2B5EF4-FFF2-40B4-BE49-F238E27FC236}">
                    <a16:creationId xmlns:a16="http://schemas.microsoft.com/office/drawing/2014/main" id="{834029C9-84F7-4B57-9E81-D8CCCEEA55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72154" y="2248720"/>
                <a:ext cx="1150186" cy="323165"/>
              </a:xfrm>
              <a:prstGeom prst="rect">
                <a:avLst/>
              </a:prstGeom>
              <a:blipFill>
                <a:blip r:embed="rId26"/>
                <a:stretch>
                  <a:fillRect b="-943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8" name="直線接點 157">
            <a:extLst>
              <a:ext uri="{FF2B5EF4-FFF2-40B4-BE49-F238E27FC236}">
                <a16:creationId xmlns:a16="http://schemas.microsoft.com/office/drawing/2014/main" id="{DA529A4E-3BAB-45BB-8274-1088EF0B43A5}"/>
              </a:ext>
            </a:extLst>
          </p:cNvPr>
          <p:cNvCxnSpPr>
            <a:cxnSpLocks/>
          </p:cNvCxnSpPr>
          <p:nvPr/>
        </p:nvCxnSpPr>
        <p:spPr>
          <a:xfrm flipV="1">
            <a:off x="6523355" y="3410397"/>
            <a:ext cx="453250" cy="188"/>
          </a:xfrm>
          <a:prstGeom prst="line">
            <a:avLst/>
          </a:prstGeom>
          <a:ln w="9525" cap="flat" cmpd="sng" algn="ctr">
            <a:solidFill>
              <a:schemeClr val="bg1">
                <a:lumMod val="5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59" name="直線接點 158">
            <a:extLst>
              <a:ext uri="{FF2B5EF4-FFF2-40B4-BE49-F238E27FC236}">
                <a16:creationId xmlns:a16="http://schemas.microsoft.com/office/drawing/2014/main" id="{F100F92B-B8C5-4A0F-B866-E2BAB0C4087A}"/>
              </a:ext>
            </a:extLst>
          </p:cNvPr>
          <p:cNvCxnSpPr>
            <a:cxnSpLocks/>
          </p:cNvCxnSpPr>
          <p:nvPr/>
        </p:nvCxnSpPr>
        <p:spPr>
          <a:xfrm>
            <a:off x="7827010" y="3970973"/>
            <a:ext cx="418783" cy="0"/>
          </a:xfrm>
          <a:prstGeom prst="line">
            <a:avLst/>
          </a:prstGeom>
          <a:ln w="9525" cap="flat" cmpd="sng" algn="ctr">
            <a:solidFill>
              <a:schemeClr val="bg1">
                <a:lumMod val="5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60" name="直線接點 159">
            <a:extLst>
              <a:ext uri="{FF2B5EF4-FFF2-40B4-BE49-F238E27FC236}">
                <a16:creationId xmlns:a16="http://schemas.microsoft.com/office/drawing/2014/main" id="{A656DF39-7853-456D-84EE-B2D69029F0B5}"/>
              </a:ext>
            </a:extLst>
          </p:cNvPr>
          <p:cNvCxnSpPr>
            <a:cxnSpLocks/>
          </p:cNvCxnSpPr>
          <p:nvPr/>
        </p:nvCxnSpPr>
        <p:spPr>
          <a:xfrm flipV="1">
            <a:off x="8169593" y="3508375"/>
            <a:ext cx="120332" cy="100649"/>
          </a:xfrm>
          <a:prstGeom prst="line">
            <a:avLst/>
          </a:prstGeom>
          <a:ln w="9525" cap="flat" cmpd="sng" algn="ctr">
            <a:solidFill>
              <a:schemeClr val="bg1">
                <a:lumMod val="5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61" name="直線接點 160">
            <a:extLst>
              <a:ext uri="{FF2B5EF4-FFF2-40B4-BE49-F238E27FC236}">
                <a16:creationId xmlns:a16="http://schemas.microsoft.com/office/drawing/2014/main" id="{C2ECA97C-3D5E-4873-BF49-1B844DE8012B}"/>
              </a:ext>
            </a:extLst>
          </p:cNvPr>
          <p:cNvCxnSpPr>
            <a:cxnSpLocks/>
          </p:cNvCxnSpPr>
          <p:nvPr/>
        </p:nvCxnSpPr>
        <p:spPr>
          <a:xfrm flipV="1">
            <a:off x="6508393" y="3750766"/>
            <a:ext cx="105264" cy="191632"/>
          </a:xfrm>
          <a:prstGeom prst="line">
            <a:avLst/>
          </a:prstGeom>
          <a:ln w="9525" cap="flat" cmpd="sng" algn="ctr">
            <a:solidFill>
              <a:schemeClr val="bg1">
                <a:lumMod val="5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243345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矩形: 圓角 176">
            <a:extLst>
              <a:ext uri="{FF2B5EF4-FFF2-40B4-BE49-F238E27FC236}">
                <a16:creationId xmlns:a16="http://schemas.microsoft.com/office/drawing/2014/main" id="{C0499F8D-22B8-4B76-B2A0-FC45B222262E}"/>
              </a:ext>
            </a:extLst>
          </p:cNvPr>
          <p:cNvSpPr/>
          <p:nvPr/>
        </p:nvSpPr>
        <p:spPr>
          <a:xfrm>
            <a:off x="4931433" y="428625"/>
            <a:ext cx="4899729" cy="5763273"/>
          </a:xfrm>
          <a:prstGeom prst="roundRect">
            <a:avLst>
              <a:gd name="adj" fmla="val 7772"/>
            </a:avLst>
          </a:prstGeom>
          <a:gradFill flip="none" rotWithShape="1"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lin ang="54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2000" dirty="0"/>
          </a:p>
        </p:txBody>
      </p:sp>
      <p:pic>
        <p:nvPicPr>
          <p:cNvPr id="74" name="圖片 73">
            <a:extLst>
              <a:ext uri="{FF2B5EF4-FFF2-40B4-BE49-F238E27FC236}">
                <a16:creationId xmlns:a16="http://schemas.microsoft.com/office/drawing/2014/main" id="{CDC0B840-C465-4B70-89B3-561D48B26E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3820" y="3878667"/>
            <a:ext cx="1285200" cy="1285200"/>
          </a:xfrm>
          <a:prstGeom prst="rect">
            <a:avLst/>
          </a:prstGeom>
        </p:spPr>
      </p:pic>
      <p:pic>
        <p:nvPicPr>
          <p:cNvPr id="75" name="圖片 74">
            <a:extLst>
              <a:ext uri="{FF2B5EF4-FFF2-40B4-BE49-F238E27FC236}">
                <a16:creationId xmlns:a16="http://schemas.microsoft.com/office/drawing/2014/main" id="{2870A72B-0110-4AFF-BA53-1B1FA7C1C9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84452" y="3850343"/>
            <a:ext cx="1285200" cy="1282545"/>
          </a:xfrm>
          <a:prstGeom prst="rect">
            <a:avLst/>
          </a:prstGeom>
        </p:spPr>
      </p:pic>
      <p:pic>
        <p:nvPicPr>
          <p:cNvPr id="76" name="圖片 75">
            <a:extLst>
              <a:ext uri="{FF2B5EF4-FFF2-40B4-BE49-F238E27FC236}">
                <a16:creationId xmlns:a16="http://schemas.microsoft.com/office/drawing/2014/main" id="{52071177-3FAC-442F-9A7A-F97616E6F7D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79482" y="2280960"/>
            <a:ext cx="1285200" cy="1287861"/>
          </a:xfrm>
          <a:prstGeom prst="rect">
            <a:avLst/>
          </a:prstGeom>
        </p:spPr>
      </p:pic>
      <p:pic>
        <p:nvPicPr>
          <p:cNvPr id="77" name="圖片 76">
            <a:extLst>
              <a:ext uri="{FF2B5EF4-FFF2-40B4-BE49-F238E27FC236}">
                <a16:creationId xmlns:a16="http://schemas.microsoft.com/office/drawing/2014/main" id="{6255352D-40E4-48CC-B7AF-BC1CA6E5095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40799" y="2260778"/>
            <a:ext cx="1285200" cy="1282539"/>
          </a:xfrm>
          <a:prstGeom prst="rect">
            <a:avLst/>
          </a:prstGeom>
        </p:spPr>
      </p:pic>
      <p:pic>
        <p:nvPicPr>
          <p:cNvPr id="78" name="圖片 77">
            <a:extLst>
              <a:ext uri="{FF2B5EF4-FFF2-40B4-BE49-F238E27FC236}">
                <a16:creationId xmlns:a16="http://schemas.microsoft.com/office/drawing/2014/main" id="{512522CB-7DEE-47FF-B355-CB31A3E3522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50232" y="1253556"/>
            <a:ext cx="1285200" cy="1287861"/>
          </a:xfrm>
          <a:prstGeom prst="rect">
            <a:avLst/>
          </a:prstGeom>
        </p:spPr>
      </p:pic>
      <p:pic>
        <p:nvPicPr>
          <p:cNvPr id="79" name="圖片 78">
            <a:extLst>
              <a:ext uri="{FF2B5EF4-FFF2-40B4-BE49-F238E27FC236}">
                <a16:creationId xmlns:a16="http://schemas.microsoft.com/office/drawing/2014/main" id="{8AB6ED84-36DE-4BE9-A8B6-4C21D4F4D5C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75254" y="4861755"/>
            <a:ext cx="1285200" cy="1287867"/>
          </a:xfrm>
          <a:prstGeom prst="rect">
            <a:avLst/>
          </a:prstGeom>
        </p:spPr>
      </p:pic>
      <p:pic>
        <p:nvPicPr>
          <p:cNvPr id="60" name="圖片 59">
            <a:extLst>
              <a:ext uri="{FF2B5EF4-FFF2-40B4-BE49-F238E27FC236}">
                <a16:creationId xmlns:a16="http://schemas.microsoft.com/office/drawing/2014/main" id="{541BD68D-4BA5-4940-AB6F-5C6348E77341}"/>
              </a:ext>
            </a:extLst>
          </p:cNvPr>
          <p:cNvPicPr>
            <a:picLocks noChangeAspect="1"/>
          </p:cNvPicPr>
          <p:nvPr/>
        </p:nvPicPr>
        <p:blipFill rotWithShape="1">
          <a:blip r:embed="rId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t="61405"/>
          <a:stretch/>
        </p:blipFill>
        <p:spPr>
          <a:xfrm>
            <a:off x="6250783" y="583195"/>
            <a:ext cx="2300718" cy="470285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80" name="文字方塊 179">
                <a:extLst>
                  <a:ext uri="{FF2B5EF4-FFF2-40B4-BE49-F238E27FC236}">
                    <a16:creationId xmlns:a16="http://schemas.microsoft.com/office/drawing/2014/main" id="{C6592285-FBA9-4DE2-BE47-D5703A7C2A40}"/>
                  </a:ext>
                </a:extLst>
              </p:cNvPr>
              <p:cNvSpPr txBox="1"/>
              <p:nvPr/>
            </p:nvSpPr>
            <p:spPr>
              <a:xfrm>
                <a:off x="6994665" y="4501420"/>
                <a:ext cx="812954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600" i="1" smtClean="0">
                          <a:latin typeface="Cambria Math" panose="02040503050406030204" pitchFamily="18" charset="0"/>
                        </a:rPr>
                        <m:t>|</m:t>
                      </m:r>
                      <m:d>
                        <m:dPr>
                          <m:begChr m:val=""/>
                          <m:endChr m:val="⟩"/>
                          <m:ctrlPr>
                            <a:rPr lang="en-US" altLang="zh-TW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1, </m:t>
                          </m:r>
                          <m:r>
                            <a:rPr lang="en-US" altLang="zh-TW" sz="160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</m:oMath>
                  </m:oMathPara>
                </a14:m>
                <a:endParaRPr lang="zh-TW" altLang="en-US" sz="1600" dirty="0"/>
              </a:p>
            </p:txBody>
          </p:sp>
        </mc:Choice>
        <mc:Fallback>
          <p:sp>
            <p:nvSpPr>
              <p:cNvPr id="180" name="文字方塊 179">
                <a:extLst>
                  <a:ext uri="{FF2B5EF4-FFF2-40B4-BE49-F238E27FC236}">
                    <a16:creationId xmlns:a16="http://schemas.microsoft.com/office/drawing/2014/main" id="{C6592285-FBA9-4DE2-BE47-D5703A7C2A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94665" y="4501420"/>
                <a:ext cx="812954" cy="338554"/>
              </a:xfrm>
              <a:prstGeom prst="rect">
                <a:avLst/>
              </a:prstGeom>
              <a:blipFill>
                <a:blip r:embed="rId9"/>
                <a:stretch>
                  <a:fillRect t="-108929" r="-36567" b="-16785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89" name="文字方塊 188">
                <a:extLst>
                  <a:ext uri="{FF2B5EF4-FFF2-40B4-BE49-F238E27FC236}">
                    <a16:creationId xmlns:a16="http://schemas.microsoft.com/office/drawing/2014/main" id="{06013B16-AADE-4F50-9769-3B0E22EFD811}"/>
                  </a:ext>
                </a:extLst>
              </p:cNvPr>
              <p:cNvSpPr txBox="1"/>
              <p:nvPr/>
            </p:nvSpPr>
            <p:spPr>
              <a:xfrm>
                <a:off x="6994665" y="2555828"/>
                <a:ext cx="812954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600" i="1" smtClean="0">
                          <a:latin typeface="Cambria Math" panose="02040503050406030204" pitchFamily="18" charset="0"/>
                        </a:rPr>
                        <m:t>|</m:t>
                      </m:r>
                      <m:d>
                        <m:dPr>
                          <m:begChr m:val=""/>
                          <m:endChr m:val="⟩"/>
                          <m:ctrlPr>
                            <a:rPr lang="en-US" altLang="zh-TW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1, </m:t>
                          </m:r>
                          <m:r>
                            <a:rPr lang="en-US" altLang="zh-TW" sz="16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</m:oMath>
                  </m:oMathPara>
                </a14:m>
                <a:endParaRPr lang="zh-TW" altLang="en-US" sz="1600" dirty="0"/>
              </a:p>
            </p:txBody>
          </p:sp>
        </mc:Choice>
        <mc:Fallback>
          <p:sp>
            <p:nvSpPr>
              <p:cNvPr id="189" name="文字方塊 188">
                <a:extLst>
                  <a:ext uri="{FF2B5EF4-FFF2-40B4-BE49-F238E27FC236}">
                    <a16:creationId xmlns:a16="http://schemas.microsoft.com/office/drawing/2014/main" id="{06013B16-AADE-4F50-9769-3B0E22EFD8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94665" y="2555828"/>
                <a:ext cx="812954" cy="338554"/>
              </a:xfrm>
              <a:prstGeom prst="rect">
                <a:avLst/>
              </a:prstGeom>
              <a:blipFill>
                <a:blip r:embed="rId10"/>
                <a:stretch>
                  <a:fillRect t="-108929" r="-36567" b="-16785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12" name="群組 211">
            <a:extLst>
              <a:ext uri="{FF2B5EF4-FFF2-40B4-BE49-F238E27FC236}">
                <a16:creationId xmlns:a16="http://schemas.microsoft.com/office/drawing/2014/main" id="{56BB1570-BE07-4CCA-B844-DD9F00E8733F}"/>
              </a:ext>
            </a:extLst>
          </p:cNvPr>
          <p:cNvGrpSpPr/>
          <p:nvPr/>
        </p:nvGrpSpPr>
        <p:grpSpPr>
          <a:xfrm>
            <a:off x="7184183" y="1808686"/>
            <a:ext cx="115586" cy="110880"/>
            <a:chOff x="1373392" y="2391862"/>
            <a:chExt cx="479433" cy="476535"/>
          </a:xfrm>
        </p:grpSpPr>
        <p:sp>
          <p:nvSpPr>
            <p:cNvPr id="213" name="箭號: 向右 212">
              <a:extLst>
                <a:ext uri="{FF2B5EF4-FFF2-40B4-BE49-F238E27FC236}">
                  <a16:creationId xmlns:a16="http://schemas.microsoft.com/office/drawing/2014/main" id="{D44EB9EF-73CA-404D-99EE-1F0CCE892A52}"/>
                </a:ext>
              </a:extLst>
            </p:cNvPr>
            <p:cNvSpPr/>
            <p:nvPr/>
          </p:nvSpPr>
          <p:spPr>
            <a:xfrm>
              <a:off x="1411244" y="2735868"/>
              <a:ext cx="441581" cy="132529"/>
            </a:xfrm>
            <a:prstGeom prst="rightArrow">
              <a:avLst>
                <a:gd name="adj1" fmla="val 50000"/>
                <a:gd name="adj2" fmla="val 99023"/>
              </a:avLst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220" name="箭號: 向右 219">
              <a:extLst>
                <a:ext uri="{FF2B5EF4-FFF2-40B4-BE49-F238E27FC236}">
                  <a16:creationId xmlns:a16="http://schemas.microsoft.com/office/drawing/2014/main" id="{9F517533-ADEE-4B5D-BB6F-1F4159A610F9}"/>
                </a:ext>
              </a:extLst>
            </p:cNvPr>
            <p:cNvSpPr/>
            <p:nvPr/>
          </p:nvSpPr>
          <p:spPr>
            <a:xfrm rot="16200000">
              <a:off x="1218866" y="2546388"/>
              <a:ext cx="441581" cy="132529"/>
            </a:xfrm>
            <a:prstGeom prst="rightArrow">
              <a:avLst>
                <a:gd name="adj1" fmla="val 50000"/>
                <a:gd name="adj2" fmla="val 99023"/>
              </a:avLst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2000" dirty="0">
                <a:solidFill>
                  <a:schemeClr val="tx1"/>
                </a:solidFill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26" name="文字方塊 225">
                <a:extLst>
                  <a:ext uri="{FF2B5EF4-FFF2-40B4-BE49-F238E27FC236}">
                    <a16:creationId xmlns:a16="http://schemas.microsoft.com/office/drawing/2014/main" id="{4A797F52-28EA-4953-BC86-8E8901D5D2D9}"/>
                  </a:ext>
                </a:extLst>
              </p:cNvPr>
              <p:cNvSpPr txBox="1"/>
              <p:nvPr/>
            </p:nvSpPr>
            <p:spPr>
              <a:xfrm>
                <a:off x="7064306" y="1435710"/>
                <a:ext cx="438402" cy="4242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</m:oMath>
                  </m:oMathPara>
                </a14:m>
                <a:endParaRPr lang="en-US" altLang="zh-TW" sz="2000" dirty="0"/>
              </a:p>
            </p:txBody>
          </p:sp>
        </mc:Choice>
        <mc:Fallback xmlns="">
          <p:sp>
            <p:nvSpPr>
              <p:cNvPr id="226" name="文字方塊 225">
                <a:extLst>
                  <a:ext uri="{FF2B5EF4-FFF2-40B4-BE49-F238E27FC236}">
                    <a16:creationId xmlns:a16="http://schemas.microsoft.com/office/drawing/2014/main" id="{4A797F52-28EA-4953-BC86-8E8901D5D2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64306" y="1435710"/>
                <a:ext cx="438402" cy="424283"/>
              </a:xfrm>
              <a:prstGeom prst="rect">
                <a:avLst/>
              </a:prstGeom>
              <a:blipFill>
                <a:blip r:embed="rId11"/>
                <a:stretch>
                  <a:fillRect b="-579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7" name="文字方塊 226">
                <a:extLst>
                  <a:ext uri="{FF2B5EF4-FFF2-40B4-BE49-F238E27FC236}">
                    <a16:creationId xmlns:a16="http://schemas.microsoft.com/office/drawing/2014/main" id="{990D4C3A-AED8-40BB-8849-57DEE8BE7A17}"/>
                  </a:ext>
                </a:extLst>
              </p:cNvPr>
              <p:cNvSpPr txBox="1"/>
              <p:nvPr/>
            </p:nvSpPr>
            <p:spPr>
              <a:xfrm>
                <a:off x="7237289" y="1713862"/>
                <a:ext cx="388427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</m:oMath>
                  </m:oMathPara>
                </a14:m>
                <a:endParaRPr lang="en-US" altLang="zh-TW" sz="2000" dirty="0"/>
              </a:p>
            </p:txBody>
          </p:sp>
        </mc:Choice>
        <mc:Fallback xmlns="">
          <p:sp>
            <p:nvSpPr>
              <p:cNvPr id="227" name="文字方塊 226">
                <a:extLst>
                  <a:ext uri="{FF2B5EF4-FFF2-40B4-BE49-F238E27FC236}">
                    <a16:creationId xmlns:a16="http://schemas.microsoft.com/office/drawing/2014/main" id="{990D4C3A-AED8-40BB-8849-57DEE8BE7A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37289" y="1713862"/>
                <a:ext cx="388427" cy="400110"/>
              </a:xfrm>
              <a:prstGeom prst="rect">
                <a:avLst/>
              </a:prstGeom>
              <a:blipFill>
                <a:blip r:embed="rId12"/>
                <a:stretch>
                  <a:fillRect b="-757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8" name="文字方塊 227">
                <a:extLst>
                  <a:ext uri="{FF2B5EF4-FFF2-40B4-BE49-F238E27FC236}">
                    <a16:creationId xmlns:a16="http://schemas.microsoft.com/office/drawing/2014/main" id="{3C622479-68C9-4AC9-AE5F-27970F7075FD}"/>
                  </a:ext>
                </a:extLst>
              </p:cNvPr>
              <p:cNvSpPr txBox="1"/>
              <p:nvPr/>
            </p:nvSpPr>
            <p:spPr>
              <a:xfrm>
                <a:off x="6540846" y="2179934"/>
                <a:ext cx="652306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0.1</m:t>
                          </m:r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en-US" altLang="zh-TW" sz="1600" dirty="0"/>
              </a:p>
            </p:txBody>
          </p:sp>
        </mc:Choice>
        <mc:Fallback xmlns="">
          <p:sp>
            <p:nvSpPr>
              <p:cNvPr id="228" name="文字方塊 227">
                <a:extLst>
                  <a:ext uri="{FF2B5EF4-FFF2-40B4-BE49-F238E27FC236}">
                    <a16:creationId xmlns:a16="http://schemas.microsoft.com/office/drawing/2014/main" id="{3C622479-68C9-4AC9-AE5F-27970F7075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40846" y="2179934"/>
                <a:ext cx="652306" cy="338554"/>
              </a:xfrm>
              <a:prstGeom prst="rect">
                <a:avLst/>
              </a:prstGeom>
              <a:blipFill>
                <a:blip r:embed="rId13"/>
                <a:stretch>
                  <a:fillRect b="-727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9" name="文字方塊 228">
            <a:extLst>
              <a:ext uri="{FF2B5EF4-FFF2-40B4-BE49-F238E27FC236}">
                <a16:creationId xmlns:a16="http://schemas.microsoft.com/office/drawing/2014/main" id="{2693C9D3-A145-48F7-981C-9A9BF2A0A9A5}"/>
              </a:ext>
            </a:extLst>
          </p:cNvPr>
          <p:cNvSpPr txBox="1"/>
          <p:nvPr/>
        </p:nvSpPr>
        <p:spPr>
          <a:xfrm>
            <a:off x="5543826" y="-455105"/>
            <a:ext cx="3714632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Longitudinal component</a:t>
            </a:r>
            <a:endParaRPr lang="zh-TW" altLang="en-US" sz="2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1" name="文字方塊 230">
                <a:extLst>
                  <a:ext uri="{FF2B5EF4-FFF2-40B4-BE49-F238E27FC236}">
                    <a16:creationId xmlns:a16="http://schemas.microsoft.com/office/drawing/2014/main" id="{A81A25EB-4EC7-4F2F-99BC-612BE192E284}"/>
                  </a:ext>
                </a:extLst>
              </p:cNvPr>
              <p:cNvSpPr txBox="1"/>
              <p:nvPr/>
            </p:nvSpPr>
            <p:spPr>
              <a:xfrm>
                <a:off x="6358604" y="1285730"/>
                <a:ext cx="1673596" cy="3231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5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𝛼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</m:d>
                      <m:r>
                        <a:rPr lang="en-US" altLang="zh-TW" sz="150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zh-TW" sz="15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0, </m:t>
                          </m:r>
                          <m:r>
                            <m:rPr>
                              <m:nor/>
                            </m:rPr>
                            <a:rPr lang="en-US" altLang="zh-TW" sz="150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</m:oMath>
                  </m:oMathPara>
                </a14:m>
                <a:endParaRPr lang="zh-TW" altLang="en-US" sz="1500" dirty="0"/>
              </a:p>
            </p:txBody>
          </p:sp>
        </mc:Choice>
        <mc:Fallback xmlns="">
          <p:sp>
            <p:nvSpPr>
              <p:cNvPr id="231" name="文字方塊 230">
                <a:extLst>
                  <a:ext uri="{FF2B5EF4-FFF2-40B4-BE49-F238E27FC236}">
                    <a16:creationId xmlns:a16="http://schemas.microsoft.com/office/drawing/2014/main" id="{A81A25EB-4EC7-4F2F-99BC-612BE192E2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58604" y="1285730"/>
                <a:ext cx="1673596" cy="323165"/>
              </a:xfrm>
              <a:prstGeom prst="rect">
                <a:avLst/>
              </a:prstGeom>
              <a:blipFill>
                <a:blip r:embed="rId14"/>
                <a:stretch>
                  <a:fillRect b="-943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2" name="文字方塊 231">
                <a:extLst>
                  <a:ext uri="{FF2B5EF4-FFF2-40B4-BE49-F238E27FC236}">
                    <a16:creationId xmlns:a16="http://schemas.microsoft.com/office/drawing/2014/main" id="{B2F5F182-7771-47FB-BF37-AF5144F26384}"/>
                  </a:ext>
                </a:extLst>
              </p:cNvPr>
              <p:cNvSpPr txBox="1"/>
              <p:nvPr/>
            </p:nvSpPr>
            <p:spPr>
              <a:xfrm>
                <a:off x="5301973" y="3844729"/>
                <a:ext cx="1150186" cy="3231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5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0, 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500" dirty="0"/>
              </a:p>
            </p:txBody>
          </p:sp>
        </mc:Choice>
        <mc:Fallback xmlns="">
          <p:sp>
            <p:nvSpPr>
              <p:cNvPr id="232" name="文字方塊 231">
                <a:extLst>
                  <a:ext uri="{FF2B5EF4-FFF2-40B4-BE49-F238E27FC236}">
                    <a16:creationId xmlns:a16="http://schemas.microsoft.com/office/drawing/2014/main" id="{B2F5F182-7771-47FB-BF37-AF5144F263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01973" y="3844729"/>
                <a:ext cx="1150186" cy="323165"/>
              </a:xfrm>
              <a:prstGeom prst="rect">
                <a:avLst/>
              </a:prstGeom>
              <a:blipFill>
                <a:blip r:embed="rId15"/>
                <a:stretch>
                  <a:fillRect b="-943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3" name="文字方塊 232">
                <a:extLst>
                  <a:ext uri="{FF2B5EF4-FFF2-40B4-BE49-F238E27FC236}">
                    <a16:creationId xmlns:a16="http://schemas.microsoft.com/office/drawing/2014/main" id="{BDC6F78B-E419-4B8A-BAA9-5615A1972DBE}"/>
                  </a:ext>
                </a:extLst>
              </p:cNvPr>
              <p:cNvSpPr txBox="1"/>
              <p:nvPr/>
            </p:nvSpPr>
            <p:spPr>
              <a:xfrm>
                <a:off x="8331357" y="2248720"/>
                <a:ext cx="1150186" cy="3231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5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500" dirty="0"/>
              </a:p>
            </p:txBody>
          </p:sp>
        </mc:Choice>
        <mc:Fallback xmlns="">
          <p:sp>
            <p:nvSpPr>
              <p:cNvPr id="233" name="文字方塊 232">
                <a:extLst>
                  <a:ext uri="{FF2B5EF4-FFF2-40B4-BE49-F238E27FC236}">
                    <a16:creationId xmlns:a16="http://schemas.microsoft.com/office/drawing/2014/main" id="{BDC6F78B-E419-4B8A-BAA9-5615A1972D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31357" y="2248720"/>
                <a:ext cx="1150186" cy="323165"/>
              </a:xfrm>
              <a:prstGeom prst="rect">
                <a:avLst/>
              </a:prstGeom>
              <a:blipFill>
                <a:blip r:embed="rId16"/>
                <a:stretch>
                  <a:fillRect b="-943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4" name="文字方塊 233">
                <a:extLst>
                  <a:ext uri="{FF2B5EF4-FFF2-40B4-BE49-F238E27FC236}">
                    <a16:creationId xmlns:a16="http://schemas.microsoft.com/office/drawing/2014/main" id="{DA67C54B-80A5-4D59-B289-74384BDACD1C}"/>
                  </a:ext>
                </a:extLst>
              </p:cNvPr>
              <p:cNvSpPr txBox="1"/>
              <p:nvPr/>
            </p:nvSpPr>
            <p:spPr>
              <a:xfrm>
                <a:off x="6826049" y="4840301"/>
                <a:ext cx="1150186" cy="3231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5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0,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𝜋</m:t>
                          </m:r>
                        </m:e>
                      </m:d>
                    </m:oMath>
                  </m:oMathPara>
                </a14:m>
                <a:endParaRPr lang="zh-TW" altLang="en-US" sz="1500" dirty="0"/>
              </a:p>
            </p:txBody>
          </p:sp>
        </mc:Choice>
        <mc:Fallback xmlns="">
          <p:sp>
            <p:nvSpPr>
              <p:cNvPr id="234" name="文字方塊 233">
                <a:extLst>
                  <a:ext uri="{FF2B5EF4-FFF2-40B4-BE49-F238E27FC236}">
                    <a16:creationId xmlns:a16="http://schemas.microsoft.com/office/drawing/2014/main" id="{DA67C54B-80A5-4D59-B289-74384BDACD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26049" y="4840301"/>
                <a:ext cx="1150186" cy="323165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35" name="圖片 234">
            <a:extLst>
              <a:ext uri="{FF2B5EF4-FFF2-40B4-BE49-F238E27FC236}">
                <a16:creationId xmlns:a16="http://schemas.microsoft.com/office/drawing/2014/main" id="{DF781A4C-9BC8-40C7-BF1A-E906699C28D4}"/>
              </a:ext>
            </a:extLst>
          </p:cNvPr>
          <p:cNvPicPr>
            <a:picLocks noChangeAspect="1"/>
          </p:cNvPicPr>
          <p:nvPr/>
        </p:nvPicPr>
        <p:blipFill rotWithShape="1">
          <a:blip r:embed="rId1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0879" t="9023" r="4888" b="70339"/>
          <a:stretch/>
        </p:blipFill>
        <p:spPr>
          <a:xfrm>
            <a:off x="7871070" y="1257930"/>
            <a:ext cx="413382" cy="134348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36" name="文字方塊 235">
                <a:extLst>
                  <a:ext uri="{FF2B5EF4-FFF2-40B4-BE49-F238E27FC236}">
                    <a16:creationId xmlns:a16="http://schemas.microsoft.com/office/drawing/2014/main" id="{61131924-00C5-4C5C-8379-1D2527DB1052}"/>
                  </a:ext>
                </a:extLst>
              </p:cNvPr>
              <p:cNvSpPr txBox="1"/>
              <p:nvPr/>
            </p:nvSpPr>
            <p:spPr>
              <a:xfrm>
                <a:off x="7789606" y="2342403"/>
                <a:ext cx="478319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sz="1400"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altLang="zh-TW" sz="1400">
                          <a:latin typeface="Cambria Math" panose="02040503050406030204" pitchFamily="18" charset="0"/>
                        </a:rPr>
                        <m:t>.</m:t>
                      </m:r>
                      <m:r>
                        <m:rPr>
                          <m:sty m:val="p"/>
                        </m:rPr>
                        <a:rPr lang="en-US" altLang="zh-TW" sz="1400">
                          <a:latin typeface="Cambria Math" panose="02040503050406030204" pitchFamily="18" charset="0"/>
                        </a:rPr>
                        <m:t>u</m:t>
                      </m:r>
                      <m:r>
                        <a:rPr lang="en-US" altLang="zh-TW" sz="140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TW" altLang="en-US" sz="1400" dirty="0"/>
              </a:p>
            </p:txBody>
          </p:sp>
        </mc:Choice>
        <mc:Fallback xmlns="">
          <p:sp>
            <p:nvSpPr>
              <p:cNvPr id="236" name="文字方塊 235">
                <a:extLst>
                  <a:ext uri="{FF2B5EF4-FFF2-40B4-BE49-F238E27FC236}">
                    <a16:creationId xmlns:a16="http://schemas.microsoft.com/office/drawing/2014/main" id="{61131924-00C5-4C5C-8379-1D2527DB10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89606" y="2342403"/>
                <a:ext cx="478319" cy="307777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7" name="Oval 14">
            <a:extLst>
              <a:ext uri="{FF2B5EF4-FFF2-40B4-BE49-F238E27FC236}">
                <a16:creationId xmlns:a16="http://schemas.microsoft.com/office/drawing/2014/main" id="{4D2E6476-8133-4C1A-80AA-96C2BBAD7538}"/>
              </a:ext>
            </a:extLst>
          </p:cNvPr>
          <p:cNvSpPr/>
          <p:nvPr/>
        </p:nvSpPr>
        <p:spPr>
          <a:xfrm>
            <a:off x="7317889" y="2852108"/>
            <a:ext cx="162450" cy="168277"/>
          </a:xfrm>
          <a:prstGeom prst="ellipse">
            <a:avLst/>
          </a:prstGeom>
          <a:gradFill flip="none" rotWithShape="1">
            <a:gsLst>
              <a:gs pos="0">
                <a:srgbClr val="D1D1D1"/>
              </a:gs>
              <a:gs pos="23000">
                <a:schemeClr val="bg1">
                  <a:lumMod val="85000"/>
                </a:schemeClr>
              </a:gs>
              <a:gs pos="69000">
                <a:schemeClr val="accent3">
                  <a:lumMod val="75000"/>
                </a:schemeClr>
              </a:gs>
              <a:gs pos="97000">
                <a:schemeClr val="accent3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/>
          </a:p>
        </p:txBody>
      </p:sp>
      <p:sp>
        <p:nvSpPr>
          <p:cNvPr id="238" name="Oval 4">
            <a:extLst>
              <a:ext uri="{FF2B5EF4-FFF2-40B4-BE49-F238E27FC236}">
                <a16:creationId xmlns:a16="http://schemas.microsoft.com/office/drawing/2014/main" id="{D0067B35-40A6-4446-8A95-C300D2678B59}"/>
              </a:ext>
            </a:extLst>
          </p:cNvPr>
          <p:cNvSpPr/>
          <p:nvPr/>
        </p:nvSpPr>
        <p:spPr>
          <a:xfrm>
            <a:off x="6679308" y="2936246"/>
            <a:ext cx="1443999" cy="1495797"/>
          </a:xfrm>
          <a:prstGeom prst="ellipse">
            <a:avLst/>
          </a:prstGeom>
          <a:gradFill flip="none" rotWithShape="1">
            <a:gsLst>
              <a:gs pos="100000">
                <a:schemeClr val="accent3">
                  <a:lumMod val="60000"/>
                  <a:lumOff val="40000"/>
                  <a:alpha val="60000"/>
                </a:schemeClr>
              </a:gs>
              <a:gs pos="55000">
                <a:schemeClr val="accent3">
                  <a:lumMod val="40000"/>
                  <a:lumOff val="60000"/>
                  <a:alpha val="60000"/>
                </a:schemeClr>
              </a:gs>
              <a:gs pos="0">
                <a:schemeClr val="bg1">
                  <a:alpha val="6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 w="57150">
            <a:solidFill>
              <a:srgbClr val="D5D7D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39" name="Oval 15">
            <a:extLst>
              <a:ext uri="{FF2B5EF4-FFF2-40B4-BE49-F238E27FC236}">
                <a16:creationId xmlns:a16="http://schemas.microsoft.com/office/drawing/2014/main" id="{3ED95C10-549D-46A4-8427-E9004FB39400}"/>
              </a:ext>
            </a:extLst>
          </p:cNvPr>
          <p:cNvSpPr/>
          <p:nvPr/>
        </p:nvSpPr>
        <p:spPr>
          <a:xfrm>
            <a:off x="7317889" y="4347065"/>
            <a:ext cx="162450" cy="168277"/>
          </a:xfrm>
          <a:prstGeom prst="ellipse">
            <a:avLst/>
          </a:prstGeom>
          <a:gradFill flip="none" rotWithShape="1">
            <a:gsLst>
              <a:gs pos="17000">
                <a:srgbClr val="D1D1D1"/>
              </a:gs>
              <a:gs pos="0">
                <a:schemeClr val="bg1">
                  <a:lumMod val="85000"/>
                </a:schemeClr>
              </a:gs>
              <a:gs pos="60000">
                <a:schemeClr val="accent3">
                  <a:lumMod val="75000"/>
                </a:schemeClr>
              </a:gs>
              <a:gs pos="97000">
                <a:schemeClr val="accent3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52" name="SHO">
            <a:extLst>
              <a:ext uri="{FF2B5EF4-FFF2-40B4-BE49-F238E27FC236}">
                <a16:creationId xmlns:a16="http://schemas.microsoft.com/office/drawing/2014/main" id="{0845B616-2D49-4C5D-A47F-908796A33A53}"/>
              </a:ext>
            </a:extLst>
          </p:cNvPr>
          <p:cNvSpPr/>
          <p:nvPr/>
        </p:nvSpPr>
        <p:spPr>
          <a:xfrm rot="16200000">
            <a:off x="7087769" y="2962645"/>
            <a:ext cx="622693" cy="1443999"/>
          </a:xfrm>
          <a:prstGeom prst="arc">
            <a:avLst>
              <a:gd name="adj1" fmla="val 5396867"/>
              <a:gd name="adj2" fmla="val 5395779"/>
            </a:avLst>
          </a:prstGeom>
          <a:gradFill flip="none" rotWithShape="1">
            <a:gsLst>
              <a:gs pos="0">
                <a:schemeClr val="bg1">
                  <a:lumMod val="65000"/>
                </a:schemeClr>
              </a:gs>
              <a:gs pos="47000">
                <a:schemeClr val="bg1">
                  <a:lumMod val="50000"/>
                </a:schemeClr>
              </a:gs>
              <a:gs pos="97000">
                <a:srgbClr val="5E5E5E"/>
              </a:gs>
            </a:gsLst>
            <a:path path="circle">
              <a:fillToRect l="50000" t="50000" r="50000" b="50000"/>
            </a:path>
            <a:tileRect/>
          </a:gradFill>
          <a:ln w="31750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53" name="SVO">
            <a:extLst>
              <a:ext uri="{FF2B5EF4-FFF2-40B4-BE49-F238E27FC236}">
                <a16:creationId xmlns:a16="http://schemas.microsoft.com/office/drawing/2014/main" id="{28FBC70E-6464-4911-A7DC-D688B4A191B2}"/>
              </a:ext>
            </a:extLst>
          </p:cNvPr>
          <p:cNvSpPr/>
          <p:nvPr/>
        </p:nvSpPr>
        <p:spPr>
          <a:xfrm>
            <a:off x="7037215" y="2936747"/>
            <a:ext cx="722000" cy="1495797"/>
          </a:xfrm>
          <a:prstGeom prst="ellipse">
            <a:avLst/>
          </a:prstGeom>
          <a:noFill/>
          <a:ln w="25400">
            <a:solidFill>
              <a:schemeClr val="bg1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254" name="Oval 6">
            <a:extLst>
              <a:ext uri="{FF2B5EF4-FFF2-40B4-BE49-F238E27FC236}">
                <a16:creationId xmlns:a16="http://schemas.microsoft.com/office/drawing/2014/main" id="{F7426249-BB1C-465F-BA24-177826BCA4FE}"/>
              </a:ext>
            </a:extLst>
          </p:cNvPr>
          <p:cNvSpPr/>
          <p:nvPr/>
        </p:nvSpPr>
        <p:spPr>
          <a:xfrm rot="16200000">
            <a:off x="7087769" y="2962645"/>
            <a:ext cx="622693" cy="1443999"/>
          </a:xfrm>
          <a:prstGeom prst="ellipse">
            <a:avLst/>
          </a:prstGeom>
          <a:noFill/>
          <a:ln w="38100">
            <a:solidFill>
              <a:schemeClr val="tx1">
                <a:alpha val="6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5" name="TextBox 11">
                <a:extLst>
                  <a:ext uri="{FF2B5EF4-FFF2-40B4-BE49-F238E27FC236}">
                    <a16:creationId xmlns:a16="http://schemas.microsoft.com/office/drawing/2014/main" id="{37DEB133-ADB0-4B60-901B-D2AEF580DA59}"/>
                  </a:ext>
                </a:extLst>
              </p:cNvPr>
              <p:cNvSpPr txBox="1"/>
              <p:nvPr/>
            </p:nvSpPr>
            <p:spPr>
              <a:xfrm>
                <a:off x="6849417" y="3506293"/>
                <a:ext cx="176928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255" name="TextBox 11">
                <a:extLst>
                  <a:ext uri="{FF2B5EF4-FFF2-40B4-BE49-F238E27FC236}">
                    <a16:creationId xmlns:a16="http://schemas.microsoft.com/office/drawing/2014/main" id="{37DEB133-ADB0-4B60-901B-D2AEF580DA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49417" y="3506293"/>
                <a:ext cx="176928" cy="338554"/>
              </a:xfrm>
              <a:prstGeom prst="rect">
                <a:avLst/>
              </a:prstGeom>
              <a:blipFill>
                <a:blip r:embed="rId20"/>
                <a:stretch>
                  <a:fillRect r="-4137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6" name="Oval 22">
            <a:extLst>
              <a:ext uri="{FF2B5EF4-FFF2-40B4-BE49-F238E27FC236}">
                <a16:creationId xmlns:a16="http://schemas.microsoft.com/office/drawing/2014/main" id="{F51F6D7A-CBDD-41AE-81A9-01A381888E10}"/>
              </a:ext>
            </a:extLst>
          </p:cNvPr>
          <p:cNvSpPr/>
          <p:nvPr/>
        </p:nvSpPr>
        <p:spPr>
          <a:xfrm>
            <a:off x="7316943" y="4347065"/>
            <a:ext cx="162450" cy="168277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7" name="TextBox 12">
                <a:extLst>
                  <a:ext uri="{FF2B5EF4-FFF2-40B4-BE49-F238E27FC236}">
                    <a16:creationId xmlns:a16="http://schemas.microsoft.com/office/drawing/2014/main" id="{BEB792E4-CC90-49E5-8163-921F2ECF2D45}"/>
                  </a:ext>
                </a:extLst>
              </p:cNvPr>
              <p:cNvSpPr txBox="1"/>
              <p:nvPr/>
            </p:nvSpPr>
            <p:spPr>
              <a:xfrm>
                <a:off x="7504340" y="3601690"/>
                <a:ext cx="176928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257" name="TextBox 12">
                <a:extLst>
                  <a:ext uri="{FF2B5EF4-FFF2-40B4-BE49-F238E27FC236}">
                    <a16:creationId xmlns:a16="http://schemas.microsoft.com/office/drawing/2014/main" id="{BEB792E4-CC90-49E5-8163-921F2ECF2D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04340" y="3601690"/>
                <a:ext cx="176928" cy="338554"/>
              </a:xfrm>
              <a:prstGeom prst="rect">
                <a:avLst/>
              </a:prstGeom>
              <a:blipFill>
                <a:blip r:embed="rId21"/>
                <a:stretch>
                  <a:fillRect r="-55172" b="-363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8" name="TextBox 13">
                <a:extLst>
                  <a:ext uri="{FF2B5EF4-FFF2-40B4-BE49-F238E27FC236}">
                    <a16:creationId xmlns:a16="http://schemas.microsoft.com/office/drawing/2014/main" id="{8D531DEA-B9A5-4E8D-A6A2-A31408532FD7}"/>
                  </a:ext>
                </a:extLst>
              </p:cNvPr>
              <p:cNvSpPr txBox="1"/>
              <p:nvPr/>
            </p:nvSpPr>
            <p:spPr>
              <a:xfrm>
                <a:off x="7260216" y="2971948"/>
                <a:ext cx="256967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>
                          <a:latin typeface="Cambria Math" panose="02040503050406030204" pitchFamily="18" charset="0"/>
                        </a:rPr>
                        <m:t>𝑧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258" name="TextBox 13">
                <a:extLst>
                  <a:ext uri="{FF2B5EF4-FFF2-40B4-BE49-F238E27FC236}">
                    <a16:creationId xmlns:a16="http://schemas.microsoft.com/office/drawing/2014/main" id="{8D531DEA-B9A5-4E8D-A6A2-A31408532F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60216" y="2971948"/>
                <a:ext cx="256967" cy="338554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9" name="DVO">
            <a:extLst>
              <a:ext uri="{FF2B5EF4-FFF2-40B4-BE49-F238E27FC236}">
                <a16:creationId xmlns:a16="http://schemas.microsoft.com/office/drawing/2014/main" id="{BD66E933-A9D1-416F-99A4-A2F56F384D96}"/>
              </a:ext>
            </a:extLst>
          </p:cNvPr>
          <p:cNvSpPr/>
          <p:nvPr/>
        </p:nvSpPr>
        <p:spPr>
          <a:xfrm flipH="1">
            <a:off x="7037215" y="2936747"/>
            <a:ext cx="722000" cy="1495797"/>
          </a:xfrm>
          <a:prstGeom prst="arc">
            <a:avLst>
              <a:gd name="adj1" fmla="val 5396867"/>
              <a:gd name="adj2" fmla="val 16170484"/>
            </a:avLst>
          </a:prstGeom>
          <a:ln w="254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60" name="Oval 23">
            <a:extLst>
              <a:ext uri="{FF2B5EF4-FFF2-40B4-BE49-F238E27FC236}">
                <a16:creationId xmlns:a16="http://schemas.microsoft.com/office/drawing/2014/main" id="{B1975880-4F20-4527-8AC1-67B4B5024B5F}"/>
              </a:ext>
            </a:extLst>
          </p:cNvPr>
          <p:cNvSpPr/>
          <p:nvPr/>
        </p:nvSpPr>
        <p:spPr>
          <a:xfrm>
            <a:off x="8039799" y="3600507"/>
            <a:ext cx="162450" cy="168277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cxnSp>
        <p:nvCxnSpPr>
          <p:cNvPr id="261" name="Straight Arrow Connector 7">
            <a:extLst>
              <a:ext uri="{FF2B5EF4-FFF2-40B4-BE49-F238E27FC236}">
                <a16:creationId xmlns:a16="http://schemas.microsoft.com/office/drawing/2014/main" id="{33161F97-7212-47BE-BA7D-6FC7B9147369}"/>
              </a:ext>
            </a:extLst>
          </p:cNvPr>
          <p:cNvCxnSpPr>
            <a:cxnSpLocks/>
          </p:cNvCxnSpPr>
          <p:nvPr/>
        </p:nvCxnSpPr>
        <p:spPr>
          <a:xfrm flipV="1">
            <a:off x="7395184" y="3236563"/>
            <a:ext cx="1697" cy="445890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2" name="Straight Arrow Connector 19">
            <a:extLst>
              <a:ext uri="{FF2B5EF4-FFF2-40B4-BE49-F238E27FC236}">
                <a16:creationId xmlns:a16="http://schemas.microsoft.com/office/drawing/2014/main" id="{240911C2-AE74-4914-B8DB-470C2315C461}"/>
              </a:ext>
            </a:extLst>
          </p:cNvPr>
          <p:cNvCxnSpPr>
            <a:cxnSpLocks/>
          </p:cNvCxnSpPr>
          <p:nvPr/>
        </p:nvCxnSpPr>
        <p:spPr>
          <a:xfrm>
            <a:off x="7398168" y="3680269"/>
            <a:ext cx="195802" cy="156763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3" name="Straight Arrow Connector 18">
            <a:extLst>
              <a:ext uri="{FF2B5EF4-FFF2-40B4-BE49-F238E27FC236}">
                <a16:creationId xmlns:a16="http://schemas.microsoft.com/office/drawing/2014/main" id="{168B960E-43A1-4542-B03F-41153CC41797}"/>
              </a:ext>
            </a:extLst>
          </p:cNvPr>
          <p:cNvCxnSpPr>
            <a:cxnSpLocks/>
          </p:cNvCxnSpPr>
          <p:nvPr/>
        </p:nvCxnSpPr>
        <p:spPr>
          <a:xfrm rot="16200000" flipH="1" flipV="1">
            <a:off x="7226846" y="3508793"/>
            <a:ext cx="0" cy="342950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4" name="Oval 20">
            <a:extLst>
              <a:ext uri="{FF2B5EF4-FFF2-40B4-BE49-F238E27FC236}">
                <a16:creationId xmlns:a16="http://schemas.microsoft.com/office/drawing/2014/main" id="{24DEE888-55C9-4D4C-B18D-808F9AA85CCB}"/>
              </a:ext>
            </a:extLst>
          </p:cNvPr>
          <p:cNvSpPr/>
          <p:nvPr/>
        </p:nvSpPr>
        <p:spPr>
          <a:xfrm>
            <a:off x="6595635" y="3600507"/>
            <a:ext cx="162450" cy="168277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265" name="Oval 22">
            <a:extLst>
              <a:ext uri="{FF2B5EF4-FFF2-40B4-BE49-F238E27FC236}">
                <a16:creationId xmlns:a16="http://schemas.microsoft.com/office/drawing/2014/main" id="{EF01816B-7066-4916-A520-954D092BE6FE}"/>
              </a:ext>
            </a:extLst>
          </p:cNvPr>
          <p:cNvSpPr/>
          <p:nvPr/>
        </p:nvSpPr>
        <p:spPr>
          <a:xfrm>
            <a:off x="7318125" y="2844234"/>
            <a:ext cx="162450" cy="168277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/>
          </a:p>
        </p:txBody>
      </p:sp>
      <p:sp>
        <p:nvSpPr>
          <p:cNvPr id="266" name="Partial Circle 9">
            <a:extLst>
              <a:ext uri="{FF2B5EF4-FFF2-40B4-BE49-F238E27FC236}">
                <a16:creationId xmlns:a16="http://schemas.microsoft.com/office/drawing/2014/main" id="{95E3D0C0-F471-47D7-9B54-CC1B9F289F59}"/>
              </a:ext>
            </a:extLst>
          </p:cNvPr>
          <p:cNvSpPr>
            <a:spLocks noChangeAspect="1"/>
          </p:cNvSpPr>
          <p:nvPr/>
        </p:nvSpPr>
        <p:spPr>
          <a:xfrm rot="16200000" flipH="1">
            <a:off x="7334286" y="3585381"/>
            <a:ext cx="102407" cy="197721"/>
          </a:xfrm>
          <a:prstGeom prst="pie">
            <a:avLst>
              <a:gd name="adj1" fmla="val 16258856"/>
              <a:gd name="adj2" fmla="val 19252600"/>
            </a:avLst>
          </a:prstGeom>
          <a:gradFill flip="none" rotWithShape="1">
            <a:gsLst>
              <a:gs pos="0">
                <a:schemeClr val="tx1"/>
              </a:gs>
              <a:gs pos="50000">
                <a:schemeClr val="tx1">
                  <a:lumMod val="50000"/>
                  <a:lumOff val="50000"/>
                </a:schemeClr>
              </a:gs>
              <a:gs pos="100000">
                <a:schemeClr val="bg1">
                  <a:lumMod val="50000"/>
                </a:schemeClr>
              </a:gs>
            </a:gsLst>
            <a:lin ang="2700000" scaled="1"/>
            <a:tileRect/>
          </a:gra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7" name="TextBox 10">
                <a:extLst>
                  <a:ext uri="{FF2B5EF4-FFF2-40B4-BE49-F238E27FC236}">
                    <a16:creationId xmlns:a16="http://schemas.microsoft.com/office/drawing/2014/main" id="{B215AA15-06BF-4D83-A5CD-B6A967095CE1}"/>
                  </a:ext>
                </a:extLst>
              </p:cNvPr>
              <p:cNvSpPr txBox="1"/>
              <p:nvPr/>
            </p:nvSpPr>
            <p:spPr>
              <a:xfrm>
                <a:off x="6970268" y="3620427"/>
                <a:ext cx="315234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>
                          <a:latin typeface="Cambria Math" panose="02040503050406030204" pitchFamily="18" charset="0"/>
                        </a:rPr>
                        <m:t>𝛼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267" name="TextBox 10">
                <a:extLst>
                  <a:ext uri="{FF2B5EF4-FFF2-40B4-BE49-F238E27FC236}">
                    <a16:creationId xmlns:a16="http://schemas.microsoft.com/office/drawing/2014/main" id="{B215AA15-06BF-4D83-A5CD-B6A967095C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70268" y="3620427"/>
                <a:ext cx="315234" cy="338554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68" name="Straight Arrow Connector 17">
            <a:extLst>
              <a:ext uri="{FF2B5EF4-FFF2-40B4-BE49-F238E27FC236}">
                <a16:creationId xmlns:a16="http://schemas.microsoft.com/office/drawing/2014/main" id="{230BB7BA-7677-4C8C-B5E4-B82B7D463931}"/>
              </a:ext>
            </a:extLst>
          </p:cNvPr>
          <p:cNvCxnSpPr>
            <a:cxnSpLocks/>
          </p:cNvCxnSpPr>
          <p:nvPr/>
        </p:nvCxnSpPr>
        <p:spPr>
          <a:xfrm flipH="1">
            <a:off x="7177537" y="3685449"/>
            <a:ext cx="221585" cy="286539"/>
          </a:xfrm>
          <a:prstGeom prst="straightConnector1">
            <a:avLst/>
          </a:prstGeom>
          <a:ln w="38100">
            <a:solidFill>
              <a:schemeClr val="tx1"/>
            </a:solidFill>
            <a:tailEnd type="stealth" w="lg" len="lg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269" name="Partial Circle 9">
            <a:extLst>
              <a:ext uri="{FF2B5EF4-FFF2-40B4-BE49-F238E27FC236}">
                <a16:creationId xmlns:a16="http://schemas.microsoft.com/office/drawing/2014/main" id="{E72D69FE-BCE2-4231-B5B8-E4BAB5150F43}"/>
              </a:ext>
            </a:extLst>
          </p:cNvPr>
          <p:cNvSpPr>
            <a:spLocks noChangeAspect="1"/>
          </p:cNvSpPr>
          <p:nvPr/>
        </p:nvSpPr>
        <p:spPr>
          <a:xfrm>
            <a:off x="7321561" y="3548156"/>
            <a:ext cx="149214" cy="301366"/>
          </a:xfrm>
          <a:prstGeom prst="pie">
            <a:avLst>
              <a:gd name="adj1" fmla="val 16258856"/>
              <a:gd name="adj2" fmla="val 19252600"/>
            </a:avLst>
          </a:prstGeom>
          <a:gradFill flip="none" rotWithShape="1">
            <a:gsLst>
              <a:gs pos="0">
                <a:schemeClr val="tx1"/>
              </a:gs>
              <a:gs pos="50000">
                <a:schemeClr val="tx1">
                  <a:lumMod val="50000"/>
                  <a:lumOff val="50000"/>
                </a:schemeClr>
              </a:gs>
              <a:gs pos="100000">
                <a:schemeClr val="bg1">
                  <a:lumMod val="50000"/>
                </a:schemeClr>
              </a:gs>
            </a:gsLst>
            <a:lin ang="2700000" scaled="1"/>
            <a:tileRect/>
          </a:gra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0" name="TextBox 10">
                <a:extLst>
                  <a:ext uri="{FF2B5EF4-FFF2-40B4-BE49-F238E27FC236}">
                    <a16:creationId xmlns:a16="http://schemas.microsoft.com/office/drawing/2014/main" id="{2F6C10B6-03DA-4C5F-B367-63A41053B482}"/>
                  </a:ext>
                </a:extLst>
              </p:cNvPr>
              <p:cNvSpPr txBox="1"/>
              <p:nvPr/>
            </p:nvSpPr>
            <p:spPr>
              <a:xfrm>
                <a:off x="7361340" y="3300009"/>
                <a:ext cx="297046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>
                          <a:latin typeface="Cambria Math" panose="02040503050406030204" pitchFamily="18" charset="0"/>
                        </a:rPr>
                        <m:t>𝛽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270" name="TextBox 10">
                <a:extLst>
                  <a:ext uri="{FF2B5EF4-FFF2-40B4-BE49-F238E27FC236}">
                    <a16:creationId xmlns:a16="http://schemas.microsoft.com/office/drawing/2014/main" id="{2F6C10B6-03DA-4C5F-B367-63A41053B4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61340" y="3300009"/>
                <a:ext cx="297046" cy="338554"/>
              </a:xfrm>
              <a:prstGeom prst="rect">
                <a:avLst/>
              </a:prstGeom>
              <a:blipFill>
                <a:blip r:embed="rId24"/>
                <a:stretch>
                  <a:fillRect l="-2083" r="-4167" b="-892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71" name="Straight Arrow Connector 17">
            <a:extLst>
              <a:ext uri="{FF2B5EF4-FFF2-40B4-BE49-F238E27FC236}">
                <a16:creationId xmlns:a16="http://schemas.microsoft.com/office/drawing/2014/main" id="{050CD12B-2348-4EAE-8F7E-7F476F6AB6E3}"/>
              </a:ext>
            </a:extLst>
          </p:cNvPr>
          <p:cNvCxnSpPr>
            <a:cxnSpLocks/>
          </p:cNvCxnSpPr>
          <p:nvPr/>
        </p:nvCxnSpPr>
        <p:spPr>
          <a:xfrm flipV="1">
            <a:off x="7391035" y="3239724"/>
            <a:ext cx="571923" cy="449644"/>
          </a:xfrm>
          <a:prstGeom prst="straightConnector1">
            <a:avLst/>
          </a:prstGeom>
          <a:ln w="38100">
            <a:solidFill>
              <a:schemeClr val="tx1"/>
            </a:solidFill>
            <a:tailEnd type="stealth" w="lg" len="lg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52" name="Oval 23">
            <a:extLst>
              <a:ext uri="{FF2B5EF4-FFF2-40B4-BE49-F238E27FC236}">
                <a16:creationId xmlns:a16="http://schemas.microsoft.com/office/drawing/2014/main" id="{6454FEB7-1A49-4057-B9D1-C98AB19CFD06}"/>
              </a:ext>
            </a:extLst>
          </p:cNvPr>
          <p:cNvSpPr/>
          <p:nvPr/>
        </p:nvSpPr>
        <p:spPr>
          <a:xfrm>
            <a:off x="7651126" y="3860498"/>
            <a:ext cx="162450" cy="168277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154" name="Oval 23">
            <a:extLst>
              <a:ext uri="{FF2B5EF4-FFF2-40B4-BE49-F238E27FC236}">
                <a16:creationId xmlns:a16="http://schemas.microsoft.com/office/drawing/2014/main" id="{2FF5597B-5488-4B3C-BE8B-E0AD3A81CF14}"/>
              </a:ext>
            </a:extLst>
          </p:cNvPr>
          <p:cNvSpPr/>
          <p:nvPr/>
        </p:nvSpPr>
        <p:spPr>
          <a:xfrm>
            <a:off x="6965326" y="3327098"/>
            <a:ext cx="162450" cy="168277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6" name="文字方塊 155">
                <a:extLst>
                  <a:ext uri="{FF2B5EF4-FFF2-40B4-BE49-F238E27FC236}">
                    <a16:creationId xmlns:a16="http://schemas.microsoft.com/office/drawing/2014/main" id="{7D05204B-22BE-4DE9-AA50-5F23DEE9A2F6}"/>
                  </a:ext>
                </a:extLst>
              </p:cNvPr>
              <p:cNvSpPr txBox="1"/>
              <p:nvPr/>
            </p:nvSpPr>
            <p:spPr>
              <a:xfrm>
                <a:off x="8312755" y="3844729"/>
                <a:ext cx="1150186" cy="3231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5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500" b="0" i="1" smtClean="0">
                              <a:latin typeface="Cambria Math" panose="02040503050406030204" pitchFamily="18" charset="0"/>
                            </a:rPr>
                            <m:t>/2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500" dirty="0"/>
              </a:p>
            </p:txBody>
          </p:sp>
        </mc:Choice>
        <mc:Fallback xmlns="">
          <p:sp>
            <p:nvSpPr>
              <p:cNvPr id="156" name="文字方塊 155">
                <a:extLst>
                  <a:ext uri="{FF2B5EF4-FFF2-40B4-BE49-F238E27FC236}">
                    <a16:creationId xmlns:a16="http://schemas.microsoft.com/office/drawing/2014/main" id="{7D05204B-22BE-4DE9-AA50-5F23DEE9A2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12755" y="3844729"/>
                <a:ext cx="1150186" cy="323165"/>
              </a:xfrm>
              <a:prstGeom prst="rect">
                <a:avLst/>
              </a:prstGeom>
              <a:blipFill>
                <a:blip r:embed="rId25"/>
                <a:stretch>
                  <a:fillRect b="-943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7" name="文字方塊 156">
                <a:extLst>
                  <a:ext uri="{FF2B5EF4-FFF2-40B4-BE49-F238E27FC236}">
                    <a16:creationId xmlns:a16="http://schemas.microsoft.com/office/drawing/2014/main" id="{834029C9-84F7-4B57-9E81-D8CCCEEA55EA}"/>
                  </a:ext>
                </a:extLst>
              </p:cNvPr>
              <p:cNvSpPr txBox="1"/>
              <p:nvPr/>
            </p:nvSpPr>
            <p:spPr>
              <a:xfrm>
                <a:off x="5272154" y="2248720"/>
                <a:ext cx="1150186" cy="3231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5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5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/2,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500" dirty="0"/>
              </a:p>
            </p:txBody>
          </p:sp>
        </mc:Choice>
        <mc:Fallback xmlns="">
          <p:sp>
            <p:nvSpPr>
              <p:cNvPr id="157" name="文字方塊 156">
                <a:extLst>
                  <a:ext uri="{FF2B5EF4-FFF2-40B4-BE49-F238E27FC236}">
                    <a16:creationId xmlns:a16="http://schemas.microsoft.com/office/drawing/2014/main" id="{834029C9-84F7-4B57-9E81-D8CCCEEA55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72154" y="2248720"/>
                <a:ext cx="1150186" cy="323165"/>
              </a:xfrm>
              <a:prstGeom prst="rect">
                <a:avLst/>
              </a:prstGeom>
              <a:blipFill>
                <a:blip r:embed="rId26"/>
                <a:stretch>
                  <a:fillRect b="-943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8" name="直線接點 157">
            <a:extLst>
              <a:ext uri="{FF2B5EF4-FFF2-40B4-BE49-F238E27FC236}">
                <a16:creationId xmlns:a16="http://schemas.microsoft.com/office/drawing/2014/main" id="{DA529A4E-3BAB-45BB-8274-1088EF0B43A5}"/>
              </a:ext>
            </a:extLst>
          </p:cNvPr>
          <p:cNvCxnSpPr>
            <a:cxnSpLocks/>
          </p:cNvCxnSpPr>
          <p:nvPr/>
        </p:nvCxnSpPr>
        <p:spPr>
          <a:xfrm flipV="1">
            <a:off x="6523355" y="3410397"/>
            <a:ext cx="453250" cy="188"/>
          </a:xfrm>
          <a:prstGeom prst="line">
            <a:avLst/>
          </a:prstGeom>
          <a:ln w="9525" cap="flat" cmpd="sng" algn="ctr">
            <a:solidFill>
              <a:schemeClr val="bg1">
                <a:lumMod val="5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59" name="直線接點 158">
            <a:extLst>
              <a:ext uri="{FF2B5EF4-FFF2-40B4-BE49-F238E27FC236}">
                <a16:creationId xmlns:a16="http://schemas.microsoft.com/office/drawing/2014/main" id="{F100F92B-B8C5-4A0F-B866-E2BAB0C4087A}"/>
              </a:ext>
            </a:extLst>
          </p:cNvPr>
          <p:cNvCxnSpPr>
            <a:cxnSpLocks/>
          </p:cNvCxnSpPr>
          <p:nvPr/>
        </p:nvCxnSpPr>
        <p:spPr>
          <a:xfrm>
            <a:off x="7827010" y="3970973"/>
            <a:ext cx="418783" cy="0"/>
          </a:xfrm>
          <a:prstGeom prst="line">
            <a:avLst/>
          </a:prstGeom>
          <a:ln w="9525" cap="flat" cmpd="sng" algn="ctr">
            <a:solidFill>
              <a:schemeClr val="bg1">
                <a:lumMod val="5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60" name="直線接點 159">
            <a:extLst>
              <a:ext uri="{FF2B5EF4-FFF2-40B4-BE49-F238E27FC236}">
                <a16:creationId xmlns:a16="http://schemas.microsoft.com/office/drawing/2014/main" id="{A656DF39-7853-456D-84EE-B2D69029F0B5}"/>
              </a:ext>
            </a:extLst>
          </p:cNvPr>
          <p:cNvCxnSpPr>
            <a:cxnSpLocks/>
          </p:cNvCxnSpPr>
          <p:nvPr/>
        </p:nvCxnSpPr>
        <p:spPr>
          <a:xfrm flipV="1">
            <a:off x="8169593" y="3508375"/>
            <a:ext cx="120332" cy="100649"/>
          </a:xfrm>
          <a:prstGeom prst="line">
            <a:avLst/>
          </a:prstGeom>
          <a:ln w="9525" cap="flat" cmpd="sng" algn="ctr">
            <a:solidFill>
              <a:schemeClr val="bg1">
                <a:lumMod val="5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61" name="直線接點 160">
            <a:extLst>
              <a:ext uri="{FF2B5EF4-FFF2-40B4-BE49-F238E27FC236}">
                <a16:creationId xmlns:a16="http://schemas.microsoft.com/office/drawing/2014/main" id="{C2ECA97C-3D5E-4873-BF49-1B844DE8012B}"/>
              </a:ext>
            </a:extLst>
          </p:cNvPr>
          <p:cNvCxnSpPr>
            <a:cxnSpLocks/>
          </p:cNvCxnSpPr>
          <p:nvPr/>
        </p:nvCxnSpPr>
        <p:spPr>
          <a:xfrm flipV="1">
            <a:off x="6508393" y="3750766"/>
            <a:ext cx="105264" cy="191632"/>
          </a:xfrm>
          <a:prstGeom prst="line">
            <a:avLst/>
          </a:prstGeom>
          <a:ln w="9525" cap="flat" cmpd="sng" algn="ctr">
            <a:solidFill>
              <a:schemeClr val="bg1">
                <a:lumMod val="5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794627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矩形: 圓角 176">
            <a:extLst>
              <a:ext uri="{FF2B5EF4-FFF2-40B4-BE49-F238E27FC236}">
                <a16:creationId xmlns:a16="http://schemas.microsoft.com/office/drawing/2014/main" id="{C0499F8D-22B8-4B76-B2A0-FC45B222262E}"/>
              </a:ext>
            </a:extLst>
          </p:cNvPr>
          <p:cNvSpPr/>
          <p:nvPr/>
        </p:nvSpPr>
        <p:spPr>
          <a:xfrm>
            <a:off x="4931433" y="428625"/>
            <a:ext cx="4899729" cy="5763273"/>
          </a:xfrm>
          <a:prstGeom prst="roundRect">
            <a:avLst>
              <a:gd name="adj" fmla="val 7772"/>
            </a:avLst>
          </a:prstGeom>
          <a:gradFill flip="none" rotWithShape="1"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lin ang="54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2000" dirty="0"/>
          </a:p>
        </p:txBody>
      </p:sp>
      <p:pic>
        <p:nvPicPr>
          <p:cNvPr id="79" name="圖片 78">
            <a:extLst>
              <a:ext uri="{FF2B5EF4-FFF2-40B4-BE49-F238E27FC236}">
                <a16:creationId xmlns:a16="http://schemas.microsoft.com/office/drawing/2014/main" id="{DB7C2E85-D4F7-41A1-BCC0-342722F345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6788" y="4863510"/>
            <a:ext cx="1285200" cy="1282539"/>
          </a:xfrm>
          <a:prstGeom prst="rect">
            <a:avLst/>
          </a:prstGeom>
        </p:spPr>
      </p:pic>
      <p:pic>
        <p:nvPicPr>
          <p:cNvPr id="80" name="圖片 79">
            <a:extLst>
              <a:ext uri="{FF2B5EF4-FFF2-40B4-BE49-F238E27FC236}">
                <a16:creationId xmlns:a16="http://schemas.microsoft.com/office/drawing/2014/main" id="{2B60B18D-3C0F-4599-97FE-FAE83D49B9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7558" y="1264208"/>
            <a:ext cx="1285200" cy="1279878"/>
          </a:xfrm>
          <a:prstGeom prst="rect">
            <a:avLst/>
          </a:prstGeom>
        </p:spPr>
      </p:pic>
      <p:pic>
        <p:nvPicPr>
          <p:cNvPr id="81" name="圖片 80">
            <a:extLst>
              <a:ext uri="{FF2B5EF4-FFF2-40B4-BE49-F238E27FC236}">
                <a16:creationId xmlns:a16="http://schemas.microsoft.com/office/drawing/2014/main" id="{21EAD110-5D68-4675-AE02-BE290A81080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44776" y="2256469"/>
            <a:ext cx="1285200" cy="1285200"/>
          </a:xfrm>
          <a:prstGeom prst="rect">
            <a:avLst/>
          </a:prstGeom>
        </p:spPr>
      </p:pic>
      <p:pic>
        <p:nvPicPr>
          <p:cNvPr id="82" name="圖片 81">
            <a:extLst>
              <a:ext uri="{FF2B5EF4-FFF2-40B4-BE49-F238E27FC236}">
                <a16:creationId xmlns:a16="http://schemas.microsoft.com/office/drawing/2014/main" id="{B4BE4F90-75A7-4775-B22E-A02E3DE664C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33597" y="3869198"/>
            <a:ext cx="1285200" cy="1282539"/>
          </a:xfrm>
          <a:prstGeom prst="rect">
            <a:avLst/>
          </a:prstGeom>
        </p:spPr>
      </p:pic>
      <p:pic>
        <p:nvPicPr>
          <p:cNvPr id="83" name="圖片 82">
            <a:extLst>
              <a:ext uri="{FF2B5EF4-FFF2-40B4-BE49-F238E27FC236}">
                <a16:creationId xmlns:a16="http://schemas.microsoft.com/office/drawing/2014/main" id="{ABC56ABA-0023-4CC6-BC70-8ED6DCF217E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85874" y="3840346"/>
            <a:ext cx="1285200" cy="1287861"/>
          </a:xfrm>
          <a:prstGeom prst="rect">
            <a:avLst/>
          </a:prstGeom>
        </p:spPr>
      </p:pic>
      <p:pic>
        <p:nvPicPr>
          <p:cNvPr id="84" name="圖片 83">
            <a:extLst>
              <a:ext uri="{FF2B5EF4-FFF2-40B4-BE49-F238E27FC236}">
                <a16:creationId xmlns:a16="http://schemas.microsoft.com/office/drawing/2014/main" id="{F3D89C2B-A4CA-471F-B91A-C093FE014EE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83107" y="2265616"/>
            <a:ext cx="1285200" cy="1282540"/>
          </a:xfrm>
          <a:prstGeom prst="rect">
            <a:avLst/>
          </a:prstGeom>
        </p:spPr>
      </p:pic>
      <p:pic>
        <p:nvPicPr>
          <p:cNvPr id="60" name="圖片 59">
            <a:extLst>
              <a:ext uri="{FF2B5EF4-FFF2-40B4-BE49-F238E27FC236}">
                <a16:creationId xmlns:a16="http://schemas.microsoft.com/office/drawing/2014/main" id="{541BD68D-4BA5-4940-AB6F-5C6348E77341}"/>
              </a:ext>
            </a:extLst>
          </p:cNvPr>
          <p:cNvPicPr>
            <a:picLocks noChangeAspect="1"/>
          </p:cNvPicPr>
          <p:nvPr/>
        </p:nvPicPr>
        <p:blipFill rotWithShape="1">
          <a:blip r:embed="rId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t="61405"/>
          <a:stretch/>
        </p:blipFill>
        <p:spPr>
          <a:xfrm>
            <a:off x="6250783" y="583195"/>
            <a:ext cx="2300718" cy="470285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80" name="文字方塊 179">
                <a:extLst>
                  <a:ext uri="{FF2B5EF4-FFF2-40B4-BE49-F238E27FC236}">
                    <a16:creationId xmlns:a16="http://schemas.microsoft.com/office/drawing/2014/main" id="{C6592285-FBA9-4DE2-BE47-D5703A7C2A40}"/>
                  </a:ext>
                </a:extLst>
              </p:cNvPr>
              <p:cNvSpPr txBox="1"/>
              <p:nvPr/>
            </p:nvSpPr>
            <p:spPr>
              <a:xfrm>
                <a:off x="6994665" y="4501420"/>
                <a:ext cx="812954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600" i="1" smtClean="0">
                          <a:latin typeface="Cambria Math" panose="02040503050406030204" pitchFamily="18" charset="0"/>
                        </a:rPr>
                        <m:t>|</m:t>
                      </m:r>
                      <m:d>
                        <m:dPr>
                          <m:begChr m:val=""/>
                          <m:endChr m:val="⟩"/>
                          <m:ctrlPr>
                            <a:rPr lang="en-US" altLang="zh-TW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1, </m:t>
                          </m:r>
                          <m:r>
                            <a:rPr lang="en-US" altLang="zh-TW" sz="16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</m:oMath>
                  </m:oMathPara>
                </a14:m>
                <a:endParaRPr lang="zh-TW" altLang="en-US" sz="1600" dirty="0"/>
              </a:p>
            </p:txBody>
          </p:sp>
        </mc:Choice>
        <mc:Fallback>
          <p:sp>
            <p:nvSpPr>
              <p:cNvPr id="180" name="文字方塊 179">
                <a:extLst>
                  <a:ext uri="{FF2B5EF4-FFF2-40B4-BE49-F238E27FC236}">
                    <a16:creationId xmlns:a16="http://schemas.microsoft.com/office/drawing/2014/main" id="{C6592285-FBA9-4DE2-BE47-D5703A7C2A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94665" y="4501420"/>
                <a:ext cx="812954" cy="338554"/>
              </a:xfrm>
              <a:prstGeom prst="rect">
                <a:avLst/>
              </a:prstGeom>
              <a:blipFill>
                <a:blip r:embed="rId9"/>
                <a:stretch>
                  <a:fillRect t="-108929" r="-46269" b="-16785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89" name="文字方塊 188">
                <a:extLst>
                  <a:ext uri="{FF2B5EF4-FFF2-40B4-BE49-F238E27FC236}">
                    <a16:creationId xmlns:a16="http://schemas.microsoft.com/office/drawing/2014/main" id="{06013B16-AADE-4F50-9769-3B0E22EFD811}"/>
                  </a:ext>
                </a:extLst>
              </p:cNvPr>
              <p:cNvSpPr txBox="1"/>
              <p:nvPr/>
            </p:nvSpPr>
            <p:spPr>
              <a:xfrm>
                <a:off x="6994665" y="2555828"/>
                <a:ext cx="812954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600" i="1" smtClean="0">
                          <a:latin typeface="Cambria Math" panose="02040503050406030204" pitchFamily="18" charset="0"/>
                        </a:rPr>
                        <m:t>|</m:t>
                      </m:r>
                      <m:d>
                        <m:dPr>
                          <m:begChr m:val=""/>
                          <m:endChr m:val="⟩"/>
                          <m:ctrlPr>
                            <a:rPr lang="en-US" altLang="zh-TW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1, </m:t>
                          </m:r>
                          <m:r>
                            <a:rPr lang="en-US" altLang="zh-TW" sz="16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</m:oMath>
                  </m:oMathPara>
                </a14:m>
                <a:endParaRPr lang="zh-TW" altLang="en-US" sz="1600" dirty="0"/>
              </a:p>
            </p:txBody>
          </p:sp>
        </mc:Choice>
        <mc:Fallback>
          <p:sp>
            <p:nvSpPr>
              <p:cNvPr id="189" name="文字方塊 188">
                <a:extLst>
                  <a:ext uri="{FF2B5EF4-FFF2-40B4-BE49-F238E27FC236}">
                    <a16:creationId xmlns:a16="http://schemas.microsoft.com/office/drawing/2014/main" id="{06013B16-AADE-4F50-9769-3B0E22EFD8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94665" y="2555828"/>
                <a:ext cx="812954" cy="338554"/>
              </a:xfrm>
              <a:prstGeom prst="rect">
                <a:avLst/>
              </a:prstGeom>
              <a:blipFill>
                <a:blip r:embed="rId10"/>
                <a:stretch>
                  <a:fillRect t="-108929" r="-46269" b="-16785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12" name="群組 211">
            <a:extLst>
              <a:ext uri="{FF2B5EF4-FFF2-40B4-BE49-F238E27FC236}">
                <a16:creationId xmlns:a16="http://schemas.microsoft.com/office/drawing/2014/main" id="{56BB1570-BE07-4CCA-B844-DD9F00E8733F}"/>
              </a:ext>
            </a:extLst>
          </p:cNvPr>
          <p:cNvGrpSpPr/>
          <p:nvPr/>
        </p:nvGrpSpPr>
        <p:grpSpPr>
          <a:xfrm>
            <a:off x="7184183" y="1808686"/>
            <a:ext cx="115586" cy="110880"/>
            <a:chOff x="1373392" y="2391862"/>
            <a:chExt cx="479433" cy="476535"/>
          </a:xfrm>
        </p:grpSpPr>
        <p:sp>
          <p:nvSpPr>
            <p:cNvPr id="213" name="箭號: 向右 212">
              <a:extLst>
                <a:ext uri="{FF2B5EF4-FFF2-40B4-BE49-F238E27FC236}">
                  <a16:creationId xmlns:a16="http://schemas.microsoft.com/office/drawing/2014/main" id="{D44EB9EF-73CA-404D-99EE-1F0CCE892A52}"/>
                </a:ext>
              </a:extLst>
            </p:cNvPr>
            <p:cNvSpPr/>
            <p:nvPr/>
          </p:nvSpPr>
          <p:spPr>
            <a:xfrm>
              <a:off x="1411244" y="2735868"/>
              <a:ext cx="441581" cy="132529"/>
            </a:xfrm>
            <a:prstGeom prst="rightArrow">
              <a:avLst>
                <a:gd name="adj1" fmla="val 50000"/>
                <a:gd name="adj2" fmla="val 99023"/>
              </a:avLst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220" name="箭號: 向右 219">
              <a:extLst>
                <a:ext uri="{FF2B5EF4-FFF2-40B4-BE49-F238E27FC236}">
                  <a16:creationId xmlns:a16="http://schemas.microsoft.com/office/drawing/2014/main" id="{9F517533-ADEE-4B5D-BB6F-1F4159A610F9}"/>
                </a:ext>
              </a:extLst>
            </p:cNvPr>
            <p:cNvSpPr/>
            <p:nvPr/>
          </p:nvSpPr>
          <p:spPr>
            <a:xfrm rot="16200000">
              <a:off x="1218866" y="2546388"/>
              <a:ext cx="441581" cy="132529"/>
            </a:xfrm>
            <a:prstGeom prst="rightArrow">
              <a:avLst>
                <a:gd name="adj1" fmla="val 50000"/>
                <a:gd name="adj2" fmla="val 99023"/>
              </a:avLst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2000" dirty="0">
                <a:solidFill>
                  <a:schemeClr val="tx1"/>
                </a:solidFill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26" name="文字方塊 225">
                <a:extLst>
                  <a:ext uri="{FF2B5EF4-FFF2-40B4-BE49-F238E27FC236}">
                    <a16:creationId xmlns:a16="http://schemas.microsoft.com/office/drawing/2014/main" id="{4A797F52-28EA-4953-BC86-8E8901D5D2D9}"/>
                  </a:ext>
                </a:extLst>
              </p:cNvPr>
              <p:cNvSpPr txBox="1"/>
              <p:nvPr/>
            </p:nvSpPr>
            <p:spPr>
              <a:xfrm>
                <a:off x="7064306" y="1435710"/>
                <a:ext cx="438402" cy="4242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</m:oMath>
                  </m:oMathPara>
                </a14:m>
                <a:endParaRPr lang="en-US" altLang="zh-TW" sz="2000" dirty="0"/>
              </a:p>
            </p:txBody>
          </p:sp>
        </mc:Choice>
        <mc:Fallback xmlns="">
          <p:sp>
            <p:nvSpPr>
              <p:cNvPr id="226" name="文字方塊 225">
                <a:extLst>
                  <a:ext uri="{FF2B5EF4-FFF2-40B4-BE49-F238E27FC236}">
                    <a16:creationId xmlns:a16="http://schemas.microsoft.com/office/drawing/2014/main" id="{4A797F52-28EA-4953-BC86-8E8901D5D2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64306" y="1435710"/>
                <a:ext cx="438402" cy="424283"/>
              </a:xfrm>
              <a:prstGeom prst="rect">
                <a:avLst/>
              </a:prstGeom>
              <a:blipFill>
                <a:blip r:embed="rId11"/>
                <a:stretch>
                  <a:fillRect b="-579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7" name="文字方塊 226">
                <a:extLst>
                  <a:ext uri="{FF2B5EF4-FFF2-40B4-BE49-F238E27FC236}">
                    <a16:creationId xmlns:a16="http://schemas.microsoft.com/office/drawing/2014/main" id="{990D4C3A-AED8-40BB-8849-57DEE8BE7A17}"/>
                  </a:ext>
                </a:extLst>
              </p:cNvPr>
              <p:cNvSpPr txBox="1"/>
              <p:nvPr/>
            </p:nvSpPr>
            <p:spPr>
              <a:xfrm>
                <a:off x="7237289" y="1713862"/>
                <a:ext cx="388427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</m:oMath>
                  </m:oMathPara>
                </a14:m>
                <a:endParaRPr lang="en-US" altLang="zh-TW" sz="2000" dirty="0"/>
              </a:p>
            </p:txBody>
          </p:sp>
        </mc:Choice>
        <mc:Fallback xmlns="">
          <p:sp>
            <p:nvSpPr>
              <p:cNvPr id="227" name="文字方塊 226">
                <a:extLst>
                  <a:ext uri="{FF2B5EF4-FFF2-40B4-BE49-F238E27FC236}">
                    <a16:creationId xmlns:a16="http://schemas.microsoft.com/office/drawing/2014/main" id="{990D4C3A-AED8-40BB-8849-57DEE8BE7A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37289" y="1713862"/>
                <a:ext cx="388427" cy="400110"/>
              </a:xfrm>
              <a:prstGeom prst="rect">
                <a:avLst/>
              </a:prstGeom>
              <a:blipFill>
                <a:blip r:embed="rId12"/>
                <a:stretch>
                  <a:fillRect b="-757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8" name="文字方塊 227">
                <a:extLst>
                  <a:ext uri="{FF2B5EF4-FFF2-40B4-BE49-F238E27FC236}">
                    <a16:creationId xmlns:a16="http://schemas.microsoft.com/office/drawing/2014/main" id="{3C622479-68C9-4AC9-AE5F-27970F7075FD}"/>
                  </a:ext>
                </a:extLst>
              </p:cNvPr>
              <p:cNvSpPr txBox="1"/>
              <p:nvPr/>
            </p:nvSpPr>
            <p:spPr>
              <a:xfrm>
                <a:off x="6540846" y="2179934"/>
                <a:ext cx="652306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0.1</m:t>
                          </m:r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en-US" altLang="zh-TW" sz="1600" dirty="0"/>
              </a:p>
            </p:txBody>
          </p:sp>
        </mc:Choice>
        <mc:Fallback xmlns="">
          <p:sp>
            <p:nvSpPr>
              <p:cNvPr id="228" name="文字方塊 227">
                <a:extLst>
                  <a:ext uri="{FF2B5EF4-FFF2-40B4-BE49-F238E27FC236}">
                    <a16:creationId xmlns:a16="http://schemas.microsoft.com/office/drawing/2014/main" id="{3C622479-68C9-4AC9-AE5F-27970F7075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40846" y="2179934"/>
                <a:ext cx="652306" cy="338554"/>
              </a:xfrm>
              <a:prstGeom prst="rect">
                <a:avLst/>
              </a:prstGeom>
              <a:blipFill>
                <a:blip r:embed="rId13"/>
                <a:stretch>
                  <a:fillRect b="-727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9" name="文字方塊 228">
            <a:extLst>
              <a:ext uri="{FF2B5EF4-FFF2-40B4-BE49-F238E27FC236}">
                <a16:creationId xmlns:a16="http://schemas.microsoft.com/office/drawing/2014/main" id="{2693C9D3-A145-48F7-981C-9A9BF2A0A9A5}"/>
              </a:ext>
            </a:extLst>
          </p:cNvPr>
          <p:cNvSpPr txBox="1"/>
          <p:nvPr/>
        </p:nvSpPr>
        <p:spPr>
          <a:xfrm>
            <a:off x="5543826" y="-455105"/>
            <a:ext cx="3714632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Longitudinal component</a:t>
            </a:r>
            <a:endParaRPr lang="zh-TW" altLang="en-US" sz="2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1" name="文字方塊 230">
                <a:extLst>
                  <a:ext uri="{FF2B5EF4-FFF2-40B4-BE49-F238E27FC236}">
                    <a16:creationId xmlns:a16="http://schemas.microsoft.com/office/drawing/2014/main" id="{A81A25EB-4EC7-4F2F-99BC-612BE192E284}"/>
                  </a:ext>
                </a:extLst>
              </p:cNvPr>
              <p:cNvSpPr txBox="1"/>
              <p:nvPr/>
            </p:nvSpPr>
            <p:spPr>
              <a:xfrm>
                <a:off x="6358604" y="1285730"/>
                <a:ext cx="1673596" cy="3231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5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𝛼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</m:d>
                      <m:r>
                        <a:rPr lang="en-US" altLang="zh-TW" sz="150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zh-TW" sz="15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0, </m:t>
                          </m:r>
                          <m:r>
                            <m:rPr>
                              <m:nor/>
                            </m:rPr>
                            <a:rPr lang="en-US" altLang="zh-TW" sz="150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</m:oMath>
                  </m:oMathPara>
                </a14:m>
                <a:endParaRPr lang="zh-TW" altLang="en-US" sz="1500" dirty="0"/>
              </a:p>
            </p:txBody>
          </p:sp>
        </mc:Choice>
        <mc:Fallback xmlns="">
          <p:sp>
            <p:nvSpPr>
              <p:cNvPr id="231" name="文字方塊 230">
                <a:extLst>
                  <a:ext uri="{FF2B5EF4-FFF2-40B4-BE49-F238E27FC236}">
                    <a16:creationId xmlns:a16="http://schemas.microsoft.com/office/drawing/2014/main" id="{A81A25EB-4EC7-4F2F-99BC-612BE192E2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58604" y="1285730"/>
                <a:ext cx="1673596" cy="323165"/>
              </a:xfrm>
              <a:prstGeom prst="rect">
                <a:avLst/>
              </a:prstGeom>
              <a:blipFill>
                <a:blip r:embed="rId14"/>
                <a:stretch>
                  <a:fillRect b="-943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2" name="文字方塊 231">
                <a:extLst>
                  <a:ext uri="{FF2B5EF4-FFF2-40B4-BE49-F238E27FC236}">
                    <a16:creationId xmlns:a16="http://schemas.microsoft.com/office/drawing/2014/main" id="{B2F5F182-7771-47FB-BF37-AF5144F26384}"/>
                  </a:ext>
                </a:extLst>
              </p:cNvPr>
              <p:cNvSpPr txBox="1"/>
              <p:nvPr/>
            </p:nvSpPr>
            <p:spPr>
              <a:xfrm>
                <a:off x="5301973" y="3844729"/>
                <a:ext cx="1150186" cy="3231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5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0, 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500" dirty="0"/>
              </a:p>
            </p:txBody>
          </p:sp>
        </mc:Choice>
        <mc:Fallback xmlns="">
          <p:sp>
            <p:nvSpPr>
              <p:cNvPr id="232" name="文字方塊 231">
                <a:extLst>
                  <a:ext uri="{FF2B5EF4-FFF2-40B4-BE49-F238E27FC236}">
                    <a16:creationId xmlns:a16="http://schemas.microsoft.com/office/drawing/2014/main" id="{B2F5F182-7771-47FB-BF37-AF5144F263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01973" y="3844729"/>
                <a:ext cx="1150186" cy="323165"/>
              </a:xfrm>
              <a:prstGeom prst="rect">
                <a:avLst/>
              </a:prstGeom>
              <a:blipFill>
                <a:blip r:embed="rId15"/>
                <a:stretch>
                  <a:fillRect b="-943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3" name="文字方塊 232">
                <a:extLst>
                  <a:ext uri="{FF2B5EF4-FFF2-40B4-BE49-F238E27FC236}">
                    <a16:creationId xmlns:a16="http://schemas.microsoft.com/office/drawing/2014/main" id="{BDC6F78B-E419-4B8A-BAA9-5615A1972DBE}"/>
                  </a:ext>
                </a:extLst>
              </p:cNvPr>
              <p:cNvSpPr txBox="1"/>
              <p:nvPr/>
            </p:nvSpPr>
            <p:spPr>
              <a:xfrm>
                <a:off x="8331357" y="2248720"/>
                <a:ext cx="1150186" cy="3231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5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500" dirty="0"/>
              </a:p>
            </p:txBody>
          </p:sp>
        </mc:Choice>
        <mc:Fallback xmlns="">
          <p:sp>
            <p:nvSpPr>
              <p:cNvPr id="233" name="文字方塊 232">
                <a:extLst>
                  <a:ext uri="{FF2B5EF4-FFF2-40B4-BE49-F238E27FC236}">
                    <a16:creationId xmlns:a16="http://schemas.microsoft.com/office/drawing/2014/main" id="{BDC6F78B-E419-4B8A-BAA9-5615A1972D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31357" y="2248720"/>
                <a:ext cx="1150186" cy="323165"/>
              </a:xfrm>
              <a:prstGeom prst="rect">
                <a:avLst/>
              </a:prstGeom>
              <a:blipFill>
                <a:blip r:embed="rId16"/>
                <a:stretch>
                  <a:fillRect b="-943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4" name="文字方塊 233">
                <a:extLst>
                  <a:ext uri="{FF2B5EF4-FFF2-40B4-BE49-F238E27FC236}">
                    <a16:creationId xmlns:a16="http://schemas.microsoft.com/office/drawing/2014/main" id="{DA67C54B-80A5-4D59-B289-74384BDACD1C}"/>
                  </a:ext>
                </a:extLst>
              </p:cNvPr>
              <p:cNvSpPr txBox="1"/>
              <p:nvPr/>
            </p:nvSpPr>
            <p:spPr>
              <a:xfrm>
                <a:off x="6826049" y="4840301"/>
                <a:ext cx="1150186" cy="3231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5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0,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𝜋</m:t>
                          </m:r>
                        </m:e>
                      </m:d>
                    </m:oMath>
                  </m:oMathPara>
                </a14:m>
                <a:endParaRPr lang="zh-TW" altLang="en-US" sz="1500" dirty="0"/>
              </a:p>
            </p:txBody>
          </p:sp>
        </mc:Choice>
        <mc:Fallback xmlns="">
          <p:sp>
            <p:nvSpPr>
              <p:cNvPr id="234" name="文字方塊 233">
                <a:extLst>
                  <a:ext uri="{FF2B5EF4-FFF2-40B4-BE49-F238E27FC236}">
                    <a16:creationId xmlns:a16="http://schemas.microsoft.com/office/drawing/2014/main" id="{DA67C54B-80A5-4D59-B289-74384BDACD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26049" y="4840301"/>
                <a:ext cx="1150186" cy="323165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35" name="圖片 234">
            <a:extLst>
              <a:ext uri="{FF2B5EF4-FFF2-40B4-BE49-F238E27FC236}">
                <a16:creationId xmlns:a16="http://schemas.microsoft.com/office/drawing/2014/main" id="{DF781A4C-9BC8-40C7-BF1A-E906699C28D4}"/>
              </a:ext>
            </a:extLst>
          </p:cNvPr>
          <p:cNvPicPr>
            <a:picLocks noChangeAspect="1"/>
          </p:cNvPicPr>
          <p:nvPr/>
        </p:nvPicPr>
        <p:blipFill rotWithShape="1">
          <a:blip r:embed="rId1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0879" t="9023" r="4888" b="70339"/>
          <a:stretch/>
        </p:blipFill>
        <p:spPr>
          <a:xfrm>
            <a:off x="7871070" y="1257930"/>
            <a:ext cx="413382" cy="134348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36" name="文字方塊 235">
                <a:extLst>
                  <a:ext uri="{FF2B5EF4-FFF2-40B4-BE49-F238E27FC236}">
                    <a16:creationId xmlns:a16="http://schemas.microsoft.com/office/drawing/2014/main" id="{61131924-00C5-4C5C-8379-1D2527DB1052}"/>
                  </a:ext>
                </a:extLst>
              </p:cNvPr>
              <p:cNvSpPr txBox="1"/>
              <p:nvPr/>
            </p:nvSpPr>
            <p:spPr>
              <a:xfrm>
                <a:off x="7789606" y="2342403"/>
                <a:ext cx="478319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sz="1400"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altLang="zh-TW" sz="1400">
                          <a:latin typeface="Cambria Math" panose="02040503050406030204" pitchFamily="18" charset="0"/>
                        </a:rPr>
                        <m:t>.</m:t>
                      </m:r>
                      <m:r>
                        <m:rPr>
                          <m:sty m:val="p"/>
                        </m:rPr>
                        <a:rPr lang="en-US" altLang="zh-TW" sz="1400">
                          <a:latin typeface="Cambria Math" panose="02040503050406030204" pitchFamily="18" charset="0"/>
                        </a:rPr>
                        <m:t>u</m:t>
                      </m:r>
                      <m:r>
                        <a:rPr lang="en-US" altLang="zh-TW" sz="140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TW" altLang="en-US" sz="1400" dirty="0"/>
              </a:p>
            </p:txBody>
          </p:sp>
        </mc:Choice>
        <mc:Fallback xmlns="">
          <p:sp>
            <p:nvSpPr>
              <p:cNvPr id="236" name="文字方塊 235">
                <a:extLst>
                  <a:ext uri="{FF2B5EF4-FFF2-40B4-BE49-F238E27FC236}">
                    <a16:creationId xmlns:a16="http://schemas.microsoft.com/office/drawing/2014/main" id="{61131924-00C5-4C5C-8379-1D2527DB10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89606" y="2342403"/>
                <a:ext cx="478319" cy="307777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7" name="Oval 14">
            <a:extLst>
              <a:ext uri="{FF2B5EF4-FFF2-40B4-BE49-F238E27FC236}">
                <a16:creationId xmlns:a16="http://schemas.microsoft.com/office/drawing/2014/main" id="{4D2E6476-8133-4C1A-80AA-96C2BBAD7538}"/>
              </a:ext>
            </a:extLst>
          </p:cNvPr>
          <p:cNvSpPr/>
          <p:nvPr/>
        </p:nvSpPr>
        <p:spPr>
          <a:xfrm>
            <a:off x="7317889" y="2852108"/>
            <a:ext cx="162450" cy="168277"/>
          </a:xfrm>
          <a:prstGeom prst="ellipse">
            <a:avLst/>
          </a:prstGeom>
          <a:gradFill flip="none" rotWithShape="1">
            <a:gsLst>
              <a:gs pos="0">
                <a:srgbClr val="D1D1D1"/>
              </a:gs>
              <a:gs pos="23000">
                <a:schemeClr val="bg1">
                  <a:lumMod val="85000"/>
                </a:schemeClr>
              </a:gs>
              <a:gs pos="69000">
                <a:schemeClr val="accent3">
                  <a:lumMod val="75000"/>
                </a:schemeClr>
              </a:gs>
              <a:gs pos="97000">
                <a:schemeClr val="accent3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/>
          </a:p>
        </p:txBody>
      </p:sp>
      <p:sp>
        <p:nvSpPr>
          <p:cNvPr id="238" name="Oval 4">
            <a:extLst>
              <a:ext uri="{FF2B5EF4-FFF2-40B4-BE49-F238E27FC236}">
                <a16:creationId xmlns:a16="http://schemas.microsoft.com/office/drawing/2014/main" id="{D0067B35-40A6-4446-8A95-C300D2678B59}"/>
              </a:ext>
            </a:extLst>
          </p:cNvPr>
          <p:cNvSpPr/>
          <p:nvPr/>
        </p:nvSpPr>
        <p:spPr>
          <a:xfrm>
            <a:off x="6679308" y="2936246"/>
            <a:ext cx="1443999" cy="1495797"/>
          </a:xfrm>
          <a:prstGeom prst="ellipse">
            <a:avLst/>
          </a:prstGeom>
          <a:gradFill flip="none" rotWithShape="1">
            <a:gsLst>
              <a:gs pos="100000">
                <a:schemeClr val="accent3">
                  <a:lumMod val="60000"/>
                  <a:lumOff val="40000"/>
                  <a:alpha val="60000"/>
                </a:schemeClr>
              </a:gs>
              <a:gs pos="55000">
                <a:schemeClr val="accent3">
                  <a:lumMod val="40000"/>
                  <a:lumOff val="60000"/>
                  <a:alpha val="60000"/>
                </a:schemeClr>
              </a:gs>
              <a:gs pos="0">
                <a:schemeClr val="bg1">
                  <a:alpha val="6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 w="57150">
            <a:solidFill>
              <a:srgbClr val="D5D7D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39" name="Oval 15">
            <a:extLst>
              <a:ext uri="{FF2B5EF4-FFF2-40B4-BE49-F238E27FC236}">
                <a16:creationId xmlns:a16="http://schemas.microsoft.com/office/drawing/2014/main" id="{3ED95C10-549D-46A4-8427-E9004FB39400}"/>
              </a:ext>
            </a:extLst>
          </p:cNvPr>
          <p:cNvSpPr/>
          <p:nvPr/>
        </p:nvSpPr>
        <p:spPr>
          <a:xfrm>
            <a:off x="7317889" y="4347065"/>
            <a:ext cx="162450" cy="168277"/>
          </a:xfrm>
          <a:prstGeom prst="ellipse">
            <a:avLst/>
          </a:prstGeom>
          <a:gradFill flip="none" rotWithShape="1">
            <a:gsLst>
              <a:gs pos="17000">
                <a:srgbClr val="D1D1D1"/>
              </a:gs>
              <a:gs pos="0">
                <a:schemeClr val="bg1">
                  <a:lumMod val="85000"/>
                </a:schemeClr>
              </a:gs>
              <a:gs pos="60000">
                <a:schemeClr val="accent3">
                  <a:lumMod val="75000"/>
                </a:schemeClr>
              </a:gs>
              <a:gs pos="97000">
                <a:schemeClr val="accent3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52" name="SHO">
            <a:extLst>
              <a:ext uri="{FF2B5EF4-FFF2-40B4-BE49-F238E27FC236}">
                <a16:creationId xmlns:a16="http://schemas.microsoft.com/office/drawing/2014/main" id="{0845B616-2D49-4C5D-A47F-908796A33A53}"/>
              </a:ext>
            </a:extLst>
          </p:cNvPr>
          <p:cNvSpPr/>
          <p:nvPr/>
        </p:nvSpPr>
        <p:spPr>
          <a:xfrm rot="16200000">
            <a:off x="7087769" y="2962645"/>
            <a:ext cx="622693" cy="1443999"/>
          </a:xfrm>
          <a:prstGeom prst="arc">
            <a:avLst>
              <a:gd name="adj1" fmla="val 5396867"/>
              <a:gd name="adj2" fmla="val 5395779"/>
            </a:avLst>
          </a:prstGeom>
          <a:gradFill flip="none" rotWithShape="1">
            <a:gsLst>
              <a:gs pos="0">
                <a:schemeClr val="bg1">
                  <a:lumMod val="65000"/>
                </a:schemeClr>
              </a:gs>
              <a:gs pos="47000">
                <a:schemeClr val="bg1">
                  <a:lumMod val="50000"/>
                </a:schemeClr>
              </a:gs>
              <a:gs pos="97000">
                <a:srgbClr val="5E5E5E"/>
              </a:gs>
            </a:gsLst>
            <a:path path="circle">
              <a:fillToRect l="50000" t="50000" r="50000" b="50000"/>
            </a:path>
            <a:tileRect/>
          </a:gradFill>
          <a:ln w="31750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53" name="SVO">
            <a:extLst>
              <a:ext uri="{FF2B5EF4-FFF2-40B4-BE49-F238E27FC236}">
                <a16:creationId xmlns:a16="http://schemas.microsoft.com/office/drawing/2014/main" id="{28FBC70E-6464-4911-A7DC-D688B4A191B2}"/>
              </a:ext>
            </a:extLst>
          </p:cNvPr>
          <p:cNvSpPr/>
          <p:nvPr/>
        </p:nvSpPr>
        <p:spPr>
          <a:xfrm>
            <a:off x="7037215" y="2936747"/>
            <a:ext cx="722000" cy="1495797"/>
          </a:xfrm>
          <a:prstGeom prst="ellipse">
            <a:avLst/>
          </a:prstGeom>
          <a:noFill/>
          <a:ln w="25400">
            <a:solidFill>
              <a:schemeClr val="bg1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254" name="Oval 6">
            <a:extLst>
              <a:ext uri="{FF2B5EF4-FFF2-40B4-BE49-F238E27FC236}">
                <a16:creationId xmlns:a16="http://schemas.microsoft.com/office/drawing/2014/main" id="{F7426249-BB1C-465F-BA24-177826BCA4FE}"/>
              </a:ext>
            </a:extLst>
          </p:cNvPr>
          <p:cNvSpPr/>
          <p:nvPr/>
        </p:nvSpPr>
        <p:spPr>
          <a:xfrm rot="16200000">
            <a:off x="7087769" y="2962645"/>
            <a:ext cx="622693" cy="1443999"/>
          </a:xfrm>
          <a:prstGeom prst="ellipse">
            <a:avLst/>
          </a:prstGeom>
          <a:noFill/>
          <a:ln w="38100">
            <a:solidFill>
              <a:schemeClr val="tx1">
                <a:alpha val="6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5" name="TextBox 11">
                <a:extLst>
                  <a:ext uri="{FF2B5EF4-FFF2-40B4-BE49-F238E27FC236}">
                    <a16:creationId xmlns:a16="http://schemas.microsoft.com/office/drawing/2014/main" id="{37DEB133-ADB0-4B60-901B-D2AEF580DA59}"/>
                  </a:ext>
                </a:extLst>
              </p:cNvPr>
              <p:cNvSpPr txBox="1"/>
              <p:nvPr/>
            </p:nvSpPr>
            <p:spPr>
              <a:xfrm>
                <a:off x="6849417" y="3506293"/>
                <a:ext cx="176928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255" name="TextBox 11">
                <a:extLst>
                  <a:ext uri="{FF2B5EF4-FFF2-40B4-BE49-F238E27FC236}">
                    <a16:creationId xmlns:a16="http://schemas.microsoft.com/office/drawing/2014/main" id="{37DEB133-ADB0-4B60-901B-D2AEF580DA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49417" y="3506293"/>
                <a:ext cx="176928" cy="338554"/>
              </a:xfrm>
              <a:prstGeom prst="rect">
                <a:avLst/>
              </a:prstGeom>
              <a:blipFill>
                <a:blip r:embed="rId20"/>
                <a:stretch>
                  <a:fillRect r="-4137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6" name="Oval 22">
            <a:extLst>
              <a:ext uri="{FF2B5EF4-FFF2-40B4-BE49-F238E27FC236}">
                <a16:creationId xmlns:a16="http://schemas.microsoft.com/office/drawing/2014/main" id="{F51F6D7A-CBDD-41AE-81A9-01A381888E10}"/>
              </a:ext>
            </a:extLst>
          </p:cNvPr>
          <p:cNvSpPr/>
          <p:nvPr/>
        </p:nvSpPr>
        <p:spPr>
          <a:xfrm>
            <a:off x="7316943" y="4347065"/>
            <a:ext cx="162450" cy="168277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7" name="TextBox 12">
                <a:extLst>
                  <a:ext uri="{FF2B5EF4-FFF2-40B4-BE49-F238E27FC236}">
                    <a16:creationId xmlns:a16="http://schemas.microsoft.com/office/drawing/2014/main" id="{BEB792E4-CC90-49E5-8163-921F2ECF2D45}"/>
                  </a:ext>
                </a:extLst>
              </p:cNvPr>
              <p:cNvSpPr txBox="1"/>
              <p:nvPr/>
            </p:nvSpPr>
            <p:spPr>
              <a:xfrm>
                <a:off x="7504340" y="3601690"/>
                <a:ext cx="176928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257" name="TextBox 12">
                <a:extLst>
                  <a:ext uri="{FF2B5EF4-FFF2-40B4-BE49-F238E27FC236}">
                    <a16:creationId xmlns:a16="http://schemas.microsoft.com/office/drawing/2014/main" id="{BEB792E4-CC90-49E5-8163-921F2ECF2D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04340" y="3601690"/>
                <a:ext cx="176928" cy="338554"/>
              </a:xfrm>
              <a:prstGeom prst="rect">
                <a:avLst/>
              </a:prstGeom>
              <a:blipFill>
                <a:blip r:embed="rId21"/>
                <a:stretch>
                  <a:fillRect r="-55172" b="-363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8" name="TextBox 13">
                <a:extLst>
                  <a:ext uri="{FF2B5EF4-FFF2-40B4-BE49-F238E27FC236}">
                    <a16:creationId xmlns:a16="http://schemas.microsoft.com/office/drawing/2014/main" id="{8D531DEA-B9A5-4E8D-A6A2-A31408532FD7}"/>
                  </a:ext>
                </a:extLst>
              </p:cNvPr>
              <p:cNvSpPr txBox="1"/>
              <p:nvPr/>
            </p:nvSpPr>
            <p:spPr>
              <a:xfrm>
                <a:off x="7260216" y="2971948"/>
                <a:ext cx="256967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>
                          <a:latin typeface="Cambria Math" panose="02040503050406030204" pitchFamily="18" charset="0"/>
                        </a:rPr>
                        <m:t>𝑧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258" name="TextBox 13">
                <a:extLst>
                  <a:ext uri="{FF2B5EF4-FFF2-40B4-BE49-F238E27FC236}">
                    <a16:creationId xmlns:a16="http://schemas.microsoft.com/office/drawing/2014/main" id="{8D531DEA-B9A5-4E8D-A6A2-A31408532F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60216" y="2971948"/>
                <a:ext cx="256967" cy="338554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9" name="DVO">
            <a:extLst>
              <a:ext uri="{FF2B5EF4-FFF2-40B4-BE49-F238E27FC236}">
                <a16:creationId xmlns:a16="http://schemas.microsoft.com/office/drawing/2014/main" id="{BD66E933-A9D1-416F-99A4-A2F56F384D96}"/>
              </a:ext>
            </a:extLst>
          </p:cNvPr>
          <p:cNvSpPr/>
          <p:nvPr/>
        </p:nvSpPr>
        <p:spPr>
          <a:xfrm flipH="1">
            <a:off x="7037215" y="2936747"/>
            <a:ext cx="722000" cy="1495797"/>
          </a:xfrm>
          <a:prstGeom prst="arc">
            <a:avLst>
              <a:gd name="adj1" fmla="val 5396867"/>
              <a:gd name="adj2" fmla="val 16170484"/>
            </a:avLst>
          </a:prstGeom>
          <a:ln w="254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60" name="Oval 23">
            <a:extLst>
              <a:ext uri="{FF2B5EF4-FFF2-40B4-BE49-F238E27FC236}">
                <a16:creationId xmlns:a16="http://schemas.microsoft.com/office/drawing/2014/main" id="{B1975880-4F20-4527-8AC1-67B4B5024B5F}"/>
              </a:ext>
            </a:extLst>
          </p:cNvPr>
          <p:cNvSpPr/>
          <p:nvPr/>
        </p:nvSpPr>
        <p:spPr>
          <a:xfrm>
            <a:off x="8039799" y="3600507"/>
            <a:ext cx="162450" cy="168277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cxnSp>
        <p:nvCxnSpPr>
          <p:cNvPr id="261" name="Straight Arrow Connector 7">
            <a:extLst>
              <a:ext uri="{FF2B5EF4-FFF2-40B4-BE49-F238E27FC236}">
                <a16:creationId xmlns:a16="http://schemas.microsoft.com/office/drawing/2014/main" id="{33161F97-7212-47BE-BA7D-6FC7B9147369}"/>
              </a:ext>
            </a:extLst>
          </p:cNvPr>
          <p:cNvCxnSpPr>
            <a:cxnSpLocks/>
          </p:cNvCxnSpPr>
          <p:nvPr/>
        </p:nvCxnSpPr>
        <p:spPr>
          <a:xfrm flipV="1">
            <a:off x="7395184" y="3236563"/>
            <a:ext cx="1697" cy="445890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2" name="Straight Arrow Connector 19">
            <a:extLst>
              <a:ext uri="{FF2B5EF4-FFF2-40B4-BE49-F238E27FC236}">
                <a16:creationId xmlns:a16="http://schemas.microsoft.com/office/drawing/2014/main" id="{240911C2-AE74-4914-B8DB-470C2315C461}"/>
              </a:ext>
            </a:extLst>
          </p:cNvPr>
          <p:cNvCxnSpPr>
            <a:cxnSpLocks/>
          </p:cNvCxnSpPr>
          <p:nvPr/>
        </p:nvCxnSpPr>
        <p:spPr>
          <a:xfrm>
            <a:off x="7398168" y="3680269"/>
            <a:ext cx="195802" cy="156763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3" name="Straight Arrow Connector 18">
            <a:extLst>
              <a:ext uri="{FF2B5EF4-FFF2-40B4-BE49-F238E27FC236}">
                <a16:creationId xmlns:a16="http://schemas.microsoft.com/office/drawing/2014/main" id="{168B960E-43A1-4542-B03F-41153CC41797}"/>
              </a:ext>
            </a:extLst>
          </p:cNvPr>
          <p:cNvCxnSpPr>
            <a:cxnSpLocks/>
          </p:cNvCxnSpPr>
          <p:nvPr/>
        </p:nvCxnSpPr>
        <p:spPr>
          <a:xfrm rot="16200000" flipH="1" flipV="1">
            <a:off x="7226846" y="3508793"/>
            <a:ext cx="0" cy="342950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4" name="Oval 20">
            <a:extLst>
              <a:ext uri="{FF2B5EF4-FFF2-40B4-BE49-F238E27FC236}">
                <a16:creationId xmlns:a16="http://schemas.microsoft.com/office/drawing/2014/main" id="{24DEE888-55C9-4D4C-B18D-808F9AA85CCB}"/>
              </a:ext>
            </a:extLst>
          </p:cNvPr>
          <p:cNvSpPr/>
          <p:nvPr/>
        </p:nvSpPr>
        <p:spPr>
          <a:xfrm>
            <a:off x="6595635" y="3600507"/>
            <a:ext cx="162450" cy="168277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265" name="Oval 22">
            <a:extLst>
              <a:ext uri="{FF2B5EF4-FFF2-40B4-BE49-F238E27FC236}">
                <a16:creationId xmlns:a16="http://schemas.microsoft.com/office/drawing/2014/main" id="{EF01816B-7066-4916-A520-954D092BE6FE}"/>
              </a:ext>
            </a:extLst>
          </p:cNvPr>
          <p:cNvSpPr/>
          <p:nvPr/>
        </p:nvSpPr>
        <p:spPr>
          <a:xfrm>
            <a:off x="7318125" y="2844234"/>
            <a:ext cx="162450" cy="168277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/>
          </a:p>
        </p:txBody>
      </p:sp>
      <p:sp>
        <p:nvSpPr>
          <p:cNvPr id="266" name="Partial Circle 9">
            <a:extLst>
              <a:ext uri="{FF2B5EF4-FFF2-40B4-BE49-F238E27FC236}">
                <a16:creationId xmlns:a16="http://schemas.microsoft.com/office/drawing/2014/main" id="{95E3D0C0-F471-47D7-9B54-CC1B9F289F59}"/>
              </a:ext>
            </a:extLst>
          </p:cNvPr>
          <p:cNvSpPr>
            <a:spLocks noChangeAspect="1"/>
          </p:cNvSpPr>
          <p:nvPr/>
        </p:nvSpPr>
        <p:spPr>
          <a:xfrm rot="16200000" flipH="1">
            <a:off x="7334286" y="3585381"/>
            <a:ext cx="102407" cy="197721"/>
          </a:xfrm>
          <a:prstGeom prst="pie">
            <a:avLst>
              <a:gd name="adj1" fmla="val 16258856"/>
              <a:gd name="adj2" fmla="val 19252600"/>
            </a:avLst>
          </a:prstGeom>
          <a:gradFill flip="none" rotWithShape="1">
            <a:gsLst>
              <a:gs pos="0">
                <a:schemeClr val="tx1"/>
              </a:gs>
              <a:gs pos="50000">
                <a:schemeClr val="tx1">
                  <a:lumMod val="50000"/>
                  <a:lumOff val="50000"/>
                </a:schemeClr>
              </a:gs>
              <a:gs pos="100000">
                <a:schemeClr val="bg1">
                  <a:lumMod val="50000"/>
                </a:schemeClr>
              </a:gs>
            </a:gsLst>
            <a:lin ang="2700000" scaled="1"/>
            <a:tileRect/>
          </a:gra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7" name="TextBox 10">
                <a:extLst>
                  <a:ext uri="{FF2B5EF4-FFF2-40B4-BE49-F238E27FC236}">
                    <a16:creationId xmlns:a16="http://schemas.microsoft.com/office/drawing/2014/main" id="{B215AA15-06BF-4D83-A5CD-B6A967095CE1}"/>
                  </a:ext>
                </a:extLst>
              </p:cNvPr>
              <p:cNvSpPr txBox="1"/>
              <p:nvPr/>
            </p:nvSpPr>
            <p:spPr>
              <a:xfrm>
                <a:off x="6970268" y="3620427"/>
                <a:ext cx="315234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>
                          <a:latin typeface="Cambria Math" panose="02040503050406030204" pitchFamily="18" charset="0"/>
                        </a:rPr>
                        <m:t>𝛼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267" name="TextBox 10">
                <a:extLst>
                  <a:ext uri="{FF2B5EF4-FFF2-40B4-BE49-F238E27FC236}">
                    <a16:creationId xmlns:a16="http://schemas.microsoft.com/office/drawing/2014/main" id="{B215AA15-06BF-4D83-A5CD-B6A967095C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70268" y="3620427"/>
                <a:ext cx="315234" cy="338554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68" name="Straight Arrow Connector 17">
            <a:extLst>
              <a:ext uri="{FF2B5EF4-FFF2-40B4-BE49-F238E27FC236}">
                <a16:creationId xmlns:a16="http://schemas.microsoft.com/office/drawing/2014/main" id="{230BB7BA-7677-4C8C-B5E4-B82B7D463931}"/>
              </a:ext>
            </a:extLst>
          </p:cNvPr>
          <p:cNvCxnSpPr>
            <a:cxnSpLocks/>
          </p:cNvCxnSpPr>
          <p:nvPr/>
        </p:nvCxnSpPr>
        <p:spPr>
          <a:xfrm flipH="1">
            <a:off x="7177537" y="3685449"/>
            <a:ext cx="221585" cy="286539"/>
          </a:xfrm>
          <a:prstGeom prst="straightConnector1">
            <a:avLst/>
          </a:prstGeom>
          <a:ln w="38100">
            <a:solidFill>
              <a:schemeClr val="tx1"/>
            </a:solidFill>
            <a:tailEnd type="stealth" w="lg" len="lg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269" name="Partial Circle 9">
            <a:extLst>
              <a:ext uri="{FF2B5EF4-FFF2-40B4-BE49-F238E27FC236}">
                <a16:creationId xmlns:a16="http://schemas.microsoft.com/office/drawing/2014/main" id="{E72D69FE-BCE2-4231-B5B8-E4BAB5150F43}"/>
              </a:ext>
            </a:extLst>
          </p:cNvPr>
          <p:cNvSpPr>
            <a:spLocks noChangeAspect="1"/>
          </p:cNvSpPr>
          <p:nvPr/>
        </p:nvSpPr>
        <p:spPr>
          <a:xfrm>
            <a:off x="7321561" y="3548156"/>
            <a:ext cx="149214" cy="301366"/>
          </a:xfrm>
          <a:prstGeom prst="pie">
            <a:avLst>
              <a:gd name="adj1" fmla="val 16258856"/>
              <a:gd name="adj2" fmla="val 19252600"/>
            </a:avLst>
          </a:prstGeom>
          <a:gradFill flip="none" rotWithShape="1">
            <a:gsLst>
              <a:gs pos="0">
                <a:schemeClr val="tx1"/>
              </a:gs>
              <a:gs pos="50000">
                <a:schemeClr val="tx1">
                  <a:lumMod val="50000"/>
                  <a:lumOff val="50000"/>
                </a:schemeClr>
              </a:gs>
              <a:gs pos="100000">
                <a:schemeClr val="bg1">
                  <a:lumMod val="50000"/>
                </a:schemeClr>
              </a:gs>
            </a:gsLst>
            <a:lin ang="2700000" scaled="1"/>
            <a:tileRect/>
          </a:gra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0" name="TextBox 10">
                <a:extLst>
                  <a:ext uri="{FF2B5EF4-FFF2-40B4-BE49-F238E27FC236}">
                    <a16:creationId xmlns:a16="http://schemas.microsoft.com/office/drawing/2014/main" id="{2F6C10B6-03DA-4C5F-B367-63A41053B482}"/>
                  </a:ext>
                </a:extLst>
              </p:cNvPr>
              <p:cNvSpPr txBox="1"/>
              <p:nvPr/>
            </p:nvSpPr>
            <p:spPr>
              <a:xfrm>
                <a:off x="7361340" y="3300009"/>
                <a:ext cx="297046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>
                          <a:latin typeface="Cambria Math" panose="02040503050406030204" pitchFamily="18" charset="0"/>
                        </a:rPr>
                        <m:t>𝛽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270" name="TextBox 10">
                <a:extLst>
                  <a:ext uri="{FF2B5EF4-FFF2-40B4-BE49-F238E27FC236}">
                    <a16:creationId xmlns:a16="http://schemas.microsoft.com/office/drawing/2014/main" id="{2F6C10B6-03DA-4C5F-B367-63A41053B4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61340" y="3300009"/>
                <a:ext cx="297046" cy="338554"/>
              </a:xfrm>
              <a:prstGeom prst="rect">
                <a:avLst/>
              </a:prstGeom>
              <a:blipFill>
                <a:blip r:embed="rId24"/>
                <a:stretch>
                  <a:fillRect l="-2083" r="-4167" b="-892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71" name="Straight Arrow Connector 17">
            <a:extLst>
              <a:ext uri="{FF2B5EF4-FFF2-40B4-BE49-F238E27FC236}">
                <a16:creationId xmlns:a16="http://schemas.microsoft.com/office/drawing/2014/main" id="{050CD12B-2348-4EAE-8F7E-7F476F6AB6E3}"/>
              </a:ext>
            </a:extLst>
          </p:cNvPr>
          <p:cNvCxnSpPr>
            <a:cxnSpLocks/>
          </p:cNvCxnSpPr>
          <p:nvPr/>
        </p:nvCxnSpPr>
        <p:spPr>
          <a:xfrm flipV="1">
            <a:off x="7391035" y="3239724"/>
            <a:ext cx="571923" cy="449644"/>
          </a:xfrm>
          <a:prstGeom prst="straightConnector1">
            <a:avLst/>
          </a:prstGeom>
          <a:ln w="38100">
            <a:solidFill>
              <a:schemeClr val="tx1"/>
            </a:solidFill>
            <a:tailEnd type="stealth" w="lg" len="lg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52" name="Oval 23">
            <a:extLst>
              <a:ext uri="{FF2B5EF4-FFF2-40B4-BE49-F238E27FC236}">
                <a16:creationId xmlns:a16="http://schemas.microsoft.com/office/drawing/2014/main" id="{6454FEB7-1A49-4057-B9D1-C98AB19CFD06}"/>
              </a:ext>
            </a:extLst>
          </p:cNvPr>
          <p:cNvSpPr/>
          <p:nvPr/>
        </p:nvSpPr>
        <p:spPr>
          <a:xfrm>
            <a:off x="7651126" y="3860498"/>
            <a:ext cx="162450" cy="168277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154" name="Oval 23">
            <a:extLst>
              <a:ext uri="{FF2B5EF4-FFF2-40B4-BE49-F238E27FC236}">
                <a16:creationId xmlns:a16="http://schemas.microsoft.com/office/drawing/2014/main" id="{2FF5597B-5488-4B3C-BE8B-E0AD3A81CF14}"/>
              </a:ext>
            </a:extLst>
          </p:cNvPr>
          <p:cNvSpPr/>
          <p:nvPr/>
        </p:nvSpPr>
        <p:spPr>
          <a:xfrm>
            <a:off x="6965326" y="3327098"/>
            <a:ext cx="162450" cy="168277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6" name="文字方塊 155">
                <a:extLst>
                  <a:ext uri="{FF2B5EF4-FFF2-40B4-BE49-F238E27FC236}">
                    <a16:creationId xmlns:a16="http://schemas.microsoft.com/office/drawing/2014/main" id="{7D05204B-22BE-4DE9-AA50-5F23DEE9A2F6}"/>
                  </a:ext>
                </a:extLst>
              </p:cNvPr>
              <p:cNvSpPr txBox="1"/>
              <p:nvPr/>
            </p:nvSpPr>
            <p:spPr>
              <a:xfrm>
                <a:off x="8312755" y="3844729"/>
                <a:ext cx="1150186" cy="3231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5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500" b="0" i="1" smtClean="0">
                              <a:latin typeface="Cambria Math" panose="02040503050406030204" pitchFamily="18" charset="0"/>
                            </a:rPr>
                            <m:t>/2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500" dirty="0"/>
              </a:p>
            </p:txBody>
          </p:sp>
        </mc:Choice>
        <mc:Fallback xmlns="">
          <p:sp>
            <p:nvSpPr>
              <p:cNvPr id="156" name="文字方塊 155">
                <a:extLst>
                  <a:ext uri="{FF2B5EF4-FFF2-40B4-BE49-F238E27FC236}">
                    <a16:creationId xmlns:a16="http://schemas.microsoft.com/office/drawing/2014/main" id="{7D05204B-22BE-4DE9-AA50-5F23DEE9A2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12755" y="3844729"/>
                <a:ext cx="1150186" cy="323165"/>
              </a:xfrm>
              <a:prstGeom prst="rect">
                <a:avLst/>
              </a:prstGeom>
              <a:blipFill>
                <a:blip r:embed="rId25"/>
                <a:stretch>
                  <a:fillRect b="-943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7" name="文字方塊 156">
                <a:extLst>
                  <a:ext uri="{FF2B5EF4-FFF2-40B4-BE49-F238E27FC236}">
                    <a16:creationId xmlns:a16="http://schemas.microsoft.com/office/drawing/2014/main" id="{834029C9-84F7-4B57-9E81-D8CCCEEA55EA}"/>
                  </a:ext>
                </a:extLst>
              </p:cNvPr>
              <p:cNvSpPr txBox="1"/>
              <p:nvPr/>
            </p:nvSpPr>
            <p:spPr>
              <a:xfrm>
                <a:off x="5272154" y="2248720"/>
                <a:ext cx="1150186" cy="3231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5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5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/2,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500" dirty="0"/>
              </a:p>
            </p:txBody>
          </p:sp>
        </mc:Choice>
        <mc:Fallback xmlns="">
          <p:sp>
            <p:nvSpPr>
              <p:cNvPr id="157" name="文字方塊 156">
                <a:extLst>
                  <a:ext uri="{FF2B5EF4-FFF2-40B4-BE49-F238E27FC236}">
                    <a16:creationId xmlns:a16="http://schemas.microsoft.com/office/drawing/2014/main" id="{834029C9-84F7-4B57-9E81-D8CCCEEA55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72154" y="2248720"/>
                <a:ext cx="1150186" cy="323165"/>
              </a:xfrm>
              <a:prstGeom prst="rect">
                <a:avLst/>
              </a:prstGeom>
              <a:blipFill>
                <a:blip r:embed="rId26"/>
                <a:stretch>
                  <a:fillRect b="-943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8" name="直線接點 157">
            <a:extLst>
              <a:ext uri="{FF2B5EF4-FFF2-40B4-BE49-F238E27FC236}">
                <a16:creationId xmlns:a16="http://schemas.microsoft.com/office/drawing/2014/main" id="{DA529A4E-3BAB-45BB-8274-1088EF0B43A5}"/>
              </a:ext>
            </a:extLst>
          </p:cNvPr>
          <p:cNvCxnSpPr>
            <a:cxnSpLocks/>
          </p:cNvCxnSpPr>
          <p:nvPr/>
        </p:nvCxnSpPr>
        <p:spPr>
          <a:xfrm flipV="1">
            <a:off x="6523355" y="3410397"/>
            <a:ext cx="453250" cy="188"/>
          </a:xfrm>
          <a:prstGeom prst="line">
            <a:avLst/>
          </a:prstGeom>
          <a:ln w="9525" cap="flat" cmpd="sng" algn="ctr">
            <a:solidFill>
              <a:schemeClr val="bg1">
                <a:lumMod val="5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59" name="直線接點 158">
            <a:extLst>
              <a:ext uri="{FF2B5EF4-FFF2-40B4-BE49-F238E27FC236}">
                <a16:creationId xmlns:a16="http://schemas.microsoft.com/office/drawing/2014/main" id="{F100F92B-B8C5-4A0F-B866-E2BAB0C4087A}"/>
              </a:ext>
            </a:extLst>
          </p:cNvPr>
          <p:cNvCxnSpPr>
            <a:cxnSpLocks/>
          </p:cNvCxnSpPr>
          <p:nvPr/>
        </p:nvCxnSpPr>
        <p:spPr>
          <a:xfrm>
            <a:off x="7827010" y="3970973"/>
            <a:ext cx="418783" cy="0"/>
          </a:xfrm>
          <a:prstGeom prst="line">
            <a:avLst/>
          </a:prstGeom>
          <a:ln w="9525" cap="flat" cmpd="sng" algn="ctr">
            <a:solidFill>
              <a:schemeClr val="bg1">
                <a:lumMod val="5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60" name="直線接點 159">
            <a:extLst>
              <a:ext uri="{FF2B5EF4-FFF2-40B4-BE49-F238E27FC236}">
                <a16:creationId xmlns:a16="http://schemas.microsoft.com/office/drawing/2014/main" id="{A656DF39-7853-456D-84EE-B2D69029F0B5}"/>
              </a:ext>
            </a:extLst>
          </p:cNvPr>
          <p:cNvCxnSpPr>
            <a:cxnSpLocks/>
          </p:cNvCxnSpPr>
          <p:nvPr/>
        </p:nvCxnSpPr>
        <p:spPr>
          <a:xfrm flipV="1">
            <a:off x="8169593" y="3508375"/>
            <a:ext cx="120332" cy="100649"/>
          </a:xfrm>
          <a:prstGeom prst="line">
            <a:avLst/>
          </a:prstGeom>
          <a:ln w="9525" cap="flat" cmpd="sng" algn="ctr">
            <a:solidFill>
              <a:schemeClr val="bg1">
                <a:lumMod val="5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61" name="直線接點 160">
            <a:extLst>
              <a:ext uri="{FF2B5EF4-FFF2-40B4-BE49-F238E27FC236}">
                <a16:creationId xmlns:a16="http://schemas.microsoft.com/office/drawing/2014/main" id="{C2ECA97C-3D5E-4873-BF49-1B844DE8012B}"/>
              </a:ext>
            </a:extLst>
          </p:cNvPr>
          <p:cNvCxnSpPr>
            <a:cxnSpLocks/>
          </p:cNvCxnSpPr>
          <p:nvPr/>
        </p:nvCxnSpPr>
        <p:spPr>
          <a:xfrm flipV="1">
            <a:off x="6508393" y="3750766"/>
            <a:ext cx="105264" cy="191632"/>
          </a:xfrm>
          <a:prstGeom prst="line">
            <a:avLst/>
          </a:prstGeom>
          <a:ln w="9525" cap="flat" cmpd="sng" algn="ctr">
            <a:solidFill>
              <a:schemeClr val="bg1">
                <a:lumMod val="5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0307978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矩形: 圓角 176">
            <a:extLst>
              <a:ext uri="{FF2B5EF4-FFF2-40B4-BE49-F238E27FC236}">
                <a16:creationId xmlns:a16="http://schemas.microsoft.com/office/drawing/2014/main" id="{C0499F8D-22B8-4B76-B2A0-FC45B222262E}"/>
              </a:ext>
            </a:extLst>
          </p:cNvPr>
          <p:cNvSpPr/>
          <p:nvPr/>
        </p:nvSpPr>
        <p:spPr>
          <a:xfrm>
            <a:off x="4931433" y="12063"/>
            <a:ext cx="4899729" cy="6179835"/>
          </a:xfrm>
          <a:prstGeom prst="roundRect">
            <a:avLst>
              <a:gd name="adj" fmla="val 7772"/>
            </a:avLst>
          </a:prstGeom>
          <a:gradFill flip="none" rotWithShape="1"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lin ang="54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2000" dirty="0"/>
          </a:p>
        </p:txBody>
      </p:sp>
      <p:pic>
        <p:nvPicPr>
          <p:cNvPr id="72" name="圖片 71">
            <a:extLst>
              <a:ext uri="{FF2B5EF4-FFF2-40B4-BE49-F238E27FC236}">
                <a16:creationId xmlns:a16="http://schemas.microsoft.com/office/drawing/2014/main" id="{8B18E278-B94C-41DE-98DF-F3C3A4C993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4432" y="2263955"/>
            <a:ext cx="1270800" cy="1273748"/>
          </a:xfrm>
          <a:prstGeom prst="rect">
            <a:avLst/>
          </a:prstGeom>
        </p:spPr>
      </p:pic>
      <p:pic>
        <p:nvPicPr>
          <p:cNvPr id="71" name="圖片 70">
            <a:extLst>
              <a:ext uri="{FF2B5EF4-FFF2-40B4-BE49-F238E27FC236}">
                <a16:creationId xmlns:a16="http://schemas.microsoft.com/office/drawing/2014/main" id="{75E35AB1-BFB4-42DC-90B2-1984B1B8A3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82797" y="3844729"/>
            <a:ext cx="1270800" cy="1273748"/>
          </a:xfrm>
          <a:prstGeom prst="rect">
            <a:avLst/>
          </a:prstGeom>
        </p:spPr>
      </p:pic>
      <p:pic>
        <p:nvPicPr>
          <p:cNvPr id="65" name="圖片 64">
            <a:extLst>
              <a:ext uri="{FF2B5EF4-FFF2-40B4-BE49-F238E27FC236}">
                <a16:creationId xmlns:a16="http://schemas.microsoft.com/office/drawing/2014/main" id="{A3A27EB8-61A1-4EE0-A0E2-38C16035E8E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0812" y="4863213"/>
            <a:ext cx="1264637" cy="1261153"/>
          </a:xfrm>
          <a:prstGeom prst="rect">
            <a:avLst/>
          </a:prstGeom>
        </p:spPr>
      </p:pic>
      <p:pic>
        <p:nvPicPr>
          <p:cNvPr id="66" name="圖片 65">
            <a:extLst>
              <a:ext uri="{FF2B5EF4-FFF2-40B4-BE49-F238E27FC236}">
                <a16:creationId xmlns:a16="http://schemas.microsoft.com/office/drawing/2014/main" id="{FFFDD666-24FA-45AA-9220-CB5AC539F33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43242" y="3890107"/>
            <a:ext cx="1262597" cy="1259128"/>
          </a:xfrm>
          <a:prstGeom prst="rect">
            <a:avLst/>
          </a:prstGeom>
        </p:spPr>
      </p:pic>
      <p:pic>
        <p:nvPicPr>
          <p:cNvPr id="67" name="圖片 66">
            <a:extLst>
              <a:ext uri="{FF2B5EF4-FFF2-40B4-BE49-F238E27FC236}">
                <a16:creationId xmlns:a16="http://schemas.microsoft.com/office/drawing/2014/main" id="{8CAE4BDF-5EC2-4511-9D86-85492D7F08A2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703" t="949" r="792" b="545"/>
          <a:stretch/>
        </p:blipFill>
        <p:spPr>
          <a:xfrm>
            <a:off x="8265716" y="2290493"/>
            <a:ext cx="1247775" cy="1247776"/>
          </a:xfrm>
          <a:prstGeom prst="rect">
            <a:avLst/>
          </a:prstGeom>
        </p:spPr>
      </p:pic>
      <p:pic>
        <p:nvPicPr>
          <p:cNvPr id="68" name="圖片 67">
            <a:extLst>
              <a:ext uri="{FF2B5EF4-FFF2-40B4-BE49-F238E27FC236}">
                <a16:creationId xmlns:a16="http://schemas.microsoft.com/office/drawing/2014/main" id="{268AF30A-5629-4697-ABB2-C98DDCA6662A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l="1905" b="2847"/>
          <a:stretch/>
        </p:blipFill>
        <p:spPr>
          <a:xfrm>
            <a:off x="6571272" y="1286118"/>
            <a:ext cx="1259872" cy="124777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80" name="文字方塊 179">
                <a:extLst>
                  <a:ext uri="{FF2B5EF4-FFF2-40B4-BE49-F238E27FC236}">
                    <a16:creationId xmlns:a16="http://schemas.microsoft.com/office/drawing/2014/main" id="{C6592285-FBA9-4DE2-BE47-D5703A7C2A40}"/>
                  </a:ext>
                </a:extLst>
              </p:cNvPr>
              <p:cNvSpPr txBox="1"/>
              <p:nvPr/>
            </p:nvSpPr>
            <p:spPr>
              <a:xfrm>
                <a:off x="6994665" y="4501420"/>
                <a:ext cx="812954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600" i="1" smtClean="0">
                          <a:latin typeface="Cambria Math" panose="02040503050406030204" pitchFamily="18" charset="0"/>
                        </a:rPr>
                        <m:t>|</m:t>
                      </m:r>
                      <m:d>
                        <m:dPr>
                          <m:begChr m:val=""/>
                          <m:endChr m:val="⟩"/>
                          <m:ctrlPr>
                            <a:rPr lang="en-US" altLang="zh-TW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−1, </m:t>
                          </m:r>
                          <m:r>
                            <a:rPr lang="en-US" altLang="zh-TW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d>
                    </m:oMath>
                  </m:oMathPara>
                </a14:m>
                <a:endParaRPr lang="zh-TW" altLang="en-US" sz="1600" dirty="0"/>
              </a:p>
            </p:txBody>
          </p:sp>
        </mc:Choice>
        <mc:Fallback xmlns="">
          <p:sp>
            <p:nvSpPr>
              <p:cNvPr id="180" name="文字方塊 179">
                <a:extLst>
                  <a:ext uri="{FF2B5EF4-FFF2-40B4-BE49-F238E27FC236}">
                    <a16:creationId xmlns:a16="http://schemas.microsoft.com/office/drawing/2014/main" id="{C6592285-FBA9-4DE2-BE47-D5703A7C2A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94665" y="4501420"/>
                <a:ext cx="812954" cy="338554"/>
              </a:xfrm>
              <a:prstGeom prst="rect">
                <a:avLst/>
              </a:prstGeom>
              <a:blipFill>
                <a:blip r:embed="rId8"/>
                <a:stretch>
                  <a:fillRect t="-108929" r="-46269" b="-16785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9" name="文字方塊 188">
                <a:extLst>
                  <a:ext uri="{FF2B5EF4-FFF2-40B4-BE49-F238E27FC236}">
                    <a16:creationId xmlns:a16="http://schemas.microsoft.com/office/drawing/2014/main" id="{06013B16-AADE-4F50-9769-3B0E22EFD811}"/>
                  </a:ext>
                </a:extLst>
              </p:cNvPr>
              <p:cNvSpPr txBox="1"/>
              <p:nvPr/>
            </p:nvSpPr>
            <p:spPr>
              <a:xfrm>
                <a:off x="6994665" y="2555828"/>
                <a:ext cx="812954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600" i="1" smtClean="0">
                          <a:latin typeface="Cambria Math" panose="02040503050406030204" pitchFamily="18" charset="0"/>
                        </a:rPr>
                        <m:t>|</m:t>
                      </m:r>
                      <m:d>
                        <m:dPr>
                          <m:begChr m:val=""/>
                          <m:endChr m:val="⟩"/>
                          <m:ctrlPr>
                            <a:rPr lang="en-US" altLang="zh-TW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1, 0</m:t>
                          </m:r>
                        </m:e>
                      </m:d>
                    </m:oMath>
                  </m:oMathPara>
                </a14:m>
                <a:endParaRPr lang="zh-TW" altLang="en-US" sz="1600" dirty="0"/>
              </a:p>
            </p:txBody>
          </p:sp>
        </mc:Choice>
        <mc:Fallback xmlns="">
          <p:sp>
            <p:nvSpPr>
              <p:cNvPr id="189" name="文字方塊 188">
                <a:extLst>
                  <a:ext uri="{FF2B5EF4-FFF2-40B4-BE49-F238E27FC236}">
                    <a16:creationId xmlns:a16="http://schemas.microsoft.com/office/drawing/2014/main" id="{06013B16-AADE-4F50-9769-3B0E22EFD8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94665" y="2555828"/>
                <a:ext cx="812954" cy="338554"/>
              </a:xfrm>
              <a:prstGeom prst="rect">
                <a:avLst/>
              </a:prstGeom>
              <a:blipFill>
                <a:blip r:embed="rId9"/>
                <a:stretch>
                  <a:fillRect t="-108929" r="-36567" b="-16785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12" name="群組 211">
            <a:extLst>
              <a:ext uri="{FF2B5EF4-FFF2-40B4-BE49-F238E27FC236}">
                <a16:creationId xmlns:a16="http://schemas.microsoft.com/office/drawing/2014/main" id="{56BB1570-BE07-4CCA-B844-DD9F00E8733F}"/>
              </a:ext>
            </a:extLst>
          </p:cNvPr>
          <p:cNvGrpSpPr/>
          <p:nvPr/>
        </p:nvGrpSpPr>
        <p:grpSpPr>
          <a:xfrm>
            <a:off x="7184183" y="1808686"/>
            <a:ext cx="115586" cy="110880"/>
            <a:chOff x="1373392" y="2391862"/>
            <a:chExt cx="479433" cy="476535"/>
          </a:xfrm>
        </p:grpSpPr>
        <p:sp>
          <p:nvSpPr>
            <p:cNvPr id="213" name="箭號: 向右 212">
              <a:extLst>
                <a:ext uri="{FF2B5EF4-FFF2-40B4-BE49-F238E27FC236}">
                  <a16:creationId xmlns:a16="http://schemas.microsoft.com/office/drawing/2014/main" id="{D44EB9EF-73CA-404D-99EE-1F0CCE892A52}"/>
                </a:ext>
              </a:extLst>
            </p:cNvPr>
            <p:cNvSpPr/>
            <p:nvPr/>
          </p:nvSpPr>
          <p:spPr>
            <a:xfrm>
              <a:off x="1411244" y="2735868"/>
              <a:ext cx="441581" cy="132529"/>
            </a:xfrm>
            <a:prstGeom prst="rightArrow">
              <a:avLst>
                <a:gd name="adj1" fmla="val 50000"/>
                <a:gd name="adj2" fmla="val 99023"/>
              </a:avLst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220" name="箭號: 向右 219">
              <a:extLst>
                <a:ext uri="{FF2B5EF4-FFF2-40B4-BE49-F238E27FC236}">
                  <a16:creationId xmlns:a16="http://schemas.microsoft.com/office/drawing/2014/main" id="{9F517533-ADEE-4B5D-BB6F-1F4159A610F9}"/>
                </a:ext>
              </a:extLst>
            </p:cNvPr>
            <p:cNvSpPr/>
            <p:nvPr/>
          </p:nvSpPr>
          <p:spPr>
            <a:xfrm rot="16200000">
              <a:off x="1218866" y="2546388"/>
              <a:ext cx="441581" cy="132529"/>
            </a:xfrm>
            <a:prstGeom prst="rightArrow">
              <a:avLst>
                <a:gd name="adj1" fmla="val 50000"/>
                <a:gd name="adj2" fmla="val 99023"/>
              </a:avLst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2000" dirty="0">
                <a:solidFill>
                  <a:schemeClr val="tx1"/>
                </a:solidFill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26" name="文字方塊 225">
                <a:extLst>
                  <a:ext uri="{FF2B5EF4-FFF2-40B4-BE49-F238E27FC236}">
                    <a16:creationId xmlns:a16="http://schemas.microsoft.com/office/drawing/2014/main" id="{4A797F52-28EA-4953-BC86-8E8901D5D2D9}"/>
                  </a:ext>
                </a:extLst>
              </p:cNvPr>
              <p:cNvSpPr txBox="1"/>
              <p:nvPr/>
            </p:nvSpPr>
            <p:spPr>
              <a:xfrm>
                <a:off x="7064306" y="1435710"/>
                <a:ext cx="438402" cy="4242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</m:oMath>
                  </m:oMathPara>
                </a14:m>
                <a:endParaRPr lang="en-US" altLang="zh-TW" sz="2000" dirty="0"/>
              </a:p>
            </p:txBody>
          </p:sp>
        </mc:Choice>
        <mc:Fallback xmlns="">
          <p:sp>
            <p:nvSpPr>
              <p:cNvPr id="226" name="文字方塊 225">
                <a:extLst>
                  <a:ext uri="{FF2B5EF4-FFF2-40B4-BE49-F238E27FC236}">
                    <a16:creationId xmlns:a16="http://schemas.microsoft.com/office/drawing/2014/main" id="{4A797F52-28EA-4953-BC86-8E8901D5D2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64306" y="1435710"/>
                <a:ext cx="438402" cy="424283"/>
              </a:xfrm>
              <a:prstGeom prst="rect">
                <a:avLst/>
              </a:prstGeom>
              <a:blipFill>
                <a:blip r:embed="rId10"/>
                <a:stretch>
                  <a:fillRect b="-579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7" name="文字方塊 226">
                <a:extLst>
                  <a:ext uri="{FF2B5EF4-FFF2-40B4-BE49-F238E27FC236}">
                    <a16:creationId xmlns:a16="http://schemas.microsoft.com/office/drawing/2014/main" id="{990D4C3A-AED8-40BB-8849-57DEE8BE7A17}"/>
                  </a:ext>
                </a:extLst>
              </p:cNvPr>
              <p:cNvSpPr txBox="1"/>
              <p:nvPr/>
            </p:nvSpPr>
            <p:spPr>
              <a:xfrm>
                <a:off x="7237289" y="1713862"/>
                <a:ext cx="388427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</m:oMath>
                  </m:oMathPara>
                </a14:m>
                <a:endParaRPr lang="en-US" altLang="zh-TW" sz="2000" dirty="0"/>
              </a:p>
            </p:txBody>
          </p:sp>
        </mc:Choice>
        <mc:Fallback xmlns="">
          <p:sp>
            <p:nvSpPr>
              <p:cNvPr id="227" name="文字方塊 226">
                <a:extLst>
                  <a:ext uri="{FF2B5EF4-FFF2-40B4-BE49-F238E27FC236}">
                    <a16:creationId xmlns:a16="http://schemas.microsoft.com/office/drawing/2014/main" id="{990D4C3A-AED8-40BB-8849-57DEE8BE7A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37289" y="1713862"/>
                <a:ext cx="388427" cy="400110"/>
              </a:xfrm>
              <a:prstGeom prst="rect">
                <a:avLst/>
              </a:prstGeom>
              <a:blipFill>
                <a:blip r:embed="rId11"/>
                <a:stretch>
                  <a:fillRect b="-757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8" name="文字方塊 227">
                <a:extLst>
                  <a:ext uri="{FF2B5EF4-FFF2-40B4-BE49-F238E27FC236}">
                    <a16:creationId xmlns:a16="http://schemas.microsoft.com/office/drawing/2014/main" id="{3C622479-68C9-4AC9-AE5F-27970F7075FD}"/>
                  </a:ext>
                </a:extLst>
              </p:cNvPr>
              <p:cNvSpPr txBox="1"/>
              <p:nvPr/>
            </p:nvSpPr>
            <p:spPr>
              <a:xfrm>
                <a:off x="6540846" y="2179934"/>
                <a:ext cx="652306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0.1</m:t>
                          </m:r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en-US" altLang="zh-TW" sz="1600" dirty="0"/>
              </a:p>
            </p:txBody>
          </p:sp>
        </mc:Choice>
        <mc:Fallback xmlns="">
          <p:sp>
            <p:nvSpPr>
              <p:cNvPr id="228" name="文字方塊 227">
                <a:extLst>
                  <a:ext uri="{FF2B5EF4-FFF2-40B4-BE49-F238E27FC236}">
                    <a16:creationId xmlns:a16="http://schemas.microsoft.com/office/drawing/2014/main" id="{3C622479-68C9-4AC9-AE5F-27970F7075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40846" y="2179934"/>
                <a:ext cx="652306" cy="338554"/>
              </a:xfrm>
              <a:prstGeom prst="rect">
                <a:avLst/>
              </a:prstGeom>
              <a:blipFill>
                <a:blip r:embed="rId12"/>
                <a:stretch>
                  <a:fillRect b="-727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9" name="文字方塊 228">
            <a:extLst>
              <a:ext uri="{FF2B5EF4-FFF2-40B4-BE49-F238E27FC236}">
                <a16:creationId xmlns:a16="http://schemas.microsoft.com/office/drawing/2014/main" id="{2693C9D3-A145-48F7-981C-9A9BF2A0A9A5}"/>
              </a:ext>
            </a:extLst>
          </p:cNvPr>
          <p:cNvSpPr txBox="1"/>
          <p:nvPr/>
        </p:nvSpPr>
        <p:spPr>
          <a:xfrm>
            <a:off x="5543826" y="125920"/>
            <a:ext cx="3714632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Longitudinal component</a:t>
            </a:r>
            <a:endParaRPr lang="zh-TW" altLang="en-US" sz="2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1" name="文字方塊 230">
                <a:extLst>
                  <a:ext uri="{FF2B5EF4-FFF2-40B4-BE49-F238E27FC236}">
                    <a16:creationId xmlns:a16="http://schemas.microsoft.com/office/drawing/2014/main" id="{A81A25EB-4EC7-4F2F-99BC-612BE192E284}"/>
                  </a:ext>
                </a:extLst>
              </p:cNvPr>
              <p:cNvSpPr txBox="1"/>
              <p:nvPr/>
            </p:nvSpPr>
            <p:spPr>
              <a:xfrm>
                <a:off x="6358604" y="1285730"/>
                <a:ext cx="1673596" cy="3231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5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𝛼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</m:d>
                      <m:r>
                        <a:rPr lang="en-US" altLang="zh-TW" sz="150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zh-TW" sz="15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0, </m:t>
                          </m:r>
                          <m:r>
                            <m:rPr>
                              <m:nor/>
                            </m:rPr>
                            <a:rPr lang="en-US" altLang="zh-TW" sz="150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</m:oMath>
                  </m:oMathPara>
                </a14:m>
                <a:endParaRPr lang="zh-TW" altLang="en-US" sz="1500" dirty="0"/>
              </a:p>
            </p:txBody>
          </p:sp>
        </mc:Choice>
        <mc:Fallback xmlns="">
          <p:sp>
            <p:nvSpPr>
              <p:cNvPr id="231" name="文字方塊 230">
                <a:extLst>
                  <a:ext uri="{FF2B5EF4-FFF2-40B4-BE49-F238E27FC236}">
                    <a16:creationId xmlns:a16="http://schemas.microsoft.com/office/drawing/2014/main" id="{A81A25EB-4EC7-4F2F-99BC-612BE192E2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58604" y="1285730"/>
                <a:ext cx="1673596" cy="323165"/>
              </a:xfrm>
              <a:prstGeom prst="rect">
                <a:avLst/>
              </a:prstGeom>
              <a:blipFill>
                <a:blip r:embed="rId13"/>
                <a:stretch>
                  <a:fillRect b="-943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2" name="文字方塊 231">
                <a:extLst>
                  <a:ext uri="{FF2B5EF4-FFF2-40B4-BE49-F238E27FC236}">
                    <a16:creationId xmlns:a16="http://schemas.microsoft.com/office/drawing/2014/main" id="{B2F5F182-7771-47FB-BF37-AF5144F26384}"/>
                  </a:ext>
                </a:extLst>
              </p:cNvPr>
              <p:cNvSpPr txBox="1"/>
              <p:nvPr/>
            </p:nvSpPr>
            <p:spPr>
              <a:xfrm>
                <a:off x="5301973" y="3844729"/>
                <a:ext cx="1150186" cy="3231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5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0, 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500" dirty="0"/>
              </a:p>
            </p:txBody>
          </p:sp>
        </mc:Choice>
        <mc:Fallback xmlns="">
          <p:sp>
            <p:nvSpPr>
              <p:cNvPr id="232" name="文字方塊 231">
                <a:extLst>
                  <a:ext uri="{FF2B5EF4-FFF2-40B4-BE49-F238E27FC236}">
                    <a16:creationId xmlns:a16="http://schemas.microsoft.com/office/drawing/2014/main" id="{B2F5F182-7771-47FB-BF37-AF5144F263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01973" y="3844729"/>
                <a:ext cx="1150186" cy="323165"/>
              </a:xfrm>
              <a:prstGeom prst="rect">
                <a:avLst/>
              </a:prstGeom>
              <a:blipFill>
                <a:blip r:embed="rId14"/>
                <a:stretch>
                  <a:fillRect b="-943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3" name="文字方塊 232">
                <a:extLst>
                  <a:ext uri="{FF2B5EF4-FFF2-40B4-BE49-F238E27FC236}">
                    <a16:creationId xmlns:a16="http://schemas.microsoft.com/office/drawing/2014/main" id="{BDC6F78B-E419-4B8A-BAA9-5615A1972DBE}"/>
                  </a:ext>
                </a:extLst>
              </p:cNvPr>
              <p:cNvSpPr txBox="1"/>
              <p:nvPr/>
            </p:nvSpPr>
            <p:spPr>
              <a:xfrm>
                <a:off x="8331357" y="2248720"/>
                <a:ext cx="1150186" cy="3231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5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500" dirty="0"/>
              </a:p>
            </p:txBody>
          </p:sp>
        </mc:Choice>
        <mc:Fallback xmlns="">
          <p:sp>
            <p:nvSpPr>
              <p:cNvPr id="233" name="文字方塊 232">
                <a:extLst>
                  <a:ext uri="{FF2B5EF4-FFF2-40B4-BE49-F238E27FC236}">
                    <a16:creationId xmlns:a16="http://schemas.microsoft.com/office/drawing/2014/main" id="{BDC6F78B-E419-4B8A-BAA9-5615A1972D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31357" y="2248720"/>
                <a:ext cx="1150186" cy="323165"/>
              </a:xfrm>
              <a:prstGeom prst="rect">
                <a:avLst/>
              </a:prstGeom>
              <a:blipFill>
                <a:blip r:embed="rId15"/>
                <a:stretch>
                  <a:fillRect b="-943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4" name="文字方塊 233">
                <a:extLst>
                  <a:ext uri="{FF2B5EF4-FFF2-40B4-BE49-F238E27FC236}">
                    <a16:creationId xmlns:a16="http://schemas.microsoft.com/office/drawing/2014/main" id="{DA67C54B-80A5-4D59-B289-74384BDACD1C}"/>
                  </a:ext>
                </a:extLst>
              </p:cNvPr>
              <p:cNvSpPr txBox="1"/>
              <p:nvPr/>
            </p:nvSpPr>
            <p:spPr>
              <a:xfrm>
                <a:off x="6826049" y="4840301"/>
                <a:ext cx="1150186" cy="3231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5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0,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𝜋</m:t>
                          </m:r>
                        </m:e>
                      </m:d>
                    </m:oMath>
                  </m:oMathPara>
                </a14:m>
                <a:endParaRPr lang="zh-TW" altLang="en-US" sz="1500" dirty="0"/>
              </a:p>
            </p:txBody>
          </p:sp>
        </mc:Choice>
        <mc:Fallback xmlns="">
          <p:sp>
            <p:nvSpPr>
              <p:cNvPr id="234" name="文字方塊 233">
                <a:extLst>
                  <a:ext uri="{FF2B5EF4-FFF2-40B4-BE49-F238E27FC236}">
                    <a16:creationId xmlns:a16="http://schemas.microsoft.com/office/drawing/2014/main" id="{DA67C54B-80A5-4D59-B289-74384BDACD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26049" y="4840301"/>
                <a:ext cx="1150186" cy="323165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35" name="圖片 234">
            <a:extLst>
              <a:ext uri="{FF2B5EF4-FFF2-40B4-BE49-F238E27FC236}">
                <a16:creationId xmlns:a16="http://schemas.microsoft.com/office/drawing/2014/main" id="{DF781A4C-9BC8-40C7-BF1A-E906699C28D4}"/>
              </a:ext>
            </a:extLst>
          </p:cNvPr>
          <p:cNvPicPr>
            <a:picLocks noChangeAspect="1"/>
          </p:cNvPicPr>
          <p:nvPr/>
        </p:nvPicPr>
        <p:blipFill rotWithShape="1">
          <a:blip r:embed="rId1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0879" t="9023" r="4888" b="70339"/>
          <a:stretch/>
        </p:blipFill>
        <p:spPr>
          <a:xfrm>
            <a:off x="7871070" y="1257930"/>
            <a:ext cx="413382" cy="134348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36" name="文字方塊 235">
                <a:extLst>
                  <a:ext uri="{FF2B5EF4-FFF2-40B4-BE49-F238E27FC236}">
                    <a16:creationId xmlns:a16="http://schemas.microsoft.com/office/drawing/2014/main" id="{61131924-00C5-4C5C-8379-1D2527DB1052}"/>
                  </a:ext>
                </a:extLst>
              </p:cNvPr>
              <p:cNvSpPr txBox="1"/>
              <p:nvPr/>
            </p:nvSpPr>
            <p:spPr>
              <a:xfrm>
                <a:off x="7789606" y="2342403"/>
                <a:ext cx="478319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sz="1400"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altLang="zh-TW" sz="1400">
                          <a:latin typeface="Cambria Math" panose="02040503050406030204" pitchFamily="18" charset="0"/>
                        </a:rPr>
                        <m:t>.</m:t>
                      </m:r>
                      <m:r>
                        <m:rPr>
                          <m:sty m:val="p"/>
                        </m:rPr>
                        <a:rPr lang="en-US" altLang="zh-TW" sz="1400">
                          <a:latin typeface="Cambria Math" panose="02040503050406030204" pitchFamily="18" charset="0"/>
                        </a:rPr>
                        <m:t>u</m:t>
                      </m:r>
                      <m:r>
                        <a:rPr lang="en-US" altLang="zh-TW" sz="140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TW" altLang="en-US" sz="1400" dirty="0"/>
              </a:p>
            </p:txBody>
          </p:sp>
        </mc:Choice>
        <mc:Fallback xmlns="">
          <p:sp>
            <p:nvSpPr>
              <p:cNvPr id="236" name="文字方塊 235">
                <a:extLst>
                  <a:ext uri="{FF2B5EF4-FFF2-40B4-BE49-F238E27FC236}">
                    <a16:creationId xmlns:a16="http://schemas.microsoft.com/office/drawing/2014/main" id="{61131924-00C5-4C5C-8379-1D2527DB10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89606" y="2342403"/>
                <a:ext cx="478319" cy="307777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7" name="Oval 14">
            <a:extLst>
              <a:ext uri="{FF2B5EF4-FFF2-40B4-BE49-F238E27FC236}">
                <a16:creationId xmlns:a16="http://schemas.microsoft.com/office/drawing/2014/main" id="{4D2E6476-8133-4C1A-80AA-96C2BBAD7538}"/>
              </a:ext>
            </a:extLst>
          </p:cNvPr>
          <p:cNvSpPr/>
          <p:nvPr/>
        </p:nvSpPr>
        <p:spPr>
          <a:xfrm>
            <a:off x="7317889" y="2852108"/>
            <a:ext cx="162450" cy="168277"/>
          </a:xfrm>
          <a:prstGeom prst="ellipse">
            <a:avLst/>
          </a:prstGeom>
          <a:gradFill flip="none" rotWithShape="1">
            <a:gsLst>
              <a:gs pos="0">
                <a:srgbClr val="D1D1D1"/>
              </a:gs>
              <a:gs pos="23000">
                <a:schemeClr val="bg1">
                  <a:lumMod val="85000"/>
                </a:schemeClr>
              </a:gs>
              <a:gs pos="69000">
                <a:schemeClr val="accent3">
                  <a:lumMod val="75000"/>
                </a:schemeClr>
              </a:gs>
              <a:gs pos="97000">
                <a:schemeClr val="accent3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/>
          </a:p>
        </p:txBody>
      </p:sp>
      <p:sp>
        <p:nvSpPr>
          <p:cNvPr id="238" name="Oval 4">
            <a:extLst>
              <a:ext uri="{FF2B5EF4-FFF2-40B4-BE49-F238E27FC236}">
                <a16:creationId xmlns:a16="http://schemas.microsoft.com/office/drawing/2014/main" id="{D0067B35-40A6-4446-8A95-C300D2678B59}"/>
              </a:ext>
            </a:extLst>
          </p:cNvPr>
          <p:cNvSpPr/>
          <p:nvPr/>
        </p:nvSpPr>
        <p:spPr>
          <a:xfrm>
            <a:off x="6679308" y="2936246"/>
            <a:ext cx="1443999" cy="1495797"/>
          </a:xfrm>
          <a:prstGeom prst="ellipse">
            <a:avLst/>
          </a:prstGeom>
          <a:gradFill flip="none" rotWithShape="1">
            <a:gsLst>
              <a:gs pos="100000">
                <a:schemeClr val="accent3">
                  <a:lumMod val="60000"/>
                  <a:lumOff val="40000"/>
                  <a:alpha val="60000"/>
                </a:schemeClr>
              </a:gs>
              <a:gs pos="55000">
                <a:schemeClr val="accent3">
                  <a:lumMod val="40000"/>
                  <a:lumOff val="60000"/>
                  <a:alpha val="60000"/>
                </a:schemeClr>
              </a:gs>
              <a:gs pos="0">
                <a:schemeClr val="bg1">
                  <a:alpha val="6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 w="57150">
            <a:solidFill>
              <a:srgbClr val="D5D7D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39" name="Oval 15">
            <a:extLst>
              <a:ext uri="{FF2B5EF4-FFF2-40B4-BE49-F238E27FC236}">
                <a16:creationId xmlns:a16="http://schemas.microsoft.com/office/drawing/2014/main" id="{3ED95C10-549D-46A4-8427-E9004FB39400}"/>
              </a:ext>
            </a:extLst>
          </p:cNvPr>
          <p:cNvSpPr/>
          <p:nvPr/>
        </p:nvSpPr>
        <p:spPr>
          <a:xfrm>
            <a:off x="7317889" y="4347065"/>
            <a:ext cx="162450" cy="168277"/>
          </a:xfrm>
          <a:prstGeom prst="ellipse">
            <a:avLst/>
          </a:prstGeom>
          <a:gradFill flip="none" rotWithShape="1">
            <a:gsLst>
              <a:gs pos="17000">
                <a:srgbClr val="D1D1D1"/>
              </a:gs>
              <a:gs pos="0">
                <a:schemeClr val="bg1">
                  <a:lumMod val="85000"/>
                </a:schemeClr>
              </a:gs>
              <a:gs pos="60000">
                <a:schemeClr val="accent3">
                  <a:lumMod val="75000"/>
                </a:schemeClr>
              </a:gs>
              <a:gs pos="97000">
                <a:schemeClr val="accent3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52" name="SHO">
            <a:extLst>
              <a:ext uri="{FF2B5EF4-FFF2-40B4-BE49-F238E27FC236}">
                <a16:creationId xmlns:a16="http://schemas.microsoft.com/office/drawing/2014/main" id="{0845B616-2D49-4C5D-A47F-908796A33A53}"/>
              </a:ext>
            </a:extLst>
          </p:cNvPr>
          <p:cNvSpPr/>
          <p:nvPr/>
        </p:nvSpPr>
        <p:spPr>
          <a:xfrm rot="16200000">
            <a:off x="7087769" y="2962645"/>
            <a:ext cx="622693" cy="1443999"/>
          </a:xfrm>
          <a:prstGeom prst="arc">
            <a:avLst>
              <a:gd name="adj1" fmla="val 5396867"/>
              <a:gd name="adj2" fmla="val 5395779"/>
            </a:avLst>
          </a:prstGeom>
          <a:gradFill flip="none" rotWithShape="1">
            <a:gsLst>
              <a:gs pos="0">
                <a:schemeClr val="bg1">
                  <a:lumMod val="65000"/>
                </a:schemeClr>
              </a:gs>
              <a:gs pos="47000">
                <a:schemeClr val="bg1">
                  <a:lumMod val="50000"/>
                </a:schemeClr>
              </a:gs>
              <a:gs pos="97000">
                <a:srgbClr val="5E5E5E"/>
              </a:gs>
            </a:gsLst>
            <a:path path="circle">
              <a:fillToRect l="50000" t="50000" r="50000" b="50000"/>
            </a:path>
            <a:tileRect/>
          </a:gradFill>
          <a:ln w="31750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53" name="SVO">
            <a:extLst>
              <a:ext uri="{FF2B5EF4-FFF2-40B4-BE49-F238E27FC236}">
                <a16:creationId xmlns:a16="http://schemas.microsoft.com/office/drawing/2014/main" id="{28FBC70E-6464-4911-A7DC-D688B4A191B2}"/>
              </a:ext>
            </a:extLst>
          </p:cNvPr>
          <p:cNvSpPr/>
          <p:nvPr/>
        </p:nvSpPr>
        <p:spPr>
          <a:xfrm>
            <a:off x="7037215" y="2936747"/>
            <a:ext cx="722000" cy="1495797"/>
          </a:xfrm>
          <a:prstGeom prst="ellipse">
            <a:avLst/>
          </a:prstGeom>
          <a:noFill/>
          <a:ln w="25400">
            <a:solidFill>
              <a:schemeClr val="bg1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254" name="Oval 6">
            <a:extLst>
              <a:ext uri="{FF2B5EF4-FFF2-40B4-BE49-F238E27FC236}">
                <a16:creationId xmlns:a16="http://schemas.microsoft.com/office/drawing/2014/main" id="{F7426249-BB1C-465F-BA24-177826BCA4FE}"/>
              </a:ext>
            </a:extLst>
          </p:cNvPr>
          <p:cNvSpPr/>
          <p:nvPr/>
        </p:nvSpPr>
        <p:spPr>
          <a:xfrm rot="16200000">
            <a:off x="7087769" y="2962645"/>
            <a:ext cx="622693" cy="1443999"/>
          </a:xfrm>
          <a:prstGeom prst="ellipse">
            <a:avLst/>
          </a:prstGeom>
          <a:noFill/>
          <a:ln w="38100">
            <a:solidFill>
              <a:schemeClr val="tx1">
                <a:alpha val="6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5" name="TextBox 11">
                <a:extLst>
                  <a:ext uri="{FF2B5EF4-FFF2-40B4-BE49-F238E27FC236}">
                    <a16:creationId xmlns:a16="http://schemas.microsoft.com/office/drawing/2014/main" id="{37DEB133-ADB0-4B60-901B-D2AEF580DA59}"/>
                  </a:ext>
                </a:extLst>
              </p:cNvPr>
              <p:cNvSpPr txBox="1"/>
              <p:nvPr/>
            </p:nvSpPr>
            <p:spPr>
              <a:xfrm>
                <a:off x="6849417" y="3506293"/>
                <a:ext cx="176928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255" name="TextBox 11">
                <a:extLst>
                  <a:ext uri="{FF2B5EF4-FFF2-40B4-BE49-F238E27FC236}">
                    <a16:creationId xmlns:a16="http://schemas.microsoft.com/office/drawing/2014/main" id="{37DEB133-ADB0-4B60-901B-D2AEF580DA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49417" y="3506293"/>
                <a:ext cx="176928" cy="338554"/>
              </a:xfrm>
              <a:prstGeom prst="rect">
                <a:avLst/>
              </a:prstGeom>
              <a:blipFill>
                <a:blip r:embed="rId19"/>
                <a:stretch>
                  <a:fillRect r="-4137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6" name="Oval 22">
            <a:extLst>
              <a:ext uri="{FF2B5EF4-FFF2-40B4-BE49-F238E27FC236}">
                <a16:creationId xmlns:a16="http://schemas.microsoft.com/office/drawing/2014/main" id="{F51F6D7A-CBDD-41AE-81A9-01A381888E10}"/>
              </a:ext>
            </a:extLst>
          </p:cNvPr>
          <p:cNvSpPr/>
          <p:nvPr/>
        </p:nvSpPr>
        <p:spPr>
          <a:xfrm>
            <a:off x="7316943" y="4347065"/>
            <a:ext cx="162450" cy="168277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7" name="TextBox 12">
                <a:extLst>
                  <a:ext uri="{FF2B5EF4-FFF2-40B4-BE49-F238E27FC236}">
                    <a16:creationId xmlns:a16="http://schemas.microsoft.com/office/drawing/2014/main" id="{BEB792E4-CC90-49E5-8163-921F2ECF2D45}"/>
                  </a:ext>
                </a:extLst>
              </p:cNvPr>
              <p:cNvSpPr txBox="1"/>
              <p:nvPr/>
            </p:nvSpPr>
            <p:spPr>
              <a:xfrm>
                <a:off x="7504340" y="3601690"/>
                <a:ext cx="176928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257" name="TextBox 12">
                <a:extLst>
                  <a:ext uri="{FF2B5EF4-FFF2-40B4-BE49-F238E27FC236}">
                    <a16:creationId xmlns:a16="http://schemas.microsoft.com/office/drawing/2014/main" id="{BEB792E4-CC90-49E5-8163-921F2ECF2D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04340" y="3601690"/>
                <a:ext cx="176928" cy="338554"/>
              </a:xfrm>
              <a:prstGeom prst="rect">
                <a:avLst/>
              </a:prstGeom>
              <a:blipFill>
                <a:blip r:embed="rId20"/>
                <a:stretch>
                  <a:fillRect r="-55172" b="-363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8" name="TextBox 13">
                <a:extLst>
                  <a:ext uri="{FF2B5EF4-FFF2-40B4-BE49-F238E27FC236}">
                    <a16:creationId xmlns:a16="http://schemas.microsoft.com/office/drawing/2014/main" id="{8D531DEA-B9A5-4E8D-A6A2-A31408532FD7}"/>
                  </a:ext>
                </a:extLst>
              </p:cNvPr>
              <p:cNvSpPr txBox="1"/>
              <p:nvPr/>
            </p:nvSpPr>
            <p:spPr>
              <a:xfrm>
                <a:off x="7260216" y="2971948"/>
                <a:ext cx="256967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>
                          <a:latin typeface="Cambria Math" panose="02040503050406030204" pitchFamily="18" charset="0"/>
                        </a:rPr>
                        <m:t>𝑧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258" name="TextBox 13">
                <a:extLst>
                  <a:ext uri="{FF2B5EF4-FFF2-40B4-BE49-F238E27FC236}">
                    <a16:creationId xmlns:a16="http://schemas.microsoft.com/office/drawing/2014/main" id="{8D531DEA-B9A5-4E8D-A6A2-A31408532F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60216" y="2971948"/>
                <a:ext cx="256967" cy="338554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9" name="DVO">
            <a:extLst>
              <a:ext uri="{FF2B5EF4-FFF2-40B4-BE49-F238E27FC236}">
                <a16:creationId xmlns:a16="http://schemas.microsoft.com/office/drawing/2014/main" id="{BD66E933-A9D1-416F-99A4-A2F56F384D96}"/>
              </a:ext>
            </a:extLst>
          </p:cNvPr>
          <p:cNvSpPr/>
          <p:nvPr/>
        </p:nvSpPr>
        <p:spPr>
          <a:xfrm flipH="1">
            <a:off x="7037215" y="2936747"/>
            <a:ext cx="722000" cy="1495797"/>
          </a:xfrm>
          <a:prstGeom prst="arc">
            <a:avLst>
              <a:gd name="adj1" fmla="val 5396867"/>
              <a:gd name="adj2" fmla="val 16170484"/>
            </a:avLst>
          </a:prstGeom>
          <a:ln w="254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60" name="Oval 23">
            <a:extLst>
              <a:ext uri="{FF2B5EF4-FFF2-40B4-BE49-F238E27FC236}">
                <a16:creationId xmlns:a16="http://schemas.microsoft.com/office/drawing/2014/main" id="{B1975880-4F20-4527-8AC1-67B4B5024B5F}"/>
              </a:ext>
            </a:extLst>
          </p:cNvPr>
          <p:cNvSpPr/>
          <p:nvPr/>
        </p:nvSpPr>
        <p:spPr>
          <a:xfrm>
            <a:off x="8039799" y="3600507"/>
            <a:ext cx="162450" cy="168277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cxnSp>
        <p:nvCxnSpPr>
          <p:cNvPr id="261" name="Straight Arrow Connector 7">
            <a:extLst>
              <a:ext uri="{FF2B5EF4-FFF2-40B4-BE49-F238E27FC236}">
                <a16:creationId xmlns:a16="http://schemas.microsoft.com/office/drawing/2014/main" id="{33161F97-7212-47BE-BA7D-6FC7B9147369}"/>
              </a:ext>
            </a:extLst>
          </p:cNvPr>
          <p:cNvCxnSpPr>
            <a:cxnSpLocks/>
          </p:cNvCxnSpPr>
          <p:nvPr/>
        </p:nvCxnSpPr>
        <p:spPr>
          <a:xfrm flipV="1">
            <a:off x="7395184" y="3236563"/>
            <a:ext cx="1697" cy="445890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2" name="Straight Arrow Connector 19">
            <a:extLst>
              <a:ext uri="{FF2B5EF4-FFF2-40B4-BE49-F238E27FC236}">
                <a16:creationId xmlns:a16="http://schemas.microsoft.com/office/drawing/2014/main" id="{240911C2-AE74-4914-B8DB-470C2315C461}"/>
              </a:ext>
            </a:extLst>
          </p:cNvPr>
          <p:cNvCxnSpPr>
            <a:cxnSpLocks/>
          </p:cNvCxnSpPr>
          <p:nvPr/>
        </p:nvCxnSpPr>
        <p:spPr>
          <a:xfrm>
            <a:off x="7398168" y="3680269"/>
            <a:ext cx="195802" cy="156763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3" name="Straight Arrow Connector 18">
            <a:extLst>
              <a:ext uri="{FF2B5EF4-FFF2-40B4-BE49-F238E27FC236}">
                <a16:creationId xmlns:a16="http://schemas.microsoft.com/office/drawing/2014/main" id="{168B960E-43A1-4542-B03F-41153CC41797}"/>
              </a:ext>
            </a:extLst>
          </p:cNvPr>
          <p:cNvCxnSpPr>
            <a:cxnSpLocks/>
          </p:cNvCxnSpPr>
          <p:nvPr/>
        </p:nvCxnSpPr>
        <p:spPr>
          <a:xfrm rot="16200000" flipH="1" flipV="1">
            <a:off x="7226846" y="3508793"/>
            <a:ext cx="0" cy="342950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4" name="Oval 20">
            <a:extLst>
              <a:ext uri="{FF2B5EF4-FFF2-40B4-BE49-F238E27FC236}">
                <a16:creationId xmlns:a16="http://schemas.microsoft.com/office/drawing/2014/main" id="{24DEE888-55C9-4D4C-B18D-808F9AA85CCB}"/>
              </a:ext>
            </a:extLst>
          </p:cNvPr>
          <p:cNvSpPr/>
          <p:nvPr/>
        </p:nvSpPr>
        <p:spPr>
          <a:xfrm>
            <a:off x="6595635" y="3600507"/>
            <a:ext cx="162450" cy="168277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265" name="Oval 22">
            <a:extLst>
              <a:ext uri="{FF2B5EF4-FFF2-40B4-BE49-F238E27FC236}">
                <a16:creationId xmlns:a16="http://schemas.microsoft.com/office/drawing/2014/main" id="{EF01816B-7066-4916-A520-954D092BE6FE}"/>
              </a:ext>
            </a:extLst>
          </p:cNvPr>
          <p:cNvSpPr/>
          <p:nvPr/>
        </p:nvSpPr>
        <p:spPr>
          <a:xfrm>
            <a:off x="7318125" y="2844234"/>
            <a:ext cx="162450" cy="168277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/>
          </a:p>
        </p:txBody>
      </p:sp>
      <p:sp>
        <p:nvSpPr>
          <p:cNvPr id="266" name="Partial Circle 9">
            <a:extLst>
              <a:ext uri="{FF2B5EF4-FFF2-40B4-BE49-F238E27FC236}">
                <a16:creationId xmlns:a16="http://schemas.microsoft.com/office/drawing/2014/main" id="{95E3D0C0-F471-47D7-9B54-CC1B9F289F59}"/>
              </a:ext>
            </a:extLst>
          </p:cNvPr>
          <p:cNvSpPr>
            <a:spLocks noChangeAspect="1"/>
          </p:cNvSpPr>
          <p:nvPr/>
        </p:nvSpPr>
        <p:spPr>
          <a:xfrm rot="16200000" flipH="1">
            <a:off x="7334286" y="3585381"/>
            <a:ext cx="102407" cy="197721"/>
          </a:xfrm>
          <a:prstGeom prst="pie">
            <a:avLst>
              <a:gd name="adj1" fmla="val 16258856"/>
              <a:gd name="adj2" fmla="val 19252600"/>
            </a:avLst>
          </a:prstGeom>
          <a:gradFill flip="none" rotWithShape="1">
            <a:gsLst>
              <a:gs pos="0">
                <a:schemeClr val="tx1"/>
              </a:gs>
              <a:gs pos="50000">
                <a:schemeClr val="tx1">
                  <a:lumMod val="50000"/>
                  <a:lumOff val="50000"/>
                </a:schemeClr>
              </a:gs>
              <a:gs pos="100000">
                <a:schemeClr val="bg1">
                  <a:lumMod val="50000"/>
                </a:schemeClr>
              </a:gs>
            </a:gsLst>
            <a:lin ang="2700000" scaled="1"/>
            <a:tileRect/>
          </a:gra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7" name="TextBox 10">
                <a:extLst>
                  <a:ext uri="{FF2B5EF4-FFF2-40B4-BE49-F238E27FC236}">
                    <a16:creationId xmlns:a16="http://schemas.microsoft.com/office/drawing/2014/main" id="{B215AA15-06BF-4D83-A5CD-B6A967095CE1}"/>
                  </a:ext>
                </a:extLst>
              </p:cNvPr>
              <p:cNvSpPr txBox="1"/>
              <p:nvPr/>
            </p:nvSpPr>
            <p:spPr>
              <a:xfrm>
                <a:off x="6970268" y="3620427"/>
                <a:ext cx="315234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>
                          <a:latin typeface="Cambria Math" panose="02040503050406030204" pitchFamily="18" charset="0"/>
                        </a:rPr>
                        <m:t>𝛼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267" name="TextBox 10">
                <a:extLst>
                  <a:ext uri="{FF2B5EF4-FFF2-40B4-BE49-F238E27FC236}">
                    <a16:creationId xmlns:a16="http://schemas.microsoft.com/office/drawing/2014/main" id="{B215AA15-06BF-4D83-A5CD-B6A967095C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70268" y="3620427"/>
                <a:ext cx="315234" cy="338554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68" name="Straight Arrow Connector 17">
            <a:extLst>
              <a:ext uri="{FF2B5EF4-FFF2-40B4-BE49-F238E27FC236}">
                <a16:creationId xmlns:a16="http://schemas.microsoft.com/office/drawing/2014/main" id="{230BB7BA-7677-4C8C-B5E4-B82B7D463931}"/>
              </a:ext>
            </a:extLst>
          </p:cNvPr>
          <p:cNvCxnSpPr>
            <a:cxnSpLocks/>
          </p:cNvCxnSpPr>
          <p:nvPr/>
        </p:nvCxnSpPr>
        <p:spPr>
          <a:xfrm flipH="1">
            <a:off x="7177537" y="3685449"/>
            <a:ext cx="221585" cy="286539"/>
          </a:xfrm>
          <a:prstGeom prst="straightConnector1">
            <a:avLst/>
          </a:prstGeom>
          <a:ln w="38100">
            <a:solidFill>
              <a:schemeClr val="tx1"/>
            </a:solidFill>
            <a:tailEnd type="stealth" w="lg" len="lg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269" name="Partial Circle 9">
            <a:extLst>
              <a:ext uri="{FF2B5EF4-FFF2-40B4-BE49-F238E27FC236}">
                <a16:creationId xmlns:a16="http://schemas.microsoft.com/office/drawing/2014/main" id="{E72D69FE-BCE2-4231-B5B8-E4BAB5150F43}"/>
              </a:ext>
            </a:extLst>
          </p:cNvPr>
          <p:cNvSpPr>
            <a:spLocks noChangeAspect="1"/>
          </p:cNvSpPr>
          <p:nvPr/>
        </p:nvSpPr>
        <p:spPr>
          <a:xfrm>
            <a:off x="7321561" y="3548156"/>
            <a:ext cx="149214" cy="301366"/>
          </a:xfrm>
          <a:prstGeom prst="pie">
            <a:avLst>
              <a:gd name="adj1" fmla="val 16258856"/>
              <a:gd name="adj2" fmla="val 19252600"/>
            </a:avLst>
          </a:prstGeom>
          <a:gradFill flip="none" rotWithShape="1">
            <a:gsLst>
              <a:gs pos="0">
                <a:schemeClr val="tx1"/>
              </a:gs>
              <a:gs pos="50000">
                <a:schemeClr val="tx1">
                  <a:lumMod val="50000"/>
                  <a:lumOff val="50000"/>
                </a:schemeClr>
              </a:gs>
              <a:gs pos="100000">
                <a:schemeClr val="bg1">
                  <a:lumMod val="50000"/>
                </a:schemeClr>
              </a:gs>
            </a:gsLst>
            <a:lin ang="2700000" scaled="1"/>
            <a:tileRect/>
          </a:gra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0" name="TextBox 10">
                <a:extLst>
                  <a:ext uri="{FF2B5EF4-FFF2-40B4-BE49-F238E27FC236}">
                    <a16:creationId xmlns:a16="http://schemas.microsoft.com/office/drawing/2014/main" id="{2F6C10B6-03DA-4C5F-B367-63A41053B482}"/>
                  </a:ext>
                </a:extLst>
              </p:cNvPr>
              <p:cNvSpPr txBox="1"/>
              <p:nvPr/>
            </p:nvSpPr>
            <p:spPr>
              <a:xfrm>
                <a:off x="7361340" y="3300009"/>
                <a:ext cx="297046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>
                          <a:latin typeface="Cambria Math" panose="02040503050406030204" pitchFamily="18" charset="0"/>
                        </a:rPr>
                        <m:t>𝛽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270" name="TextBox 10">
                <a:extLst>
                  <a:ext uri="{FF2B5EF4-FFF2-40B4-BE49-F238E27FC236}">
                    <a16:creationId xmlns:a16="http://schemas.microsoft.com/office/drawing/2014/main" id="{2F6C10B6-03DA-4C5F-B367-63A41053B4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61340" y="3300009"/>
                <a:ext cx="297046" cy="338554"/>
              </a:xfrm>
              <a:prstGeom prst="rect">
                <a:avLst/>
              </a:prstGeom>
              <a:blipFill>
                <a:blip r:embed="rId23"/>
                <a:stretch>
                  <a:fillRect l="-2083" r="-4167" b="-892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71" name="Straight Arrow Connector 17">
            <a:extLst>
              <a:ext uri="{FF2B5EF4-FFF2-40B4-BE49-F238E27FC236}">
                <a16:creationId xmlns:a16="http://schemas.microsoft.com/office/drawing/2014/main" id="{050CD12B-2348-4EAE-8F7E-7F476F6AB6E3}"/>
              </a:ext>
            </a:extLst>
          </p:cNvPr>
          <p:cNvCxnSpPr>
            <a:cxnSpLocks/>
          </p:cNvCxnSpPr>
          <p:nvPr/>
        </p:nvCxnSpPr>
        <p:spPr>
          <a:xfrm flipV="1">
            <a:off x="7391035" y="3239724"/>
            <a:ext cx="571923" cy="449644"/>
          </a:xfrm>
          <a:prstGeom prst="straightConnector1">
            <a:avLst/>
          </a:prstGeom>
          <a:ln w="38100">
            <a:solidFill>
              <a:schemeClr val="tx1"/>
            </a:solidFill>
            <a:tailEnd type="stealth" w="lg" len="lg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52" name="Oval 23">
            <a:extLst>
              <a:ext uri="{FF2B5EF4-FFF2-40B4-BE49-F238E27FC236}">
                <a16:creationId xmlns:a16="http://schemas.microsoft.com/office/drawing/2014/main" id="{6454FEB7-1A49-4057-B9D1-C98AB19CFD06}"/>
              </a:ext>
            </a:extLst>
          </p:cNvPr>
          <p:cNvSpPr/>
          <p:nvPr/>
        </p:nvSpPr>
        <p:spPr>
          <a:xfrm>
            <a:off x="7651126" y="3860498"/>
            <a:ext cx="162450" cy="168277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154" name="Oval 23">
            <a:extLst>
              <a:ext uri="{FF2B5EF4-FFF2-40B4-BE49-F238E27FC236}">
                <a16:creationId xmlns:a16="http://schemas.microsoft.com/office/drawing/2014/main" id="{2FF5597B-5488-4B3C-BE8B-E0AD3A81CF14}"/>
              </a:ext>
            </a:extLst>
          </p:cNvPr>
          <p:cNvSpPr/>
          <p:nvPr/>
        </p:nvSpPr>
        <p:spPr>
          <a:xfrm>
            <a:off x="6965326" y="3327098"/>
            <a:ext cx="162450" cy="168277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6" name="文字方塊 155">
                <a:extLst>
                  <a:ext uri="{FF2B5EF4-FFF2-40B4-BE49-F238E27FC236}">
                    <a16:creationId xmlns:a16="http://schemas.microsoft.com/office/drawing/2014/main" id="{7D05204B-22BE-4DE9-AA50-5F23DEE9A2F6}"/>
                  </a:ext>
                </a:extLst>
              </p:cNvPr>
              <p:cNvSpPr txBox="1"/>
              <p:nvPr/>
            </p:nvSpPr>
            <p:spPr>
              <a:xfrm>
                <a:off x="8312755" y="3844729"/>
                <a:ext cx="1150186" cy="3231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5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500" b="0" i="1" smtClean="0">
                              <a:latin typeface="Cambria Math" panose="02040503050406030204" pitchFamily="18" charset="0"/>
                            </a:rPr>
                            <m:t>/2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500" dirty="0"/>
              </a:p>
            </p:txBody>
          </p:sp>
        </mc:Choice>
        <mc:Fallback xmlns="">
          <p:sp>
            <p:nvSpPr>
              <p:cNvPr id="156" name="文字方塊 155">
                <a:extLst>
                  <a:ext uri="{FF2B5EF4-FFF2-40B4-BE49-F238E27FC236}">
                    <a16:creationId xmlns:a16="http://schemas.microsoft.com/office/drawing/2014/main" id="{7D05204B-22BE-4DE9-AA50-5F23DEE9A2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12755" y="3844729"/>
                <a:ext cx="1150186" cy="323165"/>
              </a:xfrm>
              <a:prstGeom prst="rect">
                <a:avLst/>
              </a:prstGeom>
              <a:blipFill>
                <a:blip r:embed="rId24"/>
                <a:stretch>
                  <a:fillRect b="-943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7" name="文字方塊 156">
                <a:extLst>
                  <a:ext uri="{FF2B5EF4-FFF2-40B4-BE49-F238E27FC236}">
                    <a16:creationId xmlns:a16="http://schemas.microsoft.com/office/drawing/2014/main" id="{834029C9-84F7-4B57-9E81-D8CCCEEA55EA}"/>
                  </a:ext>
                </a:extLst>
              </p:cNvPr>
              <p:cNvSpPr txBox="1"/>
              <p:nvPr/>
            </p:nvSpPr>
            <p:spPr>
              <a:xfrm>
                <a:off x="5272154" y="2248720"/>
                <a:ext cx="1150186" cy="3231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5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5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/2,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500" dirty="0"/>
              </a:p>
            </p:txBody>
          </p:sp>
        </mc:Choice>
        <mc:Fallback xmlns="">
          <p:sp>
            <p:nvSpPr>
              <p:cNvPr id="157" name="文字方塊 156">
                <a:extLst>
                  <a:ext uri="{FF2B5EF4-FFF2-40B4-BE49-F238E27FC236}">
                    <a16:creationId xmlns:a16="http://schemas.microsoft.com/office/drawing/2014/main" id="{834029C9-84F7-4B57-9E81-D8CCCEEA55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72154" y="2248720"/>
                <a:ext cx="1150186" cy="323165"/>
              </a:xfrm>
              <a:prstGeom prst="rect">
                <a:avLst/>
              </a:prstGeom>
              <a:blipFill>
                <a:blip r:embed="rId25"/>
                <a:stretch>
                  <a:fillRect b="-943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8" name="直線接點 157">
            <a:extLst>
              <a:ext uri="{FF2B5EF4-FFF2-40B4-BE49-F238E27FC236}">
                <a16:creationId xmlns:a16="http://schemas.microsoft.com/office/drawing/2014/main" id="{DA529A4E-3BAB-45BB-8274-1088EF0B43A5}"/>
              </a:ext>
            </a:extLst>
          </p:cNvPr>
          <p:cNvCxnSpPr>
            <a:cxnSpLocks/>
          </p:cNvCxnSpPr>
          <p:nvPr/>
        </p:nvCxnSpPr>
        <p:spPr>
          <a:xfrm flipV="1">
            <a:off x="6523355" y="3410397"/>
            <a:ext cx="453250" cy="188"/>
          </a:xfrm>
          <a:prstGeom prst="line">
            <a:avLst/>
          </a:prstGeom>
          <a:ln w="9525" cap="flat" cmpd="sng" algn="ctr">
            <a:solidFill>
              <a:schemeClr val="bg1">
                <a:lumMod val="5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59" name="直線接點 158">
            <a:extLst>
              <a:ext uri="{FF2B5EF4-FFF2-40B4-BE49-F238E27FC236}">
                <a16:creationId xmlns:a16="http://schemas.microsoft.com/office/drawing/2014/main" id="{F100F92B-B8C5-4A0F-B866-E2BAB0C4087A}"/>
              </a:ext>
            </a:extLst>
          </p:cNvPr>
          <p:cNvCxnSpPr>
            <a:cxnSpLocks/>
          </p:cNvCxnSpPr>
          <p:nvPr/>
        </p:nvCxnSpPr>
        <p:spPr>
          <a:xfrm>
            <a:off x="7827010" y="3970973"/>
            <a:ext cx="418783" cy="0"/>
          </a:xfrm>
          <a:prstGeom prst="line">
            <a:avLst/>
          </a:prstGeom>
          <a:ln w="9525" cap="flat" cmpd="sng" algn="ctr">
            <a:solidFill>
              <a:schemeClr val="bg1">
                <a:lumMod val="5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60" name="直線接點 159">
            <a:extLst>
              <a:ext uri="{FF2B5EF4-FFF2-40B4-BE49-F238E27FC236}">
                <a16:creationId xmlns:a16="http://schemas.microsoft.com/office/drawing/2014/main" id="{A656DF39-7853-456D-84EE-B2D69029F0B5}"/>
              </a:ext>
            </a:extLst>
          </p:cNvPr>
          <p:cNvCxnSpPr>
            <a:cxnSpLocks/>
          </p:cNvCxnSpPr>
          <p:nvPr/>
        </p:nvCxnSpPr>
        <p:spPr>
          <a:xfrm flipV="1">
            <a:off x="8169593" y="3508375"/>
            <a:ext cx="120332" cy="100649"/>
          </a:xfrm>
          <a:prstGeom prst="line">
            <a:avLst/>
          </a:prstGeom>
          <a:ln w="9525" cap="flat" cmpd="sng" algn="ctr">
            <a:solidFill>
              <a:schemeClr val="bg1">
                <a:lumMod val="5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61" name="直線接點 160">
            <a:extLst>
              <a:ext uri="{FF2B5EF4-FFF2-40B4-BE49-F238E27FC236}">
                <a16:creationId xmlns:a16="http://schemas.microsoft.com/office/drawing/2014/main" id="{C2ECA97C-3D5E-4873-BF49-1B844DE8012B}"/>
              </a:ext>
            </a:extLst>
          </p:cNvPr>
          <p:cNvCxnSpPr>
            <a:cxnSpLocks/>
          </p:cNvCxnSpPr>
          <p:nvPr/>
        </p:nvCxnSpPr>
        <p:spPr>
          <a:xfrm flipV="1">
            <a:off x="6508393" y="3750766"/>
            <a:ext cx="105264" cy="191632"/>
          </a:xfrm>
          <a:prstGeom prst="line">
            <a:avLst/>
          </a:prstGeom>
          <a:ln w="9525" cap="flat" cmpd="sng" algn="ctr">
            <a:solidFill>
              <a:schemeClr val="bg1">
                <a:lumMod val="5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pic>
        <p:nvPicPr>
          <p:cNvPr id="69" name="圖片 68">
            <a:extLst>
              <a:ext uri="{FF2B5EF4-FFF2-40B4-BE49-F238E27FC236}">
                <a16:creationId xmlns:a16="http://schemas.microsoft.com/office/drawing/2014/main" id="{6595D48E-C5CA-4136-A473-AEC298690440}"/>
              </a:ext>
            </a:extLst>
          </p:cNvPr>
          <p:cNvPicPr>
            <a:picLocks noChangeAspect="1"/>
          </p:cNvPicPr>
          <p:nvPr/>
        </p:nvPicPr>
        <p:blipFill rotWithShape="1">
          <a:blip r:embed="rId2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t="61405"/>
          <a:stretch/>
        </p:blipFill>
        <p:spPr>
          <a:xfrm>
            <a:off x="6260308" y="573670"/>
            <a:ext cx="2300718" cy="470285"/>
          </a:xfrm>
          <a:prstGeom prst="rect">
            <a:avLst/>
          </a:prstGeom>
        </p:spPr>
      </p:pic>
      <p:pic>
        <p:nvPicPr>
          <p:cNvPr id="70" name="圖片 69">
            <a:extLst>
              <a:ext uri="{FF2B5EF4-FFF2-40B4-BE49-F238E27FC236}">
                <a16:creationId xmlns:a16="http://schemas.microsoft.com/office/drawing/2014/main" id="{28938C1D-543A-4EB0-8290-322FFFB52497}"/>
              </a:ext>
            </a:extLst>
          </p:cNvPr>
          <p:cNvPicPr>
            <a:picLocks noChangeAspect="1"/>
          </p:cNvPicPr>
          <p:nvPr/>
        </p:nvPicPr>
        <p:blipFill rotWithShape="1">
          <a:blip r:embed="rId27"/>
          <a:srcRect l="11715" t="25835" r="6795" b="19023"/>
          <a:stretch/>
        </p:blipFill>
        <p:spPr>
          <a:xfrm>
            <a:off x="6610441" y="650972"/>
            <a:ext cx="695234" cy="1726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358075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矩形: 圓角 118">
            <a:extLst>
              <a:ext uri="{FF2B5EF4-FFF2-40B4-BE49-F238E27FC236}">
                <a16:creationId xmlns:a16="http://schemas.microsoft.com/office/drawing/2014/main" id="{F6D45C9E-BE4F-4861-ADA9-81F239C999D0}"/>
              </a:ext>
            </a:extLst>
          </p:cNvPr>
          <p:cNvSpPr/>
          <p:nvPr/>
        </p:nvSpPr>
        <p:spPr>
          <a:xfrm>
            <a:off x="4931433" y="12063"/>
            <a:ext cx="4899729" cy="6179835"/>
          </a:xfrm>
          <a:prstGeom prst="roundRect">
            <a:avLst>
              <a:gd name="adj" fmla="val 7772"/>
            </a:avLst>
          </a:prstGeom>
          <a:gradFill flip="none" rotWithShape="1"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lin ang="54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2000" dirty="0"/>
          </a:p>
        </p:txBody>
      </p:sp>
      <p:pic>
        <p:nvPicPr>
          <p:cNvPr id="191" name="圖片 190">
            <a:extLst>
              <a:ext uri="{FF2B5EF4-FFF2-40B4-BE49-F238E27FC236}">
                <a16:creationId xmlns:a16="http://schemas.microsoft.com/office/drawing/2014/main" id="{1B68421F-E21F-4BCF-A382-8CF156C67A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8893" y="3892489"/>
            <a:ext cx="1252800" cy="1256359"/>
          </a:xfrm>
          <a:prstGeom prst="rect">
            <a:avLst/>
          </a:prstGeom>
        </p:spPr>
      </p:pic>
      <p:pic>
        <p:nvPicPr>
          <p:cNvPr id="192" name="圖片 191">
            <a:extLst>
              <a:ext uri="{FF2B5EF4-FFF2-40B4-BE49-F238E27FC236}">
                <a16:creationId xmlns:a16="http://schemas.microsoft.com/office/drawing/2014/main" id="{E99E498A-0B3B-496F-B358-1EBF1418FF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6608" y="1273550"/>
            <a:ext cx="1252800" cy="1256359"/>
          </a:xfrm>
          <a:prstGeom prst="rect">
            <a:avLst/>
          </a:prstGeom>
        </p:spPr>
      </p:pic>
      <p:pic>
        <p:nvPicPr>
          <p:cNvPr id="193" name="圖片 192">
            <a:extLst>
              <a:ext uri="{FF2B5EF4-FFF2-40B4-BE49-F238E27FC236}">
                <a16:creationId xmlns:a16="http://schemas.microsoft.com/office/drawing/2014/main" id="{4519BB43-3F67-4584-A0FA-EA6736D22B5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92649" y="4864448"/>
            <a:ext cx="1252800" cy="1259918"/>
          </a:xfrm>
          <a:prstGeom prst="rect">
            <a:avLst/>
          </a:prstGeom>
        </p:spPr>
      </p:pic>
      <p:pic>
        <p:nvPicPr>
          <p:cNvPr id="194" name="圖片 193">
            <a:extLst>
              <a:ext uri="{FF2B5EF4-FFF2-40B4-BE49-F238E27FC236}">
                <a16:creationId xmlns:a16="http://schemas.microsoft.com/office/drawing/2014/main" id="{2E350D4E-05F8-4B23-819D-7F310656CAC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85748" y="3847858"/>
            <a:ext cx="1252800" cy="1259918"/>
          </a:xfrm>
          <a:prstGeom prst="rect">
            <a:avLst/>
          </a:prstGeom>
        </p:spPr>
      </p:pic>
      <p:pic>
        <p:nvPicPr>
          <p:cNvPr id="195" name="圖片 194">
            <a:extLst>
              <a:ext uri="{FF2B5EF4-FFF2-40B4-BE49-F238E27FC236}">
                <a16:creationId xmlns:a16="http://schemas.microsoft.com/office/drawing/2014/main" id="{4C07EFA9-1DE6-4E25-A9DB-11886A764C2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69512" y="2264871"/>
            <a:ext cx="1252800" cy="1259938"/>
          </a:xfrm>
          <a:prstGeom prst="rect">
            <a:avLst/>
          </a:prstGeom>
        </p:spPr>
      </p:pic>
      <p:pic>
        <p:nvPicPr>
          <p:cNvPr id="196" name="圖片 195">
            <a:extLst>
              <a:ext uri="{FF2B5EF4-FFF2-40B4-BE49-F238E27FC236}">
                <a16:creationId xmlns:a16="http://schemas.microsoft.com/office/drawing/2014/main" id="{7ED326CC-94E6-4AC1-84A5-EE9AF6A7718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32525" y="2274165"/>
            <a:ext cx="1252800" cy="1263538"/>
          </a:xfrm>
          <a:prstGeom prst="rect">
            <a:avLst/>
          </a:prstGeom>
        </p:spPr>
      </p:pic>
      <p:sp>
        <p:nvSpPr>
          <p:cNvPr id="177" name="矩形: 圓角 176">
            <a:extLst>
              <a:ext uri="{FF2B5EF4-FFF2-40B4-BE49-F238E27FC236}">
                <a16:creationId xmlns:a16="http://schemas.microsoft.com/office/drawing/2014/main" id="{C0499F8D-22B8-4B76-B2A0-FC45B222262E}"/>
              </a:ext>
            </a:extLst>
          </p:cNvPr>
          <p:cNvSpPr/>
          <p:nvPr/>
        </p:nvSpPr>
        <p:spPr>
          <a:xfrm>
            <a:off x="22883" y="12063"/>
            <a:ext cx="4899729" cy="6179835"/>
          </a:xfrm>
          <a:prstGeom prst="roundRect">
            <a:avLst>
              <a:gd name="adj" fmla="val 7772"/>
            </a:avLst>
          </a:prstGeom>
          <a:gradFill flip="none" rotWithShape="1"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lin ang="54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2000" dirty="0"/>
          </a:p>
        </p:txBody>
      </p:sp>
      <p:pic>
        <p:nvPicPr>
          <p:cNvPr id="183" name="圖片 182">
            <a:extLst>
              <a:ext uri="{FF2B5EF4-FFF2-40B4-BE49-F238E27FC236}">
                <a16:creationId xmlns:a16="http://schemas.microsoft.com/office/drawing/2014/main" id="{EC56761D-6ADF-444F-9FB8-33947546508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31153" y="3888929"/>
            <a:ext cx="1252800" cy="1259919"/>
          </a:xfrm>
          <a:prstGeom prst="rect">
            <a:avLst/>
          </a:prstGeom>
        </p:spPr>
      </p:pic>
      <p:pic>
        <p:nvPicPr>
          <p:cNvPr id="184" name="圖片 183">
            <a:extLst>
              <a:ext uri="{FF2B5EF4-FFF2-40B4-BE49-F238E27FC236}">
                <a16:creationId xmlns:a16="http://schemas.microsoft.com/office/drawing/2014/main" id="{3DC68DBD-2ED1-43B0-A7E5-455C6A64627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656150" y="1282721"/>
            <a:ext cx="1252800" cy="1259938"/>
          </a:xfrm>
          <a:prstGeom prst="rect">
            <a:avLst/>
          </a:prstGeom>
        </p:spPr>
      </p:pic>
      <p:pic>
        <p:nvPicPr>
          <p:cNvPr id="185" name="圖片 184">
            <a:extLst>
              <a:ext uri="{FF2B5EF4-FFF2-40B4-BE49-F238E27FC236}">
                <a16:creationId xmlns:a16="http://schemas.microsoft.com/office/drawing/2014/main" id="{3391F408-475D-4DCF-B59C-7058EACF8A00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892299" y="4872697"/>
            <a:ext cx="1252800" cy="1259918"/>
          </a:xfrm>
          <a:prstGeom prst="rect">
            <a:avLst/>
          </a:prstGeom>
        </p:spPr>
      </p:pic>
      <p:pic>
        <p:nvPicPr>
          <p:cNvPr id="186" name="圖片 185">
            <a:extLst>
              <a:ext uri="{FF2B5EF4-FFF2-40B4-BE49-F238E27FC236}">
                <a16:creationId xmlns:a16="http://schemas.microsoft.com/office/drawing/2014/main" id="{0D03764C-E6C4-4EF5-95AE-51D0E39CB28F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373326" y="3849326"/>
            <a:ext cx="1252800" cy="1256359"/>
          </a:xfrm>
          <a:prstGeom prst="rect">
            <a:avLst/>
          </a:prstGeom>
        </p:spPr>
      </p:pic>
      <p:pic>
        <p:nvPicPr>
          <p:cNvPr id="187" name="圖片 186">
            <a:extLst>
              <a:ext uri="{FF2B5EF4-FFF2-40B4-BE49-F238E27FC236}">
                <a16:creationId xmlns:a16="http://schemas.microsoft.com/office/drawing/2014/main" id="{352D76E0-F6E5-4915-85D9-014CD16E536A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359646" y="2263360"/>
            <a:ext cx="1252800" cy="1259918"/>
          </a:xfrm>
          <a:prstGeom prst="rect">
            <a:avLst/>
          </a:prstGeom>
        </p:spPr>
      </p:pic>
      <p:pic>
        <p:nvPicPr>
          <p:cNvPr id="188" name="圖片 187">
            <a:extLst>
              <a:ext uri="{FF2B5EF4-FFF2-40B4-BE49-F238E27FC236}">
                <a16:creationId xmlns:a16="http://schemas.microsoft.com/office/drawing/2014/main" id="{EA7AA31A-EA01-492E-9FAB-833F4D1236C3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35463" y="2260313"/>
            <a:ext cx="1252800" cy="125993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80" name="文字方塊 179">
                <a:extLst>
                  <a:ext uri="{FF2B5EF4-FFF2-40B4-BE49-F238E27FC236}">
                    <a16:creationId xmlns:a16="http://schemas.microsoft.com/office/drawing/2014/main" id="{C6592285-FBA9-4DE2-BE47-D5703A7C2A40}"/>
                  </a:ext>
                </a:extLst>
              </p:cNvPr>
              <p:cNvSpPr txBox="1"/>
              <p:nvPr/>
            </p:nvSpPr>
            <p:spPr>
              <a:xfrm>
                <a:off x="2086115" y="4501420"/>
                <a:ext cx="812954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600" i="1" smtClean="0">
                          <a:latin typeface="Cambria Math" panose="02040503050406030204" pitchFamily="18" charset="0"/>
                        </a:rPr>
                        <m:t>|</m:t>
                      </m:r>
                      <m:d>
                        <m:dPr>
                          <m:begChr m:val=""/>
                          <m:endChr m:val="⟩"/>
                          <m:ctrlPr>
                            <a:rPr lang="en-US" altLang="zh-TW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−1, </m:t>
                          </m:r>
                          <m:r>
                            <a:rPr lang="en-US" altLang="zh-TW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d>
                    </m:oMath>
                  </m:oMathPara>
                </a14:m>
                <a:endParaRPr lang="zh-TW" altLang="en-US" sz="1600" dirty="0"/>
              </a:p>
            </p:txBody>
          </p:sp>
        </mc:Choice>
        <mc:Fallback xmlns="">
          <p:sp>
            <p:nvSpPr>
              <p:cNvPr id="180" name="文字方塊 179">
                <a:extLst>
                  <a:ext uri="{FF2B5EF4-FFF2-40B4-BE49-F238E27FC236}">
                    <a16:creationId xmlns:a16="http://schemas.microsoft.com/office/drawing/2014/main" id="{C6592285-FBA9-4DE2-BE47-D5703A7C2A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86115" y="4501420"/>
                <a:ext cx="812954" cy="338554"/>
              </a:xfrm>
              <a:prstGeom prst="rect">
                <a:avLst/>
              </a:prstGeom>
              <a:blipFill>
                <a:blip r:embed="rId14"/>
                <a:stretch>
                  <a:fillRect t="-108929" r="-46269" b="-16785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9" name="文字方塊 188">
                <a:extLst>
                  <a:ext uri="{FF2B5EF4-FFF2-40B4-BE49-F238E27FC236}">
                    <a16:creationId xmlns:a16="http://schemas.microsoft.com/office/drawing/2014/main" id="{06013B16-AADE-4F50-9769-3B0E22EFD811}"/>
                  </a:ext>
                </a:extLst>
              </p:cNvPr>
              <p:cNvSpPr txBox="1"/>
              <p:nvPr/>
            </p:nvSpPr>
            <p:spPr>
              <a:xfrm>
                <a:off x="2086115" y="2555828"/>
                <a:ext cx="812954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600" i="1" smtClean="0">
                          <a:latin typeface="Cambria Math" panose="02040503050406030204" pitchFamily="18" charset="0"/>
                        </a:rPr>
                        <m:t>|</m:t>
                      </m:r>
                      <m:d>
                        <m:dPr>
                          <m:begChr m:val=""/>
                          <m:endChr m:val="⟩"/>
                          <m:ctrlPr>
                            <a:rPr lang="en-US" altLang="zh-TW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1, 0</m:t>
                          </m:r>
                        </m:e>
                      </m:d>
                    </m:oMath>
                  </m:oMathPara>
                </a14:m>
                <a:endParaRPr lang="zh-TW" altLang="en-US" sz="1600" dirty="0"/>
              </a:p>
            </p:txBody>
          </p:sp>
        </mc:Choice>
        <mc:Fallback xmlns="">
          <p:sp>
            <p:nvSpPr>
              <p:cNvPr id="189" name="文字方塊 188">
                <a:extLst>
                  <a:ext uri="{FF2B5EF4-FFF2-40B4-BE49-F238E27FC236}">
                    <a16:creationId xmlns:a16="http://schemas.microsoft.com/office/drawing/2014/main" id="{06013B16-AADE-4F50-9769-3B0E22EFD8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86115" y="2555828"/>
                <a:ext cx="812954" cy="338554"/>
              </a:xfrm>
              <a:prstGeom prst="rect">
                <a:avLst/>
              </a:prstGeom>
              <a:blipFill>
                <a:blip r:embed="rId15"/>
                <a:stretch>
                  <a:fillRect t="-108929" r="-36567" b="-16785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12" name="群組 211">
            <a:extLst>
              <a:ext uri="{FF2B5EF4-FFF2-40B4-BE49-F238E27FC236}">
                <a16:creationId xmlns:a16="http://schemas.microsoft.com/office/drawing/2014/main" id="{56BB1570-BE07-4CCA-B844-DD9F00E8733F}"/>
              </a:ext>
            </a:extLst>
          </p:cNvPr>
          <p:cNvGrpSpPr/>
          <p:nvPr/>
        </p:nvGrpSpPr>
        <p:grpSpPr>
          <a:xfrm>
            <a:off x="2275633" y="1808686"/>
            <a:ext cx="115586" cy="110880"/>
            <a:chOff x="1373392" y="2391862"/>
            <a:chExt cx="479433" cy="476535"/>
          </a:xfrm>
        </p:grpSpPr>
        <p:sp>
          <p:nvSpPr>
            <p:cNvPr id="213" name="箭號: 向右 212">
              <a:extLst>
                <a:ext uri="{FF2B5EF4-FFF2-40B4-BE49-F238E27FC236}">
                  <a16:creationId xmlns:a16="http://schemas.microsoft.com/office/drawing/2014/main" id="{D44EB9EF-73CA-404D-99EE-1F0CCE892A52}"/>
                </a:ext>
              </a:extLst>
            </p:cNvPr>
            <p:cNvSpPr/>
            <p:nvPr/>
          </p:nvSpPr>
          <p:spPr>
            <a:xfrm>
              <a:off x="1411244" y="2735868"/>
              <a:ext cx="441581" cy="132529"/>
            </a:xfrm>
            <a:prstGeom prst="rightArrow">
              <a:avLst>
                <a:gd name="adj1" fmla="val 50000"/>
                <a:gd name="adj2" fmla="val 99023"/>
              </a:avLst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220" name="箭號: 向右 219">
              <a:extLst>
                <a:ext uri="{FF2B5EF4-FFF2-40B4-BE49-F238E27FC236}">
                  <a16:creationId xmlns:a16="http://schemas.microsoft.com/office/drawing/2014/main" id="{9F517533-ADEE-4B5D-BB6F-1F4159A610F9}"/>
                </a:ext>
              </a:extLst>
            </p:cNvPr>
            <p:cNvSpPr/>
            <p:nvPr/>
          </p:nvSpPr>
          <p:spPr>
            <a:xfrm rot="16200000">
              <a:off x="1218866" y="2546388"/>
              <a:ext cx="441581" cy="132529"/>
            </a:xfrm>
            <a:prstGeom prst="rightArrow">
              <a:avLst>
                <a:gd name="adj1" fmla="val 50000"/>
                <a:gd name="adj2" fmla="val 99023"/>
              </a:avLst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2000" dirty="0">
                <a:solidFill>
                  <a:schemeClr val="tx1"/>
                </a:solidFill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26" name="文字方塊 225">
                <a:extLst>
                  <a:ext uri="{FF2B5EF4-FFF2-40B4-BE49-F238E27FC236}">
                    <a16:creationId xmlns:a16="http://schemas.microsoft.com/office/drawing/2014/main" id="{4A797F52-28EA-4953-BC86-8E8901D5D2D9}"/>
                  </a:ext>
                </a:extLst>
              </p:cNvPr>
              <p:cNvSpPr txBox="1"/>
              <p:nvPr/>
            </p:nvSpPr>
            <p:spPr>
              <a:xfrm>
                <a:off x="2155756" y="1435710"/>
                <a:ext cx="438402" cy="4242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</m:oMath>
                  </m:oMathPara>
                </a14:m>
                <a:endParaRPr lang="en-US" altLang="zh-TW" sz="2000" dirty="0"/>
              </a:p>
            </p:txBody>
          </p:sp>
        </mc:Choice>
        <mc:Fallback xmlns="">
          <p:sp>
            <p:nvSpPr>
              <p:cNvPr id="226" name="文字方塊 225">
                <a:extLst>
                  <a:ext uri="{FF2B5EF4-FFF2-40B4-BE49-F238E27FC236}">
                    <a16:creationId xmlns:a16="http://schemas.microsoft.com/office/drawing/2014/main" id="{4A797F52-28EA-4953-BC86-8E8901D5D2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55756" y="1435710"/>
                <a:ext cx="438402" cy="424283"/>
              </a:xfrm>
              <a:prstGeom prst="rect">
                <a:avLst/>
              </a:prstGeom>
              <a:blipFill>
                <a:blip r:embed="rId16"/>
                <a:stretch>
                  <a:fillRect b="-579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7" name="文字方塊 226">
                <a:extLst>
                  <a:ext uri="{FF2B5EF4-FFF2-40B4-BE49-F238E27FC236}">
                    <a16:creationId xmlns:a16="http://schemas.microsoft.com/office/drawing/2014/main" id="{990D4C3A-AED8-40BB-8849-57DEE8BE7A17}"/>
                  </a:ext>
                </a:extLst>
              </p:cNvPr>
              <p:cNvSpPr txBox="1"/>
              <p:nvPr/>
            </p:nvSpPr>
            <p:spPr>
              <a:xfrm>
                <a:off x="2328739" y="1713862"/>
                <a:ext cx="388427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</m:oMath>
                  </m:oMathPara>
                </a14:m>
                <a:endParaRPr lang="en-US" altLang="zh-TW" sz="2000" dirty="0"/>
              </a:p>
            </p:txBody>
          </p:sp>
        </mc:Choice>
        <mc:Fallback xmlns="">
          <p:sp>
            <p:nvSpPr>
              <p:cNvPr id="227" name="文字方塊 226">
                <a:extLst>
                  <a:ext uri="{FF2B5EF4-FFF2-40B4-BE49-F238E27FC236}">
                    <a16:creationId xmlns:a16="http://schemas.microsoft.com/office/drawing/2014/main" id="{990D4C3A-AED8-40BB-8849-57DEE8BE7A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28739" y="1713862"/>
                <a:ext cx="388427" cy="400110"/>
              </a:xfrm>
              <a:prstGeom prst="rect">
                <a:avLst/>
              </a:prstGeom>
              <a:blipFill>
                <a:blip r:embed="rId17"/>
                <a:stretch>
                  <a:fillRect b="-757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8" name="文字方塊 227">
                <a:extLst>
                  <a:ext uri="{FF2B5EF4-FFF2-40B4-BE49-F238E27FC236}">
                    <a16:creationId xmlns:a16="http://schemas.microsoft.com/office/drawing/2014/main" id="{3C622479-68C9-4AC9-AE5F-27970F7075FD}"/>
                  </a:ext>
                </a:extLst>
              </p:cNvPr>
              <p:cNvSpPr txBox="1"/>
              <p:nvPr/>
            </p:nvSpPr>
            <p:spPr>
              <a:xfrm>
                <a:off x="1632296" y="2179934"/>
                <a:ext cx="652306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0.1</m:t>
                          </m:r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en-US" altLang="zh-TW" sz="1600" dirty="0"/>
              </a:p>
            </p:txBody>
          </p:sp>
        </mc:Choice>
        <mc:Fallback xmlns="">
          <p:sp>
            <p:nvSpPr>
              <p:cNvPr id="228" name="文字方塊 227">
                <a:extLst>
                  <a:ext uri="{FF2B5EF4-FFF2-40B4-BE49-F238E27FC236}">
                    <a16:creationId xmlns:a16="http://schemas.microsoft.com/office/drawing/2014/main" id="{3C622479-68C9-4AC9-AE5F-27970F7075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32296" y="2179934"/>
                <a:ext cx="652306" cy="338554"/>
              </a:xfrm>
              <a:prstGeom prst="rect">
                <a:avLst/>
              </a:prstGeom>
              <a:blipFill>
                <a:blip r:embed="rId18"/>
                <a:stretch>
                  <a:fillRect b="-727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9" name="文字方塊 228">
            <a:extLst>
              <a:ext uri="{FF2B5EF4-FFF2-40B4-BE49-F238E27FC236}">
                <a16:creationId xmlns:a16="http://schemas.microsoft.com/office/drawing/2014/main" id="{2693C9D3-A145-48F7-981C-9A9BF2A0A9A5}"/>
              </a:ext>
            </a:extLst>
          </p:cNvPr>
          <p:cNvSpPr txBox="1"/>
          <p:nvPr/>
        </p:nvSpPr>
        <p:spPr>
          <a:xfrm>
            <a:off x="635276" y="125920"/>
            <a:ext cx="3714632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Longitudinal component</a:t>
            </a:r>
            <a:endParaRPr lang="zh-TW" altLang="en-US" sz="2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1" name="文字方塊 230">
                <a:extLst>
                  <a:ext uri="{FF2B5EF4-FFF2-40B4-BE49-F238E27FC236}">
                    <a16:creationId xmlns:a16="http://schemas.microsoft.com/office/drawing/2014/main" id="{A81A25EB-4EC7-4F2F-99BC-612BE192E284}"/>
                  </a:ext>
                </a:extLst>
              </p:cNvPr>
              <p:cNvSpPr txBox="1"/>
              <p:nvPr/>
            </p:nvSpPr>
            <p:spPr>
              <a:xfrm>
                <a:off x="1450054" y="1285730"/>
                <a:ext cx="1673596" cy="3231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5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𝛼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</m:d>
                      <m:r>
                        <a:rPr lang="en-US" altLang="zh-TW" sz="150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zh-TW" sz="15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0, </m:t>
                          </m:r>
                          <m:r>
                            <m:rPr>
                              <m:nor/>
                            </m:rPr>
                            <a:rPr lang="en-US" altLang="zh-TW" sz="150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</m:oMath>
                  </m:oMathPara>
                </a14:m>
                <a:endParaRPr lang="zh-TW" altLang="en-US" sz="1500" dirty="0"/>
              </a:p>
            </p:txBody>
          </p:sp>
        </mc:Choice>
        <mc:Fallback xmlns="">
          <p:sp>
            <p:nvSpPr>
              <p:cNvPr id="231" name="文字方塊 230">
                <a:extLst>
                  <a:ext uri="{FF2B5EF4-FFF2-40B4-BE49-F238E27FC236}">
                    <a16:creationId xmlns:a16="http://schemas.microsoft.com/office/drawing/2014/main" id="{A81A25EB-4EC7-4F2F-99BC-612BE192E2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50054" y="1285730"/>
                <a:ext cx="1673596" cy="323165"/>
              </a:xfrm>
              <a:prstGeom prst="rect">
                <a:avLst/>
              </a:prstGeom>
              <a:blipFill>
                <a:blip r:embed="rId19"/>
                <a:stretch>
                  <a:fillRect b="-943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2" name="文字方塊 231">
                <a:extLst>
                  <a:ext uri="{FF2B5EF4-FFF2-40B4-BE49-F238E27FC236}">
                    <a16:creationId xmlns:a16="http://schemas.microsoft.com/office/drawing/2014/main" id="{B2F5F182-7771-47FB-BF37-AF5144F26384}"/>
                  </a:ext>
                </a:extLst>
              </p:cNvPr>
              <p:cNvSpPr txBox="1"/>
              <p:nvPr/>
            </p:nvSpPr>
            <p:spPr>
              <a:xfrm>
                <a:off x="393423" y="3844729"/>
                <a:ext cx="1150186" cy="3231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5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0, 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500" dirty="0"/>
              </a:p>
            </p:txBody>
          </p:sp>
        </mc:Choice>
        <mc:Fallback xmlns="">
          <p:sp>
            <p:nvSpPr>
              <p:cNvPr id="232" name="文字方塊 231">
                <a:extLst>
                  <a:ext uri="{FF2B5EF4-FFF2-40B4-BE49-F238E27FC236}">
                    <a16:creationId xmlns:a16="http://schemas.microsoft.com/office/drawing/2014/main" id="{B2F5F182-7771-47FB-BF37-AF5144F263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423" y="3844729"/>
                <a:ext cx="1150186" cy="323165"/>
              </a:xfrm>
              <a:prstGeom prst="rect">
                <a:avLst/>
              </a:prstGeom>
              <a:blipFill>
                <a:blip r:embed="rId20"/>
                <a:stretch>
                  <a:fillRect b="-943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3" name="文字方塊 232">
                <a:extLst>
                  <a:ext uri="{FF2B5EF4-FFF2-40B4-BE49-F238E27FC236}">
                    <a16:creationId xmlns:a16="http://schemas.microsoft.com/office/drawing/2014/main" id="{BDC6F78B-E419-4B8A-BAA9-5615A1972DBE}"/>
                  </a:ext>
                </a:extLst>
              </p:cNvPr>
              <p:cNvSpPr txBox="1"/>
              <p:nvPr/>
            </p:nvSpPr>
            <p:spPr>
              <a:xfrm>
                <a:off x="3422807" y="2248720"/>
                <a:ext cx="1150186" cy="3231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5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500" dirty="0"/>
              </a:p>
            </p:txBody>
          </p:sp>
        </mc:Choice>
        <mc:Fallback xmlns="">
          <p:sp>
            <p:nvSpPr>
              <p:cNvPr id="233" name="文字方塊 232">
                <a:extLst>
                  <a:ext uri="{FF2B5EF4-FFF2-40B4-BE49-F238E27FC236}">
                    <a16:creationId xmlns:a16="http://schemas.microsoft.com/office/drawing/2014/main" id="{BDC6F78B-E419-4B8A-BAA9-5615A1972D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22807" y="2248720"/>
                <a:ext cx="1150186" cy="323165"/>
              </a:xfrm>
              <a:prstGeom prst="rect">
                <a:avLst/>
              </a:prstGeom>
              <a:blipFill>
                <a:blip r:embed="rId21"/>
                <a:stretch>
                  <a:fillRect b="-943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4" name="文字方塊 233">
                <a:extLst>
                  <a:ext uri="{FF2B5EF4-FFF2-40B4-BE49-F238E27FC236}">
                    <a16:creationId xmlns:a16="http://schemas.microsoft.com/office/drawing/2014/main" id="{DA67C54B-80A5-4D59-B289-74384BDACD1C}"/>
                  </a:ext>
                </a:extLst>
              </p:cNvPr>
              <p:cNvSpPr txBox="1"/>
              <p:nvPr/>
            </p:nvSpPr>
            <p:spPr>
              <a:xfrm>
                <a:off x="1917499" y="4840301"/>
                <a:ext cx="1150186" cy="3231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5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0,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𝜋</m:t>
                          </m:r>
                        </m:e>
                      </m:d>
                    </m:oMath>
                  </m:oMathPara>
                </a14:m>
                <a:endParaRPr lang="zh-TW" altLang="en-US" sz="1500" dirty="0"/>
              </a:p>
            </p:txBody>
          </p:sp>
        </mc:Choice>
        <mc:Fallback xmlns="">
          <p:sp>
            <p:nvSpPr>
              <p:cNvPr id="234" name="文字方塊 233">
                <a:extLst>
                  <a:ext uri="{FF2B5EF4-FFF2-40B4-BE49-F238E27FC236}">
                    <a16:creationId xmlns:a16="http://schemas.microsoft.com/office/drawing/2014/main" id="{DA67C54B-80A5-4D59-B289-74384BDACD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17499" y="4840301"/>
                <a:ext cx="1150186" cy="323165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35" name="圖片 234">
            <a:extLst>
              <a:ext uri="{FF2B5EF4-FFF2-40B4-BE49-F238E27FC236}">
                <a16:creationId xmlns:a16="http://schemas.microsoft.com/office/drawing/2014/main" id="{DF781A4C-9BC8-40C7-BF1A-E906699C28D4}"/>
              </a:ext>
            </a:extLst>
          </p:cNvPr>
          <p:cNvPicPr>
            <a:picLocks noChangeAspect="1"/>
          </p:cNvPicPr>
          <p:nvPr/>
        </p:nvPicPr>
        <p:blipFill rotWithShape="1">
          <a:blip r:embed="rId2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0879" t="9023" r="4888" b="70339"/>
          <a:stretch/>
        </p:blipFill>
        <p:spPr>
          <a:xfrm>
            <a:off x="2962520" y="1257930"/>
            <a:ext cx="413382" cy="134348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36" name="文字方塊 235">
                <a:extLst>
                  <a:ext uri="{FF2B5EF4-FFF2-40B4-BE49-F238E27FC236}">
                    <a16:creationId xmlns:a16="http://schemas.microsoft.com/office/drawing/2014/main" id="{61131924-00C5-4C5C-8379-1D2527DB1052}"/>
                  </a:ext>
                </a:extLst>
              </p:cNvPr>
              <p:cNvSpPr txBox="1"/>
              <p:nvPr/>
            </p:nvSpPr>
            <p:spPr>
              <a:xfrm>
                <a:off x="2881056" y="2342403"/>
                <a:ext cx="478319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sz="1400"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altLang="zh-TW" sz="1400">
                          <a:latin typeface="Cambria Math" panose="02040503050406030204" pitchFamily="18" charset="0"/>
                        </a:rPr>
                        <m:t>.</m:t>
                      </m:r>
                      <m:r>
                        <m:rPr>
                          <m:sty m:val="p"/>
                        </m:rPr>
                        <a:rPr lang="en-US" altLang="zh-TW" sz="1400">
                          <a:latin typeface="Cambria Math" panose="02040503050406030204" pitchFamily="18" charset="0"/>
                        </a:rPr>
                        <m:t>u</m:t>
                      </m:r>
                      <m:r>
                        <a:rPr lang="en-US" altLang="zh-TW" sz="140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TW" altLang="en-US" sz="1400" dirty="0"/>
              </a:p>
            </p:txBody>
          </p:sp>
        </mc:Choice>
        <mc:Fallback xmlns="">
          <p:sp>
            <p:nvSpPr>
              <p:cNvPr id="236" name="文字方塊 235">
                <a:extLst>
                  <a:ext uri="{FF2B5EF4-FFF2-40B4-BE49-F238E27FC236}">
                    <a16:creationId xmlns:a16="http://schemas.microsoft.com/office/drawing/2014/main" id="{61131924-00C5-4C5C-8379-1D2527DB10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81056" y="2342403"/>
                <a:ext cx="478319" cy="307777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7" name="Oval 14">
            <a:extLst>
              <a:ext uri="{FF2B5EF4-FFF2-40B4-BE49-F238E27FC236}">
                <a16:creationId xmlns:a16="http://schemas.microsoft.com/office/drawing/2014/main" id="{4D2E6476-8133-4C1A-80AA-96C2BBAD7538}"/>
              </a:ext>
            </a:extLst>
          </p:cNvPr>
          <p:cNvSpPr/>
          <p:nvPr/>
        </p:nvSpPr>
        <p:spPr>
          <a:xfrm>
            <a:off x="2409339" y="2852108"/>
            <a:ext cx="162450" cy="168277"/>
          </a:xfrm>
          <a:prstGeom prst="ellipse">
            <a:avLst/>
          </a:prstGeom>
          <a:gradFill flip="none" rotWithShape="1">
            <a:gsLst>
              <a:gs pos="0">
                <a:srgbClr val="D1D1D1"/>
              </a:gs>
              <a:gs pos="23000">
                <a:schemeClr val="bg1">
                  <a:lumMod val="85000"/>
                </a:schemeClr>
              </a:gs>
              <a:gs pos="69000">
                <a:schemeClr val="accent3">
                  <a:lumMod val="75000"/>
                </a:schemeClr>
              </a:gs>
              <a:gs pos="97000">
                <a:schemeClr val="accent3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/>
          </a:p>
        </p:txBody>
      </p:sp>
      <p:sp>
        <p:nvSpPr>
          <p:cNvPr id="238" name="Oval 4">
            <a:extLst>
              <a:ext uri="{FF2B5EF4-FFF2-40B4-BE49-F238E27FC236}">
                <a16:creationId xmlns:a16="http://schemas.microsoft.com/office/drawing/2014/main" id="{D0067B35-40A6-4446-8A95-C300D2678B59}"/>
              </a:ext>
            </a:extLst>
          </p:cNvPr>
          <p:cNvSpPr/>
          <p:nvPr/>
        </p:nvSpPr>
        <p:spPr>
          <a:xfrm>
            <a:off x="1770758" y="2936246"/>
            <a:ext cx="1443999" cy="1495797"/>
          </a:xfrm>
          <a:prstGeom prst="ellipse">
            <a:avLst/>
          </a:prstGeom>
          <a:gradFill flip="none" rotWithShape="1">
            <a:gsLst>
              <a:gs pos="100000">
                <a:schemeClr val="accent3">
                  <a:lumMod val="60000"/>
                  <a:lumOff val="40000"/>
                  <a:alpha val="60000"/>
                </a:schemeClr>
              </a:gs>
              <a:gs pos="55000">
                <a:schemeClr val="accent3">
                  <a:lumMod val="40000"/>
                  <a:lumOff val="60000"/>
                  <a:alpha val="60000"/>
                </a:schemeClr>
              </a:gs>
              <a:gs pos="0">
                <a:schemeClr val="bg1">
                  <a:alpha val="6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 w="57150">
            <a:solidFill>
              <a:srgbClr val="D5D7D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39" name="Oval 15">
            <a:extLst>
              <a:ext uri="{FF2B5EF4-FFF2-40B4-BE49-F238E27FC236}">
                <a16:creationId xmlns:a16="http://schemas.microsoft.com/office/drawing/2014/main" id="{3ED95C10-549D-46A4-8427-E9004FB39400}"/>
              </a:ext>
            </a:extLst>
          </p:cNvPr>
          <p:cNvSpPr/>
          <p:nvPr/>
        </p:nvSpPr>
        <p:spPr>
          <a:xfrm>
            <a:off x="2409339" y="4347065"/>
            <a:ext cx="162450" cy="168277"/>
          </a:xfrm>
          <a:prstGeom prst="ellipse">
            <a:avLst/>
          </a:prstGeom>
          <a:gradFill flip="none" rotWithShape="1">
            <a:gsLst>
              <a:gs pos="17000">
                <a:srgbClr val="D1D1D1"/>
              </a:gs>
              <a:gs pos="0">
                <a:schemeClr val="bg1">
                  <a:lumMod val="85000"/>
                </a:schemeClr>
              </a:gs>
              <a:gs pos="60000">
                <a:schemeClr val="accent3">
                  <a:lumMod val="75000"/>
                </a:schemeClr>
              </a:gs>
              <a:gs pos="97000">
                <a:schemeClr val="accent3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52" name="SHO">
            <a:extLst>
              <a:ext uri="{FF2B5EF4-FFF2-40B4-BE49-F238E27FC236}">
                <a16:creationId xmlns:a16="http://schemas.microsoft.com/office/drawing/2014/main" id="{0845B616-2D49-4C5D-A47F-908796A33A53}"/>
              </a:ext>
            </a:extLst>
          </p:cNvPr>
          <p:cNvSpPr/>
          <p:nvPr/>
        </p:nvSpPr>
        <p:spPr>
          <a:xfrm rot="16200000">
            <a:off x="2179219" y="2962645"/>
            <a:ext cx="622693" cy="1443999"/>
          </a:xfrm>
          <a:prstGeom prst="arc">
            <a:avLst>
              <a:gd name="adj1" fmla="val 5396867"/>
              <a:gd name="adj2" fmla="val 5395779"/>
            </a:avLst>
          </a:prstGeom>
          <a:gradFill flip="none" rotWithShape="1">
            <a:gsLst>
              <a:gs pos="0">
                <a:schemeClr val="bg1">
                  <a:lumMod val="65000"/>
                </a:schemeClr>
              </a:gs>
              <a:gs pos="47000">
                <a:schemeClr val="bg1">
                  <a:lumMod val="50000"/>
                </a:schemeClr>
              </a:gs>
              <a:gs pos="97000">
                <a:srgbClr val="5E5E5E"/>
              </a:gs>
            </a:gsLst>
            <a:path path="circle">
              <a:fillToRect l="50000" t="50000" r="50000" b="50000"/>
            </a:path>
            <a:tileRect/>
          </a:gradFill>
          <a:ln w="31750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53" name="SVO">
            <a:extLst>
              <a:ext uri="{FF2B5EF4-FFF2-40B4-BE49-F238E27FC236}">
                <a16:creationId xmlns:a16="http://schemas.microsoft.com/office/drawing/2014/main" id="{28FBC70E-6464-4911-A7DC-D688B4A191B2}"/>
              </a:ext>
            </a:extLst>
          </p:cNvPr>
          <p:cNvSpPr/>
          <p:nvPr/>
        </p:nvSpPr>
        <p:spPr>
          <a:xfrm>
            <a:off x="2128665" y="2936747"/>
            <a:ext cx="722000" cy="1495797"/>
          </a:xfrm>
          <a:prstGeom prst="ellipse">
            <a:avLst/>
          </a:prstGeom>
          <a:noFill/>
          <a:ln w="25400">
            <a:solidFill>
              <a:schemeClr val="bg1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254" name="Oval 6">
            <a:extLst>
              <a:ext uri="{FF2B5EF4-FFF2-40B4-BE49-F238E27FC236}">
                <a16:creationId xmlns:a16="http://schemas.microsoft.com/office/drawing/2014/main" id="{F7426249-BB1C-465F-BA24-177826BCA4FE}"/>
              </a:ext>
            </a:extLst>
          </p:cNvPr>
          <p:cNvSpPr/>
          <p:nvPr/>
        </p:nvSpPr>
        <p:spPr>
          <a:xfrm rot="16200000">
            <a:off x="2179219" y="2962645"/>
            <a:ext cx="622693" cy="1443999"/>
          </a:xfrm>
          <a:prstGeom prst="ellipse">
            <a:avLst/>
          </a:prstGeom>
          <a:noFill/>
          <a:ln w="38100">
            <a:solidFill>
              <a:schemeClr val="tx1">
                <a:alpha val="6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5" name="TextBox 11">
                <a:extLst>
                  <a:ext uri="{FF2B5EF4-FFF2-40B4-BE49-F238E27FC236}">
                    <a16:creationId xmlns:a16="http://schemas.microsoft.com/office/drawing/2014/main" id="{37DEB133-ADB0-4B60-901B-D2AEF580DA59}"/>
                  </a:ext>
                </a:extLst>
              </p:cNvPr>
              <p:cNvSpPr txBox="1"/>
              <p:nvPr/>
            </p:nvSpPr>
            <p:spPr>
              <a:xfrm>
                <a:off x="1940867" y="3506293"/>
                <a:ext cx="176928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255" name="TextBox 11">
                <a:extLst>
                  <a:ext uri="{FF2B5EF4-FFF2-40B4-BE49-F238E27FC236}">
                    <a16:creationId xmlns:a16="http://schemas.microsoft.com/office/drawing/2014/main" id="{37DEB133-ADB0-4B60-901B-D2AEF580DA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40867" y="3506293"/>
                <a:ext cx="176928" cy="338554"/>
              </a:xfrm>
              <a:prstGeom prst="rect">
                <a:avLst/>
              </a:prstGeom>
              <a:blipFill>
                <a:blip r:embed="rId25"/>
                <a:stretch>
                  <a:fillRect r="-4137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6" name="Oval 22">
            <a:extLst>
              <a:ext uri="{FF2B5EF4-FFF2-40B4-BE49-F238E27FC236}">
                <a16:creationId xmlns:a16="http://schemas.microsoft.com/office/drawing/2014/main" id="{F51F6D7A-CBDD-41AE-81A9-01A381888E10}"/>
              </a:ext>
            </a:extLst>
          </p:cNvPr>
          <p:cNvSpPr/>
          <p:nvPr/>
        </p:nvSpPr>
        <p:spPr>
          <a:xfrm>
            <a:off x="2408393" y="4347065"/>
            <a:ext cx="162450" cy="168277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7" name="TextBox 12">
                <a:extLst>
                  <a:ext uri="{FF2B5EF4-FFF2-40B4-BE49-F238E27FC236}">
                    <a16:creationId xmlns:a16="http://schemas.microsoft.com/office/drawing/2014/main" id="{BEB792E4-CC90-49E5-8163-921F2ECF2D45}"/>
                  </a:ext>
                </a:extLst>
              </p:cNvPr>
              <p:cNvSpPr txBox="1"/>
              <p:nvPr/>
            </p:nvSpPr>
            <p:spPr>
              <a:xfrm>
                <a:off x="2595790" y="3601690"/>
                <a:ext cx="176928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257" name="TextBox 12">
                <a:extLst>
                  <a:ext uri="{FF2B5EF4-FFF2-40B4-BE49-F238E27FC236}">
                    <a16:creationId xmlns:a16="http://schemas.microsoft.com/office/drawing/2014/main" id="{BEB792E4-CC90-49E5-8163-921F2ECF2D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95790" y="3601690"/>
                <a:ext cx="176928" cy="338554"/>
              </a:xfrm>
              <a:prstGeom prst="rect">
                <a:avLst/>
              </a:prstGeom>
              <a:blipFill>
                <a:blip r:embed="rId26"/>
                <a:stretch>
                  <a:fillRect r="-51724" b="-363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8" name="TextBox 13">
                <a:extLst>
                  <a:ext uri="{FF2B5EF4-FFF2-40B4-BE49-F238E27FC236}">
                    <a16:creationId xmlns:a16="http://schemas.microsoft.com/office/drawing/2014/main" id="{8D531DEA-B9A5-4E8D-A6A2-A31408532FD7}"/>
                  </a:ext>
                </a:extLst>
              </p:cNvPr>
              <p:cNvSpPr txBox="1"/>
              <p:nvPr/>
            </p:nvSpPr>
            <p:spPr>
              <a:xfrm>
                <a:off x="2351666" y="2971948"/>
                <a:ext cx="256967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>
                          <a:latin typeface="Cambria Math" panose="02040503050406030204" pitchFamily="18" charset="0"/>
                        </a:rPr>
                        <m:t>𝑧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258" name="TextBox 13">
                <a:extLst>
                  <a:ext uri="{FF2B5EF4-FFF2-40B4-BE49-F238E27FC236}">
                    <a16:creationId xmlns:a16="http://schemas.microsoft.com/office/drawing/2014/main" id="{8D531DEA-B9A5-4E8D-A6A2-A31408532F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51666" y="2971948"/>
                <a:ext cx="256967" cy="338554"/>
              </a:xfrm>
              <a:prstGeom prst="rect">
                <a:avLst/>
              </a:prstGeom>
              <a:blipFill>
                <a:blip r:embed="rId2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9" name="DVO">
            <a:extLst>
              <a:ext uri="{FF2B5EF4-FFF2-40B4-BE49-F238E27FC236}">
                <a16:creationId xmlns:a16="http://schemas.microsoft.com/office/drawing/2014/main" id="{BD66E933-A9D1-416F-99A4-A2F56F384D96}"/>
              </a:ext>
            </a:extLst>
          </p:cNvPr>
          <p:cNvSpPr/>
          <p:nvPr/>
        </p:nvSpPr>
        <p:spPr>
          <a:xfrm flipH="1">
            <a:off x="2128665" y="2936747"/>
            <a:ext cx="722000" cy="1495797"/>
          </a:xfrm>
          <a:prstGeom prst="arc">
            <a:avLst>
              <a:gd name="adj1" fmla="val 5396867"/>
              <a:gd name="adj2" fmla="val 16170484"/>
            </a:avLst>
          </a:prstGeom>
          <a:ln w="254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60" name="Oval 23">
            <a:extLst>
              <a:ext uri="{FF2B5EF4-FFF2-40B4-BE49-F238E27FC236}">
                <a16:creationId xmlns:a16="http://schemas.microsoft.com/office/drawing/2014/main" id="{B1975880-4F20-4527-8AC1-67B4B5024B5F}"/>
              </a:ext>
            </a:extLst>
          </p:cNvPr>
          <p:cNvSpPr/>
          <p:nvPr/>
        </p:nvSpPr>
        <p:spPr>
          <a:xfrm>
            <a:off x="3131249" y="3600507"/>
            <a:ext cx="162450" cy="168277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cxnSp>
        <p:nvCxnSpPr>
          <p:cNvPr id="261" name="Straight Arrow Connector 7">
            <a:extLst>
              <a:ext uri="{FF2B5EF4-FFF2-40B4-BE49-F238E27FC236}">
                <a16:creationId xmlns:a16="http://schemas.microsoft.com/office/drawing/2014/main" id="{33161F97-7212-47BE-BA7D-6FC7B9147369}"/>
              </a:ext>
            </a:extLst>
          </p:cNvPr>
          <p:cNvCxnSpPr>
            <a:cxnSpLocks/>
          </p:cNvCxnSpPr>
          <p:nvPr/>
        </p:nvCxnSpPr>
        <p:spPr>
          <a:xfrm flipV="1">
            <a:off x="2486634" y="3236563"/>
            <a:ext cx="1697" cy="445890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2" name="Straight Arrow Connector 19">
            <a:extLst>
              <a:ext uri="{FF2B5EF4-FFF2-40B4-BE49-F238E27FC236}">
                <a16:creationId xmlns:a16="http://schemas.microsoft.com/office/drawing/2014/main" id="{240911C2-AE74-4914-B8DB-470C2315C461}"/>
              </a:ext>
            </a:extLst>
          </p:cNvPr>
          <p:cNvCxnSpPr>
            <a:cxnSpLocks/>
          </p:cNvCxnSpPr>
          <p:nvPr/>
        </p:nvCxnSpPr>
        <p:spPr>
          <a:xfrm>
            <a:off x="2489618" y="3680269"/>
            <a:ext cx="195802" cy="156763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3" name="Straight Arrow Connector 18">
            <a:extLst>
              <a:ext uri="{FF2B5EF4-FFF2-40B4-BE49-F238E27FC236}">
                <a16:creationId xmlns:a16="http://schemas.microsoft.com/office/drawing/2014/main" id="{168B960E-43A1-4542-B03F-41153CC41797}"/>
              </a:ext>
            </a:extLst>
          </p:cNvPr>
          <p:cNvCxnSpPr>
            <a:cxnSpLocks/>
          </p:cNvCxnSpPr>
          <p:nvPr/>
        </p:nvCxnSpPr>
        <p:spPr>
          <a:xfrm rot="16200000" flipH="1" flipV="1">
            <a:off x="2318296" y="3508793"/>
            <a:ext cx="0" cy="342950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4" name="Oval 20">
            <a:extLst>
              <a:ext uri="{FF2B5EF4-FFF2-40B4-BE49-F238E27FC236}">
                <a16:creationId xmlns:a16="http://schemas.microsoft.com/office/drawing/2014/main" id="{24DEE888-55C9-4D4C-B18D-808F9AA85CCB}"/>
              </a:ext>
            </a:extLst>
          </p:cNvPr>
          <p:cNvSpPr/>
          <p:nvPr/>
        </p:nvSpPr>
        <p:spPr>
          <a:xfrm>
            <a:off x="1687085" y="3600507"/>
            <a:ext cx="162450" cy="168277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265" name="Oval 22">
            <a:extLst>
              <a:ext uri="{FF2B5EF4-FFF2-40B4-BE49-F238E27FC236}">
                <a16:creationId xmlns:a16="http://schemas.microsoft.com/office/drawing/2014/main" id="{EF01816B-7066-4916-A520-954D092BE6FE}"/>
              </a:ext>
            </a:extLst>
          </p:cNvPr>
          <p:cNvSpPr/>
          <p:nvPr/>
        </p:nvSpPr>
        <p:spPr>
          <a:xfrm>
            <a:off x="2409575" y="2844234"/>
            <a:ext cx="162450" cy="168277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/>
          </a:p>
        </p:txBody>
      </p:sp>
      <p:sp>
        <p:nvSpPr>
          <p:cNvPr id="266" name="Partial Circle 9">
            <a:extLst>
              <a:ext uri="{FF2B5EF4-FFF2-40B4-BE49-F238E27FC236}">
                <a16:creationId xmlns:a16="http://schemas.microsoft.com/office/drawing/2014/main" id="{95E3D0C0-F471-47D7-9B54-CC1B9F289F59}"/>
              </a:ext>
            </a:extLst>
          </p:cNvPr>
          <p:cNvSpPr>
            <a:spLocks noChangeAspect="1"/>
          </p:cNvSpPr>
          <p:nvPr/>
        </p:nvSpPr>
        <p:spPr>
          <a:xfrm rot="16200000" flipH="1">
            <a:off x="2425736" y="3585381"/>
            <a:ext cx="102407" cy="197721"/>
          </a:xfrm>
          <a:prstGeom prst="pie">
            <a:avLst>
              <a:gd name="adj1" fmla="val 16258856"/>
              <a:gd name="adj2" fmla="val 19252600"/>
            </a:avLst>
          </a:prstGeom>
          <a:gradFill flip="none" rotWithShape="1">
            <a:gsLst>
              <a:gs pos="0">
                <a:schemeClr val="tx1"/>
              </a:gs>
              <a:gs pos="50000">
                <a:schemeClr val="tx1">
                  <a:lumMod val="50000"/>
                  <a:lumOff val="50000"/>
                </a:schemeClr>
              </a:gs>
              <a:gs pos="100000">
                <a:schemeClr val="bg1">
                  <a:lumMod val="50000"/>
                </a:schemeClr>
              </a:gs>
            </a:gsLst>
            <a:lin ang="2700000" scaled="1"/>
            <a:tileRect/>
          </a:gra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7" name="TextBox 10">
                <a:extLst>
                  <a:ext uri="{FF2B5EF4-FFF2-40B4-BE49-F238E27FC236}">
                    <a16:creationId xmlns:a16="http://schemas.microsoft.com/office/drawing/2014/main" id="{B215AA15-06BF-4D83-A5CD-B6A967095CE1}"/>
                  </a:ext>
                </a:extLst>
              </p:cNvPr>
              <p:cNvSpPr txBox="1"/>
              <p:nvPr/>
            </p:nvSpPr>
            <p:spPr>
              <a:xfrm>
                <a:off x="2061718" y="3620427"/>
                <a:ext cx="315234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>
                          <a:latin typeface="Cambria Math" panose="02040503050406030204" pitchFamily="18" charset="0"/>
                        </a:rPr>
                        <m:t>𝛼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267" name="TextBox 10">
                <a:extLst>
                  <a:ext uri="{FF2B5EF4-FFF2-40B4-BE49-F238E27FC236}">
                    <a16:creationId xmlns:a16="http://schemas.microsoft.com/office/drawing/2014/main" id="{B215AA15-06BF-4D83-A5CD-B6A967095C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61718" y="3620427"/>
                <a:ext cx="315234" cy="338554"/>
              </a:xfrm>
              <a:prstGeom prst="rect">
                <a:avLst/>
              </a:prstGeom>
              <a:blipFill>
                <a:blip r:embed="rId2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68" name="Straight Arrow Connector 17">
            <a:extLst>
              <a:ext uri="{FF2B5EF4-FFF2-40B4-BE49-F238E27FC236}">
                <a16:creationId xmlns:a16="http://schemas.microsoft.com/office/drawing/2014/main" id="{230BB7BA-7677-4C8C-B5E4-B82B7D463931}"/>
              </a:ext>
            </a:extLst>
          </p:cNvPr>
          <p:cNvCxnSpPr>
            <a:cxnSpLocks/>
          </p:cNvCxnSpPr>
          <p:nvPr/>
        </p:nvCxnSpPr>
        <p:spPr>
          <a:xfrm flipH="1">
            <a:off x="2268987" y="3685449"/>
            <a:ext cx="221585" cy="286539"/>
          </a:xfrm>
          <a:prstGeom prst="straightConnector1">
            <a:avLst/>
          </a:prstGeom>
          <a:ln w="38100">
            <a:solidFill>
              <a:schemeClr val="tx1"/>
            </a:solidFill>
            <a:tailEnd type="stealth" w="lg" len="lg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269" name="Partial Circle 9">
            <a:extLst>
              <a:ext uri="{FF2B5EF4-FFF2-40B4-BE49-F238E27FC236}">
                <a16:creationId xmlns:a16="http://schemas.microsoft.com/office/drawing/2014/main" id="{E72D69FE-BCE2-4231-B5B8-E4BAB5150F43}"/>
              </a:ext>
            </a:extLst>
          </p:cNvPr>
          <p:cNvSpPr>
            <a:spLocks noChangeAspect="1"/>
          </p:cNvSpPr>
          <p:nvPr/>
        </p:nvSpPr>
        <p:spPr>
          <a:xfrm>
            <a:off x="2413011" y="3548156"/>
            <a:ext cx="149214" cy="301366"/>
          </a:xfrm>
          <a:prstGeom prst="pie">
            <a:avLst>
              <a:gd name="adj1" fmla="val 16258856"/>
              <a:gd name="adj2" fmla="val 19252600"/>
            </a:avLst>
          </a:prstGeom>
          <a:gradFill flip="none" rotWithShape="1">
            <a:gsLst>
              <a:gs pos="0">
                <a:schemeClr val="tx1"/>
              </a:gs>
              <a:gs pos="50000">
                <a:schemeClr val="tx1">
                  <a:lumMod val="50000"/>
                  <a:lumOff val="50000"/>
                </a:schemeClr>
              </a:gs>
              <a:gs pos="100000">
                <a:schemeClr val="bg1">
                  <a:lumMod val="50000"/>
                </a:schemeClr>
              </a:gs>
            </a:gsLst>
            <a:lin ang="2700000" scaled="1"/>
            <a:tileRect/>
          </a:gra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0" name="TextBox 10">
                <a:extLst>
                  <a:ext uri="{FF2B5EF4-FFF2-40B4-BE49-F238E27FC236}">
                    <a16:creationId xmlns:a16="http://schemas.microsoft.com/office/drawing/2014/main" id="{2F6C10B6-03DA-4C5F-B367-63A41053B482}"/>
                  </a:ext>
                </a:extLst>
              </p:cNvPr>
              <p:cNvSpPr txBox="1"/>
              <p:nvPr/>
            </p:nvSpPr>
            <p:spPr>
              <a:xfrm>
                <a:off x="2452790" y="3300009"/>
                <a:ext cx="297046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>
                          <a:latin typeface="Cambria Math" panose="02040503050406030204" pitchFamily="18" charset="0"/>
                        </a:rPr>
                        <m:t>𝛽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270" name="TextBox 10">
                <a:extLst>
                  <a:ext uri="{FF2B5EF4-FFF2-40B4-BE49-F238E27FC236}">
                    <a16:creationId xmlns:a16="http://schemas.microsoft.com/office/drawing/2014/main" id="{2F6C10B6-03DA-4C5F-B367-63A41053B4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52790" y="3300009"/>
                <a:ext cx="297046" cy="338554"/>
              </a:xfrm>
              <a:prstGeom prst="rect">
                <a:avLst/>
              </a:prstGeom>
              <a:blipFill>
                <a:blip r:embed="rId29"/>
                <a:stretch>
                  <a:fillRect r="-4082" b="-892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71" name="Straight Arrow Connector 17">
            <a:extLst>
              <a:ext uri="{FF2B5EF4-FFF2-40B4-BE49-F238E27FC236}">
                <a16:creationId xmlns:a16="http://schemas.microsoft.com/office/drawing/2014/main" id="{050CD12B-2348-4EAE-8F7E-7F476F6AB6E3}"/>
              </a:ext>
            </a:extLst>
          </p:cNvPr>
          <p:cNvCxnSpPr>
            <a:cxnSpLocks/>
          </p:cNvCxnSpPr>
          <p:nvPr/>
        </p:nvCxnSpPr>
        <p:spPr>
          <a:xfrm flipV="1">
            <a:off x="2482485" y="3239724"/>
            <a:ext cx="571923" cy="449644"/>
          </a:xfrm>
          <a:prstGeom prst="straightConnector1">
            <a:avLst/>
          </a:prstGeom>
          <a:ln w="38100">
            <a:solidFill>
              <a:schemeClr val="tx1"/>
            </a:solidFill>
            <a:tailEnd type="stealth" w="lg" len="lg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52" name="Oval 23">
            <a:extLst>
              <a:ext uri="{FF2B5EF4-FFF2-40B4-BE49-F238E27FC236}">
                <a16:creationId xmlns:a16="http://schemas.microsoft.com/office/drawing/2014/main" id="{6454FEB7-1A49-4057-B9D1-C98AB19CFD06}"/>
              </a:ext>
            </a:extLst>
          </p:cNvPr>
          <p:cNvSpPr/>
          <p:nvPr/>
        </p:nvSpPr>
        <p:spPr>
          <a:xfrm>
            <a:off x="2742576" y="3860498"/>
            <a:ext cx="162450" cy="168277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154" name="Oval 23">
            <a:extLst>
              <a:ext uri="{FF2B5EF4-FFF2-40B4-BE49-F238E27FC236}">
                <a16:creationId xmlns:a16="http://schemas.microsoft.com/office/drawing/2014/main" id="{2FF5597B-5488-4B3C-BE8B-E0AD3A81CF14}"/>
              </a:ext>
            </a:extLst>
          </p:cNvPr>
          <p:cNvSpPr/>
          <p:nvPr/>
        </p:nvSpPr>
        <p:spPr>
          <a:xfrm>
            <a:off x="2056776" y="3327098"/>
            <a:ext cx="162450" cy="168277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6" name="文字方塊 155">
                <a:extLst>
                  <a:ext uri="{FF2B5EF4-FFF2-40B4-BE49-F238E27FC236}">
                    <a16:creationId xmlns:a16="http://schemas.microsoft.com/office/drawing/2014/main" id="{7D05204B-22BE-4DE9-AA50-5F23DEE9A2F6}"/>
                  </a:ext>
                </a:extLst>
              </p:cNvPr>
              <p:cNvSpPr txBox="1"/>
              <p:nvPr/>
            </p:nvSpPr>
            <p:spPr>
              <a:xfrm>
                <a:off x="3404205" y="3844729"/>
                <a:ext cx="1150186" cy="3231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5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500" b="0" i="1" smtClean="0">
                              <a:latin typeface="Cambria Math" panose="02040503050406030204" pitchFamily="18" charset="0"/>
                            </a:rPr>
                            <m:t>/2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500" dirty="0"/>
              </a:p>
            </p:txBody>
          </p:sp>
        </mc:Choice>
        <mc:Fallback xmlns="">
          <p:sp>
            <p:nvSpPr>
              <p:cNvPr id="156" name="文字方塊 155">
                <a:extLst>
                  <a:ext uri="{FF2B5EF4-FFF2-40B4-BE49-F238E27FC236}">
                    <a16:creationId xmlns:a16="http://schemas.microsoft.com/office/drawing/2014/main" id="{7D05204B-22BE-4DE9-AA50-5F23DEE9A2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04205" y="3844729"/>
                <a:ext cx="1150186" cy="323165"/>
              </a:xfrm>
              <a:prstGeom prst="rect">
                <a:avLst/>
              </a:prstGeom>
              <a:blipFill>
                <a:blip r:embed="rId30"/>
                <a:stretch>
                  <a:fillRect b="-943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7" name="文字方塊 156">
                <a:extLst>
                  <a:ext uri="{FF2B5EF4-FFF2-40B4-BE49-F238E27FC236}">
                    <a16:creationId xmlns:a16="http://schemas.microsoft.com/office/drawing/2014/main" id="{834029C9-84F7-4B57-9E81-D8CCCEEA55EA}"/>
                  </a:ext>
                </a:extLst>
              </p:cNvPr>
              <p:cNvSpPr txBox="1"/>
              <p:nvPr/>
            </p:nvSpPr>
            <p:spPr>
              <a:xfrm>
                <a:off x="363604" y="2248720"/>
                <a:ext cx="1150186" cy="3231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5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5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/2,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500" dirty="0"/>
              </a:p>
            </p:txBody>
          </p:sp>
        </mc:Choice>
        <mc:Fallback xmlns="">
          <p:sp>
            <p:nvSpPr>
              <p:cNvPr id="157" name="文字方塊 156">
                <a:extLst>
                  <a:ext uri="{FF2B5EF4-FFF2-40B4-BE49-F238E27FC236}">
                    <a16:creationId xmlns:a16="http://schemas.microsoft.com/office/drawing/2014/main" id="{834029C9-84F7-4B57-9E81-D8CCCEEA55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3604" y="2248720"/>
                <a:ext cx="1150186" cy="323165"/>
              </a:xfrm>
              <a:prstGeom prst="rect">
                <a:avLst/>
              </a:prstGeom>
              <a:blipFill>
                <a:blip r:embed="rId31"/>
                <a:stretch>
                  <a:fillRect b="-943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8" name="直線接點 157">
            <a:extLst>
              <a:ext uri="{FF2B5EF4-FFF2-40B4-BE49-F238E27FC236}">
                <a16:creationId xmlns:a16="http://schemas.microsoft.com/office/drawing/2014/main" id="{DA529A4E-3BAB-45BB-8274-1088EF0B43A5}"/>
              </a:ext>
            </a:extLst>
          </p:cNvPr>
          <p:cNvCxnSpPr>
            <a:cxnSpLocks/>
          </p:cNvCxnSpPr>
          <p:nvPr/>
        </p:nvCxnSpPr>
        <p:spPr>
          <a:xfrm flipV="1">
            <a:off x="1614805" y="3410397"/>
            <a:ext cx="453250" cy="188"/>
          </a:xfrm>
          <a:prstGeom prst="line">
            <a:avLst/>
          </a:prstGeom>
          <a:ln w="9525" cap="flat" cmpd="sng" algn="ctr">
            <a:solidFill>
              <a:schemeClr val="bg1">
                <a:lumMod val="5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59" name="直線接點 158">
            <a:extLst>
              <a:ext uri="{FF2B5EF4-FFF2-40B4-BE49-F238E27FC236}">
                <a16:creationId xmlns:a16="http://schemas.microsoft.com/office/drawing/2014/main" id="{F100F92B-B8C5-4A0F-B866-E2BAB0C4087A}"/>
              </a:ext>
            </a:extLst>
          </p:cNvPr>
          <p:cNvCxnSpPr>
            <a:cxnSpLocks/>
          </p:cNvCxnSpPr>
          <p:nvPr/>
        </p:nvCxnSpPr>
        <p:spPr>
          <a:xfrm>
            <a:off x="2918460" y="3970973"/>
            <a:ext cx="418783" cy="0"/>
          </a:xfrm>
          <a:prstGeom prst="line">
            <a:avLst/>
          </a:prstGeom>
          <a:ln w="9525" cap="flat" cmpd="sng" algn="ctr">
            <a:solidFill>
              <a:schemeClr val="bg1">
                <a:lumMod val="5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60" name="直線接點 159">
            <a:extLst>
              <a:ext uri="{FF2B5EF4-FFF2-40B4-BE49-F238E27FC236}">
                <a16:creationId xmlns:a16="http://schemas.microsoft.com/office/drawing/2014/main" id="{A656DF39-7853-456D-84EE-B2D69029F0B5}"/>
              </a:ext>
            </a:extLst>
          </p:cNvPr>
          <p:cNvCxnSpPr>
            <a:cxnSpLocks/>
          </p:cNvCxnSpPr>
          <p:nvPr/>
        </p:nvCxnSpPr>
        <p:spPr>
          <a:xfrm flipV="1">
            <a:off x="3261043" y="3508375"/>
            <a:ext cx="120332" cy="100649"/>
          </a:xfrm>
          <a:prstGeom prst="line">
            <a:avLst/>
          </a:prstGeom>
          <a:ln w="9525" cap="flat" cmpd="sng" algn="ctr">
            <a:solidFill>
              <a:schemeClr val="bg1">
                <a:lumMod val="5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61" name="直線接點 160">
            <a:extLst>
              <a:ext uri="{FF2B5EF4-FFF2-40B4-BE49-F238E27FC236}">
                <a16:creationId xmlns:a16="http://schemas.microsoft.com/office/drawing/2014/main" id="{C2ECA97C-3D5E-4873-BF49-1B844DE8012B}"/>
              </a:ext>
            </a:extLst>
          </p:cNvPr>
          <p:cNvCxnSpPr>
            <a:cxnSpLocks/>
          </p:cNvCxnSpPr>
          <p:nvPr/>
        </p:nvCxnSpPr>
        <p:spPr>
          <a:xfrm flipV="1">
            <a:off x="1599843" y="3750766"/>
            <a:ext cx="105264" cy="191632"/>
          </a:xfrm>
          <a:prstGeom prst="line">
            <a:avLst/>
          </a:prstGeom>
          <a:ln w="9525" cap="flat" cmpd="sng" algn="ctr">
            <a:solidFill>
              <a:schemeClr val="bg1">
                <a:lumMod val="5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6" name="文字方塊 125">
                <a:extLst>
                  <a:ext uri="{FF2B5EF4-FFF2-40B4-BE49-F238E27FC236}">
                    <a16:creationId xmlns:a16="http://schemas.microsoft.com/office/drawing/2014/main" id="{E8B93DEA-FA7A-44F0-BD67-719B3E65DA8A}"/>
                  </a:ext>
                </a:extLst>
              </p:cNvPr>
              <p:cNvSpPr txBox="1"/>
              <p:nvPr/>
            </p:nvSpPr>
            <p:spPr>
              <a:xfrm>
                <a:off x="6994665" y="4501420"/>
                <a:ext cx="812954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600" i="1" smtClean="0">
                          <a:latin typeface="Cambria Math" panose="02040503050406030204" pitchFamily="18" charset="0"/>
                        </a:rPr>
                        <m:t>|</m:t>
                      </m:r>
                      <m:d>
                        <m:dPr>
                          <m:begChr m:val=""/>
                          <m:endChr m:val="⟩"/>
                          <m:ctrlPr>
                            <a:rPr lang="en-US" altLang="zh-TW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−1, </m:t>
                          </m:r>
                          <m:r>
                            <a:rPr lang="en-US" altLang="zh-TW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d>
                    </m:oMath>
                  </m:oMathPara>
                </a14:m>
                <a:endParaRPr lang="zh-TW" altLang="en-US" sz="1600" dirty="0"/>
              </a:p>
            </p:txBody>
          </p:sp>
        </mc:Choice>
        <mc:Fallback xmlns="">
          <p:sp>
            <p:nvSpPr>
              <p:cNvPr id="126" name="文字方塊 125">
                <a:extLst>
                  <a:ext uri="{FF2B5EF4-FFF2-40B4-BE49-F238E27FC236}">
                    <a16:creationId xmlns:a16="http://schemas.microsoft.com/office/drawing/2014/main" id="{E8B93DEA-FA7A-44F0-BD67-719B3E65DA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94665" y="4501420"/>
                <a:ext cx="812954" cy="338554"/>
              </a:xfrm>
              <a:prstGeom prst="rect">
                <a:avLst/>
              </a:prstGeom>
              <a:blipFill>
                <a:blip r:embed="rId32"/>
                <a:stretch>
                  <a:fillRect t="-108929" r="-46269" b="-16785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7" name="文字方塊 126">
                <a:extLst>
                  <a:ext uri="{FF2B5EF4-FFF2-40B4-BE49-F238E27FC236}">
                    <a16:creationId xmlns:a16="http://schemas.microsoft.com/office/drawing/2014/main" id="{86E23423-9563-4D62-A1A9-0D27E09B338A}"/>
                  </a:ext>
                </a:extLst>
              </p:cNvPr>
              <p:cNvSpPr txBox="1"/>
              <p:nvPr/>
            </p:nvSpPr>
            <p:spPr>
              <a:xfrm>
                <a:off x="6994665" y="2555828"/>
                <a:ext cx="812954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600" i="1" smtClean="0">
                          <a:latin typeface="Cambria Math" panose="02040503050406030204" pitchFamily="18" charset="0"/>
                        </a:rPr>
                        <m:t>|</m:t>
                      </m:r>
                      <m:d>
                        <m:dPr>
                          <m:begChr m:val=""/>
                          <m:endChr m:val="⟩"/>
                          <m:ctrlPr>
                            <a:rPr lang="en-US" altLang="zh-TW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1, 0</m:t>
                          </m:r>
                        </m:e>
                      </m:d>
                    </m:oMath>
                  </m:oMathPara>
                </a14:m>
                <a:endParaRPr lang="zh-TW" altLang="en-US" sz="1600" dirty="0"/>
              </a:p>
            </p:txBody>
          </p:sp>
        </mc:Choice>
        <mc:Fallback xmlns="">
          <p:sp>
            <p:nvSpPr>
              <p:cNvPr id="127" name="文字方塊 126">
                <a:extLst>
                  <a:ext uri="{FF2B5EF4-FFF2-40B4-BE49-F238E27FC236}">
                    <a16:creationId xmlns:a16="http://schemas.microsoft.com/office/drawing/2014/main" id="{86E23423-9563-4D62-A1A9-0D27E09B33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94665" y="2555828"/>
                <a:ext cx="812954" cy="338554"/>
              </a:xfrm>
              <a:prstGeom prst="rect">
                <a:avLst/>
              </a:prstGeom>
              <a:blipFill>
                <a:blip r:embed="rId33"/>
                <a:stretch>
                  <a:fillRect t="-108929" r="-36567" b="-16785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28" name="群組 127">
            <a:extLst>
              <a:ext uri="{FF2B5EF4-FFF2-40B4-BE49-F238E27FC236}">
                <a16:creationId xmlns:a16="http://schemas.microsoft.com/office/drawing/2014/main" id="{2A5665A9-CE12-4671-BF3C-4662747F2F96}"/>
              </a:ext>
            </a:extLst>
          </p:cNvPr>
          <p:cNvGrpSpPr/>
          <p:nvPr/>
        </p:nvGrpSpPr>
        <p:grpSpPr>
          <a:xfrm>
            <a:off x="7184183" y="1808686"/>
            <a:ext cx="115586" cy="110880"/>
            <a:chOff x="1373392" y="2391862"/>
            <a:chExt cx="479433" cy="476535"/>
          </a:xfrm>
        </p:grpSpPr>
        <p:sp>
          <p:nvSpPr>
            <p:cNvPr id="129" name="箭號: 向右 128">
              <a:extLst>
                <a:ext uri="{FF2B5EF4-FFF2-40B4-BE49-F238E27FC236}">
                  <a16:creationId xmlns:a16="http://schemas.microsoft.com/office/drawing/2014/main" id="{F3EBF984-965D-45D6-847D-E8555D69B30C}"/>
                </a:ext>
              </a:extLst>
            </p:cNvPr>
            <p:cNvSpPr/>
            <p:nvPr/>
          </p:nvSpPr>
          <p:spPr>
            <a:xfrm>
              <a:off x="1411244" y="2735868"/>
              <a:ext cx="441581" cy="132529"/>
            </a:xfrm>
            <a:prstGeom prst="rightArrow">
              <a:avLst>
                <a:gd name="adj1" fmla="val 50000"/>
                <a:gd name="adj2" fmla="val 99023"/>
              </a:avLst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130" name="箭號: 向右 129">
              <a:extLst>
                <a:ext uri="{FF2B5EF4-FFF2-40B4-BE49-F238E27FC236}">
                  <a16:creationId xmlns:a16="http://schemas.microsoft.com/office/drawing/2014/main" id="{1E986854-FDBE-4802-B7F2-DD0520A5BA5C}"/>
                </a:ext>
              </a:extLst>
            </p:cNvPr>
            <p:cNvSpPr/>
            <p:nvPr/>
          </p:nvSpPr>
          <p:spPr>
            <a:xfrm rot="16200000">
              <a:off x="1218866" y="2546388"/>
              <a:ext cx="441581" cy="132529"/>
            </a:xfrm>
            <a:prstGeom prst="rightArrow">
              <a:avLst>
                <a:gd name="adj1" fmla="val 50000"/>
                <a:gd name="adj2" fmla="val 99023"/>
              </a:avLst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2000" dirty="0">
                <a:solidFill>
                  <a:schemeClr val="tx1"/>
                </a:solidFill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31" name="文字方塊 130">
                <a:extLst>
                  <a:ext uri="{FF2B5EF4-FFF2-40B4-BE49-F238E27FC236}">
                    <a16:creationId xmlns:a16="http://schemas.microsoft.com/office/drawing/2014/main" id="{303D965C-45EE-457E-932C-781443C623C7}"/>
                  </a:ext>
                </a:extLst>
              </p:cNvPr>
              <p:cNvSpPr txBox="1"/>
              <p:nvPr/>
            </p:nvSpPr>
            <p:spPr>
              <a:xfrm>
                <a:off x="7064306" y="1435710"/>
                <a:ext cx="438402" cy="4242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</m:oMath>
                  </m:oMathPara>
                </a14:m>
                <a:endParaRPr lang="en-US" altLang="zh-TW" sz="2000" dirty="0"/>
              </a:p>
            </p:txBody>
          </p:sp>
        </mc:Choice>
        <mc:Fallback xmlns="">
          <p:sp>
            <p:nvSpPr>
              <p:cNvPr id="131" name="文字方塊 130">
                <a:extLst>
                  <a:ext uri="{FF2B5EF4-FFF2-40B4-BE49-F238E27FC236}">
                    <a16:creationId xmlns:a16="http://schemas.microsoft.com/office/drawing/2014/main" id="{303D965C-45EE-457E-932C-781443C623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64306" y="1435710"/>
                <a:ext cx="438402" cy="424283"/>
              </a:xfrm>
              <a:prstGeom prst="rect">
                <a:avLst/>
              </a:prstGeom>
              <a:blipFill>
                <a:blip r:embed="rId34"/>
                <a:stretch>
                  <a:fillRect b="-579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2" name="文字方塊 131">
                <a:extLst>
                  <a:ext uri="{FF2B5EF4-FFF2-40B4-BE49-F238E27FC236}">
                    <a16:creationId xmlns:a16="http://schemas.microsoft.com/office/drawing/2014/main" id="{3B8DD08D-7DD8-4956-B542-87A4226E1C30}"/>
                  </a:ext>
                </a:extLst>
              </p:cNvPr>
              <p:cNvSpPr txBox="1"/>
              <p:nvPr/>
            </p:nvSpPr>
            <p:spPr>
              <a:xfrm>
                <a:off x="7237289" y="1713862"/>
                <a:ext cx="388427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</m:oMath>
                  </m:oMathPara>
                </a14:m>
                <a:endParaRPr lang="en-US" altLang="zh-TW" sz="2000" dirty="0"/>
              </a:p>
            </p:txBody>
          </p:sp>
        </mc:Choice>
        <mc:Fallback xmlns="">
          <p:sp>
            <p:nvSpPr>
              <p:cNvPr id="132" name="文字方塊 131">
                <a:extLst>
                  <a:ext uri="{FF2B5EF4-FFF2-40B4-BE49-F238E27FC236}">
                    <a16:creationId xmlns:a16="http://schemas.microsoft.com/office/drawing/2014/main" id="{3B8DD08D-7DD8-4956-B542-87A4226E1C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37289" y="1713862"/>
                <a:ext cx="388427" cy="400110"/>
              </a:xfrm>
              <a:prstGeom prst="rect">
                <a:avLst/>
              </a:prstGeom>
              <a:blipFill>
                <a:blip r:embed="rId35"/>
                <a:stretch>
                  <a:fillRect b="-757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3" name="文字方塊 132">
                <a:extLst>
                  <a:ext uri="{FF2B5EF4-FFF2-40B4-BE49-F238E27FC236}">
                    <a16:creationId xmlns:a16="http://schemas.microsoft.com/office/drawing/2014/main" id="{619287B3-724C-4B78-AE6C-AEC645042ADB}"/>
                  </a:ext>
                </a:extLst>
              </p:cNvPr>
              <p:cNvSpPr txBox="1"/>
              <p:nvPr/>
            </p:nvSpPr>
            <p:spPr>
              <a:xfrm>
                <a:off x="6540846" y="2179934"/>
                <a:ext cx="652306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0.1</m:t>
                          </m:r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en-US" altLang="zh-TW" sz="1600" dirty="0"/>
              </a:p>
            </p:txBody>
          </p:sp>
        </mc:Choice>
        <mc:Fallback xmlns="">
          <p:sp>
            <p:nvSpPr>
              <p:cNvPr id="133" name="文字方塊 132">
                <a:extLst>
                  <a:ext uri="{FF2B5EF4-FFF2-40B4-BE49-F238E27FC236}">
                    <a16:creationId xmlns:a16="http://schemas.microsoft.com/office/drawing/2014/main" id="{619287B3-724C-4B78-AE6C-AEC645042A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40846" y="2179934"/>
                <a:ext cx="652306" cy="338554"/>
              </a:xfrm>
              <a:prstGeom prst="rect">
                <a:avLst/>
              </a:prstGeom>
              <a:blipFill>
                <a:blip r:embed="rId36"/>
                <a:stretch>
                  <a:fillRect b="-727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4" name="文字方塊 133">
            <a:extLst>
              <a:ext uri="{FF2B5EF4-FFF2-40B4-BE49-F238E27FC236}">
                <a16:creationId xmlns:a16="http://schemas.microsoft.com/office/drawing/2014/main" id="{6918AAE3-0D53-4F55-A3C5-96DDE2E6E146}"/>
              </a:ext>
            </a:extLst>
          </p:cNvPr>
          <p:cNvSpPr txBox="1"/>
          <p:nvPr/>
        </p:nvSpPr>
        <p:spPr>
          <a:xfrm>
            <a:off x="5543826" y="125920"/>
            <a:ext cx="3714632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Longitudinal component</a:t>
            </a:r>
            <a:endParaRPr lang="zh-TW" altLang="en-US" sz="2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5" name="文字方塊 134">
                <a:extLst>
                  <a:ext uri="{FF2B5EF4-FFF2-40B4-BE49-F238E27FC236}">
                    <a16:creationId xmlns:a16="http://schemas.microsoft.com/office/drawing/2014/main" id="{CC9B6127-BB22-4B06-9027-8942AA82D111}"/>
                  </a:ext>
                </a:extLst>
              </p:cNvPr>
              <p:cNvSpPr txBox="1"/>
              <p:nvPr/>
            </p:nvSpPr>
            <p:spPr>
              <a:xfrm>
                <a:off x="6358604" y="1285730"/>
                <a:ext cx="1673596" cy="3231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5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𝛼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</m:d>
                      <m:r>
                        <a:rPr lang="en-US" altLang="zh-TW" sz="150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zh-TW" sz="15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0, </m:t>
                          </m:r>
                          <m:r>
                            <m:rPr>
                              <m:nor/>
                            </m:rPr>
                            <a:rPr lang="en-US" altLang="zh-TW" sz="150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</m:oMath>
                  </m:oMathPara>
                </a14:m>
                <a:endParaRPr lang="zh-TW" altLang="en-US" sz="1500" dirty="0"/>
              </a:p>
            </p:txBody>
          </p:sp>
        </mc:Choice>
        <mc:Fallback xmlns="">
          <p:sp>
            <p:nvSpPr>
              <p:cNvPr id="135" name="文字方塊 134">
                <a:extLst>
                  <a:ext uri="{FF2B5EF4-FFF2-40B4-BE49-F238E27FC236}">
                    <a16:creationId xmlns:a16="http://schemas.microsoft.com/office/drawing/2014/main" id="{CC9B6127-BB22-4B06-9027-8942AA82D1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58604" y="1285730"/>
                <a:ext cx="1673596" cy="323165"/>
              </a:xfrm>
              <a:prstGeom prst="rect">
                <a:avLst/>
              </a:prstGeom>
              <a:blipFill>
                <a:blip r:embed="rId37"/>
                <a:stretch>
                  <a:fillRect b="-943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6" name="文字方塊 135">
                <a:extLst>
                  <a:ext uri="{FF2B5EF4-FFF2-40B4-BE49-F238E27FC236}">
                    <a16:creationId xmlns:a16="http://schemas.microsoft.com/office/drawing/2014/main" id="{9AF907CE-03E4-42F9-9A46-20CFF122BE0A}"/>
                  </a:ext>
                </a:extLst>
              </p:cNvPr>
              <p:cNvSpPr txBox="1"/>
              <p:nvPr/>
            </p:nvSpPr>
            <p:spPr>
              <a:xfrm>
                <a:off x="5301973" y="3844729"/>
                <a:ext cx="1150186" cy="3231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5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0, 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500" dirty="0"/>
              </a:p>
            </p:txBody>
          </p:sp>
        </mc:Choice>
        <mc:Fallback xmlns="">
          <p:sp>
            <p:nvSpPr>
              <p:cNvPr id="136" name="文字方塊 135">
                <a:extLst>
                  <a:ext uri="{FF2B5EF4-FFF2-40B4-BE49-F238E27FC236}">
                    <a16:creationId xmlns:a16="http://schemas.microsoft.com/office/drawing/2014/main" id="{9AF907CE-03E4-42F9-9A46-20CFF122BE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01973" y="3844729"/>
                <a:ext cx="1150186" cy="323165"/>
              </a:xfrm>
              <a:prstGeom prst="rect">
                <a:avLst/>
              </a:prstGeom>
              <a:blipFill>
                <a:blip r:embed="rId38"/>
                <a:stretch>
                  <a:fillRect b="-943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7" name="文字方塊 136">
                <a:extLst>
                  <a:ext uri="{FF2B5EF4-FFF2-40B4-BE49-F238E27FC236}">
                    <a16:creationId xmlns:a16="http://schemas.microsoft.com/office/drawing/2014/main" id="{668F1432-99A9-4A6C-9F43-F3B8F64F7EEC}"/>
                  </a:ext>
                </a:extLst>
              </p:cNvPr>
              <p:cNvSpPr txBox="1"/>
              <p:nvPr/>
            </p:nvSpPr>
            <p:spPr>
              <a:xfrm>
                <a:off x="8331357" y="2248720"/>
                <a:ext cx="1150186" cy="3231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5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500" dirty="0"/>
              </a:p>
            </p:txBody>
          </p:sp>
        </mc:Choice>
        <mc:Fallback xmlns="">
          <p:sp>
            <p:nvSpPr>
              <p:cNvPr id="137" name="文字方塊 136">
                <a:extLst>
                  <a:ext uri="{FF2B5EF4-FFF2-40B4-BE49-F238E27FC236}">
                    <a16:creationId xmlns:a16="http://schemas.microsoft.com/office/drawing/2014/main" id="{668F1432-99A9-4A6C-9F43-F3B8F64F7E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31357" y="2248720"/>
                <a:ext cx="1150186" cy="323165"/>
              </a:xfrm>
              <a:prstGeom prst="rect">
                <a:avLst/>
              </a:prstGeom>
              <a:blipFill>
                <a:blip r:embed="rId39"/>
                <a:stretch>
                  <a:fillRect b="-943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8" name="文字方塊 137">
                <a:extLst>
                  <a:ext uri="{FF2B5EF4-FFF2-40B4-BE49-F238E27FC236}">
                    <a16:creationId xmlns:a16="http://schemas.microsoft.com/office/drawing/2014/main" id="{E5062BB6-1F5F-49B0-AC4E-BD6AF705F7D9}"/>
                  </a:ext>
                </a:extLst>
              </p:cNvPr>
              <p:cNvSpPr txBox="1"/>
              <p:nvPr/>
            </p:nvSpPr>
            <p:spPr>
              <a:xfrm>
                <a:off x="6826049" y="4840301"/>
                <a:ext cx="1150186" cy="3231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5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0,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𝜋</m:t>
                          </m:r>
                        </m:e>
                      </m:d>
                    </m:oMath>
                  </m:oMathPara>
                </a14:m>
                <a:endParaRPr lang="zh-TW" altLang="en-US" sz="1500" dirty="0"/>
              </a:p>
            </p:txBody>
          </p:sp>
        </mc:Choice>
        <mc:Fallback xmlns="">
          <p:sp>
            <p:nvSpPr>
              <p:cNvPr id="138" name="文字方塊 137">
                <a:extLst>
                  <a:ext uri="{FF2B5EF4-FFF2-40B4-BE49-F238E27FC236}">
                    <a16:creationId xmlns:a16="http://schemas.microsoft.com/office/drawing/2014/main" id="{E5062BB6-1F5F-49B0-AC4E-BD6AF705F7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26049" y="4840301"/>
                <a:ext cx="1150186" cy="323165"/>
              </a:xfrm>
              <a:prstGeom prst="rect">
                <a:avLst/>
              </a:prstGeom>
              <a:blipFill>
                <a:blip r:embed="rId4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39" name="圖片 138">
            <a:extLst>
              <a:ext uri="{FF2B5EF4-FFF2-40B4-BE49-F238E27FC236}">
                <a16:creationId xmlns:a16="http://schemas.microsoft.com/office/drawing/2014/main" id="{2871FC18-2515-486A-8779-1081FF067B8A}"/>
              </a:ext>
            </a:extLst>
          </p:cNvPr>
          <p:cNvPicPr>
            <a:picLocks noChangeAspect="1"/>
          </p:cNvPicPr>
          <p:nvPr/>
        </p:nvPicPr>
        <p:blipFill rotWithShape="1">
          <a:blip r:embed="rId2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0879" t="9023" r="4888" b="70339"/>
          <a:stretch/>
        </p:blipFill>
        <p:spPr>
          <a:xfrm>
            <a:off x="7871070" y="1257930"/>
            <a:ext cx="413382" cy="134348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40" name="文字方塊 139">
                <a:extLst>
                  <a:ext uri="{FF2B5EF4-FFF2-40B4-BE49-F238E27FC236}">
                    <a16:creationId xmlns:a16="http://schemas.microsoft.com/office/drawing/2014/main" id="{726610E8-A3E6-40AC-A6E7-61A429B6B0FC}"/>
                  </a:ext>
                </a:extLst>
              </p:cNvPr>
              <p:cNvSpPr txBox="1"/>
              <p:nvPr/>
            </p:nvSpPr>
            <p:spPr>
              <a:xfrm>
                <a:off x="7789606" y="2342403"/>
                <a:ext cx="478319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sz="1400"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altLang="zh-TW" sz="1400">
                          <a:latin typeface="Cambria Math" panose="02040503050406030204" pitchFamily="18" charset="0"/>
                        </a:rPr>
                        <m:t>.</m:t>
                      </m:r>
                      <m:r>
                        <m:rPr>
                          <m:sty m:val="p"/>
                        </m:rPr>
                        <a:rPr lang="en-US" altLang="zh-TW" sz="1400">
                          <a:latin typeface="Cambria Math" panose="02040503050406030204" pitchFamily="18" charset="0"/>
                        </a:rPr>
                        <m:t>u</m:t>
                      </m:r>
                      <m:r>
                        <a:rPr lang="en-US" altLang="zh-TW" sz="140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TW" altLang="en-US" sz="1400" dirty="0"/>
              </a:p>
            </p:txBody>
          </p:sp>
        </mc:Choice>
        <mc:Fallback xmlns="">
          <p:sp>
            <p:nvSpPr>
              <p:cNvPr id="140" name="文字方塊 139">
                <a:extLst>
                  <a:ext uri="{FF2B5EF4-FFF2-40B4-BE49-F238E27FC236}">
                    <a16:creationId xmlns:a16="http://schemas.microsoft.com/office/drawing/2014/main" id="{726610E8-A3E6-40AC-A6E7-61A429B6B0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89606" y="2342403"/>
                <a:ext cx="478319" cy="307777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1" name="Oval 14">
            <a:extLst>
              <a:ext uri="{FF2B5EF4-FFF2-40B4-BE49-F238E27FC236}">
                <a16:creationId xmlns:a16="http://schemas.microsoft.com/office/drawing/2014/main" id="{FE0DD788-7310-41E0-8A2B-09D552F8BEA1}"/>
              </a:ext>
            </a:extLst>
          </p:cNvPr>
          <p:cNvSpPr/>
          <p:nvPr/>
        </p:nvSpPr>
        <p:spPr>
          <a:xfrm>
            <a:off x="7317889" y="2852108"/>
            <a:ext cx="162450" cy="168277"/>
          </a:xfrm>
          <a:prstGeom prst="ellipse">
            <a:avLst/>
          </a:prstGeom>
          <a:gradFill flip="none" rotWithShape="1">
            <a:gsLst>
              <a:gs pos="0">
                <a:srgbClr val="D1D1D1"/>
              </a:gs>
              <a:gs pos="23000">
                <a:schemeClr val="bg1">
                  <a:lumMod val="85000"/>
                </a:schemeClr>
              </a:gs>
              <a:gs pos="69000">
                <a:schemeClr val="accent3">
                  <a:lumMod val="75000"/>
                </a:schemeClr>
              </a:gs>
              <a:gs pos="97000">
                <a:schemeClr val="accent3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/>
          </a:p>
        </p:txBody>
      </p:sp>
      <p:sp>
        <p:nvSpPr>
          <p:cNvPr id="142" name="Oval 4">
            <a:extLst>
              <a:ext uri="{FF2B5EF4-FFF2-40B4-BE49-F238E27FC236}">
                <a16:creationId xmlns:a16="http://schemas.microsoft.com/office/drawing/2014/main" id="{6D195008-3FED-46DF-A9CD-D4BA656DF65D}"/>
              </a:ext>
            </a:extLst>
          </p:cNvPr>
          <p:cNvSpPr/>
          <p:nvPr/>
        </p:nvSpPr>
        <p:spPr>
          <a:xfrm>
            <a:off x="6679308" y="2936246"/>
            <a:ext cx="1443999" cy="1495797"/>
          </a:xfrm>
          <a:prstGeom prst="ellipse">
            <a:avLst/>
          </a:prstGeom>
          <a:gradFill flip="none" rotWithShape="1">
            <a:gsLst>
              <a:gs pos="100000">
                <a:schemeClr val="accent3">
                  <a:lumMod val="60000"/>
                  <a:lumOff val="40000"/>
                  <a:alpha val="60000"/>
                </a:schemeClr>
              </a:gs>
              <a:gs pos="55000">
                <a:schemeClr val="accent3">
                  <a:lumMod val="40000"/>
                  <a:lumOff val="60000"/>
                  <a:alpha val="60000"/>
                </a:schemeClr>
              </a:gs>
              <a:gs pos="0">
                <a:schemeClr val="bg1">
                  <a:alpha val="6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 w="57150">
            <a:solidFill>
              <a:srgbClr val="D5D7D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143" name="Oval 15">
            <a:extLst>
              <a:ext uri="{FF2B5EF4-FFF2-40B4-BE49-F238E27FC236}">
                <a16:creationId xmlns:a16="http://schemas.microsoft.com/office/drawing/2014/main" id="{F3A665A4-43CD-44C4-9890-28F1A1FA1BBB}"/>
              </a:ext>
            </a:extLst>
          </p:cNvPr>
          <p:cNvSpPr/>
          <p:nvPr/>
        </p:nvSpPr>
        <p:spPr>
          <a:xfrm>
            <a:off x="7317889" y="4347065"/>
            <a:ext cx="162450" cy="168277"/>
          </a:xfrm>
          <a:prstGeom prst="ellipse">
            <a:avLst/>
          </a:prstGeom>
          <a:gradFill flip="none" rotWithShape="1">
            <a:gsLst>
              <a:gs pos="17000">
                <a:srgbClr val="D1D1D1"/>
              </a:gs>
              <a:gs pos="0">
                <a:schemeClr val="bg1">
                  <a:lumMod val="85000"/>
                </a:schemeClr>
              </a:gs>
              <a:gs pos="60000">
                <a:schemeClr val="accent3">
                  <a:lumMod val="75000"/>
                </a:schemeClr>
              </a:gs>
              <a:gs pos="97000">
                <a:schemeClr val="accent3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144" name="SHO">
            <a:extLst>
              <a:ext uri="{FF2B5EF4-FFF2-40B4-BE49-F238E27FC236}">
                <a16:creationId xmlns:a16="http://schemas.microsoft.com/office/drawing/2014/main" id="{FE8BDC71-8A57-4EC3-8D42-238E539F91A3}"/>
              </a:ext>
            </a:extLst>
          </p:cNvPr>
          <p:cNvSpPr/>
          <p:nvPr/>
        </p:nvSpPr>
        <p:spPr>
          <a:xfrm rot="16200000">
            <a:off x="7087769" y="2962645"/>
            <a:ext cx="622693" cy="1443999"/>
          </a:xfrm>
          <a:prstGeom prst="arc">
            <a:avLst>
              <a:gd name="adj1" fmla="val 5396867"/>
              <a:gd name="adj2" fmla="val 5395779"/>
            </a:avLst>
          </a:prstGeom>
          <a:gradFill flip="none" rotWithShape="1">
            <a:gsLst>
              <a:gs pos="0">
                <a:schemeClr val="bg1">
                  <a:lumMod val="65000"/>
                </a:schemeClr>
              </a:gs>
              <a:gs pos="47000">
                <a:schemeClr val="bg1">
                  <a:lumMod val="50000"/>
                </a:schemeClr>
              </a:gs>
              <a:gs pos="97000">
                <a:srgbClr val="5E5E5E"/>
              </a:gs>
            </a:gsLst>
            <a:path path="circle">
              <a:fillToRect l="50000" t="50000" r="50000" b="50000"/>
            </a:path>
            <a:tileRect/>
          </a:gradFill>
          <a:ln w="31750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145" name="SVO">
            <a:extLst>
              <a:ext uri="{FF2B5EF4-FFF2-40B4-BE49-F238E27FC236}">
                <a16:creationId xmlns:a16="http://schemas.microsoft.com/office/drawing/2014/main" id="{A938BD71-E650-4F5A-80D2-6DE6EE3A2905}"/>
              </a:ext>
            </a:extLst>
          </p:cNvPr>
          <p:cNvSpPr/>
          <p:nvPr/>
        </p:nvSpPr>
        <p:spPr>
          <a:xfrm>
            <a:off x="7037215" y="2936747"/>
            <a:ext cx="722000" cy="1495797"/>
          </a:xfrm>
          <a:prstGeom prst="ellipse">
            <a:avLst/>
          </a:prstGeom>
          <a:noFill/>
          <a:ln w="25400">
            <a:solidFill>
              <a:schemeClr val="bg1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146" name="Oval 6">
            <a:extLst>
              <a:ext uri="{FF2B5EF4-FFF2-40B4-BE49-F238E27FC236}">
                <a16:creationId xmlns:a16="http://schemas.microsoft.com/office/drawing/2014/main" id="{4FBC26FB-C336-4166-BB07-0CEFAE2803A0}"/>
              </a:ext>
            </a:extLst>
          </p:cNvPr>
          <p:cNvSpPr/>
          <p:nvPr/>
        </p:nvSpPr>
        <p:spPr>
          <a:xfrm rot="16200000">
            <a:off x="7087769" y="2962645"/>
            <a:ext cx="622693" cy="1443999"/>
          </a:xfrm>
          <a:prstGeom prst="ellipse">
            <a:avLst/>
          </a:prstGeom>
          <a:noFill/>
          <a:ln w="38100">
            <a:solidFill>
              <a:schemeClr val="tx1">
                <a:alpha val="6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7" name="TextBox 11">
                <a:extLst>
                  <a:ext uri="{FF2B5EF4-FFF2-40B4-BE49-F238E27FC236}">
                    <a16:creationId xmlns:a16="http://schemas.microsoft.com/office/drawing/2014/main" id="{65338569-867D-43FF-ACD0-E22339727DA1}"/>
                  </a:ext>
                </a:extLst>
              </p:cNvPr>
              <p:cNvSpPr txBox="1"/>
              <p:nvPr/>
            </p:nvSpPr>
            <p:spPr>
              <a:xfrm>
                <a:off x="6849417" y="3506293"/>
                <a:ext cx="176928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147" name="TextBox 11">
                <a:extLst>
                  <a:ext uri="{FF2B5EF4-FFF2-40B4-BE49-F238E27FC236}">
                    <a16:creationId xmlns:a16="http://schemas.microsoft.com/office/drawing/2014/main" id="{65338569-867D-43FF-ACD0-E22339727D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49417" y="3506293"/>
                <a:ext cx="176928" cy="338554"/>
              </a:xfrm>
              <a:prstGeom prst="rect">
                <a:avLst/>
              </a:prstGeom>
              <a:blipFill>
                <a:blip r:embed="rId41"/>
                <a:stretch>
                  <a:fillRect r="-4137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8" name="Oval 22">
            <a:extLst>
              <a:ext uri="{FF2B5EF4-FFF2-40B4-BE49-F238E27FC236}">
                <a16:creationId xmlns:a16="http://schemas.microsoft.com/office/drawing/2014/main" id="{E8E005E9-0706-4BD3-BC04-56E7CCDB9013}"/>
              </a:ext>
            </a:extLst>
          </p:cNvPr>
          <p:cNvSpPr/>
          <p:nvPr/>
        </p:nvSpPr>
        <p:spPr>
          <a:xfrm>
            <a:off x="7316943" y="4347065"/>
            <a:ext cx="162450" cy="168277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9" name="TextBox 12">
                <a:extLst>
                  <a:ext uri="{FF2B5EF4-FFF2-40B4-BE49-F238E27FC236}">
                    <a16:creationId xmlns:a16="http://schemas.microsoft.com/office/drawing/2014/main" id="{8F71DEF8-4B2D-48AB-9161-1ACF823DF034}"/>
                  </a:ext>
                </a:extLst>
              </p:cNvPr>
              <p:cNvSpPr txBox="1"/>
              <p:nvPr/>
            </p:nvSpPr>
            <p:spPr>
              <a:xfrm>
                <a:off x="7504340" y="3601690"/>
                <a:ext cx="176928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149" name="TextBox 12">
                <a:extLst>
                  <a:ext uri="{FF2B5EF4-FFF2-40B4-BE49-F238E27FC236}">
                    <a16:creationId xmlns:a16="http://schemas.microsoft.com/office/drawing/2014/main" id="{8F71DEF8-4B2D-48AB-9161-1ACF823DF0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04340" y="3601690"/>
                <a:ext cx="176928" cy="338554"/>
              </a:xfrm>
              <a:prstGeom prst="rect">
                <a:avLst/>
              </a:prstGeom>
              <a:blipFill>
                <a:blip r:embed="rId42"/>
                <a:stretch>
                  <a:fillRect r="-55172" b="-363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0" name="TextBox 13">
                <a:extLst>
                  <a:ext uri="{FF2B5EF4-FFF2-40B4-BE49-F238E27FC236}">
                    <a16:creationId xmlns:a16="http://schemas.microsoft.com/office/drawing/2014/main" id="{0A39A5B9-309D-482D-9BD8-F692300C7C36}"/>
                  </a:ext>
                </a:extLst>
              </p:cNvPr>
              <p:cNvSpPr txBox="1"/>
              <p:nvPr/>
            </p:nvSpPr>
            <p:spPr>
              <a:xfrm>
                <a:off x="7260216" y="2971948"/>
                <a:ext cx="256967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>
                          <a:latin typeface="Cambria Math" panose="02040503050406030204" pitchFamily="18" charset="0"/>
                        </a:rPr>
                        <m:t>𝑧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150" name="TextBox 13">
                <a:extLst>
                  <a:ext uri="{FF2B5EF4-FFF2-40B4-BE49-F238E27FC236}">
                    <a16:creationId xmlns:a16="http://schemas.microsoft.com/office/drawing/2014/main" id="{0A39A5B9-309D-482D-9BD8-F692300C7C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60216" y="2971948"/>
                <a:ext cx="256967" cy="338554"/>
              </a:xfrm>
              <a:prstGeom prst="rect">
                <a:avLst/>
              </a:prstGeom>
              <a:blipFill>
                <a:blip r:embed="rId4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1" name="DVO">
            <a:extLst>
              <a:ext uri="{FF2B5EF4-FFF2-40B4-BE49-F238E27FC236}">
                <a16:creationId xmlns:a16="http://schemas.microsoft.com/office/drawing/2014/main" id="{B51443F7-0CC3-496A-A729-CBC422BC1D1B}"/>
              </a:ext>
            </a:extLst>
          </p:cNvPr>
          <p:cNvSpPr/>
          <p:nvPr/>
        </p:nvSpPr>
        <p:spPr>
          <a:xfrm flipH="1">
            <a:off x="7037215" y="2936747"/>
            <a:ext cx="722000" cy="1495797"/>
          </a:xfrm>
          <a:prstGeom prst="arc">
            <a:avLst>
              <a:gd name="adj1" fmla="val 5396867"/>
              <a:gd name="adj2" fmla="val 16170484"/>
            </a:avLst>
          </a:prstGeom>
          <a:ln w="254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153" name="Oval 23">
            <a:extLst>
              <a:ext uri="{FF2B5EF4-FFF2-40B4-BE49-F238E27FC236}">
                <a16:creationId xmlns:a16="http://schemas.microsoft.com/office/drawing/2014/main" id="{8B461E41-D5B1-4D56-B10C-2C6E476EB4D0}"/>
              </a:ext>
            </a:extLst>
          </p:cNvPr>
          <p:cNvSpPr/>
          <p:nvPr/>
        </p:nvSpPr>
        <p:spPr>
          <a:xfrm>
            <a:off x="8039799" y="3600507"/>
            <a:ext cx="162450" cy="168277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cxnSp>
        <p:nvCxnSpPr>
          <p:cNvPr id="155" name="Straight Arrow Connector 7">
            <a:extLst>
              <a:ext uri="{FF2B5EF4-FFF2-40B4-BE49-F238E27FC236}">
                <a16:creationId xmlns:a16="http://schemas.microsoft.com/office/drawing/2014/main" id="{88B8FE93-74FF-4529-B315-732B74C6A211}"/>
              </a:ext>
            </a:extLst>
          </p:cNvPr>
          <p:cNvCxnSpPr>
            <a:cxnSpLocks/>
          </p:cNvCxnSpPr>
          <p:nvPr/>
        </p:nvCxnSpPr>
        <p:spPr>
          <a:xfrm flipV="1">
            <a:off x="7395184" y="3236563"/>
            <a:ext cx="1697" cy="445890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2" name="Straight Arrow Connector 19">
            <a:extLst>
              <a:ext uri="{FF2B5EF4-FFF2-40B4-BE49-F238E27FC236}">
                <a16:creationId xmlns:a16="http://schemas.microsoft.com/office/drawing/2014/main" id="{5A8019B3-AC81-4544-A6B9-66BFE1D264A6}"/>
              </a:ext>
            </a:extLst>
          </p:cNvPr>
          <p:cNvCxnSpPr>
            <a:cxnSpLocks/>
          </p:cNvCxnSpPr>
          <p:nvPr/>
        </p:nvCxnSpPr>
        <p:spPr>
          <a:xfrm>
            <a:off x="7398168" y="3680269"/>
            <a:ext cx="195802" cy="156763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3" name="Straight Arrow Connector 18">
            <a:extLst>
              <a:ext uri="{FF2B5EF4-FFF2-40B4-BE49-F238E27FC236}">
                <a16:creationId xmlns:a16="http://schemas.microsoft.com/office/drawing/2014/main" id="{3F6D5626-57E8-4A10-B0AB-90BD7B432E2A}"/>
              </a:ext>
            </a:extLst>
          </p:cNvPr>
          <p:cNvCxnSpPr>
            <a:cxnSpLocks/>
          </p:cNvCxnSpPr>
          <p:nvPr/>
        </p:nvCxnSpPr>
        <p:spPr>
          <a:xfrm rot="16200000" flipH="1" flipV="1">
            <a:off x="7226846" y="3508793"/>
            <a:ext cx="0" cy="342950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4" name="Oval 20">
            <a:extLst>
              <a:ext uri="{FF2B5EF4-FFF2-40B4-BE49-F238E27FC236}">
                <a16:creationId xmlns:a16="http://schemas.microsoft.com/office/drawing/2014/main" id="{3C6D7203-24BA-43C5-BEF7-E3E4BB00632F}"/>
              </a:ext>
            </a:extLst>
          </p:cNvPr>
          <p:cNvSpPr/>
          <p:nvPr/>
        </p:nvSpPr>
        <p:spPr>
          <a:xfrm>
            <a:off x="6595635" y="3600507"/>
            <a:ext cx="162450" cy="168277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165" name="Oval 22">
            <a:extLst>
              <a:ext uri="{FF2B5EF4-FFF2-40B4-BE49-F238E27FC236}">
                <a16:creationId xmlns:a16="http://schemas.microsoft.com/office/drawing/2014/main" id="{008E6309-29D4-45B6-8D1C-90207756584C}"/>
              </a:ext>
            </a:extLst>
          </p:cNvPr>
          <p:cNvSpPr/>
          <p:nvPr/>
        </p:nvSpPr>
        <p:spPr>
          <a:xfrm>
            <a:off x="7318125" y="2844234"/>
            <a:ext cx="162450" cy="168277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/>
          </a:p>
        </p:txBody>
      </p:sp>
      <p:sp>
        <p:nvSpPr>
          <p:cNvPr id="166" name="Partial Circle 9">
            <a:extLst>
              <a:ext uri="{FF2B5EF4-FFF2-40B4-BE49-F238E27FC236}">
                <a16:creationId xmlns:a16="http://schemas.microsoft.com/office/drawing/2014/main" id="{78D0A189-9738-4BC5-8A6A-6EF2F2F3AFFF}"/>
              </a:ext>
            </a:extLst>
          </p:cNvPr>
          <p:cNvSpPr>
            <a:spLocks noChangeAspect="1"/>
          </p:cNvSpPr>
          <p:nvPr/>
        </p:nvSpPr>
        <p:spPr>
          <a:xfrm rot="16200000" flipH="1">
            <a:off x="7334286" y="3585381"/>
            <a:ext cx="102407" cy="197721"/>
          </a:xfrm>
          <a:prstGeom prst="pie">
            <a:avLst>
              <a:gd name="adj1" fmla="val 16258856"/>
              <a:gd name="adj2" fmla="val 19252600"/>
            </a:avLst>
          </a:prstGeom>
          <a:gradFill flip="none" rotWithShape="1">
            <a:gsLst>
              <a:gs pos="0">
                <a:schemeClr val="tx1"/>
              </a:gs>
              <a:gs pos="50000">
                <a:schemeClr val="tx1">
                  <a:lumMod val="50000"/>
                  <a:lumOff val="50000"/>
                </a:schemeClr>
              </a:gs>
              <a:gs pos="100000">
                <a:schemeClr val="bg1">
                  <a:lumMod val="50000"/>
                </a:schemeClr>
              </a:gs>
            </a:gsLst>
            <a:lin ang="2700000" scaled="1"/>
            <a:tileRect/>
          </a:gra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7" name="TextBox 10">
                <a:extLst>
                  <a:ext uri="{FF2B5EF4-FFF2-40B4-BE49-F238E27FC236}">
                    <a16:creationId xmlns:a16="http://schemas.microsoft.com/office/drawing/2014/main" id="{E66D1233-AEEB-4CD1-988C-4B337647082C}"/>
                  </a:ext>
                </a:extLst>
              </p:cNvPr>
              <p:cNvSpPr txBox="1"/>
              <p:nvPr/>
            </p:nvSpPr>
            <p:spPr>
              <a:xfrm>
                <a:off x="6970268" y="3620427"/>
                <a:ext cx="315234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>
                          <a:latin typeface="Cambria Math" panose="02040503050406030204" pitchFamily="18" charset="0"/>
                        </a:rPr>
                        <m:t>𝛼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167" name="TextBox 10">
                <a:extLst>
                  <a:ext uri="{FF2B5EF4-FFF2-40B4-BE49-F238E27FC236}">
                    <a16:creationId xmlns:a16="http://schemas.microsoft.com/office/drawing/2014/main" id="{E66D1233-AEEB-4CD1-988C-4B33764708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70268" y="3620427"/>
                <a:ext cx="315234" cy="338554"/>
              </a:xfrm>
              <a:prstGeom prst="rect">
                <a:avLst/>
              </a:prstGeom>
              <a:blipFill>
                <a:blip r:embed="rId4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68" name="Straight Arrow Connector 17">
            <a:extLst>
              <a:ext uri="{FF2B5EF4-FFF2-40B4-BE49-F238E27FC236}">
                <a16:creationId xmlns:a16="http://schemas.microsoft.com/office/drawing/2014/main" id="{8E555947-A0D5-45AE-9766-746EBC9E9867}"/>
              </a:ext>
            </a:extLst>
          </p:cNvPr>
          <p:cNvCxnSpPr>
            <a:cxnSpLocks/>
          </p:cNvCxnSpPr>
          <p:nvPr/>
        </p:nvCxnSpPr>
        <p:spPr>
          <a:xfrm flipH="1">
            <a:off x="7177537" y="3685449"/>
            <a:ext cx="221585" cy="286539"/>
          </a:xfrm>
          <a:prstGeom prst="straightConnector1">
            <a:avLst/>
          </a:prstGeom>
          <a:ln w="38100">
            <a:solidFill>
              <a:schemeClr val="tx1"/>
            </a:solidFill>
            <a:tailEnd type="stealth" w="lg" len="lg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69" name="Partial Circle 9">
            <a:extLst>
              <a:ext uri="{FF2B5EF4-FFF2-40B4-BE49-F238E27FC236}">
                <a16:creationId xmlns:a16="http://schemas.microsoft.com/office/drawing/2014/main" id="{DED9AD8D-AA71-445D-8FEA-837F0BA5E8B7}"/>
              </a:ext>
            </a:extLst>
          </p:cNvPr>
          <p:cNvSpPr>
            <a:spLocks noChangeAspect="1"/>
          </p:cNvSpPr>
          <p:nvPr/>
        </p:nvSpPr>
        <p:spPr>
          <a:xfrm>
            <a:off x="7321561" y="3548156"/>
            <a:ext cx="149214" cy="301366"/>
          </a:xfrm>
          <a:prstGeom prst="pie">
            <a:avLst>
              <a:gd name="adj1" fmla="val 16258856"/>
              <a:gd name="adj2" fmla="val 19252600"/>
            </a:avLst>
          </a:prstGeom>
          <a:gradFill flip="none" rotWithShape="1">
            <a:gsLst>
              <a:gs pos="0">
                <a:schemeClr val="tx1"/>
              </a:gs>
              <a:gs pos="50000">
                <a:schemeClr val="tx1">
                  <a:lumMod val="50000"/>
                  <a:lumOff val="50000"/>
                </a:schemeClr>
              </a:gs>
              <a:gs pos="100000">
                <a:schemeClr val="bg1">
                  <a:lumMod val="50000"/>
                </a:schemeClr>
              </a:gs>
            </a:gsLst>
            <a:lin ang="2700000" scaled="1"/>
            <a:tileRect/>
          </a:gra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0" name="TextBox 10">
                <a:extLst>
                  <a:ext uri="{FF2B5EF4-FFF2-40B4-BE49-F238E27FC236}">
                    <a16:creationId xmlns:a16="http://schemas.microsoft.com/office/drawing/2014/main" id="{B0A6BCC1-65FC-479D-B043-2908C8F98A03}"/>
                  </a:ext>
                </a:extLst>
              </p:cNvPr>
              <p:cNvSpPr txBox="1"/>
              <p:nvPr/>
            </p:nvSpPr>
            <p:spPr>
              <a:xfrm>
                <a:off x="7361340" y="3300009"/>
                <a:ext cx="297046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>
                          <a:latin typeface="Cambria Math" panose="02040503050406030204" pitchFamily="18" charset="0"/>
                        </a:rPr>
                        <m:t>𝛽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170" name="TextBox 10">
                <a:extLst>
                  <a:ext uri="{FF2B5EF4-FFF2-40B4-BE49-F238E27FC236}">
                    <a16:creationId xmlns:a16="http://schemas.microsoft.com/office/drawing/2014/main" id="{B0A6BCC1-65FC-479D-B043-2908C8F98A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61340" y="3300009"/>
                <a:ext cx="297046" cy="338554"/>
              </a:xfrm>
              <a:prstGeom prst="rect">
                <a:avLst/>
              </a:prstGeom>
              <a:blipFill>
                <a:blip r:embed="rId45"/>
                <a:stretch>
                  <a:fillRect l="-2083" r="-4167" b="-892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71" name="Straight Arrow Connector 17">
            <a:extLst>
              <a:ext uri="{FF2B5EF4-FFF2-40B4-BE49-F238E27FC236}">
                <a16:creationId xmlns:a16="http://schemas.microsoft.com/office/drawing/2014/main" id="{B467C983-BBAF-42C5-B44B-B17AFB311C05}"/>
              </a:ext>
            </a:extLst>
          </p:cNvPr>
          <p:cNvCxnSpPr>
            <a:cxnSpLocks/>
          </p:cNvCxnSpPr>
          <p:nvPr/>
        </p:nvCxnSpPr>
        <p:spPr>
          <a:xfrm flipV="1">
            <a:off x="7391035" y="3239724"/>
            <a:ext cx="571923" cy="449644"/>
          </a:xfrm>
          <a:prstGeom prst="straightConnector1">
            <a:avLst/>
          </a:prstGeom>
          <a:ln w="38100">
            <a:solidFill>
              <a:schemeClr val="tx1"/>
            </a:solidFill>
            <a:tailEnd type="stealth" w="lg" len="lg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72" name="Oval 23">
            <a:extLst>
              <a:ext uri="{FF2B5EF4-FFF2-40B4-BE49-F238E27FC236}">
                <a16:creationId xmlns:a16="http://schemas.microsoft.com/office/drawing/2014/main" id="{5AE9C4C5-3B7E-4BB2-A0A0-4550A789AA07}"/>
              </a:ext>
            </a:extLst>
          </p:cNvPr>
          <p:cNvSpPr/>
          <p:nvPr/>
        </p:nvSpPr>
        <p:spPr>
          <a:xfrm>
            <a:off x="7651126" y="3860498"/>
            <a:ext cx="162450" cy="168277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173" name="Oval 23">
            <a:extLst>
              <a:ext uri="{FF2B5EF4-FFF2-40B4-BE49-F238E27FC236}">
                <a16:creationId xmlns:a16="http://schemas.microsoft.com/office/drawing/2014/main" id="{304E6215-F9A4-44F3-B489-E07A82BBFCC1}"/>
              </a:ext>
            </a:extLst>
          </p:cNvPr>
          <p:cNvSpPr/>
          <p:nvPr/>
        </p:nvSpPr>
        <p:spPr>
          <a:xfrm>
            <a:off x="6965326" y="3327098"/>
            <a:ext cx="162450" cy="168277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4" name="文字方塊 173">
                <a:extLst>
                  <a:ext uri="{FF2B5EF4-FFF2-40B4-BE49-F238E27FC236}">
                    <a16:creationId xmlns:a16="http://schemas.microsoft.com/office/drawing/2014/main" id="{CDEAFB4C-058C-4123-87FD-FA259917A799}"/>
                  </a:ext>
                </a:extLst>
              </p:cNvPr>
              <p:cNvSpPr txBox="1"/>
              <p:nvPr/>
            </p:nvSpPr>
            <p:spPr>
              <a:xfrm>
                <a:off x="8312755" y="3844729"/>
                <a:ext cx="1150186" cy="3231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5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500" b="0" i="1" smtClean="0">
                              <a:latin typeface="Cambria Math" panose="02040503050406030204" pitchFamily="18" charset="0"/>
                            </a:rPr>
                            <m:t>/2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500" dirty="0"/>
              </a:p>
            </p:txBody>
          </p:sp>
        </mc:Choice>
        <mc:Fallback xmlns="">
          <p:sp>
            <p:nvSpPr>
              <p:cNvPr id="174" name="文字方塊 173">
                <a:extLst>
                  <a:ext uri="{FF2B5EF4-FFF2-40B4-BE49-F238E27FC236}">
                    <a16:creationId xmlns:a16="http://schemas.microsoft.com/office/drawing/2014/main" id="{CDEAFB4C-058C-4123-87FD-FA259917A7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12755" y="3844729"/>
                <a:ext cx="1150186" cy="323165"/>
              </a:xfrm>
              <a:prstGeom prst="rect">
                <a:avLst/>
              </a:prstGeom>
              <a:blipFill>
                <a:blip r:embed="rId46"/>
                <a:stretch>
                  <a:fillRect b="-943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5" name="文字方塊 174">
                <a:extLst>
                  <a:ext uri="{FF2B5EF4-FFF2-40B4-BE49-F238E27FC236}">
                    <a16:creationId xmlns:a16="http://schemas.microsoft.com/office/drawing/2014/main" id="{7F8F5395-8738-4742-BE8B-B26F8948D47F}"/>
                  </a:ext>
                </a:extLst>
              </p:cNvPr>
              <p:cNvSpPr txBox="1"/>
              <p:nvPr/>
            </p:nvSpPr>
            <p:spPr>
              <a:xfrm>
                <a:off x="5272154" y="2248720"/>
                <a:ext cx="1150186" cy="3231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5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5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/2,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500" dirty="0"/>
              </a:p>
            </p:txBody>
          </p:sp>
        </mc:Choice>
        <mc:Fallback xmlns="">
          <p:sp>
            <p:nvSpPr>
              <p:cNvPr id="175" name="文字方塊 174">
                <a:extLst>
                  <a:ext uri="{FF2B5EF4-FFF2-40B4-BE49-F238E27FC236}">
                    <a16:creationId xmlns:a16="http://schemas.microsoft.com/office/drawing/2014/main" id="{7F8F5395-8738-4742-BE8B-B26F8948D4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72154" y="2248720"/>
                <a:ext cx="1150186" cy="323165"/>
              </a:xfrm>
              <a:prstGeom prst="rect">
                <a:avLst/>
              </a:prstGeom>
              <a:blipFill>
                <a:blip r:embed="rId47"/>
                <a:stretch>
                  <a:fillRect b="-943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76" name="直線接點 175">
            <a:extLst>
              <a:ext uri="{FF2B5EF4-FFF2-40B4-BE49-F238E27FC236}">
                <a16:creationId xmlns:a16="http://schemas.microsoft.com/office/drawing/2014/main" id="{F96D0E7E-AA1F-48AB-AD19-3124DB01F975}"/>
              </a:ext>
            </a:extLst>
          </p:cNvPr>
          <p:cNvCxnSpPr>
            <a:cxnSpLocks/>
          </p:cNvCxnSpPr>
          <p:nvPr/>
        </p:nvCxnSpPr>
        <p:spPr>
          <a:xfrm flipV="1">
            <a:off x="6523355" y="3410397"/>
            <a:ext cx="453250" cy="188"/>
          </a:xfrm>
          <a:prstGeom prst="line">
            <a:avLst/>
          </a:prstGeom>
          <a:ln w="9525" cap="flat" cmpd="sng" algn="ctr">
            <a:solidFill>
              <a:schemeClr val="bg1">
                <a:lumMod val="5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78" name="直線接點 177">
            <a:extLst>
              <a:ext uri="{FF2B5EF4-FFF2-40B4-BE49-F238E27FC236}">
                <a16:creationId xmlns:a16="http://schemas.microsoft.com/office/drawing/2014/main" id="{7AE8CC85-C2D3-4562-943E-72E72001AEA0}"/>
              </a:ext>
            </a:extLst>
          </p:cNvPr>
          <p:cNvCxnSpPr>
            <a:cxnSpLocks/>
          </p:cNvCxnSpPr>
          <p:nvPr/>
        </p:nvCxnSpPr>
        <p:spPr>
          <a:xfrm>
            <a:off x="7827010" y="3970973"/>
            <a:ext cx="418783" cy="0"/>
          </a:xfrm>
          <a:prstGeom prst="line">
            <a:avLst/>
          </a:prstGeom>
          <a:ln w="9525" cap="flat" cmpd="sng" algn="ctr">
            <a:solidFill>
              <a:schemeClr val="bg1">
                <a:lumMod val="5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79" name="直線接點 178">
            <a:extLst>
              <a:ext uri="{FF2B5EF4-FFF2-40B4-BE49-F238E27FC236}">
                <a16:creationId xmlns:a16="http://schemas.microsoft.com/office/drawing/2014/main" id="{74E0276D-3664-4368-8F31-ECCA13761F2A}"/>
              </a:ext>
            </a:extLst>
          </p:cNvPr>
          <p:cNvCxnSpPr>
            <a:cxnSpLocks/>
          </p:cNvCxnSpPr>
          <p:nvPr/>
        </p:nvCxnSpPr>
        <p:spPr>
          <a:xfrm flipV="1">
            <a:off x="8169593" y="3508375"/>
            <a:ext cx="120332" cy="100649"/>
          </a:xfrm>
          <a:prstGeom prst="line">
            <a:avLst/>
          </a:prstGeom>
          <a:ln w="9525" cap="flat" cmpd="sng" algn="ctr">
            <a:solidFill>
              <a:schemeClr val="bg1">
                <a:lumMod val="5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81" name="直線接點 180">
            <a:extLst>
              <a:ext uri="{FF2B5EF4-FFF2-40B4-BE49-F238E27FC236}">
                <a16:creationId xmlns:a16="http://schemas.microsoft.com/office/drawing/2014/main" id="{2B9F57F3-7F01-45CB-8B6A-ADBA716A30C2}"/>
              </a:ext>
            </a:extLst>
          </p:cNvPr>
          <p:cNvCxnSpPr>
            <a:cxnSpLocks/>
          </p:cNvCxnSpPr>
          <p:nvPr/>
        </p:nvCxnSpPr>
        <p:spPr>
          <a:xfrm flipV="1">
            <a:off x="6508393" y="3750766"/>
            <a:ext cx="105264" cy="191632"/>
          </a:xfrm>
          <a:prstGeom prst="line">
            <a:avLst/>
          </a:prstGeom>
          <a:ln w="9525" cap="flat" cmpd="sng" algn="ctr">
            <a:solidFill>
              <a:schemeClr val="bg1">
                <a:lumMod val="5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8738020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矩形: 圓角 118">
            <a:extLst>
              <a:ext uri="{FF2B5EF4-FFF2-40B4-BE49-F238E27FC236}">
                <a16:creationId xmlns:a16="http://schemas.microsoft.com/office/drawing/2014/main" id="{F6D45C9E-BE4F-4861-ADA9-81F239C999D0}"/>
              </a:ext>
            </a:extLst>
          </p:cNvPr>
          <p:cNvSpPr/>
          <p:nvPr/>
        </p:nvSpPr>
        <p:spPr>
          <a:xfrm>
            <a:off x="4931433" y="12063"/>
            <a:ext cx="4899729" cy="6179835"/>
          </a:xfrm>
          <a:prstGeom prst="roundRect">
            <a:avLst>
              <a:gd name="adj" fmla="val 7772"/>
            </a:avLst>
          </a:prstGeom>
          <a:gradFill flip="none" rotWithShape="1"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lin ang="54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2000" dirty="0"/>
          </a:p>
        </p:txBody>
      </p:sp>
      <p:pic>
        <p:nvPicPr>
          <p:cNvPr id="182" name="圖片 181">
            <a:extLst>
              <a:ext uri="{FF2B5EF4-FFF2-40B4-BE49-F238E27FC236}">
                <a16:creationId xmlns:a16="http://schemas.microsoft.com/office/drawing/2014/main" id="{5B4C00DA-0C0D-4651-AB81-95735627F9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5127" y="1276162"/>
            <a:ext cx="1252800" cy="1256290"/>
          </a:xfrm>
          <a:prstGeom prst="rect">
            <a:avLst/>
          </a:prstGeom>
        </p:spPr>
      </p:pic>
      <p:pic>
        <p:nvPicPr>
          <p:cNvPr id="190" name="圖片 189">
            <a:extLst>
              <a:ext uri="{FF2B5EF4-FFF2-40B4-BE49-F238E27FC236}">
                <a16:creationId xmlns:a16="http://schemas.microsoft.com/office/drawing/2014/main" id="{9808BD2C-9E75-4BF3-8845-11BE26B568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88465" y="4873936"/>
            <a:ext cx="1252800" cy="1259799"/>
          </a:xfrm>
          <a:prstGeom prst="rect">
            <a:avLst/>
          </a:prstGeom>
        </p:spPr>
      </p:pic>
      <p:pic>
        <p:nvPicPr>
          <p:cNvPr id="197" name="圖片 196">
            <a:extLst>
              <a:ext uri="{FF2B5EF4-FFF2-40B4-BE49-F238E27FC236}">
                <a16:creationId xmlns:a16="http://schemas.microsoft.com/office/drawing/2014/main" id="{23D682D8-16A3-4B47-9205-E1A96700F8D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4345" y="3887202"/>
            <a:ext cx="1252800" cy="1256280"/>
          </a:xfrm>
          <a:prstGeom prst="rect">
            <a:avLst/>
          </a:prstGeom>
        </p:spPr>
      </p:pic>
      <p:pic>
        <p:nvPicPr>
          <p:cNvPr id="198" name="圖片 197">
            <a:extLst>
              <a:ext uri="{FF2B5EF4-FFF2-40B4-BE49-F238E27FC236}">
                <a16:creationId xmlns:a16="http://schemas.microsoft.com/office/drawing/2014/main" id="{C4D20915-55C8-4C91-9F4A-02FEA694B3E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94718" y="3846110"/>
            <a:ext cx="1252800" cy="1256290"/>
          </a:xfrm>
          <a:prstGeom prst="rect">
            <a:avLst/>
          </a:prstGeom>
        </p:spPr>
      </p:pic>
      <p:pic>
        <p:nvPicPr>
          <p:cNvPr id="199" name="圖片 198">
            <a:extLst>
              <a:ext uri="{FF2B5EF4-FFF2-40B4-BE49-F238E27FC236}">
                <a16:creationId xmlns:a16="http://schemas.microsoft.com/office/drawing/2014/main" id="{9DC2E3DF-7863-47E1-B2F3-D46FFF4B50B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80050" y="2277924"/>
            <a:ext cx="1252800" cy="1259779"/>
          </a:xfrm>
          <a:prstGeom prst="rect">
            <a:avLst/>
          </a:prstGeom>
        </p:spPr>
      </p:pic>
      <p:pic>
        <p:nvPicPr>
          <p:cNvPr id="200" name="圖片 199">
            <a:extLst>
              <a:ext uri="{FF2B5EF4-FFF2-40B4-BE49-F238E27FC236}">
                <a16:creationId xmlns:a16="http://schemas.microsoft.com/office/drawing/2014/main" id="{0BBCC018-A9C2-44D9-A59F-157EE82D2ED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43966" y="2272009"/>
            <a:ext cx="1252800" cy="1252800"/>
          </a:xfrm>
          <a:prstGeom prst="rect">
            <a:avLst/>
          </a:prstGeom>
        </p:spPr>
      </p:pic>
      <p:sp>
        <p:nvSpPr>
          <p:cNvPr id="177" name="矩形: 圓角 176">
            <a:extLst>
              <a:ext uri="{FF2B5EF4-FFF2-40B4-BE49-F238E27FC236}">
                <a16:creationId xmlns:a16="http://schemas.microsoft.com/office/drawing/2014/main" id="{C0499F8D-22B8-4B76-B2A0-FC45B222262E}"/>
              </a:ext>
            </a:extLst>
          </p:cNvPr>
          <p:cNvSpPr/>
          <p:nvPr/>
        </p:nvSpPr>
        <p:spPr>
          <a:xfrm>
            <a:off x="22883" y="12063"/>
            <a:ext cx="4899729" cy="6179835"/>
          </a:xfrm>
          <a:prstGeom prst="roundRect">
            <a:avLst>
              <a:gd name="adj" fmla="val 7772"/>
            </a:avLst>
          </a:prstGeom>
          <a:gradFill flip="none" rotWithShape="1"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lin ang="54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2000" dirty="0"/>
          </a:p>
        </p:txBody>
      </p:sp>
      <p:pic>
        <p:nvPicPr>
          <p:cNvPr id="118" name="圖片 117">
            <a:extLst>
              <a:ext uri="{FF2B5EF4-FFF2-40B4-BE49-F238E27FC236}">
                <a16:creationId xmlns:a16="http://schemas.microsoft.com/office/drawing/2014/main" id="{A163892D-0457-47E7-9F5E-F456336E329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650791" y="1277123"/>
            <a:ext cx="1252800" cy="1263269"/>
          </a:xfrm>
          <a:prstGeom prst="rect">
            <a:avLst/>
          </a:prstGeom>
        </p:spPr>
      </p:pic>
      <p:pic>
        <p:nvPicPr>
          <p:cNvPr id="120" name="圖片 119">
            <a:extLst>
              <a:ext uri="{FF2B5EF4-FFF2-40B4-BE49-F238E27FC236}">
                <a16:creationId xmlns:a16="http://schemas.microsoft.com/office/drawing/2014/main" id="{2EAD6AF6-9F9D-40F1-87EB-120B3251B44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879359" y="4876798"/>
            <a:ext cx="1252800" cy="1263240"/>
          </a:xfrm>
          <a:prstGeom prst="rect">
            <a:avLst/>
          </a:prstGeom>
        </p:spPr>
      </p:pic>
      <p:pic>
        <p:nvPicPr>
          <p:cNvPr id="121" name="圖片 120">
            <a:extLst>
              <a:ext uri="{FF2B5EF4-FFF2-40B4-BE49-F238E27FC236}">
                <a16:creationId xmlns:a16="http://schemas.microsoft.com/office/drawing/2014/main" id="{502A146D-EED1-4386-9961-1FE98319576F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36789" y="3899233"/>
            <a:ext cx="1252800" cy="1252800"/>
          </a:xfrm>
          <a:prstGeom prst="rect">
            <a:avLst/>
          </a:prstGeom>
        </p:spPr>
      </p:pic>
      <p:pic>
        <p:nvPicPr>
          <p:cNvPr id="122" name="圖片 121">
            <a:extLst>
              <a:ext uri="{FF2B5EF4-FFF2-40B4-BE49-F238E27FC236}">
                <a16:creationId xmlns:a16="http://schemas.microsoft.com/office/drawing/2014/main" id="{66AF1DD6-69F7-49D3-91A7-A5E53EE85C18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384892" y="3851503"/>
            <a:ext cx="1252800" cy="1256270"/>
          </a:xfrm>
          <a:prstGeom prst="rect">
            <a:avLst/>
          </a:prstGeom>
        </p:spPr>
      </p:pic>
      <p:pic>
        <p:nvPicPr>
          <p:cNvPr id="123" name="圖片 122">
            <a:extLst>
              <a:ext uri="{FF2B5EF4-FFF2-40B4-BE49-F238E27FC236}">
                <a16:creationId xmlns:a16="http://schemas.microsoft.com/office/drawing/2014/main" id="{1A1B9C6E-C84C-4D06-A854-3CA797766BFA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359343" y="2267825"/>
            <a:ext cx="1252800" cy="1259741"/>
          </a:xfrm>
          <a:prstGeom prst="rect">
            <a:avLst/>
          </a:prstGeom>
        </p:spPr>
      </p:pic>
      <p:pic>
        <p:nvPicPr>
          <p:cNvPr id="124" name="圖片 123">
            <a:extLst>
              <a:ext uri="{FF2B5EF4-FFF2-40B4-BE49-F238E27FC236}">
                <a16:creationId xmlns:a16="http://schemas.microsoft.com/office/drawing/2014/main" id="{7EA0C883-C41D-4E9F-8297-2879A2E762D7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30199" y="2255281"/>
            <a:ext cx="1252800" cy="1259760"/>
          </a:xfrm>
          <a:prstGeom prst="rect">
            <a:avLst/>
          </a:prstGeom>
        </p:spPr>
      </p:pic>
      <p:pic>
        <p:nvPicPr>
          <p:cNvPr id="110" name="圖片 109">
            <a:extLst>
              <a:ext uri="{FF2B5EF4-FFF2-40B4-BE49-F238E27FC236}">
                <a16:creationId xmlns:a16="http://schemas.microsoft.com/office/drawing/2014/main" id="{8B90104D-F7B4-4B6E-A6A5-86CFCB218C46}"/>
              </a:ext>
            </a:extLst>
          </p:cNvPr>
          <p:cNvPicPr>
            <a:picLocks noChangeAspect="1"/>
          </p:cNvPicPr>
          <p:nvPr/>
        </p:nvPicPr>
        <p:blipFill>
          <a:blip r:embed="rId1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933042" y="1273466"/>
            <a:ext cx="602045" cy="1328804"/>
          </a:xfrm>
          <a:prstGeom prst="rect">
            <a:avLst/>
          </a:prstGeom>
        </p:spPr>
      </p:pic>
      <p:pic>
        <p:nvPicPr>
          <p:cNvPr id="111" name="圖片 110">
            <a:extLst>
              <a:ext uri="{FF2B5EF4-FFF2-40B4-BE49-F238E27FC236}">
                <a16:creationId xmlns:a16="http://schemas.microsoft.com/office/drawing/2014/main" id="{B0AE55B6-83E5-444D-A2AB-B5E1199F54E7}"/>
              </a:ext>
            </a:extLst>
          </p:cNvPr>
          <p:cNvPicPr>
            <a:picLocks noChangeAspect="1"/>
          </p:cNvPicPr>
          <p:nvPr/>
        </p:nvPicPr>
        <p:blipFill>
          <a:blip r:embed="rId1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852870" y="1279071"/>
            <a:ext cx="529130" cy="131905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80" name="文字方塊 179">
                <a:extLst>
                  <a:ext uri="{FF2B5EF4-FFF2-40B4-BE49-F238E27FC236}">
                    <a16:creationId xmlns:a16="http://schemas.microsoft.com/office/drawing/2014/main" id="{C6592285-FBA9-4DE2-BE47-D5703A7C2A40}"/>
                  </a:ext>
                </a:extLst>
              </p:cNvPr>
              <p:cNvSpPr txBox="1"/>
              <p:nvPr/>
            </p:nvSpPr>
            <p:spPr>
              <a:xfrm>
                <a:off x="2086115" y="4501420"/>
                <a:ext cx="812954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600" i="1" smtClean="0">
                          <a:latin typeface="Cambria Math" panose="02040503050406030204" pitchFamily="18" charset="0"/>
                        </a:rPr>
                        <m:t>|</m:t>
                      </m:r>
                      <m:d>
                        <m:dPr>
                          <m:begChr m:val=""/>
                          <m:endChr m:val="⟩"/>
                          <m:ctrlPr>
                            <a:rPr lang="en-US" altLang="zh-TW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−1, </m:t>
                          </m:r>
                          <m:r>
                            <a:rPr lang="en-US" altLang="zh-TW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d>
                    </m:oMath>
                  </m:oMathPara>
                </a14:m>
                <a:endParaRPr lang="zh-TW" altLang="en-US" sz="1600" dirty="0"/>
              </a:p>
            </p:txBody>
          </p:sp>
        </mc:Choice>
        <mc:Fallback xmlns="">
          <p:sp>
            <p:nvSpPr>
              <p:cNvPr id="180" name="文字方塊 179">
                <a:extLst>
                  <a:ext uri="{FF2B5EF4-FFF2-40B4-BE49-F238E27FC236}">
                    <a16:creationId xmlns:a16="http://schemas.microsoft.com/office/drawing/2014/main" id="{C6592285-FBA9-4DE2-BE47-D5703A7C2A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86115" y="4501420"/>
                <a:ext cx="812954" cy="338554"/>
              </a:xfrm>
              <a:prstGeom prst="rect">
                <a:avLst/>
              </a:prstGeom>
              <a:blipFill>
                <a:blip r:embed="rId16"/>
                <a:stretch>
                  <a:fillRect t="-108929" r="-46269" b="-16785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9" name="文字方塊 188">
                <a:extLst>
                  <a:ext uri="{FF2B5EF4-FFF2-40B4-BE49-F238E27FC236}">
                    <a16:creationId xmlns:a16="http://schemas.microsoft.com/office/drawing/2014/main" id="{06013B16-AADE-4F50-9769-3B0E22EFD811}"/>
                  </a:ext>
                </a:extLst>
              </p:cNvPr>
              <p:cNvSpPr txBox="1"/>
              <p:nvPr/>
            </p:nvSpPr>
            <p:spPr>
              <a:xfrm>
                <a:off x="2086115" y="2555828"/>
                <a:ext cx="812954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600" i="1" smtClean="0">
                          <a:latin typeface="Cambria Math" panose="02040503050406030204" pitchFamily="18" charset="0"/>
                        </a:rPr>
                        <m:t>|</m:t>
                      </m:r>
                      <m:d>
                        <m:dPr>
                          <m:begChr m:val=""/>
                          <m:endChr m:val="⟩"/>
                          <m:ctrlPr>
                            <a:rPr lang="en-US" altLang="zh-TW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1, 0</m:t>
                          </m:r>
                        </m:e>
                      </m:d>
                    </m:oMath>
                  </m:oMathPara>
                </a14:m>
                <a:endParaRPr lang="zh-TW" altLang="en-US" sz="1600" dirty="0"/>
              </a:p>
            </p:txBody>
          </p:sp>
        </mc:Choice>
        <mc:Fallback xmlns="">
          <p:sp>
            <p:nvSpPr>
              <p:cNvPr id="189" name="文字方塊 188">
                <a:extLst>
                  <a:ext uri="{FF2B5EF4-FFF2-40B4-BE49-F238E27FC236}">
                    <a16:creationId xmlns:a16="http://schemas.microsoft.com/office/drawing/2014/main" id="{06013B16-AADE-4F50-9769-3B0E22EFD8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86115" y="2555828"/>
                <a:ext cx="812954" cy="338554"/>
              </a:xfrm>
              <a:prstGeom prst="rect">
                <a:avLst/>
              </a:prstGeom>
              <a:blipFill>
                <a:blip r:embed="rId17"/>
                <a:stretch>
                  <a:fillRect t="-108929" r="-36567" b="-16785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12" name="群組 211">
            <a:extLst>
              <a:ext uri="{FF2B5EF4-FFF2-40B4-BE49-F238E27FC236}">
                <a16:creationId xmlns:a16="http://schemas.microsoft.com/office/drawing/2014/main" id="{56BB1570-BE07-4CCA-B844-DD9F00E8733F}"/>
              </a:ext>
            </a:extLst>
          </p:cNvPr>
          <p:cNvGrpSpPr/>
          <p:nvPr/>
        </p:nvGrpSpPr>
        <p:grpSpPr>
          <a:xfrm>
            <a:off x="2275633" y="1808686"/>
            <a:ext cx="115586" cy="110880"/>
            <a:chOff x="1373392" y="2391862"/>
            <a:chExt cx="479433" cy="476535"/>
          </a:xfrm>
        </p:grpSpPr>
        <p:sp>
          <p:nvSpPr>
            <p:cNvPr id="213" name="箭號: 向右 212">
              <a:extLst>
                <a:ext uri="{FF2B5EF4-FFF2-40B4-BE49-F238E27FC236}">
                  <a16:creationId xmlns:a16="http://schemas.microsoft.com/office/drawing/2014/main" id="{D44EB9EF-73CA-404D-99EE-1F0CCE892A52}"/>
                </a:ext>
              </a:extLst>
            </p:cNvPr>
            <p:cNvSpPr/>
            <p:nvPr/>
          </p:nvSpPr>
          <p:spPr>
            <a:xfrm>
              <a:off x="1411244" y="2735868"/>
              <a:ext cx="441581" cy="132529"/>
            </a:xfrm>
            <a:prstGeom prst="rightArrow">
              <a:avLst>
                <a:gd name="adj1" fmla="val 50000"/>
                <a:gd name="adj2" fmla="val 99023"/>
              </a:avLst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220" name="箭號: 向右 219">
              <a:extLst>
                <a:ext uri="{FF2B5EF4-FFF2-40B4-BE49-F238E27FC236}">
                  <a16:creationId xmlns:a16="http://schemas.microsoft.com/office/drawing/2014/main" id="{9F517533-ADEE-4B5D-BB6F-1F4159A610F9}"/>
                </a:ext>
              </a:extLst>
            </p:cNvPr>
            <p:cNvSpPr/>
            <p:nvPr/>
          </p:nvSpPr>
          <p:spPr>
            <a:xfrm rot="16200000">
              <a:off x="1218866" y="2546388"/>
              <a:ext cx="441581" cy="132529"/>
            </a:xfrm>
            <a:prstGeom prst="rightArrow">
              <a:avLst>
                <a:gd name="adj1" fmla="val 50000"/>
                <a:gd name="adj2" fmla="val 99023"/>
              </a:avLst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2000" dirty="0">
                <a:solidFill>
                  <a:schemeClr val="tx1"/>
                </a:solidFill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26" name="文字方塊 225">
                <a:extLst>
                  <a:ext uri="{FF2B5EF4-FFF2-40B4-BE49-F238E27FC236}">
                    <a16:creationId xmlns:a16="http://schemas.microsoft.com/office/drawing/2014/main" id="{4A797F52-28EA-4953-BC86-8E8901D5D2D9}"/>
                  </a:ext>
                </a:extLst>
              </p:cNvPr>
              <p:cNvSpPr txBox="1"/>
              <p:nvPr/>
            </p:nvSpPr>
            <p:spPr>
              <a:xfrm>
                <a:off x="2155756" y="1435710"/>
                <a:ext cx="438402" cy="4242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</m:oMath>
                  </m:oMathPara>
                </a14:m>
                <a:endParaRPr lang="en-US" altLang="zh-TW" sz="2000" dirty="0"/>
              </a:p>
            </p:txBody>
          </p:sp>
        </mc:Choice>
        <mc:Fallback xmlns="">
          <p:sp>
            <p:nvSpPr>
              <p:cNvPr id="226" name="文字方塊 225">
                <a:extLst>
                  <a:ext uri="{FF2B5EF4-FFF2-40B4-BE49-F238E27FC236}">
                    <a16:creationId xmlns:a16="http://schemas.microsoft.com/office/drawing/2014/main" id="{4A797F52-28EA-4953-BC86-8E8901D5D2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55756" y="1435710"/>
                <a:ext cx="438402" cy="424283"/>
              </a:xfrm>
              <a:prstGeom prst="rect">
                <a:avLst/>
              </a:prstGeom>
              <a:blipFill>
                <a:blip r:embed="rId18"/>
                <a:stretch>
                  <a:fillRect b="-579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7" name="文字方塊 226">
                <a:extLst>
                  <a:ext uri="{FF2B5EF4-FFF2-40B4-BE49-F238E27FC236}">
                    <a16:creationId xmlns:a16="http://schemas.microsoft.com/office/drawing/2014/main" id="{990D4C3A-AED8-40BB-8849-57DEE8BE7A17}"/>
                  </a:ext>
                </a:extLst>
              </p:cNvPr>
              <p:cNvSpPr txBox="1"/>
              <p:nvPr/>
            </p:nvSpPr>
            <p:spPr>
              <a:xfrm>
                <a:off x="2328739" y="1713862"/>
                <a:ext cx="388427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</m:oMath>
                  </m:oMathPara>
                </a14:m>
                <a:endParaRPr lang="en-US" altLang="zh-TW" sz="2000" dirty="0"/>
              </a:p>
            </p:txBody>
          </p:sp>
        </mc:Choice>
        <mc:Fallback xmlns="">
          <p:sp>
            <p:nvSpPr>
              <p:cNvPr id="227" name="文字方塊 226">
                <a:extLst>
                  <a:ext uri="{FF2B5EF4-FFF2-40B4-BE49-F238E27FC236}">
                    <a16:creationId xmlns:a16="http://schemas.microsoft.com/office/drawing/2014/main" id="{990D4C3A-AED8-40BB-8849-57DEE8BE7A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28739" y="1713862"/>
                <a:ext cx="388427" cy="400110"/>
              </a:xfrm>
              <a:prstGeom prst="rect">
                <a:avLst/>
              </a:prstGeom>
              <a:blipFill>
                <a:blip r:embed="rId19"/>
                <a:stretch>
                  <a:fillRect b="-757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8" name="文字方塊 227">
                <a:extLst>
                  <a:ext uri="{FF2B5EF4-FFF2-40B4-BE49-F238E27FC236}">
                    <a16:creationId xmlns:a16="http://schemas.microsoft.com/office/drawing/2014/main" id="{3C622479-68C9-4AC9-AE5F-27970F7075FD}"/>
                  </a:ext>
                </a:extLst>
              </p:cNvPr>
              <p:cNvSpPr txBox="1"/>
              <p:nvPr/>
            </p:nvSpPr>
            <p:spPr>
              <a:xfrm>
                <a:off x="1632296" y="2179934"/>
                <a:ext cx="652306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0.1</m:t>
                          </m:r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en-US" altLang="zh-TW" sz="1600" dirty="0"/>
              </a:p>
            </p:txBody>
          </p:sp>
        </mc:Choice>
        <mc:Fallback xmlns="">
          <p:sp>
            <p:nvSpPr>
              <p:cNvPr id="228" name="文字方塊 227">
                <a:extLst>
                  <a:ext uri="{FF2B5EF4-FFF2-40B4-BE49-F238E27FC236}">
                    <a16:creationId xmlns:a16="http://schemas.microsoft.com/office/drawing/2014/main" id="{3C622479-68C9-4AC9-AE5F-27970F7075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32296" y="2179934"/>
                <a:ext cx="652306" cy="338554"/>
              </a:xfrm>
              <a:prstGeom prst="rect">
                <a:avLst/>
              </a:prstGeom>
              <a:blipFill>
                <a:blip r:embed="rId20"/>
                <a:stretch>
                  <a:fillRect b="-727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9" name="文字方塊 228">
            <a:extLst>
              <a:ext uri="{FF2B5EF4-FFF2-40B4-BE49-F238E27FC236}">
                <a16:creationId xmlns:a16="http://schemas.microsoft.com/office/drawing/2014/main" id="{2693C9D3-A145-48F7-981C-9A9BF2A0A9A5}"/>
              </a:ext>
            </a:extLst>
          </p:cNvPr>
          <p:cNvSpPr txBox="1"/>
          <p:nvPr/>
        </p:nvSpPr>
        <p:spPr>
          <a:xfrm>
            <a:off x="635276" y="125920"/>
            <a:ext cx="3714632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Longitudinal component</a:t>
            </a:r>
            <a:endParaRPr lang="zh-TW" altLang="en-US" sz="2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1" name="文字方塊 230">
                <a:extLst>
                  <a:ext uri="{FF2B5EF4-FFF2-40B4-BE49-F238E27FC236}">
                    <a16:creationId xmlns:a16="http://schemas.microsoft.com/office/drawing/2014/main" id="{A81A25EB-4EC7-4F2F-99BC-612BE192E284}"/>
                  </a:ext>
                </a:extLst>
              </p:cNvPr>
              <p:cNvSpPr txBox="1"/>
              <p:nvPr/>
            </p:nvSpPr>
            <p:spPr>
              <a:xfrm>
                <a:off x="1450054" y="1285730"/>
                <a:ext cx="1673596" cy="3231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5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𝛼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</m:d>
                      <m:r>
                        <a:rPr lang="en-US" altLang="zh-TW" sz="150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zh-TW" sz="15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0, </m:t>
                          </m:r>
                          <m:r>
                            <m:rPr>
                              <m:nor/>
                            </m:rPr>
                            <a:rPr lang="en-US" altLang="zh-TW" sz="150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</m:oMath>
                  </m:oMathPara>
                </a14:m>
                <a:endParaRPr lang="zh-TW" altLang="en-US" sz="1500" dirty="0"/>
              </a:p>
            </p:txBody>
          </p:sp>
        </mc:Choice>
        <mc:Fallback xmlns="">
          <p:sp>
            <p:nvSpPr>
              <p:cNvPr id="231" name="文字方塊 230">
                <a:extLst>
                  <a:ext uri="{FF2B5EF4-FFF2-40B4-BE49-F238E27FC236}">
                    <a16:creationId xmlns:a16="http://schemas.microsoft.com/office/drawing/2014/main" id="{A81A25EB-4EC7-4F2F-99BC-612BE192E2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50054" y="1285730"/>
                <a:ext cx="1673596" cy="323165"/>
              </a:xfrm>
              <a:prstGeom prst="rect">
                <a:avLst/>
              </a:prstGeom>
              <a:blipFill>
                <a:blip r:embed="rId21"/>
                <a:stretch>
                  <a:fillRect b="-943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2" name="文字方塊 231">
                <a:extLst>
                  <a:ext uri="{FF2B5EF4-FFF2-40B4-BE49-F238E27FC236}">
                    <a16:creationId xmlns:a16="http://schemas.microsoft.com/office/drawing/2014/main" id="{B2F5F182-7771-47FB-BF37-AF5144F26384}"/>
                  </a:ext>
                </a:extLst>
              </p:cNvPr>
              <p:cNvSpPr txBox="1"/>
              <p:nvPr/>
            </p:nvSpPr>
            <p:spPr>
              <a:xfrm>
                <a:off x="393423" y="3844729"/>
                <a:ext cx="1150186" cy="3231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5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0, 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500" dirty="0"/>
              </a:p>
            </p:txBody>
          </p:sp>
        </mc:Choice>
        <mc:Fallback xmlns="">
          <p:sp>
            <p:nvSpPr>
              <p:cNvPr id="232" name="文字方塊 231">
                <a:extLst>
                  <a:ext uri="{FF2B5EF4-FFF2-40B4-BE49-F238E27FC236}">
                    <a16:creationId xmlns:a16="http://schemas.microsoft.com/office/drawing/2014/main" id="{B2F5F182-7771-47FB-BF37-AF5144F263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423" y="3844729"/>
                <a:ext cx="1150186" cy="323165"/>
              </a:xfrm>
              <a:prstGeom prst="rect">
                <a:avLst/>
              </a:prstGeom>
              <a:blipFill>
                <a:blip r:embed="rId22"/>
                <a:stretch>
                  <a:fillRect b="-943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3" name="文字方塊 232">
                <a:extLst>
                  <a:ext uri="{FF2B5EF4-FFF2-40B4-BE49-F238E27FC236}">
                    <a16:creationId xmlns:a16="http://schemas.microsoft.com/office/drawing/2014/main" id="{BDC6F78B-E419-4B8A-BAA9-5615A1972DBE}"/>
                  </a:ext>
                </a:extLst>
              </p:cNvPr>
              <p:cNvSpPr txBox="1"/>
              <p:nvPr/>
            </p:nvSpPr>
            <p:spPr>
              <a:xfrm>
                <a:off x="3422807" y="2248720"/>
                <a:ext cx="1150186" cy="3231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5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500" dirty="0"/>
              </a:p>
            </p:txBody>
          </p:sp>
        </mc:Choice>
        <mc:Fallback xmlns="">
          <p:sp>
            <p:nvSpPr>
              <p:cNvPr id="233" name="文字方塊 232">
                <a:extLst>
                  <a:ext uri="{FF2B5EF4-FFF2-40B4-BE49-F238E27FC236}">
                    <a16:creationId xmlns:a16="http://schemas.microsoft.com/office/drawing/2014/main" id="{BDC6F78B-E419-4B8A-BAA9-5615A1972D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22807" y="2248720"/>
                <a:ext cx="1150186" cy="323165"/>
              </a:xfrm>
              <a:prstGeom prst="rect">
                <a:avLst/>
              </a:prstGeom>
              <a:blipFill>
                <a:blip r:embed="rId23"/>
                <a:stretch>
                  <a:fillRect b="-943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4" name="文字方塊 233">
                <a:extLst>
                  <a:ext uri="{FF2B5EF4-FFF2-40B4-BE49-F238E27FC236}">
                    <a16:creationId xmlns:a16="http://schemas.microsoft.com/office/drawing/2014/main" id="{DA67C54B-80A5-4D59-B289-74384BDACD1C}"/>
                  </a:ext>
                </a:extLst>
              </p:cNvPr>
              <p:cNvSpPr txBox="1"/>
              <p:nvPr/>
            </p:nvSpPr>
            <p:spPr>
              <a:xfrm>
                <a:off x="1917499" y="4840301"/>
                <a:ext cx="1150186" cy="3231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5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0,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𝜋</m:t>
                          </m:r>
                        </m:e>
                      </m:d>
                    </m:oMath>
                  </m:oMathPara>
                </a14:m>
                <a:endParaRPr lang="zh-TW" altLang="en-US" sz="1500" dirty="0"/>
              </a:p>
            </p:txBody>
          </p:sp>
        </mc:Choice>
        <mc:Fallback xmlns="">
          <p:sp>
            <p:nvSpPr>
              <p:cNvPr id="234" name="文字方塊 233">
                <a:extLst>
                  <a:ext uri="{FF2B5EF4-FFF2-40B4-BE49-F238E27FC236}">
                    <a16:creationId xmlns:a16="http://schemas.microsoft.com/office/drawing/2014/main" id="{DA67C54B-80A5-4D59-B289-74384BDACD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17499" y="4840301"/>
                <a:ext cx="1150186" cy="323165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6" name="文字方塊 235">
                <a:extLst>
                  <a:ext uri="{FF2B5EF4-FFF2-40B4-BE49-F238E27FC236}">
                    <a16:creationId xmlns:a16="http://schemas.microsoft.com/office/drawing/2014/main" id="{61131924-00C5-4C5C-8379-1D2527DB1052}"/>
                  </a:ext>
                </a:extLst>
              </p:cNvPr>
              <p:cNvSpPr txBox="1"/>
              <p:nvPr/>
            </p:nvSpPr>
            <p:spPr>
              <a:xfrm>
                <a:off x="2881056" y="2342403"/>
                <a:ext cx="478319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sz="1400"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altLang="zh-TW" sz="1400">
                          <a:latin typeface="Cambria Math" panose="02040503050406030204" pitchFamily="18" charset="0"/>
                        </a:rPr>
                        <m:t>.</m:t>
                      </m:r>
                      <m:r>
                        <m:rPr>
                          <m:sty m:val="p"/>
                        </m:rPr>
                        <a:rPr lang="en-US" altLang="zh-TW" sz="1400">
                          <a:latin typeface="Cambria Math" panose="02040503050406030204" pitchFamily="18" charset="0"/>
                        </a:rPr>
                        <m:t>u</m:t>
                      </m:r>
                      <m:r>
                        <a:rPr lang="en-US" altLang="zh-TW" sz="140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TW" altLang="en-US" sz="1400" dirty="0"/>
              </a:p>
            </p:txBody>
          </p:sp>
        </mc:Choice>
        <mc:Fallback xmlns="">
          <p:sp>
            <p:nvSpPr>
              <p:cNvPr id="236" name="文字方塊 235">
                <a:extLst>
                  <a:ext uri="{FF2B5EF4-FFF2-40B4-BE49-F238E27FC236}">
                    <a16:creationId xmlns:a16="http://schemas.microsoft.com/office/drawing/2014/main" id="{61131924-00C5-4C5C-8379-1D2527DB10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81056" y="2342403"/>
                <a:ext cx="478319" cy="307777"/>
              </a:xfrm>
              <a:prstGeom prst="rect">
                <a:avLst/>
              </a:prstGeom>
              <a:blipFill>
                <a:blip r:embed="rId2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7" name="Oval 14">
            <a:extLst>
              <a:ext uri="{FF2B5EF4-FFF2-40B4-BE49-F238E27FC236}">
                <a16:creationId xmlns:a16="http://schemas.microsoft.com/office/drawing/2014/main" id="{4D2E6476-8133-4C1A-80AA-96C2BBAD7538}"/>
              </a:ext>
            </a:extLst>
          </p:cNvPr>
          <p:cNvSpPr/>
          <p:nvPr/>
        </p:nvSpPr>
        <p:spPr>
          <a:xfrm>
            <a:off x="2409339" y="2852108"/>
            <a:ext cx="162450" cy="168277"/>
          </a:xfrm>
          <a:prstGeom prst="ellipse">
            <a:avLst/>
          </a:prstGeom>
          <a:gradFill flip="none" rotWithShape="1">
            <a:gsLst>
              <a:gs pos="0">
                <a:srgbClr val="D1D1D1"/>
              </a:gs>
              <a:gs pos="23000">
                <a:schemeClr val="bg1">
                  <a:lumMod val="85000"/>
                </a:schemeClr>
              </a:gs>
              <a:gs pos="69000">
                <a:schemeClr val="accent3">
                  <a:lumMod val="75000"/>
                </a:schemeClr>
              </a:gs>
              <a:gs pos="97000">
                <a:schemeClr val="accent3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/>
          </a:p>
        </p:txBody>
      </p:sp>
      <p:sp>
        <p:nvSpPr>
          <p:cNvPr id="238" name="Oval 4">
            <a:extLst>
              <a:ext uri="{FF2B5EF4-FFF2-40B4-BE49-F238E27FC236}">
                <a16:creationId xmlns:a16="http://schemas.microsoft.com/office/drawing/2014/main" id="{D0067B35-40A6-4446-8A95-C300D2678B59}"/>
              </a:ext>
            </a:extLst>
          </p:cNvPr>
          <p:cNvSpPr/>
          <p:nvPr/>
        </p:nvSpPr>
        <p:spPr>
          <a:xfrm>
            <a:off x="1770758" y="2936246"/>
            <a:ext cx="1443999" cy="1495797"/>
          </a:xfrm>
          <a:prstGeom prst="ellipse">
            <a:avLst/>
          </a:prstGeom>
          <a:gradFill flip="none" rotWithShape="1">
            <a:gsLst>
              <a:gs pos="100000">
                <a:schemeClr val="accent3">
                  <a:lumMod val="60000"/>
                  <a:lumOff val="40000"/>
                  <a:alpha val="60000"/>
                </a:schemeClr>
              </a:gs>
              <a:gs pos="55000">
                <a:schemeClr val="accent3">
                  <a:lumMod val="40000"/>
                  <a:lumOff val="60000"/>
                  <a:alpha val="60000"/>
                </a:schemeClr>
              </a:gs>
              <a:gs pos="0">
                <a:schemeClr val="bg1">
                  <a:alpha val="6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 w="57150">
            <a:solidFill>
              <a:srgbClr val="D5D7D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39" name="Oval 15">
            <a:extLst>
              <a:ext uri="{FF2B5EF4-FFF2-40B4-BE49-F238E27FC236}">
                <a16:creationId xmlns:a16="http://schemas.microsoft.com/office/drawing/2014/main" id="{3ED95C10-549D-46A4-8427-E9004FB39400}"/>
              </a:ext>
            </a:extLst>
          </p:cNvPr>
          <p:cNvSpPr/>
          <p:nvPr/>
        </p:nvSpPr>
        <p:spPr>
          <a:xfrm>
            <a:off x="2409339" y="4347065"/>
            <a:ext cx="162450" cy="168277"/>
          </a:xfrm>
          <a:prstGeom prst="ellipse">
            <a:avLst/>
          </a:prstGeom>
          <a:gradFill flip="none" rotWithShape="1">
            <a:gsLst>
              <a:gs pos="17000">
                <a:srgbClr val="D1D1D1"/>
              </a:gs>
              <a:gs pos="0">
                <a:schemeClr val="bg1">
                  <a:lumMod val="85000"/>
                </a:schemeClr>
              </a:gs>
              <a:gs pos="60000">
                <a:schemeClr val="accent3">
                  <a:lumMod val="75000"/>
                </a:schemeClr>
              </a:gs>
              <a:gs pos="97000">
                <a:schemeClr val="accent3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52" name="SHO">
            <a:extLst>
              <a:ext uri="{FF2B5EF4-FFF2-40B4-BE49-F238E27FC236}">
                <a16:creationId xmlns:a16="http://schemas.microsoft.com/office/drawing/2014/main" id="{0845B616-2D49-4C5D-A47F-908796A33A53}"/>
              </a:ext>
            </a:extLst>
          </p:cNvPr>
          <p:cNvSpPr/>
          <p:nvPr/>
        </p:nvSpPr>
        <p:spPr>
          <a:xfrm rot="16200000">
            <a:off x="2179219" y="2962645"/>
            <a:ext cx="622693" cy="1443999"/>
          </a:xfrm>
          <a:prstGeom prst="arc">
            <a:avLst>
              <a:gd name="adj1" fmla="val 5396867"/>
              <a:gd name="adj2" fmla="val 5395779"/>
            </a:avLst>
          </a:prstGeom>
          <a:gradFill flip="none" rotWithShape="1">
            <a:gsLst>
              <a:gs pos="0">
                <a:schemeClr val="bg1">
                  <a:lumMod val="65000"/>
                </a:schemeClr>
              </a:gs>
              <a:gs pos="47000">
                <a:schemeClr val="bg1">
                  <a:lumMod val="50000"/>
                </a:schemeClr>
              </a:gs>
              <a:gs pos="97000">
                <a:srgbClr val="5E5E5E"/>
              </a:gs>
            </a:gsLst>
            <a:path path="circle">
              <a:fillToRect l="50000" t="50000" r="50000" b="50000"/>
            </a:path>
            <a:tileRect/>
          </a:gradFill>
          <a:ln w="31750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53" name="SVO">
            <a:extLst>
              <a:ext uri="{FF2B5EF4-FFF2-40B4-BE49-F238E27FC236}">
                <a16:creationId xmlns:a16="http://schemas.microsoft.com/office/drawing/2014/main" id="{28FBC70E-6464-4911-A7DC-D688B4A191B2}"/>
              </a:ext>
            </a:extLst>
          </p:cNvPr>
          <p:cNvSpPr/>
          <p:nvPr/>
        </p:nvSpPr>
        <p:spPr>
          <a:xfrm>
            <a:off x="2128665" y="2936747"/>
            <a:ext cx="722000" cy="1495797"/>
          </a:xfrm>
          <a:prstGeom prst="ellipse">
            <a:avLst/>
          </a:prstGeom>
          <a:noFill/>
          <a:ln w="25400">
            <a:solidFill>
              <a:schemeClr val="bg1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254" name="Oval 6">
            <a:extLst>
              <a:ext uri="{FF2B5EF4-FFF2-40B4-BE49-F238E27FC236}">
                <a16:creationId xmlns:a16="http://schemas.microsoft.com/office/drawing/2014/main" id="{F7426249-BB1C-465F-BA24-177826BCA4FE}"/>
              </a:ext>
            </a:extLst>
          </p:cNvPr>
          <p:cNvSpPr/>
          <p:nvPr/>
        </p:nvSpPr>
        <p:spPr>
          <a:xfrm rot="16200000">
            <a:off x="2179219" y="2962645"/>
            <a:ext cx="622693" cy="1443999"/>
          </a:xfrm>
          <a:prstGeom prst="ellipse">
            <a:avLst/>
          </a:prstGeom>
          <a:noFill/>
          <a:ln w="38100">
            <a:solidFill>
              <a:schemeClr val="tx1">
                <a:alpha val="6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5" name="TextBox 11">
                <a:extLst>
                  <a:ext uri="{FF2B5EF4-FFF2-40B4-BE49-F238E27FC236}">
                    <a16:creationId xmlns:a16="http://schemas.microsoft.com/office/drawing/2014/main" id="{37DEB133-ADB0-4B60-901B-D2AEF580DA59}"/>
                  </a:ext>
                </a:extLst>
              </p:cNvPr>
              <p:cNvSpPr txBox="1"/>
              <p:nvPr/>
            </p:nvSpPr>
            <p:spPr>
              <a:xfrm>
                <a:off x="1940867" y="3506293"/>
                <a:ext cx="176928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255" name="TextBox 11">
                <a:extLst>
                  <a:ext uri="{FF2B5EF4-FFF2-40B4-BE49-F238E27FC236}">
                    <a16:creationId xmlns:a16="http://schemas.microsoft.com/office/drawing/2014/main" id="{37DEB133-ADB0-4B60-901B-D2AEF580DA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40867" y="3506293"/>
                <a:ext cx="176928" cy="338554"/>
              </a:xfrm>
              <a:prstGeom prst="rect">
                <a:avLst/>
              </a:prstGeom>
              <a:blipFill>
                <a:blip r:embed="rId26"/>
                <a:stretch>
                  <a:fillRect r="-4137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6" name="Oval 22">
            <a:extLst>
              <a:ext uri="{FF2B5EF4-FFF2-40B4-BE49-F238E27FC236}">
                <a16:creationId xmlns:a16="http://schemas.microsoft.com/office/drawing/2014/main" id="{F51F6D7A-CBDD-41AE-81A9-01A381888E10}"/>
              </a:ext>
            </a:extLst>
          </p:cNvPr>
          <p:cNvSpPr/>
          <p:nvPr/>
        </p:nvSpPr>
        <p:spPr>
          <a:xfrm>
            <a:off x="2408393" y="4347065"/>
            <a:ext cx="162450" cy="168277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7" name="TextBox 12">
                <a:extLst>
                  <a:ext uri="{FF2B5EF4-FFF2-40B4-BE49-F238E27FC236}">
                    <a16:creationId xmlns:a16="http://schemas.microsoft.com/office/drawing/2014/main" id="{BEB792E4-CC90-49E5-8163-921F2ECF2D45}"/>
                  </a:ext>
                </a:extLst>
              </p:cNvPr>
              <p:cNvSpPr txBox="1"/>
              <p:nvPr/>
            </p:nvSpPr>
            <p:spPr>
              <a:xfrm>
                <a:off x="2595790" y="3601690"/>
                <a:ext cx="176928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257" name="TextBox 12">
                <a:extLst>
                  <a:ext uri="{FF2B5EF4-FFF2-40B4-BE49-F238E27FC236}">
                    <a16:creationId xmlns:a16="http://schemas.microsoft.com/office/drawing/2014/main" id="{BEB792E4-CC90-49E5-8163-921F2ECF2D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95790" y="3601690"/>
                <a:ext cx="176928" cy="338554"/>
              </a:xfrm>
              <a:prstGeom prst="rect">
                <a:avLst/>
              </a:prstGeom>
              <a:blipFill>
                <a:blip r:embed="rId27"/>
                <a:stretch>
                  <a:fillRect r="-51724" b="-363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8" name="TextBox 13">
                <a:extLst>
                  <a:ext uri="{FF2B5EF4-FFF2-40B4-BE49-F238E27FC236}">
                    <a16:creationId xmlns:a16="http://schemas.microsoft.com/office/drawing/2014/main" id="{8D531DEA-B9A5-4E8D-A6A2-A31408532FD7}"/>
                  </a:ext>
                </a:extLst>
              </p:cNvPr>
              <p:cNvSpPr txBox="1"/>
              <p:nvPr/>
            </p:nvSpPr>
            <p:spPr>
              <a:xfrm>
                <a:off x="2351666" y="2971948"/>
                <a:ext cx="256967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>
                          <a:latin typeface="Cambria Math" panose="02040503050406030204" pitchFamily="18" charset="0"/>
                        </a:rPr>
                        <m:t>𝑧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258" name="TextBox 13">
                <a:extLst>
                  <a:ext uri="{FF2B5EF4-FFF2-40B4-BE49-F238E27FC236}">
                    <a16:creationId xmlns:a16="http://schemas.microsoft.com/office/drawing/2014/main" id="{8D531DEA-B9A5-4E8D-A6A2-A31408532F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51666" y="2971948"/>
                <a:ext cx="256967" cy="338554"/>
              </a:xfrm>
              <a:prstGeom prst="rect">
                <a:avLst/>
              </a:prstGeom>
              <a:blipFill>
                <a:blip r:embed="rId2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9" name="DVO">
            <a:extLst>
              <a:ext uri="{FF2B5EF4-FFF2-40B4-BE49-F238E27FC236}">
                <a16:creationId xmlns:a16="http://schemas.microsoft.com/office/drawing/2014/main" id="{BD66E933-A9D1-416F-99A4-A2F56F384D96}"/>
              </a:ext>
            </a:extLst>
          </p:cNvPr>
          <p:cNvSpPr/>
          <p:nvPr/>
        </p:nvSpPr>
        <p:spPr>
          <a:xfrm flipH="1">
            <a:off x="2128665" y="2936747"/>
            <a:ext cx="722000" cy="1495797"/>
          </a:xfrm>
          <a:prstGeom prst="arc">
            <a:avLst>
              <a:gd name="adj1" fmla="val 5396867"/>
              <a:gd name="adj2" fmla="val 16170484"/>
            </a:avLst>
          </a:prstGeom>
          <a:ln w="254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60" name="Oval 23">
            <a:extLst>
              <a:ext uri="{FF2B5EF4-FFF2-40B4-BE49-F238E27FC236}">
                <a16:creationId xmlns:a16="http://schemas.microsoft.com/office/drawing/2014/main" id="{B1975880-4F20-4527-8AC1-67B4B5024B5F}"/>
              </a:ext>
            </a:extLst>
          </p:cNvPr>
          <p:cNvSpPr/>
          <p:nvPr/>
        </p:nvSpPr>
        <p:spPr>
          <a:xfrm>
            <a:off x="3131249" y="3600507"/>
            <a:ext cx="162450" cy="168277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cxnSp>
        <p:nvCxnSpPr>
          <p:cNvPr id="261" name="Straight Arrow Connector 7">
            <a:extLst>
              <a:ext uri="{FF2B5EF4-FFF2-40B4-BE49-F238E27FC236}">
                <a16:creationId xmlns:a16="http://schemas.microsoft.com/office/drawing/2014/main" id="{33161F97-7212-47BE-BA7D-6FC7B9147369}"/>
              </a:ext>
            </a:extLst>
          </p:cNvPr>
          <p:cNvCxnSpPr>
            <a:cxnSpLocks/>
          </p:cNvCxnSpPr>
          <p:nvPr/>
        </p:nvCxnSpPr>
        <p:spPr>
          <a:xfrm flipV="1">
            <a:off x="2486634" y="3236563"/>
            <a:ext cx="1697" cy="445890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2" name="Straight Arrow Connector 19">
            <a:extLst>
              <a:ext uri="{FF2B5EF4-FFF2-40B4-BE49-F238E27FC236}">
                <a16:creationId xmlns:a16="http://schemas.microsoft.com/office/drawing/2014/main" id="{240911C2-AE74-4914-B8DB-470C2315C461}"/>
              </a:ext>
            </a:extLst>
          </p:cNvPr>
          <p:cNvCxnSpPr>
            <a:cxnSpLocks/>
          </p:cNvCxnSpPr>
          <p:nvPr/>
        </p:nvCxnSpPr>
        <p:spPr>
          <a:xfrm>
            <a:off x="2489618" y="3680269"/>
            <a:ext cx="195802" cy="156763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3" name="Straight Arrow Connector 18">
            <a:extLst>
              <a:ext uri="{FF2B5EF4-FFF2-40B4-BE49-F238E27FC236}">
                <a16:creationId xmlns:a16="http://schemas.microsoft.com/office/drawing/2014/main" id="{168B960E-43A1-4542-B03F-41153CC41797}"/>
              </a:ext>
            </a:extLst>
          </p:cNvPr>
          <p:cNvCxnSpPr>
            <a:cxnSpLocks/>
          </p:cNvCxnSpPr>
          <p:nvPr/>
        </p:nvCxnSpPr>
        <p:spPr>
          <a:xfrm rot="16200000" flipH="1" flipV="1">
            <a:off x="2318296" y="3508793"/>
            <a:ext cx="0" cy="342950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4" name="Oval 20">
            <a:extLst>
              <a:ext uri="{FF2B5EF4-FFF2-40B4-BE49-F238E27FC236}">
                <a16:creationId xmlns:a16="http://schemas.microsoft.com/office/drawing/2014/main" id="{24DEE888-55C9-4D4C-B18D-808F9AA85CCB}"/>
              </a:ext>
            </a:extLst>
          </p:cNvPr>
          <p:cNvSpPr/>
          <p:nvPr/>
        </p:nvSpPr>
        <p:spPr>
          <a:xfrm>
            <a:off x="1687085" y="3600507"/>
            <a:ext cx="162450" cy="168277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265" name="Oval 22">
            <a:extLst>
              <a:ext uri="{FF2B5EF4-FFF2-40B4-BE49-F238E27FC236}">
                <a16:creationId xmlns:a16="http://schemas.microsoft.com/office/drawing/2014/main" id="{EF01816B-7066-4916-A520-954D092BE6FE}"/>
              </a:ext>
            </a:extLst>
          </p:cNvPr>
          <p:cNvSpPr/>
          <p:nvPr/>
        </p:nvSpPr>
        <p:spPr>
          <a:xfrm>
            <a:off x="2409575" y="2844234"/>
            <a:ext cx="162450" cy="168277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/>
          </a:p>
        </p:txBody>
      </p:sp>
      <p:sp>
        <p:nvSpPr>
          <p:cNvPr id="266" name="Partial Circle 9">
            <a:extLst>
              <a:ext uri="{FF2B5EF4-FFF2-40B4-BE49-F238E27FC236}">
                <a16:creationId xmlns:a16="http://schemas.microsoft.com/office/drawing/2014/main" id="{95E3D0C0-F471-47D7-9B54-CC1B9F289F59}"/>
              </a:ext>
            </a:extLst>
          </p:cNvPr>
          <p:cNvSpPr>
            <a:spLocks noChangeAspect="1"/>
          </p:cNvSpPr>
          <p:nvPr/>
        </p:nvSpPr>
        <p:spPr>
          <a:xfrm rot="16200000" flipH="1">
            <a:off x="2425736" y="3585381"/>
            <a:ext cx="102407" cy="197721"/>
          </a:xfrm>
          <a:prstGeom prst="pie">
            <a:avLst>
              <a:gd name="adj1" fmla="val 16258856"/>
              <a:gd name="adj2" fmla="val 19252600"/>
            </a:avLst>
          </a:prstGeom>
          <a:gradFill flip="none" rotWithShape="1">
            <a:gsLst>
              <a:gs pos="0">
                <a:schemeClr val="tx1"/>
              </a:gs>
              <a:gs pos="50000">
                <a:schemeClr val="tx1">
                  <a:lumMod val="50000"/>
                  <a:lumOff val="50000"/>
                </a:schemeClr>
              </a:gs>
              <a:gs pos="100000">
                <a:schemeClr val="bg1">
                  <a:lumMod val="50000"/>
                </a:schemeClr>
              </a:gs>
            </a:gsLst>
            <a:lin ang="2700000" scaled="1"/>
            <a:tileRect/>
          </a:gra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7" name="TextBox 10">
                <a:extLst>
                  <a:ext uri="{FF2B5EF4-FFF2-40B4-BE49-F238E27FC236}">
                    <a16:creationId xmlns:a16="http://schemas.microsoft.com/office/drawing/2014/main" id="{B215AA15-06BF-4D83-A5CD-B6A967095CE1}"/>
                  </a:ext>
                </a:extLst>
              </p:cNvPr>
              <p:cNvSpPr txBox="1"/>
              <p:nvPr/>
            </p:nvSpPr>
            <p:spPr>
              <a:xfrm>
                <a:off x="2061718" y="3620427"/>
                <a:ext cx="315234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>
                          <a:latin typeface="Cambria Math" panose="02040503050406030204" pitchFamily="18" charset="0"/>
                        </a:rPr>
                        <m:t>𝛼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267" name="TextBox 10">
                <a:extLst>
                  <a:ext uri="{FF2B5EF4-FFF2-40B4-BE49-F238E27FC236}">
                    <a16:creationId xmlns:a16="http://schemas.microsoft.com/office/drawing/2014/main" id="{B215AA15-06BF-4D83-A5CD-B6A967095C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61718" y="3620427"/>
                <a:ext cx="315234" cy="338554"/>
              </a:xfrm>
              <a:prstGeom prst="rect">
                <a:avLst/>
              </a:prstGeom>
              <a:blipFill>
                <a:blip r:embed="rId2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68" name="Straight Arrow Connector 17">
            <a:extLst>
              <a:ext uri="{FF2B5EF4-FFF2-40B4-BE49-F238E27FC236}">
                <a16:creationId xmlns:a16="http://schemas.microsoft.com/office/drawing/2014/main" id="{230BB7BA-7677-4C8C-B5E4-B82B7D463931}"/>
              </a:ext>
            </a:extLst>
          </p:cNvPr>
          <p:cNvCxnSpPr>
            <a:cxnSpLocks/>
          </p:cNvCxnSpPr>
          <p:nvPr/>
        </p:nvCxnSpPr>
        <p:spPr>
          <a:xfrm flipH="1">
            <a:off x="2268987" y="3685449"/>
            <a:ext cx="221585" cy="286539"/>
          </a:xfrm>
          <a:prstGeom prst="straightConnector1">
            <a:avLst/>
          </a:prstGeom>
          <a:ln w="38100">
            <a:solidFill>
              <a:schemeClr val="tx1"/>
            </a:solidFill>
            <a:tailEnd type="stealth" w="lg" len="lg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269" name="Partial Circle 9">
            <a:extLst>
              <a:ext uri="{FF2B5EF4-FFF2-40B4-BE49-F238E27FC236}">
                <a16:creationId xmlns:a16="http://schemas.microsoft.com/office/drawing/2014/main" id="{E72D69FE-BCE2-4231-B5B8-E4BAB5150F43}"/>
              </a:ext>
            </a:extLst>
          </p:cNvPr>
          <p:cNvSpPr>
            <a:spLocks noChangeAspect="1"/>
          </p:cNvSpPr>
          <p:nvPr/>
        </p:nvSpPr>
        <p:spPr>
          <a:xfrm>
            <a:off x="2413011" y="3548156"/>
            <a:ext cx="149214" cy="301366"/>
          </a:xfrm>
          <a:prstGeom prst="pie">
            <a:avLst>
              <a:gd name="adj1" fmla="val 16258856"/>
              <a:gd name="adj2" fmla="val 19252600"/>
            </a:avLst>
          </a:prstGeom>
          <a:gradFill flip="none" rotWithShape="1">
            <a:gsLst>
              <a:gs pos="0">
                <a:schemeClr val="tx1"/>
              </a:gs>
              <a:gs pos="50000">
                <a:schemeClr val="tx1">
                  <a:lumMod val="50000"/>
                  <a:lumOff val="50000"/>
                </a:schemeClr>
              </a:gs>
              <a:gs pos="100000">
                <a:schemeClr val="bg1">
                  <a:lumMod val="50000"/>
                </a:schemeClr>
              </a:gs>
            </a:gsLst>
            <a:lin ang="2700000" scaled="1"/>
            <a:tileRect/>
          </a:gra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0" name="TextBox 10">
                <a:extLst>
                  <a:ext uri="{FF2B5EF4-FFF2-40B4-BE49-F238E27FC236}">
                    <a16:creationId xmlns:a16="http://schemas.microsoft.com/office/drawing/2014/main" id="{2F6C10B6-03DA-4C5F-B367-63A41053B482}"/>
                  </a:ext>
                </a:extLst>
              </p:cNvPr>
              <p:cNvSpPr txBox="1"/>
              <p:nvPr/>
            </p:nvSpPr>
            <p:spPr>
              <a:xfrm>
                <a:off x="2452790" y="3300009"/>
                <a:ext cx="297046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>
                          <a:latin typeface="Cambria Math" panose="02040503050406030204" pitchFamily="18" charset="0"/>
                        </a:rPr>
                        <m:t>𝛽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270" name="TextBox 10">
                <a:extLst>
                  <a:ext uri="{FF2B5EF4-FFF2-40B4-BE49-F238E27FC236}">
                    <a16:creationId xmlns:a16="http://schemas.microsoft.com/office/drawing/2014/main" id="{2F6C10B6-03DA-4C5F-B367-63A41053B4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52790" y="3300009"/>
                <a:ext cx="297046" cy="338554"/>
              </a:xfrm>
              <a:prstGeom prst="rect">
                <a:avLst/>
              </a:prstGeom>
              <a:blipFill>
                <a:blip r:embed="rId30"/>
                <a:stretch>
                  <a:fillRect r="-4082" b="-892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71" name="Straight Arrow Connector 17">
            <a:extLst>
              <a:ext uri="{FF2B5EF4-FFF2-40B4-BE49-F238E27FC236}">
                <a16:creationId xmlns:a16="http://schemas.microsoft.com/office/drawing/2014/main" id="{050CD12B-2348-4EAE-8F7E-7F476F6AB6E3}"/>
              </a:ext>
            </a:extLst>
          </p:cNvPr>
          <p:cNvCxnSpPr>
            <a:cxnSpLocks/>
          </p:cNvCxnSpPr>
          <p:nvPr/>
        </p:nvCxnSpPr>
        <p:spPr>
          <a:xfrm flipV="1">
            <a:off x="2482485" y="3239724"/>
            <a:ext cx="571923" cy="449644"/>
          </a:xfrm>
          <a:prstGeom prst="straightConnector1">
            <a:avLst/>
          </a:prstGeom>
          <a:ln w="38100">
            <a:solidFill>
              <a:schemeClr val="tx1"/>
            </a:solidFill>
            <a:tailEnd type="stealth" w="lg" len="lg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52" name="Oval 23">
            <a:extLst>
              <a:ext uri="{FF2B5EF4-FFF2-40B4-BE49-F238E27FC236}">
                <a16:creationId xmlns:a16="http://schemas.microsoft.com/office/drawing/2014/main" id="{6454FEB7-1A49-4057-B9D1-C98AB19CFD06}"/>
              </a:ext>
            </a:extLst>
          </p:cNvPr>
          <p:cNvSpPr/>
          <p:nvPr/>
        </p:nvSpPr>
        <p:spPr>
          <a:xfrm>
            <a:off x="2742576" y="3860498"/>
            <a:ext cx="162450" cy="168277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154" name="Oval 23">
            <a:extLst>
              <a:ext uri="{FF2B5EF4-FFF2-40B4-BE49-F238E27FC236}">
                <a16:creationId xmlns:a16="http://schemas.microsoft.com/office/drawing/2014/main" id="{2FF5597B-5488-4B3C-BE8B-E0AD3A81CF14}"/>
              </a:ext>
            </a:extLst>
          </p:cNvPr>
          <p:cNvSpPr/>
          <p:nvPr/>
        </p:nvSpPr>
        <p:spPr>
          <a:xfrm>
            <a:off x="2056776" y="3327098"/>
            <a:ext cx="162450" cy="168277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6" name="文字方塊 155">
                <a:extLst>
                  <a:ext uri="{FF2B5EF4-FFF2-40B4-BE49-F238E27FC236}">
                    <a16:creationId xmlns:a16="http://schemas.microsoft.com/office/drawing/2014/main" id="{7D05204B-22BE-4DE9-AA50-5F23DEE9A2F6}"/>
                  </a:ext>
                </a:extLst>
              </p:cNvPr>
              <p:cNvSpPr txBox="1"/>
              <p:nvPr/>
            </p:nvSpPr>
            <p:spPr>
              <a:xfrm>
                <a:off x="3404205" y="3844729"/>
                <a:ext cx="1150186" cy="3231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5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500" b="0" i="1" smtClean="0">
                              <a:latin typeface="Cambria Math" panose="02040503050406030204" pitchFamily="18" charset="0"/>
                            </a:rPr>
                            <m:t>/2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500" dirty="0"/>
              </a:p>
            </p:txBody>
          </p:sp>
        </mc:Choice>
        <mc:Fallback xmlns="">
          <p:sp>
            <p:nvSpPr>
              <p:cNvPr id="156" name="文字方塊 155">
                <a:extLst>
                  <a:ext uri="{FF2B5EF4-FFF2-40B4-BE49-F238E27FC236}">
                    <a16:creationId xmlns:a16="http://schemas.microsoft.com/office/drawing/2014/main" id="{7D05204B-22BE-4DE9-AA50-5F23DEE9A2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04205" y="3844729"/>
                <a:ext cx="1150186" cy="323165"/>
              </a:xfrm>
              <a:prstGeom prst="rect">
                <a:avLst/>
              </a:prstGeom>
              <a:blipFill>
                <a:blip r:embed="rId31"/>
                <a:stretch>
                  <a:fillRect b="-943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7" name="文字方塊 156">
                <a:extLst>
                  <a:ext uri="{FF2B5EF4-FFF2-40B4-BE49-F238E27FC236}">
                    <a16:creationId xmlns:a16="http://schemas.microsoft.com/office/drawing/2014/main" id="{834029C9-84F7-4B57-9E81-D8CCCEEA55EA}"/>
                  </a:ext>
                </a:extLst>
              </p:cNvPr>
              <p:cNvSpPr txBox="1"/>
              <p:nvPr/>
            </p:nvSpPr>
            <p:spPr>
              <a:xfrm>
                <a:off x="363604" y="2248720"/>
                <a:ext cx="1150186" cy="3231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5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5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/2,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500" dirty="0"/>
              </a:p>
            </p:txBody>
          </p:sp>
        </mc:Choice>
        <mc:Fallback xmlns="">
          <p:sp>
            <p:nvSpPr>
              <p:cNvPr id="157" name="文字方塊 156">
                <a:extLst>
                  <a:ext uri="{FF2B5EF4-FFF2-40B4-BE49-F238E27FC236}">
                    <a16:creationId xmlns:a16="http://schemas.microsoft.com/office/drawing/2014/main" id="{834029C9-84F7-4B57-9E81-D8CCCEEA55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3604" y="2248720"/>
                <a:ext cx="1150186" cy="323165"/>
              </a:xfrm>
              <a:prstGeom prst="rect">
                <a:avLst/>
              </a:prstGeom>
              <a:blipFill>
                <a:blip r:embed="rId32"/>
                <a:stretch>
                  <a:fillRect b="-943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8" name="直線接點 157">
            <a:extLst>
              <a:ext uri="{FF2B5EF4-FFF2-40B4-BE49-F238E27FC236}">
                <a16:creationId xmlns:a16="http://schemas.microsoft.com/office/drawing/2014/main" id="{DA529A4E-3BAB-45BB-8274-1088EF0B43A5}"/>
              </a:ext>
            </a:extLst>
          </p:cNvPr>
          <p:cNvCxnSpPr>
            <a:cxnSpLocks/>
          </p:cNvCxnSpPr>
          <p:nvPr/>
        </p:nvCxnSpPr>
        <p:spPr>
          <a:xfrm flipV="1">
            <a:off x="1614805" y="3410397"/>
            <a:ext cx="453250" cy="188"/>
          </a:xfrm>
          <a:prstGeom prst="line">
            <a:avLst/>
          </a:prstGeom>
          <a:ln w="9525" cap="flat" cmpd="sng" algn="ctr">
            <a:solidFill>
              <a:schemeClr val="bg1">
                <a:lumMod val="5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59" name="直線接點 158">
            <a:extLst>
              <a:ext uri="{FF2B5EF4-FFF2-40B4-BE49-F238E27FC236}">
                <a16:creationId xmlns:a16="http://schemas.microsoft.com/office/drawing/2014/main" id="{F100F92B-B8C5-4A0F-B866-E2BAB0C4087A}"/>
              </a:ext>
            </a:extLst>
          </p:cNvPr>
          <p:cNvCxnSpPr>
            <a:cxnSpLocks/>
          </p:cNvCxnSpPr>
          <p:nvPr/>
        </p:nvCxnSpPr>
        <p:spPr>
          <a:xfrm>
            <a:off x="2918460" y="3970973"/>
            <a:ext cx="418783" cy="0"/>
          </a:xfrm>
          <a:prstGeom prst="line">
            <a:avLst/>
          </a:prstGeom>
          <a:ln w="9525" cap="flat" cmpd="sng" algn="ctr">
            <a:solidFill>
              <a:schemeClr val="bg1">
                <a:lumMod val="5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60" name="直線接點 159">
            <a:extLst>
              <a:ext uri="{FF2B5EF4-FFF2-40B4-BE49-F238E27FC236}">
                <a16:creationId xmlns:a16="http://schemas.microsoft.com/office/drawing/2014/main" id="{A656DF39-7853-456D-84EE-B2D69029F0B5}"/>
              </a:ext>
            </a:extLst>
          </p:cNvPr>
          <p:cNvCxnSpPr>
            <a:cxnSpLocks/>
          </p:cNvCxnSpPr>
          <p:nvPr/>
        </p:nvCxnSpPr>
        <p:spPr>
          <a:xfrm flipV="1">
            <a:off x="3261043" y="3508375"/>
            <a:ext cx="120332" cy="100649"/>
          </a:xfrm>
          <a:prstGeom prst="line">
            <a:avLst/>
          </a:prstGeom>
          <a:ln w="9525" cap="flat" cmpd="sng" algn="ctr">
            <a:solidFill>
              <a:schemeClr val="bg1">
                <a:lumMod val="5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61" name="直線接點 160">
            <a:extLst>
              <a:ext uri="{FF2B5EF4-FFF2-40B4-BE49-F238E27FC236}">
                <a16:creationId xmlns:a16="http://schemas.microsoft.com/office/drawing/2014/main" id="{C2ECA97C-3D5E-4873-BF49-1B844DE8012B}"/>
              </a:ext>
            </a:extLst>
          </p:cNvPr>
          <p:cNvCxnSpPr>
            <a:cxnSpLocks/>
          </p:cNvCxnSpPr>
          <p:nvPr/>
        </p:nvCxnSpPr>
        <p:spPr>
          <a:xfrm flipV="1">
            <a:off x="1599843" y="3750766"/>
            <a:ext cx="105264" cy="191632"/>
          </a:xfrm>
          <a:prstGeom prst="line">
            <a:avLst/>
          </a:prstGeom>
          <a:ln w="9525" cap="flat" cmpd="sng" algn="ctr">
            <a:solidFill>
              <a:schemeClr val="bg1">
                <a:lumMod val="5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6" name="文字方塊 125">
                <a:extLst>
                  <a:ext uri="{FF2B5EF4-FFF2-40B4-BE49-F238E27FC236}">
                    <a16:creationId xmlns:a16="http://schemas.microsoft.com/office/drawing/2014/main" id="{E8B93DEA-FA7A-44F0-BD67-719B3E65DA8A}"/>
                  </a:ext>
                </a:extLst>
              </p:cNvPr>
              <p:cNvSpPr txBox="1"/>
              <p:nvPr/>
            </p:nvSpPr>
            <p:spPr>
              <a:xfrm>
                <a:off x="6994665" y="4501420"/>
                <a:ext cx="812954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600" i="1" smtClean="0">
                          <a:latin typeface="Cambria Math" panose="02040503050406030204" pitchFamily="18" charset="0"/>
                        </a:rPr>
                        <m:t>|</m:t>
                      </m:r>
                      <m:d>
                        <m:dPr>
                          <m:begChr m:val=""/>
                          <m:endChr m:val="⟩"/>
                          <m:ctrlPr>
                            <a:rPr lang="en-US" altLang="zh-TW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−1, </m:t>
                          </m:r>
                          <m:r>
                            <a:rPr lang="en-US" altLang="zh-TW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d>
                    </m:oMath>
                  </m:oMathPara>
                </a14:m>
                <a:endParaRPr lang="zh-TW" altLang="en-US" sz="1600" dirty="0"/>
              </a:p>
            </p:txBody>
          </p:sp>
        </mc:Choice>
        <mc:Fallback xmlns="">
          <p:sp>
            <p:nvSpPr>
              <p:cNvPr id="126" name="文字方塊 125">
                <a:extLst>
                  <a:ext uri="{FF2B5EF4-FFF2-40B4-BE49-F238E27FC236}">
                    <a16:creationId xmlns:a16="http://schemas.microsoft.com/office/drawing/2014/main" id="{E8B93DEA-FA7A-44F0-BD67-719B3E65DA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94665" y="4501420"/>
                <a:ext cx="812954" cy="338554"/>
              </a:xfrm>
              <a:prstGeom prst="rect">
                <a:avLst/>
              </a:prstGeom>
              <a:blipFill>
                <a:blip r:embed="rId33"/>
                <a:stretch>
                  <a:fillRect t="-108929" r="-46269" b="-16785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7" name="文字方塊 126">
                <a:extLst>
                  <a:ext uri="{FF2B5EF4-FFF2-40B4-BE49-F238E27FC236}">
                    <a16:creationId xmlns:a16="http://schemas.microsoft.com/office/drawing/2014/main" id="{86E23423-9563-4D62-A1A9-0D27E09B338A}"/>
                  </a:ext>
                </a:extLst>
              </p:cNvPr>
              <p:cNvSpPr txBox="1"/>
              <p:nvPr/>
            </p:nvSpPr>
            <p:spPr>
              <a:xfrm>
                <a:off x="6994665" y="2555828"/>
                <a:ext cx="812954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600" i="1" smtClean="0">
                          <a:latin typeface="Cambria Math" panose="02040503050406030204" pitchFamily="18" charset="0"/>
                        </a:rPr>
                        <m:t>|</m:t>
                      </m:r>
                      <m:d>
                        <m:dPr>
                          <m:begChr m:val=""/>
                          <m:endChr m:val="⟩"/>
                          <m:ctrlPr>
                            <a:rPr lang="en-US" altLang="zh-TW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1, 0</m:t>
                          </m:r>
                        </m:e>
                      </m:d>
                    </m:oMath>
                  </m:oMathPara>
                </a14:m>
                <a:endParaRPr lang="zh-TW" altLang="en-US" sz="1600" dirty="0"/>
              </a:p>
            </p:txBody>
          </p:sp>
        </mc:Choice>
        <mc:Fallback xmlns="">
          <p:sp>
            <p:nvSpPr>
              <p:cNvPr id="127" name="文字方塊 126">
                <a:extLst>
                  <a:ext uri="{FF2B5EF4-FFF2-40B4-BE49-F238E27FC236}">
                    <a16:creationId xmlns:a16="http://schemas.microsoft.com/office/drawing/2014/main" id="{86E23423-9563-4D62-A1A9-0D27E09B33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94665" y="2555828"/>
                <a:ext cx="812954" cy="338554"/>
              </a:xfrm>
              <a:prstGeom prst="rect">
                <a:avLst/>
              </a:prstGeom>
              <a:blipFill>
                <a:blip r:embed="rId34"/>
                <a:stretch>
                  <a:fillRect t="-108929" r="-36567" b="-16785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28" name="群組 127">
            <a:extLst>
              <a:ext uri="{FF2B5EF4-FFF2-40B4-BE49-F238E27FC236}">
                <a16:creationId xmlns:a16="http://schemas.microsoft.com/office/drawing/2014/main" id="{2A5665A9-CE12-4671-BF3C-4662747F2F96}"/>
              </a:ext>
            </a:extLst>
          </p:cNvPr>
          <p:cNvGrpSpPr/>
          <p:nvPr/>
        </p:nvGrpSpPr>
        <p:grpSpPr>
          <a:xfrm>
            <a:off x="7184183" y="1808686"/>
            <a:ext cx="115586" cy="110880"/>
            <a:chOff x="1373392" y="2391862"/>
            <a:chExt cx="479433" cy="476535"/>
          </a:xfrm>
        </p:grpSpPr>
        <p:sp>
          <p:nvSpPr>
            <p:cNvPr id="129" name="箭號: 向右 128">
              <a:extLst>
                <a:ext uri="{FF2B5EF4-FFF2-40B4-BE49-F238E27FC236}">
                  <a16:creationId xmlns:a16="http://schemas.microsoft.com/office/drawing/2014/main" id="{F3EBF984-965D-45D6-847D-E8555D69B30C}"/>
                </a:ext>
              </a:extLst>
            </p:cNvPr>
            <p:cNvSpPr/>
            <p:nvPr/>
          </p:nvSpPr>
          <p:spPr>
            <a:xfrm>
              <a:off x="1411244" y="2735868"/>
              <a:ext cx="441581" cy="132529"/>
            </a:xfrm>
            <a:prstGeom prst="rightArrow">
              <a:avLst>
                <a:gd name="adj1" fmla="val 50000"/>
                <a:gd name="adj2" fmla="val 99023"/>
              </a:avLst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130" name="箭號: 向右 129">
              <a:extLst>
                <a:ext uri="{FF2B5EF4-FFF2-40B4-BE49-F238E27FC236}">
                  <a16:creationId xmlns:a16="http://schemas.microsoft.com/office/drawing/2014/main" id="{1E986854-FDBE-4802-B7F2-DD0520A5BA5C}"/>
                </a:ext>
              </a:extLst>
            </p:cNvPr>
            <p:cNvSpPr/>
            <p:nvPr/>
          </p:nvSpPr>
          <p:spPr>
            <a:xfrm rot="16200000">
              <a:off x="1218866" y="2546388"/>
              <a:ext cx="441581" cy="132529"/>
            </a:xfrm>
            <a:prstGeom prst="rightArrow">
              <a:avLst>
                <a:gd name="adj1" fmla="val 50000"/>
                <a:gd name="adj2" fmla="val 99023"/>
              </a:avLst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2000" dirty="0">
                <a:solidFill>
                  <a:schemeClr val="tx1"/>
                </a:solidFill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31" name="文字方塊 130">
                <a:extLst>
                  <a:ext uri="{FF2B5EF4-FFF2-40B4-BE49-F238E27FC236}">
                    <a16:creationId xmlns:a16="http://schemas.microsoft.com/office/drawing/2014/main" id="{303D965C-45EE-457E-932C-781443C623C7}"/>
                  </a:ext>
                </a:extLst>
              </p:cNvPr>
              <p:cNvSpPr txBox="1"/>
              <p:nvPr/>
            </p:nvSpPr>
            <p:spPr>
              <a:xfrm>
                <a:off x="7064306" y="1435710"/>
                <a:ext cx="438402" cy="4242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</m:oMath>
                  </m:oMathPara>
                </a14:m>
                <a:endParaRPr lang="en-US" altLang="zh-TW" sz="2000" dirty="0"/>
              </a:p>
            </p:txBody>
          </p:sp>
        </mc:Choice>
        <mc:Fallback xmlns="">
          <p:sp>
            <p:nvSpPr>
              <p:cNvPr id="131" name="文字方塊 130">
                <a:extLst>
                  <a:ext uri="{FF2B5EF4-FFF2-40B4-BE49-F238E27FC236}">
                    <a16:creationId xmlns:a16="http://schemas.microsoft.com/office/drawing/2014/main" id="{303D965C-45EE-457E-932C-781443C623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64306" y="1435710"/>
                <a:ext cx="438402" cy="424283"/>
              </a:xfrm>
              <a:prstGeom prst="rect">
                <a:avLst/>
              </a:prstGeom>
              <a:blipFill>
                <a:blip r:embed="rId35"/>
                <a:stretch>
                  <a:fillRect b="-579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2" name="文字方塊 131">
                <a:extLst>
                  <a:ext uri="{FF2B5EF4-FFF2-40B4-BE49-F238E27FC236}">
                    <a16:creationId xmlns:a16="http://schemas.microsoft.com/office/drawing/2014/main" id="{3B8DD08D-7DD8-4956-B542-87A4226E1C30}"/>
                  </a:ext>
                </a:extLst>
              </p:cNvPr>
              <p:cNvSpPr txBox="1"/>
              <p:nvPr/>
            </p:nvSpPr>
            <p:spPr>
              <a:xfrm>
                <a:off x="7237289" y="1713862"/>
                <a:ext cx="388427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</m:oMath>
                  </m:oMathPara>
                </a14:m>
                <a:endParaRPr lang="en-US" altLang="zh-TW" sz="2000" dirty="0"/>
              </a:p>
            </p:txBody>
          </p:sp>
        </mc:Choice>
        <mc:Fallback xmlns="">
          <p:sp>
            <p:nvSpPr>
              <p:cNvPr id="132" name="文字方塊 131">
                <a:extLst>
                  <a:ext uri="{FF2B5EF4-FFF2-40B4-BE49-F238E27FC236}">
                    <a16:creationId xmlns:a16="http://schemas.microsoft.com/office/drawing/2014/main" id="{3B8DD08D-7DD8-4956-B542-87A4226E1C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37289" y="1713862"/>
                <a:ext cx="388427" cy="400110"/>
              </a:xfrm>
              <a:prstGeom prst="rect">
                <a:avLst/>
              </a:prstGeom>
              <a:blipFill>
                <a:blip r:embed="rId36"/>
                <a:stretch>
                  <a:fillRect b="-757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3" name="文字方塊 132">
                <a:extLst>
                  <a:ext uri="{FF2B5EF4-FFF2-40B4-BE49-F238E27FC236}">
                    <a16:creationId xmlns:a16="http://schemas.microsoft.com/office/drawing/2014/main" id="{619287B3-724C-4B78-AE6C-AEC645042ADB}"/>
                  </a:ext>
                </a:extLst>
              </p:cNvPr>
              <p:cNvSpPr txBox="1"/>
              <p:nvPr/>
            </p:nvSpPr>
            <p:spPr>
              <a:xfrm>
                <a:off x="6540846" y="2179934"/>
                <a:ext cx="652306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0.1</m:t>
                          </m:r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en-US" altLang="zh-TW" sz="1600" dirty="0"/>
              </a:p>
            </p:txBody>
          </p:sp>
        </mc:Choice>
        <mc:Fallback xmlns="">
          <p:sp>
            <p:nvSpPr>
              <p:cNvPr id="133" name="文字方塊 132">
                <a:extLst>
                  <a:ext uri="{FF2B5EF4-FFF2-40B4-BE49-F238E27FC236}">
                    <a16:creationId xmlns:a16="http://schemas.microsoft.com/office/drawing/2014/main" id="{619287B3-724C-4B78-AE6C-AEC645042A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40846" y="2179934"/>
                <a:ext cx="652306" cy="338554"/>
              </a:xfrm>
              <a:prstGeom prst="rect">
                <a:avLst/>
              </a:prstGeom>
              <a:blipFill>
                <a:blip r:embed="rId37"/>
                <a:stretch>
                  <a:fillRect b="-727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4" name="文字方塊 133">
            <a:extLst>
              <a:ext uri="{FF2B5EF4-FFF2-40B4-BE49-F238E27FC236}">
                <a16:creationId xmlns:a16="http://schemas.microsoft.com/office/drawing/2014/main" id="{6918AAE3-0D53-4F55-A3C5-96DDE2E6E146}"/>
              </a:ext>
            </a:extLst>
          </p:cNvPr>
          <p:cNvSpPr txBox="1"/>
          <p:nvPr/>
        </p:nvSpPr>
        <p:spPr>
          <a:xfrm>
            <a:off x="5543826" y="125920"/>
            <a:ext cx="3714632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Longitudinal component</a:t>
            </a:r>
            <a:endParaRPr lang="zh-TW" altLang="en-US" sz="2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5" name="文字方塊 134">
                <a:extLst>
                  <a:ext uri="{FF2B5EF4-FFF2-40B4-BE49-F238E27FC236}">
                    <a16:creationId xmlns:a16="http://schemas.microsoft.com/office/drawing/2014/main" id="{CC9B6127-BB22-4B06-9027-8942AA82D111}"/>
                  </a:ext>
                </a:extLst>
              </p:cNvPr>
              <p:cNvSpPr txBox="1"/>
              <p:nvPr/>
            </p:nvSpPr>
            <p:spPr>
              <a:xfrm>
                <a:off x="6358604" y="1285730"/>
                <a:ext cx="1673596" cy="3231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5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𝛼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</m:d>
                      <m:r>
                        <a:rPr lang="en-US" altLang="zh-TW" sz="150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zh-TW" sz="15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0, </m:t>
                          </m:r>
                          <m:r>
                            <m:rPr>
                              <m:nor/>
                            </m:rPr>
                            <a:rPr lang="en-US" altLang="zh-TW" sz="150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</m:oMath>
                  </m:oMathPara>
                </a14:m>
                <a:endParaRPr lang="zh-TW" altLang="en-US" sz="1500" dirty="0"/>
              </a:p>
            </p:txBody>
          </p:sp>
        </mc:Choice>
        <mc:Fallback xmlns="">
          <p:sp>
            <p:nvSpPr>
              <p:cNvPr id="135" name="文字方塊 134">
                <a:extLst>
                  <a:ext uri="{FF2B5EF4-FFF2-40B4-BE49-F238E27FC236}">
                    <a16:creationId xmlns:a16="http://schemas.microsoft.com/office/drawing/2014/main" id="{CC9B6127-BB22-4B06-9027-8942AA82D1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58604" y="1285730"/>
                <a:ext cx="1673596" cy="323165"/>
              </a:xfrm>
              <a:prstGeom prst="rect">
                <a:avLst/>
              </a:prstGeom>
              <a:blipFill>
                <a:blip r:embed="rId38"/>
                <a:stretch>
                  <a:fillRect b="-943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6" name="文字方塊 135">
                <a:extLst>
                  <a:ext uri="{FF2B5EF4-FFF2-40B4-BE49-F238E27FC236}">
                    <a16:creationId xmlns:a16="http://schemas.microsoft.com/office/drawing/2014/main" id="{9AF907CE-03E4-42F9-9A46-20CFF122BE0A}"/>
                  </a:ext>
                </a:extLst>
              </p:cNvPr>
              <p:cNvSpPr txBox="1"/>
              <p:nvPr/>
            </p:nvSpPr>
            <p:spPr>
              <a:xfrm>
                <a:off x="5301973" y="3844729"/>
                <a:ext cx="1150186" cy="3231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5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0, 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500" dirty="0"/>
              </a:p>
            </p:txBody>
          </p:sp>
        </mc:Choice>
        <mc:Fallback xmlns="">
          <p:sp>
            <p:nvSpPr>
              <p:cNvPr id="136" name="文字方塊 135">
                <a:extLst>
                  <a:ext uri="{FF2B5EF4-FFF2-40B4-BE49-F238E27FC236}">
                    <a16:creationId xmlns:a16="http://schemas.microsoft.com/office/drawing/2014/main" id="{9AF907CE-03E4-42F9-9A46-20CFF122BE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01973" y="3844729"/>
                <a:ext cx="1150186" cy="323165"/>
              </a:xfrm>
              <a:prstGeom prst="rect">
                <a:avLst/>
              </a:prstGeom>
              <a:blipFill>
                <a:blip r:embed="rId39"/>
                <a:stretch>
                  <a:fillRect b="-943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7" name="文字方塊 136">
                <a:extLst>
                  <a:ext uri="{FF2B5EF4-FFF2-40B4-BE49-F238E27FC236}">
                    <a16:creationId xmlns:a16="http://schemas.microsoft.com/office/drawing/2014/main" id="{668F1432-99A9-4A6C-9F43-F3B8F64F7EEC}"/>
                  </a:ext>
                </a:extLst>
              </p:cNvPr>
              <p:cNvSpPr txBox="1"/>
              <p:nvPr/>
            </p:nvSpPr>
            <p:spPr>
              <a:xfrm>
                <a:off x="8331357" y="2248720"/>
                <a:ext cx="1150186" cy="3231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5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500" dirty="0"/>
              </a:p>
            </p:txBody>
          </p:sp>
        </mc:Choice>
        <mc:Fallback xmlns="">
          <p:sp>
            <p:nvSpPr>
              <p:cNvPr id="137" name="文字方塊 136">
                <a:extLst>
                  <a:ext uri="{FF2B5EF4-FFF2-40B4-BE49-F238E27FC236}">
                    <a16:creationId xmlns:a16="http://schemas.microsoft.com/office/drawing/2014/main" id="{668F1432-99A9-4A6C-9F43-F3B8F64F7E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31357" y="2248720"/>
                <a:ext cx="1150186" cy="323165"/>
              </a:xfrm>
              <a:prstGeom prst="rect">
                <a:avLst/>
              </a:prstGeom>
              <a:blipFill>
                <a:blip r:embed="rId40"/>
                <a:stretch>
                  <a:fillRect b="-943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8" name="文字方塊 137">
                <a:extLst>
                  <a:ext uri="{FF2B5EF4-FFF2-40B4-BE49-F238E27FC236}">
                    <a16:creationId xmlns:a16="http://schemas.microsoft.com/office/drawing/2014/main" id="{E5062BB6-1F5F-49B0-AC4E-BD6AF705F7D9}"/>
                  </a:ext>
                </a:extLst>
              </p:cNvPr>
              <p:cNvSpPr txBox="1"/>
              <p:nvPr/>
            </p:nvSpPr>
            <p:spPr>
              <a:xfrm>
                <a:off x="6826049" y="4840301"/>
                <a:ext cx="1150186" cy="3231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5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0,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𝜋</m:t>
                          </m:r>
                        </m:e>
                      </m:d>
                    </m:oMath>
                  </m:oMathPara>
                </a14:m>
                <a:endParaRPr lang="zh-TW" altLang="en-US" sz="1500" dirty="0"/>
              </a:p>
            </p:txBody>
          </p:sp>
        </mc:Choice>
        <mc:Fallback xmlns="">
          <p:sp>
            <p:nvSpPr>
              <p:cNvPr id="138" name="文字方塊 137">
                <a:extLst>
                  <a:ext uri="{FF2B5EF4-FFF2-40B4-BE49-F238E27FC236}">
                    <a16:creationId xmlns:a16="http://schemas.microsoft.com/office/drawing/2014/main" id="{E5062BB6-1F5F-49B0-AC4E-BD6AF705F7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26049" y="4840301"/>
                <a:ext cx="1150186" cy="323165"/>
              </a:xfrm>
              <a:prstGeom prst="rect">
                <a:avLst/>
              </a:prstGeom>
              <a:blipFill>
                <a:blip r:embed="rId4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0" name="文字方塊 139">
                <a:extLst>
                  <a:ext uri="{FF2B5EF4-FFF2-40B4-BE49-F238E27FC236}">
                    <a16:creationId xmlns:a16="http://schemas.microsoft.com/office/drawing/2014/main" id="{726610E8-A3E6-40AC-A6E7-61A429B6B0FC}"/>
                  </a:ext>
                </a:extLst>
              </p:cNvPr>
              <p:cNvSpPr txBox="1"/>
              <p:nvPr/>
            </p:nvSpPr>
            <p:spPr>
              <a:xfrm>
                <a:off x="7789606" y="2342403"/>
                <a:ext cx="478319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sz="1400"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altLang="zh-TW" sz="1400">
                          <a:latin typeface="Cambria Math" panose="02040503050406030204" pitchFamily="18" charset="0"/>
                        </a:rPr>
                        <m:t>.</m:t>
                      </m:r>
                      <m:r>
                        <m:rPr>
                          <m:sty m:val="p"/>
                        </m:rPr>
                        <a:rPr lang="en-US" altLang="zh-TW" sz="1400">
                          <a:latin typeface="Cambria Math" panose="02040503050406030204" pitchFamily="18" charset="0"/>
                        </a:rPr>
                        <m:t>u</m:t>
                      </m:r>
                      <m:r>
                        <a:rPr lang="en-US" altLang="zh-TW" sz="140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TW" altLang="en-US" sz="1400" dirty="0"/>
              </a:p>
            </p:txBody>
          </p:sp>
        </mc:Choice>
        <mc:Fallback xmlns="">
          <p:sp>
            <p:nvSpPr>
              <p:cNvPr id="140" name="文字方塊 139">
                <a:extLst>
                  <a:ext uri="{FF2B5EF4-FFF2-40B4-BE49-F238E27FC236}">
                    <a16:creationId xmlns:a16="http://schemas.microsoft.com/office/drawing/2014/main" id="{726610E8-A3E6-40AC-A6E7-61A429B6B0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89606" y="2342403"/>
                <a:ext cx="478319" cy="307777"/>
              </a:xfrm>
              <a:prstGeom prst="rect">
                <a:avLst/>
              </a:prstGeom>
              <a:blipFill>
                <a:blip r:embed="rId2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1" name="Oval 14">
            <a:extLst>
              <a:ext uri="{FF2B5EF4-FFF2-40B4-BE49-F238E27FC236}">
                <a16:creationId xmlns:a16="http://schemas.microsoft.com/office/drawing/2014/main" id="{FE0DD788-7310-41E0-8A2B-09D552F8BEA1}"/>
              </a:ext>
            </a:extLst>
          </p:cNvPr>
          <p:cNvSpPr/>
          <p:nvPr/>
        </p:nvSpPr>
        <p:spPr>
          <a:xfrm>
            <a:off x="7317889" y="2852108"/>
            <a:ext cx="162450" cy="168277"/>
          </a:xfrm>
          <a:prstGeom prst="ellipse">
            <a:avLst/>
          </a:prstGeom>
          <a:gradFill flip="none" rotWithShape="1">
            <a:gsLst>
              <a:gs pos="0">
                <a:srgbClr val="D1D1D1"/>
              </a:gs>
              <a:gs pos="23000">
                <a:schemeClr val="bg1">
                  <a:lumMod val="85000"/>
                </a:schemeClr>
              </a:gs>
              <a:gs pos="69000">
                <a:schemeClr val="accent3">
                  <a:lumMod val="75000"/>
                </a:schemeClr>
              </a:gs>
              <a:gs pos="97000">
                <a:schemeClr val="accent3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/>
          </a:p>
        </p:txBody>
      </p:sp>
      <p:sp>
        <p:nvSpPr>
          <p:cNvPr id="142" name="Oval 4">
            <a:extLst>
              <a:ext uri="{FF2B5EF4-FFF2-40B4-BE49-F238E27FC236}">
                <a16:creationId xmlns:a16="http://schemas.microsoft.com/office/drawing/2014/main" id="{6D195008-3FED-46DF-A9CD-D4BA656DF65D}"/>
              </a:ext>
            </a:extLst>
          </p:cNvPr>
          <p:cNvSpPr/>
          <p:nvPr/>
        </p:nvSpPr>
        <p:spPr>
          <a:xfrm>
            <a:off x="6679308" y="2936246"/>
            <a:ext cx="1443999" cy="1495797"/>
          </a:xfrm>
          <a:prstGeom prst="ellipse">
            <a:avLst/>
          </a:prstGeom>
          <a:gradFill flip="none" rotWithShape="1">
            <a:gsLst>
              <a:gs pos="100000">
                <a:schemeClr val="accent3">
                  <a:lumMod val="60000"/>
                  <a:lumOff val="40000"/>
                  <a:alpha val="60000"/>
                </a:schemeClr>
              </a:gs>
              <a:gs pos="55000">
                <a:schemeClr val="accent3">
                  <a:lumMod val="40000"/>
                  <a:lumOff val="60000"/>
                  <a:alpha val="60000"/>
                </a:schemeClr>
              </a:gs>
              <a:gs pos="0">
                <a:schemeClr val="bg1">
                  <a:alpha val="6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 w="57150">
            <a:solidFill>
              <a:srgbClr val="D5D7D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143" name="Oval 15">
            <a:extLst>
              <a:ext uri="{FF2B5EF4-FFF2-40B4-BE49-F238E27FC236}">
                <a16:creationId xmlns:a16="http://schemas.microsoft.com/office/drawing/2014/main" id="{F3A665A4-43CD-44C4-9890-28F1A1FA1BBB}"/>
              </a:ext>
            </a:extLst>
          </p:cNvPr>
          <p:cNvSpPr/>
          <p:nvPr/>
        </p:nvSpPr>
        <p:spPr>
          <a:xfrm>
            <a:off x="7317889" y="4347065"/>
            <a:ext cx="162450" cy="168277"/>
          </a:xfrm>
          <a:prstGeom prst="ellipse">
            <a:avLst/>
          </a:prstGeom>
          <a:gradFill flip="none" rotWithShape="1">
            <a:gsLst>
              <a:gs pos="17000">
                <a:srgbClr val="D1D1D1"/>
              </a:gs>
              <a:gs pos="0">
                <a:schemeClr val="bg1">
                  <a:lumMod val="85000"/>
                </a:schemeClr>
              </a:gs>
              <a:gs pos="60000">
                <a:schemeClr val="accent3">
                  <a:lumMod val="75000"/>
                </a:schemeClr>
              </a:gs>
              <a:gs pos="97000">
                <a:schemeClr val="accent3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144" name="SHO">
            <a:extLst>
              <a:ext uri="{FF2B5EF4-FFF2-40B4-BE49-F238E27FC236}">
                <a16:creationId xmlns:a16="http://schemas.microsoft.com/office/drawing/2014/main" id="{FE8BDC71-8A57-4EC3-8D42-238E539F91A3}"/>
              </a:ext>
            </a:extLst>
          </p:cNvPr>
          <p:cNvSpPr/>
          <p:nvPr/>
        </p:nvSpPr>
        <p:spPr>
          <a:xfrm rot="16200000">
            <a:off x="7087769" y="2962645"/>
            <a:ext cx="622693" cy="1443999"/>
          </a:xfrm>
          <a:prstGeom prst="arc">
            <a:avLst>
              <a:gd name="adj1" fmla="val 5396867"/>
              <a:gd name="adj2" fmla="val 5395779"/>
            </a:avLst>
          </a:prstGeom>
          <a:gradFill flip="none" rotWithShape="1">
            <a:gsLst>
              <a:gs pos="0">
                <a:schemeClr val="bg1">
                  <a:lumMod val="65000"/>
                </a:schemeClr>
              </a:gs>
              <a:gs pos="47000">
                <a:schemeClr val="bg1">
                  <a:lumMod val="50000"/>
                </a:schemeClr>
              </a:gs>
              <a:gs pos="97000">
                <a:srgbClr val="5E5E5E"/>
              </a:gs>
            </a:gsLst>
            <a:path path="circle">
              <a:fillToRect l="50000" t="50000" r="50000" b="50000"/>
            </a:path>
            <a:tileRect/>
          </a:gradFill>
          <a:ln w="31750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145" name="SVO">
            <a:extLst>
              <a:ext uri="{FF2B5EF4-FFF2-40B4-BE49-F238E27FC236}">
                <a16:creationId xmlns:a16="http://schemas.microsoft.com/office/drawing/2014/main" id="{A938BD71-E650-4F5A-80D2-6DE6EE3A2905}"/>
              </a:ext>
            </a:extLst>
          </p:cNvPr>
          <p:cNvSpPr/>
          <p:nvPr/>
        </p:nvSpPr>
        <p:spPr>
          <a:xfrm>
            <a:off x="7037215" y="2936747"/>
            <a:ext cx="722000" cy="1495797"/>
          </a:xfrm>
          <a:prstGeom prst="ellipse">
            <a:avLst/>
          </a:prstGeom>
          <a:noFill/>
          <a:ln w="25400">
            <a:solidFill>
              <a:schemeClr val="bg1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146" name="Oval 6">
            <a:extLst>
              <a:ext uri="{FF2B5EF4-FFF2-40B4-BE49-F238E27FC236}">
                <a16:creationId xmlns:a16="http://schemas.microsoft.com/office/drawing/2014/main" id="{4FBC26FB-C336-4166-BB07-0CEFAE2803A0}"/>
              </a:ext>
            </a:extLst>
          </p:cNvPr>
          <p:cNvSpPr/>
          <p:nvPr/>
        </p:nvSpPr>
        <p:spPr>
          <a:xfrm rot="16200000">
            <a:off x="7087769" y="2962645"/>
            <a:ext cx="622693" cy="1443999"/>
          </a:xfrm>
          <a:prstGeom prst="ellipse">
            <a:avLst/>
          </a:prstGeom>
          <a:noFill/>
          <a:ln w="38100">
            <a:solidFill>
              <a:schemeClr val="tx1">
                <a:alpha val="6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7" name="TextBox 11">
                <a:extLst>
                  <a:ext uri="{FF2B5EF4-FFF2-40B4-BE49-F238E27FC236}">
                    <a16:creationId xmlns:a16="http://schemas.microsoft.com/office/drawing/2014/main" id="{65338569-867D-43FF-ACD0-E22339727DA1}"/>
                  </a:ext>
                </a:extLst>
              </p:cNvPr>
              <p:cNvSpPr txBox="1"/>
              <p:nvPr/>
            </p:nvSpPr>
            <p:spPr>
              <a:xfrm>
                <a:off x="6849417" y="3506293"/>
                <a:ext cx="176928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147" name="TextBox 11">
                <a:extLst>
                  <a:ext uri="{FF2B5EF4-FFF2-40B4-BE49-F238E27FC236}">
                    <a16:creationId xmlns:a16="http://schemas.microsoft.com/office/drawing/2014/main" id="{65338569-867D-43FF-ACD0-E22339727D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49417" y="3506293"/>
                <a:ext cx="176928" cy="338554"/>
              </a:xfrm>
              <a:prstGeom prst="rect">
                <a:avLst/>
              </a:prstGeom>
              <a:blipFill>
                <a:blip r:embed="rId42"/>
                <a:stretch>
                  <a:fillRect r="-4137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8" name="Oval 22">
            <a:extLst>
              <a:ext uri="{FF2B5EF4-FFF2-40B4-BE49-F238E27FC236}">
                <a16:creationId xmlns:a16="http://schemas.microsoft.com/office/drawing/2014/main" id="{E8E005E9-0706-4BD3-BC04-56E7CCDB9013}"/>
              </a:ext>
            </a:extLst>
          </p:cNvPr>
          <p:cNvSpPr/>
          <p:nvPr/>
        </p:nvSpPr>
        <p:spPr>
          <a:xfrm>
            <a:off x="7316943" y="4347065"/>
            <a:ext cx="162450" cy="168277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9" name="TextBox 12">
                <a:extLst>
                  <a:ext uri="{FF2B5EF4-FFF2-40B4-BE49-F238E27FC236}">
                    <a16:creationId xmlns:a16="http://schemas.microsoft.com/office/drawing/2014/main" id="{8F71DEF8-4B2D-48AB-9161-1ACF823DF034}"/>
                  </a:ext>
                </a:extLst>
              </p:cNvPr>
              <p:cNvSpPr txBox="1"/>
              <p:nvPr/>
            </p:nvSpPr>
            <p:spPr>
              <a:xfrm>
                <a:off x="7504340" y="3601690"/>
                <a:ext cx="176928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149" name="TextBox 12">
                <a:extLst>
                  <a:ext uri="{FF2B5EF4-FFF2-40B4-BE49-F238E27FC236}">
                    <a16:creationId xmlns:a16="http://schemas.microsoft.com/office/drawing/2014/main" id="{8F71DEF8-4B2D-48AB-9161-1ACF823DF0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04340" y="3601690"/>
                <a:ext cx="176928" cy="338554"/>
              </a:xfrm>
              <a:prstGeom prst="rect">
                <a:avLst/>
              </a:prstGeom>
              <a:blipFill>
                <a:blip r:embed="rId43"/>
                <a:stretch>
                  <a:fillRect r="-55172" b="-363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0" name="TextBox 13">
                <a:extLst>
                  <a:ext uri="{FF2B5EF4-FFF2-40B4-BE49-F238E27FC236}">
                    <a16:creationId xmlns:a16="http://schemas.microsoft.com/office/drawing/2014/main" id="{0A39A5B9-309D-482D-9BD8-F692300C7C36}"/>
                  </a:ext>
                </a:extLst>
              </p:cNvPr>
              <p:cNvSpPr txBox="1"/>
              <p:nvPr/>
            </p:nvSpPr>
            <p:spPr>
              <a:xfrm>
                <a:off x="7260216" y="2971948"/>
                <a:ext cx="256967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>
                          <a:latin typeface="Cambria Math" panose="02040503050406030204" pitchFamily="18" charset="0"/>
                        </a:rPr>
                        <m:t>𝑧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150" name="TextBox 13">
                <a:extLst>
                  <a:ext uri="{FF2B5EF4-FFF2-40B4-BE49-F238E27FC236}">
                    <a16:creationId xmlns:a16="http://schemas.microsoft.com/office/drawing/2014/main" id="{0A39A5B9-309D-482D-9BD8-F692300C7C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60216" y="2971948"/>
                <a:ext cx="256967" cy="338554"/>
              </a:xfrm>
              <a:prstGeom prst="rect">
                <a:avLst/>
              </a:prstGeom>
              <a:blipFill>
                <a:blip r:embed="rId4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1" name="DVO">
            <a:extLst>
              <a:ext uri="{FF2B5EF4-FFF2-40B4-BE49-F238E27FC236}">
                <a16:creationId xmlns:a16="http://schemas.microsoft.com/office/drawing/2014/main" id="{B51443F7-0CC3-496A-A729-CBC422BC1D1B}"/>
              </a:ext>
            </a:extLst>
          </p:cNvPr>
          <p:cNvSpPr/>
          <p:nvPr/>
        </p:nvSpPr>
        <p:spPr>
          <a:xfrm flipH="1">
            <a:off x="7037215" y="2936747"/>
            <a:ext cx="722000" cy="1495797"/>
          </a:xfrm>
          <a:prstGeom prst="arc">
            <a:avLst>
              <a:gd name="adj1" fmla="val 5396867"/>
              <a:gd name="adj2" fmla="val 16170484"/>
            </a:avLst>
          </a:prstGeom>
          <a:ln w="254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153" name="Oval 23">
            <a:extLst>
              <a:ext uri="{FF2B5EF4-FFF2-40B4-BE49-F238E27FC236}">
                <a16:creationId xmlns:a16="http://schemas.microsoft.com/office/drawing/2014/main" id="{8B461E41-D5B1-4D56-B10C-2C6E476EB4D0}"/>
              </a:ext>
            </a:extLst>
          </p:cNvPr>
          <p:cNvSpPr/>
          <p:nvPr/>
        </p:nvSpPr>
        <p:spPr>
          <a:xfrm>
            <a:off x="8039799" y="3600507"/>
            <a:ext cx="162450" cy="168277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cxnSp>
        <p:nvCxnSpPr>
          <p:cNvPr id="155" name="Straight Arrow Connector 7">
            <a:extLst>
              <a:ext uri="{FF2B5EF4-FFF2-40B4-BE49-F238E27FC236}">
                <a16:creationId xmlns:a16="http://schemas.microsoft.com/office/drawing/2014/main" id="{88B8FE93-74FF-4529-B315-732B74C6A211}"/>
              </a:ext>
            </a:extLst>
          </p:cNvPr>
          <p:cNvCxnSpPr>
            <a:cxnSpLocks/>
          </p:cNvCxnSpPr>
          <p:nvPr/>
        </p:nvCxnSpPr>
        <p:spPr>
          <a:xfrm flipV="1">
            <a:off x="7395184" y="3236563"/>
            <a:ext cx="1697" cy="445890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2" name="Straight Arrow Connector 19">
            <a:extLst>
              <a:ext uri="{FF2B5EF4-FFF2-40B4-BE49-F238E27FC236}">
                <a16:creationId xmlns:a16="http://schemas.microsoft.com/office/drawing/2014/main" id="{5A8019B3-AC81-4544-A6B9-66BFE1D264A6}"/>
              </a:ext>
            </a:extLst>
          </p:cNvPr>
          <p:cNvCxnSpPr>
            <a:cxnSpLocks/>
          </p:cNvCxnSpPr>
          <p:nvPr/>
        </p:nvCxnSpPr>
        <p:spPr>
          <a:xfrm>
            <a:off x="7398168" y="3680269"/>
            <a:ext cx="195802" cy="156763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3" name="Straight Arrow Connector 18">
            <a:extLst>
              <a:ext uri="{FF2B5EF4-FFF2-40B4-BE49-F238E27FC236}">
                <a16:creationId xmlns:a16="http://schemas.microsoft.com/office/drawing/2014/main" id="{3F6D5626-57E8-4A10-B0AB-90BD7B432E2A}"/>
              </a:ext>
            </a:extLst>
          </p:cNvPr>
          <p:cNvCxnSpPr>
            <a:cxnSpLocks/>
          </p:cNvCxnSpPr>
          <p:nvPr/>
        </p:nvCxnSpPr>
        <p:spPr>
          <a:xfrm rot="16200000" flipH="1" flipV="1">
            <a:off x="7226846" y="3508793"/>
            <a:ext cx="0" cy="342950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4" name="Oval 20">
            <a:extLst>
              <a:ext uri="{FF2B5EF4-FFF2-40B4-BE49-F238E27FC236}">
                <a16:creationId xmlns:a16="http://schemas.microsoft.com/office/drawing/2014/main" id="{3C6D7203-24BA-43C5-BEF7-E3E4BB00632F}"/>
              </a:ext>
            </a:extLst>
          </p:cNvPr>
          <p:cNvSpPr/>
          <p:nvPr/>
        </p:nvSpPr>
        <p:spPr>
          <a:xfrm>
            <a:off x="6595635" y="3600507"/>
            <a:ext cx="162450" cy="168277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165" name="Oval 22">
            <a:extLst>
              <a:ext uri="{FF2B5EF4-FFF2-40B4-BE49-F238E27FC236}">
                <a16:creationId xmlns:a16="http://schemas.microsoft.com/office/drawing/2014/main" id="{008E6309-29D4-45B6-8D1C-90207756584C}"/>
              </a:ext>
            </a:extLst>
          </p:cNvPr>
          <p:cNvSpPr/>
          <p:nvPr/>
        </p:nvSpPr>
        <p:spPr>
          <a:xfrm>
            <a:off x="7318125" y="2844234"/>
            <a:ext cx="162450" cy="168277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/>
          </a:p>
        </p:txBody>
      </p:sp>
      <p:sp>
        <p:nvSpPr>
          <p:cNvPr id="166" name="Partial Circle 9">
            <a:extLst>
              <a:ext uri="{FF2B5EF4-FFF2-40B4-BE49-F238E27FC236}">
                <a16:creationId xmlns:a16="http://schemas.microsoft.com/office/drawing/2014/main" id="{78D0A189-9738-4BC5-8A6A-6EF2F2F3AFFF}"/>
              </a:ext>
            </a:extLst>
          </p:cNvPr>
          <p:cNvSpPr>
            <a:spLocks noChangeAspect="1"/>
          </p:cNvSpPr>
          <p:nvPr/>
        </p:nvSpPr>
        <p:spPr>
          <a:xfrm rot="16200000" flipH="1">
            <a:off x="7334286" y="3585381"/>
            <a:ext cx="102407" cy="197721"/>
          </a:xfrm>
          <a:prstGeom prst="pie">
            <a:avLst>
              <a:gd name="adj1" fmla="val 16258856"/>
              <a:gd name="adj2" fmla="val 19252600"/>
            </a:avLst>
          </a:prstGeom>
          <a:gradFill flip="none" rotWithShape="1">
            <a:gsLst>
              <a:gs pos="0">
                <a:schemeClr val="tx1"/>
              </a:gs>
              <a:gs pos="50000">
                <a:schemeClr val="tx1">
                  <a:lumMod val="50000"/>
                  <a:lumOff val="50000"/>
                </a:schemeClr>
              </a:gs>
              <a:gs pos="100000">
                <a:schemeClr val="bg1">
                  <a:lumMod val="50000"/>
                </a:schemeClr>
              </a:gs>
            </a:gsLst>
            <a:lin ang="2700000" scaled="1"/>
            <a:tileRect/>
          </a:gra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7" name="TextBox 10">
                <a:extLst>
                  <a:ext uri="{FF2B5EF4-FFF2-40B4-BE49-F238E27FC236}">
                    <a16:creationId xmlns:a16="http://schemas.microsoft.com/office/drawing/2014/main" id="{E66D1233-AEEB-4CD1-988C-4B337647082C}"/>
                  </a:ext>
                </a:extLst>
              </p:cNvPr>
              <p:cNvSpPr txBox="1"/>
              <p:nvPr/>
            </p:nvSpPr>
            <p:spPr>
              <a:xfrm>
                <a:off x="6970268" y="3620427"/>
                <a:ext cx="315234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>
                          <a:latin typeface="Cambria Math" panose="02040503050406030204" pitchFamily="18" charset="0"/>
                        </a:rPr>
                        <m:t>𝛼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167" name="TextBox 10">
                <a:extLst>
                  <a:ext uri="{FF2B5EF4-FFF2-40B4-BE49-F238E27FC236}">
                    <a16:creationId xmlns:a16="http://schemas.microsoft.com/office/drawing/2014/main" id="{E66D1233-AEEB-4CD1-988C-4B33764708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70268" y="3620427"/>
                <a:ext cx="315234" cy="338554"/>
              </a:xfrm>
              <a:prstGeom prst="rect">
                <a:avLst/>
              </a:prstGeom>
              <a:blipFill>
                <a:blip r:embed="rId4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68" name="Straight Arrow Connector 17">
            <a:extLst>
              <a:ext uri="{FF2B5EF4-FFF2-40B4-BE49-F238E27FC236}">
                <a16:creationId xmlns:a16="http://schemas.microsoft.com/office/drawing/2014/main" id="{8E555947-A0D5-45AE-9766-746EBC9E9867}"/>
              </a:ext>
            </a:extLst>
          </p:cNvPr>
          <p:cNvCxnSpPr>
            <a:cxnSpLocks/>
          </p:cNvCxnSpPr>
          <p:nvPr/>
        </p:nvCxnSpPr>
        <p:spPr>
          <a:xfrm flipH="1">
            <a:off x="7177537" y="3685449"/>
            <a:ext cx="221585" cy="286539"/>
          </a:xfrm>
          <a:prstGeom prst="straightConnector1">
            <a:avLst/>
          </a:prstGeom>
          <a:ln w="38100">
            <a:solidFill>
              <a:schemeClr val="tx1"/>
            </a:solidFill>
            <a:tailEnd type="stealth" w="lg" len="lg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69" name="Partial Circle 9">
            <a:extLst>
              <a:ext uri="{FF2B5EF4-FFF2-40B4-BE49-F238E27FC236}">
                <a16:creationId xmlns:a16="http://schemas.microsoft.com/office/drawing/2014/main" id="{DED9AD8D-AA71-445D-8FEA-837F0BA5E8B7}"/>
              </a:ext>
            </a:extLst>
          </p:cNvPr>
          <p:cNvSpPr>
            <a:spLocks noChangeAspect="1"/>
          </p:cNvSpPr>
          <p:nvPr/>
        </p:nvSpPr>
        <p:spPr>
          <a:xfrm>
            <a:off x="7321561" y="3548156"/>
            <a:ext cx="149214" cy="301366"/>
          </a:xfrm>
          <a:prstGeom prst="pie">
            <a:avLst>
              <a:gd name="adj1" fmla="val 16258856"/>
              <a:gd name="adj2" fmla="val 19252600"/>
            </a:avLst>
          </a:prstGeom>
          <a:gradFill flip="none" rotWithShape="1">
            <a:gsLst>
              <a:gs pos="0">
                <a:schemeClr val="tx1"/>
              </a:gs>
              <a:gs pos="50000">
                <a:schemeClr val="tx1">
                  <a:lumMod val="50000"/>
                  <a:lumOff val="50000"/>
                </a:schemeClr>
              </a:gs>
              <a:gs pos="100000">
                <a:schemeClr val="bg1">
                  <a:lumMod val="50000"/>
                </a:schemeClr>
              </a:gs>
            </a:gsLst>
            <a:lin ang="2700000" scaled="1"/>
            <a:tileRect/>
          </a:gra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0" name="TextBox 10">
                <a:extLst>
                  <a:ext uri="{FF2B5EF4-FFF2-40B4-BE49-F238E27FC236}">
                    <a16:creationId xmlns:a16="http://schemas.microsoft.com/office/drawing/2014/main" id="{B0A6BCC1-65FC-479D-B043-2908C8F98A03}"/>
                  </a:ext>
                </a:extLst>
              </p:cNvPr>
              <p:cNvSpPr txBox="1"/>
              <p:nvPr/>
            </p:nvSpPr>
            <p:spPr>
              <a:xfrm>
                <a:off x="7361340" y="3300009"/>
                <a:ext cx="297046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>
                          <a:latin typeface="Cambria Math" panose="02040503050406030204" pitchFamily="18" charset="0"/>
                        </a:rPr>
                        <m:t>𝛽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170" name="TextBox 10">
                <a:extLst>
                  <a:ext uri="{FF2B5EF4-FFF2-40B4-BE49-F238E27FC236}">
                    <a16:creationId xmlns:a16="http://schemas.microsoft.com/office/drawing/2014/main" id="{B0A6BCC1-65FC-479D-B043-2908C8F98A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61340" y="3300009"/>
                <a:ext cx="297046" cy="338554"/>
              </a:xfrm>
              <a:prstGeom prst="rect">
                <a:avLst/>
              </a:prstGeom>
              <a:blipFill>
                <a:blip r:embed="rId46"/>
                <a:stretch>
                  <a:fillRect l="-2083" r="-4167" b="-892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71" name="Straight Arrow Connector 17">
            <a:extLst>
              <a:ext uri="{FF2B5EF4-FFF2-40B4-BE49-F238E27FC236}">
                <a16:creationId xmlns:a16="http://schemas.microsoft.com/office/drawing/2014/main" id="{B467C983-BBAF-42C5-B44B-B17AFB311C05}"/>
              </a:ext>
            </a:extLst>
          </p:cNvPr>
          <p:cNvCxnSpPr>
            <a:cxnSpLocks/>
          </p:cNvCxnSpPr>
          <p:nvPr/>
        </p:nvCxnSpPr>
        <p:spPr>
          <a:xfrm flipV="1">
            <a:off x="7391035" y="3239724"/>
            <a:ext cx="571923" cy="449644"/>
          </a:xfrm>
          <a:prstGeom prst="straightConnector1">
            <a:avLst/>
          </a:prstGeom>
          <a:ln w="38100">
            <a:solidFill>
              <a:schemeClr val="tx1"/>
            </a:solidFill>
            <a:tailEnd type="stealth" w="lg" len="lg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72" name="Oval 23">
            <a:extLst>
              <a:ext uri="{FF2B5EF4-FFF2-40B4-BE49-F238E27FC236}">
                <a16:creationId xmlns:a16="http://schemas.microsoft.com/office/drawing/2014/main" id="{5AE9C4C5-3B7E-4BB2-A0A0-4550A789AA07}"/>
              </a:ext>
            </a:extLst>
          </p:cNvPr>
          <p:cNvSpPr/>
          <p:nvPr/>
        </p:nvSpPr>
        <p:spPr>
          <a:xfrm>
            <a:off x="7651126" y="3860498"/>
            <a:ext cx="162450" cy="168277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173" name="Oval 23">
            <a:extLst>
              <a:ext uri="{FF2B5EF4-FFF2-40B4-BE49-F238E27FC236}">
                <a16:creationId xmlns:a16="http://schemas.microsoft.com/office/drawing/2014/main" id="{304E6215-F9A4-44F3-B489-E07A82BBFCC1}"/>
              </a:ext>
            </a:extLst>
          </p:cNvPr>
          <p:cNvSpPr/>
          <p:nvPr/>
        </p:nvSpPr>
        <p:spPr>
          <a:xfrm>
            <a:off x="6965326" y="3327098"/>
            <a:ext cx="162450" cy="168277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4" name="文字方塊 173">
                <a:extLst>
                  <a:ext uri="{FF2B5EF4-FFF2-40B4-BE49-F238E27FC236}">
                    <a16:creationId xmlns:a16="http://schemas.microsoft.com/office/drawing/2014/main" id="{CDEAFB4C-058C-4123-87FD-FA259917A799}"/>
                  </a:ext>
                </a:extLst>
              </p:cNvPr>
              <p:cNvSpPr txBox="1"/>
              <p:nvPr/>
            </p:nvSpPr>
            <p:spPr>
              <a:xfrm>
                <a:off x="8312755" y="3844729"/>
                <a:ext cx="1150186" cy="3231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5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500" b="0" i="1" smtClean="0">
                              <a:latin typeface="Cambria Math" panose="02040503050406030204" pitchFamily="18" charset="0"/>
                            </a:rPr>
                            <m:t>/2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500" dirty="0"/>
              </a:p>
            </p:txBody>
          </p:sp>
        </mc:Choice>
        <mc:Fallback xmlns="">
          <p:sp>
            <p:nvSpPr>
              <p:cNvPr id="174" name="文字方塊 173">
                <a:extLst>
                  <a:ext uri="{FF2B5EF4-FFF2-40B4-BE49-F238E27FC236}">
                    <a16:creationId xmlns:a16="http://schemas.microsoft.com/office/drawing/2014/main" id="{CDEAFB4C-058C-4123-87FD-FA259917A7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12755" y="3844729"/>
                <a:ext cx="1150186" cy="323165"/>
              </a:xfrm>
              <a:prstGeom prst="rect">
                <a:avLst/>
              </a:prstGeom>
              <a:blipFill>
                <a:blip r:embed="rId47"/>
                <a:stretch>
                  <a:fillRect b="-943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5" name="文字方塊 174">
                <a:extLst>
                  <a:ext uri="{FF2B5EF4-FFF2-40B4-BE49-F238E27FC236}">
                    <a16:creationId xmlns:a16="http://schemas.microsoft.com/office/drawing/2014/main" id="{7F8F5395-8738-4742-BE8B-B26F8948D47F}"/>
                  </a:ext>
                </a:extLst>
              </p:cNvPr>
              <p:cNvSpPr txBox="1"/>
              <p:nvPr/>
            </p:nvSpPr>
            <p:spPr>
              <a:xfrm>
                <a:off x="5272154" y="2248720"/>
                <a:ext cx="1150186" cy="3231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5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5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/2,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500" dirty="0"/>
              </a:p>
            </p:txBody>
          </p:sp>
        </mc:Choice>
        <mc:Fallback xmlns="">
          <p:sp>
            <p:nvSpPr>
              <p:cNvPr id="175" name="文字方塊 174">
                <a:extLst>
                  <a:ext uri="{FF2B5EF4-FFF2-40B4-BE49-F238E27FC236}">
                    <a16:creationId xmlns:a16="http://schemas.microsoft.com/office/drawing/2014/main" id="{7F8F5395-8738-4742-BE8B-B26F8948D4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72154" y="2248720"/>
                <a:ext cx="1150186" cy="323165"/>
              </a:xfrm>
              <a:prstGeom prst="rect">
                <a:avLst/>
              </a:prstGeom>
              <a:blipFill>
                <a:blip r:embed="rId48"/>
                <a:stretch>
                  <a:fillRect b="-943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76" name="直線接點 175">
            <a:extLst>
              <a:ext uri="{FF2B5EF4-FFF2-40B4-BE49-F238E27FC236}">
                <a16:creationId xmlns:a16="http://schemas.microsoft.com/office/drawing/2014/main" id="{F96D0E7E-AA1F-48AB-AD19-3124DB01F975}"/>
              </a:ext>
            </a:extLst>
          </p:cNvPr>
          <p:cNvCxnSpPr>
            <a:cxnSpLocks/>
          </p:cNvCxnSpPr>
          <p:nvPr/>
        </p:nvCxnSpPr>
        <p:spPr>
          <a:xfrm flipV="1">
            <a:off x="6523355" y="3410397"/>
            <a:ext cx="453250" cy="188"/>
          </a:xfrm>
          <a:prstGeom prst="line">
            <a:avLst/>
          </a:prstGeom>
          <a:ln w="9525" cap="flat" cmpd="sng" algn="ctr">
            <a:solidFill>
              <a:schemeClr val="bg1">
                <a:lumMod val="5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78" name="直線接點 177">
            <a:extLst>
              <a:ext uri="{FF2B5EF4-FFF2-40B4-BE49-F238E27FC236}">
                <a16:creationId xmlns:a16="http://schemas.microsoft.com/office/drawing/2014/main" id="{7AE8CC85-C2D3-4562-943E-72E72001AEA0}"/>
              </a:ext>
            </a:extLst>
          </p:cNvPr>
          <p:cNvCxnSpPr>
            <a:cxnSpLocks/>
          </p:cNvCxnSpPr>
          <p:nvPr/>
        </p:nvCxnSpPr>
        <p:spPr>
          <a:xfrm>
            <a:off x="7827010" y="3970973"/>
            <a:ext cx="418783" cy="0"/>
          </a:xfrm>
          <a:prstGeom prst="line">
            <a:avLst/>
          </a:prstGeom>
          <a:ln w="9525" cap="flat" cmpd="sng" algn="ctr">
            <a:solidFill>
              <a:schemeClr val="bg1">
                <a:lumMod val="5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79" name="直線接點 178">
            <a:extLst>
              <a:ext uri="{FF2B5EF4-FFF2-40B4-BE49-F238E27FC236}">
                <a16:creationId xmlns:a16="http://schemas.microsoft.com/office/drawing/2014/main" id="{74E0276D-3664-4368-8F31-ECCA13761F2A}"/>
              </a:ext>
            </a:extLst>
          </p:cNvPr>
          <p:cNvCxnSpPr>
            <a:cxnSpLocks/>
          </p:cNvCxnSpPr>
          <p:nvPr/>
        </p:nvCxnSpPr>
        <p:spPr>
          <a:xfrm flipV="1">
            <a:off x="8169593" y="3508375"/>
            <a:ext cx="120332" cy="100649"/>
          </a:xfrm>
          <a:prstGeom prst="line">
            <a:avLst/>
          </a:prstGeom>
          <a:ln w="9525" cap="flat" cmpd="sng" algn="ctr">
            <a:solidFill>
              <a:schemeClr val="bg1">
                <a:lumMod val="5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81" name="直線接點 180">
            <a:extLst>
              <a:ext uri="{FF2B5EF4-FFF2-40B4-BE49-F238E27FC236}">
                <a16:creationId xmlns:a16="http://schemas.microsoft.com/office/drawing/2014/main" id="{2B9F57F3-7F01-45CB-8B6A-ADBA716A30C2}"/>
              </a:ext>
            </a:extLst>
          </p:cNvPr>
          <p:cNvCxnSpPr>
            <a:cxnSpLocks/>
          </p:cNvCxnSpPr>
          <p:nvPr/>
        </p:nvCxnSpPr>
        <p:spPr>
          <a:xfrm flipV="1">
            <a:off x="6508393" y="3750766"/>
            <a:ext cx="105264" cy="191632"/>
          </a:xfrm>
          <a:prstGeom prst="line">
            <a:avLst/>
          </a:prstGeom>
          <a:ln w="9525" cap="flat" cmpd="sng" algn="ctr">
            <a:solidFill>
              <a:schemeClr val="bg1">
                <a:lumMod val="5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8994091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矩形: 圓角 176">
            <a:extLst>
              <a:ext uri="{FF2B5EF4-FFF2-40B4-BE49-F238E27FC236}">
                <a16:creationId xmlns:a16="http://schemas.microsoft.com/office/drawing/2014/main" id="{C0499F8D-22B8-4B76-B2A0-FC45B222262E}"/>
              </a:ext>
            </a:extLst>
          </p:cNvPr>
          <p:cNvSpPr/>
          <p:nvPr/>
        </p:nvSpPr>
        <p:spPr>
          <a:xfrm>
            <a:off x="4931433" y="12063"/>
            <a:ext cx="4899729" cy="6179835"/>
          </a:xfrm>
          <a:prstGeom prst="roundRect">
            <a:avLst>
              <a:gd name="adj" fmla="val 7772"/>
            </a:avLst>
          </a:prstGeom>
          <a:gradFill flip="none" rotWithShape="1"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lin ang="54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2000" dirty="0"/>
          </a:p>
        </p:txBody>
      </p:sp>
      <p:pic>
        <p:nvPicPr>
          <p:cNvPr id="76" name="圖片 75">
            <a:extLst>
              <a:ext uri="{FF2B5EF4-FFF2-40B4-BE49-F238E27FC236}">
                <a16:creationId xmlns:a16="http://schemas.microsoft.com/office/drawing/2014/main" id="{C01717F5-9575-42A1-AB70-A0660FCFBA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2666" y="2248720"/>
            <a:ext cx="1270800" cy="1273748"/>
          </a:xfrm>
          <a:prstGeom prst="rect">
            <a:avLst/>
          </a:prstGeom>
        </p:spPr>
      </p:pic>
      <p:pic>
        <p:nvPicPr>
          <p:cNvPr id="65" name="圖片 64">
            <a:extLst>
              <a:ext uri="{FF2B5EF4-FFF2-40B4-BE49-F238E27FC236}">
                <a16:creationId xmlns:a16="http://schemas.microsoft.com/office/drawing/2014/main" id="{A8A1B398-4CBB-46B1-B271-8C7563E752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82444" y="3844729"/>
            <a:ext cx="1270800" cy="1276697"/>
          </a:xfrm>
          <a:prstGeom prst="rect">
            <a:avLst/>
          </a:prstGeom>
        </p:spPr>
      </p:pic>
      <p:pic>
        <p:nvPicPr>
          <p:cNvPr id="62" name="圖片 61">
            <a:extLst>
              <a:ext uri="{FF2B5EF4-FFF2-40B4-BE49-F238E27FC236}">
                <a16:creationId xmlns:a16="http://schemas.microsoft.com/office/drawing/2014/main" id="{60C746CF-1E9F-45F8-B588-116FB052E26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6537" y="3898594"/>
            <a:ext cx="1265265" cy="1262350"/>
          </a:xfrm>
          <a:prstGeom prst="rect">
            <a:avLst/>
          </a:prstGeom>
        </p:spPr>
      </p:pic>
      <p:pic>
        <p:nvPicPr>
          <p:cNvPr id="63" name="圖片 62">
            <a:extLst>
              <a:ext uri="{FF2B5EF4-FFF2-40B4-BE49-F238E27FC236}">
                <a16:creationId xmlns:a16="http://schemas.microsoft.com/office/drawing/2014/main" id="{D759C6B4-0D79-47F9-A709-5691C7F2493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79421" y="2279467"/>
            <a:ext cx="1247495" cy="1247495"/>
          </a:xfrm>
          <a:prstGeom prst="rect">
            <a:avLst/>
          </a:prstGeom>
        </p:spPr>
      </p:pic>
      <p:pic>
        <p:nvPicPr>
          <p:cNvPr id="64" name="圖片 63">
            <a:extLst>
              <a:ext uri="{FF2B5EF4-FFF2-40B4-BE49-F238E27FC236}">
                <a16:creationId xmlns:a16="http://schemas.microsoft.com/office/drawing/2014/main" id="{19A1552B-5A79-439A-99A5-D28D97E9629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82612" y="4869595"/>
            <a:ext cx="1259683" cy="1262592"/>
          </a:xfrm>
          <a:prstGeom prst="rect">
            <a:avLst/>
          </a:prstGeom>
        </p:spPr>
      </p:pic>
      <p:pic>
        <p:nvPicPr>
          <p:cNvPr id="73" name="圖片 72">
            <a:extLst>
              <a:ext uri="{FF2B5EF4-FFF2-40B4-BE49-F238E27FC236}">
                <a16:creationId xmlns:a16="http://schemas.microsoft.com/office/drawing/2014/main" id="{A4BE274D-348B-4E55-BF9D-E6AFF7BA5DB9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l="1" t="-1" r="559" b="1109"/>
          <a:stretch/>
        </p:blipFill>
        <p:spPr>
          <a:xfrm>
            <a:off x="6572115" y="1306635"/>
            <a:ext cx="1252672" cy="1249193"/>
          </a:xfrm>
          <a:prstGeom prst="rect">
            <a:avLst/>
          </a:prstGeom>
        </p:spPr>
      </p:pic>
      <p:pic>
        <p:nvPicPr>
          <p:cNvPr id="60" name="圖片 59">
            <a:extLst>
              <a:ext uri="{FF2B5EF4-FFF2-40B4-BE49-F238E27FC236}">
                <a16:creationId xmlns:a16="http://schemas.microsoft.com/office/drawing/2014/main" id="{42DD76E4-3C3A-46F2-B2B8-35BF6726C155}"/>
              </a:ext>
            </a:extLst>
          </p:cNvPr>
          <p:cNvPicPr>
            <a:picLocks noChangeAspect="1"/>
          </p:cNvPicPr>
          <p:nvPr/>
        </p:nvPicPr>
        <p:blipFill rotWithShape="1">
          <a:blip r:embed="rId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t="61405"/>
          <a:stretch/>
        </p:blipFill>
        <p:spPr>
          <a:xfrm>
            <a:off x="6260308" y="573670"/>
            <a:ext cx="2300718" cy="47028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80" name="文字方塊 179">
                <a:extLst>
                  <a:ext uri="{FF2B5EF4-FFF2-40B4-BE49-F238E27FC236}">
                    <a16:creationId xmlns:a16="http://schemas.microsoft.com/office/drawing/2014/main" id="{C6592285-FBA9-4DE2-BE47-D5703A7C2A40}"/>
                  </a:ext>
                </a:extLst>
              </p:cNvPr>
              <p:cNvSpPr txBox="1"/>
              <p:nvPr/>
            </p:nvSpPr>
            <p:spPr>
              <a:xfrm>
                <a:off x="6994665" y="4501420"/>
                <a:ext cx="812954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600" i="1" smtClean="0">
                          <a:latin typeface="Cambria Math" panose="02040503050406030204" pitchFamily="18" charset="0"/>
                        </a:rPr>
                        <m:t>|</m:t>
                      </m:r>
                      <m:d>
                        <m:dPr>
                          <m:begChr m:val=""/>
                          <m:endChr m:val="⟩"/>
                          <m:ctrlPr>
                            <a:rPr lang="en-US" altLang="zh-TW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−1, </m:t>
                          </m:r>
                          <m:r>
                            <a:rPr lang="en-US" altLang="zh-TW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d>
                    </m:oMath>
                  </m:oMathPara>
                </a14:m>
                <a:endParaRPr lang="zh-TW" altLang="en-US" sz="1600" dirty="0"/>
              </a:p>
            </p:txBody>
          </p:sp>
        </mc:Choice>
        <mc:Fallback xmlns="">
          <p:sp>
            <p:nvSpPr>
              <p:cNvPr id="180" name="文字方塊 179">
                <a:extLst>
                  <a:ext uri="{FF2B5EF4-FFF2-40B4-BE49-F238E27FC236}">
                    <a16:creationId xmlns:a16="http://schemas.microsoft.com/office/drawing/2014/main" id="{C6592285-FBA9-4DE2-BE47-D5703A7C2A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94665" y="4501420"/>
                <a:ext cx="812954" cy="338554"/>
              </a:xfrm>
              <a:prstGeom prst="rect">
                <a:avLst/>
              </a:prstGeom>
              <a:blipFill>
                <a:blip r:embed="rId9"/>
                <a:stretch>
                  <a:fillRect t="-108929" r="-46269" b="-16785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9" name="文字方塊 188">
                <a:extLst>
                  <a:ext uri="{FF2B5EF4-FFF2-40B4-BE49-F238E27FC236}">
                    <a16:creationId xmlns:a16="http://schemas.microsoft.com/office/drawing/2014/main" id="{06013B16-AADE-4F50-9769-3B0E22EFD811}"/>
                  </a:ext>
                </a:extLst>
              </p:cNvPr>
              <p:cNvSpPr txBox="1"/>
              <p:nvPr/>
            </p:nvSpPr>
            <p:spPr>
              <a:xfrm>
                <a:off x="6994665" y="2555828"/>
                <a:ext cx="812954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600" i="1" smtClean="0">
                          <a:latin typeface="Cambria Math" panose="02040503050406030204" pitchFamily="18" charset="0"/>
                        </a:rPr>
                        <m:t>|</m:t>
                      </m:r>
                      <m:d>
                        <m:dPr>
                          <m:begChr m:val=""/>
                          <m:endChr m:val="⟩"/>
                          <m:ctrlPr>
                            <a:rPr lang="en-US" altLang="zh-TW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1, </m:t>
                          </m:r>
                          <m:r>
                            <a:rPr lang="en-US" altLang="zh-TW" sz="16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</m:oMath>
                  </m:oMathPara>
                </a14:m>
                <a:endParaRPr lang="zh-TW" altLang="en-US" sz="1600" dirty="0"/>
              </a:p>
            </p:txBody>
          </p:sp>
        </mc:Choice>
        <mc:Fallback xmlns="">
          <p:sp>
            <p:nvSpPr>
              <p:cNvPr id="189" name="文字方塊 188">
                <a:extLst>
                  <a:ext uri="{FF2B5EF4-FFF2-40B4-BE49-F238E27FC236}">
                    <a16:creationId xmlns:a16="http://schemas.microsoft.com/office/drawing/2014/main" id="{06013B16-AADE-4F50-9769-3B0E22EFD8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94665" y="2555828"/>
                <a:ext cx="812954" cy="338554"/>
              </a:xfrm>
              <a:prstGeom prst="rect">
                <a:avLst/>
              </a:prstGeom>
              <a:blipFill>
                <a:blip r:embed="rId10"/>
                <a:stretch>
                  <a:fillRect t="-108929" r="-46269" b="-16785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12" name="群組 211">
            <a:extLst>
              <a:ext uri="{FF2B5EF4-FFF2-40B4-BE49-F238E27FC236}">
                <a16:creationId xmlns:a16="http://schemas.microsoft.com/office/drawing/2014/main" id="{56BB1570-BE07-4CCA-B844-DD9F00E8733F}"/>
              </a:ext>
            </a:extLst>
          </p:cNvPr>
          <p:cNvGrpSpPr/>
          <p:nvPr/>
        </p:nvGrpSpPr>
        <p:grpSpPr>
          <a:xfrm>
            <a:off x="7184183" y="1808686"/>
            <a:ext cx="115586" cy="110880"/>
            <a:chOff x="1373392" y="2391862"/>
            <a:chExt cx="479433" cy="476535"/>
          </a:xfrm>
        </p:grpSpPr>
        <p:sp>
          <p:nvSpPr>
            <p:cNvPr id="213" name="箭號: 向右 212">
              <a:extLst>
                <a:ext uri="{FF2B5EF4-FFF2-40B4-BE49-F238E27FC236}">
                  <a16:creationId xmlns:a16="http://schemas.microsoft.com/office/drawing/2014/main" id="{D44EB9EF-73CA-404D-99EE-1F0CCE892A52}"/>
                </a:ext>
              </a:extLst>
            </p:cNvPr>
            <p:cNvSpPr/>
            <p:nvPr/>
          </p:nvSpPr>
          <p:spPr>
            <a:xfrm>
              <a:off x="1411244" y="2735868"/>
              <a:ext cx="441581" cy="132529"/>
            </a:xfrm>
            <a:prstGeom prst="rightArrow">
              <a:avLst>
                <a:gd name="adj1" fmla="val 50000"/>
                <a:gd name="adj2" fmla="val 99023"/>
              </a:avLst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220" name="箭號: 向右 219">
              <a:extLst>
                <a:ext uri="{FF2B5EF4-FFF2-40B4-BE49-F238E27FC236}">
                  <a16:creationId xmlns:a16="http://schemas.microsoft.com/office/drawing/2014/main" id="{9F517533-ADEE-4B5D-BB6F-1F4159A610F9}"/>
                </a:ext>
              </a:extLst>
            </p:cNvPr>
            <p:cNvSpPr/>
            <p:nvPr/>
          </p:nvSpPr>
          <p:spPr>
            <a:xfrm rot="16200000">
              <a:off x="1218866" y="2546388"/>
              <a:ext cx="441581" cy="132529"/>
            </a:xfrm>
            <a:prstGeom prst="rightArrow">
              <a:avLst>
                <a:gd name="adj1" fmla="val 50000"/>
                <a:gd name="adj2" fmla="val 99023"/>
              </a:avLst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2000" dirty="0">
                <a:solidFill>
                  <a:schemeClr val="tx1"/>
                </a:solidFill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26" name="文字方塊 225">
                <a:extLst>
                  <a:ext uri="{FF2B5EF4-FFF2-40B4-BE49-F238E27FC236}">
                    <a16:creationId xmlns:a16="http://schemas.microsoft.com/office/drawing/2014/main" id="{4A797F52-28EA-4953-BC86-8E8901D5D2D9}"/>
                  </a:ext>
                </a:extLst>
              </p:cNvPr>
              <p:cNvSpPr txBox="1"/>
              <p:nvPr/>
            </p:nvSpPr>
            <p:spPr>
              <a:xfrm>
                <a:off x="7064306" y="1435710"/>
                <a:ext cx="438402" cy="4242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</m:oMath>
                  </m:oMathPara>
                </a14:m>
                <a:endParaRPr lang="en-US" altLang="zh-TW" sz="2000" dirty="0"/>
              </a:p>
            </p:txBody>
          </p:sp>
        </mc:Choice>
        <mc:Fallback xmlns="">
          <p:sp>
            <p:nvSpPr>
              <p:cNvPr id="226" name="文字方塊 225">
                <a:extLst>
                  <a:ext uri="{FF2B5EF4-FFF2-40B4-BE49-F238E27FC236}">
                    <a16:creationId xmlns:a16="http://schemas.microsoft.com/office/drawing/2014/main" id="{4A797F52-28EA-4953-BC86-8E8901D5D2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64306" y="1435710"/>
                <a:ext cx="438402" cy="424283"/>
              </a:xfrm>
              <a:prstGeom prst="rect">
                <a:avLst/>
              </a:prstGeom>
              <a:blipFill>
                <a:blip r:embed="rId11"/>
                <a:stretch>
                  <a:fillRect b="-579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7" name="文字方塊 226">
                <a:extLst>
                  <a:ext uri="{FF2B5EF4-FFF2-40B4-BE49-F238E27FC236}">
                    <a16:creationId xmlns:a16="http://schemas.microsoft.com/office/drawing/2014/main" id="{990D4C3A-AED8-40BB-8849-57DEE8BE7A17}"/>
                  </a:ext>
                </a:extLst>
              </p:cNvPr>
              <p:cNvSpPr txBox="1"/>
              <p:nvPr/>
            </p:nvSpPr>
            <p:spPr>
              <a:xfrm>
                <a:off x="7237289" y="1713862"/>
                <a:ext cx="388427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</m:oMath>
                  </m:oMathPara>
                </a14:m>
                <a:endParaRPr lang="en-US" altLang="zh-TW" sz="2000" dirty="0"/>
              </a:p>
            </p:txBody>
          </p:sp>
        </mc:Choice>
        <mc:Fallback xmlns="">
          <p:sp>
            <p:nvSpPr>
              <p:cNvPr id="227" name="文字方塊 226">
                <a:extLst>
                  <a:ext uri="{FF2B5EF4-FFF2-40B4-BE49-F238E27FC236}">
                    <a16:creationId xmlns:a16="http://schemas.microsoft.com/office/drawing/2014/main" id="{990D4C3A-AED8-40BB-8849-57DEE8BE7A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37289" y="1713862"/>
                <a:ext cx="388427" cy="400110"/>
              </a:xfrm>
              <a:prstGeom prst="rect">
                <a:avLst/>
              </a:prstGeom>
              <a:blipFill>
                <a:blip r:embed="rId12"/>
                <a:stretch>
                  <a:fillRect b="-757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8" name="文字方塊 227">
                <a:extLst>
                  <a:ext uri="{FF2B5EF4-FFF2-40B4-BE49-F238E27FC236}">
                    <a16:creationId xmlns:a16="http://schemas.microsoft.com/office/drawing/2014/main" id="{3C622479-68C9-4AC9-AE5F-27970F7075FD}"/>
                  </a:ext>
                </a:extLst>
              </p:cNvPr>
              <p:cNvSpPr txBox="1"/>
              <p:nvPr/>
            </p:nvSpPr>
            <p:spPr>
              <a:xfrm>
                <a:off x="6540846" y="2179934"/>
                <a:ext cx="652306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0.1</m:t>
                          </m:r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en-US" altLang="zh-TW" sz="1600" dirty="0"/>
              </a:p>
            </p:txBody>
          </p:sp>
        </mc:Choice>
        <mc:Fallback xmlns="">
          <p:sp>
            <p:nvSpPr>
              <p:cNvPr id="228" name="文字方塊 227">
                <a:extLst>
                  <a:ext uri="{FF2B5EF4-FFF2-40B4-BE49-F238E27FC236}">
                    <a16:creationId xmlns:a16="http://schemas.microsoft.com/office/drawing/2014/main" id="{3C622479-68C9-4AC9-AE5F-27970F7075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40846" y="2179934"/>
                <a:ext cx="652306" cy="338554"/>
              </a:xfrm>
              <a:prstGeom prst="rect">
                <a:avLst/>
              </a:prstGeom>
              <a:blipFill>
                <a:blip r:embed="rId13"/>
                <a:stretch>
                  <a:fillRect b="-727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9" name="文字方塊 228">
            <a:extLst>
              <a:ext uri="{FF2B5EF4-FFF2-40B4-BE49-F238E27FC236}">
                <a16:creationId xmlns:a16="http://schemas.microsoft.com/office/drawing/2014/main" id="{2693C9D3-A145-48F7-981C-9A9BF2A0A9A5}"/>
              </a:ext>
            </a:extLst>
          </p:cNvPr>
          <p:cNvSpPr txBox="1"/>
          <p:nvPr/>
        </p:nvSpPr>
        <p:spPr>
          <a:xfrm>
            <a:off x="5543826" y="125920"/>
            <a:ext cx="3714632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Longitudinal component</a:t>
            </a:r>
            <a:endParaRPr lang="zh-TW" altLang="en-US" sz="2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1" name="文字方塊 230">
                <a:extLst>
                  <a:ext uri="{FF2B5EF4-FFF2-40B4-BE49-F238E27FC236}">
                    <a16:creationId xmlns:a16="http://schemas.microsoft.com/office/drawing/2014/main" id="{A81A25EB-4EC7-4F2F-99BC-612BE192E284}"/>
                  </a:ext>
                </a:extLst>
              </p:cNvPr>
              <p:cNvSpPr txBox="1"/>
              <p:nvPr/>
            </p:nvSpPr>
            <p:spPr>
              <a:xfrm>
                <a:off x="6358604" y="1285730"/>
                <a:ext cx="1673596" cy="3231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5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𝛼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</m:d>
                      <m:r>
                        <a:rPr lang="en-US" altLang="zh-TW" sz="150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zh-TW" sz="15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0, </m:t>
                          </m:r>
                          <m:r>
                            <m:rPr>
                              <m:nor/>
                            </m:rPr>
                            <a:rPr lang="en-US" altLang="zh-TW" sz="150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</m:oMath>
                  </m:oMathPara>
                </a14:m>
                <a:endParaRPr lang="zh-TW" altLang="en-US" sz="1500" dirty="0"/>
              </a:p>
            </p:txBody>
          </p:sp>
        </mc:Choice>
        <mc:Fallback xmlns="">
          <p:sp>
            <p:nvSpPr>
              <p:cNvPr id="231" name="文字方塊 230">
                <a:extLst>
                  <a:ext uri="{FF2B5EF4-FFF2-40B4-BE49-F238E27FC236}">
                    <a16:creationId xmlns:a16="http://schemas.microsoft.com/office/drawing/2014/main" id="{A81A25EB-4EC7-4F2F-99BC-612BE192E2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58604" y="1285730"/>
                <a:ext cx="1673596" cy="323165"/>
              </a:xfrm>
              <a:prstGeom prst="rect">
                <a:avLst/>
              </a:prstGeom>
              <a:blipFill>
                <a:blip r:embed="rId14"/>
                <a:stretch>
                  <a:fillRect b="-943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2" name="文字方塊 231">
                <a:extLst>
                  <a:ext uri="{FF2B5EF4-FFF2-40B4-BE49-F238E27FC236}">
                    <a16:creationId xmlns:a16="http://schemas.microsoft.com/office/drawing/2014/main" id="{B2F5F182-7771-47FB-BF37-AF5144F26384}"/>
                  </a:ext>
                </a:extLst>
              </p:cNvPr>
              <p:cNvSpPr txBox="1"/>
              <p:nvPr/>
            </p:nvSpPr>
            <p:spPr>
              <a:xfrm>
                <a:off x="5301973" y="3844729"/>
                <a:ext cx="1150186" cy="3231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5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0, 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500" dirty="0"/>
              </a:p>
            </p:txBody>
          </p:sp>
        </mc:Choice>
        <mc:Fallback xmlns="">
          <p:sp>
            <p:nvSpPr>
              <p:cNvPr id="232" name="文字方塊 231">
                <a:extLst>
                  <a:ext uri="{FF2B5EF4-FFF2-40B4-BE49-F238E27FC236}">
                    <a16:creationId xmlns:a16="http://schemas.microsoft.com/office/drawing/2014/main" id="{B2F5F182-7771-47FB-BF37-AF5144F263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01973" y="3844729"/>
                <a:ext cx="1150186" cy="323165"/>
              </a:xfrm>
              <a:prstGeom prst="rect">
                <a:avLst/>
              </a:prstGeom>
              <a:blipFill>
                <a:blip r:embed="rId15"/>
                <a:stretch>
                  <a:fillRect b="-943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3" name="文字方塊 232">
                <a:extLst>
                  <a:ext uri="{FF2B5EF4-FFF2-40B4-BE49-F238E27FC236}">
                    <a16:creationId xmlns:a16="http://schemas.microsoft.com/office/drawing/2014/main" id="{BDC6F78B-E419-4B8A-BAA9-5615A1972DBE}"/>
                  </a:ext>
                </a:extLst>
              </p:cNvPr>
              <p:cNvSpPr txBox="1"/>
              <p:nvPr/>
            </p:nvSpPr>
            <p:spPr>
              <a:xfrm>
                <a:off x="8331357" y="2248720"/>
                <a:ext cx="1150186" cy="3231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5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500" dirty="0"/>
              </a:p>
            </p:txBody>
          </p:sp>
        </mc:Choice>
        <mc:Fallback xmlns="">
          <p:sp>
            <p:nvSpPr>
              <p:cNvPr id="233" name="文字方塊 232">
                <a:extLst>
                  <a:ext uri="{FF2B5EF4-FFF2-40B4-BE49-F238E27FC236}">
                    <a16:creationId xmlns:a16="http://schemas.microsoft.com/office/drawing/2014/main" id="{BDC6F78B-E419-4B8A-BAA9-5615A1972D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31357" y="2248720"/>
                <a:ext cx="1150186" cy="323165"/>
              </a:xfrm>
              <a:prstGeom prst="rect">
                <a:avLst/>
              </a:prstGeom>
              <a:blipFill>
                <a:blip r:embed="rId16"/>
                <a:stretch>
                  <a:fillRect b="-943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4" name="文字方塊 233">
                <a:extLst>
                  <a:ext uri="{FF2B5EF4-FFF2-40B4-BE49-F238E27FC236}">
                    <a16:creationId xmlns:a16="http://schemas.microsoft.com/office/drawing/2014/main" id="{DA67C54B-80A5-4D59-B289-74384BDACD1C}"/>
                  </a:ext>
                </a:extLst>
              </p:cNvPr>
              <p:cNvSpPr txBox="1"/>
              <p:nvPr/>
            </p:nvSpPr>
            <p:spPr>
              <a:xfrm>
                <a:off x="6826049" y="4840301"/>
                <a:ext cx="1150186" cy="3231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5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0,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𝜋</m:t>
                          </m:r>
                        </m:e>
                      </m:d>
                    </m:oMath>
                  </m:oMathPara>
                </a14:m>
                <a:endParaRPr lang="zh-TW" altLang="en-US" sz="1500" dirty="0"/>
              </a:p>
            </p:txBody>
          </p:sp>
        </mc:Choice>
        <mc:Fallback xmlns="">
          <p:sp>
            <p:nvSpPr>
              <p:cNvPr id="234" name="文字方塊 233">
                <a:extLst>
                  <a:ext uri="{FF2B5EF4-FFF2-40B4-BE49-F238E27FC236}">
                    <a16:creationId xmlns:a16="http://schemas.microsoft.com/office/drawing/2014/main" id="{DA67C54B-80A5-4D59-B289-74384BDACD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26049" y="4840301"/>
                <a:ext cx="1150186" cy="323165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35" name="圖片 234">
            <a:extLst>
              <a:ext uri="{FF2B5EF4-FFF2-40B4-BE49-F238E27FC236}">
                <a16:creationId xmlns:a16="http://schemas.microsoft.com/office/drawing/2014/main" id="{DF781A4C-9BC8-40C7-BF1A-E906699C28D4}"/>
              </a:ext>
            </a:extLst>
          </p:cNvPr>
          <p:cNvPicPr>
            <a:picLocks noChangeAspect="1"/>
          </p:cNvPicPr>
          <p:nvPr/>
        </p:nvPicPr>
        <p:blipFill rotWithShape="1">
          <a:blip r:embed="rId1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0879" t="9023" r="4888" b="70339"/>
          <a:stretch/>
        </p:blipFill>
        <p:spPr>
          <a:xfrm>
            <a:off x="7871070" y="1257930"/>
            <a:ext cx="413382" cy="134348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36" name="文字方塊 235">
                <a:extLst>
                  <a:ext uri="{FF2B5EF4-FFF2-40B4-BE49-F238E27FC236}">
                    <a16:creationId xmlns:a16="http://schemas.microsoft.com/office/drawing/2014/main" id="{61131924-00C5-4C5C-8379-1D2527DB1052}"/>
                  </a:ext>
                </a:extLst>
              </p:cNvPr>
              <p:cNvSpPr txBox="1"/>
              <p:nvPr/>
            </p:nvSpPr>
            <p:spPr>
              <a:xfrm>
                <a:off x="7789606" y="2342403"/>
                <a:ext cx="478319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sz="1400"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altLang="zh-TW" sz="1400">
                          <a:latin typeface="Cambria Math" panose="02040503050406030204" pitchFamily="18" charset="0"/>
                        </a:rPr>
                        <m:t>.</m:t>
                      </m:r>
                      <m:r>
                        <m:rPr>
                          <m:sty m:val="p"/>
                        </m:rPr>
                        <a:rPr lang="en-US" altLang="zh-TW" sz="1400">
                          <a:latin typeface="Cambria Math" panose="02040503050406030204" pitchFamily="18" charset="0"/>
                        </a:rPr>
                        <m:t>u</m:t>
                      </m:r>
                      <m:r>
                        <a:rPr lang="en-US" altLang="zh-TW" sz="140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TW" altLang="en-US" sz="1400" dirty="0"/>
              </a:p>
            </p:txBody>
          </p:sp>
        </mc:Choice>
        <mc:Fallback xmlns="">
          <p:sp>
            <p:nvSpPr>
              <p:cNvPr id="236" name="文字方塊 235">
                <a:extLst>
                  <a:ext uri="{FF2B5EF4-FFF2-40B4-BE49-F238E27FC236}">
                    <a16:creationId xmlns:a16="http://schemas.microsoft.com/office/drawing/2014/main" id="{61131924-00C5-4C5C-8379-1D2527DB10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89606" y="2342403"/>
                <a:ext cx="478319" cy="307777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7" name="Oval 14">
            <a:extLst>
              <a:ext uri="{FF2B5EF4-FFF2-40B4-BE49-F238E27FC236}">
                <a16:creationId xmlns:a16="http://schemas.microsoft.com/office/drawing/2014/main" id="{4D2E6476-8133-4C1A-80AA-96C2BBAD7538}"/>
              </a:ext>
            </a:extLst>
          </p:cNvPr>
          <p:cNvSpPr/>
          <p:nvPr/>
        </p:nvSpPr>
        <p:spPr>
          <a:xfrm>
            <a:off x="7317889" y="2852108"/>
            <a:ext cx="162450" cy="168277"/>
          </a:xfrm>
          <a:prstGeom prst="ellipse">
            <a:avLst/>
          </a:prstGeom>
          <a:gradFill flip="none" rotWithShape="1">
            <a:gsLst>
              <a:gs pos="0">
                <a:srgbClr val="D1D1D1"/>
              </a:gs>
              <a:gs pos="23000">
                <a:schemeClr val="bg1">
                  <a:lumMod val="85000"/>
                </a:schemeClr>
              </a:gs>
              <a:gs pos="69000">
                <a:schemeClr val="accent3">
                  <a:lumMod val="75000"/>
                </a:schemeClr>
              </a:gs>
              <a:gs pos="97000">
                <a:schemeClr val="accent3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/>
          </a:p>
        </p:txBody>
      </p:sp>
      <p:sp>
        <p:nvSpPr>
          <p:cNvPr id="238" name="Oval 4">
            <a:extLst>
              <a:ext uri="{FF2B5EF4-FFF2-40B4-BE49-F238E27FC236}">
                <a16:creationId xmlns:a16="http://schemas.microsoft.com/office/drawing/2014/main" id="{D0067B35-40A6-4446-8A95-C300D2678B59}"/>
              </a:ext>
            </a:extLst>
          </p:cNvPr>
          <p:cNvSpPr/>
          <p:nvPr/>
        </p:nvSpPr>
        <p:spPr>
          <a:xfrm>
            <a:off x="6679308" y="2936246"/>
            <a:ext cx="1443999" cy="1495797"/>
          </a:xfrm>
          <a:prstGeom prst="ellipse">
            <a:avLst/>
          </a:prstGeom>
          <a:gradFill flip="none" rotWithShape="1">
            <a:gsLst>
              <a:gs pos="100000">
                <a:schemeClr val="accent3">
                  <a:lumMod val="60000"/>
                  <a:lumOff val="40000"/>
                  <a:alpha val="60000"/>
                </a:schemeClr>
              </a:gs>
              <a:gs pos="55000">
                <a:schemeClr val="accent3">
                  <a:lumMod val="40000"/>
                  <a:lumOff val="60000"/>
                  <a:alpha val="60000"/>
                </a:schemeClr>
              </a:gs>
              <a:gs pos="0">
                <a:schemeClr val="bg1">
                  <a:alpha val="6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 w="57150">
            <a:solidFill>
              <a:srgbClr val="D5D7D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39" name="Oval 15">
            <a:extLst>
              <a:ext uri="{FF2B5EF4-FFF2-40B4-BE49-F238E27FC236}">
                <a16:creationId xmlns:a16="http://schemas.microsoft.com/office/drawing/2014/main" id="{3ED95C10-549D-46A4-8427-E9004FB39400}"/>
              </a:ext>
            </a:extLst>
          </p:cNvPr>
          <p:cNvSpPr/>
          <p:nvPr/>
        </p:nvSpPr>
        <p:spPr>
          <a:xfrm>
            <a:off x="7317889" y="4347065"/>
            <a:ext cx="162450" cy="168277"/>
          </a:xfrm>
          <a:prstGeom prst="ellipse">
            <a:avLst/>
          </a:prstGeom>
          <a:gradFill flip="none" rotWithShape="1">
            <a:gsLst>
              <a:gs pos="17000">
                <a:srgbClr val="D1D1D1"/>
              </a:gs>
              <a:gs pos="0">
                <a:schemeClr val="bg1">
                  <a:lumMod val="85000"/>
                </a:schemeClr>
              </a:gs>
              <a:gs pos="60000">
                <a:schemeClr val="accent3">
                  <a:lumMod val="75000"/>
                </a:schemeClr>
              </a:gs>
              <a:gs pos="97000">
                <a:schemeClr val="accent3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52" name="SHO">
            <a:extLst>
              <a:ext uri="{FF2B5EF4-FFF2-40B4-BE49-F238E27FC236}">
                <a16:creationId xmlns:a16="http://schemas.microsoft.com/office/drawing/2014/main" id="{0845B616-2D49-4C5D-A47F-908796A33A53}"/>
              </a:ext>
            </a:extLst>
          </p:cNvPr>
          <p:cNvSpPr/>
          <p:nvPr/>
        </p:nvSpPr>
        <p:spPr>
          <a:xfrm rot="16200000">
            <a:off x="7087769" y="2962645"/>
            <a:ext cx="622693" cy="1443999"/>
          </a:xfrm>
          <a:prstGeom prst="arc">
            <a:avLst>
              <a:gd name="adj1" fmla="val 5396867"/>
              <a:gd name="adj2" fmla="val 5395779"/>
            </a:avLst>
          </a:prstGeom>
          <a:gradFill flip="none" rotWithShape="1">
            <a:gsLst>
              <a:gs pos="0">
                <a:schemeClr val="bg1">
                  <a:lumMod val="65000"/>
                </a:schemeClr>
              </a:gs>
              <a:gs pos="47000">
                <a:schemeClr val="bg1">
                  <a:lumMod val="50000"/>
                </a:schemeClr>
              </a:gs>
              <a:gs pos="97000">
                <a:srgbClr val="5E5E5E"/>
              </a:gs>
            </a:gsLst>
            <a:path path="circle">
              <a:fillToRect l="50000" t="50000" r="50000" b="50000"/>
            </a:path>
            <a:tileRect/>
          </a:gradFill>
          <a:ln w="31750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53" name="SVO">
            <a:extLst>
              <a:ext uri="{FF2B5EF4-FFF2-40B4-BE49-F238E27FC236}">
                <a16:creationId xmlns:a16="http://schemas.microsoft.com/office/drawing/2014/main" id="{28FBC70E-6464-4911-A7DC-D688B4A191B2}"/>
              </a:ext>
            </a:extLst>
          </p:cNvPr>
          <p:cNvSpPr/>
          <p:nvPr/>
        </p:nvSpPr>
        <p:spPr>
          <a:xfrm>
            <a:off x="7037215" y="2936747"/>
            <a:ext cx="722000" cy="1495797"/>
          </a:xfrm>
          <a:prstGeom prst="ellipse">
            <a:avLst/>
          </a:prstGeom>
          <a:noFill/>
          <a:ln w="25400">
            <a:solidFill>
              <a:schemeClr val="bg1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254" name="Oval 6">
            <a:extLst>
              <a:ext uri="{FF2B5EF4-FFF2-40B4-BE49-F238E27FC236}">
                <a16:creationId xmlns:a16="http://schemas.microsoft.com/office/drawing/2014/main" id="{F7426249-BB1C-465F-BA24-177826BCA4FE}"/>
              </a:ext>
            </a:extLst>
          </p:cNvPr>
          <p:cNvSpPr/>
          <p:nvPr/>
        </p:nvSpPr>
        <p:spPr>
          <a:xfrm rot="16200000">
            <a:off x="7087769" y="2962645"/>
            <a:ext cx="622693" cy="1443999"/>
          </a:xfrm>
          <a:prstGeom prst="ellipse">
            <a:avLst/>
          </a:prstGeom>
          <a:noFill/>
          <a:ln w="38100">
            <a:solidFill>
              <a:schemeClr val="tx1">
                <a:alpha val="6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5" name="TextBox 11">
                <a:extLst>
                  <a:ext uri="{FF2B5EF4-FFF2-40B4-BE49-F238E27FC236}">
                    <a16:creationId xmlns:a16="http://schemas.microsoft.com/office/drawing/2014/main" id="{37DEB133-ADB0-4B60-901B-D2AEF580DA59}"/>
                  </a:ext>
                </a:extLst>
              </p:cNvPr>
              <p:cNvSpPr txBox="1"/>
              <p:nvPr/>
            </p:nvSpPr>
            <p:spPr>
              <a:xfrm>
                <a:off x="6849417" y="3506293"/>
                <a:ext cx="176928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255" name="TextBox 11">
                <a:extLst>
                  <a:ext uri="{FF2B5EF4-FFF2-40B4-BE49-F238E27FC236}">
                    <a16:creationId xmlns:a16="http://schemas.microsoft.com/office/drawing/2014/main" id="{37DEB133-ADB0-4B60-901B-D2AEF580DA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49417" y="3506293"/>
                <a:ext cx="176928" cy="338554"/>
              </a:xfrm>
              <a:prstGeom prst="rect">
                <a:avLst/>
              </a:prstGeom>
              <a:blipFill>
                <a:blip r:embed="rId20"/>
                <a:stretch>
                  <a:fillRect r="-4137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6" name="Oval 22">
            <a:extLst>
              <a:ext uri="{FF2B5EF4-FFF2-40B4-BE49-F238E27FC236}">
                <a16:creationId xmlns:a16="http://schemas.microsoft.com/office/drawing/2014/main" id="{F51F6D7A-CBDD-41AE-81A9-01A381888E10}"/>
              </a:ext>
            </a:extLst>
          </p:cNvPr>
          <p:cNvSpPr/>
          <p:nvPr/>
        </p:nvSpPr>
        <p:spPr>
          <a:xfrm>
            <a:off x="7316943" y="4347065"/>
            <a:ext cx="162450" cy="168277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7" name="TextBox 12">
                <a:extLst>
                  <a:ext uri="{FF2B5EF4-FFF2-40B4-BE49-F238E27FC236}">
                    <a16:creationId xmlns:a16="http://schemas.microsoft.com/office/drawing/2014/main" id="{BEB792E4-CC90-49E5-8163-921F2ECF2D45}"/>
                  </a:ext>
                </a:extLst>
              </p:cNvPr>
              <p:cNvSpPr txBox="1"/>
              <p:nvPr/>
            </p:nvSpPr>
            <p:spPr>
              <a:xfrm>
                <a:off x="7504340" y="3601690"/>
                <a:ext cx="176928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257" name="TextBox 12">
                <a:extLst>
                  <a:ext uri="{FF2B5EF4-FFF2-40B4-BE49-F238E27FC236}">
                    <a16:creationId xmlns:a16="http://schemas.microsoft.com/office/drawing/2014/main" id="{BEB792E4-CC90-49E5-8163-921F2ECF2D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04340" y="3601690"/>
                <a:ext cx="176928" cy="338554"/>
              </a:xfrm>
              <a:prstGeom prst="rect">
                <a:avLst/>
              </a:prstGeom>
              <a:blipFill>
                <a:blip r:embed="rId21"/>
                <a:stretch>
                  <a:fillRect r="-55172" b="-363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8" name="TextBox 13">
                <a:extLst>
                  <a:ext uri="{FF2B5EF4-FFF2-40B4-BE49-F238E27FC236}">
                    <a16:creationId xmlns:a16="http://schemas.microsoft.com/office/drawing/2014/main" id="{8D531DEA-B9A5-4E8D-A6A2-A31408532FD7}"/>
                  </a:ext>
                </a:extLst>
              </p:cNvPr>
              <p:cNvSpPr txBox="1"/>
              <p:nvPr/>
            </p:nvSpPr>
            <p:spPr>
              <a:xfrm>
                <a:off x="7260216" y="2971948"/>
                <a:ext cx="256967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>
                          <a:latin typeface="Cambria Math" panose="02040503050406030204" pitchFamily="18" charset="0"/>
                        </a:rPr>
                        <m:t>𝑧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258" name="TextBox 13">
                <a:extLst>
                  <a:ext uri="{FF2B5EF4-FFF2-40B4-BE49-F238E27FC236}">
                    <a16:creationId xmlns:a16="http://schemas.microsoft.com/office/drawing/2014/main" id="{8D531DEA-B9A5-4E8D-A6A2-A31408532F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60216" y="2971948"/>
                <a:ext cx="256967" cy="338554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9" name="DVO">
            <a:extLst>
              <a:ext uri="{FF2B5EF4-FFF2-40B4-BE49-F238E27FC236}">
                <a16:creationId xmlns:a16="http://schemas.microsoft.com/office/drawing/2014/main" id="{BD66E933-A9D1-416F-99A4-A2F56F384D96}"/>
              </a:ext>
            </a:extLst>
          </p:cNvPr>
          <p:cNvSpPr/>
          <p:nvPr/>
        </p:nvSpPr>
        <p:spPr>
          <a:xfrm flipH="1">
            <a:off x="7037215" y="2936747"/>
            <a:ext cx="722000" cy="1495797"/>
          </a:xfrm>
          <a:prstGeom prst="arc">
            <a:avLst>
              <a:gd name="adj1" fmla="val 5396867"/>
              <a:gd name="adj2" fmla="val 16170484"/>
            </a:avLst>
          </a:prstGeom>
          <a:ln w="254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60" name="Oval 23">
            <a:extLst>
              <a:ext uri="{FF2B5EF4-FFF2-40B4-BE49-F238E27FC236}">
                <a16:creationId xmlns:a16="http://schemas.microsoft.com/office/drawing/2014/main" id="{B1975880-4F20-4527-8AC1-67B4B5024B5F}"/>
              </a:ext>
            </a:extLst>
          </p:cNvPr>
          <p:cNvSpPr/>
          <p:nvPr/>
        </p:nvSpPr>
        <p:spPr>
          <a:xfrm>
            <a:off x="8039799" y="3600507"/>
            <a:ext cx="162450" cy="168277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cxnSp>
        <p:nvCxnSpPr>
          <p:cNvPr id="261" name="Straight Arrow Connector 7">
            <a:extLst>
              <a:ext uri="{FF2B5EF4-FFF2-40B4-BE49-F238E27FC236}">
                <a16:creationId xmlns:a16="http://schemas.microsoft.com/office/drawing/2014/main" id="{33161F97-7212-47BE-BA7D-6FC7B9147369}"/>
              </a:ext>
            </a:extLst>
          </p:cNvPr>
          <p:cNvCxnSpPr>
            <a:cxnSpLocks/>
          </p:cNvCxnSpPr>
          <p:nvPr/>
        </p:nvCxnSpPr>
        <p:spPr>
          <a:xfrm flipV="1">
            <a:off x="7395184" y="3236563"/>
            <a:ext cx="1697" cy="445890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2" name="Straight Arrow Connector 19">
            <a:extLst>
              <a:ext uri="{FF2B5EF4-FFF2-40B4-BE49-F238E27FC236}">
                <a16:creationId xmlns:a16="http://schemas.microsoft.com/office/drawing/2014/main" id="{240911C2-AE74-4914-B8DB-470C2315C461}"/>
              </a:ext>
            </a:extLst>
          </p:cNvPr>
          <p:cNvCxnSpPr>
            <a:cxnSpLocks/>
          </p:cNvCxnSpPr>
          <p:nvPr/>
        </p:nvCxnSpPr>
        <p:spPr>
          <a:xfrm>
            <a:off x="7398168" y="3680269"/>
            <a:ext cx="195802" cy="156763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3" name="Straight Arrow Connector 18">
            <a:extLst>
              <a:ext uri="{FF2B5EF4-FFF2-40B4-BE49-F238E27FC236}">
                <a16:creationId xmlns:a16="http://schemas.microsoft.com/office/drawing/2014/main" id="{168B960E-43A1-4542-B03F-41153CC41797}"/>
              </a:ext>
            </a:extLst>
          </p:cNvPr>
          <p:cNvCxnSpPr>
            <a:cxnSpLocks/>
          </p:cNvCxnSpPr>
          <p:nvPr/>
        </p:nvCxnSpPr>
        <p:spPr>
          <a:xfrm rot="16200000" flipH="1" flipV="1">
            <a:off x="7226846" y="3508793"/>
            <a:ext cx="0" cy="342950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4" name="Oval 20">
            <a:extLst>
              <a:ext uri="{FF2B5EF4-FFF2-40B4-BE49-F238E27FC236}">
                <a16:creationId xmlns:a16="http://schemas.microsoft.com/office/drawing/2014/main" id="{24DEE888-55C9-4D4C-B18D-808F9AA85CCB}"/>
              </a:ext>
            </a:extLst>
          </p:cNvPr>
          <p:cNvSpPr/>
          <p:nvPr/>
        </p:nvSpPr>
        <p:spPr>
          <a:xfrm>
            <a:off x="6595635" y="3600507"/>
            <a:ext cx="162450" cy="168277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265" name="Oval 22">
            <a:extLst>
              <a:ext uri="{FF2B5EF4-FFF2-40B4-BE49-F238E27FC236}">
                <a16:creationId xmlns:a16="http://schemas.microsoft.com/office/drawing/2014/main" id="{EF01816B-7066-4916-A520-954D092BE6FE}"/>
              </a:ext>
            </a:extLst>
          </p:cNvPr>
          <p:cNvSpPr/>
          <p:nvPr/>
        </p:nvSpPr>
        <p:spPr>
          <a:xfrm>
            <a:off x="7318125" y="2844234"/>
            <a:ext cx="162450" cy="168277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/>
          </a:p>
        </p:txBody>
      </p:sp>
      <p:sp>
        <p:nvSpPr>
          <p:cNvPr id="266" name="Partial Circle 9">
            <a:extLst>
              <a:ext uri="{FF2B5EF4-FFF2-40B4-BE49-F238E27FC236}">
                <a16:creationId xmlns:a16="http://schemas.microsoft.com/office/drawing/2014/main" id="{95E3D0C0-F471-47D7-9B54-CC1B9F289F59}"/>
              </a:ext>
            </a:extLst>
          </p:cNvPr>
          <p:cNvSpPr>
            <a:spLocks noChangeAspect="1"/>
          </p:cNvSpPr>
          <p:nvPr/>
        </p:nvSpPr>
        <p:spPr>
          <a:xfrm rot="16200000" flipH="1">
            <a:off x="7334286" y="3585381"/>
            <a:ext cx="102407" cy="197721"/>
          </a:xfrm>
          <a:prstGeom prst="pie">
            <a:avLst>
              <a:gd name="adj1" fmla="val 16258856"/>
              <a:gd name="adj2" fmla="val 19252600"/>
            </a:avLst>
          </a:prstGeom>
          <a:gradFill flip="none" rotWithShape="1">
            <a:gsLst>
              <a:gs pos="0">
                <a:schemeClr val="tx1"/>
              </a:gs>
              <a:gs pos="50000">
                <a:schemeClr val="tx1">
                  <a:lumMod val="50000"/>
                  <a:lumOff val="50000"/>
                </a:schemeClr>
              </a:gs>
              <a:gs pos="100000">
                <a:schemeClr val="bg1">
                  <a:lumMod val="50000"/>
                </a:schemeClr>
              </a:gs>
            </a:gsLst>
            <a:lin ang="2700000" scaled="1"/>
            <a:tileRect/>
          </a:gra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7" name="TextBox 10">
                <a:extLst>
                  <a:ext uri="{FF2B5EF4-FFF2-40B4-BE49-F238E27FC236}">
                    <a16:creationId xmlns:a16="http://schemas.microsoft.com/office/drawing/2014/main" id="{B215AA15-06BF-4D83-A5CD-B6A967095CE1}"/>
                  </a:ext>
                </a:extLst>
              </p:cNvPr>
              <p:cNvSpPr txBox="1"/>
              <p:nvPr/>
            </p:nvSpPr>
            <p:spPr>
              <a:xfrm>
                <a:off x="6970268" y="3620427"/>
                <a:ext cx="315234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>
                          <a:latin typeface="Cambria Math" panose="02040503050406030204" pitchFamily="18" charset="0"/>
                        </a:rPr>
                        <m:t>𝛼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267" name="TextBox 10">
                <a:extLst>
                  <a:ext uri="{FF2B5EF4-FFF2-40B4-BE49-F238E27FC236}">
                    <a16:creationId xmlns:a16="http://schemas.microsoft.com/office/drawing/2014/main" id="{B215AA15-06BF-4D83-A5CD-B6A967095C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70268" y="3620427"/>
                <a:ext cx="315234" cy="338554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68" name="Straight Arrow Connector 17">
            <a:extLst>
              <a:ext uri="{FF2B5EF4-FFF2-40B4-BE49-F238E27FC236}">
                <a16:creationId xmlns:a16="http://schemas.microsoft.com/office/drawing/2014/main" id="{230BB7BA-7677-4C8C-B5E4-B82B7D463931}"/>
              </a:ext>
            </a:extLst>
          </p:cNvPr>
          <p:cNvCxnSpPr>
            <a:cxnSpLocks/>
          </p:cNvCxnSpPr>
          <p:nvPr/>
        </p:nvCxnSpPr>
        <p:spPr>
          <a:xfrm flipH="1">
            <a:off x="7177537" y="3685449"/>
            <a:ext cx="221585" cy="286539"/>
          </a:xfrm>
          <a:prstGeom prst="straightConnector1">
            <a:avLst/>
          </a:prstGeom>
          <a:ln w="38100">
            <a:solidFill>
              <a:schemeClr val="tx1"/>
            </a:solidFill>
            <a:tailEnd type="stealth" w="lg" len="lg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269" name="Partial Circle 9">
            <a:extLst>
              <a:ext uri="{FF2B5EF4-FFF2-40B4-BE49-F238E27FC236}">
                <a16:creationId xmlns:a16="http://schemas.microsoft.com/office/drawing/2014/main" id="{E72D69FE-BCE2-4231-B5B8-E4BAB5150F43}"/>
              </a:ext>
            </a:extLst>
          </p:cNvPr>
          <p:cNvSpPr>
            <a:spLocks noChangeAspect="1"/>
          </p:cNvSpPr>
          <p:nvPr/>
        </p:nvSpPr>
        <p:spPr>
          <a:xfrm>
            <a:off x="7321561" y="3548156"/>
            <a:ext cx="149214" cy="301366"/>
          </a:xfrm>
          <a:prstGeom prst="pie">
            <a:avLst>
              <a:gd name="adj1" fmla="val 16258856"/>
              <a:gd name="adj2" fmla="val 19252600"/>
            </a:avLst>
          </a:prstGeom>
          <a:gradFill flip="none" rotWithShape="1">
            <a:gsLst>
              <a:gs pos="0">
                <a:schemeClr val="tx1"/>
              </a:gs>
              <a:gs pos="50000">
                <a:schemeClr val="tx1">
                  <a:lumMod val="50000"/>
                  <a:lumOff val="50000"/>
                </a:schemeClr>
              </a:gs>
              <a:gs pos="100000">
                <a:schemeClr val="bg1">
                  <a:lumMod val="50000"/>
                </a:schemeClr>
              </a:gs>
            </a:gsLst>
            <a:lin ang="2700000" scaled="1"/>
            <a:tileRect/>
          </a:gra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0" name="TextBox 10">
                <a:extLst>
                  <a:ext uri="{FF2B5EF4-FFF2-40B4-BE49-F238E27FC236}">
                    <a16:creationId xmlns:a16="http://schemas.microsoft.com/office/drawing/2014/main" id="{2F6C10B6-03DA-4C5F-B367-63A41053B482}"/>
                  </a:ext>
                </a:extLst>
              </p:cNvPr>
              <p:cNvSpPr txBox="1"/>
              <p:nvPr/>
            </p:nvSpPr>
            <p:spPr>
              <a:xfrm>
                <a:off x="7361340" y="3300009"/>
                <a:ext cx="297046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>
                          <a:latin typeface="Cambria Math" panose="02040503050406030204" pitchFamily="18" charset="0"/>
                        </a:rPr>
                        <m:t>𝛽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270" name="TextBox 10">
                <a:extLst>
                  <a:ext uri="{FF2B5EF4-FFF2-40B4-BE49-F238E27FC236}">
                    <a16:creationId xmlns:a16="http://schemas.microsoft.com/office/drawing/2014/main" id="{2F6C10B6-03DA-4C5F-B367-63A41053B4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61340" y="3300009"/>
                <a:ext cx="297046" cy="338554"/>
              </a:xfrm>
              <a:prstGeom prst="rect">
                <a:avLst/>
              </a:prstGeom>
              <a:blipFill>
                <a:blip r:embed="rId24"/>
                <a:stretch>
                  <a:fillRect l="-2083" r="-4167" b="-892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71" name="Straight Arrow Connector 17">
            <a:extLst>
              <a:ext uri="{FF2B5EF4-FFF2-40B4-BE49-F238E27FC236}">
                <a16:creationId xmlns:a16="http://schemas.microsoft.com/office/drawing/2014/main" id="{050CD12B-2348-4EAE-8F7E-7F476F6AB6E3}"/>
              </a:ext>
            </a:extLst>
          </p:cNvPr>
          <p:cNvCxnSpPr>
            <a:cxnSpLocks/>
          </p:cNvCxnSpPr>
          <p:nvPr/>
        </p:nvCxnSpPr>
        <p:spPr>
          <a:xfrm flipV="1">
            <a:off x="7391035" y="3239724"/>
            <a:ext cx="571923" cy="449644"/>
          </a:xfrm>
          <a:prstGeom prst="straightConnector1">
            <a:avLst/>
          </a:prstGeom>
          <a:ln w="38100">
            <a:solidFill>
              <a:schemeClr val="tx1"/>
            </a:solidFill>
            <a:tailEnd type="stealth" w="lg" len="lg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52" name="Oval 23">
            <a:extLst>
              <a:ext uri="{FF2B5EF4-FFF2-40B4-BE49-F238E27FC236}">
                <a16:creationId xmlns:a16="http://schemas.microsoft.com/office/drawing/2014/main" id="{6454FEB7-1A49-4057-B9D1-C98AB19CFD06}"/>
              </a:ext>
            </a:extLst>
          </p:cNvPr>
          <p:cNvSpPr/>
          <p:nvPr/>
        </p:nvSpPr>
        <p:spPr>
          <a:xfrm>
            <a:off x="7651126" y="3860498"/>
            <a:ext cx="162450" cy="168277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154" name="Oval 23">
            <a:extLst>
              <a:ext uri="{FF2B5EF4-FFF2-40B4-BE49-F238E27FC236}">
                <a16:creationId xmlns:a16="http://schemas.microsoft.com/office/drawing/2014/main" id="{2FF5597B-5488-4B3C-BE8B-E0AD3A81CF14}"/>
              </a:ext>
            </a:extLst>
          </p:cNvPr>
          <p:cNvSpPr/>
          <p:nvPr/>
        </p:nvSpPr>
        <p:spPr>
          <a:xfrm>
            <a:off x="6965326" y="3327098"/>
            <a:ext cx="162450" cy="168277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6" name="文字方塊 155">
                <a:extLst>
                  <a:ext uri="{FF2B5EF4-FFF2-40B4-BE49-F238E27FC236}">
                    <a16:creationId xmlns:a16="http://schemas.microsoft.com/office/drawing/2014/main" id="{7D05204B-22BE-4DE9-AA50-5F23DEE9A2F6}"/>
                  </a:ext>
                </a:extLst>
              </p:cNvPr>
              <p:cNvSpPr txBox="1"/>
              <p:nvPr/>
            </p:nvSpPr>
            <p:spPr>
              <a:xfrm>
                <a:off x="8312755" y="3844729"/>
                <a:ext cx="1150186" cy="3231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5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500" b="0" i="1" smtClean="0">
                              <a:latin typeface="Cambria Math" panose="02040503050406030204" pitchFamily="18" charset="0"/>
                            </a:rPr>
                            <m:t>/2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500" dirty="0"/>
              </a:p>
            </p:txBody>
          </p:sp>
        </mc:Choice>
        <mc:Fallback xmlns="">
          <p:sp>
            <p:nvSpPr>
              <p:cNvPr id="156" name="文字方塊 155">
                <a:extLst>
                  <a:ext uri="{FF2B5EF4-FFF2-40B4-BE49-F238E27FC236}">
                    <a16:creationId xmlns:a16="http://schemas.microsoft.com/office/drawing/2014/main" id="{7D05204B-22BE-4DE9-AA50-5F23DEE9A2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12755" y="3844729"/>
                <a:ext cx="1150186" cy="323165"/>
              </a:xfrm>
              <a:prstGeom prst="rect">
                <a:avLst/>
              </a:prstGeom>
              <a:blipFill>
                <a:blip r:embed="rId25"/>
                <a:stretch>
                  <a:fillRect b="-943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7" name="文字方塊 156">
                <a:extLst>
                  <a:ext uri="{FF2B5EF4-FFF2-40B4-BE49-F238E27FC236}">
                    <a16:creationId xmlns:a16="http://schemas.microsoft.com/office/drawing/2014/main" id="{834029C9-84F7-4B57-9E81-D8CCCEEA55EA}"/>
                  </a:ext>
                </a:extLst>
              </p:cNvPr>
              <p:cNvSpPr txBox="1"/>
              <p:nvPr/>
            </p:nvSpPr>
            <p:spPr>
              <a:xfrm>
                <a:off x="5272154" y="2248720"/>
                <a:ext cx="1150186" cy="3231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5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5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/2,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500" dirty="0"/>
              </a:p>
            </p:txBody>
          </p:sp>
        </mc:Choice>
        <mc:Fallback xmlns="">
          <p:sp>
            <p:nvSpPr>
              <p:cNvPr id="157" name="文字方塊 156">
                <a:extLst>
                  <a:ext uri="{FF2B5EF4-FFF2-40B4-BE49-F238E27FC236}">
                    <a16:creationId xmlns:a16="http://schemas.microsoft.com/office/drawing/2014/main" id="{834029C9-84F7-4B57-9E81-D8CCCEEA55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72154" y="2248720"/>
                <a:ext cx="1150186" cy="323165"/>
              </a:xfrm>
              <a:prstGeom prst="rect">
                <a:avLst/>
              </a:prstGeom>
              <a:blipFill>
                <a:blip r:embed="rId26"/>
                <a:stretch>
                  <a:fillRect b="-943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8" name="直線接點 157">
            <a:extLst>
              <a:ext uri="{FF2B5EF4-FFF2-40B4-BE49-F238E27FC236}">
                <a16:creationId xmlns:a16="http://schemas.microsoft.com/office/drawing/2014/main" id="{DA529A4E-3BAB-45BB-8274-1088EF0B43A5}"/>
              </a:ext>
            </a:extLst>
          </p:cNvPr>
          <p:cNvCxnSpPr>
            <a:cxnSpLocks/>
          </p:cNvCxnSpPr>
          <p:nvPr/>
        </p:nvCxnSpPr>
        <p:spPr>
          <a:xfrm flipV="1">
            <a:off x="6523355" y="3410397"/>
            <a:ext cx="453250" cy="188"/>
          </a:xfrm>
          <a:prstGeom prst="line">
            <a:avLst/>
          </a:prstGeom>
          <a:ln w="9525" cap="flat" cmpd="sng" algn="ctr">
            <a:solidFill>
              <a:schemeClr val="bg1">
                <a:lumMod val="5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59" name="直線接點 158">
            <a:extLst>
              <a:ext uri="{FF2B5EF4-FFF2-40B4-BE49-F238E27FC236}">
                <a16:creationId xmlns:a16="http://schemas.microsoft.com/office/drawing/2014/main" id="{F100F92B-B8C5-4A0F-B866-E2BAB0C4087A}"/>
              </a:ext>
            </a:extLst>
          </p:cNvPr>
          <p:cNvCxnSpPr>
            <a:cxnSpLocks/>
          </p:cNvCxnSpPr>
          <p:nvPr/>
        </p:nvCxnSpPr>
        <p:spPr>
          <a:xfrm>
            <a:off x="7827010" y="3970973"/>
            <a:ext cx="418783" cy="0"/>
          </a:xfrm>
          <a:prstGeom prst="line">
            <a:avLst/>
          </a:prstGeom>
          <a:ln w="9525" cap="flat" cmpd="sng" algn="ctr">
            <a:solidFill>
              <a:schemeClr val="bg1">
                <a:lumMod val="5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60" name="直線接點 159">
            <a:extLst>
              <a:ext uri="{FF2B5EF4-FFF2-40B4-BE49-F238E27FC236}">
                <a16:creationId xmlns:a16="http://schemas.microsoft.com/office/drawing/2014/main" id="{A656DF39-7853-456D-84EE-B2D69029F0B5}"/>
              </a:ext>
            </a:extLst>
          </p:cNvPr>
          <p:cNvCxnSpPr>
            <a:cxnSpLocks/>
          </p:cNvCxnSpPr>
          <p:nvPr/>
        </p:nvCxnSpPr>
        <p:spPr>
          <a:xfrm flipV="1">
            <a:off x="8169593" y="3508375"/>
            <a:ext cx="120332" cy="100649"/>
          </a:xfrm>
          <a:prstGeom prst="line">
            <a:avLst/>
          </a:prstGeom>
          <a:ln w="9525" cap="flat" cmpd="sng" algn="ctr">
            <a:solidFill>
              <a:schemeClr val="bg1">
                <a:lumMod val="5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61" name="直線接點 160">
            <a:extLst>
              <a:ext uri="{FF2B5EF4-FFF2-40B4-BE49-F238E27FC236}">
                <a16:creationId xmlns:a16="http://schemas.microsoft.com/office/drawing/2014/main" id="{C2ECA97C-3D5E-4873-BF49-1B844DE8012B}"/>
              </a:ext>
            </a:extLst>
          </p:cNvPr>
          <p:cNvCxnSpPr>
            <a:cxnSpLocks/>
          </p:cNvCxnSpPr>
          <p:nvPr/>
        </p:nvCxnSpPr>
        <p:spPr>
          <a:xfrm flipV="1">
            <a:off x="6508393" y="3750766"/>
            <a:ext cx="105264" cy="191632"/>
          </a:xfrm>
          <a:prstGeom prst="line">
            <a:avLst/>
          </a:prstGeom>
          <a:ln w="9525" cap="flat" cmpd="sng" algn="ctr">
            <a:solidFill>
              <a:schemeClr val="bg1">
                <a:lumMod val="5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pic>
        <p:nvPicPr>
          <p:cNvPr id="74" name="圖片 73">
            <a:extLst>
              <a:ext uri="{FF2B5EF4-FFF2-40B4-BE49-F238E27FC236}">
                <a16:creationId xmlns:a16="http://schemas.microsoft.com/office/drawing/2014/main" id="{080203AD-4F1B-4BC6-8007-DE7455C6F77A}"/>
              </a:ext>
            </a:extLst>
          </p:cNvPr>
          <p:cNvPicPr>
            <a:picLocks noChangeAspect="1"/>
          </p:cNvPicPr>
          <p:nvPr/>
        </p:nvPicPr>
        <p:blipFill rotWithShape="1">
          <a:blip r:embed="rId27"/>
          <a:srcRect l="8885" t="22429" r="8429" b="17067"/>
          <a:stretch/>
        </p:blipFill>
        <p:spPr>
          <a:xfrm>
            <a:off x="6594476" y="650593"/>
            <a:ext cx="746918" cy="163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672783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矩形: 圓角 176">
            <a:extLst>
              <a:ext uri="{FF2B5EF4-FFF2-40B4-BE49-F238E27FC236}">
                <a16:creationId xmlns:a16="http://schemas.microsoft.com/office/drawing/2014/main" id="{C0499F8D-22B8-4B76-B2A0-FC45B222262E}"/>
              </a:ext>
            </a:extLst>
          </p:cNvPr>
          <p:cNvSpPr/>
          <p:nvPr/>
        </p:nvSpPr>
        <p:spPr>
          <a:xfrm>
            <a:off x="0" y="9254"/>
            <a:ext cx="9880600" cy="6179835"/>
          </a:xfrm>
          <a:prstGeom prst="roundRect">
            <a:avLst>
              <a:gd name="adj" fmla="val 2587"/>
            </a:avLst>
          </a:prstGeom>
          <a:gradFill flip="none" rotWithShape="1"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lin ang="54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2000" dirty="0"/>
          </a:p>
        </p:txBody>
      </p:sp>
      <p:pic>
        <p:nvPicPr>
          <p:cNvPr id="76" name="圖片 75">
            <a:extLst>
              <a:ext uri="{FF2B5EF4-FFF2-40B4-BE49-F238E27FC236}">
                <a16:creationId xmlns:a16="http://schemas.microsoft.com/office/drawing/2014/main" id="{C01717F5-9575-42A1-AB70-A0660FCFBA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48591" y="2248720"/>
            <a:ext cx="1252800" cy="1255706"/>
          </a:xfrm>
          <a:prstGeom prst="rect">
            <a:avLst/>
          </a:prstGeom>
        </p:spPr>
      </p:pic>
      <p:pic>
        <p:nvPicPr>
          <p:cNvPr id="65" name="圖片 64">
            <a:extLst>
              <a:ext uri="{FF2B5EF4-FFF2-40B4-BE49-F238E27FC236}">
                <a16:creationId xmlns:a16="http://schemas.microsoft.com/office/drawing/2014/main" id="{A8A1B398-4CBB-46B1-B271-8C7563E752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3594" y="3844729"/>
            <a:ext cx="1252800" cy="1258613"/>
          </a:xfrm>
          <a:prstGeom prst="rect">
            <a:avLst/>
          </a:prstGeom>
        </p:spPr>
      </p:pic>
      <p:pic>
        <p:nvPicPr>
          <p:cNvPr id="62" name="圖片 61">
            <a:extLst>
              <a:ext uri="{FF2B5EF4-FFF2-40B4-BE49-F238E27FC236}">
                <a16:creationId xmlns:a16="http://schemas.microsoft.com/office/drawing/2014/main" id="{60C746CF-1E9F-45F8-B588-116FB052E26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52462" y="3898594"/>
            <a:ext cx="1252800" cy="1249914"/>
          </a:xfrm>
          <a:prstGeom prst="rect">
            <a:avLst/>
          </a:prstGeom>
          <a:ln w="28575">
            <a:solidFill>
              <a:srgbClr val="FF0000"/>
            </a:solidFill>
          </a:ln>
        </p:spPr>
      </p:pic>
      <p:pic>
        <p:nvPicPr>
          <p:cNvPr id="63" name="圖片 62">
            <a:extLst>
              <a:ext uri="{FF2B5EF4-FFF2-40B4-BE49-F238E27FC236}">
                <a16:creationId xmlns:a16="http://schemas.microsoft.com/office/drawing/2014/main" id="{D759C6B4-0D79-47F9-A709-5691C7F2493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90570" y="2279466"/>
            <a:ext cx="1252800" cy="1252800"/>
          </a:xfrm>
          <a:prstGeom prst="rect">
            <a:avLst/>
          </a:prstGeom>
        </p:spPr>
      </p:pic>
      <p:pic>
        <p:nvPicPr>
          <p:cNvPr id="64" name="圖片 63">
            <a:extLst>
              <a:ext uri="{FF2B5EF4-FFF2-40B4-BE49-F238E27FC236}">
                <a16:creationId xmlns:a16="http://schemas.microsoft.com/office/drawing/2014/main" id="{19A1552B-5A79-439A-99A5-D28D97E9629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41387" y="4869596"/>
            <a:ext cx="1252800" cy="1255693"/>
          </a:xfrm>
          <a:prstGeom prst="rect">
            <a:avLst/>
          </a:prstGeom>
        </p:spPr>
      </p:pic>
      <p:pic>
        <p:nvPicPr>
          <p:cNvPr id="73" name="圖片 72">
            <a:extLst>
              <a:ext uri="{FF2B5EF4-FFF2-40B4-BE49-F238E27FC236}">
                <a16:creationId xmlns:a16="http://schemas.microsoft.com/office/drawing/2014/main" id="{A4BE274D-348B-4E55-BF9D-E6AFF7BA5DB9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l="1" t="-1" r="559" b="1109"/>
          <a:stretch/>
        </p:blipFill>
        <p:spPr>
          <a:xfrm>
            <a:off x="6930890" y="1306635"/>
            <a:ext cx="1252800" cy="1249321"/>
          </a:xfrm>
          <a:prstGeom prst="rect">
            <a:avLst/>
          </a:prstGeom>
        </p:spPr>
      </p:pic>
      <p:pic>
        <p:nvPicPr>
          <p:cNvPr id="60" name="圖片 59">
            <a:extLst>
              <a:ext uri="{FF2B5EF4-FFF2-40B4-BE49-F238E27FC236}">
                <a16:creationId xmlns:a16="http://schemas.microsoft.com/office/drawing/2014/main" id="{42DD76E4-3C3A-46F2-B2B8-35BF6726C155}"/>
              </a:ext>
            </a:extLst>
          </p:cNvPr>
          <p:cNvPicPr>
            <a:picLocks noChangeAspect="1"/>
          </p:cNvPicPr>
          <p:nvPr/>
        </p:nvPicPr>
        <p:blipFill rotWithShape="1">
          <a:blip r:embed="rId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3312" t="61405" r="7988"/>
          <a:stretch/>
        </p:blipFill>
        <p:spPr>
          <a:xfrm>
            <a:off x="964406" y="202195"/>
            <a:ext cx="2040732" cy="47028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80" name="文字方塊 179">
                <a:extLst>
                  <a:ext uri="{FF2B5EF4-FFF2-40B4-BE49-F238E27FC236}">
                    <a16:creationId xmlns:a16="http://schemas.microsoft.com/office/drawing/2014/main" id="{C6592285-FBA9-4DE2-BE47-D5703A7C2A40}"/>
                  </a:ext>
                </a:extLst>
              </p:cNvPr>
              <p:cNvSpPr txBox="1"/>
              <p:nvPr/>
            </p:nvSpPr>
            <p:spPr>
              <a:xfrm>
                <a:off x="7353440" y="4501420"/>
                <a:ext cx="812954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600" i="1" smtClean="0">
                          <a:latin typeface="Cambria Math" panose="02040503050406030204" pitchFamily="18" charset="0"/>
                        </a:rPr>
                        <m:t>|</m:t>
                      </m:r>
                      <m:d>
                        <m:dPr>
                          <m:begChr m:val=""/>
                          <m:endChr m:val="⟩"/>
                          <m:ctrlPr>
                            <a:rPr lang="en-US" altLang="zh-TW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−1, </m:t>
                          </m:r>
                          <m:r>
                            <a:rPr lang="en-US" altLang="zh-TW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d>
                    </m:oMath>
                  </m:oMathPara>
                </a14:m>
                <a:endParaRPr lang="zh-TW" altLang="en-US" sz="1600" dirty="0"/>
              </a:p>
            </p:txBody>
          </p:sp>
        </mc:Choice>
        <mc:Fallback xmlns="">
          <p:sp>
            <p:nvSpPr>
              <p:cNvPr id="180" name="文字方塊 179">
                <a:extLst>
                  <a:ext uri="{FF2B5EF4-FFF2-40B4-BE49-F238E27FC236}">
                    <a16:creationId xmlns:a16="http://schemas.microsoft.com/office/drawing/2014/main" id="{C6592285-FBA9-4DE2-BE47-D5703A7C2A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53440" y="4501420"/>
                <a:ext cx="812954" cy="338554"/>
              </a:xfrm>
              <a:prstGeom prst="rect">
                <a:avLst/>
              </a:prstGeom>
              <a:blipFill>
                <a:blip r:embed="rId9"/>
                <a:stretch>
                  <a:fillRect t="-108929" r="-46269" b="-16785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9" name="文字方塊 188">
                <a:extLst>
                  <a:ext uri="{FF2B5EF4-FFF2-40B4-BE49-F238E27FC236}">
                    <a16:creationId xmlns:a16="http://schemas.microsoft.com/office/drawing/2014/main" id="{06013B16-AADE-4F50-9769-3B0E22EFD811}"/>
                  </a:ext>
                </a:extLst>
              </p:cNvPr>
              <p:cNvSpPr txBox="1"/>
              <p:nvPr/>
            </p:nvSpPr>
            <p:spPr>
              <a:xfrm>
                <a:off x="7353440" y="2555828"/>
                <a:ext cx="812954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600" i="1" smtClean="0">
                          <a:latin typeface="Cambria Math" panose="02040503050406030204" pitchFamily="18" charset="0"/>
                        </a:rPr>
                        <m:t>|</m:t>
                      </m:r>
                      <m:d>
                        <m:dPr>
                          <m:begChr m:val=""/>
                          <m:endChr m:val="⟩"/>
                          <m:ctrlPr>
                            <a:rPr lang="en-US" altLang="zh-TW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1, </m:t>
                          </m:r>
                          <m:r>
                            <a:rPr lang="en-US" altLang="zh-TW" sz="16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</m:oMath>
                  </m:oMathPara>
                </a14:m>
                <a:endParaRPr lang="zh-TW" altLang="en-US" sz="1600" dirty="0"/>
              </a:p>
            </p:txBody>
          </p:sp>
        </mc:Choice>
        <mc:Fallback xmlns="">
          <p:sp>
            <p:nvSpPr>
              <p:cNvPr id="189" name="文字方塊 188">
                <a:extLst>
                  <a:ext uri="{FF2B5EF4-FFF2-40B4-BE49-F238E27FC236}">
                    <a16:creationId xmlns:a16="http://schemas.microsoft.com/office/drawing/2014/main" id="{06013B16-AADE-4F50-9769-3B0E22EFD8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53440" y="2555828"/>
                <a:ext cx="812954" cy="338554"/>
              </a:xfrm>
              <a:prstGeom prst="rect">
                <a:avLst/>
              </a:prstGeom>
              <a:blipFill>
                <a:blip r:embed="rId10"/>
                <a:stretch>
                  <a:fillRect t="-108929" r="-46269" b="-16785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12" name="群組 211">
            <a:extLst>
              <a:ext uri="{FF2B5EF4-FFF2-40B4-BE49-F238E27FC236}">
                <a16:creationId xmlns:a16="http://schemas.microsoft.com/office/drawing/2014/main" id="{56BB1570-BE07-4CCA-B844-DD9F00E8733F}"/>
              </a:ext>
            </a:extLst>
          </p:cNvPr>
          <p:cNvGrpSpPr/>
          <p:nvPr/>
        </p:nvGrpSpPr>
        <p:grpSpPr>
          <a:xfrm>
            <a:off x="7549308" y="1834086"/>
            <a:ext cx="115586" cy="110880"/>
            <a:chOff x="1373392" y="2391862"/>
            <a:chExt cx="479433" cy="476535"/>
          </a:xfrm>
        </p:grpSpPr>
        <p:sp>
          <p:nvSpPr>
            <p:cNvPr id="213" name="箭號: 向右 212">
              <a:extLst>
                <a:ext uri="{FF2B5EF4-FFF2-40B4-BE49-F238E27FC236}">
                  <a16:creationId xmlns:a16="http://schemas.microsoft.com/office/drawing/2014/main" id="{D44EB9EF-73CA-404D-99EE-1F0CCE892A52}"/>
                </a:ext>
              </a:extLst>
            </p:cNvPr>
            <p:cNvSpPr/>
            <p:nvPr/>
          </p:nvSpPr>
          <p:spPr>
            <a:xfrm>
              <a:off x="1411244" y="2735868"/>
              <a:ext cx="441581" cy="132529"/>
            </a:xfrm>
            <a:prstGeom prst="rightArrow">
              <a:avLst>
                <a:gd name="adj1" fmla="val 50000"/>
                <a:gd name="adj2" fmla="val 99023"/>
              </a:avLst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220" name="箭號: 向右 219">
              <a:extLst>
                <a:ext uri="{FF2B5EF4-FFF2-40B4-BE49-F238E27FC236}">
                  <a16:creationId xmlns:a16="http://schemas.microsoft.com/office/drawing/2014/main" id="{9F517533-ADEE-4B5D-BB6F-1F4159A610F9}"/>
                </a:ext>
              </a:extLst>
            </p:cNvPr>
            <p:cNvSpPr/>
            <p:nvPr/>
          </p:nvSpPr>
          <p:spPr>
            <a:xfrm rot="16200000">
              <a:off x="1218866" y="2546388"/>
              <a:ext cx="441581" cy="132529"/>
            </a:xfrm>
            <a:prstGeom prst="rightArrow">
              <a:avLst>
                <a:gd name="adj1" fmla="val 50000"/>
                <a:gd name="adj2" fmla="val 99023"/>
              </a:avLst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2000" dirty="0">
                <a:solidFill>
                  <a:schemeClr val="tx1"/>
                </a:solidFill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26" name="文字方塊 225">
                <a:extLst>
                  <a:ext uri="{FF2B5EF4-FFF2-40B4-BE49-F238E27FC236}">
                    <a16:creationId xmlns:a16="http://schemas.microsoft.com/office/drawing/2014/main" id="{4A797F52-28EA-4953-BC86-8E8901D5D2D9}"/>
                  </a:ext>
                </a:extLst>
              </p:cNvPr>
              <p:cNvSpPr txBox="1"/>
              <p:nvPr/>
            </p:nvSpPr>
            <p:spPr>
              <a:xfrm>
                <a:off x="7429431" y="1461110"/>
                <a:ext cx="438402" cy="4242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</m:oMath>
                  </m:oMathPara>
                </a14:m>
                <a:endParaRPr lang="en-US" altLang="zh-TW" sz="2000" dirty="0"/>
              </a:p>
            </p:txBody>
          </p:sp>
        </mc:Choice>
        <mc:Fallback xmlns="">
          <p:sp>
            <p:nvSpPr>
              <p:cNvPr id="226" name="文字方塊 225">
                <a:extLst>
                  <a:ext uri="{FF2B5EF4-FFF2-40B4-BE49-F238E27FC236}">
                    <a16:creationId xmlns:a16="http://schemas.microsoft.com/office/drawing/2014/main" id="{4A797F52-28EA-4953-BC86-8E8901D5D2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29431" y="1461110"/>
                <a:ext cx="438402" cy="424283"/>
              </a:xfrm>
              <a:prstGeom prst="rect">
                <a:avLst/>
              </a:prstGeom>
              <a:blipFill>
                <a:blip r:embed="rId11"/>
                <a:stretch>
                  <a:fillRect b="-579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7" name="文字方塊 226">
                <a:extLst>
                  <a:ext uri="{FF2B5EF4-FFF2-40B4-BE49-F238E27FC236}">
                    <a16:creationId xmlns:a16="http://schemas.microsoft.com/office/drawing/2014/main" id="{990D4C3A-AED8-40BB-8849-57DEE8BE7A17}"/>
                  </a:ext>
                </a:extLst>
              </p:cNvPr>
              <p:cNvSpPr txBox="1"/>
              <p:nvPr/>
            </p:nvSpPr>
            <p:spPr>
              <a:xfrm>
                <a:off x="7602414" y="1739262"/>
                <a:ext cx="388427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</m:oMath>
                  </m:oMathPara>
                </a14:m>
                <a:endParaRPr lang="en-US" altLang="zh-TW" sz="2000" dirty="0"/>
              </a:p>
            </p:txBody>
          </p:sp>
        </mc:Choice>
        <mc:Fallback xmlns="">
          <p:sp>
            <p:nvSpPr>
              <p:cNvPr id="227" name="文字方塊 226">
                <a:extLst>
                  <a:ext uri="{FF2B5EF4-FFF2-40B4-BE49-F238E27FC236}">
                    <a16:creationId xmlns:a16="http://schemas.microsoft.com/office/drawing/2014/main" id="{990D4C3A-AED8-40BB-8849-57DEE8BE7A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02414" y="1739262"/>
                <a:ext cx="388427" cy="400110"/>
              </a:xfrm>
              <a:prstGeom prst="rect">
                <a:avLst/>
              </a:prstGeom>
              <a:blipFill>
                <a:blip r:embed="rId12"/>
                <a:stretch>
                  <a:fillRect b="-757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8" name="文字方塊 227">
                <a:extLst>
                  <a:ext uri="{FF2B5EF4-FFF2-40B4-BE49-F238E27FC236}">
                    <a16:creationId xmlns:a16="http://schemas.microsoft.com/office/drawing/2014/main" id="{3C622479-68C9-4AC9-AE5F-27970F7075FD}"/>
                  </a:ext>
                </a:extLst>
              </p:cNvPr>
              <p:cNvSpPr txBox="1"/>
              <p:nvPr/>
            </p:nvSpPr>
            <p:spPr>
              <a:xfrm>
                <a:off x="6899621" y="2179934"/>
                <a:ext cx="652306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0.1</m:t>
                          </m:r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en-US" altLang="zh-TW" sz="1600" dirty="0"/>
              </a:p>
            </p:txBody>
          </p:sp>
        </mc:Choice>
        <mc:Fallback xmlns="">
          <p:sp>
            <p:nvSpPr>
              <p:cNvPr id="228" name="文字方塊 227">
                <a:extLst>
                  <a:ext uri="{FF2B5EF4-FFF2-40B4-BE49-F238E27FC236}">
                    <a16:creationId xmlns:a16="http://schemas.microsoft.com/office/drawing/2014/main" id="{3C622479-68C9-4AC9-AE5F-27970F7075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99621" y="2179934"/>
                <a:ext cx="652306" cy="338554"/>
              </a:xfrm>
              <a:prstGeom prst="rect">
                <a:avLst/>
              </a:prstGeom>
              <a:blipFill>
                <a:blip r:embed="rId13"/>
                <a:stretch>
                  <a:fillRect b="-727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9" name="文字方塊 228">
                <a:extLst>
                  <a:ext uri="{FF2B5EF4-FFF2-40B4-BE49-F238E27FC236}">
                    <a16:creationId xmlns:a16="http://schemas.microsoft.com/office/drawing/2014/main" id="{2693C9D3-A145-48F7-981C-9A9BF2A0A9A5}"/>
                  </a:ext>
                </a:extLst>
              </p:cNvPr>
              <p:cNvSpPr txBox="1"/>
              <p:nvPr/>
            </p:nvSpPr>
            <p:spPr>
              <a:xfrm>
                <a:off x="384451" y="659320"/>
                <a:ext cx="3714632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For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TW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𝛼</m:t>
                        </m:r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</m:d>
                    <m:r>
                      <a:rPr lang="en-US" altLang="zh-TW" sz="2400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altLang="zh-TW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0, </m:t>
                        </m:r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𝜋</m:t>
                        </m:r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/2</m:t>
                        </m:r>
                      </m:e>
                    </m:d>
                  </m:oMath>
                </a14:m>
                <a:endParaRPr lang="zh-TW" alt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29" name="文字方塊 228">
                <a:extLst>
                  <a:ext uri="{FF2B5EF4-FFF2-40B4-BE49-F238E27FC236}">
                    <a16:creationId xmlns:a16="http://schemas.microsoft.com/office/drawing/2014/main" id="{2693C9D3-A145-48F7-981C-9A9BF2A0A9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4451" y="659320"/>
                <a:ext cx="3714632" cy="461665"/>
              </a:xfrm>
              <a:prstGeom prst="rect">
                <a:avLst/>
              </a:prstGeom>
              <a:blipFill>
                <a:blip r:embed="rId14"/>
                <a:stretch>
                  <a:fillRect l="-2463" t="-10526" b="-2894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1" name="文字方塊 230">
                <a:extLst>
                  <a:ext uri="{FF2B5EF4-FFF2-40B4-BE49-F238E27FC236}">
                    <a16:creationId xmlns:a16="http://schemas.microsoft.com/office/drawing/2014/main" id="{A81A25EB-4EC7-4F2F-99BC-612BE192E284}"/>
                  </a:ext>
                </a:extLst>
              </p:cNvPr>
              <p:cNvSpPr txBox="1"/>
              <p:nvPr/>
            </p:nvSpPr>
            <p:spPr>
              <a:xfrm>
                <a:off x="6736429" y="1285730"/>
                <a:ext cx="1673596" cy="3231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5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𝛼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</m:d>
                      <m:r>
                        <a:rPr lang="en-US" altLang="zh-TW" sz="150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zh-TW" sz="15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0, </m:t>
                          </m:r>
                          <m:r>
                            <m:rPr>
                              <m:nor/>
                            </m:rPr>
                            <a:rPr lang="en-US" altLang="zh-TW" sz="150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</m:oMath>
                  </m:oMathPara>
                </a14:m>
                <a:endParaRPr lang="zh-TW" altLang="en-US" sz="1500" dirty="0"/>
              </a:p>
            </p:txBody>
          </p:sp>
        </mc:Choice>
        <mc:Fallback xmlns="">
          <p:sp>
            <p:nvSpPr>
              <p:cNvPr id="231" name="文字方塊 230">
                <a:extLst>
                  <a:ext uri="{FF2B5EF4-FFF2-40B4-BE49-F238E27FC236}">
                    <a16:creationId xmlns:a16="http://schemas.microsoft.com/office/drawing/2014/main" id="{A81A25EB-4EC7-4F2F-99BC-612BE192E2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36429" y="1285730"/>
                <a:ext cx="1673596" cy="323165"/>
              </a:xfrm>
              <a:prstGeom prst="rect">
                <a:avLst/>
              </a:prstGeom>
              <a:blipFill>
                <a:blip r:embed="rId15"/>
                <a:stretch>
                  <a:fillRect b="-943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2" name="文字方塊 231">
                <a:extLst>
                  <a:ext uri="{FF2B5EF4-FFF2-40B4-BE49-F238E27FC236}">
                    <a16:creationId xmlns:a16="http://schemas.microsoft.com/office/drawing/2014/main" id="{B2F5F182-7771-47FB-BF37-AF5144F26384}"/>
                  </a:ext>
                </a:extLst>
              </p:cNvPr>
              <p:cNvSpPr txBox="1"/>
              <p:nvPr/>
            </p:nvSpPr>
            <p:spPr>
              <a:xfrm>
                <a:off x="5717898" y="3844729"/>
                <a:ext cx="1150186" cy="3231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5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0, 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500" dirty="0"/>
              </a:p>
            </p:txBody>
          </p:sp>
        </mc:Choice>
        <mc:Fallback xmlns="">
          <p:sp>
            <p:nvSpPr>
              <p:cNvPr id="232" name="文字方塊 231">
                <a:extLst>
                  <a:ext uri="{FF2B5EF4-FFF2-40B4-BE49-F238E27FC236}">
                    <a16:creationId xmlns:a16="http://schemas.microsoft.com/office/drawing/2014/main" id="{B2F5F182-7771-47FB-BF37-AF5144F263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17898" y="3844729"/>
                <a:ext cx="1150186" cy="323165"/>
              </a:xfrm>
              <a:prstGeom prst="rect">
                <a:avLst/>
              </a:prstGeom>
              <a:blipFill>
                <a:blip r:embed="rId16"/>
                <a:stretch>
                  <a:fillRect b="-943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3" name="文字方塊 232">
                <a:extLst>
                  <a:ext uri="{FF2B5EF4-FFF2-40B4-BE49-F238E27FC236}">
                    <a16:creationId xmlns:a16="http://schemas.microsoft.com/office/drawing/2014/main" id="{BDC6F78B-E419-4B8A-BAA9-5615A1972DBE}"/>
                  </a:ext>
                </a:extLst>
              </p:cNvPr>
              <p:cNvSpPr txBox="1"/>
              <p:nvPr/>
            </p:nvSpPr>
            <p:spPr>
              <a:xfrm>
                <a:off x="8642507" y="2248720"/>
                <a:ext cx="1150186" cy="3231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5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500" dirty="0"/>
              </a:p>
            </p:txBody>
          </p:sp>
        </mc:Choice>
        <mc:Fallback xmlns="">
          <p:sp>
            <p:nvSpPr>
              <p:cNvPr id="233" name="文字方塊 232">
                <a:extLst>
                  <a:ext uri="{FF2B5EF4-FFF2-40B4-BE49-F238E27FC236}">
                    <a16:creationId xmlns:a16="http://schemas.microsoft.com/office/drawing/2014/main" id="{BDC6F78B-E419-4B8A-BAA9-5615A1972D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42507" y="2248720"/>
                <a:ext cx="1150186" cy="323165"/>
              </a:xfrm>
              <a:prstGeom prst="rect">
                <a:avLst/>
              </a:prstGeom>
              <a:blipFill>
                <a:blip r:embed="rId17"/>
                <a:stretch>
                  <a:fillRect b="-943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4" name="文字方塊 233">
                <a:extLst>
                  <a:ext uri="{FF2B5EF4-FFF2-40B4-BE49-F238E27FC236}">
                    <a16:creationId xmlns:a16="http://schemas.microsoft.com/office/drawing/2014/main" id="{DA67C54B-80A5-4D59-B289-74384BDACD1C}"/>
                  </a:ext>
                </a:extLst>
              </p:cNvPr>
              <p:cNvSpPr txBox="1"/>
              <p:nvPr/>
            </p:nvSpPr>
            <p:spPr>
              <a:xfrm>
                <a:off x="7184824" y="4840301"/>
                <a:ext cx="1150186" cy="3231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5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0,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𝜋</m:t>
                          </m:r>
                        </m:e>
                      </m:d>
                    </m:oMath>
                  </m:oMathPara>
                </a14:m>
                <a:endParaRPr lang="zh-TW" altLang="en-US" sz="1500" dirty="0"/>
              </a:p>
            </p:txBody>
          </p:sp>
        </mc:Choice>
        <mc:Fallback xmlns="">
          <p:sp>
            <p:nvSpPr>
              <p:cNvPr id="234" name="文字方塊 233">
                <a:extLst>
                  <a:ext uri="{FF2B5EF4-FFF2-40B4-BE49-F238E27FC236}">
                    <a16:creationId xmlns:a16="http://schemas.microsoft.com/office/drawing/2014/main" id="{DA67C54B-80A5-4D59-B289-74384BDACD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84824" y="4840301"/>
                <a:ext cx="1150186" cy="323165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35" name="圖片 234">
            <a:extLst>
              <a:ext uri="{FF2B5EF4-FFF2-40B4-BE49-F238E27FC236}">
                <a16:creationId xmlns:a16="http://schemas.microsoft.com/office/drawing/2014/main" id="{DF781A4C-9BC8-40C7-BF1A-E906699C28D4}"/>
              </a:ext>
            </a:extLst>
          </p:cNvPr>
          <p:cNvPicPr>
            <a:picLocks noChangeAspect="1"/>
          </p:cNvPicPr>
          <p:nvPr/>
        </p:nvPicPr>
        <p:blipFill rotWithShape="1">
          <a:blip r:embed="rId19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0879" t="9023" r="4888" b="70339"/>
          <a:stretch/>
        </p:blipFill>
        <p:spPr>
          <a:xfrm>
            <a:off x="8182220" y="1257930"/>
            <a:ext cx="413382" cy="134348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36" name="文字方塊 235">
                <a:extLst>
                  <a:ext uri="{FF2B5EF4-FFF2-40B4-BE49-F238E27FC236}">
                    <a16:creationId xmlns:a16="http://schemas.microsoft.com/office/drawing/2014/main" id="{61131924-00C5-4C5C-8379-1D2527DB1052}"/>
                  </a:ext>
                </a:extLst>
              </p:cNvPr>
              <p:cNvSpPr txBox="1"/>
              <p:nvPr/>
            </p:nvSpPr>
            <p:spPr>
              <a:xfrm>
                <a:off x="8100756" y="2342403"/>
                <a:ext cx="478319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sz="1400"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altLang="zh-TW" sz="1400">
                          <a:latin typeface="Cambria Math" panose="02040503050406030204" pitchFamily="18" charset="0"/>
                        </a:rPr>
                        <m:t>.</m:t>
                      </m:r>
                      <m:r>
                        <m:rPr>
                          <m:sty m:val="p"/>
                        </m:rPr>
                        <a:rPr lang="en-US" altLang="zh-TW" sz="1400">
                          <a:latin typeface="Cambria Math" panose="02040503050406030204" pitchFamily="18" charset="0"/>
                        </a:rPr>
                        <m:t>u</m:t>
                      </m:r>
                      <m:r>
                        <a:rPr lang="en-US" altLang="zh-TW" sz="140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TW" altLang="en-US" sz="1400" dirty="0"/>
              </a:p>
            </p:txBody>
          </p:sp>
        </mc:Choice>
        <mc:Fallback xmlns="">
          <p:sp>
            <p:nvSpPr>
              <p:cNvPr id="236" name="文字方塊 235">
                <a:extLst>
                  <a:ext uri="{FF2B5EF4-FFF2-40B4-BE49-F238E27FC236}">
                    <a16:creationId xmlns:a16="http://schemas.microsoft.com/office/drawing/2014/main" id="{61131924-00C5-4C5C-8379-1D2527DB10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00756" y="2342403"/>
                <a:ext cx="478319" cy="307777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6" name="文字方塊 155">
                <a:extLst>
                  <a:ext uri="{FF2B5EF4-FFF2-40B4-BE49-F238E27FC236}">
                    <a16:creationId xmlns:a16="http://schemas.microsoft.com/office/drawing/2014/main" id="{7D05204B-22BE-4DE9-AA50-5F23DEE9A2F6}"/>
                  </a:ext>
                </a:extLst>
              </p:cNvPr>
              <p:cNvSpPr txBox="1"/>
              <p:nvPr/>
            </p:nvSpPr>
            <p:spPr>
              <a:xfrm>
                <a:off x="8623905" y="3844729"/>
                <a:ext cx="1150186" cy="3231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5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500" b="0" i="1" smtClean="0">
                              <a:latin typeface="Cambria Math" panose="02040503050406030204" pitchFamily="18" charset="0"/>
                            </a:rPr>
                            <m:t>/2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500" dirty="0"/>
              </a:p>
            </p:txBody>
          </p:sp>
        </mc:Choice>
        <mc:Fallback xmlns="">
          <p:sp>
            <p:nvSpPr>
              <p:cNvPr id="156" name="文字方塊 155">
                <a:extLst>
                  <a:ext uri="{FF2B5EF4-FFF2-40B4-BE49-F238E27FC236}">
                    <a16:creationId xmlns:a16="http://schemas.microsoft.com/office/drawing/2014/main" id="{7D05204B-22BE-4DE9-AA50-5F23DEE9A2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23905" y="3844729"/>
                <a:ext cx="1150186" cy="323165"/>
              </a:xfrm>
              <a:prstGeom prst="rect">
                <a:avLst/>
              </a:prstGeom>
              <a:blipFill>
                <a:blip r:embed="rId21"/>
                <a:stretch>
                  <a:fillRect b="-943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7" name="文字方塊 156">
                <a:extLst>
                  <a:ext uri="{FF2B5EF4-FFF2-40B4-BE49-F238E27FC236}">
                    <a16:creationId xmlns:a16="http://schemas.microsoft.com/office/drawing/2014/main" id="{834029C9-84F7-4B57-9E81-D8CCCEEA55EA}"/>
                  </a:ext>
                </a:extLst>
              </p:cNvPr>
              <p:cNvSpPr txBox="1"/>
              <p:nvPr/>
            </p:nvSpPr>
            <p:spPr>
              <a:xfrm>
                <a:off x="5688079" y="2248720"/>
                <a:ext cx="1150186" cy="3231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5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5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/2,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500" dirty="0"/>
              </a:p>
            </p:txBody>
          </p:sp>
        </mc:Choice>
        <mc:Fallback xmlns="">
          <p:sp>
            <p:nvSpPr>
              <p:cNvPr id="157" name="文字方塊 156">
                <a:extLst>
                  <a:ext uri="{FF2B5EF4-FFF2-40B4-BE49-F238E27FC236}">
                    <a16:creationId xmlns:a16="http://schemas.microsoft.com/office/drawing/2014/main" id="{834029C9-84F7-4B57-9E81-D8CCCEEA55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88079" y="2248720"/>
                <a:ext cx="1150186" cy="323165"/>
              </a:xfrm>
              <a:prstGeom prst="rect">
                <a:avLst/>
              </a:prstGeom>
              <a:blipFill>
                <a:blip r:embed="rId22"/>
                <a:stretch>
                  <a:fillRect b="-943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3" name="群組 12">
            <a:extLst>
              <a:ext uri="{FF2B5EF4-FFF2-40B4-BE49-F238E27FC236}">
                <a16:creationId xmlns:a16="http://schemas.microsoft.com/office/drawing/2014/main" id="{302D08D7-08B1-4EDC-928D-9E5EACDD025F}"/>
              </a:ext>
            </a:extLst>
          </p:cNvPr>
          <p:cNvGrpSpPr/>
          <p:nvPr/>
        </p:nvGrpSpPr>
        <p:grpSpPr>
          <a:xfrm>
            <a:off x="6908800" y="2952750"/>
            <a:ext cx="1692276" cy="1454076"/>
            <a:chOff x="6863654" y="2844234"/>
            <a:chExt cx="1944862" cy="1671108"/>
          </a:xfrm>
        </p:grpSpPr>
        <p:sp>
          <p:nvSpPr>
            <p:cNvPr id="237" name="Oval 14">
              <a:extLst>
                <a:ext uri="{FF2B5EF4-FFF2-40B4-BE49-F238E27FC236}">
                  <a16:creationId xmlns:a16="http://schemas.microsoft.com/office/drawing/2014/main" id="{4D2E6476-8133-4C1A-80AA-96C2BBAD7538}"/>
                </a:ext>
              </a:extLst>
            </p:cNvPr>
            <p:cNvSpPr/>
            <p:nvPr/>
          </p:nvSpPr>
          <p:spPr>
            <a:xfrm>
              <a:off x="7781439" y="2852108"/>
              <a:ext cx="162450" cy="168277"/>
            </a:xfrm>
            <a:prstGeom prst="ellipse">
              <a:avLst/>
            </a:prstGeom>
            <a:gradFill flip="none" rotWithShape="1">
              <a:gsLst>
                <a:gs pos="0">
                  <a:srgbClr val="D1D1D1"/>
                </a:gs>
                <a:gs pos="23000">
                  <a:schemeClr val="bg1">
                    <a:lumMod val="85000"/>
                  </a:schemeClr>
                </a:gs>
                <a:gs pos="69000">
                  <a:schemeClr val="accent3">
                    <a:lumMod val="75000"/>
                  </a:schemeClr>
                </a:gs>
                <a:gs pos="97000">
                  <a:schemeClr val="accent3">
                    <a:lumMod val="7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 dirty="0"/>
            </a:p>
          </p:txBody>
        </p:sp>
        <p:sp>
          <p:nvSpPr>
            <p:cNvPr id="238" name="Oval 4">
              <a:extLst>
                <a:ext uri="{FF2B5EF4-FFF2-40B4-BE49-F238E27FC236}">
                  <a16:creationId xmlns:a16="http://schemas.microsoft.com/office/drawing/2014/main" id="{D0067B35-40A6-4446-8A95-C300D2678B59}"/>
                </a:ext>
              </a:extLst>
            </p:cNvPr>
            <p:cNvSpPr/>
            <p:nvPr/>
          </p:nvSpPr>
          <p:spPr>
            <a:xfrm>
              <a:off x="7142858" y="2936246"/>
              <a:ext cx="1443999" cy="1495797"/>
            </a:xfrm>
            <a:prstGeom prst="ellipse">
              <a:avLst/>
            </a:prstGeom>
            <a:gradFill flip="none" rotWithShape="1">
              <a:gsLst>
                <a:gs pos="100000">
                  <a:schemeClr val="accent3">
                    <a:lumMod val="60000"/>
                    <a:lumOff val="40000"/>
                    <a:alpha val="60000"/>
                  </a:schemeClr>
                </a:gs>
                <a:gs pos="55000">
                  <a:schemeClr val="accent3">
                    <a:lumMod val="40000"/>
                    <a:lumOff val="60000"/>
                    <a:alpha val="60000"/>
                  </a:schemeClr>
                </a:gs>
                <a:gs pos="0">
                  <a:schemeClr val="bg1">
                    <a:alpha val="60000"/>
                  </a:schemeClr>
                </a:gs>
              </a:gsLst>
              <a:path path="circle">
                <a:fillToRect l="100000" b="100000"/>
              </a:path>
              <a:tileRect t="-100000" r="-100000"/>
            </a:gradFill>
            <a:ln w="57150">
              <a:solidFill>
                <a:srgbClr val="D5D7D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 dirty="0"/>
            </a:p>
          </p:txBody>
        </p:sp>
        <p:sp>
          <p:nvSpPr>
            <p:cNvPr id="239" name="Oval 15">
              <a:extLst>
                <a:ext uri="{FF2B5EF4-FFF2-40B4-BE49-F238E27FC236}">
                  <a16:creationId xmlns:a16="http://schemas.microsoft.com/office/drawing/2014/main" id="{3ED95C10-549D-46A4-8427-E9004FB39400}"/>
                </a:ext>
              </a:extLst>
            </p:cNvPr>
            <p:cNvSpPr/>
            <p:nvPr/>
          </p:nvSpPr>
          <p:spPr>
            <a:xfrm>
              <a:off x="7781439" y="4347065"/>
              <a:ext cx="162450" cy="168277"/>
            </a:xfrm>
            <a:prstGeom prst="ellipse">
              <a:avLst/>
            </a:prstGeom>
            <a:gradFill flip="none" rotWithShape="1">
              <a:gsLst>
                <a:gs pos="17000">
                  <a:srgbClr val="D1D1D1"/>
                </a:gs>
                <a:gs pos="0">
                  <a:schemeClr val="bg1">
                    <a:lumMod val="85000"/>
                  </a:schemeClr>
                </a:gs>
                <a:gs pos="60000">
                  <a:schemeClr val="accent3">
                    <a:lumMod val="75000"/>
                  </a:schemeClr>
                </a:gs>
                <a:gs pos="97000">
                  <a:schemeClr val="accent3">
                    <a:lumMod val="7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 dirty="0"/>
            </a:p>
          </p:txBody>
        </p:sp>
        <p:sp>
          <p:nvSpPr>
            <p:cNvPr id="252" name="SHO">
              <a:extLst>
                <a:ext uri="{FF2B5EF4-FFF2-40B4-BE49-F238E27FC236}">
                  <a16:creationId xmlns:a16="http://schemas.microsoft.com/office/drawing/2014/main" id="{0845B616-2D49-4C5D-A47F-908796A33A53}"/>
                </a:ext>
              </a:extLst>
            </p:cNvPr>
            <p:cNvSpPr/>
            <p:nvPr/>
          </p:nvSpPr>
          <p:spPr>
            <a:xfrm rot="16200000">
              <a:off x="7551319" y="2962645"/>
              <a:ext cx="622693" cy="1443999"/>
            </a:xfrm>
            <a:prstGeom prst="arc">
              <a:avLst>
                <a:gd name="adj1" fmla="val 5396867"/>
                <a:gd name="adj2" fmla="val 5395779"/>
              </a:avLst>
            </a:prstGeom>
            <a:gradFill flip="none" rotWithShape="1">
              <a:gsLst>
                <a:gs pos="0">
                  <a:schemeClr val="bg1">
                    <a:lumMod val="65000"/>
                  </a:schemeClr>
                </a:gs>
                <a:gs pos="47000">
                  <a:schemeClr val="bg1">
                    <a:lumMod val="50000"/>
                  </a:schemeClr>
                </a:gs>
                <a:gs pos="97000">
                  <a:srgbClr val="5E5E5E"/>
                </a:gs>
              </a:gsLst>
              <a:path path="circle">
                <a:fillToRect l="50000" t="50000" r="50000" b="50000"/>
              </a:path>
              <a:tileRect/>
            </a:gradFill>
            <a:ln w="31750"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600" dirty="0"/>
            </a:p>
          </p:txBody>
        </p:sp>
        <p:sp>
          <p:nvSpPr>
            <p:cNvPr id="253" name="SVO">
              <a:extLst>
                <a:ext uri="{FF2B5EF4-FFF2-40B4-BE49-F238E27FC236}">
                  <a16:creationId xmlns:a16="http://schemas.microsoft.com/office/drawing/2014/main" id="{28FBC70E-6464-4911-A7DC-D688B4A191B2}"/>
                </a:ext>
              </a:extLst>
            </p:cNvPr>
            <p:cNvSpPr/>
            <p:nvPr/>
          </p:nvSpPr>
          <p:spPr>
            <a:xfrm>
              <a:off x="7500765" y="2936747"/>
              <a:ext cx="722000" cy="1495797"/>
            </a:xfrm>
            <a:prstGeom prst="ellipse">
              <a:avLst/>
            </a:prstGeom>
            <a:noFill/>
            <a:ln w="25400">
              <a:solidFill>
                <a:schemeClr val="bg1">
                  <a:lumMod val="50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/>
            </a:p>
          </p:txBody>
        </p:sp>
        <p:sp>
          <p:nvSpPr>
            <p:cNvPr id="254" name="Oval 6">
              <a:extLst>
                <a:ext uri="{FF2B5EF4-FFF2-40B4-BE49-F238E27FC236}">
                  <a16:creationId xmlns:a16="http://schemas.microsoft.com/office/drawing/2014/main" id="{F7426249-BB1C-465F-BA24-177826BCA4FE}"/>
                </a:ext>
              </a:extLst>
            </p:cNvPr>
            <p:cNvSpPr/>
            <p:nvPr/>
          </p:nvSpPr>
          <p:spPr>
            <a:xfrm rot="16200000">
              <a:off x="7551319" y="2962645"/>
              <a:ext cx="622693" cy="1443999"/>
            </a:xfrm>
            <a:prstGeom prst="ellipse">
              <a:avLst/>
            </a:prstGeom>
            <a:noFill/>
            <a:ln w="38100">
              <a:solidFill>
                <a:schemeClr val="tx1">
                  <a:alpha val="6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5" name="TextBox 11">
                  <a:extLst>
                    <a:ext uri="{FF2B5EF4-FFF2-40B4-BE49-F238E27FC236}">
                      <a16:creationId xmlns:a16="http://schemas.microsoft.com/office/drawing/2014/main" id="{37DEB133-ADB0-4B60-901B-D2AEF580DA59}"/>
                    </a:ext>
                  </a:extLst>
                </p:cNvPr>
                <p:cNvSpPr txBox="1"/>
                <p:nvPr/>
              </p:nvSpPr>
              <p:spPr>
                <a:xfrm>
                  <a:off x="7312967" y="3506293"/>
                  <a:ext cx="176928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𝑥</m:t>
                        </m:r>
                      </m:oMath>
                    </m:oMathPara>
                  </a14:m>
                  <a:endParaRPr lang="en-US" sz="1600" dirty="0"/>
                </a:p>
              </p:txBody>
            </p:sp>
          </mc:Choice>
          <mc:Fallback xmlns="">
            <p:sp>
              <p:nvSpPr>
                <p:cNvPr id="255" name="TextBox 11">
                  <a:extLst>
                    <a:ext uri="{FF2B5EF4-FFF2-40B4-BE49-F238E27FC236}">
                      <a16:creationId xmlns:a16="http://schemas.microsoft.com/office/drawing/2014/main" id="{37DEB133-ADB0-4B60-901B-D2AEF580DA5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312967" y="3506293"/>
                  <a:ext cx="176928" cy="338554"/>
                </a:xfrm>
                <a:prstGeom prst="rect">
                  <a:avLst/>
                </a:prstGeom>
                <a:blipFill>
                  <a:blip r:embed="rId23"/>
                  <a:stretch>
                    <a:fillRect r="-53846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56" name="Oval 22">
              <a:extLst>
                <a:ext uri="{FF2B5EF4-FFF2-40B4-BE49-F238E27FC236}">
                  <a16:creationId xmlns:a16="http://schemas.microsoft.com/office/drawing/2014/main" id="{F51F6D7A-CBDD-41AE-81A9-01A381888E10}"/>
                </a:ext>
              </a:extLst>
            </p:cNvPr>
            <p:cNvSpPr/>
            <p:nvPr/>
          </p:nvSpPr>
          <p:spPr>
            <a:xfrm>
              <a:off x="7780493" y="4347065"/>
              <a:ext cx="162450" cy="168277"/>
            </a:xfrm>
            <a:prstGeom prst="ellipse">
              <a:avLst/>
            </a:prstGeom>
            <a:gradFill flip="none" rotWithShape="1">
              <a:gsLst>
                <a:gs pos="100000">
                  <a:schemeClr val="tx1">
                    <a:lumMod val="85000"/>
                    <a:lumOff val="15000"/>
                  </a:schemeClr>
                </a:gs>
                <a:gs pos="50000">
                  <a:schemeClr val="tx1">
                    <a:lumMod val="65000"/>
                    <a:lumOff val="35000"/>
                    <a:tint val="44500"/>
                    <a:satMod val="160000"/>
                  </a:schemeClr>
                </a:gs>
                <a:gs pos="0">
                  <a:schemeClr val="tx1">
                    <a:lumMod val="65000"/>
                    <a:lumOff val="35000"/>
                    <a:tint val="23500"/>
                    <a:satMod val="16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7" name="TextBox 12">
                  <a:extLst>
                    <a:ext uri="{FF2B5EF4-FFF2-40B4-BE49-F238E27FC236}">
                      <a16:creationId xmlns:a16="http://schemas.microsoft.com/office/drawing/2014/main" id="{BEB792E4-CC90-49E5-8163-921F2ECF2D45}"/>
                    </a:ext>
                  </a:extLst>
                </p:cNvPr>
                <p:cNvSpPr txBox="1"/>
                <p:nvPr/>
              </p:nvSpPr>
              <p:spPr>
                <a:xfrm>
                  <a:off x="7967890" y="3601690"/>
                  <a:ext cx="176928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𝑦</m:t>
                        </m:r>
                      </m:oMath>
                    </m:oMathPara>
                  </a14:m>
                  <a:endParaRPr lang="en-US" sz="1600" dirty="0"/>
                </a:p>
              </p:txBody>
            </p:sp>
          </mc:Choice>
          <mc:Fallback xmlns="">
            <p:sp>
              <p:nvSpPr>
                <p:cNvPr id="257" name="TextBox 12">
                  <a:extLst>
                    <a:ext uri="{FF2B5EF4-FFF2-40B4-BE49-F238E27FC236}">
                      <a16:creationId xmlns:a16="http://schemas.microsoft.com/office/drawing/2014/main" id="{BEB792E4-CC90-49E5-8163-921F2ECF2D4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967890" y="3601690"/>
                  <a:ext cx="176928" cy="338554"/>
                </a:xfrm>
                <a:prstGeom prst="rect">
                  <a:avLst/>
                </a:prstGeom>
                <a:blipFill>
                  <a:blip r:embed="rId24"/>
                  <a:stretch>
                    <a:fillRect r="-72000" b="-18367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8" name="TextBox 13">
                  <a:extLst>
                    <a:ext uri="{FF2B5EF4-FFF2-40B4-BE49-F238E27FC236}">
                      <a16:creationId xmlns:a16="http://schemas.microsoft.com/office/drawing/2014/main" id="{8D531DEA-B9A5-4E8D-A6A2-A31408532FD7}"/>
                    </a:ext>
                  </a:extLst>
                </p:cNvPr>
                <p:cNvSpPr txBox="1"/>
                <p:nvPr/>
              </p:nvSpPr>
              <p:spPr>
                <a:xfrm>
                  <a:off x="7723766" y="2971948"/>
                  <a:ext cx="256967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𝑧</m:t>
                        </m:r>
                      </m:oMath>
                    </m:oMathPara>
                  </a14:m>
                  <a:endParaRPr lang="en-US" sz="1600" dirty="0"/>
                </a:p>
              </p:txBody>
            </p:sp>
          </mc:Choice>
          <mc:Fallback xmlns="">
            <p:sp>
              <p:nvSpPr>
                <p:cNvPr id="258" name="TextBox 13">
                  <a:extLst>
                    <a:ext uri="{FF2B5EF4-FFF2-40B4-BE49-F238E27FC236}">
                      <a16:creationId xmlns:a16="http://schemas.microsoft.com/office/drawing/2014/main" id="{8D531DEA-B9A5-4E8D-A6A2-A31408532FD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723766" y="2971948"/>
                  <a:ext cx="256967" cy="338554"/>
                </a:xfrm>
                <a:prstGeom prst="rect">
                  <a:avLst/>
                </a:prstGeom>
                <a:blipFill>
                  <a:blip r:embed="rId25"/>
                  <a:stretch>
                    <a:fillRect r="-8108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59" name="DVO">
              <a:extLst>
                <a:ext uri="{FF2B5EF4-FFF2-40B4-BE49-F238E27FC236}">
                  <a16:creationId xmlns:a16="http://schemas.microsoft.com/office/drawing/2014/main" id="{BD66E933-A9D1-416F-99A4-A2F56F384D96}"/>
                </a:ext>
              </a:extLst>
            </p:cNvPr>
            <p:cNvSpPr/>
            <p:nvPr/>
          </p:nvSpPr>
          <p:spPr>
            <a:xfrm flipH="1">
              <a:off x="7500765" y="2936747"/>
              <a:ext cx="722000" cy="1495797"/>
            </a:xfrm>
            <a:prstGeom prst="arc">
              <a:avLst>
                <a:gd name="adj1" fmla="val 5396867"/>
                <a:gd name="adj2" fmla="val 16170484"/>
              </a:avLst>
            </a:prstGeom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600" dirty="0"/>
            </a:p>
          </p:txBody>
        </p:sp>
        <p:sp>
          <p:nvSpPr>
            <p:cNvPr id="260" name="Oval 23">
              <a:extLst>
                <a:ext uri="{FF2B5EF4-FFF2-40B4-BE49-F238E27FC236}">
                  <a16:creationId xmlns:a16="http://schemas.microsoft.com/office/drawing/2014/main" id="{B1975880-4F20-4527-8AC1-67B4B5024B5F}"/>
                </a:ext>
              </a:extLst>
            </p:cNvPr>
            <p:cNvSpPr/>
            <p:nvPr/>
          </p:nvSpPr>
          <p:spPr>
            <a:xfrm>
              <a:off x="8503349" y="3600507"/>
              <a:ext cx="162450" cy="168277"/>
            </a:xfrm>
            <a:prstGeom prst="ellipse">
              <a:avLst/>
            </a:prstGeom>
            <a:gradFill flip="none" rotWithShape="1">
              <a:gsLst>
                <a:gs pos="100000">
                  <a:schemeClr val="tx1">
                    <a:lumMod val="85000"/>
                    <a:lumOff val="15000"/>
                  </a:schemeClr>
                </a:gs>
                <a:gs pos="50000">
                  <a:schemeClr val="tx1">
                    <a:lumMod val="65000"/>
                    <a:lumOff val="35000"/>
                    <a:tint val="44500"/>
                    <a:satMod val="160000"/>
                  </a:schemeClr>
                </a:gs>
                <a:gs pos="0">
                  <a:schemeClr val="tx1">
                    <a:lumMod val="65000"/>
                    <a:lumOff val="35000"/>
                    <a:tint val="23500"/>
                    <a:satMod val="16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 dirty="0"/>
            </a:p>
          </p:txBody>
        </p:sp>
        <p:cxnSp>
          <p:nvCxnSpPr>
            <p:cNvPr id="261" name="Straight Arrow Connector 7">
              <a:extLst>
                <a:ext uri="{FF2B5EF4-FFF2-40B4-BE49-F238E27FC236}">
                  <a16:creationId xmlns:a16="http://schemas.microsoft.com/office/drawing/2014/main" id="{33161F97-7212-47BE-BA7D-6FC7B914736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858734" y="3236563"/>
              <a:ext cx="1697" cy="44589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2" name="Straight Arrow Connector 19">
              <a:extLst>
                <a:ext uri="{FF2B5EF4-FFF2-40B4-BE49-F238E27FC236}">
                  <a16:creationId xmlns:a16="http://schemas.microsoft.com/office/drawing/2014/main" id="{240911C2-AE74-4914-B8DB-470C2315C461}"/>
                </a:ext>
              </a:extLst>
            </p:cNvPr>
            <p:cNvCxnSpPr>
              <a:cxnSpLocks/>
            </p:cNvCxnSpPr>
            <p:nvPr/>
          </p:nvCxnSpPr>
          <p:spPr>
            <a:xfrm>
              <a:off x="7861718" y="3680269"/>
              <a:ext cx="195802" cy="156763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3" name="Straight Arrow Connector 18">
              <a:extLst>
                <a:ext uri="{FF2B5EF4-FFF2-40B4-BE49-F238E27FC236}">
                  <a16:creationId xmlns:a16="http://schemas.microsoft.com/office/drawing/2014/main" id="{168B960E-43A1-4542-B03F-41153CC41797}"/>
                </a:ext>
              </a:extLst>
            </p:cNvPr>
            <p:cNvCxnSpPr>
              <a:cxnSpLocks/>
            </p:cNvCxnSpPr>
            <p:nvPr/>
          </p:nvCxnSpPr>
          <p:spPr>
            <a:xfrm rot="16200000" flipH="1" flipV="1">
              <a:off x="7690396" y="3508793"/>
              <a:ext cx="0" cy="34295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4" name="Oval 20">
              <a:extLst>
                <a:ext uri="{FF2B5EF4-FFF2-40B4-BE49-F238E27FC236}">
                  <a16:creationId xmlns:a16="http://schemas.microsoft.com/office/drawing/2014/main" id="{24DEE888-55C9-4D4C-B18D-808F9AA85CCB}"/>
                </a:ext>
              </a:extLst>
            </p:cNvPr>
            <p:cNvSpPr/>
            <p:nvPr/>
          </p:nvSpPr>
          <p:spPr>
            <a:xfrm>
              <a:off x="7059185" y="3600507"/>
              <a:ext cx="162450" cy="168277"/>
            </a:xfrm>
            <a:prstGeom prst="ellipse">
              <a:avLst/>
            </a:prstGeom>
            <a:gradFill flip="none" rotWithShape="1">
              <a:gsLst>
                <a:gs pos="100000">
                  <a:schemeClr val="tx1">
                    <a:lumMod val="85000"/>
                    <a:lumOff val="15000"/>
                  </a:schemeClr>
                </a:gs>
                <a:gs pos="50000">
                  <a:schemeClr val="tx1">
                    <a:lumMod val="65000"/>
                    <a:lumOff val="35000"/>
                    <a:tint val="44500"/>
                    <a:satMod val="160000"/>
                  </a:schemeClr>
                </a:gs>
                <a:gs pos="0">
                  <a:schemeClr val="tx1">
                    <a:lumMod val="65000"/>
                    <a:lumOff val="35000"/>
                    <a:tint val="23500"/>
                    <a:satMod val="16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/>
            </a:p>
          </p:txBody>
        </p:sp>
        <p:sp>
          <p:nvSpPr>
            <p:cNvPr id="265" name="Oval 22">
              <a:extLst>
                <a:ext uri="{FF2B5EF4-FFF2-40B4-BE49-F238E27FC236}">
                  <a16:creationId xmlns:a16="http://schemas.microsoft.com/office/drawing/2014/main" id="{EF01816B-7066-4916-A520-954D092BE6FE}"/>
                </a:ext>
              </a:extLst>
            </p:cNvPr>
            <p:cNvSpPr/>
            <p:nvPr/>
          </p:nvSpPr>
          <p:spPr>
            <a:xfrm>
              <a:off x="7781675" y="2844234"/>
              <a:ext cx="162450" cy="168277"/>
            </a:xfrm>
            <a:prstGeom prst="ellipse">
              <a:avLst/>
            </a:prstGeom>
            <a:gradFill flip="none" rotWithShape="1">
              <a:gsLst>
                <a:gs pos="100000">
                  <a:schemeClr val="tx1">
                    <a:lumMod val="85000"/>
                    <a:lumOff val="15000"/>
                  </a:schemeClr>
                </a:gs>
                <a:gs pos="50000">
                  <a:schemeClr val="tx1">
                    <a:lumMod val="65000"/>
                    <a:lumOff val="35000"/>
                    <a:tint val="44500"/>
                    <a:satMod val="160000"/>
                  </a:schemeClr>
                </a:gs>
                <a:gs pos="0">
                  <a:schemeClr val="tx1">
                    <a:lumMod val="65000"/>
                    <a:lumOff val="35000"/>
                    <a:tint val="23500"/>
                    <a:satMod val="16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 dirty="0"/>
            </a:p>
          </p:txBody>
        </p:sp>
        <p:sp>
          <p:nvSpPr>
            <p:cNvPr id="266" name="Partial Circle 9">
              <a:extLst>
                <a:ext uri="{FF2B5EF4-FFF2-40B4-BE49-F238E27FC236}">
                  <a16:creationId xmlns:a16="http://schemas.microsoft.com/office/drawing/2014/main" id="{95E3D0C0-F471-47D7-9B54-CC1B9F289F59}"/>
                </a:ext>
              </a:extLst>
            </p:cNvPr>
            <p:cNvSpPr>
              <a:spLocks noChangeAspect="1"/>
            </p:cNvSpPr>
            <p:nvPr/>
          </p:nvSpPr>
          <p:spPr>
            <a:xfrm rot="16200000" flipH="1">
              <a:off x="7797836" y="3585381"/>
              <a:ext cx="102407" cy="197721"/>
            </a:xfrm>
            <a:prstGeom prst="pie">
              <a:avLst>
                <a:gd name="adj1" fmla="val 16258856"/>
                <a:gd name="adj2" fmla="val 19252600"/>
              </a:avLst>
            </a:prstGeom>
            <a:gradFill flip="none" rotWithShape="1">
              <a:gsLst>
                <a:gs pos="0">
                  <a:schemeClr val="tx1"/>
                </a:gs>
                <a:gs pos="50000">
                  <a:schemeClr val="tx1">
                    <a:lumMod val="50000"/>
                    <a:lumOff val="50000"/>
                  </a:schemeClr>
                </a:gs>
                <a:gs pos="100000">
                  <a:schemeClr val="bg1">
                    <a:lumMod val="50000"/>
                  </a:schemeClr>
                </a:gs>
              </a:gsLst>
              <a:lin ang="2700000" scaled="1"/>
              <a:tileRect/>
            </a:gra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 dirty="0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7" name="TextBox 10">
                  <a:extLst>
                    <a:ext uri="{FF2B5EF4-FFF2-40B4-BE49-F238E27FC236}">
                      <a16:creationId xmlns:a16="http://schemas.microsoft.com/office/drawing/2014/main" id="{B215AA15-06BF-4D83-A5CD-B6A967095CE1}"/>
                    </a:ext>
                  </a:extLst>
                </p:cNvPr>
                <p:cNvSpPr txBox="1"/>
                <p:nvPr/>
              </p:nvSpPr>
              <p:spPr>
                <a:xfrm>
                  <a:off x="7433818" y="3620427"/>
                  <a:ext cx="315234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𝛼</m:t>
                        </m:r>
                      </m:oMath>
                    </m:oMathPara>
                  </a14:m>
                  <a:endParaRPr lang="en-US" sz="1600" dirty="0"/>
                </a:p>
              </p:txBody>
            </p:sp>
          </mc:Choice>
          <mc:Fallback xmlns="">
            <p:sp>
              <p:nvSpPr>
                <p:cNvPr id="267" name="TextBox 10">
                  <a:extLst>
                    <a:ext uri="{FF2B5EF4-FFF2-40B4-BE49-F238E27FC236}">
                      <a16:creationId xmlns:a16="http://schemas.microsoft.com/office/drawing/2014/main" id="{B215AA15-06BF-4D83-A5CD-B6A967095CE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33818" y="3620427"/>
                  <a:ext cx="315234" cy="338554"/>
                </a:xfrm>
                <a:prstGeom prst="rect">
                  <a:avLst/>
                </a:prstGeom>
                <a:blipFill>
                  <a:blip r:embed="rId2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68" name="Straight Arrow Connector 17">
              <a:extLst>
                <a:ext uri="{FF2B5EF4-FFF2-40B4-BE49-F238E27FC236}">
                  <a16:creationId xmlns:a16="http://schemas.microsoft.com/office/drawing/2014/main" id="{230BB7BA-7677-4C8C-B5E4-B82B7D46393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641087" y="3685449"/>
              <a:ext cx="221585" cy="286539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stealth" w="lg" len="lg"/>
            </a:ln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</p:cxnSp>
        <p:sp>
          <p:nvSpPr>
            <p:cNvPr id="269" name="Partial Circle 9">
              <a:extLst>
                <a:ext uri="{FF2B5EF4-FFF2-40B4-BE49-F238E27FC236}">
                  <a16:creationId xmlns:a16="http://schemas.microsoft.com/office/drawing/2014/main" id="{E72D69FE-BCE2-4231-B5B8-E4BAB5150F4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785111" y="3548156"/>
              <a:ext cx="149214" cy="301366"/>
            </a:xfrm>
            <a:prstGeom prst="pie">
              <a:avLst>
                <a:gd name="adj1" fmla="val 16258856"/>
                <a:gd name="adj2" fmla="val 19252600"/>
              </a:avLst>
            </a:prstGeom>
            <a:gradFill flip="none" rotWithShape="1">
              <a:gsLst>
                <a:gs pos="0">
                  <a:schemeClr val="tx1"/>
                </a:gs>
                <a:gs pos="50000">
                  <a:schemeClr val="tx1">
                    <a:lumMod val="50000"/>
                    <a:lumOff val="50000"/>
                  </a:schemeClr>
                </a:gs>
                <a:gs pos="100000">
                  <a:schemeClr val="bg1">
                    <a:lumMod val="50000"/>
                  </a:schemeClr>
                </a:gs>
              </a:gsLst>
              <a:lin ang="2700000" scaled="1"/>
              <a:tileRect/>
            </a:gra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 dirty="0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0" name="TextBox 10">
                  <a:extLst>
                    <a:ext uri="{FF2B5EF4-FFF2-40B4-BE49-F238E27FC236}">
                      <a16:creationId xmlns:a16="http://schemas.microsoft.com/office/drawing/2014/main" id="{2F6C10B6-03DA-4C5F-B367-63A41053B482}"/>
                    </a:ext>
                  </a:extLst>
                </p:cNvPr>
                <p:cNvSpPr txBox="1"/>
                <p:nvPr/>
              </p:nvSpPr>
              <p:spPr>
                <a:xfrm>
                  <a:off x="7824890" y="3300009"/>
                  <a:ext cx="297046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𝛽</m:t>
                        </m:r>
                      </m:oMath>
                    </m:oMathPara>
                  </a14:m>
                  <a:endParaRPr lang="en-US" sz="1600" dirty="0"/>
                </a:p>
              </p:txBody>
            </p:sp>
          </mc:Choice>
          <mc:Fallback xmlns="">
            <p:sp>
              <p:nvSpPr>
                <p:cNvPr id="270" name="TextBox 10">
                  <a:extLst>
                    <a:ext uri="{FF2B5EF4-FFF2-40B4-BE49-F238E27FC236}">
                      <a16:creationId xmlns:a16="http://schemas.microsoft.com/office/drawing/2014/main" id="{2F6C10B6-03DA-4C5F-B367-63A41053B48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824890" y="3300009"/>
                  <a:ext cx="297046" cy="338554"/>
                </a:xfrm>
                <a:prstGeom prst="rect">
                  <a:avLst/>
                </a:prstGeom>
                <a:blipFill>
                  <a:blip r:embed="rId27"/>
                  <a:stretch>
                    <a:fillRect l="-2381" r="-19048" b="-24490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71" name="Straight Arrow Connector 17">
              <a:extLst>
                <a:ext uri="{FF2B5EF4-FFF2-40B4-BE49-F238E27FC236}">
                  <a16:creationId xmlns:a16="http://schemas.microsoft.com/office/drawing/2014/main" id="{050CD12B-2348-4EAE-8F7E-7F476F6AB6E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854585" y="3239724"/>
              <a:ext cx="571923" cy="449644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stealth" w="lg" len="lg"/>
            </a:ln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</p:cxnSp>
        <p:sp>
          <p:nvSpPr>
            <p:cNvPr id="152" name="Oval 23">
              <a:extLst>
                <a:ext uri="{FF2B5EF4-FFF2-40B4-BE49-F238E27FC236}">
                  <a16:creationId xmlns:a16="http://schemas.microsoft.com/office/drawing/2014/main" id="{6454FEB7-1A49-4057-B9D1-C98AB19CFD06}"/>
                </a:ext>
              </a:extLst>
            </p:cNvPr>
            <p:cNvSpPr/>
            <p:nvPr/>
          </p:nvSpPr>
          <p:spPr>
            <a:xfrm>
              <a:off x="8114676" y="3860498"/>
              <a:ext cx="162450" cy="168277"/>
            </a:xfrm>
            <a:prstGeom prst="ellipse">
              <a:avLst/>
            </a:prstGeom>
            <a:gradFill flip="none" rotWithShape="1">
              <a:gsLst>
                <a:gs pos="100000">
                  <a:schemeClr val="tx1">
                    <a:lumMod val="85000"/>
                    <a:lumOff val="15000"/>
                  </a:schemeClr>
                </a:gs>
                <a:gs pos="50000">
                  <a:schemeClr val="tx1">
                    <a:lumMod val="65000"/>
                    <a:lumOff val="35000"/>
                    <a:tint val="44500"/>
                    <a:satMod val="160000"/>
                  </a:schemeClr>
                </a:gs>
                <a:gs pos="0">
                  <a:schemeClr val="tx1">
                    <a:lumMod val="65000"/>
                    <a:lumOff val="35000"/>
                    <a:tint val="23500"/>
                    <a:satMod val="16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 dirty="0"/>
            </a:p>
          </p:txBody>
        </p:sp>
        <p:sp>
          <p:nvSpPr>
            <p:cNvPr id="154" name="Oval 23">
              <a:extLst>
                <a:ext uri="{FF2B5EF4-FFF2-40B4-BE49-F238E27FC236}">
                  <a16:creationId xmlns:a16="http://schemas.microsoft.com/office/drawing/2014/main" id="{2FF5597B-5488-4B3C-BE8B-E0AD3A81CF14}"/>
                </a:ext>
              </a:extLst>
            </p:cNvPr>
            <p:cNvSpPr/>
            <p:nvPr/>
          </p:nvSpPr>
          <p:spPr>
            <a:xfrm>
              <a:off x="7428876" y="3327098"/>
              <a:ext cx="162450" cy="168277"/>
            </a:xfrm>
            <a:prstGeom prst="ellipse">
              <a:avLst/>
            </a:prstGeom>
            <a:gradFill flip="none" rotWithShape="1">
              <a:gsLst>
                <a:gs pos="100000">
                  <a:schemeClr val="tx1">
                    <a:lumMod val="85000"/>
                    <a:lumOff val="15000"/>
                  </a:schemeClr>
                </a:gs>
                <a:gs pos="50000">
                  <a:schemeClr val="tx1">
                    <a:lumMod val="65000"/>
                    <a:lumOff val="35000"/>
                    <a:tint val="44500"/>
                    <a:satMod val="160000"/>
                  </a:schemeClr>
                </a:gs>
                <a:gs pos="0">
                  <a:schemeClr val="tx1">
                    <a:lumMod val="65000"/>
                    <a:lumOff val="35000"/>
                    <a:tint val="23500"/>
                    <a:satMod val="16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 dirty="0"/>
            </a:p>
          </p:txBody>
        </p:sp>
        <p:cxnSp>
          <p:nvCxnSpPr>
            <p:cNvPr id="158" name="直線接點 157">
              <a:extLst>
                <a:ext uri="{FF2B5EF4-FFF2-40B4-BE49-F238E27FC236}">
                  <a16:creationId xmlns:a16="http://schemas.microsoft.com/office/drawing/2014/main" id="{DA529A4E-3BAB-45BB-8274-1088EF0B43A5}"/>
                </a:ext>
              </a:extLst>
            </p:cNvPr>
            <p:cNvCxnSpPr>
              <a:cxnSpLocks/>
            </p:cNvCxnSpPr>
            <p:nvPr/>
          </p:nvCxnSpPr>
          <p:spPr>
            <a:xfrm>
              <a:off x="6863654" y="3410397"/>
              <a:ext cx="576501" cy="0"/>
            </a:xfrm>
            <a:prstGeom prst="line">
              <a:avLst/>
            </a:prstGeom>
            <a:ln w="9525" cap="flat" cmpd="sng" algn="ctr">
              <a:solidFill>
                <a:schemeClr val="bg1">
                  <a:lumMod val="50000"/>
                </a:schemeClr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59" name="直線接點 158">
              <a:extLst>
                <a:ext uri="{FF2B5EF4-FFF2-40B4-BE49-F238E27FC236}">
                  <a16:creationId xmlns:a16="http://schemas.microsoft.com/office/drawing/2014/main" id="{F100F92B-B8C5-4A0F-B866-E2BAB0C4087A}"/>
                </a:ext>
              </a:extLst>
            </p:cNvPr>
            <p:cNvCxnSpPr>
              <a:cxnSpLocks/>
            </p:cNvCxnSpPr>
            <p:nvPr/>
          </p:nvCxnSpPr>
          <p:spPr>
            <a:xfrm>
              <a:off x="8290559" y="3970973"/>
              <a:ext cx="517957" cy="0"/>
            </a:xfrm>
            <a:prstGeom prst="line">
              <a:avLst/>
            </a:prstGeom>
            <a:ln w="9525" cap="flat" cmpd="sng" algn="ctr">
              <a:solidFill>
                <a:schemeClr val="bg1">
                  <a:lumMod val="50000"/>
                </a:schemeClr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60" name="直線接點 159">
              <a:extLst>
                <a:ext uri="{FF2B5EF4-FFF2-40B4-BE49-F238E27FC236}">
                  <a16:creationId xmlns:a16="http://schemas.microsoft.com/office/drawing/2014/main" id="{A656DF39-7853-456D-84EE-B2D69029F0B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633143" y="3465391"/>
              <a:ext cx="171723" cy="143634"/>
            </a:xfrm>
            <a:prstGeom prst="line">
              <a:avLst/>
            </a:prstGeom>
            <a:ln w="9525" cap="flat" cmpd="sng" algn="ctr">
              <a:solidFill>
                <a:schemeClr val="bg1">
                  <a:lumMod val="50000"/>
                </a:schemeClr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61" name="直線接點 160">
              <a:extLst>
                <a:ext uri="{FF2B5EF4-FFF2-40B4-BE49-F238E27FC236}">
                  <a16:creationId xmlns:a16="http://schemas.microsoft.com/office/drawing/2014/main" id="{C2ECA97C-3D5E-4873-BF49-1B844DE8012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901707" y="3750766"/>
              <a:ext cx="175500" cy="319496"/>
            </a:xfrm>
            <a:prstGeom prst="line">
              <a:avLst/>
            </a:prstGeom>
            <a:ln w="9525" cap="flat" cmpd="sng" algn="ctr">
              <a:solidFill>
                <a:schemeClr val="bg1">
                  <a:lumMod val="50000"/>
                </a:schemeClr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</p:grpSp>
      <p:pic>
        <p:nvPicPr>
          <p:cNvPr id="74" name="圖片 73">
            <a:extLst>
              <a:ext uri="{FF2B5EF4-FFF2-40B4-BE49-F238E27FC236}">
                <a16:creationId xmlns:a16="http://schemas.microsoft.com/office/drawing/2014/main" id="{080203AD-4F1B-4BC6-8007-DE7455C6F77A}"/>
              </a:ext>
            </a:extLst>
          </p:cNvPr>
          <p:cNvPicPr>
            <a:picLocks noChangeAspect="1"/>
          </p:cNvPicPr>
          <p:nvPr/>
        </p:nvPicPr>
        <p:blipFill rotWithShape="1">
          <a:blip r:embed="rId17"/>
          <a:srcRect l="8885" t="22429" r="8429" b="17067"/>
          <a:stretch/>
        </p:blipFill>
        <p:spPr>
          <a:xfrm>
            <a:off x="1222376" y="279118"/>
            <a:ext cx="746918" cy="163002"/>
          </a:xfrm>
          <a:prstGeom prst="rect">
            <a:avLst/>
          </a:prstGeom>
        </p:spPr>
      </p:pic>
      <p:sp>
        <p:nvSpPr>
          <p:cNvPr id="57" name="文字方塊 56">
            <a:extLst>
              <a:ext uri="{FF2B5EF4-FFF2-40B4-BE49-F238E27FC236}">
                <a16:creationId xmlns:a16="http://schemas.microsoft.com/office/drawing/2014/main" id="{2ABE88E1-7DA8-4852-B744-88A05A6CE382}"/>
              </a:ext>
            </a:extLst>
          </p:cNvPr>
          <p:cNvSpPr txBox="1"/>
          <p:nvPr/>
        </p:nvSpPr>
        <p:spPr>
          <a:xfrm>
            <a:off x="364607" y="195927"/>
            <a:ext cx="6783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Re[</a:t>
            </a:r>
            <a:endParaRPr lang="zh-TW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8" name="文字方塊 57">
                <a:extLst>
                  <a:ext uri="{FF2B5EF4-FFF2-40B4-BE49-F238E27FC236}">
                    <a16:creationId xmlns:a16="http://schemas.microsoft.com/office/drawing/2014/main" id="{1D427472-A1C0-4C36-9C1F-1E3F7431F466}"/>
                  </a:ext>
                </a:extLst>
              </p:cNvPr>
              <p:cNvSpPr txBox="1"/>
              <p:nvPr/>
            </p:nvSpPr>
            <p:spPr>
              <a:xfrm>
                <a:off x="2973586" y="189964"/>
                <a:ext cx="950713" cy="47359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𝑒</m:t>
                        </m:r>
                      </m:e>
                      <m:sup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−</m:t>
                        </m:r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𝑖𝑤𝑡</m:t>
                        </m:r>
                      </m:sup>
                    </m:sSup>
                  </m:oMath>
                </a14:m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]</a:t>
                </a:r>
                <a:endParaRPr lang="zh-TW" alt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8" name="文字方塊 57">
                <a:extLst>
                  <a:ext uri="{FF2B5EF4-FFF2-40B4-BE49-F238E27FC236}">
                    <a16:creationId xmlns:a16="http://schemas.microsoft.com/office/drawing/2014/main" id="{1D427472-A1C0-4C36-9C1F-1E3F7431F4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73586" y="189964"/>
                <a:ext cx="950713" cy="473591"/>
              </a:xfrm>
              <a:prstGeom prst="rect">
                <a:avLst/>
              </a:prstGeom>
              <a:blipFill>
                <a:blip r:embed="rId29"/>
                <a:stretch>
                  <a:fillRect l="-3846" t="-7692" r="-15385" b="-2820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1" name="圖片 60">
            <a:extLst>
              <a:ext uri="{FF2B5EF4-FFF2-40B4-BE49-F238E27FC236}">
                <a16:creationId xmlns:a16="http://schemas.microsoft.com/office/drawing/2014/main" id="{630811A6-5F8F-483F-8C1F-CCDDFE51BC20}"/>
              </a:ext>
            </a:extLst>
          </p:cNvPr>
          <p:cNvPicPr>
            <a:picLocks noChangeAspect="1"/>
          </p:cNvPicPr>
          <p:nvPr/>
        </p:nvPicPr>
        <p:blipFill rotWithShape="1">
          <a:blip r:embed="rId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t="61405" r="5159"/>
          <a:stretch/>
        </p:blipFill>
        <p:spPr>
          <a:xfrm>
            <a:off x="6504783" y="573670"/>
            <a:ext cx="2182017" cy="470285"/>
          </a:xfrm>
          <a:prstGeom prst="rect">
            <a:avLst/>
          </a:prstGeom>
        </p:spPr>
      </p:pic>
      <p:sp>
        <p:nvSpPr>
          <p:cNvPr id="66" name="文字方塊 65">
            <a:extLst>
              <a:ext uri="{FF2B5EF4-FFF2-40B4-BE49-F238E27FC236}">
                <a16:creationId xmlns:a16="http://schemas.microsoft.com/office/drawing/2014/main" id="{FAD73CAA-5FF6-4369-91F3-A08AD5EE13AA}"/>
              </a:ext>
            </a:extLst>
          </p:cNvPr>
          <p:cNvSpPr txBox="1"/>
          <p:nvPr/>
        </p:nvSpPr>
        <p:spPr>
          <a:xfrm>
            <a:off x="5788301" y="125920"/>
            <a:ext cx="3714632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Longitudinal component</a:t>
            </a:r>
            <a:endParaRPr lang="zh-TW" altLang="en-US" sz="2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7" name="圖片 66">
            <a:extLst>
              <a:ext uri="{FF2B5EF4-FFF2-40B4-BE49-F238E27FC236}">
                <a16:creationId xmlns:a16="http://schemas.microsoft.com/office/drawing/2014/main" id="{EA93C320-729E-4EAA-9E8C-572082873AED}"/>
              </a:ext>
            </a:extLst>
          </p:cNvPr>
          <p:cNvPicPr>
            <a:picLocks noChangeAspect="1"/>
          </p:cNvPicPr>
          <p:nvPr/>
        </p:nvPicPr>
        <p:blipFill rotWithShape="1">
          <a:blip r:embed="rId17"/>
          <a:srcRect l="8885" t="22429" r="8429" b="17067"/>
          <a:stretch/>
        </p:blipFill>
        <p:spPr>
          <a:xfrm>
            <a:off x="6838951" y="650593"/>
            <a:ext cx="746918" cy="163002"/>
          </a:xfrm>
          <a:prstGeom prst="rect">
            <a:avLst/>
          </a:prstGeom>
        </p:spPr>
      </p:pic>
      <p:cxnSp>
        <p:nvCxnSpPr>
          <p:cNvPr id="3" name="直線單箭頭接點 2">
            <a:extLst>
              <a:ext uri="{FF2B5EF4-FFF2-40B4-BE49-F238E27FC236}">
                <a16:creationId xmlns:a16="http://schemas.microsoft.com/office/drawing/2014/main" id="{8E422177-7DE3-43EA-819E-739CC242A061}"/>
              </a:ext>
            </a:extLst>
          </p:cNvPr>
          <p:cNvCxnSpPr/>
          <p:nvPr/>
        </p:nvCxnSpPr>
        <p:spPr>
          <a:xfrm>
            <a:off x="57151" y="5156200"/>
            <a:ext cx="5076824" cy="0"/>
          </a:xfrm>
          <a:prstGeom prst="straightConnector1">
            <a:avLst/>
          </a:prstGeom>
          <a:ln>
            <a:tailEnd type="triangle" w="lg" len="lg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8" name="文字方塊 67">
                <a:extLst>
                  <a:ext uri="{FF2B5EF4-FFF2-40B4-BE49-F238E27FC236}">
                    <a16:creationId xmlns:a16="http://schemas.microsoft.com/office/drawing/2014/main" id="{12871EE5-2EF7-46EE-B254-3D52CA92B38B}"/>
                  </a:ext>
                </a:extLst>
              </p:cNvPr>
              <p:cNvSpPr txBox="1"/>
              <p:nvPr/>
            </p:nvSpPr>
            <p:spPr>
              <a:xfrm>
                <a:off x="47901" y="5127232"/>
                <a:ext cx="1199874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4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𝜋</m:t>
                      </m:r>
                    </m:oMath>
                  </m:oMathPara>
                </a14:m>
                <a:endParaRPr lang="zh-TW" alt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8" name="文字方塊 67">
                <a:extLst>
                  <a:ext uri="{FF2B5EF4-FFF2-40B4-BE49-F238E27FC236}">
                    <a16:creationId xmlns:a16="http://schemas.microsoft.com/office/drawing/2014/main" id="{12871EE5-2EF7-46EE-B254-3D52CA92B3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901" y="5127232"/>
                <a:ext cx="1199874" cy="461665"/>
              </a:xfrm>
              <a:prstGeom prst="rect">
                <a:avLst/>
              </a:prstGeom>
              <a:blipFill>
                <a:blip r:embed="rId3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9" name="文字方塊 68">
                <a:extLst>
                  <a:ext uri="{FF2B5EF4-FFF2-40B4-BE49-F238E27FC236}">
                    <a16:creationId xmlns:a16="http://schemas.microsoft.com/office/drawing/2014/main" id="{0D9E3E0D-B926-4D12-81D4-8F073C67EEDA}"/>
                  </a:ext>
                </a:extLst>
              </p:cNvPr>
              <p:cNvSpPr txBox="1"/>
              <p:nvPr/>
            </p:nvSpPr>
            <p:spPr>
              <a:xfrm>
                <a:off x="1257025" y="5127232"/>
                <a:ext cx="1199874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4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1.25</m:t>
                      </m:r>
                      <m:r>
                        <a:rPr lang="en-US" altLang="zh-TW" sz="24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𝜋</m:t>
                      </m:r>
                    </m:oMath>
                  </m:oMathPara>
                </a14:m>
                <a:endParaRPr lang="zh-TW" alt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9" name="文字方塊 68">
                <a:extLst>
                  <a:ext uri="{FF2B5EF4-FFF2-40B4-BE49-F238E27FC236}">
                    <a16:creationId xmlns:a16="http://schemas.microsoft.com/office/drawing/2014/main" id="{0D9E3E0D-B926-4D12-81D4-8F073C67EE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57025" y="5127232"/>
                <a:ext cx="1199874" cy="461665"/>
              </a:xfrm>
              <a:prstGeom prst="rect">
                <a:avLst/>
              </a:prstGeom>
              <a:blipFill>
                <a:blip r:embed="rId3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圖片 3">
            <a:extLst>
              <a:ext uri="{FF2B5EF4-FFF2-40B4-BE49-F238E27FC236}">
                <a16:creationId xmlns:a16="http://schemas.microsoft.com/office/drawing/2014/main" id="{A1C4FDBD-4E77-4B3E-BC46-E7A9F022A055}"/>
              </a:ext>
            </a:extLst>
      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57149" y="1629319"/>
            <a:ext cx="1252800" cy="1252800"/>
          </a:xfrm>
          <a:prstGeom prst="rect">
            <a:avLst/>
          </a:prstGeom>
        </p:spPr>
      </p:pic>
      <p:cxnSp>
        <p:nvCxnSpPr>
          <p:cNvPr id="70" name="直線單箭頭接點 69">
            <a:extLst>
              <a:ext uri="{FF2B5EF4-FFF2-40B4-BE49-F238E27FC236}">
                <a16:creationId xmlns:a16="http://schemas.microsoft.com/office/drawing/2014/main" id="{75333409-5B05-4D2A-A2A6-8E9DBD39AA48}"/>
              </a:ext>
            </a:extLst>
          </p:cNvPr>
          <p:cNvCxnSpPr/>
          <p:nvPr/>
        </p:nvCxnSpPr>
        <p:spPr>
          <a:xfrm>
            <a:off x="57151" y="2954634"/>
            <a:ext cx="5076824" cy="0"/>
          </a:xfrm>
          <a:prstGeom prst="straightConnector1">
            <a:avLst/>
          </a:prstGeom>
          <a:ln>
            <a:tailEnd type="triangle" w="lg" len="lg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1" name="文字方塊 70">
                <a:extLst>
                  <a:ext uri="{FF2B5EF4-FFF2-40B4-BE49-F238E27FC236}">
                    <a16:creationId xmlns:a16="http://schemas.microsoft.com/office/drawing/2014/main" id="{4C81B685-2E1C-4F73-A2AA-337ED9EDF5AB}"/>
                  </a:ext>
                </a:extLst>
              </p:cNvPr>
              <p:cNvSpPr txBox="1"/>
              <p:nvPr/>
            </p:nvSpPr>
            <p:spPr>
              <a:xfrm>
                <a:off x="47901" y="2945764"/>
                <a:ext cx="1199874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4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𝑤𝑡</m:t>
                      </m:r>
                      <m:r>
                        <a:rPr lang="en-US" altLang="zh-TW" sz="24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=0</m:t>
                      </m:r>
                    </m:oMath>
                  </m:oMathPara>
                </a14:m>
                <a:endParaRPr lang="zh-TW" alt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1" name="文字方塊 70">
                <a:extLst>
                  <a:ext uri="{FF2B5EF4-FFF2-40B4-BE49-F238E27FC236}">
                    <a16:creationId xmlns:a16="http://schemas.microsoft.com/office/drawing/2014/main" id="{4C81B685-2E1C-4F73-A2AA-337ED9EDF5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901" y="2945764"/>
                <a:ext cx="1199874" cy="461665"/>
              </a:xfrm>
              <a:prstGeom prst="rect">
                <a:avLst/>
              </a:prstGeom>
              <a:blipFill>
                <a:blip r:embed="rId3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2" name="文字方塊 71">
                <a:extLst>
                  <a:ext uri="{FF2B5EF4-FFF2-40B4-BE49-F238E27FC236}">
                    <a16:creationId xmlns:a16="http://schemas.microsoft.com/office/drawing/2014/main" id="{2B4AAD81-DCED-4D3D-9099-BD6EDD85B7B2}"/>
                  </a:ext>
                </a:extLst>
              </p:cNvPr>
              <p:cNvSpPr txBox="1"/>
              <p:nvPr/>
            </p:nvSpPr>
            <p:spPr>
              <a:xfrm>
                <a:off x="1257025" y="2945764"/>
                <a:ext cx="1199874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40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0.</m:t>
                      </m:r>
                      <m:r>
                        <a:rPr lang="en-US" altLang="zh-TW" sz="2400" b="0" i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25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𝜋</m:t>
                      </m:r>
                    </m:oMath>
                  </m:oMathPara>
                </a14:m>
                <a:endParaRPr lang="zh-TW" alt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2" name="文字方塊 71">
                <a:extLst>
                  <a:ext uri="{FF2B5EF4-FFF2-40B4-BE49-F238E27FC236}">
                    <a16:creationId xmlns:a16="http://schemas.microsoft.com/office/drawing/2014/main" id="{2B4AAD81-DCED-4D3D-9099-BD6EDD85B7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57025" y="2945764"/>
                <a:ext cx="1199874" cy="461665"/>
              </a:xfrm>
              <a:prstGeom prst="rect">
                <a:avLst/>
              </a:prstGeom>
              <a:blipFill>
                <a:blip r:embed="rId3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5" name="文字方塊 74">
                <a:extLst>
                  <a:ext uri="{FF2B5EF4-FFF2-40B4-BE49-F238E27FC236}">
                    <a16:creationId xmlns:a16="http://schemas.microsoft.com/office/drawing/2014/main" id="{DA807EA8-AAE7-4590-98BF-6AE76C27E090}"/>
                  </a:ext>
                </a:extLst>
              </p:cNvPr>
              <p:cNvSpPr txBox="1"/>
              <p:nvPr/>
            </p:nvSpPr>
            <p:spPr>
              <a:xfrm>
                <a:off x="2587718" y="2945764"/>
                <a:ext cx="1199874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40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0.</m:t>
                      </m:r>
                      <m:r>
                        <a:rPr lang="en-US" altLang="zh-TW" sz="2400" b="0" i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5</m:t>
                      </m:r>
                      <m:r>
                        <a:rPr lang="en-US" altLang="zh-TW" sz="24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𝜋</m:t>
                      </m:r>
                    </m:oMath>
                  </m:oMathPara>
                </a14:m>
                <a:endParaRPr lang="zh-TW" alt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5" name="文字方塊 74">
                <a:extLst>
                  <a:ext uri="{FF2B5EF4-FFF2-40B4-BE49-F238E27FC236}">
                    <a16:creationId xmlns:a16="http://schemas.microsoft.com/office/drawing/2014/main" id="{DA807EA8-AAE7-4590-98BF-6AE76C27E0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87718" y="2945764"/>
                <a:ext cx="1199874" cy="461665"/>
              </a:xfrm>
              <a:prstGeom prst="rect">
                <a:avLst/>
              </a:prstGeom>
              <a:blipFill>
                <a:blip r:embed="rId3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圖片 5">
            <a:extLst>
              <a:ext uri="{FF2B5EF4-FFF2-40B4-BE49-F238E27FC236}">
                <a16:creationId xmlns:a16="http://schemas.microsoft.com/office/drawing/2014/main" id="{DD71244F-4DBE-44A1-8AD1-DB1426D30BAB}"/>
              </a:ext>
            </a:extLst>
          </p:cNvPr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1325714" y="1627317"/>
            <a:ext cx="1252800" cy="125678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7" name="文字方塊 76">
                <a:extLst>
                  <a:ext uri="{FF2B5EF4-FFF2-40B4-BE49-F238E27FC236}">
                    <a16:creationId xmlns:a16="http://schemas.microsoft.com/office/drawing/2014/main" id="{EE82138C-9928-4DD7-89C1-B67DF0D8A984}"/>
                  </a:ext>
                </a:extLst>
              </p:cNvPr>
              <p:cNvSpPr txBox="1"/>
              <p:nvPr/>
            </p:nvSpPr>
            <p:spPr>
              <a:xfrm>
                <a:off x="3911437" y="2945764"/>
                <a:ext cx="1199874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40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0.</m:t>
                      </m:r>
                      <m:r>
                        <a:rPr lang="en-US" altLang="zh-TW" sz="2400" b="0" i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75</m:t>
                      </m:r>
                      <m:r>
                        <a:rPr lang="en-US" altLang="zh-TW" sz="24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𝜋</m:t>
                      </m:r>
                    </m:oMath>
                  </m:oMathPara>
                </a14:m>
                <a:endParaRPr lang="zh-TW" alt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7" name="文字方塊 76">
                <a:extLst>
                  <a:ext uri="{FF2B5EF4-FFF2-40B4-BE49-F238E27FC236}">
                    <a16:creationId xmlns:a16="http://schemas.microsoft.com/office/drawing/2014/main" id="{EE82138C-9928-4DD7-89C1-B67DF0D8A9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11437" y="2945764"/>
                <a:ext cx="1199874" cy="461665"/>
              </a:xfrm>
              <a:prstGeom prst="rect">
                <a:avLst/>
              </a:prstGeom>
              <a:blipFill>
                <a:blip r:embed="rId3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8" name="文字方塊 77">
                <a:extLst>
                  <a:ext uri="{FF2B5EF4-FFF2-40B4-BE49-F238E27FC236}">
                    <a16:creationId xmlns:a16="http://schemas.microsoft.com/office/drawing/2014/main" id="{46A512FE-782F-43FF-ABB1-13E4E693DB22}"/>
                  </a:ext>
                </a:extLst>
              </p:cNvPr>
              <p:cNvSpPr txBox="1"/>
              <p:nvPr/>
            </p:nvSpPr>
            <p:spPr>
              <a:xfrm>
                <a:off x="2626578" y="5127232"/>
                <a:ext cx="1199874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4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1.5</m:t>
                      </m:r>
                      <m:r>
                        <a:rPr lang="en-US" altLang="zh-TW" sz="24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𝜋</m:t>
                      </m:r>
                    </m:oMath>
                  </m:oMathPara>
                </a14:m>
                <a:endParaRPr lang="zh-TW" alt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8" name="文字方塊 77">
                <a:extLst>
                  <a:ext uri="{FF2B5EF4-FFF2-40B4-BE49-F238E27FC236}">
                    <a16:creationId xmlns:a16="http://schemas.microsoft.com/office/drawing/2014/main" id="{46A512FE-782F-43FF-ABB1-13E4E693DB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26578" y="5127232"/>
                <a:ext cx="1199874" cy="461665"/>
              </a:xfrm>
              <a:prstGeom prst="rect">
                <a:avLst/>
              </a:prstGeom>
              <a:blipFill>
                <a:blip r:embed="rId3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9" name="文字方塊 78">
                <a:extLst>
                  <a:ext uri="{FF2B5EF4-FFF2-40B4-BE49-F238E27FC236}">
                    <a16:creationId xmlns:a16="http://schemas.microsoft.com/office/drawing/2014/main" id="{3D03F6AE-A8C5-4195-9C14-7934D7A2C8A1}"/>
                  </a:ext>
                </a:extLst>
              </p:cNvPr>
              <p:cNvSpPr txBox="1"/>
              <p:nvPr/>
            </p:nvSpPr>
            <p:spPr>
              <a:xfrm>
                <a:off x="3911437" y="5127232"/>
                <a:ext cx="1199874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40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1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.75</m:t>
                      </m:r>
                      <m:r>
                        <a:rPr lang="en-US" altLang="zh-TW" sz="24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𝜋</m:t>
                      </m:r>
                    </m:oMath>
                  </m:oMathPara>
                </a14:m>
                <a:endParaRPr lang="zh-TW" alt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9" name="文字方塊 78">
                <a:extLst>
                  <a:ext uri="{FF2B5EF4-FFF2-40B4-BE49-F238E27FC236}">
                    <a16:creationId xmlns:a16="http://schemas.microsoft.com/office/drawing/2014/main" id="{3D03F6AE-A8C5-4195-9C14-7934D7A2C8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11437" y="5127232"/>
                <a:ext cx="1199874" cy="461665"/>
              </a:xfrm>
              <a:prstGeom prst="rect">
                <a:avLst/>
              </a:prstGeom>
              <a:blipFill>
                <a:blip r:embed="rId3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圖片 6">
            <a:extLst>
              <a:ext uri="{FF2B5EF4-FFF2-40B4-BE49-F238E27FC236}">
                <a16:creationId xmlns:a16="http://schemas.microsoft.com/office/drawing/2014/main" id="{6EE1EC90-3D4F-419A-8188-C5615B2DF115}"/>
              </a:ext>
            </a:extLst>
          </p:cNvPr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>
            <a:off x="2594279" y="1628322"/>
            <a:ext cx="1252800" cy="1254785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D76007E5-49FB-471A-8BD2-F0FCB2F8B66E}"/>
              </a:ext>
            </a:extLst>
          </p:cNvPr>
          <p:cNvPicPr>
            <a:picLocks noChangeAspect="1"/>
          </p:cNvPicPr>
          <p:nvPr/>
        </p:nvPicPr>
        <p:blipFill>
          <a:blip r:embed="rId41"/>
          <a:stretch>
            <a:fillRect/>
          </a:stretch>
        </p:blipFill>
        <p:spPr>
          <a:xfrm>
            <a:off x="3862845" y="1629319"/>
            <a:ext cx="1252800" cy="1252800"/>
          </a:xfrm>
          <a:prstGeom prst="rect">
            <a:avLst/>
          </a:prstGeom>
        </p:spPr>
      </p:pic>
      <p:pic>
        <p:nvPicPr>
          <p:cNvPr id="80" name="圖片 79">
            <a:extLst>
              <a:ext uri="{FF2B5EF4-FFF2-40B4-BE49-F238E27FC236}">
                <a16:creationId xmlns:a16="http://schemas.microsoft.com/office/drawing/2014/main" id="{85E34CBA-8594-4D41-95F9-2E1DFFC416B3}"/>
              </a:ext>
            </a:extLst>
          </p:cNvPr>
          <p:cNvPicPr>
            <a:picLocks noChangeAspect="1"/>
          </p:cNvPicPr>
          <p:nvPr/>
        </p:nvPicPr>
        <p:blipFill>
          <a:blip r:embed="rId10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111778" y="1587500"/>
            <a:ext cx="539722" cy="1340082"/>
          </a:xfrm>
          <a:prstGeom prst="rect">
            <a:avLst/>
          </a:prstGeom>
        </p:spPr>
      </p:pic>
      <p:pic>
        <p:nvPicPr>
          <p:cNvPr id="9" name="圖片 8">
            <a:extLst>
              <a:ext uri="{FF2B5EF4-FFF2-40B4-BE49-F238E27FC236}">
                <a16:creationId xmlns:a16="http://schemas.microsoft.com/office/drawing/2014/main" id="{90AD6C08-C694-4184-9325-7BFF6AA555CA}"/>
              </a:ext>
            </a:extLst>
          </p:cNvPr>
          <p:cNvPicPr>
            <a:picLocks noChangeAspect="1"/>
          </p:cNvPicPr>
          <p:nvPr/>
        </p:nvPicPr>
        <p:blipFill>
          <a:blip r:embed="rId42"/>
          <a:stretch>
            <a:fillRect/>
          </a:stretch>
        </p:blipFill>
        <p:spPr>
          <a:xfrm>
            <a:off x="57149" y="3812154"/>
            <a:ext cx="1252800" cy="1254786"/>
          </a:xfrm>
          <a:prstGeom prst="rect">
            <a:avLst/>
          </a:prstGeom>
        </p:spPr>
      </p:pic>
      <p:pic>
        <p:nvPicPr>
          <p:cNvPr id="10" name="圖片 9">
            <a:extLst>
              <a:ext uri="{FF2B5EF4-FFF2-40B4-BE49-F238E27FC236}">
                <a16:creationId xmlns:a16="http://schemas.microsoft.com/office/drawing/2014/main" id="{ECDC5CC4-382C-4A77-919D-CD2395A786A8}"/>
              </a:ext>
            </a:extLst>
          </p:cNvPr>
          <p:cNvPicPr>
            <a:picLocks noChangeAspect="1"/>
          </p:cNvPicPr>
          <p:nvPr/>
        </p:nvPicPr>
        <p:blipFill>
          <a:blip r:embed="rId43"/>
          <a:stretch>
            <a:fillRect/>
          </a:stretch>
        </p:blipFill>
        <p:spPr>
          <a:xfrm>
            <a:off x="1325714" y="3813152"/>
            <a:ext cx="1252800" cy="1252800"/>
          </a:xfrm>
          <a:prstGeom prst="rect">
            <a:avLst/>
          </a:prstGeom>
        </p:spPr>
      </p:pic>
      <p:pic>
        <p:nvPicPr>
          <p:cNvPr id="11" name="圖片 10">
            <a:extLst>
              <a:ext uri="{FF2B5EF4-FFF2-40B4-BE49-F238E27FC236}">
                <a16:creationId xmlns:a16="http://schemas.microsoft.com/office/drawing/2014/main" id="{B8126373-09B9-4429-BF7B-FF0F32A28346}"/>
              </a:ext>
            </a:extLst>
          </p:cNvPr>
          <p:cNvPicPr>
            <a:picLocks noChangeAspect="1"/>
          </p:cNvPicPr>
          <p:nvPr/>
        </p:nvPicPr>
        <p:blipFill>
          <a:blip r:embed="rId44"/>
          <a:stretch>
            <a:fillRect/>
          </a:stretch>
        </p:blipFill>
        <p:spPr>
          <a:xfrm>
            <a:off x="2594279" y="3811153"/>
            <a:ext cx="1252800" cy="1256777"/>
          </a:xfrm>
          <a:prstGeom prst="rect">
            <a:avLst/>
          </a:prstGeom>
        </p:spPr>
      </p:pic>
      <p:pic>
        <p:nvPicPr>
          <p:cNvPr id="12" name="圖片 11">
            <a:extLst>
              <a:ext uri="{FF2B5EF4-FFF2-40B4-BE49-F238E27FC236}">
                <a16:creationId xmlns:a16="http://schemas.microsoft.com/office/drawing/2014/main" id="{DCB1EFF7-8555-4108-A039-80DB98F18B19}"/>
              </a:ext>
            </a:extLst>
          </p:cNvPr>
          <p:cNvPicPr>
            <a:picLocks noChangeAspect="1"/>
          </p:cNvPicPr>
          <p:nvPr/>
        </p:nvPicPr>
        <p:blipFill>
          <a:blip r:embed="rId45"/>
          <a:stretch>
            <a:fillRect/>
          </a:stretch>
        </p:blipFill>
        <p:spPr>
          <a:xfrm>
            <a:off x="3862845" y="3814148"/>
            <a:ext cx="1252800" cy="1250821"/>
          </a:xfrm>
          <a:prstGeom prst="rect">
            <a:avLst/>
          </a:prstGeom>
        </p:spPr>
      </p:pic>
      <p:grpSp>
        <p:nvGrpSpPr>
          <p:cNvPr id="126" name="群組 125">
            <a:extLst>
              <a:ext uri="{FF2B5EF4-FFF2-40B4-BE49-F238E27FC236}">
                <a16:creationId xmlns:a16="http://schemas.microsoft.com/office/drawing/2014/main" id="{1D70DA70-60F2-4A8C-8EE9-F1DB40BE8DF9}"/>
              </a:ext>
            </a:extLst>
          </p:cNvPr>
          <p:cNvGrpSpPr/>
          <p:nvPr/>
        </p:nvGrpSpPr>
        <p:grpSpPr>
          <a:xfrm>
            <a:off x="664926" y="2157869"/>
            <a:ext cx="115586" cy="110880"/>
            <a:chOff x="1373392" y="2391862"/>
            <a:chExt cx="479433" cy="476535"/>
          </a:xfrm>
        </p:grpSpPr>
        <p:sp>
          <p:nvSpPr>
            <p:cNvPr id="127" name="箭號: 向右 126">
              <a:extLst>
                <a:ext uri="{FF2B5EF4-FFF2-40B4-BE49-F238E27FC236}">
                  <a16:creationId xmlns:a16="http://schemas.microsoft.com/office/drawing/2014/main" id="{00F0F6A6-17CB-4707-AE77-8F60CB2D790B}"/>
                </a:ext>
              </a:extLst>
            </p:cNvPr>
            <p:cNvSpPr/>
            <p:nvPr/>
          </p:nvSpPr>
          <p:spPr>
            <a:xfrm>
              <a:off x="1411244" y="2735868"/>
              <a:ext cx="441581" cy="132529"/>
            </a:xfrm>
            <a:prstGeom prst="rightArrow">
              <a:avLst>
                <a:gd name="adj1" fmla="val 50000"/>
                <a:gd name="adj2" fmla="val 99023"/>
              </a:avLst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128" name="箭號: 向右 127">
              <a:extLst>
                <a:ext uri="{FF2B5EF4-FFF2-40B4-BE49-F238E27FC236}">
                  <a16:creationId xmlns:a16="http://schemas.microsoft.com/office/drawing/2014/main" id="{575BCAD1-04CC-40B7-89B0-F134E60F5825}"/>
                </a:ext>
              </a:extLst>
            </p:cNvPr>
            <p:cNvSpPr/>
            <p:nvPr/>
          </p:nvSpPr>
          <p:spPr>
            <a:xfrm rot="16200000">
              <a:off x="1218866" y="2546388"/>
              <a:ext cx="441581" cy="132529"/>
            </a:xfrm>
            <a:prstGeom prst="rightArrow">
              <a:avLst>
                <a:gd name="adj1" fmla="val 50000"/>
                <a:gd name="adj2" fmla="val 99023"/>
              </a:avLst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2000" dirty="0">
                <a:solidFill>
                  <a:schemeClr val="tx1"/>
                </a:solidFill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29" name="文字方塊 128">
                <a:extLst>
                  <a:ext uri="{FF2B5EF4-FFF2-40B4-BE49-F238E27FC236}">
                    <a16:creationId xmlns:a16="http://schemas.microsoft.com/office/drawing/2014/main" id="{805928A4-2681-4937-BBD9-EADC350EFADE}"/>
                  </a:ext>
                </a:extLst>
              </p:cNvPr>
              <p:cNvSpPr txBox="1"/>
              <p:nvPr/>
            </p:nvSpPr>
            <p:spPr>
              <a:xfrm>
                <a:off x="545049" y="1784893"/>
                <a:ext cx="438402" cy="4242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</m:oMath>
                  </m:oMathPara>
                </a14:m>
                <a:endParaRPr lang="en-US" altLang="zh-TW" sz="2000" dirty="0"/>
              </a:p>
            </p:txBody>
          </p:sp>
        </mc:Choice>
        <mc:Fallback xmlns="">
          <p:sp>
            <p:nvSpPr>
              <p:cNvPr id="129" name="文字方塊 128">
                <a:extLst>
                  <a:ext uri="{FF2B5EF4-FFF2-40B4-BE49-F238E27FC236}">
                    <a16:creationId xmlns:a16="http://schemas.microsoft.com/office/drawing/2014/main" id="{805928A4-2681-4937-BBD9-EADC350EFA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5049" y="1784893"/>
                <a:ext cx="438402" cy="424283"/>
              </a:xfrm>
              <a:prstGeom prst="rect">
                <a:avLst/>
              </a:prstGeom>
              <a:blipFill>
                <a:blip r:embed="rId47"/>
                <a:stretch>
                  <a:fillRect b="-579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0" name="文字方塊 129">
                <a:extLst>
                  <a:ext uri="{FF2B5EF4-FFF2-40B4-BE49-F238E27FC236}">
                    <a16:creationId xmlns:a16="http://schemas.microsoft.com/office/drawing/2014/main" id="{6B83F5A1-82ED-4BEB-8127-0DD3EDBE3F3B}"/>
                  </a:ext>
                </a:extLst>
              </p:cNvPr>
              <p:cNvSpPr txBox="1"/>
              <p:nvPr/>
            </p:nvSpPr>
            <p:spPr>
              <a:xfrm>
                <a:off x="718032" y="2063045"/>
                <a:ext cx="388427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</m:oMath>
                  </m:oMathPara>
                </a14:m>
                <a:endParaRPr lang="en-US" altLang="zh-TW" sz="2000" dirty="0"/>
              </a:p>
            </p:txBody>
          </p:sp>
        </mc:Choice>
        <mc:Fallback xmlns="">
          <p:sp>
            <p:nvSpPr>
              <p:cNvPr id="130" name="文字方塊 129">
                <a:extLst>
                  <a:ext uri="{FF2B5EF4-FFF2-40B4-BE49-F238E27FC236}">
                    <a16:creationId xmlns:a16="http://schemas.microsoft.com/office/drawing/2014/main" id="{6B83F5A1-82ED-4BEB-8127-0DD3EDBE3F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8032" y="2063045"/>
                <a:ext cx="388427" cy="400110"/>
              </a:xfrm>
              <a:prstGeom prst="rect">
                <a:avLst/>
              </a:prstGeom>
              <a:blipFill>
                <a:blip r:embed="rId48"/>
                <a:stretch>
                  <a:fillRect b="-757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1" name="文字方塊 130">
                <a:extLst>
                  <a:ext uri="{FF2B5EF4-FFF2-40B4-BE49-F238E27FC236}">
                    <a16:creationId xmlns:a16="http://schemas.microsoft.com/office/drawing/2014/main" id="{1BDE2B21-487B-4A73-9810-0757B46A2F97}"/>
                  </a:ext>
                </a:extLst>
              </p:cNvPr>
              <p:cNvSpPr txBox="1"/>
              <p:nvPr/>
            </p:nvSpPr>
            <p:spPr>
              <a:xfrm>
                <a:off x="15239" y="2503717"/>
                <a:ext cx="652306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0.1</m:t>
                          </m:r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en-US" altLang="zh-TW" sz="1600" dirty="0"/>
              </a:p>
            </p:txBody>
          </p:sp>
        </mc:Choice>
        <mc:Fallback xmlns="">
          <p:sp>
            <p:nvSpPr>
              <p:cNvPr id="131" name="文字方塊 130">
                <a:extLst>
                  <a:ext uri="{FF2B5EF4-FFF2-40B4-BE49-F238E27FC236}">
                    <a16:creationId xmlns:a16="http://schemas.microsoft.com/office/drawing/2014/main" id="{1BDE2B21-487B-4A73-9810-0757B46A2F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239" y="2503717"/>
                <a:ext cx="652306" cy="338554"/>
              </a:xfrm>
              <a:prstGeom prst="rect">
                <a:avLst/>
              </a:prstGeom>
              <a:blipFill>
                <a:blip r:embed="rId49"/>
                <a:stretch>
                  <a:fillRect b="-727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2" name="文字方塊 131">
                <a:extLst>
                  <a:ext uri="{FF2B5EF4-FFF2-40B4-BE49-F238E27FC236}">
                    <a16:creationId xmlns:a16="http://schemas.microsoft.com/office/drawing/2014/main" id="{8DA92DC4-1695-4E9B-9B8B-23A5B45F4D66}"/>
                  </a:ext>
                </a:extLst>
              </p:cNvPr>
              <p:cNvSpPr txBox="1"/>
              <p:nvPr/>
            </p:nvSpPr>
            <p:spPr>
              <a:xfrm>
                <a:off x="5052756" y="2123328"/>
                <a:ext cx="478319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sz="1400"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altLang="zh-TW" sz="1400">
                          <a:latin typeface="Cambria Math" panose="02040503050406030204" pitchFamily="18" charset="0"/>
                        </a:rPr>
                        <m:t>.</m:t>
                      </m:r>
                      <m:r>
                        <m:rPr>
                          <m:sty m:val="p"/>
                        </m:rPr>
                        <a:rPr lang="en-US" altLang="zh-TW" sz="1400">
                          <a:latin typeface="Cambria Math" panose="02040503050406030204" pitchFamily="18" charset="0"/>
                        </a:rPr>
                        <m:t>u</m:t>
                      </m:r>
                      <m:r>
                        <a:rPr lang="en-US" altLang="zh-TW" sz="140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TW" altLang="en-US" sz="1400" dirty="0"/>
              </a:p>
            </p:txBody>
          </p:sp>
        </mc:Choice>
        <mc:Fallback xmlns="">
          <p:sp>
            <p:nvSpPr>
              <p:cNvPr id="132" name="文字方塊 131">
                <a:extLst>
                  <a:ext uri="{FF2B5EF4-FFF2-40B4-BE49-F238E27FC236}">
                    <a16:creationId xmlns:a16="http://schemas.microsoft.com/office/drawing/2014/main" id="{8DA92DC4-1695-4E9B-9B8B-23A5B45F4D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52756" y="2123328"/>
                <a:ext cx="478319" cy="307777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859341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矩形: 圓角 176">
            <a:extLst>
              <a:ext uri="{FF2B5EF4-FFF2-40B4-BE49-F238E27FC236}">
                <a16:creationId xmlns:a16="http://schemas.microsoft.com/office/drawing/2014/main" id="{C0499F8D-22B8-4B76-B2A0-FC45B222262E}"/>
              </a:ext>
            </a:extLst>
          </p:cNvPr>
          <p:cNvSpPr/>
          <p:nvPr/>
        </p:nvSpPr>
        <p:spPr>
          <a:xfrm>
            <a:off x="605790" y="1704975"/>
            <a:ext cx="8587740" cy="3771900"/>
          </a:xfrm>
          <a:prstGeom prst="roundRect">
            <a:avLst>
              <a:gd name="adj" fmla="val 2587"/>
            </a:avLst>
          </a:prstGeom>
          <a:gradFill flip="none" rotWithShape="1"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lin ang="54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2000" dirty="0"/>
          </a:p>
        </p:txBody>
      </p:sp>
      <p:pic>
        <p:nvPicPr>
          <p:cNvPr id="113" name="圖片 112">
            <a:extLst>
              <a:ext uri="{FF2B5EF4-FFF2-40B4-BE49-F238E27FC236}">
                <a16:creationId xmlns:a16="http://schemas.microsoft.com/office/drawing/2014/main" id="{417E8FA2-C3ED-4D0E-8E46-7BF3306F6A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624" y="3869415"/>
            <a:ext cx="1252800" cy="1254827"/>
          </a:xfrm>
          <a:prstGeom prst="rect">
            <a:avLst/>
          </a:prstGeom>
        </p:spPr>
      </p:pic>
      <p:pic>
        <p:nvPicPr>
          <p:cNvPr id="114" name="圖片 113">
            <a:extLst>
              <a:ext uri="{FF2B5EF4-FFF2-40B4-BE49-F238E27FC236}">
                <a16:creationId xmlns:a16="http://schemas.microsoft.com/office/drawing/2014/main" id="{1A0BEA79-4F1E-4AF0-806B-81843528DF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624" y="1930065"/>
            <a:ext cx="1252800" cy="1256854"/>
          </a:xfrm>
          <a:prstGeom prst="rect">
            <a:avLst/>
          </a:prstGeom>
        </p:spPr>
      </p:pic>
      <p:pic>
        <p:nvPicPr>
          <p:cNvPr id="60" name="圖片 59">
            <a:extLst>
              <a:ext uri="{FF2B5EF4-FFF2-40B4-BE49-F238E27FC236}">
                <a16:creationId xmlns:a16="http://schemas.microsoft.com/office/drawing/2014/main" id="{42DD76E4-3C3A-46F2-B2B8-35BF6726C155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3312" t="61405" r="7988"/>
          <a:stretch/>
        </p:blipFill>
        <p:spPr>
          <a:xfrm>
            <a:off x="964406" y="202195"/>
            <a:ext cx="2040732" cy="47028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29" name="文字方塊 228">
                <a:extLst>
                  <a:ext uri="{FF2B5EF4-FFF2-40B4-BE49-F238E27FC236}">
                    <a16:creationId xmlns:a16="http://schemas.microsoft.com/office/drawing/2014/main" id="{2693C9D3-A145-48F7-981C-9A9BF2A0A9A5}"/>
                  </a:ext>
                </a:extLst>
              </p:cNvPr>
              <p:cNvSpPr txBox="1"/>
              <p:nvPr/>
            </p:nvSpPr>
            <p:spPr>
              <a:xfrm>
                <a:off x="384451" y="659320"/>
                <a:ext cx="3714632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For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TW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𝛼</m:t>
                        </m:r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</m:d>
                    <m:r>
                      <a:rPr lang="en-US" altLang="zh-TW" sz="2400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altLang="zh-TW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0, </m:t>
                        </m:r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𝜋</m:t>
                        </m:r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/2</m:t>
                        </m:r>
                      </m:e>
                    </m:d>
                  </m:oMath>
                </a14:m>
                <a:endParaRPr lang="zh-TW" alt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29" name="文字方塊 228">
                <a:extLst>
                  <a:ext uri="{FF2B5EF4-FFF2-40B4-BE49-F238E27FC236}">
                    <a16:creationId xmlns:a16="http://schemas.microsoft.com/office/drawing/2014/main" id="{2693C9D3-A145-48F7-981C-9A9BF2A0A9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4451" y="659320"/>
                <a:ext cx="3714632" cy="461665"/>
              </a:xfrm>
              <a:prstGeom prst="rect">
                <a:avLst/>
              </a:prstGeom>
              <a:blipFill>
                <a:blip r:embed="rId14"/>
                <a:stretch>
                  <a:fillRect l="-2463" t="-10526" b="-2894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4" name="圖片 73">
            <a:extLst>
              <a:ext uri="{FF2B5EF4-FFF2-40B4-BE49-F238E27FC236}">
                <a16:creationId xmlns:a16="http://schemas.microsoft.com/office/drawing/2014/main" id="{080203AD-4F1B-4BC6-8007-DE7455C6F77A}"/>
              </a:ext>
            </a:extLst>
          </p:cNvPr>
          <p:cNvPicPr>
            <a:picLocks noChangeAspect="1"/>
          </p:cNvPicPr>
          <p:nvPr/>
        </p:nvPicPr>
        <p:blipFill rotWithShape="1">
          <a:blip r:embed="rId15"/>
          <a:srcRect l="8885" t="22429" r="8429" b="17067"/>
          <a:stretch/>
        </p:blipFill>
        <p:spPr>
          <a:xfrm>
            <a:off x="1222376" y="279118"/>
            <a:ext cx="746918" cy="163002"/>
          </a:xfrm>
          <a:prstGeom prst="rect">
            <a:avLst/>
          </a:prstGeom>
        </p:spPr>
      </p:pic>
      <p:sp>
        <p:nvSpPr>
          <p:cNvPr id="57" name="文字方塊 56">
            <a:extLst>
              <a:ext uri="{FF2B5EF4-FFF2-40B4-BE49-F238E27FC236}">
                <a16:creationId xmlns:a16="http://schemas.microsoft.com/office/drawing/2014/main" id="{2ABE88E1-7DA8-4852-B744-88A05A6CE382}"/>
              </a:ext>
            </a:extLst>
          </p:cNvPr>
          <p:cNvSpPr txBox="1"/>
          <p:nvPr/>
        </p:nvSpPr>
        <p:spPr>
          <a:xfrm>
            <a:off x="364607" y="195927"/>
            <a:ext cx="6783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Re[</a:t>
            </a:r>
            <a:endParaRPr lang="zh-TW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8" name="文字方塊 57">
                <a:extLst>
                  <a:ext uri="{FF2B5EF4-FFF2-40B4-BE49-F238E27FC236}">
                    <a16:creationId xmlns:a16="http://schemas.microsoft.com/office/drawing/2014/main" id="{1D427472-A1C0-4C36-9C1F-1E3F7431F466}"/>
                  </a:ext>
                </a:extLst>
              </p:cNvPr>
              <p:cNvSpPr txBox="1"/>
              <p:nvPr/>
            </p:nvSpPr>
            <p:spPr>
              <a:xfrm>
                <a:off x="2973586" y="189964"/>
                <a:ext cx="950713" cy="47359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𝑒</m:t>
                        </m:r>
                      </m:e>
                      <m:sup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−</m:t>
                        </m:r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𝑖𝑤𝑡</m:t>
                        </m:r>
                      </m:sup>
                    </m:sSup>
                  </m:oMath>
                </a14:m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]</a:t>
                </a:r>
                <a:endParaRPr lang="zh-TW" alt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8" name="文字方塊 57">
                <a:extLst>
                  <a:ext uri="{FF2B5EF4-FFF2-40B4-BE49-F238E27FC236}">
                    <a16:creationId xmlns:a16="http://schemas.microsoft.com/office/drawing/2014/main" id="{1D427472-A1C0-4C36-9C1F-1E3F7431F4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73586" y="189964"/>
                <a:ext cx="950713" cy="473591"/>
              </a:xfrm>
              <a:prstGeom prst="rect">
                <a:avLst/>
              </a:prstGeom>
              <a:blipFill>
                <a:blip r:embed="rId29"/>
                <a:stretch>
                  <a:fillRect l="-3846" t="-7692" r="-15385" b="-2820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0" name="圖片 79">
            <a:extLst>
              <a:ext uri="{FF2B5EF4-FFF2-40B4-BE49-F238E27FC236}">
                <a16:creationId xmlns:a16="http://schemas.microsoft.com/office/drawing/2014/main" id="{85E34CBA-8594-4D41-95F9-2E1DFFC416B3}"/>
              </a:ext>
            </a:extLst>
          </p:cNvPr>
          <p:cNvPicPr>
            <a:picLocks noChangeAspect="1"/>
          </p:cNvPicPr>
          <p:nvPr/>
        </p:nvPicPr>
        <p:blipFill rotWithShape="1">
          <a:blip r:embed="rId30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r="30545"/>
          <a:stretch/>
        </p:blipFill>
        <p:spPr>
          <a:xfrm>
            <a:off x="8464334" y="1800225"/>
            <a:ext cx="374866" cy="3390900"/>
          </a:xfrm>
          <a:prstGeom prst="rect">
            <a:avLst/>
          </a:prstGeom>
        </p:spPr>
      </p:pic>
      <p:grpSp>
        <p:nvGrpSpPr>
          <p:cNvPr id="126" name="群組 125">
            <a:extLst>
              <a:ext uri="{FF2B5EF4-FFF2-40B4-BE49-F238E27FC236}">
                <a16:creationId xmlns:a16="http://schemas.microsoft.com/office/drawing/2014/main" id="{1D70DA70-60F2-4A8C-8EE9-F1DB40BE8DF9}"/>
              </a:ext>
            </a:extLst>
          </p:cNvPr>
          <p:cNvGrpSpPr/>
          <p:nvPr/>
        </p:nvGrpSpPr>
        <p:grpSpPr>
          <a:xfrm>
            <a:off x="1417401" y="2462669"/>
            <a:ext cx="115586" cy="110880"/>
            <a:chOff x="1373392" y="2391862"/>
            <a:chExt cx="479433" cy="476535"/>
          </a:xfrm>
        </p:grpSpPr>
        <p:sp>
          <p:nvSpPr>
            <p:cNvPr id="127" name="箭號: 向右 126">
              <a:extLst>
                <a:ext uri="{FF2B5EF4-FFF2-40B4-BE49-F238E27FC236}">
                  <a16:creationId xmlns:a16="http://schemas.microsoft.com/office/drawing/2014/main" id="{00F0F6A6-17CB-4707-AE77-8F60CB2D790B}"/>
                </a:ext>
              </a:extLst>
            </p:cNvPr>
            <p:cNvSpPr/>
            <p:nvPr/>
          </p:nvSpPr>
          <p:spPr>
            <a:xfrm>
              <a:off x="1411244" y="2735868"/>
              <a:ext cx="441581" cy="132529"/>
            </a:xfrm>
            <a:prstGeom prst="rightArrow">
              <a:avLst>
                <a:gd name="adj1" fmla="val 50000"/>
                <a:gd name="adj2" fmla="val 99023"/>
              </a:avLst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128" name="箭號: 向右 127">
              <a:extLst>
                <a:ext uri="{FF2B5EF4-FFF2-40B4-BE49-F238E27FC236}">
                  <a16:creationId xmlns:a16="http://schemas.microsoft.com/office/drawing/2014/main" id="{575BCAD1-04CC-40B7-89B0-F134E60F5825}"/>
                </a:ext>
              </a:extLst>
            </p:cNvPr>
            <p:cNvSpPr/>
            <p:nvPr/>
          </p:nvSpPr>
          <p:spPr>
            <a:xfrm rot="16200000">
              <a:off x="1218866" y="2546388"/>
              <a:ext cx="441581" cy="132529"/>
            </a:xfrm>
            <a:prstGeom prst="rightArrow">
              <a:avLst>
                <a:gd name="adj1" fmla="val 50000"/>
                <a:gd name="adj2" fmla="val 99023"/>
              </a:avLst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2000" dirty="0">
                <a:solidFill>
                  <a:schemeClr val="tx1"/>
                </a:solidFill>
              </a:endParaRP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29" name="文字方塊 128">
                <a:extLst>
                  <a:ext uri="{FF2B5EF4-FFF2-40B4-BE49-F238E27FC236}">
                    <a16:creationId xmlns:a16="http://schemas.microsoft.com/office/drawing/2014/main" id="{805928A4-2681-4937-BBD9-EADC350EFADE}"/>
                  </a:ext>
                </a:extLst>
              </p:cNvPr>
              <p:cNvSpPr txBox="1"/>
              <p:nvPr/>
            </p:nvSpPr>
            <p:spPr>
              <a:xfrm>
                <a:off x="1297524" y="2089693"/>
                <a:ext cx="438402" cy="4242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</m:oMath>
                  </m:oMathPara>
                </a14:m>
                <a:endParaRPr lang="en-US" altLang="zh-TW" sz="2000" dirty="0"/>
              </a:p>
            </p:txBody>
          </p:sp>
        </mc:Choice>
        <mc:Fallback>
          <p:sp>
            <p:nvSpPr>
              <p:cNvPr id="129" name="文字方塊 128">
                <a:extLst>
                  <a:ext uri="{FF2B5EF4-FFF2-40B4-BE49-F238E27FC236}">
                    <a16:creationId xmlns:a16="http://schemas.microsoft.com/office/drawing/2014/main" id="{805928A4-2681-4937-BBD9-EADC350EFA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97524" y="2089693"/>
                <a:ext cx="438402" cy="424283"/>
              </a:xfrm>
              <a:prstGeom prst="rect">
                <a:avLst/>
              </a:prstGeom>
              <a:blipFill>
                <a:blip r:embed="rId31"/>
                <a:stretch>
                  <a:fillRect b="-579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0" name="文字方塊 129">
                <a:extLst>
                  <a:ext uri="{FF2B5EF4-FFF2-40B4-BE49-F238E27FC236}">
                    <a16:creationId xmlns:a16="http://schemas.microsoft.com/office/drawing/2014/main" id="{6B83F5A1-82ED-4BEB-8127-0DD3EDBE3F3B}"/>
                  </a:ext>
                </a:extLst>
              </p:cNvPr>
              <p:cNvSpPr txBox="1"/>
              <p:nvPr/>
            </p:nvSpPr>
            <p:spPr>
              <a:xfrm>
                <a:off x="1470507" y="2367845"/>
                <a:ext cx="388427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</m:oMath>
                  </m:oMathPara>
                </a14:m>
                <a:endParaRPr lang="en-US" altLang="zh-TW" sz="2000" dirty="0"/>
              </a:p>
            </p:txBody>
          </p:sp>
        </mc:Choice>
        <mc:Fallback>
          <p:sp>
            <p:nvSpPr>
              <p:cNvPr id="130" name="文字方塊 129">
                <a:extLst>
                  <a:ext uri="{FF2B5EF4-FFF2-40B4-BE49-F238E27FC236}">
                    <a16:creationId xmlns:a16="http://schemas.microsoft.com/office/drawing/2014/main" id="{6B83F5A1-82ED-4BEB-8127-0DD3EDBE3F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70507" y="2367845"/>
                <a:ext cx="388427" cy="400110"/>
              </a:xfrm>
              <a:prstGeom prst="rect">
                <a:avLst/>
              </a:prstGeom>
              <a:blipFill>
                <a:blip r:embed="rId32"/>
                <a:stretch>
                  <a:fillRect b="-757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1" name="文字方塊 130">
                <a:extLst>
                  <a:ext uri="{FF2B5EF4-FFF2-40B4-BE49-F238E27FC236}">
                    <a16:creationId xmlns:a16="http://schemas.microsoft.com/office/drawing/2014/main" id="{1BDE2B21-487B-4A73-9810-0757B46A2F97}"/>
                  </a:ext>
                </a:extLst>
              </p:cNvPr>
              <p:cNvSpPr txBox="1"/>
              <p:nvPr/>
            </p:nvSpPr>
            <p:spPr>
              <a:xfrm>
                <a:off x="767714" y="2808517"/>
                <a:ext cx="652306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0.1</m:t>
                          </m:r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en-US" altLang="zh-TW" sz="1600" dirty="0"/>
              </a:p>
            </p:txBody>
          </p:sp>
        </mc:Choice>
        <mc:Fallback>
          <p:sp>
            <p:nvSpPr>
              <p:cNvPr id="131" name="文字方塊 130">
                <a:extLst>
                  <a:ext uri="{FF2B5EF4-FFF2-40B4-BE49-F238E27FC236}">
                    <a16:creationId xmlns:a16="http://schemas.microsoft.com/office/drawing/2014/main" id="{1BDE2B21-487B-4A73-9810-0757B46A2F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7714" y="2808517"/>
                <a:ext cx="652306" cy="338554"/>
              </a:xfrm>
              <a:prstGeom prst="rect">
                <a:avLst/>
              </a:prstGeom>
              <a:blipFill>
                <a:blip r:embed="rId33"/>
                <a:stretch>
                  <a:fillRect b="-727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2" name="文字方塊 131">
                <a:extLst>
                  <a:ext uri="{FF2B5EF4-FFF2-40B4-BE49-F238E27FC236}">
                    <a16:creationId xmlns:a16="http://schemas.microsoft.com/office/drawing/2014/main" id="{8DA92DC4-1695-4E9B-9B8B-23A5B45F4D66}"/>
                  </a:ext>
                </a:extLst>
              </p:cNvPr>
              <p:cNvSpPr txBox="1"/>
              <p:nvPr/>
            </p:nvSpPr>
            <p:spPr>
              <a:xfrm>
                <a:off x="8400549" y="3288798"/>
                <a:ext cx="478319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sz="1400"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altLang="zh-TW" sz="1400">
                          <a:latin typeface="Cambria Math" panose="02040503050406030204" pitchFamily="18" charset="0"/>
                        </a:rPr>
                        <m:t>.</m:t>
                      </m:r>
                      <m:r>
                        <m:rPr>
                          <m:sty m:val="p"/>
                        </m:rPr>
                        <a:rPr lang="en-US" altLang="zh-TW" sz="1400">
                          <a:latin typeface="Cambria Math" panose="02040503050406030204" pitchFamily="18" charset="0"/>
                        </a:rPr>
                        <m:t>u</m:t>
                      </m:r>
                      <m:r>
                        <a:rPr lang="en-US" altLang="zh-TW" sz="140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TW" altLang="en-US" sz="1400" dirty="0"/>
              </a:p>
            </p:txBody>
          </p:sp>
        </mc:Choice>
        <mc:Fallback>
          <p:sp>
            <p:nvSpPr>
              <p:cNvPr id="132" name="文字方塊 131">
                <a:extLst>
                  <a:ext uri="{FF2B5EF4-FFF2-40B4-BE49-F238E27FC236}">
                    <a16:creationId xmlns:a16="http://schemas.microsoft.com/office/drawing/2014/main" id="{8DA92DC4-1695-4E9B-9B8B-23A5B45F4D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00549" y="3288798"/>
                <a:ext cx="478319" cy="307777"/>
              </a:xfrm>
              <a:prstGeom prst="rect">
                <a:avLst/>
              </a:prstGeom>
              <a:blipFill>
                <a:blip r:embed="rId3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1" name="圖片 20">
            <a:extLst>
              <a:ext uri="{FF2B5EF4-FFF2-40B4-BE49-F238E27FC236}">
                <a16:creationId xmlns:a16="http://schemas.microsoft.com/office/drawing/2014/main" id="{B38C4C83-08E7-446F-AEAF-D7DB192322EE}"/>
              </a:ext>
            </a:extLst>
          </p:cNvPr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5931737" y="1920193"/>
            <a:ext cx="1252800" cy="1256854"/>
          </a:xfrm>
          <a:prstGeom prst="rect">
            <a:avLst/>
          </a:prstGeom>
        </p:spPr>
      </p:pic>
      <p:pic>
        <p:nvPicPr>
          <p:cNvPr id="27" name="圖片 26">
            <a:extLst>
              <a:ext uri="{FF2B5EF4-FFF2-40B4-BE49-F238E27FC236}">
                <a16:creationId xmlns:a16="http://schemas.microsoft.com/office/drawing/2014/main" id="{73230D92-B59E-4358-A25E-BB91A83C1404}"/>
              </a:ext>
            </a:extLst>
          </p:cNvPr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5899651" y="3866400"/>
            <a:ext cx="1252800" cy="1275428"/>
          </a:xfrm>
          <a:prstGeom prst="rect">
            <a:avLst/>
          </a:prstGeom>
        </p:spPr>
      </p:pic>
      <p:pic>
        <p:nvPicPr>
          <p:cNvPr id="115" name="圖片 114">
            <a:extLst>
              <a:ext uri="{FF2B5EF4-FFF2-40B4-BE49-F238E27FC236}">
                <a16:creationId xmlns:a16="http://schemas.microsoft.com/office/drawing/2014/main" id="{98CD3D20-EFE7-4F5D-BDB9-A4E85C4BD8AC}"/>
              </a:ext>
            </a:extLst>
          </p:cNvPr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2078189" y="1931938"/>
            <a:ext cx="1252800" cy="1256962"/>
          </a:xfrm>
          <a:prstGeom prst="rect">
            <a:avLst/>
          </a:prstGeom>
        </p:spPr>
      </p:pic>
      <p:pic>
        <p:nvPicPr>
          <p:cNvPr id="116" name="圖片 115">
            <a:extLst>
              <a:ext uri="{FF2B5EF4-FFF2-40B4-BE49-F238E27FC236}">
                <a16:creationId xmlns:a16="http://schemas.microsoft.com/office/drawing/2014/main" id="{237614FB-716D-49B5-8923-FBC6FEBB865F}"/>
              </a:ext>
            </a:extLst>
          </p:cNvPr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2078189" y="3866400"/>
            <a:ext cx="1252800" cy="1256854"/>
          </a:xfrm>
          <a:prstGeom prst="rect">
            <a:avLst/>
          </a:prstGeom>
        </p:spPr>
      </p:pic>
      <p:pic>
        <p:nvPicPr>
          <p:cNvPr id="117" name="圖片 116">
            <a:extLst>
              <a:ext uri="{FF2B5EF4-FFF2-40B4-BE49-F238E27FC236}">
                <a16:creationId xmlns:a16="http://schemas.microsoft.com/office/drawing/2014/main" id="{BDA9D0BB-9BAC-4798-A355-D9231F3E55D7}"/>
              </a:ext>
            </a:extLst>
          </p:cNvPr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>
            <a:off x="3346754" y="1935107"/>
            <a:ext cx="1252800" cy="1252800"/>
          </a:xfrm>
          <a:prstGeom prst="rect">
            <a:avLst/>
          </a:prstGeom>
        </p:spPr>
      </p:pic>
      <p:pic>
        <p:nvPicPr>
          <p:cNvPr id="118" name="圖片 117">
            <a:extLst>
              <a:ext uri="{FF2B5EF4-FFF2-40B4-BE49-F238E27FC236}">
                <a16:creationId xmlns:a16="http://schemas.microsoft.com/office/drawing/2014/main" id="{131A593F-BDC4-4B23-9CDD-E84021EF44EC}"/>
              </a:ext>
            </a:extLst>
          </p:cNvPr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>
            <a:off x="3346754" y="3876480"/>
            <a:ext cx="1252800" cy="1248752"/>
          </a:xfrm>
          <a:prstGeom prst="rect">
            <a:avLst/>
          </a:prstGeom>
        </p:spPr>
      </p:pic>
      <p:pic>
        <p:nvPicPr>
          <p:cNvPr id="119" name="圖片 118">
            <a:extLst>
              <a:ext uri="{FF2B5EF4-FFF2-40B4-BE49-F238E27FC236}">
                <a16:creationId xmlns:a16="http://schemas.microsoft.com/office/drawing/2014/main" id="{EBA9BF88-FE46-4F65-ABC9-2458DE7DD94F}"/>
              </a:ext>
            </a:extLst>
          </p:cNvPr>
          <p:cNvPicPr>
            <a:picLocks noChangeAspect="1"/>
          </p:cNvPicPr>
          <p:nvPr/>
        </p:nvPicPr>
        <p:blipFill>
          <a:blip r:embed="rId41"/>
          <a:stretch>
            <a:fillRect/>
          </a:stretch>
        </p:blipFill>
        <p:spPr>
          <a:xfrm>
            <a:off x="4615320" y="1925997"/>
            <a:ext cx="1252800" cy="1260922"/>
          </a:xfrm>
          <a:prstGeom prst="rect">
            <a:avLst/>
          </a:prstGeom>
        </p:spPr>
      </p:pic>
      <p:pic>
        <p:nvPicPr>
          <p:cNvPr id="120" name="圖片 119">
            <a:extLst>
              <a:ext uri="{FF2B5EF4-FFF2-40B4-BE49-F238E27FC236}">
                <a16:creationId xmlns:a16="http://schemas.microsoft.com/office/drawing/2014/main" id="{DE169C83-857F-4377-998D-64946CE3BC03}"/>
              </a:ext>
            </a:extLst>
          </p:cNvPr>
          <p:cNvPicPr>
            <a:picLocks noChangeAspect="1"/>
          </p:cNvPicPr>
          <p:nvPr/>
        </p:nvPicPr>
        <p:blipFill>
          <a:blip r:embed="rId42"/>
          <a:stretch>
            <a:fillRect/>
          </a:stretch>
        </p:blipFill>
        <p:spPr>
          <a:xfrm>
            <a:off x="4615320" y="3867444"/>
            <a:ext cx="1252800" cy="1254827"/>
          </a:xfrm>
          <a:prstGeom prst="rect">
            <a:avLst/>
          </a:prstGeom>
        </p:spPr>
      </p:pic>
      <p:pic>
        <p:nvPicPr>
          <p:cNvPr id="28" name="圖片 27">
            <a:extLst>
              <a:ext uri="{FF2B5EF4-FFF2-40B4-BE49-F238E27FC236}">
                <a16:creationId xmlns:a16="http://schemas.microsoft.com/office/drawing/2014/main" id="{3B8493E8-60AB-49BF-A5FA-8D68515FA8AC}"/>
              </a:ext>
            </a:extLst>
          </p:cNvPr>
          <p:cNvPicPr>
            <a:picLocks noChangeAspect="1"/>
          </p:cNvPicPr>
          <p:nvPr/>
        </p:nvPicPr>
        <p:blipFill>
          <a:blip r:embed="rId43"/>
          <a:stretch>
            <a:fillRect/>
          </a:stretch>
        </p:blipFill>
        <p:spPr>
          <a:xfrm>
            <a:off x="7192038" y="3861653"/>
            <a:ext cx="1252800" cy="1254827"/>
          </a:xfrm>
          <a:prstGeom prst="rect">
            <a:avLst/>
          </a:prstGeom>
        </p:spPr>
      </p:pic>
      <p:cxnSp>
        <p:nvCxnSpPr>
          <p:cNvPr id="30" name="接點: 肘形 29">
            <a:extLst>
              <a:ext uri="{FF2B5EF4-FFF2-40B4-BE49-F238E27FC236}">
                <a16:creationId xmlns:a16="http://schemas.microsoft.com/office/drawing/2014/main" id="{54CD8412-5646-4D95-9FF4-C47119D3F5B7}"/>
              </a:ext>
            </a:extLst>
          </p:cNvPr>
          <p:cNvCxnSpPr>
            <a:cxnSpLocks/>
            <a:stCxn id="21" idx="3"/>
            <a:endCxn id="113" idx="0"/>
          </p:cNvCxnSpPr>
          <p:nvPr/>
        </p:nvCxnSpPr>
        <p:spPr>
          <a:xfrm flipH="1">
            <a:off x="1436024" y="2548620"/>
            <a:ext cx="5748513" cy="1320795"/>
          </a:xfrm>
          <a:prstGeom prst="bentConnector4">
            <a:avLst>
              <a:gd name="adj1" fmla="val -3977"/>
              <a:gd name="adj2" fmla="val 73790"/>
            </a:avLst>
          </a:prstGeom>
          <a:ln>
            <a:tailEnd type="triangle" w="lg" len="lg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68" name="文字方塊 67">
                <a:extLst>
                  <a:ext uri="{FF2B5EF4-FFF2-40B4-BE49-F238E27FC236}">
                    <a16:creationId xmlns:a16="http://schemas.microsoft.com/office/drawing/2014/main" id="{12871EE5-2EF7-46EE-B254-3D52CA92B38B}"/>
                  </a:ext>
                </a:extLst>
              </p:cNvPr>
              <p:cNvSpPr txBox="1"/>
              <p:nvPr/>
            </p:nvSpPr>
            <p:spPr>
              <a:xfrm>
                <a:off x="362226" y="5032133"/>
                <a:ext cx="1199874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0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𝜋</m:t>
                      </m:r>
                    </m:oMath>
                  </m:oMathPara>
                </a14:m>
                <a:endParaRPr lang="zh-TW" alt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68" name="文字方塊 67">
                <a:extLst>
                  <a:ext uri="{FF2B5EF4-FFF2-40B4-BE49-F238E27FC236}">
                    <a16:creationId xmlns:a16="http://schemas.microsoft.com/office/drawing/2014/main" id="{12871EE5-2EF7-46EE-B254-3D52CA92B3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2226" y="5032133"/>
                <a:ext cx="1199874" cy="400110"/>
              </a:xfrm>
              <a:prstGeom prst="rect">
                <a:avLst/>
              </a:prstGeom>
              <a:blipFill>
                <a:blip r:embed="rId4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9" name="文字方塊 68">
                <a:extLst>
                  <a:ext uri="{FF2B5EF4-FFF2-40B4-BE49-F238E27FC236}">
                    <a16:creationId xmlns:a16="http://schemas.microsoft.com/office/drawing/2014/main" id="{0D9E3E0D-B926-4D12-81D4-8F073C67EEDA}"/>
                  </a:ext>
                </a:extLst>
              </p:cNvPr>
              <p:cNvSpPr txBox="1"/>
              <p:nvPr/>
            </p:nvSpPr>
            <p:spPr>
              <a:xfrm>
                <a:off x="1770887" y="5032133"/>
                <a:ext cx="1199874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0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1.2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𝜋</m:t>
                      </m:r>
                    </m:oMath>
                  </m:oMathPara>
                </a14:m>
                <a:endParaRPr lang="zh-TW" alt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69" name="文字方塊 68">
                <a:extLst>
                  <a:ext uri="{FF2B5EF4-FFF2-40B4-BE49-F238E27FC236}">
                    <a16:creationId xmlns:a16="http://schemas.microsoft.com/office/drawing/2014/main" id="{0D9E3E0D-B926-4D12-81D4-8F073C67EE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70887" y="5032133"/>
                <a:ext cx="1199874" cy="400110"/>
              </a:xfrm>
              <a:prstGeom prst="rect">
                <a:avLst/>
              </a:prstGeom>
              <a:blipFill>
                <a:blip r:embed="rId4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1" name="文字方塊 70">
                <a:extLst>
                  <a:ext uri="{FF2B5EF4-FFF2-40B4-BE49-F238E27FC236}">
                    <a16:creationId xmlns:a16="http://schemas.microsoft.com/office/drawing/2014/main" id="{4C81B685-2E1C-4F73-A2AA-337ED9EDF5AB}"/>
                  </a:ext>
                </a:extLst>
              </p:cNvPr>
              <p:cNvSpPr txBox="1"/>
              <p:nvPr/>
            </p:nvSpPr>
            <p:spPr>
              <a:xfrm>
                <a:off x="647976" y="3098164"/>
                <a:ext cx="1199874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0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𝑤𝑡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=0</m:t>
                      </m:r>
                    </m:oMath>
                  </m:oMathPara>
                </a14:m>
                <a:endParaRPr lang="zh-TW" alt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71" name="文字方塊 70">
                <a:extLst>
                  <a:ext uri="{FF2B5EF4-FFF2-40B4-BE49-F238E27FC236}">
                    <a16:creationId xmlns:a16="http://schemas.microsoft.com/office/drawing/2014/main" id="{4C81B685-2E1C-4F73-A2AA-337ED9EDF5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7976" y="3098164"/>
                <a:ext cx="1199874" cy="400110"/>
              </a:xfrm>
              <a:prstGeom prst="rect">
                <a:avLst/>
              </a:prstGeom>
              <a:blipFill>
                <a:blip r:embed="rId4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2" name="文字方塊 71">
                <a:extLst>
                  <a:ext uri="{FF2B5EF4-FFF2-40B4-BE49-F238E27FC236}">
                    <a16:creationId xmlns:a16="http://schemas.microsoft.com/office/drawing/2014/main" id="{2B4AAD81-DCED-4D3D-9099-BD6EDD85B7B2}"/>
                  </a:ext>
                </a:extLst>
              </p:cNvPr>
              <p:cNvSpPr txBox="1"/>
              <p:nvPr/>
            </p:nvSpPr>
            <p:spPr>
              <a:xfrm>
                <a:off x="1770887" y="3098164"/>
                <a:ext cx="1199874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00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0.</m:t>
                      </m:r>
                      <m:r>
                        <a:rPr lang="en-US" altLang="zh-TW" sz="2000" b="0" i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2</m:t>
                      </m:r>
                      <m:r>
                        <a:rPr lang="en-US" altLang="zh-TW" sz="20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𝜋</m:t>
                      </m:r>
                    </m:oMath>
                  </m:oMathPara>
                </a14:m>
                <a:endParaRPr lang="zh-TW" alt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72" name="文字方塊 71">
                <a:extLst>
                  <a:ext uri="{FF2B5EF4-FFF2-40B4-BE49-F238E27FC236}">
                    <a16:creationId xmlns:a16="http://schemas.microsoft.com/office/drawing/2014/main" id="{2B4AAD81-DCED-4D3D-9099-BD6EDD85B7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70887" y="3098164"/>
                <a:ext cx="1199874" cy="400110"/>
              </a:xfrm>
              <a:prstGeom prst="rect">
                <a:avLst/>
              </a:prstGeom>
              <a:blipFill>
                <a:blip r:embed="rId4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5" name="文字方塊 74">
                <a:extLst>
                  <a:ext uri="{FF2B5EF4-FFF2-40B4-BE49-F238E27FC236}">
                    <a16:creationId xmlns:a16="http://schemas.microsoft.com/office/drawing/2014/main" id="{DA807EA8-AAE7-4590-98BF-6AE76C27E090}"/>
                  </a:ext>
                </a:extLst>
              </p:cNvPr>
              <p:cNvSpPr txBox="1"/>
              <p:nvPr/>
            </p:nvSpPr>
            <p:spPr>
              <a:xfrm>
                <a:off x="3054443" y="3098164"/>
                <a:ext cx="1199874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00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0.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4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𝜋</m:t>
                      </m:r>
                    </m:oMath>
                  </m:oMathPara>
                </a14:m>
                <a:endParaRPr lang="zh-TW" alt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75" name="文字方塊 74">
                <a:extLst>
                  <a:ext uri="{FF2B5EF4-FFF2-40B4-BE49-F238E27FC236}">
                    <a16:creationId xmlns:a16="http://schemas.microsoft.com/office/drawing/2014/main" id="{DA807EA8-AAE7-4590-98BF-6AE76C27E0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54443" y="3098164"/>
                <a:ext cx="1199874" cy="400110"/>
              </a:xfrm>
              <a:prstGeom prst="rect">
                <a:avLst/>
              </a:prstGeom>
              <a:blipFill>
                <a:blip r:embed="rId4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7" name="文字方塊 76">
                <a:extLst>
                  <a:ext uri="{FF2B5EF4-FFF2-40B4-BE49-F238E27FC236}">
                    <a16:creationId xmlns:a16="http://schemas.microsoft.com/office/drawing/2014/main" id="{EE82138C-9928-4DD7-89C1-B67DF0D8A984}"/>
                  </a:ext>
                </a:extLst>
              </p:cNvPr>
              <p:cNvSpPr txBox="1"/>
              <p:nvPr/>
            </p:nvSpPr>
            <p:spPr>
              <a:xfrm>
                <a:off x="4292437" y="3098164"/>
                <a:ext cx="1199874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00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0.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6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𝜋</m:t>
                      </m:r>
                    </m:oMath>
                  </m:oMathPara>
                </a14:m>
                <a:endParaRPr lang="zh-TW" alt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77" name="文字方塊 76">
                <a:extLst>
                  <a:ext uri="{FF2B5EF4-FFF2-40B4-BE49-F238E27FC236}">
                    <a16:creationId xmlns:a16="http://schemas.microsoft.com/office/drawing/2014/main" id="{EE82138C-9928-4DD7-89C1-B67DF0D8A9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92437" y="3098164"/>
                <a:ext cx="1199874" cy="400110"/>
              </a:xfrm>
              <a:prstGeom prst="rect">
                <a:avLst/>
              </a:prstGeom>
              <a:blipFill>
                <a:blip r:embed="rId4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8" name="文字方塊 77">
                <a:extLst>
                  <a:ext uri="{FF2B5EF4-FFF2-40B4-BE49-F238E27FC236}">
                    <a16:creationId xmlns:a16="http://schemas.microsoft.com/office/drawing/2014/main" id="{46A512FE-782F-43FF-ABB1-13E4E693DB22}"/>
                  </a:ext>
                </a:extLst>
              </p:cNvPr>
              <p:cNvSpPr txBox="1"/>
              <p:nvPr/>
            </p:nvSpPr>
            <p:spPr>
              <a:xfrm>
                <a:off x="3007578" y="5032133"/>
                <a:ext cx="1199874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0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1.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4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𝜋</m:t>
                      </m:r>
                    </m:oMath>
                  </m:oMathPara>
                </a14:m>
                <a:endParaRPr lang="zh-TW" alt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78" name="文字方塊 77">
                <a:extLst>
                  <a:ext uri="{FF2B5EF4-FFF2-40B4-BE49-F238E27FC236}">
                    <a16:creationId xmlns:a16="http://schemas.microsoft.com/office/drawing/2014/main" id="{46A512FE-782F-43FF-ABB1-13E4E693DB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07578" y="5032133"/>
                <a:ext cx="1199874" cy="400110"/>
              </a:xfrm>
              <a:prstGeom prst="rect">
                <a:avLst/>
              </a:prstGeom>
              <a:blipFill>
                <a:blip r:embed="rId5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9" name="文字方塊 78">
                <a:extLst>
                  <a:ext uri="{FF2B5EF4-FFF2-40B4-BE49-F238E27FC236}">
                    <a16:creationId xmlns:a16="http://schemas.microsoft.com/office/drawing/2014/main" id="{3D03F6AE-A8C5-4195-9C14-7934D7A2C8A1}"/>
                  </a:ext>
                </a:extLst>
              </p:cNvPr>
              <p:cNvSpPr txBox="1"/>
              <p:nvPr/>
            </p:nvSpPr>
            <p:spPr>
              <a:xfrm>
                <a:off x="4292437" y="5032133"/>
                <a:ext cx="1199874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00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1</m:t>
                      </m:r>
                      <m:r>
                        <a:rPr lang="en-US" altLang="zh-TW" sz="20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.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6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𝜋</m:t>
                      </m:r>
                    </m:oMath>
                  </m:oMathPara>
                </a14:m>
                <a:endParaRPr lang="zh-TW" alt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79" name="文字方塊 78">
                <a:extLst>
                  <a:ext uri="{FF2B5EF4-FFF2-40B4-BE49-F238E27FC236}">
                    <a16:creationId xmlns:a16="http://schemas.microsoft.com/office/drawing/2014/main" id="{3D03F6AE-A8C5-4195-9C14-7934D7A2C8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92437" y="5032133"/>
                <a:ext cx="1199874" cy="400110"/>
              </a:xfrm>
              <a:prstGeom prst="rect">
                <a:avLst/>
              </a:prstGeom>
              <a:blipFill>
                <a:blip r:embed="rId5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0" name="文字方塊 99">
                <a:extLst>
                  <a:ext uri="{FF2B5EF4-FFF2-40B4-BE49-F238E27FC236}">
                    <a16:creationId xmlns:a16="http://schemas.microsoft.com/office/drawing/2014/main" id="{CF2218C3-F1C0-4E8C-9410-FDAE86BE3FE4}"/>
                  </a:ext>
                </a:extLst>
              </p:cNvPr>
              <p:cNvSpPr txBox="1"/>
              <p:nvPr/>
            </p:nvSpPr>
            <p:spPr>
              <a:xfrm>
                <a:off x="5620689" y="3098164"/>
                <a:ext cx="1199874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00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0.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8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𝜋</m:t>
                      </m:r>
                    </m:oMath>
                  </m:oMathPara>
                </a14:m>
                <a:endParaRPr lang="zh-TW" alt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00" name="文字方塊 99">
                <a:extLst>
                  <a:ext uri="{FF2B5EF4-FFF2-40B4-BE49-F238E27FC236}">
                    <a16:creationId xmlns:a16="http://schemas.microsoft.com/office/drawing/2014/main" id="{CF2218C3-F1C0-4E8C-9410-FDAE86BE3F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20689" y="3098164"/>
                <a:ext cx="1199874" cy="400110"/>
              </a:xfrm>
              <a:prstGeom prst="rect">
                <a:avLst/>
              </a:prstGeom>
              <a:blipFill>
                <a:blip r:embed="rId5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1" name="文字方塊 100">
                <a:extLst>
                  <a:ext uri="{FF2B5EF4-FFF2-40B4-BE49-F238E27FC236}">
                    <a16:creationId xmlns:a16="http://schemas.microsoft.com/office/drawing/2014/main" id="{EAFB435F-64EC-4886-B5FE-48DE2C55C289}"/>
                  </a:ext>
                </a:extLst>
              </p:cNvPr>
              <p:cNvSpPr txBox="1"/>
              <p:nvPr/>
            </p:nvSpPr>
            <p:spPr>
              <a:xfrm>
                <a:off x="5620689" y="5032133"/>
                <a:ext cx="1199874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00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1</m:t>
                      </m:r>
                      <m:r>
                        <a:rPr lang="en-US" altLang="zh-TW" sz="20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.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8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𝜋</m:t>
                      </m:r>
                    </m:oMath>
                  </m:oMathPara>
                </a14:m>
                <a:endParaRPr lang="zh-TW" alt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01" name="文字方塊 100">
                <a:extLst>
                  <a:ext uri="{FF2B5EF4-FFF2-40B4-BE49-F238E27FC236}">
                    <a16:creationId xmlns:a16="http://schemas.microsoft.com/office/drawing/2014/main" id="{EAFB435F-64EC-4886-B5FE-48DE2C55C2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20689" y="5032133"/>
                <a:ext cx="1199874" cy="400110"/>
              </a:xfrm>
              <a:prstGeom prst="rect">
                <a:avLst/>
              </a:prstGeom>
              <a:blipFill>
                <a:blip r:embed="rId5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6" name="文字方塊 135">
                <a:extLst>
                  <a:ext uri="{FF2B5EF4-FFF2-40B4-BE49-F238E27FC236}">
                    <a16:creationId xmlns:a16="http://schemas.microsoft.com/office/drawing/2014/main" id="{CF5E7E2A-0365-4C26-9BD3-DAD6730D1AB3}"/>
                  </a:ext>
                </a:extLst>
              </p:cNvPr>
              <p:cNvSpPr txBox="1"/>
              <p:nvPr/>
            </p:nvSpPr>
            <p:spPr>
              <a:xfrm>
                <a:off x="6860573" y="5032133"/>
                <a:ext cx="1199874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00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2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𝜋</m:t>
                      </m:r>
                    </m:oMath>
                  </m:oMathPara>
                </a14:m>
                <a:endParaRPr lang="zh-TW" alt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36" name="文字方塊 135">
                <a:extLst>
                  <a:ext uri="{FF2B5EF4-FFF2-40B4-BE49-F238E27FC236}">
                    <a16:creationId xmlns:a16="http://schemas.microsoft.com/office/drawing/2014/main" id="{CF5E7E2A-0365-4C26-9BD3-DAD6730D1A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60573" y="5032133"/>
                <a:ext cx="1199874" cy="400110"/>
              </a:xfrm>
              <a:prstGeom prst="rect">
                <a:avLst/>
              </a:prstGeom>
              <a:blipFill>
                <a:blip r:embed="rId5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4" name="文字方塊 143">
                <a:extLst>
                  <a:ext uri="{FF2B5EF4-FFF2-40B4-BE49-F238E27FC236}">
                    <a16:creationId xmlns:a16="http://schemas.microsoft.com/office/drawing/2014/main" id="{AD59C337-A820-4615-9BE3-87514EC4E936}"/>
                  </a:ext>
                </a:extLst>
              </p:cNvPr>
              <p:cNvSpPr txBox="1"/>
              <p:nvPr/>
            </p:nvSpPr>
            <p:spPr>
              <a:xfrm>
                <a:off x="8768942" y="1704898"/>
                <a:ext cx="53126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0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1</m:t>
                      </m:r>
                    </m:oMath>
                  </m:oMathPara>
                </a14:m>
                <a:endParaRPr lang="zh-TW" alt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44" name="文字方塊 143">
                <a:extLst>
                  <a:ext uri="{FF2B5EF4-FFF2-40B4-BE49-F238E27FC236}">
                    <a16:creationId xmlns:a16="http://schemas.microsoft.com/office/drawing/2014/main" id="{AD59C337-A820-4615-9BE3-87514EC4E9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68942" y="1704898"/>
                <a:ext cx="531268" cy="400110"/>
              </a:xfrm>
              <a:prstGeom prst="rect">
                <a:avLst/>
              </a:prstGeom>
              <a:blipFill>
                <a:blip r:embed="rId5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5" name="文字方塊 144">
                <a:extLst>
                  <a:ext uri="{FF2B5EF4-FFF2-40B4-BE49-F238E27FC236}">
                    <a16:creationId xmlns:a16="http://schemas.microsoft.com/office/drawing/2014/main" id="{3567DCBC-4195-40B9-86C6-63C87FA9738C}"/>
                  </a:ext>
                </a:extLst>
              </p:cNvPr>
              <p:cNvSpPr txBox="1"/>
              <p:nvPr/>
            </p:nvSpPr>
            <p:spPr>
              <a:xfrm>
                <a:off x="8768942" y="4869253"/>
                <a:ext cx="53126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0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−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1</m:t>
                      </m:r>
                    </m:oMath>
                  </m:oMathPara>
                </a14:m>
                <a:endParaRPr lang="zh-TW" alt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45" name="文字方塊 144">
                <a:extLst>
                  <a:ext uri="{FF2B5EF4-FFF2-40B4-BE49-F238E27FC236}">
                    <a16:creationId xmlns:a16="http://schemas.microsoft.com/office/drawing/2014/main" id="{3567DCBC-4195-40B9-86C6-63C87FA973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68942" y="4869253"/>
                <a:ext cx="531268" cy="400110"/>
              </a:xfrm>
              <a:prstGeom prst="rect">
                <a:avLst/>
              </a:prstGeom>
              <a:blipFill>
                <a:blip r:embed="rId5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7201654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矩形: 圓角 176">
            <a:extLst>
              <a:ext uri="{FF2B5EF4-FFF2-40B4-BE49-F238E27FC236}">
                <a16:creationId xmlns:a16="http://schemas.microsoft.com/office/drawing/2014/main" id="{C0499F8D-22B8-4B76-B2A0-FC45B222262E}"/>
              </a:ext>
            </a:extLst>
          </p:cNvPr>
          <p:cNvSpPr/>
          <p:nvPr/>
        </p:nvSpPr>
        <p:spPr>
          <a:xfrm>
            <a:off x="4931433" y="12063"/>
            <a:ext cx="4899729" cy="6179835"/>
          </a:xfrm>
          <a:prstGeom prst="roundRect">
            <a:avLst>
              <a:gd name="adj" fmla="val 7772"/>
            </a:avLst>
          </a:prstGeom>
          <a:gradFill flip="none" rotWithShape="1"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lin ang="54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2000" dirty="0"/>
          </a:p>
        </p:txBody>
      </p:sp>
      <p:pic>
        <p:nvPicPr>
          <p:cNvPr id="66" name="圖片 65">
            <a:extLst>
              <a:ext uri="{FF2B5EF4-FFF2-40B4-BE49-F238E27FC236}">
                <a16:creationId xmlns:a16="http://schemas.microsoft.com/office/drawing/2014/main" id="{96488914-D438-4536-9CD1-1A9DAC3143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4868" y="3895802"/>
            <a:ext cx="1252800" cy="1261797"/>
          </a:xfrm>
          <a:prstGeom prst="rect">
            <a:avLst/>
          </a:prstGeom>
        </p:spPr>
      </p:pic>
      <p:pic>
        <p:nvPicPr>
          <p:cNvPr id="67" name="圖片 66">
            <a:extLst>
              <a:ext uri="{FF2B5EF4-FFF2-40B4-BE49-F238E27FC236}">
                <a16:creationId xmlns:a16="http://schemas.microsoft.com/office/drawing/2014/main" id="{617263D5-645B-45F2-A3B2-6F02F2147A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218" y="3848669"/>
            <a:ext cx="1252800" cy="1255112"/>
          </a:xfrm>
          <a:prstGeom prst="rect">
            <a:avLst/>
          </a:prstGeom>
        </p:spPr>
      </p:pic>
      <p:pic>
        <p:nvPicPr>
          <p:cNvPr id="68" name="圖片 67">
            <a:extLst>
              <a:ext uri="{FF2B5EF4-FFF2-40B4-BE49-F238E27FC236}">
                <a16:creationId xmlns:a16="http://schemas.microsoft.com/office/drawing/2014/main" id="{87E8D4F4-E472-400E-88A5-D133CED00CD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37550" y="2268229"/>
            <a:ext cx="1252800" cy="1255116"/>
          </a:xfrm>
          <a:prstGeom prst="rect">
            <a:avLst/>
          </a:prstGeom>
        </p:spPr>
      </p:pic>
      <p:pic>
        <p:nvPicPr>
          <p:cNvPr id="69" name="圖片 68">
            <a:extLst>
              <a:ext uri="{FF2B5EF4-FFF2-40B4-BE49-F238E27FC236}">
                <a16:creationId xmlns:a16="http://schemas.microsoft.com/office/drawing/2014/main" id="{C7A4D936-DF4D-4E41-A995-01C8AB7F49A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29815" y="2245375"/>
            <a:ext cx="1252800" cy="1254695"/>
          </a:xfrm>
          <a:prstGeom prst="rect">
            <a:avLst/>
          </a:prstGeom>
        </p:spPr>
      </p:pic>
      <p:pic>
        <p:nvPicPr>
          <p:cNvPr id="70" name="圖片 69">
            <a:extLst>
              <a:ext uri="{FF2B5EF4-FFF2-40B4-BE49-F238E27FC236}">
                <a16:creationId xmlns:a16="http://schemas.microsoft.com/office/drawing/2014/main" id="{C2093E86-1FE4-4D48-BF24-DF8D111B8F5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66715" y="1298210"/>
            <a:ext cx="1252800" cy="1256590"/>
          </a:xfrm>
          <a:prstGeom prst="rect">
            <a:avLst/>
          </a:prstGeom>
        </p:spPr>
      </p:pic>
      <p:pic>
        <p:nvPicPr>
          <p:cNvPr id="71" name="圖片 70">
            <a:extLst>
              <a:ext uri="{FF2B5EF4-FFF2-40B4-BE49-F238E27FC236}">
                <a16:creationId xmlns:a16="http://schemas.microsoft.com/office/drawing/2014/main" id="{A7A9F58A-BE6C-4254-A743-5ED2579D719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89495" y="4877029"/>
            <a:ext cx="1252800" cy="1252800"/>
          </a:xfrm>
          <a:prstGeom prst="rect">
            <a:avLst/>
          </a:prstGeom>
        </p:spPr>
      </p:pic>
      <p:pic>
        <p:nvPicPr>
          <p:cNvPr id="58" name="圖片 57">
            <a:extLst>
              <a:ext uri="{FF2B5EF4-FFF2-40B4-BE49-F238E27FC236}">
                <a16:creationId xmlns:a16="http://schemas.microsoft.com/office/drawing/2014/main" id="{A4A91FE2-5131-439B-A8A8-65C2680EE750}"/>
              </a:ext>
            </a:extLst>
          </p:cNvPr>
          <p:cNvPicPr>
            <a:picLocks noChangeAspect="1"/>
          </p:cNvPicPr>
          <p:nvPr/>
        </p:nvPicPr>
        <p:blipFill rotWithShape="1">
          <a:blip r:embed="rId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1" r="17974"/>
          <a:stretch/>
        </p:blipFill>
        <p:spPr>
          <a:xfrm>
            <a:off x="7876777" y="1272225"/>
            <a:ext cx="448073" cy="1329441"/>
          </a:xfrm>
          <a:prstGeom prst="rect">
            <a:avLst/>
          </a:prstGeom>
        </p:spPr>
      </p:pic>
      <p:pic>
        <p:nvPicPr>
          <p:cNvPr id="60" name="圖片 59">
            <a:extLst>
              <a:ext uri="{FF2B5EF4-FFF2-40B4-BE49-F238E27FC236}">
                <a16:creationId xmlns:a16="http://schemas.microsoft.com/office/drawing/2014/main" id="{42DD76E4-3C3A-46F2-B2B8-35BF6726C155}"/>
              </a:ext>
            </a:extLst>
          </p:cNvPr>
          <p:cNvPicPr>
            <a:picLocks noChangeAspect="1"/>
          </p:cNvPicPr>
          <p:nvPr/>
        </p:nvPicPr>
        <p:blipFill rotWithShape="1">
          <a:blip r:embed="rId9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t="61405"/>
          <a:stretch/>
        </p:blipFill>
        <p:spPr>
          <a:xfrm>
            <a:off x="6260308" y="573670"/>
            <a:ext cx="2300718" cy="47028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80" name="文字方塊 179">
                <a:extLst>
                  <a:ext uri="{FF2B5EF4-FFF2-40B4-BE49-F238E27FC236}">
                    <a16:creationId xmlns:a16="http://schemas.microsoft.com/office/drawing/2014/main" id="{C6592285-FBA9-4DE2-BE47-D5703A7C2A40}"/>
                  </a:ext>
                </a:extLst>
              </p:cNvPr>
              <p:cNvSpPr txBox="1"/>
              <p:nvPr/>
            </p:nvSpPr>
            <p:spPr>
              <a:xfrm>
                <a:off x="6994665" y="4501420"/>
                <a:ext cx="812954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600" i="1" smtClean="0">
                          <a:latin typeface="Cambria Math" panose="02040503050406030204" pitchFamily="18" charset="0"/>
                        </a:rPr>
                        <m:t>|</m:t>
                      </m:r>
                      <m:d>
                        <m:dPr>
                          <m:begChr m:val=""/>
                          <m:endChr m:val="⟩"/>
                          <m:ctrlPr>
                            <a:rPr lang="en-US" altLang="zh-TW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−1, </m:t>
                          </m:r>
                          <m:r>
                            <a:rPr lang="en-US" altLang="zh-TW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d>
                    </m:oMath>
                  </m:oMathPara>
                </a14:m>
                <a:endParaRPr lang="zh-TW" altLang="en-US" sz="1600" dirty="0"/>
              </a:p>
            </p:txBody>
          </p:sp>
        </mc:Choice>
        <mc:Fallback xmlns="">
          <p:sp>
            <p:nvSpPr>
              <p:cNvPr id="180" name="文字方塊 179">
                <a:extLst>
                  <a:ext uri="{FF2B5EF4-FFF2-40B4-BE49-F238E27FC236}">
                    <a16:creationId xmlns:a16="http://schemas.microsoft.com/office/drawing/2014/main" id="{C6592285-FBA9-4DE2-BE47-D5703A7C2A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94665" y="4501420"/>
                <a:ext cx="812954" cy="338554"/>
              </a:xfrm>
              <a:prstGeom prst="rect">
                <a:avLst/>
              </a:prstGeom>
              <a:blipFill>
                <a:blip r:embed="rId10"/>
                <a:stretch>
                  <a:fillRect t="-108929" r="-46269" b="-16785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9" name="文字方塊 188">
                <a:extLst>
                  <a:ext uri="{FF2B5EF4-FFF2-40B4-BE49-F238E27FC236}">
                    <a16:creationId xmlns:a16="http://schemas.microsoft.com/office/drawing/2014/main" id="{06013B16-AADE-4F50-9769-3B0E22EFD811}"/>
                  </a:ext>
                </a:extLst>
              </p:cNvPr>
              <p:cNvSpPr txBox="1"/>
              <p:nvPr/>
            </p:nvSpPr>
            <p:spPr>
              <a:xfrm>
                <a:off x="6994665" y="2555828"/>
                <a:ext cx="812954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600" i="1" smtClean="0">
                          <a:latin typeface="Cambria Math" panose="02040503050406030204" pitchFamily="18" charset="0"/>
                        </a:rPr>
                        <m:t>|</m:t>
                      </m:r>
                      <m:d>
                        <m:dPr>
                          <m:begChr m:val=""/>
                          <m:endChr m:val="⟩"/>
                          <m:ctrlPr>
                            <a:rPr lang="en-US" altLang="zh-TW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1, </m:t>
                          </m:r>
                          <m:r>
                            <a:rPr lang="en-US" altLang="zh-TW" sz="16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</m:oMath>
                  </m:oMathPara>
                </a14:m>
                <a:endParaRPr lang="zh-TW" altLang="en-US" sz="1600" dirty="0"/>
              </a:p>
            </p:txBody>
          </p:sp>
        </mc:Choice>
        <mc:Fallback xmlns="">
          <p:sp>
            <p:nvSpPr>
              <p:cNvPr id="189" name="文字方塊 188">
                <a:extLst>
                  <a:ext uri="{FF2B5EF4-FFF2-40B4-BE49-F238E27FC236}">
                    <a16:creationId xmlns:a16="http://schemas.microsoft.com/office/drawing/2014/main" id="{06013B16-AADE-4F50-9769-3B0E22EFD8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94665" y="2555828"/>
                <a:ext cx="812954" cy="338554"/>
              </a:xfrm>
              <a:prstGeom prst="rect">
                <a:avLst/>
              </a:prstGeom>
              <a:blipFill>
                <a:blip r:embed="rId11"/>
                <a:stretch>
                  <a:fillRect t="-108929" r="-46269" b="-16785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12" name="群組 211">
            <a:extLst>
              <a:ext uri="{FF2B5EF4-FFF2-40B4-BE49-F238E27FC236}">
                <a16:creationId xmlns:a16="http://schemas.microsoft.com/office/drawing/2014/main" id="{56BB1570-BE07-4CCA-B844-DD9F00E8733F}"/>
              </a:ext>
            </a:extLst>
          </p:cNvPr>
          <p:cNvGrpSpPr/>
          <p:nvPr/>
        </p:nvGrpSpPr>
        <p:grpSpPr>
          <a:xfrm>
            <a:off x="7184183" y="1808686"/>
            <a:ext cx="115586" cy="110880"/>
            <a:chOff x="1373392" y="2391862"/>
            <a:chExt cx="479433" cy="476535"/>
          </a:xfrm>
        </p:grpSpPr>
        <p:sp>
          <p:nvSpPr>
            <p:cNvPr id="213" name="箭號: 向右 212">
              <a:extLst>
                <a:ext uri="{FF2B5EF4-FFF2-40B4-BE49-F238E27FC236}">
                  <a16:creationId xmlns:a16="http://schemas.microsoft.com/office/drawing/2014/main" id="{D44EB9EF-73CA-404D-99EE-1F0CCE892A52}"/>
                </a:ext>
              </a:extLst>
            </p:cNvPr>
            <p:cNvSpPr/>
            <p:nvPr/>
          </p:nvSpPr>
          <p:spPr>
            <a:xfrm>
              <a:off x="1411244" y="2735868"/>
              <a:ext cx="441581" cy="132529"/>
            </a:xfrm>
            <a:prstGeom prst="rightArrow">
              <a:avLst>
                <a:gd name="adj1" fmla="val 50000"/>
                <a:gd name="adj2" fmla="val 99023"/>
              </a:avLst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220" name="箭號: 向右 219">
              <a:extLst>
                <a:ext uri="{FF2B5EF4-FFF2-40B4-BE49-F238E27FC236}">
                  <a16:creationId xmlns:a16="http://schemas.microsoft.com/office/drawing/2014/main" id="{9F517533-ADEE-4B5D-BB6F-1F4159A610F9}"/>
                </a:ext>
              </a:extLst>
            </p:cNvPr>
            <p:cNvSpPr/>
            <p:nvPr/>
          </p:nvSpPr>
          <p:spPr>
            <a:xfrm rot="16200000">
              <a:off x="1218866" y="2546388"/>
              <a:ext cx="441581" cy="132529"/>
            </a:xfrm>
            <a:prstGeom prst="rightArrow">
              <a:avLst>
                <a:gd name="adj1" fmla="val 50000"/>
                <a:gd name="adj2" fmla="val 99023"/>
              </a:avLst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2000" dirty="0">
                <a:solidFill>
                  <a:schemeClr val="tx1"/>
                </a:solidFill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26" name="文字方塊 225">
                <a:extLst>
                  <a:ext uri="{FF2B5EF4-FFF2-40B4-BE49-F238E27FC236}">
                    <a16:creationId xmlns:a16="http://schemas.microsoft.com/office/drawing/2014/main" id="{4A797F52-28EA-4953-BC86-8E8901D5D2D9}"/>
                  </a:ext>
                </a:extLst>
              </p:cNvPr>
              <p:cNvSpPr txBox="1"/>
              <p:nvPr/>
            </p:nvSpPr>
            <p:spPr>
              <a:xfrm>
                <a:off x="7064306" y="1435710"/>
                <a:ext cx="438402" cy="4242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</m:oMath>
                  </m:oMathPara>
                </a14:m>
                <a:endParaRPr lang="en-US" altLang="zh-TW" sz="2000" dirty="0"/>
              </a:p>
            </p:txBody>
          </p:sp>
        </mc:Choice>
        <mc:Fallback xmlns="">
          <p:sp>
            <p:nvSpPr>
              <p:cNvPr id="226" name="文字方塊 225">
                <a:extLst>
                  <a:ext uri="{FF2B5EF4-FFF2-40B4-BE49-F238E27FC236}">
                    <a16:creationId xmlns:a16="http://schemas.microsoft.com/office/drawing/2014/main" id="{4A797F52-28EA-4953-BC86-8E8901D5D2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64306" y="1435710"/>
                <a:ext cx="438402" cy="424283"/>
              </a:xfrm>
              <a:prstGeom prst="rect">
                <a:avLst/>
              </a:prstGeom>
              <a:blipFill>
                <a:blip r:embed="rId12"/>
                <a:stretch>
                  <a:fillRect b="-579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7" name="文字方塊 226">
                <a:extLst>
                  <a:ext uri="{FF2B5EF4-FFF2-40B4-BE49-F238E27FC236}">
                    <a16:creationId xmlns:a16="http://schemas.microsoft.com/office/drawing/2014/main" id="{990D4C3A-AED8-40BB-8849-57DEE8BE7A17}"/>
                  </a:ext>
                </a:extLst>
              </p:cNvPr>
              <p:cNvSpPr txBox="1"/>
              <p:nvPr/>
            </p:nvSpPr>
            <p:spPr>
              <a:xfrm>
                <a:off x="7237289" y="1713862"/>
                <a:ext cx="388427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</m:oMath>
                  </m:oMathPara>
                </a14:m>
                <a:endParaRPr lang="en-US" altLang="zh-TW" sz="2000" dirty="0"/>
              </a:p>
            </p:txBody>
          </p:sp>
        </mc:Choice>
        <mc:Fallback xmlns="">
          <p:sp>
            <p:nvSpPr>
              <p:cNvPr id="227" name="文字方塊 226">
                <a:extLst>
                  <a:ext uri="{FF2B5EF4-FFF2-40B4-BE49-F238E27FC236}">
                    <a16:creationId xmlns:a16="http://schemas.microsoft.com/office/drawing/2014/main" id="{990D4C3A-AED8-40BB-8849-57DEE8BE7A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37289" y="1713862"/>
                <a:ext cx="388427" cy="400110"/>
              </a:xfrm>
              <a:prstGeom prst="rect">
                <a:avLst/>
              </a:prstGeom>
              <a:blipFill>
                <a:blip r:embed="rId13"/>
                <a:stretch>
                  <a:fillRect b="-757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8" name="文字方塊 227">
                <a:extLst>
                  <a:ext uri="{FF2B5EF4-FFF2-40B4-BE49-F238E27FC236}">
                    <a16:creationId xmlns:a16="http://schemas.microsoft.com/office/drawing/2014/main" id="{3C622479-68C9-4AC9-AE5F-27970F7075FD}"/>
                  </a:ext>
                </a:extLst>
              </p:cNvPr>
              <p:cNvSpPr txBox="1"/>
              <p:nvPr/>
            </p:nvSpPr>
            <p:spPr>
              <a:xfrm>
                <a:off x="6540846" y="2179934"/>
                <a:ext cx="652306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0.1</m:t>
                          </m:r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en-US" altLang="zh-TW" sz="1600" dirty="0"/>
              </a:p>
            </p:txBody>
          </p:sp>
        </mc:Choice>
        <mc:Fallback xmlns="">
          <p:sp>
            <p:nvSpPr>
              <p:cNvPr id="228" name="文字方塊 227">
                <a:extLst>
                  <a:ext uri="{FF2B5EF4-FFF2-40B4-BE49-F238E27FC236}">
                    <a16:creationId xmlns:a16="http://schemas.microsoft.com/office/drawing/2014/main" id="{3C622479-68C9-4AC9-AE5F-27970F7075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40846" y="2179934"/>
                <a:ext cx="652306" cy="338554"/>
              </a:xfrm>
              <a:prstGeom prst="rect">
                <a:avLst/>
              </a:prstGeom>
              <a:blipFill>
                <a:blip r:embed="rId14"/>
                <a:stretch>
                  <a:fillRect b="-727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9" name="文字方塊 228">
            <a:extLst>
              <a:ext uri="{FF2B5EF4-FFF2-40B4-BE49-F238E27FC236}">
                <a16:creationId xmlns:a16="http://schemas.microsoft.com/office/drawing/2014/main" id="{2693C9D3-A145-48F7-981C-9A9BF2A0A9A5}"/>
              </a:ext>
            </a:extLst>
          </p:cNvPr>
          <p:cNvSpPr txBox="1"/>
          <p:nvPr/>
        </p:nvSpPr>
        <p:spPr>
          <a:xfrm>
            <a:off x="5543826" y="125920"/>
            <a:ext cx="3714632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Longitudinal component</a:t>
            </a:r>
            <a:endParaRPr lang="zh-TW" altLang="en-US" sz="2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1" name="文字方塊 230">
                <a:extLst>
                  <a:ext uri="{FF2B5EF4-FFF2-40B4-BE49-F238E27FC236}">
                    <a16:creationId xmlns:a16="http://schemas.microsoft.com/office/drawing/2014/main" id="{A81A25EB-4EC7-4F2F-99BC-612BE192E284}"/>
                  </a:ext>
                </a:extLst>
              </p:cNvPr>
              <p:cNvSpPr txBox="1"/>
              <p:nvPr/>
            </p:nvSpPr>
            <p:spPr>
              <a:xfrm>
                <a:off x="6358604" y="1285730"/>
                <a:ext cx="1673596" cy="3231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5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𝛼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</m:d>
                      <m:r>
                        <a:rPr lang="en-US" altLang="zh-TW" sz="150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zh-TW" sz="15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0, </m:t>
                          </m:r>
                          <m:r>
                            <m:rPr>
                              <m:nor/>
                            </m:rPr>
                            <a:rPr lang="en-US" altLang="zh-TW" sz="150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</m:oMath>
                  </m:oMathPara>
                </a14:m>
                <a:endParaRPr lang="zh-TW" altLang="en-US" sz="1500" dirty="0"/>
              </a:p>
            </p:txBody>
          </p:sp>
        </mc:Choice>
        <mc:Fallback xmlns="">
          <p:sp>
            <p:nvSpPr>
              <p:cNvPr id="231" name="文字方塊 230">
                <a:extLst>
                  <a:ext uri="{FF2B5EF4-FFF2-40B4-BE49-F238E27FC236}">
                    <a16:creationId xmlns:a16="http://schemas.microsoft.com/office/drawing/2014/main" id="{A81A25EB-4EC7-4F2F-99BC-612BE192E2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58604" y="1285730"/>
                <a:ext cx="1673596" cy="323165"/>
              </a:xfrm>
              <a:prstGeom prst="rect">
                <a:avLst/>
              </a:prstGeom>
              <a:blipFill>
                <a:blip r:embed="rId15"/>
                <a:stretch>
                  <a:fillRect b="-943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2" name="文字方塊 231">
                <a:extLst>
                  <a:ext uri="{FF2B5EF4-FFF2-40B4-BE49-F238E27FC236}">
                    <a16:creationId xmlns:a16="http://schemas.microsoft.com/office/drawing/2014/main" id="{B2F5F182-7771-47FB-BF37-AF5144F26384}"/>
                  </a:ext>
                </a:extLst>
              </p:cNvPr>
              <p:cNvSpPr txBox="1"/>
              <p:nvPr/>
            </p:nvSpPr>
            <p:spPr>
              <a:xfrm>
                <a:off x="5301973" y="3844729"/>
                <a:ext cx="1150186" cy="3231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5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0, 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500" dirty="0"/>
              </a:p>
            </p:txBody>
          </p:sp>
        </mc:Choice>
        <mc:Fallback xmlns="">
          <p:sp>
            <p:nvSpPr>
              <p:cNvPr id="232" name="文字方塊 231">
                <a:extLst>
                  <a:ext uri="{FF2B5EF4-FFF2-40B4-BE49-F238E27FC236}">
                    <a16:creationId xmlns:a16="http://schemas.microsoft.com/office/drawing/2014/main" id="{B2F5F182-7771-47FB-BF37-AF5144F263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01973" y="3844729"/>
                <a:ext cx="1150186" cy="323165"/>
              </a:xfrm>
              <a:prstGeom prst="rect">
                <a:avLst/>
              </a:prstGeom>
              <a:blipFill>
                <a:blip r:embed="rId16"/>
                <a:stretch>
                  <a:fillRect b="-943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3" name="文字方塊 232">
                <a:extLst>
                  <a:ext uri="{FF2B5EF4-FFF2-40B4-BE49-F238E27FC236}">
                    <a16:creationId xmlns:a16="http://schemas.microsoft.com/office/drawing/2014/main" id="{BDC6F78B-E419-4B8A-BAA9-5615A1972DBE}"/>
                  </a:ext>
                </a:extLst>
              </p:cNvPr>
              <p:cNvSpPr txBox="1"/>
              <p:nvPr/>
            </p:nvSpPr>
            <p:spPr>
              <a:xfrm>
                <a:off x="8375807" y="2248720"/>
                <a:ext cx="1150186" cy="3231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5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500" dirty="0"/>
              </a:p>
            </p:txBody>
          </p:sp>
        </mc:Choice>
        <mc:Fallback xmlns="">
          <p:sp>
            <p:nvSpPr>
              <p:cNvPr id="233" name="文字方塊 232">
                <a:extLst>
                  <a:ext uri="{FF2B5EF4-FFF2-40B4-BE49-F238E27FC236}">
                    <a16:creationId xmlns:a16="http://schemas.microsoft.com/office/drawing/2014/main" id="{BDC6F78B-E419-4B8A-BAA9-5615A1972D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75807" y="2248720"/>
                <a:ext cx="1150186" cy="323165"/>
              </a:xfrm>
              <a:prstGeom prst="rect">
                <a:avLst/>
              </a:prstGeom>
              <a:blipFill>
                <a:blip r:embed="rId17"/>
                <a:stretch>
                  <a:fillRect b="-943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4" name="文字方塊 233">
                <a:extLst>
                  <a:ext uri="{FF2B5EF4-FFF2-40B4-BE49-F238E27FC236}">
                    <a16:creationId xmlns:a16="http://schemas.microsoft.com/office/drawing/2014/main" id="{DA67C54B-80A5-4D59-B289-74384BDACD1C}"/>
                  </a:ext>
                </a:extLst>
              </p:cNvPr>
              <p:cNvSpPr txBox="1"/>
              <p:nvPr/>
            </p:nvSpPr>
            <p:spPr>
              <a:xfrm>
                <a:off x="6826049" y="4840301"/>
                <a:ext cx="1150186" cy="3231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5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0,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𝜋</m:t>
                          </m:r>
                        </m:e>
                      </m:d>
                    </m:oMath>
                  </m:oMathPara>
                </a14:m>
                <a:endParaRPr lang="zh-TW" altLang="en-US" sz="1500" dirty="0"/>
              </a:p>
            </p:txBody>
          </p:sp>
        </mc:Choice>
        <mc:Fallback xmlns="">
          <p:sp>
            <p:nvSpPr>
              <p:cNvPr id="234" name="文字方塊 233">
                <a:extLst>
                  <a:ext uri="{FF2B5EF4-FFF2-40B4-BE49-F238E27FC236}">
                    <a16:creationId xmlns:a16="http://schemas.microsoft.com/office/drawing/2014/main" id="{DA67C54B-80A5-4D59-B289-74384BDACD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26049" y="4840301"/>
                <a:ext cx="1150186" cy="323165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6" name="文字方塊 235">
                <a:extLst>
                  <a:ext uri="{FF2B5EF4-FFF2-40B4-BE49-F238E27FC236}">
                    <a16:creationId xmlns:a16="http://schemas.microsoft.com/office/drawing/2014/main" id="{61131924-00C5-4C5C-8379-1D2527DB1052}"/>
                  </a:ext>
                </a:extLst>
              </p:cNvPr>
              <p:cNvSpPr txBox="1"/>
              <p:nvPr/>
            </p:nvSpPr>
            <p:spPr>
              <a:xfrm>
                <a:off x="7789606" y="2342403"/>
                <a:ext cx="478319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sz="1400"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altLang="zh-TW" sz="1400">
                          <a:latin typeface="Cambria Math" panose="02040503050406030204" pitchFamily="18" charset="0"/>
                        </a:rPr>
                        <m:t>.</m:t>
                      </m:r>
                      <m:r>
                        <m:rPr>
                          <m:sty m:val="p"/>
                        </m:rPr>
                        <a:rPr lang="en-US" altLang="zh-TW" sz="1400">
                          <a:latin typeface="Cambria Math" panose="02040503050406030204" pitchFamily="18" charset="0"/>
                        </a:rPr>
                        <m:t>u</m:t>
                      </m:r>
                      <m:r>
                        <a:rPr lang="en-US" altLang="zh-TW" sz="140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TW" altLang="en-US" sz="1400" dirty="0"/>
              </a:p>
            </p:txBody>
          </p:sp>
        </mc:Choice>
        <mc:Fallback xmlns="">
          <p:sp>
            <p:nvSpPr>
              <p:cNvPr id="236" name="文字方塊 235">
                <a:extLst>
                  <a:ext uri="{FF2B5EF4-FFF2-40B4-BE49-F238E27FC236}">
                    <a16:creationId xmlns:a16="http://schemas.microsoft.com/office/drawing/2014/main" id="{61131924-00C5-4C5C-8379-1D2527DB10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89606" y="2342403"/>
                <a:ext cx="478319" cy="307777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7" name="Oval 14">
            <a:extLst>
              <a:ext uri="{FF2B5EF4-FFF2-40B4-BE49-F238E27FC236}">
                <a16:creationId xmlns:a16="http://schemas.microsoft.com/office/drawing/2014/main" id="{4D2E6476-8133-4C1A-80AA-96C2BBAD7538}"/>
              </a:ext>
            </a:extLst>
          </p:cNvPr>
          <p:cNvSpPr/>
          <p:nvPr/>
        </p:nvSpPr>
        <p:spPr>
          <a:xfrm>
            <a:off x="7317889" y="2852108"/>
            <a:ext cx="162450" cy="168277"/>
          </a:xfrm>
          <a:prstGeom prst="ellipse">
            <a:avLst/>
          </a:prstGeom>
          <a:gradFill flip="none" rotWithShape="1">
            <a:gsLst>
              <a:gs pos="0">
                <a:srgbClr val="D1D1D1"/>
              </a:gs>
              <a:gs pos="23000">
                <a:schemeClr val="bg1">
                  <a:lumMod val="85000"/>
                </a:schemeClr>
              </a:gs>
              <a:gs pos="69000">
                <a:schemeClr val="accent3">
                  <a:lumMod val="75000"/>
                </a:schemeClr>
              </a:gs>
              <a:gs pos="97000">
                <a:schemeClr val="accent3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/>
          </a:p>
        </p:txBody>
      </p:sp>
      <p:sp>
        <p:nvSpPr>
          <p:cNvPr id="238" name="Oval 4">
            <a:extLst>
              <a:ext uri="{FF2B5EF4-FFF2-40B4-BE49-F238E27FC236}">
                <a16:creationId xmlns:a16="http://schemas.microsoft.com/office/drawing/2014/main" id="{D0067B35-40A6-4446-8A95-C300D2678B59}"/>
              </a:ext>
            </a:extLst>
          </p:cNvPr>
          <p:cNvSpPr/>
          <p:nvPr/>
        </p:nvSpPr>
        <p:spPr>
          <a:xfrm>
            <a:off x="6679308" y="2936246"/>
            <a:ext cx="1443999" cy="1495797"/>
          </a:xfrm>
          <a:prstGeom prst="ellipse">
            <a:avLst/>
          </a:prstGeom>
          <a:gradFill flip="none" rotWithShape="1">
            <a:gsLst>
              <a:gs pos="100000">
                <a:schemeClr val="accent3">
                  <a:lumMod val="60000"/>
                  <a:lumOff val="40000"/>
                  <a:alpha val="60000"/>
                </a:schemeClr>
              </a:gs>
              <a:gs pos="55000">
                <a:schemeClr val="accent3">
                  <a:lumMod val="40000"/>
                  <a:lumOff val="60000"/>
                  <a:alpha val="60000"/>
                </a:schemeClr>
              </a:gs>
              <a:gs pos="0">
                <a:schemeClr val="bg1">
                  <a:alpha val="6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 w="57150">
            <a:solidFill>
              <a:srgbClr val="D5D7D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39" name="Oval 15">
            <a:extLst>
              <a:ext uri="{FF2B5EF4-FFF2-40B4-BE49-F238E27FC236}">
                <a16:creationId xmlns:a16="http://schemas.microsoft.com/office/drawing/2014/main" id="{3ED95C10-549D-46A4-8427-E9004FB39400}"/>
              </a:ext>
            </a:extLst>
          </p:cNvPr>
          <p:cNvSpPr/>
          <p:nvPr/>
        </p:nvSpPr>
        <p:spPr>
          <a:xfrm>
            <a:off x="7317889" y="4347065"/>
            <a:ext cx="162450" cy="168277"/>
          </a:xfrm>
          <a:prstGeom prst="ellipse">
            <a:avLst/>
          </a:prstGeom>
          <a:gradFill flip="none" rotWithShape="1">
            <a:gsLst>
              <a:gs pos="17000">
                <a:srgbClr val="D1D1D1"/>
              </a:gs>
              <a:gs pos="0">
                <a:schemeClr val="bg1">
                  <a:lumMod val="85000"/>
                </a:schemeClr>
              </a:gs>
              <a:gs pos="60000">
                <a:schemeClr val="accent3">
                  <a:lumMod val="75000"/>
                </a:schemeClr>
              </a:gs>
              <a:gs pos="97000">
                <a:schemeClr val="accent3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52" name="SHO">
            <a:extLst>
              <a:ext uri="{FF2B5EF4-FFF2-40B4-BE49-F238E27FC236}">
                <a16:creationId xmlns:a16="http://schemas.microsoft.com/office/drawing/2014/main" id="{0845B616-2D49-4C5D-A47F-908796A33A53}"/>
              </a:ext>
            </a:extLst>
          </p:cNvPr>
          <p:cNvSpPr/>
          <p:nvPr/>
        </p:nvSpPr>
        <p:spPr>
          <a:xfrm rot="16200000">
            <a:off x="7087769" y="2962645"/>
            <a:ext cx="622693" cy="1443999"/>
          </a:xfrm>
          <a:prstGeom prst="arc">
            <a:avLst>
              <a:gd name="adj1" fmla="val 5396867"/>
              <a:gd name="adj2" fmla="val 5395779"/>
            </a:avLst>
          </a:prstGeom>
          <a:gradFill flip="none" rotWithShape="1">
            <a:gsLst>
              <a:gs pos="0">
                <a:schemeClr val="bg1">
                  <a:lumMod val="65000"/>
                </a:schemeClr>
              </a:gs>
              <a:gs pos="47000">
                <a:schemeClr val="bg1">
                  <a:lumMod val="50000"/>
                </a:schemeClr>
              </a:gs>
              <a:gs pos="97000">
                <a:srgbClr val="5E5E5E"/>
              </a:gs>
            </a:gsLst>
            <a:path path="circle">
              <a:fillToRect l="50000" t="50000" r="50000" b="50000"/>
            </a:path>
            <a:tileRect/>
          </a:gradFill>
          <a:ln w="31750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53" name="SVO">
            <a:extLst>
              <a:ext uri="{FF2B5EF4-FFF2-40B4-BE49-F238E27FC236}">
                <a16:creationId xmlns:a16="http://schemas.microsoft.com/office/drawing/2014/main" id="{28FBC70E-6464-4911-A7DC-D688B4A191B2}"/>
              </a:ext>
            </a:extLst>
          </p:cNvPr>
          <p:cNvSpPr/>
          <p:nvPr/>
        </p:nvSpPr>
        <p:spPr>
          <a:xfrm>
            <a:off x="7037215" y="2936747"/>
            <a:ext cx="722000" cy="1495797"/>
          </a:xfrm>
          <a:prstGeom prst="ellipse">
            <a:avLst/>
          </a:prstGeom>
          <a:noFill/>
          <a:ln w="25400">
            <a:solidFill>
              <a:schemeClr val="bg1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254" name="Oval 6">
            <a:extLst>
              <a:ext uri="{FF2B5EF4-FFF2-40B4-BE49-F238E27FC236}">
                <a16:creationId xmlns:a16="http://schemas.microsoft.com/office/drawing/2014/main" id="{F7426249-BB1C-465F-BA24-177826BCA4FE}"/>
              </a:ext>
            </a:extLst>
          </p:cNvPr>
          <p:cNvSpPr/>
          <p:nvPr/>
        </p:nvSpPr>
        <p:spPr>
          <a:xfrm rot="16200000">
            <a:off x="7087769" y="2962645"/>
            <a:ext cx="622693" cy="1443999"/>
          </a:xfrm>
          <a:prstGeom prst="ellipse">
            <a:avLst/>
          </a:prstGeom>
          <a:noFill/>
          <a:ln w="38100">
            <a:solidFill>
              <a:schemeClr val="tx1">
                <a:alpha val="6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5" name="TextBox 11">
                <a:extLst>
                  <a:ext uri="{FF2B5EF4-FFF2-40B4-BE49-F238E27FC236}">
                    <a16:creationId xmlns:a16="http://schemas.microsoft.com/office/drawing/2014/main" id="{37DEB133-ADB0-4B60-901B-D2AEF580DA59}"/>
                  </a:ext>
                </a:extLst>
              </p:cNvPr>
              <p:cNvSpPr txBox="1"/>
              <p:nvPr/>
            </p:nvSpPr>
            <p:spPr>
              <a:xfrm>
                <a:off x="6849417" y="3506293"/>
                <a:ext cx="176928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255" name="TextBox 11">
                <a:extLst>
                  <a:ext uri="{FF2B5EF4-FFF2-40B4-BE49-F238E27FC236}">
                    <a16:creationId xmlns:a16="http://schemas.microsoft.com/office/drawing/2014/main" id="{37DEB133-ADB0-4B60-901B-D2AEF580DA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49417" y="3506293"/>
                <a:ext cx="176928" cy="338554"/>
              </a:xfrm>
              <a:prstGeom prst="rect">
                <a:avLst/>
              </a:prstGeom>
              <a:blipFill>
                <a:blip r:embed="rId20"/>
                <a:stretch>
                  <a:fillRect r="-4137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6" name="Oval 22">
            <a:extLst>
              <a:ext uri="{FF2B5EF4-FFF2-40B4-BE49-F238E27FC236}">
                <a16:creationId xmlns:a16="http://schemas.microsoft.com/office/drawing/2014/main" id="{F51F6D7A-CBDD-41AE-81A9-01A381888E10}"/>
              </a:ext>
            </a:extLst>
          </p:cNvPr>
          <p:cNvSpPr/>
          <p:nvPr/>
        </p:nvSpPr>
        <p:spPr>
          <a:xfrm>
            <a:off x="7316943" y="4347065"/>
            <a:ext cx="162450" cy="168277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7" name="TextBox 12">
                <a:extLst>
                  <a:ext uri="{FF2B5EF4-FFF2-40B4-BE49-F238E27FC236}">
                    <a16:creationId xmlns:a16="http://schemas.microsoft.com/office/drawing/2014/main" id="{BEB792E4-CC90-49E5-8163-921F2ECF2D45}"/>
                  </a:ext>
                </a:extLst>
              </p:cNvPr>
              <p:cNvSpPr txBox="1"/>
              <p:nvPr/>
            </p:nvSpPr>
            <p:spPr>
              <a:xfrm>
                <a:off x="7504340" y="3601690"/>
                <a:ext cx="176928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257" name="TextBox 12">
                <a:extLst>
                  <a:ext uri="{FF2B5EF4-FFF2-40B4-BE49-F238E27FC236}">
                    <a16:creationId xmlns:a16="http://schemas.microsoft.com/office/drawing/2014/main" id="{BEB792E4-CC90-49E5-8163-921F2ECF2D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04340" y="3601690"/>
                <a:ext cx="176928" cy="338554"/>
              </a:xfrm>
              <a:prstGeom prst="rect">
                <a:avLst/>
              </a:prstGeom>
              <a:blipFill>
                <a:blip r:embed="rId21"/>
                <a:stretch>
                  <a:fillRect r="-55172" b="-363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8" name="TextBox 13">
                <a:extLst>
                  <a:ext uri="{FF2B5EF4-FFF2-40B4-BE49-F238E27FC236}">
                    <a16:creationId xmlns:a16="http://schemas.microsoft.com/office/drawing/2014/main" id="{8D531DEA-B9A5-4E8D-A6A2-A31408532FD7}"/>
                  </a:ext>
                </a:extLst>
              </p:cNvPr>
              <p:cNvSpPr txBox="1"/>
              <p:nvPr/>
            </p:nvSpPr>
            <p:spPr>
              <a:xfrm>
                <a:off x="7260216" y="2971948"/>
                <a:ext cx="256967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>
                          <a:latin typeface="Cambria Math" panose="02040503050406030204" pitchFamily="18" charset="0"/>
                        </a:rPr>
                        <m:t>𝑧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258" name="TextBox 13">
                <a:extLst>
                  <a:ext uri="{FF2B5EF4-FFF2-40B4-BE49-F238E27FC236}">
                    <a16:creationId xmlns:a16="http://schemas.microsoft.com/office/drawing/2014/main" id="{8D531DEA-B9A5-4E8D-A6A2-A31408532F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60216" y="2971948"/>
                <a:ext cx="256967" cy="338554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9" name="DVO">
            <a:extLst>
              <a:ext uri="{FF2B5EF4-FFF2-40B4-BE49-F238E27FC236}">
                <a16:creationId xmlns:a16="http://schemas.microsoft.com/office/drawing/2014/main" id="{BD66E933-A9D1-416F-99A4-A2F56F384D96}"/>
              </a:ext>
            </a:extLst>
          </p:cNvPr>
          <p:cNvSpPr/>
          <p:nvPr/>
        </p:nvSpPr>
        <p:spPr>
          <a:xfrm flipH="1">
            <a:off x="7037215" y="2936747"/>
            <a:ext cx="722000" cy="1495797"/>
          </a:xfrm>
          <a:prstGeom prst="arc">
            <a:avLst>
              <a:gd name="adj1" fmla="val 5396867"/>
              <a:gd name="adj2" fmla="val 16170484"/>
            </a:avLst>
          </a:prstGeom>
          <a:ln w="254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60" name="Oval 23">
            <a:extLst>
              <a:ext uri="{FF2B5EF4-FFF2-40B4-BE49-F238E27FC236}">
                <a16:creationId xmlns:a16="http://schemas.microsoft.com/office/drawing/2014/main" id="{B1975880-4F20-4527-8AC1-67B4B5024B5F}"/>
              </a:ext>
            </a:extLst>
          </p:cNvPr>
          <p:cNvSpPr/>
          <p:nvPr/>
        </p:nvSpPr>
        <p:spPr>
          <a:xfrm>
            <a:off x="8039799" y="3600507"/>
            <a:ext cx="162450" cy="168277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cxnSp>
        <p:nvCxnSpPr>
          <p:cNvPr id="261" name="Straight Arrow Connector 7">
            <a:extLst>
              <a:ext uri="{FF2B5EF4-FFF2-40B4-BE49-F238E27FC236}">
                <a16:creationId xmlns:a16="http://schemas.microsoft.com/office/drawing/2014/main" id="{33161F97-7212-47BE-BA7D-6FC7B9147369}"/>
              </a:ext>
            </a:extLst>
          </p:cNvPr>
          <p:cNvCxnSpPr>
            <a:cxnSpLocks/>
          </p:cNvCxnSpPr>
          <p:nvPr/>
        </p:nvCxnSpPr>
        <p:spPr>
          <a:xfrm flipV="1">
            <a:off x="7395184" y="3236563"/>
            <a:ext cx="1697" cy="445890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2" name="Straight Arrow Connector 19">
            <a:extLst>
              <a:ext uri="{FF2B5EF4-FFF2-40B4-BE49-F238E27FC236}">
                <a16:creationId xmlns:a16="http://schemas.microsoft.com/office/drawing/2014/main" id="{240911C2-AE74-4914-B8DB-470C2315C461}"/>
              </a:ext>
            </a:extLst>
          </p:cNvPr>
          <p:cNvCxnSpPr>
            <a:cxnSpLocks/>
          </p:cNvCxnSpPr>
          <p:nvPr/>
        </p:nvCxnSpPr>
        <p:spPr>
          <a:xfrm>
            <a:off x="7398168" y="3680269"/>
            <a:ext cx="195802" cy="156763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3" name="Straight Arrow Connector 18">
            <a:extLst>
              <a:ext uri="{FF2B5EF4-FFF2-40B4-BE49-F238E27FC236}">
                <a16:creationId xmlns:a16="http://schemas.microsoft.com/office/drawing/2014/main" id="{168B960E-43A1-4542-B03F-41153CC41797}"/>
              </a:ext>
            </a:extLst>
          </p:cNvPr>
          <p:cNvCxnSpPr>
            <a:cxnSpLocks/>
          </p:cNvCxnSpPr>
          <p:nvPr/>
        </p:nvCxnSpPr>
        <p:spPr>
          <a:xfrm rot="16200000" flipH="1" flipV="1">
            <a:off x="7226846" y="3508793"/>
            <a:ext cx="0" cy="342950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4" name="Oval 20">
            <a:extLst>
              <a:ext uri="{FF2B5EF4-FFF2-40B4-BE49-F238E27FC236}">
                <a16:creationId xmlns:a16="http://schemas.microsoft.com/office/drawing/2014/main" id="{24DEE888-55C9-4D4C-B18D-808F9AA85CCB}"/>
              </a:ext>
            </a:extLst>
          </p:cNvPr>
          <p:cNvSpPr/>
          <p:nvPr/>
        </p:nvSpPr>
        <p:spPr>
          <a:xfrm>
            <a:off x="6595635" y="3600507"/>
            <a:ext cx="162450" cy="168277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265" name="Oval 22">
            <a:extLst>
              <a:ext uri="{FF2B5EF4-FFF2-40B4-BE49-F238E27FC236}">
                <a16:creationId xmlns:a16="http://schemas.microsoft.com/office/drawing/2014/main" id="{EF01816B-7066-4916-A520-954D092BE6FE}"/>
              </a:ext>
            </a:extLst>
          </p:cNvPr>
          <p:cNvSpPr/>
          <p:nvPr/>
        </p:nvSpPr>
        <p:spPr>
          <a:xfrm>
            <a:off x="7318125" y="2844234"/>
            <a:ext cx="162450" cy="168277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/>
          </a:p>
        </p:txBody>
      </p:sp>
      <p:sp>
        <p:nvSpPr>
          <p:cNvPr id="266" name="Partial Circle 9">
            <a:extLst>
              <a:ext uri="{FF2B5EF4-FFF2-40B4-BE49-F238E27FC236}">
                <a16:creationId xmlns:a16="http://schemas.microsoft.com/office/drawing/2014/main" id="{95E3D0C0-F471-47D7-9B54-CC1B9F289F59}"/>
              </a:ext>
            </a:extLst>
          </p:cNvPr>
          <p:cNvSpPr>
            <a:spLocks noChangeAspect="1"/>
          </p:cNvSpPr>
          <p:nvPr/>
        </p:nvSpPr>
        <p:spPr>
          <a:xfrm rot="16200000" flipH="1">
            <a:off x="7334286" y="3585381"/>
            <a:ext cx="102407" cy="197721"/>
          </a:xfrm>
          <a:prstGeom prst="pie">
            <a:avLst>
              <a:gd name="adj1" fmla="val 16258856"/>
              <a:gd name="adj2" fmla="val 19252600"/>
            </a:avLst>
          </a:prstGeom>
          <a:gradFill flip="none" rotWithShape="1">
            <a:gsLst>
              <a:gs pos="0">
                <a:schemeClr val="tx1"/>
              </a:gs>
              <a:gs pos="50000">
                <a:schemeClr val="tx1">
                  <a:lumMod val="50000"/>
                  <a:lumOff val="50000"/>
                </a:schemeClr>
              </a:gs>
              <a:gs pos="100000">
                <a:schemeClr val="bg1">
                  <a:lumMod val="50000"/>
                </a:schemeClr>
              </a:gs>
            </a:gsLst>
            <a:lin ang="2700000" scaled="1"/>
            <a:tileRect/>
          </a:gra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7" name="TextBox 10">
                <a:extLst>
                  <a:ext uri="{FF2B5EF4-FFF2-40B4-BE49-F238E27FC236}">
                    <a16:creationId xmlns:a16="http://schemas.microsoft.com/office/drawing/2014/main" id="{B215AA15-06BF-4D83-A5CD-B6A967095CE1}"/>
                  </a:ext>
                </a:extLst>
              </p:cNvPr>
              <p:cNvSpPr txBox="1"/>
              <p:nvPr/>
            </p:nvSpPr>
            <p:spPr>
              <a:xfrm>
                <a:off x="6970268" y="3620427"/>
                <a:ext cx="315234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>
                          <a:latin typeface="Cambria Math" panose="02040503050406030204" pitchFamily="18" charset="0"/>
                        </a:rPr>
                        <m:t>𝛼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267" name="TextBox 10">
                <a:extLst>
                  <a:ext uri="{FF2B5EF4-FFF2-40B4-BE49-F238E27FC236}">
                    <a16:creationId xmlns:a16="http://schemas.microsoft.com/office/drawing/2014/main" id="{B215AA15-06BF-4D83-A5CD-B6A967095C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70268" y="3620427"/>
                <a:ext cx="315234" cy="338554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68" name="Straight Arrow Connector 17">
            <a:extLst>
              <a:ext uri="{FF2B5EF4-FFF2-40B4-BE49-F238E27FC236}">
                <a16:creationId xmlns:a16="http://schemas.microsoft.com/office/drawing/2014/main" id="{230BB7BA-7677-4C8C-B5E4-B82B7D463931}"/>
              </a:ext>
            </a:extLst>
          </p:cNvPr>
          <p:cNvCxnSpPr>
            <a:cxnSpLocks/>
          </p:cNvCxnSpPr>
          <p:nvPr/>
        </p:nvCxnSpPr>
        <p:spPr>
          <a:xfrm flipH="1">
            <a:off x="7177537" y="3685449"/>
            <a:ext cx="221585" cy="286539"/>
          </a:xfrm>
          <a:prstGeom prst="straightConnector1">
            <a:avLst/>
          </a:prstGeom>
          <a:ln w="38100">
            <a:solidFill>
              <a:schemeClr val="tx1"/>
            </a:solidFill>
            <a:tailEnd type="stealth" w="lg" len="lg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269" name="Partial Circle 9">
            <a:extLst>
              <a:ext uri="{FF2B5EF4-FFF2-40B4-BE49-F238E27FC236}">
                <a16:creationId xmlns:a16="http://schemas.microsoft.com/office/drawing/2014/main" id="{E72D69FE-BCE2-4231-B5B8-E4BAB5150F43}"/>
              </a:ext>
            </a:extLst>
          </p:cNvPr>
          <p:cNvSpPr>
            <a:spLocks noChangeAspect="1"/>
          </p:cNvSpPr>
          <p:nvPr/>
        </p:nvSpPr>
        <p:spPr>
          <a:xfrm>
            <a:off x="7321561" y="3548156"/>
            <a:ext cx="149214" cy="301366"/>
          </a:xfrm>
          <a:prstGeom prst="pie">
            <a:avLst>
              <a:gd name="adj1" fmla="val 16258856"/>
              <a:gd name="adj2" fmla="val 19252600"/>
            </a:avLst>
          </a:prstGeom>
          <a:gradFill flip="none" rotWithShape="1">
            <a:gsLst>
              <a:gs pos="0">
                <a:schemeClr val="tx1"/>
              </a:gs>
              <a:gs pos="50000">
                <a:schemeClr val="tx1">
                  <a:lumMod val="50000"/>
                  <a:lumOff val="50000"/>
                </a:schemeClr>
              </a:gs>
              <a:gs pos="100000">
                <a:schemeClr val="bg1">
                  <a:lumMod val="50000"/>
                </a:schemeClr>
              </a:gs>
            </a:gsLst>
            <a:lin ang="2700000" scaled="1"/>
            <a:tileRect/>
          </a:gra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0" name="TextBox 10">
                <a:extLst>
                  <a:ext uri="{FF2B5EF4-FFF2-40B4-BE49-F238E27FC236}">
                    <a16:creationId xmlns:a16="http://schemas.microsoft.com/office/drawing/2014/main" id="{2F6C10B6-03DA-4C5F-B367-63A41053B482}"/>
                  </a:ext>
                </a:extLst>
              </p:cNvPr>
              <p:cNvSpPr txBox="1"/>
              <p:nvPr/>
            </p:nvSpPr>
            <p:spPr>
              <a:xfrm>
                <a:off x="7361340" y="3300009"/>
                <a:ext cx="297046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>
                          <a:latin typeface="Cambria Math" panose="02040503050406030204" pitchFamily="18" charset="0"/>
                        </a:rPr>
                        <m:t>𝛽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270" name="TextBox 10">
                <a:extLst>
                  <a:ext uri="{FF2B5EF4-FFF2-40B4-BE49-F238E27FC236}">
                    <a16:creationId xmlns:a16="http://schemas.microsoft.com/office/drawing/2014/main" id="{2F6C10B6-03DA-4C5F-B367-63A41053B4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61340" y="3300009"/>
                <a:ext cx="297046" cy="338554"/>
              </a:xfrm>
              <a:prstGeom prst="rect">
                <a:avLst/>
              </a:prstGeom>
              <a:blipFill>
                <a:blip r:embed="rId24"/>
                <a:stretch>
                  <a:fillRect l="-2083" r="-4167" b="-892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71" name="Straight Arrow Connector 17">
            <a:extLst>
              <a:ext uri="{FF2B5EF4-FFF2-40B4-BE49-F238E27FC236}">
                <a16:creationId xmlns:a16="http://schemas.microsoft.com/office/drawing/2014/main" id="{050CD12B-2348-4EAE-8F7E-7F476F6AB6E3}"/>
              </a:ext>
            </a:extLst>
          </p:cNvPr>
          <p:cNvCxnSpPr>
            <a:cxnSpLocks/>
          </p:cNvCxnSpPr>
          <p:nvPr/>
        </p:nvCxnSpPr>
        <p:spPr>
          <a:xfrm flipV="1">
            <a:off x="7391035" y="3239724"/>
            <a:ext cx="571923" cy="449644"/>
          </a:xfrm>
          <a:prstGeom prst="straightConnector1">
            <a:avLst/>
          </a:prstGeom>
          <a:ln w="38100">
            <a:solidFill>
              <a:schemeClr val="tx1"/>
            </a:solidFill>
            <a:tailEnd type="stealth" w="lg" len="lg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52" name="Oval 23">
            <a:extLst>
              <a:ext uri="{FF2B5EF4-FFF2-40B4-BE49-F238E27FC236}">
                <a16:creationId xmlns:a16="http://schemas.microsoft.com/office/drawing/2014/main" id="{6454FEB7-1A49-4057-B9D1-C98AB19CFD06}"/>
              </a:ext>
            </a:extLst>
          </p:cNvPr>
          <p:cNvSpPr/>
          <p:nvPr/>
        </p:nvSpPr>
        <p:spPr>
          <a:xfrm>
            <a:off x="7651126" y="3860498"/>
            <a:ext cx="162450" cy="168277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154" name="Oval 23">
            <a:extLst>
              <a:ext uri="{FF2B5EF4-FFF2-40B4-BE49-F238E27FC236}">
                <a16:creationId xmlns:a16="http://schemas.microsoft.com/office/drawing/2014/main" id="{2FF5597B-5488-4B3C-BE8B-E0AD3A81CF14}"/>
              </a:ext>
            </a:extLst>
          </p:cNvPr>
          <p:cNvSpPr/>
          <p:nvPr/>
        </p:nvSpPr>
        <p:spPr>
          <a:xfrm>
            <a:off x="6965326" y="3327098"/>
            <a:ext cx="162450" cy="168277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6" name="文字方塊 155">
                <a:extLst>
                  <a:ext uri="{FF2B5EF4-FFF2-40B4-BE49-F238E27FC236}">
                    <a16:creationId xmlns:a16="http://schemas.microsoft.com/office/drawing/2014/main" id="{7D05204B-22BE-4DE9-AA50-5F23DEE9A2F6}"/>
                  </a:ext>
                </a:extLst>
              </p:cNvPr>
              <p:cNvSpPr txBox="1"/>
              <p:nvPr/>
            </p:nvSpPr>
            <p:spPr>
              <a:xfrm>
                <a:off x="8357205" y="3844729"/>
                <a:ext cx="1150186" cy="3231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5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500" b="0" i="1" smtClean="0">
                              <a:latin typeface="Cambria Math" panose="02040503050406030204" pitchFamily="18" charset="0"/>
                            </a:rPr>
                            <m:t>/2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500" dirty="0"/>
              </a:p>
            </p:txBody>
          </p:sp>
        </mc:Choice>
        <mc:Fallback xmlns="">
          <p:sp>
            <p:nvSpPr>
              <p:cNvPr id="156" name="文字方塊 155">
                <a:extLst>
                  <a:ext uri="{FF2B5EF4-FFF2-40B4-BE49-F238E27FC236}">
                    <a16:creationId xmlns:a16="http://schemas.microsoft.com/office/drawing/2014/main" id="{7D05204B-22BE-4DE9-AA50-5F23DEE9A2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57205" y="3844729"/>
                <a:ext cx="1150186" cy="323165"/>
              </a:xfrm>
              <a:prstGeom prst="rect">
                <a:avLst/>
              </a:prstGeom>
              <a:blipFill>
                <a:blip r:embed="rId25"/>
                <a:stretch>
                  <a:fillRect b="-943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7" name="文字方塊 156">
                <a:extLst>
                  <a:ext uri="{FF2B5EF4-FFF2-40B4-BE49-F238E27FC236}">
                    <a16:creationId xmlns:a16="http://schemas.microsoft.com/office/drawing/2014/main" id="{834029C9-84F7-4B57-9E81-D8CCCEEA55EA}"/>
                  </a:ext>
                </a:extLst>
              </p:cNvPr>
              <p:cNvSpPr txBox="1"/>
              <p:nvPr/>
            </p:nvSpPr>
            <p:spPr>
              <a:xfrm>
                <a:off x="5272154" y="2248720"/>
                <a:ext cx="1150186" cy="3231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5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5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/2,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500" dirty="0"/>
              </a:p>
            </p:txBody>
          </p:sp>
        </mc:Choice>
        <mc:Fallback xmlns="">
          <p:sp>
            <p:nvSpPr>
              <p:cNvPr id="157" name="文字方塊 156">
                <a:extLst>
                  <a:ext uri="{FF2B5EF4-FFF2-40B4-BE49-F238E27FC236}">
                    <a16:creationId xmlns:a16="http://schemas.microsoft.com/office/drawing/2014/main" id="{834029C9-84F7-4B57-9E81-D8CCCEEA55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72154" y="2248720"/>
                <a:ext cx="1150186" cy="323165"/>
              </a:xfrm>
              <a:prstGeom prst="rect">
                <a:avLst/>
              </a:prstGeom>
              <a:blipFill>
                <a:blip r:embed="rId26"/>
                <a:stretch>
                  <a:fillRect b="-943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8" name="直線接點 157">
            <a:extLst>
              <a:ext uri="{FF2B5EF4-FFF2-40B4-BE49-F238E27FC236}">
                <a16:creationId xmlns:a16="http://schemas.microsoft.com/office/drawing/2014/main" id="{DA529A4E-3BAB-45BB-8274-1088EF0B43A5}"/>
              </a:ext>
            </a:extLst>
          </p:cNvPr>
          <p:cNvCxnSpPr>
            <a:cxnSpLocks/>
          </p:cNvCxnSpPr>
          <p:nvPr/>
        </p:nvCxnSpPr>
        <p:spPr>
          <a:xfrm flipV="1">
            <a:off x="6523355" y="3410397"/>
            <a:ext cx="453250" cy="188"/>
          </a:xfrm>
          <a:prstGeom prst="line">
            <a:avLst/>
          </a:prstGeom>
          <a:ln w="9525" cap="flat" cmpd="sng" algn="ctr">
            <a:solidFill>
              <a:schemeClr val="bg1">
                <a:lumMod val="5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59" name="直線接點 158">
            <a:extLst>
              <a:ext uri="{FF2B5EF4-FFF2-40B4-BE49-F238E27FC236}">
                <a16:creationId xmlns:a16="http://schemas.microsoft.com/office/drawing/2014/main" id="{F100F92B-B8C5-4A0F-B866-E2BAB0C4087A}"/>
              </a:ext>
            </a:extLst>
          </p:cNvPr>
          <p:cNvCxnSpPr>
            <a:cxnSpLocks/>
          </p:cNvCxnSpPr>
          <p:nvPr/>
        </p:nvCxnSpPr>
        <p:spPr>
          <a:xfrm>
            <a:off x="7827010" y="3970973"/>
            <a:ext cx="418783" cy="0"/>
          </a:xfrm>
          <a:prstGeom prst="line">
            <a:avLst/>
          </a:prstGeom>
          <a:ln w="9525" cap="flat" cmpd="sng" algn="ctr">
            <a:solidFill>
              <a:schemeClr val="bg1">
                <a:lumMod val="5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60" name="直線接點 159">
            <a:extLst>
              <a:ext uri="{FF2B5EF4-FFF2-40B4-BE49-F238E27FC236}">
                <a16:creationId xmlns:a16="http://schemas.microsoft.com/office/drawing/2014/main" id="{A656DF39-7853-456D-84EE-B2D69029F0B5}"/>
              </a:ext>
            </a:extLst>
          </p:cNvPr>
          <p:cNvCxnSpPr>
            <a:cxnSpLocks/>
          </p:cNvCxnSpPr>
          <p:nvPr/>
        </p:nvCxnSpPr>
        <p:spPr>
          <a:xfrm flipV="1">
            <a:off x="8169593" y="3508375"/>
            <a:ext cx="120332" cy="100649"/>
          </a:xfrm>
          <a:prstGeom prst="line">
            <a:avLst/>
          </a:prstGeom>
          <a:ln w="9525" cap="flat" cmpd="sng" algn="ctr">
            <a:solidFill>
              <a:schemeClr val="bg1">
                <a:lumMod val="5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61" name="直線接點 160">
            <a:extLst>
              <a:ext uri="{FF2B5EF4-FFF2-40B4-BE49-F238E27FC236}">
                <a16:creationId xmlns:a16="http://schemas.microsoft.com/office/drawing/2014/main" id="{C2ECA97C-3D5E-4873-BF49-1B844DE8012B}"/>
              </a:ext>
            </a:extLst>
          </p:cNvPr>
          <p:cNvCxnSpPr>
            <a:cxnSpLocks/>
          </p:cNvCxnSpPr>
          <p:nvPr/>
        </p:nvCxnSpPr>
        <p:spPr>
          <a:xfrm flipV="1">
            <a:off x="6508393" y="3750766"/>
            <a:ext cx="105264" cy="191632"/>
          </a:xfrm>
          <a:prstGeom prst="line">
            <a:avLst/>
          </a:prstGeom>
          <a:ln w="9525" cap="flat" cmpd="sng" algn="ctr">
            <a:solidFill>
              <a:schemeClr val="bg1">
                <a:lumMod val="5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pic>
        <p:nvPicPr>
          <p:cNvPr id="74" name="圖片 73">
            <a:extLst>
              <a:ext uri="{FF2B5EF4-FFF2-40B4-BE49-F238E27FC236}">
                <a16:creationId xmlns:a16="http://schemas.microsoft.com/office/drawing/2014/main" id="{080203AD-4F1B-4BC6-8007-DE7455C6F77A}"/>
              </a:ext>
            </a:extLst>
          </p:cNvPr>
          <p:cNvPicPr>
            <a:picLocks noChangeAspect="1"/>
          </p:cNvPicPr>
          <p:nvPr/>
        </p:nvPicPr>
        <p:blipFill rotWithShape="1">
          <a:blip r:embed="rId27"/>
          <a:srcRect l="8885" t="22429" r="8429" b="17067"/>
          <a:stretch/>
        </p:blipFill>
        <p:spPr>
          <a:xfrm>
            <a:off x="6594476" y="650593"/>
            <a:ext cx="746918" cy="163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035525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矩形: 圓角 118">
            <a:extLst>
              <a:ext uri="{FF2B5EF4-FFF2-40B4-BE49-F238E27FC236}">
                <a16:creationId xmlns:a16="http://schemas.microsoft.com/office/drawing/2014/main" id="{F6D45C9E-BE4F-4861-ADA9-81F239C999D0}"/>
              </a:ext>
            </a:extLst>
          </p:cNvPr>
          <p:cNvSpPr/>
          <p:nvPr/>
        </p:nvSpPr>
        <p:spPr>
          <a:xfrm>
            <a:off x="4931433" y="12063"/>
            <a:ext cx="4899729" cy="6179835"/>
          </a:xfrm>
          <a:prstGeom prst="roundRect">
            <a:avLst>
              <a:gd name="adj" fmla="val 7772"/>
            </a:avLst>
          </a:prstGeom>
          <a:gradFill flip="none" rotWithShape="1"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lin ang="54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2000" dirty="0"/>
          </a:p>
        </p:txBody>
      </p:sp>
      <p:pic>
        <p:nvPicPr>
          <p:cNvPr id="191" name="圖片 190">
            <a:extLst>
              <a:ext uri="{FF2B5EF4-FFF2-40B4-BE49-F238E27FC236}">
                <a16:creationId xmlns:a16="http://schemas.microsoft.com/office/drawing/2014/main" id="{1B68421F-E21F-4BCF-A382-8CF156C67A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2193" y="3892489"/>
            <a:ext cx="1252800" cy="1256359"/>
          </a:xfrm>
          <a:prstGeom prst="rect">
            <a:avLst/>
          </a:prstGeom>
        </p:spPr>
      </p:pic>
      <p:pic>
        <p:nvPicPr>
          <p:cNvPr id="192" name="圖片 191">
            <a:extLst>
              <a:ext uri="{FF2B5EF4-FFF2-40B4-BE49-F238E27FC236}">
                <a16:creationId xmlns:a16="http://schemas.microsoft.com/office/drawing/2014/main" id="{E99E498A-0B3B-496F-B358-1EBF1418FF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7528" y="1273550"/>
            <a:ext cx="1252800" cy="1256359"/>
          </a:xfrm>
          <a:prstGeom prst="rect">
            <a:avLst/>
          </a:prstGeom>
        </p:spPr>
      </p:pic>
      <p:pic>
        <p:nvPicPr>
          <p:cNvPr id="193" name="圖片 192">
            <a:extLst>
              <a:ext uri="{FF2B5EF4-FFF2-40B4-BE49-F238E27FC236}">
                <a16:creationId xmlns:a16="http://schemas.microsoft.com/office/drawing/2014/main" id="{4519BB43-3F67-4584-A0FA-EA6736D22B5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8309" y="4864448"/>
            <a:ext cx="1252800" cy="1259918"/>
          </a:xfrm>
          <a:prstGeom prst="rect">
            <a:avLst/>
          </a:prstGeom>
        </p:spPr>
      </p:pic>
      <p:pic>
        <p:nvPicPr>
          <p:cNvPr id="194" name="圖片 193">
            <a:extLst>
              <a:ext uri="{FF2B5EF4-FFF2-40B4-BE49-F238E27FC236}">
                <a16:creationId xmlns:a16="http://schemas.microsoft.com/office/drawing/2014/main" id="{2E350D4E-05F8-4B23-819D-7F310656CAC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19048" y="3847858"/>
            <a:ext cx="1252800" cy="1259918"/>
          </a:xfrm>
          <a:prstGeom prst="rect">
            <a:avLst/>
          </a:prstGeom>
        </p:spPr>
      </p:pic>
      <p:pic>
        <p:nvPicPr>
          <p:cNvPr id="195" name="圖片 194">
            <a:extLst>
              <a:ext uri="{FF2B5EF4-FFF2-40B4-BE49-F238E27FC236}">
                <a16:creationId xmlns:a16="http://schemas.microsoft.com/office/drawing/2014/main" id="{4C07EFA9-1DE6-4E25-A9DB-11886A764C2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02812" y="2264871"/>
            <a:ext cx="1252800" cy="1259938"/>
          </a:xfrm>
          <a:prstGeom prst="rect">
            <a:avLst/>
          </a:prstGeom>
        </p:spPr>
      </p:pic>
      <p:pic>
        <p:nvPicPr>
          <p:cNvPr id="196" name="圖片 195">
            <a:extLst>
              <a:ext uri="{FF2B5EF4-FFF2-40B4-BE49-F238E27FC236}">
                <a16:creationId xmlns:a16="http://schemas.microsoft.com/office/drawing/2014/main" id="{7ED326CC-94E6-4AC1-84A5-EE9AF6A7718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65825" y="2274165"/>
            <a:ext cx="1252800" cy="1263538"/>
          </a:xfrm>
          <a:prstGeom prst="rect">
            <a:avLst/>
          </a:prstGeom>
        </p:spPr>
      </p:pic>
      <p:sp>
        <p:nvSpPr>
          <p:cNvPr id="177" name="矩形: 圓角 176">
            <a:extLst>
              <a:ext uri="{FF2B5EF4-FFF2-40B4-BE49-F238E27FC236}">
                <a16:creationId xmlns:a16="http://schemas.microsoft.com/office/drawing/2014/main" id="{C0499F8D-22B8-4B76-B2A0-FC45B222262E}"/>
              </a:ext>
            </a:extLst>
          </p:cNvPr>
          <p:cNvSpPr/>
          <p:nvPr/>
        </p:nvSpPr>
        <p:spPr>
          <a:xfrm>
            <a:off x="22883" y="12063"/>
            <a:ext cx="4899729" cy="6179835"/>
          </a:xfrm>
          <a:prstGeom prst="roundRect">
            <a:avLst>
              <a:gd name="adj" fmla="val 7772"/>
            </a:avLst>
          </a:prstGeom>
          <a:gradFill flip="none" rotWithShape="1"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lin ang="54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2000" dirty="0"/>
          </a:p>
        </p:txBody>
      </p:sp>
      <p:pic>
        <p:nvPicPr>
          <p:cNvPr id="183" name="圖片 182">
            <a:extLst>
              <a:ext uri="{FF2B5EF4-FFF2-40B4-BE49-F238E27FC236}">
                <a16:creationId xmlns:a16="http://schemas.microsoft.com/office/drawing/2014/main" id="{EC56761D-6ADF-444F-9FB8-33947546508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31153" y="3888929"/>
            <a:ext cx="1252800" cy="1259919"/>
          </a:xfrm>
          <a:prstGeom prst="rect">
            <a:avLst/>
          </a:prstGeom>
        </p:spPr>
      </p:pic>
      <p:pic>
        <p:nvPicPr>
          <p:cNvPr id="184" name="圖片 183">
            <a:extLst>
              <a:ext uri="{FF2B5EF4-FFF2-40B4-BE49-F238E27FC236}">
                <a16:creationId xmlns:a16="http://schemas.microsoft.com/office/drawing/2014/main" id="{3DC68DBD-2ED1-43B0-A7E5-455C6A64627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656150" y="1282721"/>
            <a:ext cx="1252800" cy="1259938"/>
          </a:xfrm>
          <a:prstGeom prst="rect">
            <a:avLst/>
          </a:prstGeom>
        </p:spPr>
      </p:pic>
      <p:pic>
        <p:nvPicPr>
          <p:cNvPr id="185" name="圖片 184">
            <a:extLst>
              <a:ext uri="{FF2B5EF4-FFF2-40B4-BE49-F238E27FC236}">
                <a16:creationId xmlns:a16="http://schemas.microsoft.com/office/drawing/2014/main" id="{3391F408-475D-4DCF-B59C-7058EACF8A00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892299" y="4872697"/>
            <a:ext cx="1252800" cy="1259918"/>
          </a:xfrm>
          <a:prstGeom prst="rect">
            <a:avLst/>
          </a:prstGeom>
        </p:spPr>
      </p:pic>
      <p:pic>
        <p:nvPicPr>
          <p:cNvPr id="186" name="圖片 185">
            <a:extLst>
              <a:ext uri="{FF2B5EF4-FFF2-40B4-BE49-F238E27FC236}">
                <a16:creationId xmlns:a16="http://schemas.microsoft.com/office/drawing/2014/main" id="{0D03764C-E6C4-4EF5-95AE-51D0E39CB28F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540966" y="3849326"/>
            <a:ext cx="1252800" cy="1256359"/>
          </a:xfrm>
          <a:prstGeom prst="rect">
            <a:avLst/>
          </a:prstGeom>
        </p:spPr>
      </p:pic>
      <p:pic>
        <p:nvPicPr>
          <p:cNvPr id="187" name="圖片 186">
            <a:extLst>
              <a:ext uri="{FF2B5EF4-FFF2-40B4-BE49-F238E27FC236}">
                <a16:creationId xmlns:a16="http://schemas.microsoft.com/office/drawing/2014/main" id="{352D76E0-F6E5-4915-85D9-014CD16E536A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527286" y="2263360"/>
            <a:ext cx="1252800" cy="1259918"/>
          </a:xfrm>
          <a:prstGeom prst="rect">
            <a:avLst/>
          </a:prstGeom>
        </p:spPr>
      </p:pic>
      <p:pic>
        <p:nvPicPr>
          <p:cNvPr id="188" name="圖片 187">
            <a:extLst>
              <a:ext uri="{FF2B5EF4-FFF2-40B4-BE49-F238E27FC236}">
                <a16:creationId xmlns:a16="http://schemas.microsoft.com/office/drawing/2014/main" id="{EA7AA31A-EA01-492E-9FAB-833F4D1236C3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35463" y="2260313"/>
            <a:ext cx="1252800" cy="125993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80" name="文字方塊 179">
                <a:extLst>
                  <a:ext uri="{FF2B5EF4-FFF2-40B4-BE49-F238E27FC236}">
                    <a16:creationId xmlns:a16="http://schemas.microsoft.com/office/drawing/2014/main" id="{C6592285-FBA9-4DE2-BE47-D5703A7C2A40}"/>
                  </a:ext>
                </a:extLst>
              </p:cNvPr>
              <p:cNvSpPr txBox="1"/>
              <p:nvPr/>
            </p:nvSpPr>
            <p:spPr>
              <a:xfrm>
                <a:off x="2086115" y="4501420"/>
                <a:ext cx="812954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600" i="1" smtClean="0">
                          <a:latin typeface="Cambria Math" panose="02040503050406030204" pitchFamily="18" charset="0"/>
                        </a:rPr>
                        <m:t>|</m:t>
                      </m:r>
                      <m:d>
                        <m:dPr>
                          <m:begChr m:val=""/>
                          <m:endChr m:val="⟩"/>
                          <m:ctrlPr>
                            <a:rPr lang="en-US" altLang="zh-TW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−1, </m:t>
                          </m:r>
                          <m:r>
                            <a:rPr lang="en-US" altLang="zh-TW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d>
                    </m:oMath>
                  </m:oMathPara>
                </a14:m>
                <a:endParaRPr lang="zh-TW" altLang="en-US" sz="1600" dirty="0"/>
              </a:p>
            </p:txBody>
          </p:sp>
        </mc:Choice>
        <mc:Fallback xmlns="">
          <p:sp>
            <p:nvSpPr>
              <p:cNvPr id="180" name="文字方塊 179">
                <a:extLst>
                  <a:ext uri="{FF2B5EF4-FFF2-40B4-BE49-F238E27FC236}">
                    <a16:creationId xmlns:a16="http://schemas.microsoft.com/office/drawing/2014/main" id="{C6592285-FBA9-4DE2-BE47-D5703A7C2A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86115" y="4501420"/>
                <a:ext cx="812954" cy="338554"/>
              </a:xfrm>
              <a:prstGeom prst="rect">
                <a:avLst/>
              </a:prstGeom>
              <a:blipFill>
                <a:blip r:embed="rId14"/>
                <a:stretch>
                  <a:fillRect t="-108929" r="-46269" b="-16785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9" name="文字方塊 188">
                <a:extLst>
                  <a:ext uri="{FF2B5EF4-FFF2-40B4-BE49-F238E27FC236}">
                    <a16:creationId xmlns:a16="http://schemas.microsoft.com/office/drawing/2014/main" id="{06013B16-AADE-4F50-9769-3B0E22EFD811}"/>
                  </a:ext>
                </a:extLst>
              </p:cNvPr>
              <p:cNvSpPr txBox="1"/>
              <p:nvPr/>
            </p:nvSpPr>
            <p:spPr>
              <a:xfrm>
                <a:off x="2086115" y="2555828"/>
                <a:ext cx="812954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600" i="1" smtClean="0">
                          <a:latin typeface="Cambria Math" panose="02040503050406030204" pitchFamily="18" charset="0"/>
                        </a:rPr>
                        <m:t>|</m:t>
                      </m:r>
                      <m:d>
                        <m:dPr>
                          <m:begChr m:val=""/>
                          <m:endChr m:val="⟩"/>
                          <m:ctrlPr>
                            <a:rPr lang="en-US" altLang="zh-TW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1, 0</m:t>
                          </m:r>
                        </m:e>
                      </m:d>
                    </m:oMath>
                  </m:oMathPara>
                </a14:m>
                <a:endParaRPr lang="zh-TW" altLang="en-US" sz="1600" dirty="0"/>
              </a:p>
            </p:txBody>
          </p:sp>
        </mc:Choice>
        <mc:Fallback xmlns="">
          <p:sp>
            <p:nvSpPr>
              <p:cNvPr id="189" name="文字方塊 188">
                <a:extLst>
                  <a:ext uri="{FF2B5EF4-FFF2-40B4-BE49-F238E27FC236}">
                    <a16:creationId xmlns:a16="http://schemas.microsoft.com/office/drawing/2014/main" id="{06013B16-AADE-4F50-9769-3B0E22EFD8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86115" y="2555828"/>
                <a:ext cx="812954" cy="338554"/>
              </a:xfrm>
              <a:prstGeom prst="rect">
                <a:avLst/>
              </a:prstGeom>
              <a:blipFill>
                <a:blip r:embed="rId15"/>
                <a:stretch>
                  <a:fillRect t="-108929" r="-36567" b="-16785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12" name="群組 211">
            <a:extLst>
              <a:ext uri="{FF2B5EF4-FFF2-40B4-BE49-F238E27FC236}">
                <a16:creationId xmlns:a16="http://schemas.microsoft.com/office/drawing/2014/main" id="{56BB1570-BE07-4CCA-B844-DD9F00E8733F}"/>
              </a:ext>
            </a:extLst>
          </p:cNvPr>
          <p:cNvGrpSpPr/>
          <p:nvPr/>
        </p:nvGrpSpPr>
        <p:grpSpPr>
          <a:xfrm>
            <a:off x="2275633" y="1808686"/>
            <a:ext cx="115586" cy="110880"/>
            <a:chOff x="1373392" y="2391862"/>
            <a:chExt cx="479433" cy="476535"/>
          </a:xfrm>
        </p:grpSpPr>
        <p:sp>
          <p:nvSpPr>
            <p:cNvPr id="213" name="箭號: 向右 212">
              <a:extLst>
                <a:ext uri="{FF2B5EF4-FFF2-40B4-BE49-F238E27FC236}">
                  <a16:creationId xmlns:a16="http://schemas.microsoft.com/office/drawing/2014/main" id="{D44EB9EF-73CA-404D-99EE-1F0CCE892A52}"/>
                </a:ext>
              </a:extLst>
            </p:cNvPr>
            <p:cNvSpPr/>
            <p:nvPr/>
          </p:nvSpPr>
          <p:spPr>
            <a:xfrm>
              <a:off x="1411244" y="2735868"/>
              <a:ext cx="441581" cy="132529"/>
            </a:xfrm>
            <a:prstGeom prst="rightArrow">
              <a:avLst>
                <a:gd name="adj1" fmla="val 50000"/>
                <a:gd name="adj2" fmla="val 99023"/>
              </a:avLst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220" name="箭號: 向右 219">
              <a:extLst>
                <a:ext uri="{FF2B5EF4-FFF2-40B4-BE49-F238E27FC236}">
                  <a16:creationId xmlns:a16="http://schemas.microsoft.com/office/drawing/2014/main" id="{9F517533-ADEE-4B5D-BB6F-1F4159A610F9}"/>
                </a:ext>
              </a:extLst>
            </p:cNvPr>
            <p:cNvSpPr/>
            <p:nvPr/>
          </p:nvSpPr>
          <p:spPr>
            <a:xfrm rot="16200000">
              <a:off x="1218866" y="2546388"/>
              <a:ext cx="441581" cy="132529"/>
            </a:xfrm>
            <a:prstGeom prst="rightArrow">
              <a:avLst>
                <a:gd name="adj1" fmla="val 50000"/>
                <a:gd name="adj2" fmla="val 99023"/>
              </a:avLst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2000" dirty="0">
                <a:solidFill>
                  <a:schemeClr val="tx1"/>
                </a:solidFill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26" name="文字方塊 225">
                <a:extLst>
                  <a:ext uri="{FF2B5EF4-FFF2-40B4-BE49-F238E27FC236}">
                    <a16:creationId xmlns:a16="http://schemas.microsoft.com/office/drawing/2014/main" id="{4A797F52-28EA-4953-BC86-8E8901D5D2D9}"/>
                  </a:ext>
                </a:extLst>
              </p:cNvPr>
              <p:cNvSpPr txBox="1"/>
              <p:nvPr/>
            </p:nvSpPr>
            <p:spPr>
              <a:xfrm>
                <a:off x="2155756" y="1435710"/>
                <a:ext cx="438402" cy="4242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</m:oMath>
                  </m:oMathPara>
                </a14:m>
                <a:endParaRPr lang="en-US" altLang="zh-TW" sz="2000" dirty="0"/>
              </a:p>
            </p:txBody>
          </p:sp>
        </mc:Choice>
        <mc:Fallback xmlns="">
          <p:sp>
            <p:nvSpPr>
              <p:cNvPr id="226" name="文字方塊 225">
                <a:extLst>
                  <a:ext uri="{FF2B5EF4-FFF2-40B4-BE49-F238E27FC236}">
                    <a16:creationId xmlns:a16="http://schemas.microsoft.com/office/drawing/2014/main" id="{4A797F52-28EA-4953-BC86-8E8901D5D2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55756" y="1435710"/>
                <a:ext cx="438402" cy="424283"/>
              </a:xfrm>
              <a:prstGeom prst="rect">
                <a:avLst/>
              </a:prstGeom>
              <a:blipFill>
                <a:blip r:embed="rId16"/>
                <a:stretch>
                  <a:fillRect b="-579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7" name="文字方塊 226">
                <a:extLst>
                  <a:ext uri="{FF2B5EF4-FFF2-40B4-BE49-F238E27FC236}">
                    <a16:creationId xmlns:a16="http://schemas.microsoft.com/office/drawing/2014/main" id="{990D4C3A-AED8-40BB-8849-57DEE8BE7A17}"/>
                  </a:ext>
                </a:extLst>
              </p:cNvPr>
              <p:cNvSpPr txBox="1"/>
              <p:nvPr/>
            </p:nvSpPr>
            <p:spPr>
              <a:xfrm>
                <a:off x="2328739" y="1713862"/>
                <a:ext cx="388427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</m:oMath>
                  </m:oMathPara>
                </a14:m>
                <a:endParaRPr lang="en-US" altLang="zh-TW" sz="2000" dirty="0"/>
              </a:p>
            </p:txBody>
          </p:sp>
        </mc:Choice>
        <mc:Fallback xmlns="">
          <p:sp>
            <p:nvSpPr>
              <p:cNvPr id="227" name="文字方塊 226">
                <a:extLst>
                  <a:ext uri="{FF2B5EF4-FFF2-40B4-BE49-F238E27FC236}">
                    <a16:creationId xmlns:a16="http://schemas.microsoft.com/office/drawing/2014/main" id="{990D4C3A-AED8-40BB-8849-57DEE8BE7A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28739" y="1713862"/>
                <a:ext cx="388427" cy="400110"/>
              </a:xfrm>
              <a:prstGeom prst="rect">
                <a:avLst/>
              </a:prstGeom>
              <a:blipFill>
                <a:blip r:embed="rId17"/>
                <a:stretch>
                  <a:fillRect b="-757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8" name="文字方塊 227">
                <a:extLst>
                  <a:ext uri="{FF2B5EF4-FFF2-40B4-BE49-F238E27FC236}">
                    <a16:creationId xmlns:a16="http://schemas.microsoft.com/office/drawing/2014/main" id="{3C622479-68C9-4AC9-AE5F-27970F7075FD}"/>
                  </a:ext>
                </a:extLst>
              </p:cNvPr>
              <p:cNvSpPr txBox="1"/>
              <p:nvPr/>
            </p:nvSpPr>
            <p:spPr>
              <a:xfrm>
                <a:off x="1632296" y="2179934"/>
                <a:ext cx="652306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0.1</m:t>
                          </m:r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en-US" altLang="zh-TW" sz="1600" dirty="0"/>
              </a:p>
            </p:txBody>
          </p:sp>
        </mc:Choice>
        <mc:Fallback xmlns="">
          <p:sp>
            <p:nvSpPr>
              <p:cNvPr id="228" name="文字方塊 227">
                <a:extLst>
                  <a:ext uri="{FF2B5EF4-FFF2-40B4-BE49-F238E27FC236}">
                    <a16:creationId xmlns:a16="http://schemas.microsoft.com/office/drawing/2014/main" id="{3C622479-68C9-4AC9-AE5F-27970F7075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32296" y="2179934"/>
                <a:ext cx="652306" cy="338554"/>
              </a:xfrm>
              <a:prstGeom prst="rect">
                <a:avLst/>
              </a:prstGeom>
              <a:blipFill>
                <a:blip r:embed="rId18"/>
                <a:stretch>
                  <a:fillRect b="-727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9" name="文字方塊 228">
            <a:extLst>
              <a:ext uri="{FF2B5EF4-FFF2-40B4-BE49-F238E27FC236}">
                <a16:creationId xmlns:a16="http://schemas.microsoft.com/office/drawing/2014/main" id="{2693C9D3-A145-48F7-981C-9A9BF2A0A9A5}"/>
              </a:ext>
            </a:extLst>
          </p:cNvPr>
          <p:cNvSpPr txBox="1"/>
          <p:nvPr/>
        </p:nvSpPr>
        <p:spPr>
          <a:xfrm>
            <a:off x="635276" y="125920"/>
            <a:ext cx="3714632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Longitudinal component</a:t>
            </a:r>
            <a:endParaRPr lang="zh-TW" altLang="en-US" sz="2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1" name="文字方塊 230">
                <a:extLst>
                  <a:ext uri="{FF2B5EF4-FFF2-40B4-BE49-F238E27FC236}">
                    <a16:creationId xmlns:a16="http://schemas.microsoft.com/office/drawing/2014/main" id="{A81A25EB-4EC7-4F2F-99BC-612BE192E284}"/>
                  </a:ext>
                </a:extLst>
              </p:cNvPr>
              <p:cNvSpPr txBox="1"/>
              <p:nvPr/>
            </p:nvSpPr>
            <p:spPr>
              <a:xfrm>
                <a:off x="1450054" y="1285730"/>
                <a:ext cx="1673596" cy="3231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5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𝛼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</m:d>
                      <m:r>
                        <a:rPr lang="en-US" altLang="zh-TW" sz="150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zh-TW" sz="15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0, </m:t>
                          </m:r>
                          <m:r>
                            <m:rPr>
                              <m:nor/>
                            </m:rPr>
                            <a:rPr lang="en-US" altLang="zh-TW" sz="150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</m:oMath>
                  </m:oMathPara>
                </a14:m>
                <a:endParaRPr lang="zh-TW" altLang="en-US" sz="1500" dirty="0"/>
              </a:p>
            </p:txBody>
          </p:sp>
        </mc:Choice>
        <mc:Fallback xmlns="">
          <p:sp>
            <p:nvSpPr>
              <p:cNvPr id="231" name="文字方塊 230">
                <a:extLst>
                  <a:ext uri="{FF2B5EF4-FFF2-40B4-BE49-F238E27FC236}">
                    <a16:creationId xmlns:a16="http://schemas.microsoft.com/office/drawing/2014/main" id="{A81A25EB-4EC7-4F2F-99BC-612BE192E2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50054" y="1285730"/>
                <a:ext cx="1673596" cy="323165"/>
              </a:xfrm>
              <a:prstGeom prst="rect">
                <a:avLst/>
              </a:prstGeom>
              <a:blipFill>
                <a:blip r:embed="rId19"/>
                <a:stretch>
                  <a:fillRect b="-943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2" name="文字方塊 231">
                <a:extLst>
                  <a:ext uri="{FF2B5EF4-FFF2-40B4-BE49-F238E27FC236}">
                    <a16:creationId xmlns:a16="http://schemas.microsoft.com/office/drawing/2014/main" id="{B2F5F182-7771-47FB-BF37-AF5144F26384}"/>
                  </a:ext>
                </a:extLst>
              </p:cNvPr>
              <p:cNvSpPr txBox="1"/>
              <p:nvPr/>
            </p:nvSpPr>
            <p:spPr>
              <a:xfrm>
                <a:off x="393423" y="3844729"/>
                <a:ext cx="1150186" cy="3231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5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0, 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500" dirty="0"/>
              </a:p>
            </p:txBody>
          </p:sp>
        </mc:Choice>
        <mc:Fallback xmlns="">
          <p:sp>
            <p:nvSpPr>
              <p:cNvPr id="232" name="文字方塊 231">
                <a:extLst>
                  <a:ext uri="{FF2B5EF4-FFF2-40B4-BE49-F238E27FC236}">
                    <a16:creationId xmlns:a16="http://schemas.microsoft.com/office/drawing/2014/main" id="{B2F5F182-7771-47FB-BF37-AF5144F263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423" y="3844729"/>
                <a:ext cx="1150186" cy="323165"/>
              </a:xfrm>
              <a:prstGeom prst="rect">
                <a:avLst/>
              </a:prstGeom>
              <a:blipFill>
                <a:blip r:embed="rId20"/>
                <a:stretch>
                  <a:fillRect b="-943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3" name="文字方塊 232">
                <a:extLst>
                  <a:ext uri="{FF2B5EF4-FFF2-40B4-BE49-F238E27FC236}">
                    <a16:creationId xmlns:a16="http://schemas.microsoft.com/office/drawing/2014/main" id="{BDC6F78B-E419-4B8A-BAA9-5615A1972DBE}"/>
                  </a:ext>
                </a:extLst>
              </p:cNvPr>
              <p:cNvSpPr txBox="1"/>
              <p:nvPr/>
            </p:nvSpPr>
            <p:spPr>
              <a:xfrm>
                <a:off x="3590447" y="2248720"/>
                <a:ext cx="1150186" cy="3231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5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500" dirty="0"/>
              </a:p>
            </p:txBody>
          </p:sp>
        </mc:Choice>
        <mc:Fallback xmlns="">
          <p:sp>
            <p:nvSpPr>
              <p:cNvPr id="233" name="文字方塊 232">
                <a:extLst>
                  <a:ext uri="{FF2B5EF4-FFF2-40B4-BE49-F238E27FC236}">
                    <a16:creationId xmlns:a16="http://schemas.microsoft.com/office/drawing/2014/main" id="{BDC6F78B-E419-4B8A-BAA9-5615A1972D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90447" y="2248720"/>
                <a:ext cx="1150186" cy="323165"/>
              </a:xfrm>
              <a:prstGeom prst="rect">
                <a:avLst/>
              </a:prstGeom>
              <a:blipFill>
                <a:blip r:embed="rId21"/>
                <a:stretch>
                  <a:fillRect b="-943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4" name="文字方塊 233">
                <a:extLst>
                  <a:ext uri="{FF2B5EF4-FFF2-40B4-BE49-F238E27FC236}">
                    <a16:creationId xmlns:a16="http://schemas.microsoft.com/office/drawing/2014/main" id="{DA67C54B-80A5-4D59-B289-74384BDACD1C}"/>
                  </a:ext>
                </a:extLst>
              </p:cNvPr>
              <p:cNvSpPr txBox="1"/>
              <p:nvPr/>
            </p:nvSpPr>
            <p:spPr>
              <a:xfrm>
                <a:off x="1917499" y="4840301"/>
                <a:ext cx="1150186" cy="3231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5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0,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𝜋</m:t>
                          </m:r>
                        </m:e>
                      </m:d>
                    </m:oMath>
                  </m:oMathPara>
                </a14:m>
                <a:endParaRPr lang="zh-TW" altLang="en-US" sz="1500" dirty="0"/>
              </a:p>
            </p:txBody>
          </p:sp>
        </mc:Choice>
        <mc:Fallback xmlns="">
          <p:sp>
            <p:nvSpPr>
              <p:cNvPr id="234" name="文字方塊 233">
                <a:extLst>
                  <a:ext uri="{FF2B5EF4-FFF2-40B4-BE49-F238E27FC236}">
                    <a16:creationId xmlns:a16="http://schemas.microsoft.com/office/drawing/2014/main" id="{DA67C54B-80A5-4D59-B289-74384BDACD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17499" y="4840301"/>
                <a:ext cx="1150186" cy="323165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35" name="圖片 234">
            <a:extLst>
              <a:ext uri="{FF2B5EF4-FFF2-40B4-BE49-F238E27FC236}">
                <a16:creationId xmlns:a16="http://schemas.microsoft.com/office/drawing/2014/main" id="{DF781A4C-9BC8-40C7-BF1A-E906699C28D4}"/>
              </a:ext>
            </a:extLst>
          </p:cNvPr>
          <p:cNvPicPr>
            <a:picLocks noChangeAspect="1"/>
          </p:cNvPicPr>
          <p:nvPr/>
        </p:nvPicPr>
        <p:blipFill rotWithShape="1">
          <a:blip r:embed="rId2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0879" t="9023" r="5604" b="70339"/>
          <a:stretch/>
        </p:blipFill>
        <p:spPr>
          <a:xfrm>
            <a:off x="2916800" y="1257930"/>
            <a:ext cx="343471" cy="134348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36" name="文字方塊 235">
                <a:extLst>
                  <a:ext uri="{FF2B5EF4-FFF2-40B4-BE49-F238E27FC236}">
                    <a16:creationId xmlns:a16="http://schemas.microsoft.com/office/drawing/2014/main" id="{61131924-00C5-4C5C-8379-1D2527DB1052}"/>
                  </a:ext>
                </a:extLst>
              </p:cNvPr>
              <p:cNvSpPr txBox="1"/>
              <p:nvPr/>
            </p:nvSpPr>
            <p:spPr>
              <a:xfrm>
                <a:off x="2835336" y="2342403"/>
                <a:ext cx="478319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sz="1400"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altLang="zh-TW" sz="1400">
                          <a:latin typeface="Cambria Math" panose="02040503050406030204" pitchFamily="18" charset="0"/>
                        </a:rPr>
                        <m:t>.</m:t>
                      </m:r>
                      <m:r>
                        <m:rPr>
                          <m:sty m:val="p"/>
                        </m:rPr>
                        <a:rPr lang="en-US" altLang="zh-TW" sz="1400">
                          <a:latin typeface="Cambria Math" panose="02040503050406030204" pitchFamily="18" charset="0"/>
                        </a:rPr>
                        <m:t>u</m:t>
                      </m:r>
                      <m:r>
                        <a:rPr lang="en-US" altLang="zh-TW" sz="140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TW" altLang="en-US" sz="1400" dirty="0"/>
              </a:p>
            </p:txBody>
          </p:sp>
        </mc:Choice>
        <mc:Fallback xmlns="">
          <p:sp>
            <p:nvSpPr>
              <p:cNvPr id="236" name="文字方塊 235">
                <a:extLst>
                  <a:ext uri="{FF2B5EF4-FFF2-40B4-BE49-F238E27FC236}">
                    <a16:creationId xmlns:a16="http://schemas.microsoft.com/office/drawing/2014/main" id="{61131924-00C5-4C5C-8379-1D2527DB10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35336" y="2342403"/>
                <a:ext cx="478319" cy="307777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7" name="Oval 14">
            <a:extLst>
              <a:ext uri="{FF2B5EF4-FFF2-40B4-BE49-F238E27FC236}">
                <a16:creationId xmlns:a16="http://schemas.microsoft.com/office/drawing/2014/main" id="{4D2E6476-8133-4C1A-80AA-96C2BBAD7538}"/>
              </a:ext>
            </a:extLst>
          </p:cNvPr>
          <p:cNvSpPr/>
          <p:nvPr/>
        </p:nvSpPr>
        <p:spPr>
          <a:xfrm>
            <a:off x="2409339" y="2852108"/>
            <a:ext cx="162450" cy="168277"/>
          </a:xfrm>
          <a:prstGeom prst="ellipse">
            <a:avLst/>
          </a:prstGeom>
          <a:gradFill flip="none" rotWithShape="1">
            <a:gsLst>
              <a:gs pos="0">
                <a:srgbClr val="D1D1D1"/>
              </a:gs>
              <a:gs pos="23000">
                <a:schemeClr val="bg1">
                  <a:lumMod val="85000"/>
                </a:schemeClr>
              </a:gs>
              <a:gs pos="69000">
                <a:schemeClr val="accent3">
                  <a:lumMod val="75000"/>
                </a:schemeClr>
              </a:gs>
              <a:gs pos="97000">
                <a:schemeClr val="accent3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/>
          </a:p>
        </p:txBody>
      </p:sp>
      <p:sp>
        <p:nvSpPr>
          <p:cNvPr id="238" name="Oval 4">
            <a:extLst>
              <a:ext uri="{FF2B5EF4-FFF2-40B4-BE49-F238E27FC236}">
                <a16:creationId xmlns:a16="http://schemas.microsoft.com/office/drawing/2014/main" id="{D0067B35-40A6-4446-8A95-C300D2678B59}"/>
              </a:ext>
            </a:extLst>
          </p:cNvPr>
          <p:cNvSpPr/>
          <p:nvPr/>
        </p:nvSpPr>
        <p:spPr>
          <a:xfrm>
            <a:off x="1770758" y="2936246"/>
            <a:ext cx="1443999" cy="1495797"/>
          </a:xfrm>
          <a:prstGeom prst="ellipse">
            <a:avLst/>
          </a:prstGeom>
          <a:gradFill flip="none" rotWithShape="1">
            <a:gsLst>
              <a:gs pos="100000">
                <a:schemeClr val="accent3">
                  <a:lumMod val="60000"/>
                  <a:lumOff val="40000"/>
                  <a:alpha val="60000"/>
                </a:schemeClr>
              </a:gs>
              <a:gs pos="55000">
                <a:schemeClr val="accent3">
                  <a:lumMod val="40000"/>
                  <a:lumOff val="60000"/>
                  <a:alpha val="60000"/>
                </a:schemeClr>
              </a:gs>
              <a:gs pos="0">
                <a:schemeClr val="bg1">
                  <a:alpha val="6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 w="57150">
            <a:solidFill>
              <a:srgbClr val="D5D7D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39" name="Oval 15">
            <a:extLst>
              <a:ext uri="{FF2B5EF4-FFF2-40B4-BE49-F238E27FC236}">
                <a16:creationId xmlns:a16="http://schemas.microsoft.com/office/drawing/2014/main" id="{3ED95C10-549D-46A4-8427-E9004FB39400}"/>
              </a:ext>
            </a:extLst>
          </p:cNvPr>
          <p:cNvSpPr/>
          <p:nvPr/>
        </p:nvSpPr>
        <p:spPr>
          <a:xfrm>
            <a:off x="2409339" y="4347065"/>
            <a:ext cx="162450" cy="168277"/>
          </a:xfrm>
          <a:prstGeom prst="ellipse">
            <a:avLst/>
          </a:prstGeom>
          <a:gradFill flip="none" rotWithShape="1">
            <a:gsLst>
              <a:gs pos="17000">
                <a:srgbClr val="D1D1D1"/>
              </a:gs>
              <a:gs pos="0">
                <a:schemeClr val="bg1">
                  <a:lumMod val="85000"/>
                </a:schemeClr>
              </a:gs>
              <a:gs pos="60000">
                <a:schemeClr val="accent3">
                  <a:lumMod val="75000"/>
                </a:schemeClr>
              </a:gs>
              <a:gs pos="97000">
                <a:schemeClr val="accent3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52" name="SHO">
            <a:extLst>
              <a:ext uri="{FF2B5EF4-FFF2-40B4-BE49-F238E27FC236}">
                <a16:creationId xmlns:a16="http://schemas.microsoft.com/office/drawing/2014/main" id="{0845B616-2D49-4C5D-A47F-908796A33A53}"/>
              </a:ext>
            </a:extLst>
          </p:cNvPr>
          <p:cNvSpPr/>
          <p:nvPr/>
        </p:nvSpPr>
        <p:spPr>
          <a:xfrm rot="16200000">
            <a:off x="2179219" y="2962645"/>
            <a:ext cx="622693" cy="1443999"/>
          </a:xfrm>
          <a:prstGeom prst="arc">
            <a:avLst>
              <a:gd name="adj1" fmla="val 5396867"/>
              <a:gd name="adj2" fmla="val 5395779"/>
            </a:avLst>
          </a:prstGeom>
          <a:gradFill flip="none" rotWithShape="1">
            <a:gsLst>
              <a:gs pos="0">
                <a:schemeClr val="bg1">
                  <a:lumMod val="65000"/>
                </a:schemeClr>
              </a:gs>
              <a:gs pos="47000">
                <a:schemeClr val="bg1">
                  <a:lumMod val="50000"/>
                </a:schemeClr>
              </a:gs>
              <a:gs pos="97000">
                <a:srgbClr val="5E5E5E"/>
              </a:gs>
            </a:gsLst>
            <a:path path="circle">
              <a:fillToRect l="50000" t="50000" r="50000" b="50000"/>
            </a:path>
            <a:tileRect/>
          </a:gradFill>
          <a:ln w="31750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53" name="SVO">
            <a:extLst>
              <a:ext uri="{FF2B5EF4-FFF2-40B4-BE49-F238E27FC236}">
                <a16:creationId xmlns:a16="http://schemas.microsoft.com/office/drawing/2014/main" id="{28FBC70E-6464-4911-A7DC-D688B4A191B2}"/>
              </a:ext>
            </a:extLst>
          </p:cNvPr>
          <p:cNvSpPr/>
          <p:nvPr/>
        </p:nvSpPr>
        <p:spPr>
          <a:xfrm>
            <a:off x="2128665" y="2936747"/>
            <a:ext cx="722000" cy="1495797"/>
          </a:xfrm>
          <a:prstGeom prst="ellipse">
            <a:avLst/>
          </a:prstGeom>
          <a:noFill/>
          <a:ln w="25400">
            <a:solidFill>
              <a:schemeClr val="bg1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254" name="Oval 6">
            <a:extLst>
              <a:ext uri="{FF2B5EF4-FFF2-40B4-BE49-F238E27FC236}">
                <a16:creationId xmlns:a16="http://schemas.microsoft.com/office/drawing/2014/main" id="{F7426249-BB1C-465F-BA24-177826BCA4FE}"/>
              </a:ext>
            </a:extLst>
          </p:cNvPr>
          <p:cNvSpPr/>
          <p:nvPr/>
        </p:nvSpPr>
        <p:spPr>
          <a:xfrm rot="16200000">
            <a:off x="2179219" y="2962645"/>
            <a:ext cx="622693" cy="1443999"/>
          </a:xfrm>
          <a:prstGeom prst="ellipse">
            <a:avLst/>
          </a:prstGeom>
          <a:noFill/>
          <a:ln w="38100">
            <a:solidFill>
              <a:schemeClr val="tx1">
                <a:alpha val="6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5" name="TextBox 11">
                <a:extLst>
                  <a:ext uri="{FF2B5EF4-FFF2-40B4-BE49-F238E27FC236}">
                    <a16:creationId xmlns:a16="http://schemas.microsoft.com/office/drawing/2014/main" id="{37DEB133-ADB0-4B60-901B-D2AEF580DA59}"/>
                  </a:ext>
                </a:extLst>
              </p:cNvPr>
              <p:cNvSpPr txBox="1"/>
              <p:nvPr/>
            </p:nvSpPr>
            <p:spPr>
              <a:xfrm>
                <a:off x="1940867" y="3506293"/>
                <a:ext cx="176928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255" name="TextBox 11">
                <a:extLst>
                  <a:ext uri="{FF2B5EF4-FFF2-40B4-BE49-F238E27FC236}">
                    <a16:creationId xmlns:a16="http://schemas.microsoft.com/office/drawing/2014/main" id="{37DEB133-ADB0-4B60-901B-D2AEF580DA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40867" y="3506293"/>
                <a:ext cx="176928" cy="338554"/>
              </a:xfrm>
              <a:prstGeom prst="rect">
                <a:avLst/>
              </a:prstGeom>
              <a:blipFill>
                <a:blip r:embed="rId25"/>
                <a:stretch>
                  <a:fillRect r="-4137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6" name="Oval 22">
            <a:extLst>
              <a:ext uri="{FF2B5EF4-FFF2-40B4-BE49-F238E27FC236}">
                <a16:creationId xmlns:a16="http://schemas.microsoft.com/office/drawing/2014/main" id="{F51F6D7A-CBDD-41AE-81A9-01A381888E10}"/>
              </a:ext>
            </a:extLst>
          </p:cNvPr>
          <p:cNvSpPr/>
          <p:nvPr/>
        </p:nvSpPr>
        <p:spPr>
          <a:xfrm>
            <a:off x="2408393" y="4347065"/>
            <a:ext cx="162450" cy="168277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7" name="TextBox 12">
                <a:extLst>
                  <a:ext uri="{FF2B5EF4-FFF2-40B4-BE49-F238E27FC236}">
                    <a16:creationId xmlns:a16="http://schemas.microsoft.com/office/drawing/2014/main" id="{BEB792E4-CC90-49E5-8163-921F2ECF2D45}"/>
                  </a:ext>
                </a:extLst>
              </p:cNvPr>
              <p:cNvSpPr txBox="1"/>
              <p:nvPr/>
            </p:nvSpPr>
            <p:spPr>
              <a:xfrm>
                <a:off x="2595790" y="3601690"/>
                <a:ext cx="176928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257" name="TextBox 12">
                <a:extLst>
                  <a:ext uri="{FF2B5EF4-FFF2-40B4-BE49-F238E27FC236}">
                    <a16:creationId xmlns:a16="http://schemas.microsoft.com/office/drawing/2014/main" id="{BEB792E4-CC90-49E5-8163-921F2ECF2D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95790" y="3601690"/>
                <a:ext cx="176928" cy="338554"/>
              </a:xfrm>
              <a:prstGeom prst="rect">
                <a:avLst/>
              </a:prstGeom>
              <a:blipFill>
                <a:blip r:embed="rId26"/>
                <a:stretch>
                  <a:fillRect r="-51724" b="-363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8" name="TextBox 13">
                <a:extLst>
                  <a:ext uri="{FF2B5EF4-FFF2-40B4-BE49-F238E27FC236}">
                    <a16:creationId xmlns:a16="http://schemas.microsoft.com/office/drawing/2014/main" id="{8D531DEA-B9A5-4E8D-A6A2-A31408532FD7}"/>
                  </a:ext>
                </a:extLst>
              </p:cNvPr>
              <p:cNvSpPr txBox="1"/>
              <p:nvPr/>
            </p:nvSpPr>
            <p:spPr>
              <a:xfrm>
                <a:off x="2351666" y="2971948"/>
                <a:ext cx="256967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>
                          <a:latin typeface="Cambria Math" panose="02040503050406030204" pitchFamily="18" charset="0"/>
                        </a:rPr>
                        <m:t>𝑧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258" name="TextBox 13">
                <a:extLst>
                  <a:ext uri="{FF2B5EF4-FFF2-40B4-BE49-F238E27FC236}">
                    <a16:creationId xmlns:a16="http://schemas.microsoft.com/office/drawing/2014/main" id="{8D531DEA-B9A5-4E8D-A6A2-A31408532F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51666" y="2971948"/>
                <a:ext cx="256967" cy="338554"/>
              </a:xfrm>
              <a:prstGeom prst="rect">
                <a:avLst/>
              </a:prstGeom>
              <a:blipFill>
                <a:blip r:embed="rId2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9" name="DVO">
            <a:extLst>
              <a:ext uri="{FF2B5EF4-FFF2-40B4-BE49-F238E27FC236}">
                <a16:creationId xmlns:a16="http://schemas.microsoft.com/office/drawing/2014/main" id="{BD66E933-A9D1-416F-99A4-A2F56F384D96}"/>
              </a:ext>
            </a:extLst>
          </p:cNvPr>
          <p:cNvSpPr/>
          <p:nvPr/>
        </p:nvSpPr>
        <p:spPr>
          <a:xfrm flipH="1">
            <a:off x="2128665" y="2936747"/>
            <a:ext cx="722000" cy="1495797"/>
          </a:xfrm>
          <a:prstGeom prst="arc">
            <a:avLst>
              <a:gd name="adj1" fmla="val 5396867"/>
              <a:gd name="adj2" fmla="val 16170484"/>
            </a:avLst>
          </a:prstGeom>
          <a:ln w="254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60" name="Oval 23">
            <a:extLst>
              <a:ext uri="{FF2B5EF4-FFF2-40B4-BE49-F238E27FC236}">
                <a16:creationId xmlns:a16="http://schemas.microsoft.com/office/drawing/2014/main" id="{B1975880-4F20-4527-8AC1-67B4B5024B5F}"/>
              </a:ext>
            </a:extLst>
          </p:cNvPr>
          <p:cNvSpPr/>
          <p:nvPr/>
        </p:nvSpPr>
        <p:spPr>
          <a:xfrm>
            <a:off x="3131249" y="3600507"/>
            <a:ext cx="162450" cy="168277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cxnSp>
        <p:nvCxnSpPr>
          <p:cNvPr id="261" name="Straight Arrow Connector 7">
            <a:extLst>
              <a:ext uri="{FF2B5EF4-FFF2-40B4-BE49-F238E27FC236}">
                <a16:creationId xmlns:a16="http://schemas.microsoft.com/office/drawing/2014/main" id="{33161F97-7212-47BE-BA7D-6FC7B9147369}"/>
              </a:ext>
            </a:extLst>
          </p:cNvPr>
          <p:cNvCxnSpPr>
            <a:cxnSpLocks/>
          </p:cNvCxnSpPr>
          <p:nvPr/>
        </p:nvCxnSpPr>
        <p:spPr>
          <a:xfrm flipV="1">
            <a:off x="2486634" y="3236563"/>
            <a:ext cx="1697" cy="445890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2" name="Straight Arrow Connector 19">
            <a:extLst>
              <a:ext uri="{FF2B5EF4-FFF2-40B4-BE49-F238E27FC236}">
                <a16:creationId xmlns:a16="http://schemas.microsoft.com/office/drawing/2014/main" id="{240911C2-AE74-4914-B8DB-470C2315C461}"/>
              </a:ext>
            </a:extLst>
          </p:cNvPr>
          <p:cNvCxnSpPr>
            <a:cxnSpLocks/>
          </p:cNvCxnSpPr>
          <p:nvPr/>
        </p:nvCxnSpPr>
        <p:spPr>
          <a:xfrm>
            <a:off x="2489618" y="3680269"/>
            <a:ext cx="195802" cy="156763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3" name="Straight Arrow Connector 18">
            <a:extLst>
              <a:ext uri="{FF2B5EF4-FFF2-40B4-BE49-F238E27FC236}">
                <a16:creationId xmlns:a16="http://schemas.microsoft.com/office/drawing/2014/main" id="{168B960E-43A1-4542-B03F-41153CC41797}"/>
              </a:ext>
            </a:extLst>
          </p:cNvPr>
          <p:cNvCxnSpPr>
            <a:cxnSpLocks/>
          </p:cNvCxnSpPr>
          <p:nvPr/>
        </p:nvCxnSpPr>
        <p:spPr>
          <a:xfrm rot="16200000" flipH="1" flipV="1">
            <a:off x="2318296" y="3508793"/>
            <a:ext cx="0" cy="342950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4" name="Oval 20">
            <a:extLst>
              <a:ext uri="{FF2B5EF4-FFF2-40B4-BE49-F238E27FC236}">
                <a16:creationId xmlns:a16="http://schemas.microsoft.com/office/drawing/2014/main" id="{24DEE888-55C9-4D4C-B18D-808F9AA85CCB}"/>
              </a:ext>
            </a:extLst>
          </p:cNvPr>
          <p:cNvSpPr/>
          <p:nvPr/>
        </p:nvSpPr>
        <p:spPr>
          <a:xfrm>
            <a:off x="1687085" y="3600507"/>
            <a:ext cx="162450" cy="168277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265" name="Oval 22">
            <a:extLst>
              <a:ext uri="{FF2B5EF4-FFF2-40B4-BE49-F238E27FC236}">
                <a16:creationId xmlns:a16="http://schemas.microsoft.com/office/drawing/2014/main" id="{EF01816B-7066-4916-A520-954D092BE6FE}"/>
              </a:ext>
            </a:extLst>
          </p:cNvPr>
          <p:cNvSpPr/>
          <p:nvPr/>
        </p:nvSpPr>
        <p:spPr>
          <a:xfrm>
            <a:off x="2409575" y="2844234"/>
            <a:ext cx="162450" cy="168277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/>
          </a:p>
        </p:txBody>
      </p:sp>
      <p:sp>
        <p:nvSpPr>
          <p:cNvPr id="266" name="Partial Circle 9">
            <a:extLst>
              <a:ext uri="{FF2B5EF4-FFF2-40B4-BE49-F238E27FC236}">
                <a16:creationId xmlns:a16="http://schemas.microsoft.com/office/drawing/2014/main" id="{95E3D0C0-F471-47D7-9B54-CC1B9F289F59}"/>
              </a:ext>
            </a:extLst>
          </p:cNvPr>
          <p:cNvSpPr>
            <a:spLocks noChangeAspect="1"/>
          </p:cNvSpPr>
          <p:nvPr/>
        </p:nvSpPr>
        <p:spPr>
          <a:xfrm rot="16200000" flipH="1">
            <a:off x="2425736" y="3585381"/>
            <a:ext cx="102407" cy="197721"/>
          </a:xfrm>
          <a:prstGeom prst="pie">
            <a:avLst>
              <a:gd name="adj1" fmla="val 16258856"/>
              <a:gd name="adj2" fmla="val 19252600"/>
            </a:avLst>
          </a:prstGeom>
          <a:gradFill flip="none" rotWithShape="1">
            <a:gsLst>
              <a:gs pos="0">
                <a:schemeClr val="tx1"/>
              </a:gs>
              <a:gs pos="50000">
                <a:schemeClr val="tx1">
                  <a:lumMod val="50000"/>
                  <a:lumOff val="50000"/>
                </a:schemeClr>
              </a:gs>
              <a:gs pos="100000">
                <a:schemeClr val="bg1">
                  <a:lumMod val="50000"/>
                </a:schemeClr>
              </a:gs>
            </a:gsLst>
            <a:lin ang="2700000" scaled="1"/>
            <a:tileRect/>
          </a:gra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7" name="TextBox 10">
                <a:extLst>
                  <a:ext uri="{FF2B5EF4-FFF2-40B4-BE49-F238E27FC236}">
                    <a16:creationId xmlns:a16="http://schemas.microsoft.com/office/drawing/2014/main" id="{B215AA15-06BF-4D83-A5CD-B6A967095CE1}"/>
                  </a:ext>
                </a:extLst>
              </p:cNvPr>
              <p:cNvSpPr txBox="1"/>
              <p:nvPr/>
            </p:nvSpPr>
            <p:spPr>
              <a:xfrm>
                <a:off x="2061718" y="3620427"/>
                <a:ext cx="315234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>
                          <a:latin typeface="Cambria Math" panose="02040503050406030204" pitchFamily="18" charset="0"/>
                        </a:rPr>
                        <m:t>𝛼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267" name="TextBox 10">
                <a:extLst>
                  <a:ext uri="{FF2B5EF4-FFF2-40B4-BE49-F238E27FC236}">
                    <a16:creationId xmlns:a16="http://schemas.microsoft.com/office/drawing/2014/main" id="{B215AA15-06BF-4D83-A5CD-B6A967095C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61718" y="3620427"/>
                <a:ext cx="315234" cy="338554"/>
              </a:xfrm>
              <a:prstGeom prst="rect">
                <a:avLst/>
              </a:prstGeom>
              <a:blipFill>
                <a:blip r:embed="rId2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68" name="Straight Arrow Connector 17">
            <a:extLst>
              <a:ext uri="{FF2B5EF4-FFF2-40B4-BE49-F238E27FC236}">
                <a16:creationId xmlns:a16="http://schemas.microsoft.com/office/drawing/2014/main" id="{230BB7BA-7677-4C8C-B5E4-B82B7D463931}"/>
              </a:ext>
            </a:extLst>
          </p:cNvPr>
          <p:cNvCxnSpPr>
            <a:cxnSpLocks/>
          </p:cNvCxnSpPr>
          <p:nvPr/>
        </p:nvCxnSpPr>
        <p:spPr>
          <a:xfrm flipH="1">
            <a:off x="2268987" y="3685449"/>
            <a:ext cx="221585" cy="286539"/>
          </a:xfrm>
          <a:prstGeom prst="straightConnector1">
            <a:avLst/>
          </a:prstGeom>
          <a:ln w="38100">
            <a:solidFill>
              <a:schemeClr val="tx1"/>
            </a:solidFill>
            <a:tailEnd type="stealth" w="lg" len="lg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269" name="Partial Circle 9">
            <a:extLst>
              <a:ext uri="{FF2B5EF4-FFF2-40B4-BE49-F238E27FC236}">
                <a16:creationId xmlns:a16="http://schemas.microsoft.com/office/drawing/2014/main" id="{E72D69FE-BCE2-4231-B5B8-E4BAB5150F43}"/>
              </a:ext>
            </a:extLst>
          </p:cNvPr>
          <p:cNvSpPr>
            <a:spLocks noChangeAspect="1"/>
          </p:cNvSpPr>
          <p:nvPr/>
        </p:nvSpPr>
        <p:spPr>
          <a:xfrm>
            <a:off x="2413011" y="3548156"/>
            <a:ext cx="149214" cy="301366"/>
          </a:xfrm>
          <a:prstGeom prst="pie">
            <a:avLst>
              <a:gd name="adj1" fmla="val 16258856"/>
              <a:gd name="adj2" fmla="val 19252600"/>
            </a:avLst>
          </a:prstGeom>
          <a:gradFill flip="none" rotWithShape="1">
            <a:gsLst>
              <a:gs pos="0">
                <a:schemeClr val="tx1"/>
              </a:gs>
              <a:gs pos="50000">
                <a:schemeClr val="tx1">
                  <a:lumMod val="50000"/>
                  <a:lumOff val="50000"/>
                </a:schemeClr>
              </a:gs>
              <a:gs pos="100000">
                <a:schemeClr val="bg1">
                  <a:lumMod val="50000"/>
                </a:schemeClr>
              </a:gs>
            </a:gsLst>
            <a:lin ang="2700000" scaled="1"/>
            <a:tileRect/>
          </a:gra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0" name="TextBox 10">
                <a:extLst>
                  <a:ext uri="{FF2B5EF4-FFF2-40B4-BE49-F238E27FC236}">
                    <a16:creationId xmlns:a16="http://schemas.microsoft.com/office/drawing/2014/main" id="{2F6C10B6-03DA-4C5F-B367-63A41053B482}"/>
                  </a:ext>
                </a:extLst>
              </p:cNvPr>
              <p:cNvSpPr txBox="1"/>
              <p:nvPr/>
            </p:nvSpPr>
            <p:spPr>
              <a:xfrm>
                <a:off x="2452790" y="3300009"/>
                <a:ext cx="297046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>
                          <a:latin typeface="Cambria Math" panose="02040503050406030204" pitchFamily="18" charset="0"/>
                        </a:rPr>
                        <m:t>𝛽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270" name="TextBox 10">
                <a:extLst>
                  <a:ext uri="{FF2B5EF4-FFF2-40B4-BE49-F238E27FC236}">
                    <a16:creationId xmlns:a16="http://schemas.microsoft.com/office/drawing/2014/main" id="{2F6C10B6-03DA-4C5F-B367-63A41053B4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52790" y="3300009"/>
                <a:ext cx="297046" cy="338554"/>
              </a:xfrm>
              <a:prstGeom prst="rect">
                <a:avLst/>
              </a:prstGeom>
              <a:blipFill>
                <a:blip r:embed="rId29"/>
                <a:stretch>
                  <a:fillRect r="-4082" b="-892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71" name="Straight Arrow Connector 17">
            <a:extLst>
              <a:ext uri="{FF2B5EF4-FFF2-40B4-BE49-F238E27FC236}">
                <a16:creationId xmlns:a16="http://schemas.microsoft.com/office/drawing/2014/main" id="{050CD12B-2348-4EAE-8F7E-7F476F6AB6E3}"/>
              </a:ext>
            </a:extLst>
          </p:cNvPr>
          <p:cNvCxnSpPr>
            <a:cxnSpLocks/>
          </p:cNvCxnSpPr>
          <p:nvPr/>
        </p:nvCxnSpPr>
        <p:spPr>
          <a:xfrm flipV="1">
            <a:off x="2482485" y="3239724"/>
            <a:ext cx="571923" cy="449644"/>
          </a:xfrm>
          <a:prstGeom prst="straightConnector1">
            <a:avLst/>
          </a:prstGeom>
          <a:ln w="38100">
            <a:solidFill>
              <a:schemeClr val="tx1"/>
            </a:solidFill>
            <a:tailEnd type="stealth" w="lg" len="lg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52" name="Oval 23">
            <a:extLst>
              <a:ext uri="{FF2B5EF4-FFF2-40B4-BE49-F238E27FC236}">
                <a16:creationId xmlns:a16="http://schemas.microsoft.com/office/drawing/2014/main" id="{6454FEB7-1A49-4057-B9D1-C98AB19CFD06}"/>
              </a:ext>
            </a:extLst>
          </p:cNvPr>
          <p:cNvSpPr/>
          <p:nvPr/>
        </p:nvSpPr>
        <p:spPr>
          <a:xfrm>
            <a:off x="2742576" y="3860498"/>
            <a:ext cx="162450" cy="168277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154" name="Oval 23">
            <a:extLst>
              <a:ext uri="{FF2B5EF4-FFF2-40B4-BE49-F238E27FC236}">
                <a16:creationId xmlns:a16="http://schemas.microsoft.com/office/drawing/2014/main" id="{2FF5597B-5488-4B3C-BE8B-E0AD3A81CF14}"/>
              </a:ext>
            </a:extLst>
          </p:cNvPr>
          <p:cNvSpPr/>
          <p:nvPr/>
        </p:nvSpPr>
        <p:spPr>
          <a:xfrm>
            <a:off x="2056776" y="3327098"/>
            <a:ext cx="162450" cy="168277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6" name="文字方塊 155">
                <a:extLst>
                  <a:ext uri="{FF2B5EF4-FFF2-40B4-BE49-F238E27FC236}">
                    <a16:creationId xmlns:a16="http://schemas.microsoft.com/office/drawing/2014/main" id="{7D05204B-22BE-4DE9-AA50-5F23DEE9A2F6}"/>
                  </a:ext>
                </a:extLst>
              </p:cNvPr>
              <p:cNvSpPr txBox="1"/>
              <p:nvPr/>
            </p:nvSpPr>
            <p:spPr>
              <a:xfrm>
                <a:off x="3571845" y="3844729"/>
                <a:ext cx="1150186" cy="3231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5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500" b="0" i="1" smtClean="0">
                              <a:latin typeface="Cambria Math" panose="02040503050406030204" pitchFamily="18" charset="0"/>
                            </a:rPr>
                            <m:t>/2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500" dirty="0"/>
              </a:p>
            </p:txBody>
          </p:sp>
        </mc:Choice>
        <mc:Fallback xmlns="">
          <p:sp>
            <p:nvSpPr>
              <p:cNvPr id="156" name="文字方塊 155">
                <a:extLst>
                  <a:ext uri="{FF2B5EF4-FFF2-40B4-BE49-F238E27FC236}">
                    <a16:creationId xmlns:a16="http://schemas.microsoft.com/office/drawing/2014/main" id="{7D05204B-22BE-4DE9-AA50-5F23DEE9A2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71845" y="3844729"/>
                <a:ext cx="1150186" cy="323165"/>
              </a:xfrm>
              <a:prstGeom prst="rect">
                <a:avLst/>
              </a:prstGeom>
              <a:blipFill>
                <a:blip r:embed="rId30"/>
                <a:stretch>
                  <a:fillRect b="-943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7" name="文字方塊 156">
                <a:extLst>
                  <a:ext uri="{FF2B5EF4-FFF2-40B4-BE49-F238E27FC236}">
                    <a16:creationId xmlns:a16="http://schemas.microsoft.com/office/drawing/2014/main" id="{834029C9-84F7-4B57-9E81-D8CCCEEA55EA}"/>
                  </a:ext>
                </a:extLst>
              </p:cNvPr>
              <p:cNvSpPr txBox="1"/>
              <p:nvPr/>
            </p:nvSpPr>
            <p:spPr>
              <a:xfrm>
                <a:off x="363604" y="2248720"/>
                <a:ext cx="1150186" cy="3231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5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5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/2,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500" dirty="0"/>
              </a:p>
            </p:txBody>
          </p:sp>
        </mc:Choice>
        <mc:Fallback xmlns="">
          <p:sp>
            <p:nvSpPr>
              <p:cNvPr id="157" name="文字方塊 156">
                <a:extLst>
                  <a:ext uri="{FF2B5EF4-FFF2-40B4-BE49-F238E27FC236}">
                    <a16:creationId xmlns:a16="http://schemas.microsoft.com/office/drawing/2014/main" id="{834029C9-84F7-4B57-9E81-D8CCCEEA55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3604" y="2248720"/>
                <a:ext cx="1150186" cy="323165"/>
              </a:xfrm>
              <a:prstGeom prst="rect">
                <a:avLst/>
              </a:prstGeom>
              <a:blipFill>
                <a:blip r:embed="rId31"/>
                <a:stretch>
                  <a:fillRect b="-943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8" name="直線接點 157">
            <a:extLst>
              <a:ext uri="{FF2B5EF4-FFF2-40B4-BE49-F238E27FC236}">
                <a16:creationId xmlns:a16="http://schemas.microsoft.com/office/drawing/2014/main" id="{DA529A4E-3BAB-45BB-8274-1088EF0B43A5}"/>
              </a:ext>
            </a:extLst>
          </p:cNvPr>
          <p:cNvCxnSpPr>
            <a:cxnSpLocks/>
          </p:cNvCxnSpPr>
          <p:nvPr/>
        </p:nvCxnSpPr>
        <p:spPr>
          <a:xfrm flipV="1">
            <a:off x="1614805" y="3410397"/>
            <a:ext cx="453250" cy="188"/>
          </a:xfrm>
          <a:prstGeom prst="line">
            <a:avLst/>
          </a:prstGeom>
          <a:ln w="9525" cap="flat" cmpd="sng" algn="ctr">
            <a:solidFill>
              <a:schemeClr val="bg1">
                <a:lumMod val="5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59" name="直線接點 158">
            <a:extLst>
              <a:ext uri="{FF2B5EF4-FFF2-40B4-BE49-F238E27FC236}">
                <a16:creationId xmlns:a16="http://schemas.microsoft.com/office/drawing/2014/main" id="{F100F92B-B8C5-4A0F-B866-E2BAB0C4087A}"/>
              </a:ext>
            </a:extLst>
          </p:cNvPr>
          <p:cNvCxnSpPr>
            <a:cxnSpLocks/>
          </p:cNvCxnSpPr>
          <p:nvPr/>
        </p:nvCxnSpPr>
        <p:spPr>
          <a:xfrm>
            <a:off x="2918460" y="3970973"/>
            <a:ext cx="418783" cy="0"/>
          </a:xfrm>
          <a:prstGeom prst="line">
            <a:avLst/>
          </a:prstGeom>
          <a:ln w="9525" cap="flat" cmpd="sng" algn="ctr">
            <a:solidFill>
              <a:schemeClr val="bg1">
                <a:lumMod val="5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60" name="直線接點 159">
            <a:extLst>
              <a:ext uri="{FF2B5EF4-FFF2-40B4-BE49-F238E27FC236}">
                <a16:creationId xmlns:a16="http://schemas.microsoft.com/office/drawing/2014/main" id="{A656DF39-7853-456D-84EE-B2D69029F0B5}"/>
              </a:ext>
            </a:extLst>
          </p:cNvPr>
          <p:cNvCxnSpPr>
            <a:cxnSpLocks/>
          </p:cNvCxnSpPr>
          <p:nvPr/>
        </p:nvCxnSpPr>
        <p:spPr>
          <a:xfrm flipV="1">
            <a:off x="3261043" y="3508375"/>
            <a:ext cx="120332" cy="100649"/>
          </a:xfrm>
          <a:prstGeom prst="line">
            <a:avLst/>
          </a:prstGeom>
          <a:ln w="9525" cap="flat" cmpd="sng" algn="ctr">
            <a:solidFill>
              <a:schemeClr val="bg1">
                <a:lumMod val="5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61" name="直線接點 160">
            <a:extLst>
              <a:ext uri="{FF2B5EF4-FFF2-40B4-BE49-F238E27FC236}">
                <a16:creationId xmlns:a16="http://schemas.microsoft.com/office/drawing/2014/main" id="{C2ECA97C-3D5E-4873-BF49-1B844DE8012B}"/>
              </a:ext>
            </a:extLst>
          </p:cNvPr>
          <p:cNvCxnSpPr>
            <a:cxnSpLocks/>
          </p:cNvCxnSpPr>
          <p:nvPr/>
        </p:nvCxnSpPr>
        <p:spPr>
          <a:xfrm flipV="1">
            <a:off x="1599843" y="3750766"/>
            <a:ext cx="105264" cy="191632"/>
          </a:xfrm>
          <a:prstGeom prst="line">
            <a:avLst/>
          </a:prstGeom>
          <a:ln w="9525" cap="flat" cmpd="sng" algn="ctr">
            <a:solidFill>
              <a:schemeClr val="bg1">
                <a:lumMod val="5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6" name="文字方塊 125">
                <a:extLst>
                  <a:ext uri="{FF2B5EF4-FFF2-40B4-BE49-F238E27FC236}">
                    <a16:creationId xmlns:a16="http://schemas.microsoft.com/office/drawing/2014/main" id="{E8B93DEA-FA7A-44F0-BD67-719B3E65DA8A}"/>
                  </a:ext>
                </a:extLst>
              </p:cNvPr>
              <p:cNvSpPr txBox="1"/>
              <p:nvPr/>
            </p:nvSpPr>
            <p:spPr>
              <a:xfrm>
                <a:off x="6735585" y="4501420"/>
                <a:ext cx="812954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600" i="1" smtClean="0">
                          <a:latin typeface="Cambria Math" panose="02040503050406030204" pitchFamily="18" charset="0"/>
                        </a:rPr>
                        <m:t>|</m:t>
                      </m:r>
                      <m:d>
                        <m:dPr>
                          <m:begChr m:val=""/>
                          <m:endChr m:val="⟩"/>
                          <m:ctrlPr>
                            <a:rPr lang="en-US" altLang="zh-TW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−1, </m:t>
                          </m:r>
                          <m:r>
                            <a:rPr lang="en-US" altLang="zh-TW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d>
                    </m:oMath>
                  </m:oMathPara>
                </a14:m>
                <a:endParaRPr lang="zh-TW" altLang="en-US" sz="1600" dirty="0"/>
              </a:p>
            </p:txBody>
          </p:sp>
        </mc:Choice>
        <mc:Fallback xmlns="">
          <p:sp>
            <p:nvSpPr>
              <p:cNvPr id="126" name="文字方塊 125">
                <a:extLst>
                  <a:ext uri="{FF2B5EF4-FFF2-40B4-BE49-F238E27FC236}">
                    <a16:creationId xmlns:a16="http://schemas.microsoft.com/office/drawing/2014/main" id="{E8B93DEA-FA7A-44F0-BD67-719B3E65DA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35585" y="4501420"/>
                <a:ext cx="812954" cy="338554"/>
              </a:xfrm>
              <a:prstGeom prst="rect">
                <a:avLst/>
              </a:prstGeom>
              <a:blipFill>
                <a:blip r:embed="rId32"/>
                <a:stretch>
                  <a:fillRect t="-108929" r="-46617" b="-16785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7" name="文字方塊 126">
                <a:extLst>
                  <a:ext uri="{FF2B5EF4-FFF2-40B4-BE49-F238E27FC236}">
                    <a16:creationId xmlns:a16="http://schemas.microsoft.com/office/drawing/2014/main" id="{86E23423-9563-4D62-A1A9-0D27E09B338A}"/>
                  </a:ext>
                </a:extLst>
              </p:cNvPr>
              <p:cNvSpPr txBox="1"/>
              <p:nvPr/>
            </p:nvSpPr>
            <p:spPr>
              <a:xfrm>
                <a:off x="6735585" y="2555828"/>
                <a:ext cx="812954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600" i="1" smtClean="0">
                          <a:latin typeface="Cambria Math" panose="02040503050406030204" pitchFamily="18" charset="0"/>
                        </a:rPr>
                        <m:t>|</m:t>
                      </m:r>
                      <m:d>
                        <m:dPr>
                          <m:begChr m:val=""/>
                          <m:endChr m:val="⟩"/>
                          <m:ctrlPr>
                            <a:rPr lang="en-US" altLang="zh-TW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1, 0</m:t>
                          </m:r>
                        </m:e>
                      </m:d>
                    </m:oMath>
                  </m:oMathPara>
                </a14:m>
                <a:endParaRPr lang="zh-TW" altLang="en-US" sz="1600" dirty="0"/>
              </a:p>
            </p:txBody>
          </p:sp>
        </mc:Choice>
        <mc:Fallback xmlns="">
          <p:sp>
            <p:nvSpPr>
              <p:cNvPr id="127" name="文字方塊 126">
                <a:extLst>
                  <a:ext uri="{FF2B5EF4-FFF2-40B4-BE49-F238E27FC236}">
                    <a16:creationId xmlns:a16="http://schemas.microsoft.com/office/drawing/2014/main" id="{86E23423-9563-4D62-A1A9-0D27E09B33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35585" y="2555828"/>
                <a:ext cx="812954" cy="338554"/>
              </a:xfrm>
              <a:prstGeom prst="rect">
                <a:avLst/>
              </a:prstGeom>
              <a:blipFill>
                <a:blip r:embed="rId33"/>
                <a:stretch>
                  <a:fillRect t="-108929" r="-36842" b="-16785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28" name="群組 127">
            <a:extLst>
              <a:ext uri="{FF2B5EF4-FFF2-40B4-BE49-F238E27FC236}">
                <a16:creationId xmlns:a16="http://schemas.microsoft.com/office/drawing/2014/main" id="{2A5665A9-CE12-4671-BF3C-4662747F2F96}"/>
              </a:ext>
            </a:extLst>
          </p:cNvPr>
          <p:cNvGrpSpPr/>
          <p:nvPr/>
        </p:nvGrpSpPr>
        <p:grpSpPr>
          <a:xfrm>
            <a:off x="6925103" y="1808686"/>
            <a:ext cx="115586" cy="110880"/>
            <a:chOff x="1373392" y="2391862"/>
            <a:chExt cx="479433" cy="476535"/>
          </a:xfrm>
        </p:grpSpPr>
        <p:sp>
          <p:nvSpPr>
            <p:cNvPr id="129" name="箭號: 向右 128">
              <a:extLst>
                <a:ext uri="{FF2B5EF4-FFF2-40B4-BE49-F238E27FC236}">
                  <a16:creationId xmlns:a16="http://schemas.microsoft.com/office/drawing/2014/main" id="{F3EBF984-965D-45D6-847D-E8555D69B30C}"/>
                </a:ext>
              </a:extLst>
            </p:cNvPr>
            <p:cNvSpPr/>
            <p:nvPr/>
          </p:nvSpPr>
          <p:spPr>
            <a:xfrm>
              <a:off x="1411244" y="2735868"/>
              <a:ext cx="441581" cy="132529"/>
            </a:xfrm>
            <a:prstGeom prst="rightArrow">
              <a:avLst>
                <a:gd name="adj1" fmla="val 50000"/>
                <a:gd name="adj2" fmla="val 99023"/>
              </a:avLst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130" name="箭號: 向右 129">
              <a:extLst>
                <a:ext uri="{FF2B5EF4-FFF2-40B4-BE49-F238E27FC236}">
                  <a16:creationId xmlns:a16="http://schemas.microsoft.com/office/drawing/2014/main" id="{1E986854-FDBE-4802-B7F2-DD0520A5BA5C}"/>
                </a:ext>
              </a:extLst>
            </p:cNvPr>
            <p:cNvSpPr/>
            <p:nvPr/>
          </p:nvSpPr>
          <p:spPr>
            <a:xfrm rot="16200000">
              <a:off x="1218866" y="2546388"/>
              <a:ext cx="441581" cy="132529"/>
            </a:xfrm>
            <a:prstGeom prst="rightArrow">
              <a:avLst>
                <a:gd name="adj1" fmla="val 50000"/>
                <a:gd name="adj2" fmla="val 99023"/>
              </a:avLst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2000" dirty="0">
                <a:solidFill>
                  <a:schemeClr val="tx1"/>
                </a:solidFill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31" name="文字方塊 130">
                <a:extLst>
                  <a:ext uri="{FF2B5EF4-FFF2-40B4-BE49-F238E27FC236}">
                    <a16:creationId xmlns:a16="http://schemas.microsoft.com/office/drawing/2014/main" id="{303D965C-45EE-457E-932C-781443C623C7}"/>
                  </a:ext>
                </a:extLst>
              </p:cNvPr>
              <p:cNvSpPr txBox="1"/>
              <p:nvPr/>
            </p:nvSpPr>
            <p:spPr>
              <a:xfrm>
                <a:off x="6805226" y="1435710"/>
                <a:ext cx="438402" cy="4242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</m:oMath>
                  </m:oMathPara>
                </a14:m>
                <a:endParaRPr lang="en-US" altLang="zh-TW" sz="2000" dirty="0"/>
              </a:p>
            </p:txBody>
          </p:sp>
        </mc:Choice>
        <mc:Fallback xmlns="">
          <p:sp>
            <p:nvSpPr>
              <p:cNvPr id="131" name="文字方塊 130">
                <a:extLst>
                  <a:ext uri="{FF2B5EF4-FFF2-40B4-BE49-F238E27FC236}">
                    <a16:creationId xmlns:a16="http://schemas.microsoft.com/office/drawing/2014/main" id="{303D965C-45EE-457E-932C-781443C623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05226" y="1435710"/>
                <a:ext cx="438402" cy="424283"/>
              </a:xfrm>
              <a:prstGeom prst="rect">
                <a:avLst/>
              </a:prstGeom>
              <a:blipFill>
                <a:blip r:embed="rId34"/>
                <a:stretch>
                  <a:fillRect b="-579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2" name="文字方塊 131">
                <a:extLst>
                  <a:ext uri="{FF2B5EF4-FFF2-40B4-BE49-F238E27FC236}">
                    <a16:creationId xmlns:a16="http://schemas.microsoft.com/office/drawing/2014/main" id="{3B8DD08D-7DD8-4956-B542-87A4226E1C30}"/>
                  </a:ext>
                </a:extLst>
              </p:cNvPr>
              <p:cNvSpPr txBox="1"/>
              <p:nvPr/>
            </p:nvSpPr>
            <p:spPr>
              <a:xfrm>
                <a:off x="6978209" y="1713862"/>
                <a:ext cx="388427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</m:oMath>
                  </m:oMathPara>
                </a14:m>
                <a:endParaRPr lang="en-US" altLang="zh-TW" sz="2000" dirty="0"/>
              </a:p>
            </p:txBody>
          </p:sp>
        </mc:Choice>
        <mc:Fallback xmlns="">
          <p:sp>
            <p:nvSpPr>
              <p:cNvPr id="132" name="文字方塊 131">
                <a:extLst>
                  <a:ext uri="{FF2B5EF4-FFF2-40B4-BE49-F238E27FC236}">
                    <a16:creationId xmlns:a16="http://schemas.microsoft.com/office/drawing/2014/main" id="{3B8DD08D-7DD8-4956-B542-87A4226E1C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78209" y="1713862"/>
                <a:ext cx="388427" cy="400110"/>
              </a:xfrm>
              <a:prstGeom prst="rect">
                <a:avLst/>
              </a:prstGeom>
              <a:blipFill>
                <a:blip r:embed="rId35"/>
                <a:stretch>
                  <a:fillRect b="-757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3" name="文字方塊 132">
                <a:extLst>
                  <a:ext uri="{FF2B5EF4-FFF2-40B4-BE49-F238E27FC236}">
                    <a16:creationId xmlns:a16="http://schemas.microsoft.com/office/drawing/2014/main" id="{619287B3-724C-4B78-AE6C-AEC645042ADB}"/>
                  </a:ext>
                </a:extLst>
              </p:cNvPr>
              <p:cNvSpPr txBox="1"/>
              <p:nvPr/>
            </p:nvSpPr>
            <p:spPr>
              <a:xfrm>
                <a:off x="6281766" y="2179934"/>
                <a:ext cx="652306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0.1</m:t>
                          </m:r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en-US" altLang="zh-TW" sz="1600" dirty="0"/>
              </a:p>
            </p:txBody>
          </p:sp>
        </mc:Choice>
        <mc:Fallback xmlns="">
          <p:sp>
            <p:nvSpPr>
              <p:cNvPr id="133" name="文字方塊 132">
                <a:extLst>
                  <a:ext uri="{FF2B5EF4-FFF2-40B4-BE49-F238E27FC236}">
                    <a16:creationId xmlns:a16="http://schemas.microsoft.com/office/drawing/2014/main" id="{619287B3-724C-4B78-AE6C-AEC645042A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81766" y="2179934"/>
                <a:ext cx="652306" cy="338554"/>
              </a:xfrm>
              <a:prstGeom prst="rect">
                <a:avLst/>
              </a:prstGeom>
              <a:blipFill>
                <a:blip r:embed="rId36"/>
                <a:stretch>
                  <a:fillRect b="-727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4" name="文字方塊 133">
            <a:extLst>
              <a:ext uri="{FF2B5EF4-FFF2-40B4-BE49-F238E27FC236}">
                <a16:creationId xmlns:a16="http://schemas.microsoft.com/office/drawing/2014/main" id="{6918AAE3-0D53-4F55-A3C5-96DDE2E6E146}"/>
              </a:ext>
            </a:extLst>
          </p:cNvPr>
          <p:cNvSpPr txBox="1"/>
          <p:nvPr/>
        </p:nvSpPr>
        <p:spPr>
          <a:xfrm>
            <a:off x="5543826" y="125920"/>
            <a:ext cx="3714632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Longitudinal component</a:t>
            </a:r>
            <a:endParaRPr lang="zh-TW" altLang="en-US" sz="2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5" name="文字方塊 134">
                <a:extLst>
                  <a:ext uri="{FF2B5EF4-FFF2-40B4-BE49-F238E27FC236}">
                    <a16:creationId xmlns:a16="http://schemas.microsoft.com/office/drawing/2014/main" id="{CC9B6127-BB22-4B06-9027-8942AA82D111}"/>
                  </a:ext>
                </a:extLst>
              </p:cNvPr>
              <p:cNvSpPr txBox="1"/>
              <p:nvPr/>
            </p:nvSpPr>
            <p:spPr>
              <a:xfrm>
                <a:off x="6099524" y="1285730"/>
                <a:ext cx="1673596" cy="3231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5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𝛼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</m:d>
                      <m:r>
                        <a:rPr lang="en-US" altLang="zh-TW" sz="150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zh-TW" sz="15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0, </m:t>
                          </m:r>
                          <m:r>
                            <m:rPr>
                              <m:nor/>
                            </m:rPr>
                            <a:rPr lang="en-US" altLang="zh-TW" sz="150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</m:oMath>
                  </m:oMathPara>
                </a14:m>
                <a:endParaRPr lang="zh-TW" altLang="en-US" sz="1500" dirty="0"/>
              </a:p>
            </p:txBody>
          </p:sp>
        </mc:Choice>
        <mc:Fallback xmlns="">
          <p:sp>
            <p:nvSpPr>
              <p:cNvPr id="135" name="文字方塊 134">
                <a:extLst>
                  <a:ext uri="{FF2B5EF4-FFF2-40B4-BE49-F238E27FC236}">
                    <a16:creationId xmlns:a16="http://schemas.microsoft.com/office/drawing/2014/main" id="{CC9B6127-BB22-4B06-9027-8942AA82D1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9524" y="1285730"/>
                <a:ext cx="1673596" cy="323165"/>
              </a:xfrm>
              <a:prstGeom prst="rect">
                <a:avLst/>
              </a:prstGeom>
              <a:blipFill>
                <a:blip r:embed="rId37"/>
                <a:stretch>
                  <a:fillRect b="-943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6" name="文字方塊 135">
                <a:extLst>
                  <a:ext uri="{FF2B5EF4-FFF2-40B4-BE49-F238E27FC236}">
                    <a16:creationId xmlns:a16="http://schemas.microsoft.com/office/drawing/2014/main" id="{9AF907CE-03E4-42F9-9A46-20CFF122BE0A}"/>
                  </a:ext>
                </a:extLst>
              </p:cNvPr>
              <p:cNvSpPr txBox="1"/>
              <p:nvPr/>
            </p:nvSpPr>
            <p:spPr>
              <a:xfrm>
                <a:off x="5035273" y="3844729"/>
                <a:ext cx="1150186" cy="3231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5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0, 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500" dirty="0"/>
              </a:p>
            </p:txBody>
          </p:sp>
        </mc:Choice>
        <mc:Fallback xmlns="">
          <p:sp>
            <p:nvSpPr>
              <p:cNvPr id="136" name="文字方塊 135">
                <a:extLst>
                  <a:ext uri="{FF2B5EF4-FFF2-40B4-BE49-F238E27FC236}">
                    <a16:creationId xmlns:a16="http://schemas.microsoft.com/office/drawing/2014/main" id="{9AF907CE-03E4-42F9-9A46-20CFF122BE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35273" y="3844729"/>
                <a:ext cx="1150186" cy="323165"/>
              </a:xfrm>
              <a:prstGeom prst="rect">
                <a:avLst/>
              </a:prstGeom>
              <a:blipFill>
                <a:blip r:embed="rId38"/>
                <a:stretch>
                  <a:fillRect b="-943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7" name="文字方塊 136">
                <a:extLst>
                  <a:ext uri="{FF2B5EF4-FFF2-40B4-BE49-F238E27FC236}">
                    <a16:creationId xmlns:a16="http://schemas.microsoft.com/office/drawing/2014/main" id="{668F1432-99A9-4A6C-9F43-F3B8F64F7EEC}"/>
                  </a:ext>
                </a:extLst>
              </p:cNvPr>
              <p:cNvSpPr txBox="1"/>
              <p:nvPr/>
            </p:nvSpPr>
            <p:spPr>
              <a:xfrm>
                <a:off x="8064657" y="2248720"/>
                <a:ext cx="1150186" cy="3231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5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500" dirty="0"/>
              </a:p>
            </p:txBody>
          </p:sp>
        </mc:Choice>
        <mc:Fallback xmlns="">
          <p:sp>
            <p:nvSpPr>
              <p:cNvPr id="137" name="文字方塊 136">
                <a:extLst>
                  <a:ext uri="{FF2B5EF4-FFF2-40B4-BE49-F238E27FC236}">
                    <a16:creationId xmlns:a16="http://schemas.microsoft.com/office/drawing/2014/main" id="{668F1432-99A9-4A6C-9F43-F3B8F64F7E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64657" y="2248720"/>
                <a:ext cx="1150186" cy="323165"/>
              </a:xfrm>
              <a:prstGeom prst="rect">
                <a:avLst/>
              </a:prstGeom>
              <a:blipFill>
                <a:blip r:embed="rId39"/>
                <a:stretch>
                  <a:fillRect b="-943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8" name="文字方塊 137">
                <a:extLst>
                  <a:ext uri="{FF2B5EF4-FFF2-40B4-BE49-F238E27FC236}">
                    <a16:creationId xmlns:a16="http://schemas.microsoft.com/office/drawing/2014/main" id="{E5062BB6-1F5F-49B0-AC4E-BD6AF705F7D9}"/>
                  </a:ext>
                </a:extLst>
              </p:cNvPr>
              <p:cNvSpPr txBox="1"/>
              <p:nvPr/>
            </p:nvSpPr>
            <p:spPr>
              <a:xfrm>
                <a:off x="6391709" y="4840301"/>
                <a:ext cx="1150186" cy="3231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5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0,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𝜋</m:t>
                          </m:r>
                        </m:e>
                      </m:d>
                    </m:oMath>
                  </m:oMathPara>
                </a14:m>
                <a:endParaRPr lang="zh-TW" altLang="en-US" sz="1500" dirty="0"/>
              </a:p>
            </p:txBody>
          </p:sp>
        </mc:Choice>
        <mc:Fallback xmlns="">
          <p:sp>
            <p:nvSpPr>
              <p:cNvPr id="138" name="文字方塊 137">
                <a:extLst>
                  <a:ext uri="{FF2B5EF4-FFF2-40B4-BE49-F238E27FC236}">
                    <a16:creationId xmlns:a16="http://schemas.microsoft.com/office/drawing/2014/main" id="{E5062BB6-1F5F-49B0-AC4E-BD6AF705F7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91709" y="4840301"/>
                <a:ext cx="1150186" cy="323165"/>
              </a:xfrm>
              <a:prstGeom prst="rect">
                <a:avLst/>
              </a:prstGeom>
              <a:blipFill>
                <a:blip r:embed="rId4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39" name="圖片 138">
            <a:extLst>
              <a:ext uri="{FF2B5EF4-FFF2-40B4-BE49-F238E27FC236}">
                <a16:creationId xmlns:a16="http://schemas.microsoft.com/office/drawing/2014/main" id="{2871FC18-2515-486A-8779-1081FF067B8A}"/>
              </a:ext>
            </a:extLst>
          </p:cNvPr>
          <p:cNvPicPr>
            <a:picLocks noChangeAspect="1"/>
          </p:cNvPicPr>
          <p:nvPr/>
        </p:nvPicPr>
        <p:blipFill rotWithShape="1">
          <a:blip r:embed="rId2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0879" t="9023" r="5673" b="70339"/>
          <a:stretch/>
        </p:blipFill>
        <p:spPr>
          <a:xfrm>
            <a:off x="7566270" y="1257930"/>
            <a:ext cx="336759" cy="134348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40" name="文字方塊 139">
                <a:extLst>
                  <a:ext uri="{FF2B5EF4-FFF2-40B4-BE49-F238E27FC236}">
                    <a16:creationId xmlns:a16="http://schemas.microsoft.com/office/drawing/2014/main" id="{726610E8-A3E6-40AC-A6E7-61A429B6B0FC}"/>
                  </a:ext>
                </a:extLst>
              </p:cNvPr>
              <p:cNvSpPr txBox="1"/>
              <p:nvPr/>
            </p:nvSpPr>
            <p:spPr>
              <a:xfrm>
                <a:off x="7484806" y="2342403"/>
                <a:ext cx="478319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sz="1400"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altLang="zh-TW" sz="1400">
                          <a:latin typeface="Cambria Math" panose="02040503050406030204" pitchFamily="18" charset="0"/>
                        </a:rPr>
                        <m:t>.</m:t>
                      </m:r>
                      <m:r>
                        <m:rPr>
                          <m:sty m:val="p"/>
                        </m:rPr>
                        <a:rPr lang="en-US" altLang="zh-TW" sz="1400">
                          <a:latin typeface="Cambria Math" panose="02040503050406030204" pitchFamily="18" charset="0"/>
                        </a:rPr>
                        <m:t>u</m:t>
                      </m:r>
                      <m:r>
                        <a:rPr lang="en-US" altLang="zh-TW" sz="140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TW" altLang="en-US" sz="1400" dirty="0"/>
              </a:p>
            </p:txBody>
          </p:sp>
        </mc:Choice>
        <mc:Fallback xmlns="">
          <p:sp>
            <p:nvSpPr>
              <p:cNvPr id="140" name="文字方塊 139">
                <a:extLst>
                  <a:ext uri="{FF2B5EF4-FFF2-40B4-BE49-F238E27FC236}">
                    <a16:creationId xmlns:a16="http://schemas.microsoft.com/office/drawing/2014/main" id="{726610E8-A3E6-40AC-A6E7-61A429B6B0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84806" y="2342403"/>
                <a:ext cx="478319" cy="307777"/>
              </a:xfrm>
              <a:prstGeom prst="rect">
                <a:avLst/>
              </a:prstGeom>
              <a:blipFill>
                <a:blip r:embed="rId4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1" name="Oval 14">
            <a:extLst>
              <a:ext uri="{FF2B5EF4-FFF2-40B4-BE49-F238E27FC236}">
                <a16:creationId xmlns:a16="http://schemas.microsoft.com/office/drawing/2014/main" id="{FE0DD788-7310-41E0-8A2B-09D552F8BEA1}"/>
              </a:ext>
            </a:extLst>
          </p:cNvPr>
          <p:cNvSpPr/>
          <p:nvPr/>
        </p:nvSpPr>
        <p:spPr>
          <a:xfrm>
            <a:off x="7058809" y="2852108"/>
            <a:ext cx="162450" cy="168277"/>
          </a:xfrm>
          <a:prstGeom prst="ellipse">
            <a:avLst/>
          </a:prstGeom>
          <a:gradFill flip="none" rotWithShape="1">
            <a:gsLst>
              <a:gs pos="0">
                <a:srgbClr val="D1D1D1"/>
              </a:gs>
              <a:gs pos="23000">
                <a:schemeClr val="bg1">
                  <a:lumMod val="85000"/>
                </a:schemeClr>
              </a:gs>
              <a:gs pos="69000">
                <a:schemeClr val="accent3">
                  <a:lumMod val="75000"/>
                </a:schemeClr>
              </a:gs>
              <a:gs pos="97000">
                <a:schemeClr val="accent3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/>
          </a:p>
        </p:txBody>
      </p:sp>
      <p:sp>
        <p:nvSpPr>
          <p:cNvPr id="142" name="Oval 4">
            <a:extLst>
              <a:ext uri="{FF2B5EF4-FFF2-40B4-BE49-F238E27FC236}">
                <a16:creationId xmlns:a16="http://schemas.microsoft.com/office/drawing/2014/main" id="{6D195008-3FED-46DF-A9CD-D4BA656DF65D}"/>
              </a:ext>
            </a:extLst>
          </p:cNvPr>
          <p:cNvSpPr/>
          <p:nvPr/>
        </p:nvSpPr>
        <p:spPr>
          <a:xfrm>
            <a:off x="6420228" y="2936246"/>
            <a:ext cx="1443999" cy="1495797"/>
          </a:xfrm>
          <a:prstGeom prst="ellipse">
            <a:avLst/>
          </a:prstGeom>
          <a:gradFill flip="none" rotWithShape="1">
            <a:gsLst>
              <a:gs pos="100000">
                <a:schemeClr val="accent3">
                  <a:lumMod val="60000"/>
                  <a:lumOff val="40000"/>
                  <a:alpha val="60000"/>
                </a:schemeClr>
              </a:gs>
              <a:gs pos="55000">
                <a:schemeClr val="accent3">
                  <a:lumMod val="40000"/>
                  <a:lumOff val="60000"/>
                  <a:alpha val="60000"/>
                </a:schemeClr>
              </a:gs>
              <a:gs pos="0">
                <a:schemeClr val="bg1">
                  <a:alpha val="6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 w="57150">
            <a:solidFill>
              <a:srgbClr val="D5D7D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143" name="Oval 15">
            <a:extLst>
              <a:ext uri="{FF2B5EF4-FFF2-40B4-BE49-F238E27FC236}">
                <a16:creationId xmlns:a16="http://schemas.microsoft.com/office/drawing/2014/main" id="{F3A665A4-43CD-44C4-9890-28F1A1FA1BBB}"/>
              </a:ext>
            </a:extLst>
          </p:cNvPr>
          <p:cNvSpPr/>
          <p:nvPr/>
        </p:nvSpPr>
        <p:spPr>
          <a:xfrm>
            <a:off x="7058809" y="4347065"/>
            <a:ext cx="162450" cy="168277"/>
          </a:xfrm>
          <a:prstGeom prst="ellipse">
            <a:avLst/>
          </a:prstGeom>
          <a:gradFill flip="none" rotWithShape="1">
            <a:gsLst>
              <a:gs pos="17000">
                <a:srgbClr val="D1D1D1"/>
              </a:gs>
              <a:gs pos="0">
                <a:schemeClr val="bg1">
                  <a:lumMod val="85000"/>
                </a:schemeClr>
              </a:gs>
              <a:gs pos="60000">
                <a:schemeClr val="accent3">
                  <a:lumMod val="75000"/>
                </a:schemeClr>
              </a:gs>
              <a:gs pos="97000">
                <a:schemeClr val="accent3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144" name="SHO">
            <a:extLst>
              <a:ext uri="{FF2B5EF4-FFF2-40B4-BE49-F238E27FC236}">
                <a16:creationId xmlns:a16="http://schemas.microsoft.com/office/drawing/2014/main" id="{FE8BDC71-8A57-4EC3-8D42-238E539F91A3}"/>
              </a:ext>
            </a:extLst>
          </p:cNvPr>
          <p:cNvSpPr/>
          <p:nvPr/>
        </p:nvSpPr>
        <p:spPr>
          <a:xfrm rot="16200000">
            <a:off x="6828689" y="2962645"/>
            <a:ext cx="622693" cy="1443999"/>
          </a:xfrm>
          <a:prstGeom prst="arc">
            <a:avLst>
              <a:gd name="adj1" fmla="val 5396867"/>
              <a:gd name="adj2" fmla="val 5395779"/>
            </a:avLst>
          </a:prstGeom>
          <a:gradFill flip="none" rotWithShape="1">
            <a:gsLst>
              <a:gs pos="0">
                <a:schemeClr val="bg1">
                  <a:lumMod val="65000"/>
                </a:schemeClr>
              </a:gs>
              <a:gs pos="47000">
                <a:schemeClr val="bg1">
                  <a:lumMod val="50000"/>
                </a:schemeClr>
              </a:gs>
              <a:gs pos="97000">
                <a:srgbClr val="5E5E5E"/>
              </a:gs>
            </a:gsLst>
            <a:path path="circle">
              <a:fillToRect l="50000" t="50000" r="50000" b="50000"/>
            </a:path>
            <a:tileRect/>
          </a:gradFill>
          <a:ln w="31750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145" name="SVO">
            <a:extLst>
              <a:ext uri="{FF2B5EF4-FFF2-40B4-BE49-F238E27FC236}">
                <a16:creationId xmlns:a16="http://schemas.microsoft.com/office/drawing/2014/main" id="{A938BD71-E650-4F5A-80D2-6DE6EE3A2905}"/>
              </a:ext>
            </a:extLst>
          </p:cNvPr>
          <p:cNvSpPr/>
          <p:nvPr/>
        </p:nvSpPr>
        <p:spPr>
          <a:xfrm>
            <a:off x="6778135" y="2936747"/>
            <a:ext cx="722000" cy="1495797"/>
          </a:xfrm>
          <a:prstGeom prst="ellipse">
            <a:avLst/>
          </a:prstGeom>
          <a:noFill/>
          <a:ln w="25400">
            <a:solidFill>
              <a:schemeClr val="bg1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146" name="Oval 6">
            <a:extLst>
              <a:ext uri="{FF2B5EF4-FFF2-40B4-BE49-F238E27FC236}">
                <a16:creationId xmlns:a16="http://schemas.microsoft.com/office/drawing/2014/main" id="{4FBC26FB-C336-4166-BB07-0CEFAE2803A0}"/>
              </a:ext>
            </a:extLst>
          </p:cNvPr>
          <p:cNvSpPr/>
          <p:nvPr/>
        </p:nvSpPr>
        <p:spPr>
          <a:xfrm rot="16200000">
            <a:off x="6828689" y="2962645"/>
            <a:ext cx="622693" cy="1443999"/>
          </a:xfrm>
          <a:prstGeom prst="ellipse">
            <a:avLst/>
          </a:prstGeom>
          <a:noFill/>
          <a:ln w="38100">
            <a:solidFill>
              <a:schemeClr val="tx1">
                <a:alpha val="6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7" name="TextBox 11">
                <a:extLst>
                  <a:ext uri="{FF2B5EF4-FFF2-40B4-BE49-F238E27FC236}">
                    <a16:creationId xmlns:a16="http://schemas.microsoft.com/office/drawing/2014/main" id="{65338569-867D-43FF-ACD0-E22339727DA1}"/>
                  </a:ext>
                </a:extLst>
              </p:cNvPr>
              <p:cNvSpPr txBox="1"/>
              <p:nvPr/>
            </p:nvSpPr>
            <p:spPr>
              <a:xfrm>
                <a:off x="6590337" y="3506293"/>
                <a:ext cx="176928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147" name="TextBox 11">
                <a:extLst>
                  <a:ext uri="{FF2B5EF4-FFF2-40B4-BE49-F238E27FC236}">
                    <a16:creationId xmlns:a16="http://schemas.microsoft.com/office/drawing/2014/main" id="{65338569-867D-43FF-ACD0-E22339727D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90337" y="3506293"/>
                <a:ext cx="176928" cy="338554"/>
              </a:xfrm>
              <a:prstGeom prst="rect">
                <a:avLst/>
              </a:prstGeom>
              <a:blipFill>
                <a:blip r:embed="rId42"/>
                <a:stretch>
                  <a:fillRect r="-4137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8" name="Oval 22">
            <a:extLst>
              <a:ext uri="{FF2B5EF4-FFF2-40B4-BE49-F238E27FC236}">
                <a16:creationId xmlns:a16="http://schemas.microsoft.com/office/drawing/2014/main" id="{E8E005E9-0706-4BD3-BC04-56E7CCDB9013}"/>
              </a:ext>
            </a:extLst>
          </p:cNvPr>
          <p:cNvSpPr/>
          <p:nvPr/>
        </p:nvSpPr>
        <p:spPr>
          <a:xfrm>
            <a:off x="7057863" y="4347065"/>
            <a:ext cx="162450" cy="168277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9" name="TextBox 12">
                <a:extLst>
                  <a:ext uri="{FF2B5EF4-FFF2-40B4-BE49-F238E27FC236}">
                    <a16:creationId xmlns:a16="http://schemas.microsoft.com/office/drawing/2014/main" id="{8F71DEF8-4B2D-48AB-9161-1ACF823DF034}"/>
                  </a:ext>
                </a:extLst>
              </p:cNvPr>
              <p:cNvSpPr txBox="1"/>
              <p:nvPr/>
            </p:nvSpPr>
            <p:spPr>
              <a:xfrm>
                <a:off x="7245260" y="3601690"/>
                <a:ext cx="176928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149" name="TextBox 12">
                <a:extLst>
                  <a:ext uri="{FF2B5EF4-FFF2-40B4-BE49-F238E27FC236}">
                    <a16:creationId xmlns:a16="http://schemas.microsoft.com/office/drawing/2014/main" id="{8F71DEF8-4B2D-48AB-9161-1ACF823DF0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45260" y="3601690"/>
                <a:ext cx="176928" cy="338554"/>
              </a:xfrm>
              <a:prstGeom prst="rect">
                <a:avLst/>
              </a:prstGeom>
              <a:blipFill>
                <a:blip r:embed="rId43"/>
                <a:stretch>
                  <a:fillRect r="-51724" b="-363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0" name="TextBox 13">
                <a:extLst>
                  <a:ext uri="{FF2B5EF4-FFF2-40B4-BE49-F238E27FC236}">
                    <a16:creationId xmlns:a16="http://schemas.microsoft.com/office/drawing/2014/main" id="{0A39A5B9-309D-482D-9BD8-F692300C7C36}"/>
                  </a:ext>
                </a:extLst>
              </p:cNvPr>
              <p:cNvSpPr txBox="1"/>
              <p:nvPr/>
            </p:nvSpPr>
            <p:spPr>
              <a:xfrm>
                <a:off x="7001136" y="2971948"/>
                <a:ext cx="256967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>
                          <a:latin typeface="Cambria Math" panose="02040503050406030204" pitchFamily="18" charset="0"/>
                        </a:rPr>
                        <m:t>𝑧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150" name="TextBox 13">
                <a:extLst>
                  <a:ext uri="{FF2B5EF4-FFF2-40B4-BE49-F238E27FC236}">
                    <a16:creationId xmlns:a16="http://schemas.microsoft.com/office/drawing/2014/main" id="{0A39A5B9-309D-482D-9BD8-F692300C7C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01136" y="2971948"/>
                <a:ext cx="256967" cy="338554"/>
              </a:xfrm>
              <a:prstGeom prst="rect">
                <a:avLst/>
              </a:prstGeom>
              <a:blipFill>
                <a:blip r:embed="rId4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1" name="DVO">
            <a:extLst>
              <a:ext uri="{FF2B5EF4-FFF2-40B4-BE49-F238E27FC236}">
                <a16:creationId xmlns:a16="http://schemas.microsoft.com/office/drawing/2014/main" id="{B51443F7-0CC3-496A-A729-CBC422BC1D1B}"/>
              </a:ext>
            </a:extLst>
          </p:cNvPr>
          <p:cNvSpPr/>
          <p:nvPr/>
        </p:nvSpPr>
        <p:spPr>
          <a:xfrm flipH="1">
            <a:off x="6778135" y="2936747"/>
            <a:ext cx="722000" cy="1495797"/>
          </a:xfrm>
          <a:prstGeom prst="arc">
            <a:avLst>
              <a:gd name="adj1" fmla="val 5396867"/>
              <a:gd name="adj2" fmla="val 16170484"/>
            </a:avLst>
          </a:prstGeom>
          <a:ln w="254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153" name="Oval 23">
            <a:extLst>
              <a:ext uri="{FF2B5EF4-FFF2-40B4-BE49-F238E27FC236}">
                <a16:creationId xmlns:a16="http://schemas.microsoft.com/office/drawing/2014/main" id="{8B461E41-D5B1-4D56-B10C-2C6E476EB4D0}"/>
              </a:ext>
            </a:extLst>
          </p:cNvPr>
          <p:cNvSpPr/>
          <p:nvPr/>
        </p:nvSpPr>
        <p:spPr>
          <a:xfrm>
            <a:off x="7780719" y="3600507"/>
            <a:ext cx="162450" cy="168277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cxnSp>
        <p:nvCxnSpPr>
          <p:cNvPr id="155" name="Straight Arrow Connector 7">
            <a:extLst>
              <a:ext uri="{FF2B5EF4-FFF2-40B4-BE49-F238E27FC236}">
                <a16:creationId xmlns:a16="http://schemas.microsoft.com/office/drawing/2014/main" id="{88B8FE93-74FF-4529-B315-732B74C6A211}"/>
              </a:ext>
            </a:extLst>
          </p:cNvPr>
          <p:cNvCxnSpPr>
            <a:cxnSpLocks/>
          </p:cNvCxnSpPr>
          <p:nvPr/>
        </p:nvCxnSpPr>
        <p:spPr>
          <a:xfrm flipV="1">
            <a:off x="7136104" y="3236563"/>
            <a:ext cx="1697" cy="445890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2" name="Straight Arrow Connector 19">
            <a:extLst>
              <a:ext uri="{FF2B5EF4-FFF2-40B4-BE49-F238E27FC236}">
                <a16:creationId xmlns:a16="http://schemas.microsoft.com/office/drawing/2014/main" id="{5A8019B3-AC81-4544-A6B9-66BFE1D264A6}"/>
              </a:ext>
            </a:extLst>
          </p:cNvPr>
          <p:cNvCxnSpPr>
            <a:cxnSpLocks/>
          </p:cNvCxnSpPr>
          <p:nvPr/>
        </p:nvCxnSpPr>
        <p:spPr>
          <a:xfrm>
            <a:off x="7139088" y="3680269"/>
            <a:ext cx="195802" cy="156763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3" name="Straight Arrow Connector 18">
            <a:extLst>
              <a:ext uri="{FF2B5EF4-FFF2-40B4-BE49-F238E27FC236}">
                <a16:creationId xmlns:a16="http://schemas.microsoft.com/office/drawing/2014/main" id="{3F6D5626-57E8-4A10-B0AB-90BD7B432E2A}"/>
              </a:ext>
            </a:extLst>
          </p:cNvPr>
          <p:cNvCxnSpPr>
            <a:cxnSpLocks/>
          </p:cNvCxnSpPr>
          <p:nvPr/>
        </p:nvCxnSpPr>
        <p:spPr>
          <a:xfrm rot="16200000" flipH="1" flipV="1">
            <a:off x="6967766" y="3508793"/>
            <a:ext cx="0" cy="342950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4" name="Oval 20">
            <a:extLst>
              <a:ext uri="{FF2B5EF4-FFF2-40B4-BE49-F238E27FC236}">
                <a16:creationId xmlns:a16="http://schemas.microsoft.com/office/drawing/2014/main" id="{3C6D7203-24BA-43C5-BEF7-E3E4BB00632F}"/>
              </a:ext>
            </a:extLst>
          </p:cNvPr>
          <p:cNvSpPr/>
          <p:nvPr/>
        </p:nvSpPr>
        <p:spPr>
          <a:xfrm>
            <a:off x="6336555" y="3600507"/>
            <a:ext cx="162450" cy="168277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165" name="Oval 22">
            <a:extLst>
              <a:ext uri="{FF2B5EF4-FFF2-40B4-BE49-F238E27FC236}">
                <a16:creationId xmlns:a16="http://schemas.microsoft.com/office/drawing/2014/main" id="{008E6309-29D4-45B6-8D1C-90207756584C}"/>
              </a:ext>
            </a:extLst>
          </p:cNvPr>
          <p:cNvSpPr/>
          <p:nvPr/>
        </p:nvSpPr>
        <p:spPr>
          <a:xfrm>
            <a:off x="7059045" y="2844234"/>
            <a:ext cx="162450" cy="168277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/>
          </a:p>
        </p:txBody>
      </p:sp>
      <p:sp>
        <p:nvSpPr>
          <p:cNvPr id="166" name="Partial Circle 9">
            <a:extLst>
              <a:ext uri="{FF2B5EF4-FFF2-40B4-BE49-F238E27FC236}">
                <a16:creationId xmlns:a16="http://schemas.microsoft.com/office/drawing/2014/main" id="{78D0A189-9738-4BC5-8A6A-6EF2F2F3AFFF}"/>
              </a:ext>
            </a:extLst>
          </p:cNvPr>
          <p:cNvSpPr>
            <a:spLocks noChangeAspect="1"/>
          </p:cNvSpPr>
          <p:nvPr/>
        </p:nvSpPr>
        <p:spPr>
          <a:xfrm rot="16200000" flipH="1">
            <a:off x="7075206" y="3585381"/>
            <a:ext cx="102407" cy="197721"/>
          </a:xfrm>
          <a:prstGeom prst="pie">
            <a:avLst>
              <a:gd name="adj1" fmla="val 16258856"/>
              <a:gd name="adj2" fmla="val 19252600"/>
            </a:avLst>
          </a:prstGeom>
          <a:gradFill flip="none" rotWithShape="1">
            <a:gsLst>
              <a:gs pos="0">
                <a:schemeClr val="tx1"/>
              </a:gs>
              <a:gs pos="50000">
                <a:schemeClr val="tx1">
                  <a:lumMod val="50000"/>
                  <a:lumOff val="50000"/>
                </a:schemeClr>
              </a:gs>
              <a:gs pos="100000">
                <a:schemeClr val="bg1">
                  <a:lumMod val="50000"/>
                </a:schemeClr>
              </a:gs>
            </a:gsLst>
            <a:lin ang="2700000" scaled="1"/>
            <a:tileRect/>
          </a:gra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7" name="TextBox 10">
                <a:extLst>
                  <a:ext uri="{FF2B5EF4-FFF2-40B4-BE49-F238E27FC236}">
                    <a16:creationId xmlns:a16="http://schemas.microsoft.com/office/drawing/2014/main" id="{E66D1233-AEEB-4CD1-988C-4B337647082C}"/>
                  </a:ext>
                </a:extLst>
              </p:cNvPr>
              <p:cNvSpPr txBox="1"/>
              <p:nvPr/>
            </p:nvSpPr>
            <p:spPr>
              <a:xfrm>
                <a:off x="6711188" y="3620427"/>
                <a:ext cx="315234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>
                          <a:latin typeface="Cambria Math" panose="02040503050406030204" pitchFamily="18" charset="0"/>
                        </a:rPr>
                        <m:t>𝛼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167" name="TextBox 10">
                <a:extLst>
                  <a:ext uri="{FF2B5EF4-FFF2-40B4-BE49-F238E27FC236}">
                    <a16:creationId xmlns:a16="http://schemas.microsoft.com/office/drawing/2014/main" id="{E66D1233-AEEB-4CD1-988C-4B33764708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11188" y="3620427"/>
                <a:ext cx="315234" cy="338554"/>
              </a:xfrm>
              <a:prstGeom prst="rect">
                <a:avLst/>
              </a:prstGeom>
              <a:blipFill>
                <a:blip r:embed="rId4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68" name="Straight Arrow Connector 17">
            <a:extLst>
              <a:ext uri="{FF2B5EF4-FFF2-40B4-BE49-F238E27FC236}">
                <a16:creationId xmlns:a16="http://schemas.microsoft.com/office/drawing/2014/main" id="{8E555947-A0D5-45AE-9766-746EBC9E9867}"/>
              </a:ext>
            </a:extLst>
          </p:cNvPr>
          <p:cNvCxnSpPr>
            <a:cxnSpLocks/>
          </p:cNvCxnSpPr>
          <p:nvPr/>
        </p:nvCxnSpPr>
        <p:spPr>
          <a:xfrm flipH="1">
            <a:off x="6918457" y="3685449"/>
            <a:ext cx="221585" cy="286539"/>
          </a:xfrm>
          <a:prstGeom prst="straightConnector1">
            <a:avLst/>
          </a:prstGeom>
          <a:ln w="38100">
            <a:solidFill>
              <a:schemeClr val="tx1"/>
            </a:solidFill>
            <a:tailEnd type="stealth" w="lg" len="lg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69" name="Partial Circle 9">
            <a:extLst>
              <a:ext uri="{FF2B5EF4-FFF2-40B4-BE49-F238E27FC236}">
                <a16:creationId xmlns:a16="http://schemas.microsoft.com/office/drawing/2014/main" id="{DED9AD8D-AA71-445D-8FEA-837F0BA5E8B7}"/>
              </a:ext>
            </a:extLst>
          </p:cNvPr>
          <p:cNvSpPr>
            <a:spLocks noChangeAspect="1"/>
          </p:cNvSpPr>
          <p:nvPr/>
        </p:nvSpPr>
        <p:spPr>
          <a:xfrm>
            <a:off x="7062481" y="3548156"/>
            <a:ext cx="149214" cy="301366"/>
          </a:xfrm>
          <a:prstGeom prst="pie">
            <a:avLst>
              <a:gd name="adj1" fmla="val 16258856"/>
              <a:gd name="adj2" fmla="val 19252600"/>
            </a:avLst>
          </a:prstGeom>
          <a:gradFill flip="none" rotWithShape="1">
            <a:gsLst>
              <a:gs pos="0">
                <a:schemeClr val="tx1"/>
              </a:gs>
              <a:gs pos="50000">
                <a:schemeClr val="tx1">
                  <a:lumMod val="50000"/>
                  <a:lumOff val="50000"/>
                </a:schemeClr>
              </a:gs>
              <a:gs pos="100000">
                <a:schemeClr val="bg1">
                  <a:lumMod val="50000"/>
                </a:schemeClr>
              </a:gs>
            </a:gsLst>
            <a:lin ang="2700000" scaled="1"/>
            <a:tileRect/>
          </a:gra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0" name="TextBox 10">
                <a:extLst>
                  <a:ext uri="{FF2B5EF4-FFF2-40B4-BE49-F238E27FC236}">
                    <a16:creationId xmlns:a16="http://schemas.microsoft.com/office/drawing/2014/main" id="{B0A6BCC1-65FC-479D-B043-2908C8F98A03}"/>
                  </a:ext>
                </a:extLst>
              </p:cNvPr>
              <p:cNvSpPr txBox="1"/>
              <p:nvPr/>
            </p:nvSpPr>
            <p:spPr>
              <a:xfrm>
                <a:off x="7102260" y="3300009"/>
                <a:ext cx="297046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>
                          <a:latin typeface="Cambria Math" panose="02040503050406030204" pitchFamily="18" charset="0"/>
                        </a:rPr>
                        <m:t>𝛽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170" name="TextBox 10">
                <a:extLst>
                  <a:ext uri="{FF2B5EF4-FFF2-40B4-BE49-F238E27FC236}">
                    <a16:creationId xmlns:a16="http://schemas.microsoft.com/office/drawing/2014/main" id="{B0A6BCC1-65FC-479D-B043-2908C8F98A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02260" y="3300009"/>
                <a:ext cx="297046" cy="338554"/>
              </a:xfrm>
              <a:prstGeom prst="rect">
                <a:avLst/>
              </a:prstGeom>
              <a:blipFill>
                <a:blip r:embed="rId46"/>
                <a:stretch>
                  <a:fillRect r="-4082" b="-892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71" name="Straight Arrow Connector 17">
            <a:extLst>
              <a:ext uri="{FF2B5EF4-FFF2-40B4-BE49-F238E27FC236}">
                <a16:creationId xmlns:a16="http://schemas.microsoft.com/office/drawing/2014/main" id="{B467C983-BBAF-42C5-B44B-B17AFB311C05}"/>
              </a:ext>
            </a:extLst>
          </p:cNvPr>
          <p:cNvCxnSpPr>
            <a:cxnSpLocks/>
          </p:cNvCxnSpPr>
          <p:nvPr/>
        </p:nvCxnSpPr>
        <p:spPr>
          <a:xfrm flipV="1">
            <a:off x="7131955" y="3239724"/>
            <a:ext cx="571923" cy="449644"/>
          </a:xfrm>
          <a:prstGeom prst="straightConnector1">
            <a:avLst/>
          </a:prstGeom>
          <a:ln w="38100">
            <a:solidFill>
              <a:schemeClr val="tx1"/>
            </a:solidFill>
            <a:tailEnd type="stealth" w="lg" len="lg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72" name="Oval 23">
            <a:extLst>
              <a:ext uri="{FF2B5EF4-FFF2-40B4-BE49-F238E27FC236}">
                <a16:creationId xmlns:a16="http://schemas.microsoft.com/office/drawing/2014/main" id="{5AE9C4C5-3B7E-4BB2-A0A0-4550A789AA07}"/>
              </a:ext>
            </a:extLst>
          </p:cNvPr>
          <p:cNvSpPr/>
          <p:nvPr/>
        </p:nvSpPr>
        <p:spPr>
          <a:xfrm>
            <a:off x="7392046" y="3860498"/>
            <a:ext cx="162450" cy="168277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173" name="Oval 23">
            <a:extLst>
              <a:ext uri="{FF2B5EF4-FFF2-40B4-BE49-F238E27FC236}">
                <a16:creationId xmlns:a16="http://schemas.microsoft.com/office/drawing/2014/main" id="{304E6215-F9A4-44F3-B489-E07A82BBFCC1}"/>
              </a:ext>
            </a:extLst>
          </p:cNvPr>
          <p:cNvSpPr/>
          <p:nvPr/>
        </p:nvSpPr>
        <p:spPr>
          <a:xfrm>
            <a:off x="6706246" y="3327098"/>
            <a:ext cx="162450" cy="168277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4" name="文字方塊 173">
                <a:extLst>
                  <a:ext uri="{FF2B5EF4-FFF2-40B4-BE49-F238E27FC236}">
                    <a16:creationId xmlns:a16="http://schemas.microsoft.com/office/drawing/2014/main" id="{CDEAFB4C-058C-4123-87FD-FA259917A799}"/>
                  </a:ext>
                </a:extLst>
              </p:cNvPr>
              <p:cNvSpPr txBox="1"/>
              <p:nvPr/>
            </p:nvSpPr>
            <p:spPr>
              <a:xfrm>
                <a:off x="8046055" y="3844729"/>
                <a:ext cx="1150186" cy="3231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5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500" b="0" i="1" smtClean="0">
                              <a:latin typeface="Cambria Math" panose="02040503050406030204" pitchFamily="18" charset="0"/>
                            </a:rPr>
                            <m:t>/2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500" dirty="0"/>
              </a:p>
            </p:txBody>
          </p:sp>
        </mc:Choice>
        <mc:Fallback xmlns="">
          <p:sp>
            <p:nvSpPr>
              <p:cNvPr id="174" name="文字方塊 173">
                <a:extLst>
                  <a:ext uri="{FF2B5EF4-FFF2-40B4-BE49-F238E27FC236}">
                    <a16:creationId xmlns:a16="http://schemas.microsoft.com/office/drawing/2014/main" id="{CDEAFB4C-058C-4123-87FD-FA259917A7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46055" y="3844729"/>
                <a:ext cx="1150186" cy="323165"/>
              </a:xfrm>
              <a:prstGeom prst="rect">
                <a:avLst/>
              </a:prstGeom>
              <a:blipFill>
                <a:blip r:embed="rId47"/>
                <a:stretch>
                  <a:fillRect b="-943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5" name="文字方塊 174">
                <a:extLst>
                  <a:ext uri="{FF2B5EF4-FFF2-40B4-BE49-F238E27FC236}">
                    <a16:creationId xmlns:a16="http://schemas.microsoft.com/office/drawing/2014/main" id="{7F8F5395-8738-4742-BE8B-B26F8948D47F}"/>
                  </a:ext>
                </a:extLst>
              </p:cNvPr>
              <p:cNvSpPr txBox="1"/>
              <p:nvPr/>
            </p:nvSpPr>
            <p:spPr>
              <a:xfrm>
                <a:off x="5005454" y="2248720"/>
                <a:ext cx="1150186" cy="3231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5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5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/2,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500" dirty="0"/>
              </a:p>
            </p:txBody>
          </p:sp>
        </mc:Choice>
        <mc:Fallback xmlns="">
          <p:sp>
            <p:nvSpPr>
              <p:cNvPr id="175" name="文字方塊 174">
                <a:extLst>
                  <a:ext uri="{FF2B5EF4-FFF2-40B4-BE49-F238E27FC236}">
                    <a16:creationId xmlns:a16="http://schemas.microsoft.com/office/drawing/2014/main" id="{7F8F5395-8738-4742-BE8B-B26F8948D4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05454" y="2248720"/>
                <a:ext cx="1150186" cy="323165"/>
              </a:xfrm>
              <a:prstGeom prst="rect">
                <a:avLst/>
              </a:prstGeom>
              <a:blipFill>
                <a:blip r:embed="rId48"/>
                <a:stretch>
                  <a:fillRect b="-943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76" name="直線接點 175">
            <a:extLst>
              <a:ext uri="{FF2B5EF4-FFF2-40B4-BE49-F238E27FC236}">
                <a16:creationId xmlns:a16="http://schemas.microsoft.com/office/drawing/2014/main" id="{F96D0E7E-AA1F-48AB-AD19-3124DB01F975}"/>
              </a:ext>
            </a:extLst>
          </p:cNvPr>
          <p:cNvCxnSpPr>
            <a:cxnSpLocks/>
          </p:cNvCxnSpPr>
          <p:nvPr/>
        </p:nvCxnSpPr>
        <p:spPr>
          <a:xfrm flipV="1">
            <a:off x="6264275" y="3410397"/>
            <a:ext cx="453250" cy="188"/>
          </a:xfrm>
          <a:prstGeom prst="line">
            <a:avLst/>
          </a:prstGeom>
          <a:ln w="9525" cap="flat" cmpd="sng" algn="ctr">
            <a:solidFill>
              <a:schemeClr val="bg1">
                <a:lumMod val="5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78" name="直線接點 177">
            <a:extLst>
              <a:ext uri="{FF2B5EF4-FFF2-40B4-BE49-F238E27FC236}">
                <a16:creationId xmlns:a16="http://schemas.microsoft.com/office/drawing/2014/main" id="{7AE8CC85-C2D3-4562-943E-72E72001AEA0}"/>
              </a:ext>
            </a:extLst>
          </p:cNvPr>
          <p:cNvCxnSpPr>
            <a:cxnSpLocks/>
          </p:cNvCxnSpPr>
          <p:nvPr/>
        </p:nvCxnSpPr>
        <p:spPr>
          <a:xfrm>
            <a:off x="7567930" y="3970973"/>
            <a:ext cx="418783" cy="0"/>
          </a:xfrm>
          <a:prstGeom prst="line">
            <a:avLst/>
          </a:prstGeom>
          <a:ln w="9525" cap="flat" cmpd="sng" algn="ctr">
            <a:solidFill>
              <a:schemeClr val="bg1">
                <a:lumMod val="5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79" name="直線接點 178">
            <a:extLst>
              <a:ext uri="{FF2B5EF4-FFF2-40B4-BE49-F238E27FC236}">
                <a16:creationId xmlns:a16="http://schemas.microsoft.com/office/drawing/2014/main" id="{74E0276D-3664-4368-8F31-ECCA13761F2A}"/>
              </a:ext>
            </a:extLst>
          </p:cNvPr>
          <p:cNvCxnSpPr>
            <a:cxnSpLocks/>
          </p:cNvCxnSpPr>
          <p:nvPr/>
        </p:nvCxnSpPr>
        <p:spPr>
          <a:xfrm flipV="1">
            <a:off x="7910513" y="3508375"/>
            <a:ext cx="120332" cy="100649"/>
          </a:xfrm>
          <a:prstGeom prst="line">
            <a:avLst/>
          </a:prstGeom>
          <a:ln w="9525" cap="flat" cmpd="sng" algn="ctr">
            <a:solidFill>
              <a:schemeClr val="bg1">
                <a:lumMod val="5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81" name="直線接點 180">
            <a:extLst>
              <a:ext uri="{FF2B5EF4-FFF2-40B4-BE49-F238E27FC236}">
                <a16:creationId xmlns:a16="http://schemas.microsoft.com/office/drawing/2014/main" id="{2B9F57F3-7F01-45CB-8B6A-ADBA716A30C2}"/>
              </a:ext>
            </a:extLst>
          </p:cNvPr>
          <p:cNvCxnSpPr>
            <a:cxnSpLocks/>
          </p:cNvCxnSpPr>
          <p:nvPr/>
        </p:nvCxnSpPr>
        <p:spPr>
          <a:xfrm flipV="1">
            <a:off x="6249313" y="3750766"/>
            <a:ext cx="105264" cy="191632"/>
          </a:xfrm>
          <a:prstGeom prst="line">
            <a:avLst/>
          </a:prstGeom>
          <a:ln w="9525" cap="flat" cmpd="sng" algn="ctr">
            <a:solidFill>
              <a:schemeClr val="bg1">
                <a:lumMod val="5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pic>
        <p:nvPicPr>
          <p:cNvPr id="108" name="圖片 107">
            <a:extLst>
              <a:ext uri="{FF2B5EF4-FFF2-40B4-BE49-F238E27FC236}">
                <a16:creationId xmlns:a16="http://schemas.microsoft.com/office/drawing/2014/main" id="{8781C107-5F18-4B52-BDB0-8392EE26DA0A}"/>
              </a:ext>
            </a:extLst>
          </p:cNvPr>
          <p:cNvPicPr>
            <a:picLocks noChangeAspect="1"/>
          </p:cNvPicPr>
          <p:nvPr/>
        </p:nvPicPr>
        <p:blipFill rotWithShape="1">
          <a:blip r:embed="rId49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t="61405" r="5132"/>
          <a:stretch/>
        </p:blipFill>
        <p:spPr>
          <a:xfrm>
            <a:off x="6260308" y="573670"/>
            <a:ext cx="2182652" cy="470285"/>
          </a:xfrm>
          <a:prstGeom prst="rect">
            <a:avLst/>
          </a:prstGeom>
        </p:spPr>
      </p:pic>
      <p:pic>
        <p:nvPicPr>
          <p:cNvPr id="109" name="圖片 108">
            <a:extLst>
              <a:ext uri="{FF2B5EF4-FFF2-40B4-BE49-F238E27FC236}">
                <a16:creationId xmlns:a16="http://schemas.microsoft.com/office/drawing/2014/main" id="{6D8048D7-915B-4202-8027-613503E40ADA}"/>
              </a:ext>
            </a:extLst>
          </p:cNvPr>
          <p:cNvPicPr>
            <a:picLocks noChangeAspect="1"/>
          </p:cNvPicPr>
          <p:nvPr/>
        </p:nvPicPr>
        <p:blipFill rotWithShape="1">
          <a:blip r:embed="rId49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t="61405" r="6245"/>
          <a:stretch/>
        </p:blipFill>
        <p:spPr>
          <a:xfrm>
            <a:off x="1302431" y="573670"/>
            <a:ext cx="2157049" cy="470285"/>
          </a:xfrm>
          <a:prstGeom prst="rect">
            <a:avLst/>
          </a:prstGeom>
        </p:spPr>
      </p:pic>
      <p:pic>
        <p:nvPicPr>
          <p:cNvPr id="2" name="圖片 1">
            <a:extLst>
              <a:ext uri="{FF2B5EF4-FFF2-40B4-BE49-F238E27FC236}">
                <a16:creationId xmlns:a16="http://schemas.microsoft.com/office/drawing/2014/main" id="{0BFAE2C2-22A5-49E2-972C-C80B3763FF9D}"/>
              </a:ext>
            </a:extLst>
          </p:cNvPr>
          <p:cNvPicPr>
            <a:picLocks noChangeAspect="1"/>
          </p:cNvPicPr>
          <p:nvPr/>
        </p:nvPicPr>
        <p:blipFill>
          <a:blip r:embed="rId50"/>
          <a:stretch>
            <a:fillRect/>
          </a:stretch>
        </p:blipFill>
        <p:spPr>
          <a:xfrm>
            <a:off x="1650800" y="1279912"/>
            <a:ext cx="1252800" cy="1259938"/>
          </a:xfrm>
          <a:prstGeom prst="rect">
            <a:avLst/>
          </a:prstGeom>
        </p:spPr>
      </p:pic>
      <p:pic>
        <p:nvPicPr>
          <p:cNvPr id="3" name="圖片 2">
            <a:extLst>
              <a:ext uri="{FF2B5EF4-FFF2-40B4-BE49-F238E27FC236}">
                <a16:creationId xmlns:a16="http://schemas.microsoft.com/office/drawing/2014/main" id="{4CD98A7B-C02E-4C85-B520-7DA5CBEEEEDE}"/>
              </a:ext>
            </a:extLst>
          </p:cNvPr>
          <p:cNvPicPr>
            <a:picLocks noChangeAspect="1"/>
          </p:cNvPicPr>
          <p:nvPr/>
        </p:nvPicPr>
        <p:blipFill>
          <a:blip r:embed="rId51"/>
          <a:stretch>
            <a:fillRect/>
          </a:stretch>
        </p:blipFill>
        <p:spPr>
          <a:xfrm>
            <a:off x="1883750" y="4868007"/>
            <a:ext cx="1252800" cy="1256359"/>
          </a:xfrm>
          <a:prstGeom prst="rect">
            <a:avLst/>
          </a:prstGeom>
        </p:spPr>
      </p:pic>
      <p:pic>
        <p:nvPicPr>
          <p:cNvPr id="4" name="圖片 3">
            <a:extLst>
              <a:ext uri="{FF2B5EF4-FFF2-40B4-BE49-F238E27FC236}">
                <a16:creationId xmlns:a16="http://schemas.microsoft.com/office/drawing/2014/main" id="{0499BFE6-7887-475C-8A7D-9828B0683FD7}"/>
              </a:ext>
            </a:extLst>
          </p:cNvPr>
          <p:cNvPicPr>
            <a:picLocks noChangeAspect="1"/>
          </p:cNvPicPr>
          <p:nvPr/>
        </p:nvPicPr>
        <p:blipFill>
          <a:blip r:embed="rId52"/>
          <a:stretch>
            <a:fillRect/>
          </a:stretch>
        </p:blipFill>
        <p:spPr>
          <a:xfrm>
            <a:off x="322014" y="3885340"/>
            <a:ext cx="1252800" cy="1263508"/>
          </a:xfrm>
          <a:prstGeom prst="rect">
            <a:avLst/>
          </a:prstGeom>
        </p:spPr>
      </p:pic>
      <p:pic>
        <p:nvPicPr>
          <p:cNvPr id="5" name="圖片 4">
            <a:extLst>
              <a:ext uri="{FF2B5EF4-FFF2-40B4-BE49-F238E27FC236}">
                <a16:creationId xmlns:a16="http://schemas.microsoft.com/office/drawing/2014/main" id="{B0E961C2-C01D-4E0D-BD82-0EB1489EDA0C}"/>
              </a:ext>
            </a:extLst>
          </p:cNvPr>
          <p:cNvPicPr>
            <a:picLocks noChangeAspect="1"/>
          </p:cNvPicPr>
          <p:nvPr/>
        </p:nvPicPr>
        <p:blipFill>
          <a:blip r:embed="rId53"/>
          <a:stretch>
            <a:fillRect/>
          </a:stretch>
        </p:blipFill>
        <p:spPr>
          <a:xfrm>
            <a:off x="3549787" y="3853289"/>
            <a:ext cx="1252800" cy="1259938"/>
          </a:xfrm>
          <a:prstGeom prst="rect">
            <a:avLst/>
          </a:prstGeom>
        </p:spPr>
      </p:pic>
      <p:pic>
        <p:nvPicPr>
          <p:cNvPr id="6" name="圖片 5">
            <a:extLst>
              <a:ext uri="{FF2B5EF4-FFF2-40B4-BE49-F238E27FC236}">
                <a16:creationId xmlns:a16="http://schemas.microsoft.com/office/drawing/2014/main" id="{EAC0C9CA-1722-4BF9-BE4B-C1D61CF2233C}"/>
              </a:ext>
            </a:extLst>
          </p:cNvPr>
          <p:cNvPicPr>
            <a:picLocks noChangeAspect="1"/>
          </p:cNvPicPr>
          <p:nvPr/>
        </p:nvPicPr>
        <p:blipFill>
          <a:blip r:embed="rId54"/>
          <a:stretch>
            <a:fillRect/>
          </a:stretch>
        </p:blipFill>
        <p:spPr>
          <a:xfrm>
            <a:off x="3519751" y="2267889"/>
            <a:ext cx="1252800" cy="1259898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5B8DFABC-7C96-4695-9948-5B2EDA5F077C}"/>
              </a:ext>
            </a:extLst>
          </p:cNvPr>
          <p:cNvPicPr>
            <a:picLocks noChangeAspect="1"/>
          </p:cNvPicPr>
          <p:nvPr/>
        </p:nvPicPr>
        <p:blipFill>
          <a:blip r:embed="rId55"/>
          <a:stretch>
            <a:fillRect/>
          </a:stretch>
        </p:blipFill>
        <p:spPr>
          <a:xfrm>
            <a:off x="330454" y="2260313"/>
            <a:ext cx="1252800" cy="1252800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6D9815CF-49F5-4B16-AD0A-20AFA37A9E8C}"/>
              </a:ext>
            </a:extLst>
          </p:cNvPr>
          <p:cNvPicPr>
            <a:picLocks noChangeAspect="1"/>
          </p:cNvPicPr>
          <p:nvPr/>
        </p:nvPicPr>
        <p:blipFill>
          <a:blip r:embed="rId56"/>
          <a:stretch>
            <a:fillRect/>
          </a:stretch>
        </p:blipFill>
        <p:spPr>
          <a:xfrm>
            <a:off x="6306853" y="1273188"/>
            <a:ext cx="1252800" cy="1267076"/>
          </a:xfrm>
          <a:prstGeom prst="rect">
            <a:avLst/>
          </a:prstGeom>
        </p:spPr>
      </p:pic>
      <p:pic>
        <p:nvPicPr>
          <p:cNvPr id="9" name="圖片 8">
            <a:extLst>
              <a:ext uri="{FF2B5EF4-FFF2-40B4-BE49-F238E27FC236}">
                <a16:creationId xmlns:a16="http://schemas.microsoft.com/office/drawing/2014/main" id="{C3FDA1B6-47DA-447D-8408-F3AA2D683AD1}"/>
              </a:ext>
            </a:extLst>
          </p:cNvPr>
          <p:cNvPicPr>
            <a:picLocks noChangeAspect="1"/>
          </p:cNvPicPr>
          <p:nvPr/>
        </p:nvPicPr>
        <p:blipFill>
          <a:blip r:embed="rId57"/>
          <a:stretch>
            <a:fillRect/>
          </a:stretch>
        </p:blipFill>
        <p:spPr>
          <a:xfrm>
            <a:off x="6352983" y="4854033"/>
            <a:ext cx="1252800" cy="1259959"/>
          </a:xfrm>
          <a:prstGeom prst="rect">
            <a:avLst/>
          </a:prstGeom>
        </p:spPr>
      </p:pic>
      <p:pic>
        <p:nvPicPr>
          <p:cNvPr id="12" name="圖片 11">
            <a:extLst>
              <a:ext uri="{FF2B5EF4-FFF2-40B4-BE49-F238E27FC236}">
                <a16:creationId xmlns:a16="http://schemas.microsoft.com/office/drawing/2014/main" id="{8B2E734B-8EF5-4AFB-906C-838F23332124}"/>
              </a:ext>
            </a:extLst>
          </p:cNvPr>
          <p:cNvPicPr>
            <a:picLocks noChangeAspect="1"/>
          </p:cNvPicPr>
          <p:nvPr/>
        </p:nvPicPr>
        <p:blipFill rotWithShape="1">
          <a:blip r:embed="rId5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r="34724"/>
          <a:stretch/>
        </p:blipFill>
        <p:spPr>
          <a:xfrm>
            <a:off x="9275531" y="2231943"/>
            <a:ext cx="356579" cy="1329441"/>
          </a:xfrm>
          <a:prstGeom prst="rect">
            <a:avLst/>
          </a:prstGeom>
        </p:spPr>
      </p:pic>
      <p:pic>
        <p:nvPicPr>
          <p:cNvPr id="13" name="圖片 12">
            <a:extLst>
              <a:ext uri="{FF2B5EF4-FFF2-40B4-BE49-F238E27FC236}">
                <a16:creationId xmlns:a16="http://schemas.microsoft.com/office/drawing/2014/main" id="{F51F63EF-DA00-4A85-A03B-4810C7B9C164}"/>
              </a:ext>
            </a:extLst>
          </p:cNvPr>
          <p:cNvPicPr>
            <a:picLocks noChangeAspect="1"/>
          </p:cNvPicPr>
          <p:nvPr/>
        </p:nvPicPr>
        <p:blipFill>
          <a:blip r:embed="rId59"/>
          <a:stretch>
            <a:fillRect/>
          </a:stretch>
        </p:blipFill>
        <p:spPr>
          <a:xfrm>
            <a:off x="4975151" y="3884869"/>
            <a:ext cx="1252800" cy="1252800"/>
          </a:xfrm>
          <a:prstGeom prst="rect">
            <a:avLst/>
          </a:prstGeom>
        </p:spPr>
      </p:pic>
      <p:pic>
        <p:nvPicPr>
          <p:cNvPr id="14" name="圖片 13">
            <a:extLst>
              <a:ext uri="{FF2B5EF4-FFF2-40B4-BE49-F238E27FC236}">
                <a16:creationId xmlns:a16="http://schemas.microsoft.com/office/drawing/2014/main" id="{D747488D-0E4A-4D70-9FEA-A5680A798A21}"/>
              </a:ext>
            </a:extLst>
          </p:cNvPr>
          <p:cNvPicPr>
            <a:picLocks noChangeAspect="1"/>
          </p:cNvPicPr>
          <p:nvPr/>
        </p:nvPicPr>
        <p:blipFill>
          <a:blip r:embed="rId60"/>
          <a:stretch>
            <a:fillRect/>
          </a:stretch>
        </p:blipFill>
        <p:spPr>
          <a:xfrm>
            <a:off x="8026869" y="3859275"/>
            <a:ext cx="1252800" cy="1252800"/>
          </a:xfrm>
          <a:prstGeom prst="rect">
            <a:avLst/>
          </a:prstGeom>
        </p:spPr>
      </p:pic>
      <p:pic>
        <p:nvPicPr>
          <p:cNvPr id="15" name="圖片 14">
            <a:extLst>
              <a:ext uri="{FF2B5EF4-FFF2-40B4-BE49-F238E27FC236}">
                <a16:creationId xmlns:a16="http://schemas.microsoft.com/office/drawing/2014/main" id="{DB4CBE4D-E147-4E3C-AFD9-5D845F394E56}"/>
              </a:ext>
            </a:extLst>
          </p:cNvPr>
          <p:cNvPicPr>
            <a:picLocks noChangeAspect="1"/>
          </p:cNvPicPr>
          <p:nvPr/>
        </p:nvPicPr>
        <p:blipFill>
          <a:blip r:embed="rId61"/>
          <a:stretch>
            <a:fillRect/>
          </a:stretch>
        </p:blipFill>
        <p:spPr>
          <a:xfrm>
            <a:off x="8007595" y="2269619"/>
            <a:ext cx="1252800" cy="1246863"/>
          </a:xfrm>
          <a:prstGeom prst="rect">
            <a:avLst/>
          </a:prstGeom>
        </p:spPr>
      </p:pic>
      <p:pic>
        <p:nvPicPr>
          <p:cNvPr id="16" name="圖片 15">
            <a:extLst>
              <a:ext uri="{FF2B5EF4-FFF2-40B4-BE49-F238E27FC236}">
                <a16:creationId xmlns:a16="http://schemas.microsoft.com/office/drawing/2014/main" id="{6A9CD342-D86D-4083-A323-95124647BA56}"/>
              </a:ext>
            </a:extLst>
          </p:cNvPr>
          <p:cNvPicPr>
            <a:picLocks noChangeAspect="1"/>
          </p:cNvPicPr>
          <p:nvPr/>
        </p:nvPicPr>
        <p:blipFill>
          <a:blip r:embed="rId62"/>
          <a:stretch>
            <a:fillRect/>
          </a:stretch>
        </p:blipFill>
        <p:spPr>
          <a:xfrm>
            <a:off x="4963892" y="2278380"/>
            <a:ext cx="1252800" cy="124983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82" name="文字方塊 181">
                <a:extLst>
                  <a:ext uri="{FF2B5EF4-FFF2-40B4-BE49-F238E27FC236}">
                    <a16:creationId xmlns:a16="http://schemas.microsoft.com/office/drawing/2014/main" id="{5276D448-FDB4-4D6A-AF6A-CA089A5438FE}"/>
                  </a:ext>
                </a:extLst>
              </p:cNvPr>
              <p:cNvSpPr txBox="1"/>
              <p:nvPr/>
            </p:nvSpPr>
            <p:spPr>
              <a:xfrm>
                <a:off x="9199306" y="3279663"/>
                <a:ext cx="478319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sz="1400"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altLang="zh-TW" sz="1400">
                          <a:latin typeface="Cambria Math" panose="02040503050406030204" pitchFamily="18" charset="0"/>
                        </a:rPr>
                        <m:t>.</m:t>
                      </m:r>
                      <m:r>
                        <m:rPr>
                          <m:sty m:val="p"/>
                        </m:rPr>
                        <a:rPr lang="en-US" altLang="zh-TW" sz="1400">
                          <a:latin typeface="Cambria Math" panose="02040503050406030204" pitchFamily="18" charset="0"/>
                        </a:rPr>
                        <m:t>u</m:t>
                      </m:r>
                      <m:r>
                        <a:rPr lang="en-US" altLang="zh-TW" sz="140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TW" altLang="en-US" sz="1400" dirty="0"/>
              </a:p>
            </p:txBody>
          </p:sp>
        </mc:Choice>
        <mc:Fallback xmlns="">
          <p:sp>
            <p:nvSpPr>
              <p:cNvPr id="182" name="文字方塊 181">
                <a:extLst>
                  <a:ext uri="{FF2B5EF4-FFF2-40B4-BE49-F238E27FC236}">
                    <a16:creationId xmlns:a16="http://schemas.microsoft.com/office/drawing/2014/main" id="{5276D448-FDB4-4D6A-AF6A-CA089A5438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99306" y="3279663"/>
                <a:ext cx="478319" cy="307777"/>
              </a:xfrm>
              <a:prstGeom prst="rect">
                <a:avLst/>
              </a:prstGeom>
              <a:blipFill>
                <a:blip r:embed="rId6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文字方塊 16">
            <a:extLst>
              <a:ext uri="{FF2B5EF4-FFF2-40B4-BE49-F238E27FC236}">
                <a16:creationId xmlns:a16="http://schemas.microsoft.com/office/drawing/2014/main" id="{AF090B50-A9AF-4D9B-BA64-51EE50EF920F}"/>
              </a:ext>
            </a:extLst>
          </p:cNvPr>
          <p:cNvSpPr txBox="1"/>
          <p:nvPr/>
        </p:nvSpPr>
        <p:spPr>
          <a:xfrm>
            <a:off x="-928286" y="1386118"/>
            <a:ext cx="507090" cy="369332"/>
          </a:xfrm>
          <a:prstGeom prst="rect">
            <a:avLst/>
          </a:prstGeom>
          <a:solidFill>
            <a:srgbClr val="F1F1F1"/>
          </a:solidFill>
        </p:spPr>
        <p:txBody>
          <a:bodyPr wrap="square" rtlCol="0">
            <a:spAutoFit/>
          </a:bodyPr>
          <a:lstStyle/>
          <a:p>
            <a:r>
              <a:rPr lang="en-US" altLang="zh-TW" dirty="0"/>
              <a:t>1.0</a:t>
            </a:r>
            <a:endParaRPr lang="zh-TW" altLang="en-US" dirty="0"/>
          </a:p>
        </p:txBody>
      </p:sp>
      <p:sp>
        <p:nvSpPr>
          <p:cNvPr id="190" name="文字方塊 189">
            <a:extLst>
              <a:ext uri="{FF2B5EF4-FFF2-40B4-BE49-F238E27FC236}">
                <a16:creationId xmlns:a16="http://schemas.microsoft.com/office/drawing/2014/main" id="{E29B2BDB-2DBF-444A-9399-3A25DF26EDCC}"/>
              </a:ext>
            </a:extLst>
          </p:cNvPr>
          <p:cNvSpPr txBox="1"/>
          <p:nvPr/>
        </p:nvSpPr>
        <p:spPr>
          <a:xfrm>
            <a:off x="-942575" y="2614843"/>
            <a:ext cx="507089" cy="369332"/>
          </a:xfrm>
          <a:prstGeom prst="rect">
            <a:avLst/>
          </a:prstGeom>
          <a:solidFill>
            <a:srgbClr val="F1F1F1"/>
          </a:solidFill>
        </p:spPr>
        <p:txBody>
          <a:bodyPr wrap="square" rtlCol="0">
            <a:spAutoFit/>
          </a:bodyPr>
          <a:lstStyle/>
          <a:p>
            <a:r>
              <a:rPr lang="en-US" altLang="zh-TW" dirty="0"/>
              <a:t>0.0</a:t>
            </a:r>
            <a:endParaRPr lang="zh-TW" altLang="en-US" dirty="0"/>
          </a:p>
        </p:txBody>
      </p:sp>
      <p:sp>
        <p:nvSpPr>
          <p:cNvPr id="197" name="文字方塊 196">
            <a:extLst>
              <a:ext uri="{FF2B5EF4-FFF2-40B4-BE49-F238E27FC236}">
                <a16:creationId xmlns:a16="http://schemas.microsoft.com/office/drawing/2014/main" id="{F56E9CEB-FE7A-4DAA-923D-7B463EF64468}"/>
              </a:ext>
            </a:extLst>
          </p:cNvPr>
          <p:cNvSpPr txBox="1"/>
          <p:nvPr/>
        </p:nvSpPr>
        <p:spPr>
          <a:xfrm>
            <a:off x="-898793" y="2047277"/>
            <a:ext cx="507090" cy="369332"/>
          </a:xfrm>
          <a:prstGeom prst="rect">
            <a:avLst/>
          </a:prstGeom>
          <a:solidFill>
            <a:srgbClr val="F1F1F1"/>
          </a:solidFill>
        </p:spPr>
        <p:txBody>
          <a:bodyPr wrap="square" rtlCol="0">
            <a:spAutoFit/>
          </a:bodyPr>
          <a:lstStyle/>
          <a:p>
            <a:r>
              <a:rPr lang="en-US" altLang="zh-TW" dirty="0"/>
              <a:t>0.2</a:t>
            </a:r>
            <a:endParaRPr lang="zh-TW" altLang="en-US" dirty="0"/>
          </a:p>
        </p:txBody>
      </p:sp>
      <p:pic>
        <p:nvPicPr>
          <p:cNvPr id="21" name="圖片 20">
            <a:extLst>
              <a:ext uri="{FF2B5EF4-FFF2-40B4-BE49-F238E27FC236}">
                <a16:creationId xmlns:a16="http://schemas.microsoft.com/office/drawing/2014/main" id="{2ACBF5A4-04DC-4772-A2E0-5BFD43125E80}"/>
              </a:ext>
            </a:extLst>
          </p:cNvPr>
          <p:cNvPicPr>
            <a:picLocks noChangeAspect="1"/>
          </p:cNvPicPr>
          <p:nvPr/>
        </p:nvPicPr>
        <p:blipFill rotWithShape="1">
          <a:blip r:embed="rId64"/>
          <a:srcRect l="25360" t="26379" b="34906"/>
          <a:stretch/>
        </p:blipFill>
        <p:spPr>
          <a:xfrm>
            <a:off x="2919411" y="1104900"/>
            <a:ext cx="432291" cy="191181"/>
          </a:xfrm>
          <a:prstGeom prst="rect">
            <a:avLst/>
          </a:prstGeom>
        </p:spPr>
      </p:pic>
      <p:pic>
        <p:nvPicPr>
          <p:cNvPr id="202" name="圖片 201">
            <a:extLst>
              <a:ext uri="{FF2B5EF4-FFF2-40B4-BE49-F238E27FC236}">
                <a16:creationId xmlns:a16="http://schemas.microsoft.com/office/drawing/2014/main" id="{FB597E0E-AD1A-4C70-8EB9-78F18E9C7ADE}"/>
              </a:ext>
            </a:extLst>
          </p:cNvPr>
          <p:cNvPicPr>
            <a:picLocks noChangeAspect="1"/>
          </p:cNvPicPr>
          <p:nvPr/>
        </p:nvPicPr>
        <p:blipFill rotWithShape="1">
          <a:blip r:embed="rId64"/>
          <a:srcRect l="25360" t="26379" b="34906"/>
          <a:stretch/>
        </p:blipFill>
        <p:spPr>
          <a:xfrm>
            <a:off x="7570521" y="1098170"/>
            <a:ext cx="432291" cy="191181"/>
          </a:xfrm>
          <a:prstGeom prst="rect">
            <a:avLst/>
          </a:prstGeom>
        </p:spPr>
      </p:pic>
      <p:pic>
        <p:nvPicPr>
          <p:cNvPr id="22" name="圖片 21">
            <a:extLst>
              <a:ext uri="{FF2B5EF4-FFF2-40B4-BE49-F238E27FC236}">
                <a16:creationId xmlns:a16="http://schemas.microsoft.com/office/drawing/2014/main" id="{8D62BF62-970C-48BB-B425-CF238CA4E9E0}"/>
              </a:ext>
            </a:extLst>
          </p:cNvPr>
          <p:cNvPicPr>
            <a:picLocks noChangeAspect="1"/>
          </p:cNvPicPr>
          <p:nvPr/>
        </p:nvPicPr>
        <p:blipFill rotWithShape="1">
          <a:blip r:embed="rId65"/>
          <a:srcRect l="24500" t="27932" r="23284"/>
          <a:stretch/>
        </p:blipFill>
        <p:spPr>
          <a:xfrm>
            <a:off x="2917031" y="2569368"/>
            <a:ext cx="302418" cy="360279"/>
          </a:xfrm>
          <a:prstGeom prst="rect">
            <a:avLst/>
          </a:prstGeom>
        </p:spPr>
      </p:pic>
      <p:pic>
        <p:nvPicPr>
          <p:cNvPr id="203" name="圖片 202">
            <a:extLst>
              <a:ext uri="{FF2B5EF4-FFF2-40B4-BE49-F238E27FC236}">
                <a16:creationId xmlns:a16="http://schemas.microsoft.com/office/drawing/2014/main" id="{21B4216A-07FE-40D0-A273-287F8E8BA991}"/>
              </a:ext>
            </a:extLst>
          </p:cNvPr>
          <p:cNvPicPr>
            <a:picLocks noChangeAspect="1"/>
          </p:cNvPicPr>
          <p:nvPr/>
        </p:nvPicPr>
        <p:blipFill rotWithShape="1">
          <a:blip r:embed="rId65"/>
          <a:srcRect l="24500" t="27932" r="23284"/>
          <a:stretch/>
        </p:blipFill>
        <p:spPr>
          <a:xfrm>
            <a:off x="7581560" y="2596583"/>
            <a:ext cx="302418" cy="360279"/>
          </a:xfrm>
          <a:prstGeom prst="rect">
            <a:avLst/>
          </a:prstGeom>
        </p:spPr>
      </p:pic>
      <p:pic>
        <p:nvPicPr>
          <p:cNvPr id="204" name="圖片 203">
            <a:extLst>
              <a:ext uri="{FF2B5EF4-FFF2-40B4-BE49-F238E27FC236}">
                <a16:creationId xmlns:a16="http://schemas.microsoft.com/office/drawing/2014/main" id="{D0BB3373-9BE5-48DB-B58E-9E611DC797B7}"/>
              </a:ext>
            </a:extLst>
          </p:cNvPr>
          <p:cNvPicPr>
            <a:picLocks noChangeAspect="1"/>
          </p:cNvPicPr>
          <p:nvPr/>
        </p:nvPicPr>
        <p:blipFill rotWithShape="1">
          <a:blip r:embed="rId65"/>
          <a:srcRect l="24500" t="27932" r="23284"/>
          <a:stretch/>
        </p:blipFill>
        <p:spPr>
          <a:xfrm>
            <a:off x="9285174" y="3538196"/>
            <a:ext cx="302418" cy="360279"/>
          </a:xfrm>
          <a:prstGeom prst="rect">
            <a:avLst/>
          </a:prstGeom>
        </p:spPr>
      </p:pic>
      <p:pic>
        <p:nvPicPr>
          <p:cNvPr id="23" name="圖片 22">
            <a:extLst>
              <a:ext uri="{FF2B5EF4-FFF2-40B4-BE49-F238E27FC236}">
                <a16:creationId xmlns:a16="http://schemas.microsoft.com/office/drawing/2014/main" id="{A2DC6826-4B25-4438-87CF-7C670D5722B9}"/>
              </a:ext>
            </a:extLst>
          </p:cNvPr>
          <p:cNvPicPr>
            <a:picLocks noChangeAspect="1"/>
          </p:cNvPicPr>
          <p:nvPr/>
        </p:nvPicPr>
        <p:blipFill rotWithShape="1">
          <a:blip r:embed="rId66"/>
          <a:srcRect l="23740" r="23222" b="36484"/>
          <a:stretch/>
        </p:blipFill>
        <p:spPr>
          <a:xfrm>
            <a:off x="9272588" y="1939900"/>
            <a:ext cx="307181" cy="3175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021651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矩形: 圓角 176">
            <a:extLst>
              <a:ext uri="{FF2B5EF4-FFF2-40B4-BE49-F238E27FC236}">
                <a16:creationId xmlns:a16="http://schemas.microsoft.com/office/drawing/2014/main" id="{C0499F8D-22B8-4B76-B2A0-FC45B222262E}"/>
              </a:ext>
            </a:extLst>
          </p:cNvPr>
          <p:cNvSpPr/>
          <p:nvPr/>
        </p:nvSpPr>
        <p:spPr>
          <a:xfrm>
            <a:off x="4931433" y="12063"/>
            <a:ext cx="4899729" cy="6179835"/>
          </a:xfrm>
          <a:prstGeom prst="roundRect">
            <a:avLst>
              <a:gd name="adj" fmla="val 7772"/>
            </a:avLst>
          </a:prstGeom>
          <a:gradFill flip="none" rotWithShape="1"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lin ang="54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2000" dirty="0"/>
          </a:p>
        </p:txBody>
      </p:sp>
      <p:pic>
        <p:nvPicPr>
          <p:cNvPr id="72" name="圖片 71">
            <a:extLst>
              <a:ext uri="{FF2B5EF4-FFF2-40B4-BE49-F238E27FC236}">
                <a16:creationId xmlns:a16="http://schemas.microsoft.com/office/drawing/2014/main" id="{7CF504A8-C286-4657-A1FD-86775716E6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8943" y="1299289"/>
            <a:ext cx="1252800" cy="1256329"/>
          </a:xfrm>
          <a:prstGeom prst="rect">
            <a:avLst/>
          </a:prstGeom>
        </p:spPr>
      </p:pic>
      <p:pic>
        <p:nvPicPr>
          <p:cNvPr id="66" name="圖片 65">
            <a:extLst>
              <a:ext uri="{FF2B5EF4-FFF2-40B4-BE49-F238E27FC236}">
                <a16:creationId xmlns:a16="http://schemas.microsoft.com/office/drawing/2014/main" id="{92103D42-C113-42E7-A94E-9E1FB4D1FF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73548" y="4878639"/>
            <a:ext cx="1252800" cy="1259898"/>
          </a:xfrm>
          <a:prstGeom prst="rect">
            <a:avLst/>
          </a:prstGeom>
        </p:spPr>
      </p:pic>
      <p:pic>
        <p:nvPicPr>
          <p:cNvPr id="67" name="圖片 66">
            <a:extLst>
              <a:ext uri="{FF2B5EF4-FFF2-40B4-BE49-F238E27FC236}">
                <a16:creationId xmlns:a16="http://schemas.microsoft.com/office/drawing/2014/main" id="{76331D1F-0F32-4EBA-A63E-BE254732BE0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41052" y="3908264"/>
            <a:ext cx="1252800" cy="1259760"/>
          </a:xfrm>
          <a:prstGeom prst="rect">
            <a:avLst/>
          </a:prstGeom>
        </p:spPr>
      </p:pic>
      <p:pic>
        <p:nvPicPr>
          <p:cNvPr id="68" name="圖片 67">
            <a:extLst>
              <a:ext uri="{FF2B5EF4-FFF2-40B4-BE49-F238E27FC236}">
                <a16:creationId xmlns:a16="http://schemas.microsoft.com/office/drawing/2014/main" id="{62B6C151-DD6E-4560-B5E5-4C09C247748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74876" y="3851187"/>
            <a:ext cx="1252800" cy="1259919"/>
          </a:xfrm>
          <a:prstGeom prst="rect">
            <a:avLst/>
          </a:prstGeom>
        </p:spPr>
      </p:pic>
      <p:pic>
        <p:nvPicPr>
          <p:cNvPr id="69" name="圖片 68">
            <a:extLst>
              <a:ext uri="{FF2B5EF4-FFF2-40B4-BE49-F238E27FC236}">
                <a16:creationId xmlns:a16="http://schemas.microsoft.com/office/drawing/2014/main" id="{773C5B65-61B7-407D-8AF8-5D3AB6EE021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74876" y="2269764"/>
            <a:ext cx="1252800" cy="1263477"/>
          </a:xfrm>
          <a:prstGeom prst="rect">
            <a:avLst/>
          </a:prstGeom>
        </p:spPr>
      </p:pic>
      <p:pic>
        <p:nvPicPr>
          <p:cNvPr id="70" name="圖片 69">
            <a:extLst>
              <a:ext uri="{FF2B5EF4-FFF2-40B4-BE49-F238E27FC236}">
                <a16:creationId xmlns:a16="http://schemas.microsoft.com/office/drawing/2014/main" id="{862A076B-7E8F-4CD5-AC66-250D48F3D47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35405" y="2247764"/>
            <a:ext cx="1252800" cy="1256349"/>
          </a:xfrm>
          <a:prstGeom prst="rect">
            <a:avLst/>
          </a:prstGeom>
        </p:spPr>
      </p:pic>
      <p:pic>
        <p:nvPicPr>
          <p:cNvPr id="60" name="圖片 59">
            <a:extLst>
              <a:ext uri="{FF2B5EF4-FFF2-40B4-BE49-F238E27FC236}">
                <a16:creationId xmlns:a16="http://schemas.microsoft.com/office/drawing/2014/main" id="{42DD76E4-3C3A-46F2-B2B8-35BF6726C155}"/>
              </a:ext>
            </a:extLst>
          </p:cNvPr>
          <p:cNvPicPr>
            <a:picLocks noChangeAspect="1"/>
          </p:cNvPicPr>
          <p:nvPr/>
        </p:nvPicPr>
        <p:blipFill rotWithShape="1">
          <a:blip r:embed="rId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t="61405"/>
          <a:stretch/>
        </p:blipFill>
        <p:spPr>
          <a:xfrm>
            <a:off x="6260308" y="573670"/>
            <a:ext cx="2300718" cy="47028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80" name="文字方塊 179">
                <a:extLst>
                  <a:ext uri="{FF2B5EF4-FFF2-40B4-BE49-F238E27FC236}">
                    <a16:creationId xmlns:a16="http://schemas.microsoft.com/office/drawing/2014/main" id="{C6592285-FBA9-4DE2-BE47-D5703A7C2A40}"/>
                  </a:ext>
                </a:extLst>
              </p:cNvPr>
              <p:cNvSpPr txBox="1"/>
              <p:nvPr/>
            </p:nvSpPr>
            <p:spPr>
              <a:xfrm>
                <a:off x="6994665" y="4501420"/>
                <a:ext cx="812954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600" i="1" smtClean="0">
                          <a:latin typeface="Cambria Math" panose="02040503050406030204" pitchFamily="18" charset="0"/>
                        </a:rPr>
                        <m:t>|</m:t>
                      </m:r>
                      <m:d>
                        <m:dPr>
                          <m:begChr m:val=""/>
                          <m:endChr m:val="⟩"/>
                          <m:ctrlPr>
                            <a:rPr lang="en-US" altLang="zh-TW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1, </m:t>
                          </m:r>
                          <m:r>
                            <a:rPr lang="en-US" altLang="zh-TW" sz="1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</m:oMath>
                  </m:oMathPara>
                </a14:m>
                <a:endParaRPr lang="zh-TW" altLang="en-US" sz="1600" dirty="0"/>
              </a:p>
            </p:txBody>
          </p:sp>
        </mc:Choice>
        <mc:Fallback xmlns="">
          <p:sp>
            <p:nvSpPr>
              <p:cNvPr id="180" name="文字方塊 179">
                <a:extLst>
                  <a:ext uri="{FF2B5EF4-FFF2-40B4-BE49-F238E27FC236}">
                    <a16:creationId xmlns:a16="http://schemas.microsoft.com/office/drawing/2014/main" id="{C6592285-FBA9-4DE2-BE47-D5703A7C2A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94665" y="4501420"/>
                <a:ext cx="812954" cy="338554"/>
              </a:xfrm>
              <a:prstGeom prst="rect">
                <a:avLst/>
              </a:prstGeom>
              <a:blipFill>
                <a:blip r:embed="rId9"/>
                <a:stretch>
                  <a:fillRect t="-108929" r="-36567" b="-16785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9" name="文字方塊 188">
                <a:extLst>
                  <a:ext uri="{FF2B5EF4-FFF2-40B4-BE49-F238E27FC236}">
                    <a16:creationId xmlns:a16="http://schemas.microsoft.com/office/drawing/2014/main" id="{06013B16-AADE-4F50-9769-3B0E22EFD811}"/>
                  </a:ext>
                </a:extLst>
              </p:cNvPr>
              <p:cNvSpPr txBox="1"/>
              <p:nvPr/>
            </p:nvSpPr>
            <p:spPr>
              <a:xfrm>
                <a:off x="6994665" y="2555828"/>
                <a:ext cx="812954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600" i="1" smtClean="0">
                          <a:latin typeface="Cambria Math" panose="02040503050406030204" pitchFamily="18" charset="0"/>
                        </a:rPr>
                        <m:t>|</m:t>
                      </m:r>
                      <m:d>
                        <m:dPr>
                          <m:begChr m:val=""/>
                          <m:endChr m:val="⟩"/>
                          <m:ctrlPr>
                            <a:rPr lang="en-US" altLang="zh-TW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6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1, </m:t>
                          </m:r>
                          <m:r>
                            <a:rPr lang="en-US" altLang="zh-TW" sz="16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</m:oMath>
                  </m:oMathPara>
                </a14:m>
                <a:endParaRPr lang="zh-TW" altLang="en-US" sz="1600" dirty="0"/>
              </a:p>
            </p:txBody>
          </p:sp>
        </mc:Choice>
        <mc:Fallback xmlns="">
          <p:sp>
            <p:nvSpPr>
              <p:cNvPr id="189" name="文字方塊 188">
                <a:extLst>
                  <a:ext uri="{FF2B5EF4-FFF2-40B4-BE49-F238E27FC236}">
                    <a16:creationId xmlns:a16="http://schemas.microsoft.com/office/drawing/2014/main" id="{06013B16-AADE-4F50-9769-3B0E22EFD8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94665" y="2555828"/>
                <a:ext cx="812954" cy="338554"/>
              </a:xfrm>
              <a:prstGeom prst="rect">
                <a:avLst/>
              </a:prstGeom>
              <a:blipFill>
                <a:blip r:embed="rId10"/>
                <a:stretch>
                  <a:fillRect t="-108929" r="-61940" b="-16785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12" name="群組 211">
            <a:extLst>
              <a:ext uri="{FF2B5EF4-FFF2-40B4-BE49-F238E27FC236}">
                <a16:creationId xmlns:a16="http://schemas.microsoft.com/office/drawing/2014/main" id="{56BB1570-BE07-4CCA-B844-DD9F00E8733F}"/>
              </a:ext>
            </a:extLst>
          </p:cNvPr>
          <p:cNvGrpSpPr/>
          <p:nvPr/>
        </p:nvGrpSpPr>
        <p:grpSpPr>
          <a:xfrm>
            <a:off x="7184183" y="1808686"/>
            <a:ext cx="115586" cy="110880"/>
            <a:chOff x="1373392" y="2391862"/>
            <a:chExt cx="479433" cy="476535"/>
          </a:xfrm>
        </p:grpSpPr>
        <p:sp>
          <p:nvSpPr>
            <p:cNvPr id="213" name="箭號: 向右 212">
              <a:extLst>
                <a:ext uri="{FF2B5EF4-FFF2-40B4-BE49-F238E27FC236}">
                  <a16:creationId xmlns:a16="http://schemas.microsoft.com/office/drawing/2014/main" id="{D44EB9EF-73CA-404D-99EE-1F0CCE892A52}"/>
                </a:ext>
              </a:extLst>
            </p:cNvPr>
            <p:cNvSpPr/>
            <p:nvPr/>
          </p:nvSpPr>
          <p:spPr>
            <a:xfrm>
              <a:off x="1411244" y="2735868"/>
              <a:ext cx="441581" cy="132529"/>
            </a:xfrm>
            <a:prstGeom prst="rightArrow">
              <a:avLst>
                <a:gd name="adj1" fmla="val 50000"/>
                <a:gd name="adj2" fmla="val 99023"/>
              </a:avLst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220" name="箭號: 向右 219">
              <a:extLst>
                <a:ext uri="{FF2B5EF4-FFF2-40B4-BE49-F238E27FC236}">
                  <a16:creationId xmlns:a16="http://schemas.microsoft.com/office/drawing/2014/main" id="{9F517533-ADEE-4B5D-BB6F-1F4159A610F9}"/>
                </a:ext>
              </a:extLst>
            </p:cNvPr>
            <p:cNvSpPr/>
            <p:nvPr/>
          </p:nvSpPr>
          <p:spPr>
            <a:xfrm rot="16200000">
              <a:off x="1218866" y="2546388"/>
              <a:ext cx="441581" cy="132529"/>
            </a:xfrm>
            <a:prstGeom prst="rightArrow">
              <a:avLst>
                <a:gd name="adj1" fmla="val 50000"/>
                <a:gd name="adj2" fmla="val 99023"/>
              </a:avLst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2000" dirty="0">
                <a:solidFill>
                  <a:schemeClr val="tx1"/>
                </a:solidFill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26" name="文字方塊 225">
                <a:extLst>
                  <a:ext uri="{FF2B5EF4-FFF2-40B4-BE49-F238E27FC236}">
                    <a16:creationId xmlns:a16="http://schemas.microsoft.com/office/drawing/2014/main" id="{4A797F52-28EA-4953-BC86-8E8901D5D2D9}"/>
                  </a:ext>
                </a:extLst>
              </p:cNvPr>
              <p:cNvSpPr txBox="1"/>
              <p:nvPr/>
            </p:nvSpPr>
            <p:spPr>
              <a:xfrm>
                <a:off x="7064306" y="1435710"/>
                <a:ext cx="438402" cy="4242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</m:oMath>
                  </m:oMathPara>
                </a14:m>
                <a:endParaRPr lang="en-US" altLang="zh-TW" sz="2000" dirty="0"/>
              </a:p>
            </p:txBody>
          </p:sp>
        </mc:Choice>
        <mc:Fallback xmlns="">
          <p:sp>
            <p:nvSpPr>
              <p:cNvPr id="226" name="文字方塊 225">
                <a:extLst>
                  <a:ext uri="{FF2B5EF4-FFF2-40B4-BE49-F238E27FC236}">
                    <a16:creationId xmlns:a16="http://schemas.microsoft.com/office/drawing/2014/main" id="{4A797F52-28EA-4953-BC86-8E8901D5D2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64306" y="1435710"/>
                <a:ext cx="438402" cy="424283"/>
              </a:xfrm>
              <a:prstGeom prst="rect">
                <a:avLst/>
              </a:prstGeom>
              <a:blipFill>
                <a:blip r:embed="rId11"/>
                <a:stretch>
                  <a:fillRect b="-579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7" name="文字方塊 226">
                <a:extLst>
                  <a:ext uri="{FF2B5EF4-FFF2-40B4-BE49-F238E27FC236}">
                    <a16:creationId xmlns:a16="http://schemas.microsoft.com/office/drawing/2014/main" id="{990D4C3A-AED8-40BB-8849-57DEE8BE7A17}"/>
                  </a:ext>
                </a:extLst>
              </p:cNvPr>
              <p:cNvSpPr txBox="1"/>
              <p:nvPr/>
            </p:nvSpPr>
            <p:spPr>
              <a:xfrm>
                <a:off x="7237289" y="1713862"/>
                <a:ext cx="388427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</m:oMath>
                  </m:oMathPara>
                </a14:m>
                <a:endParaRPr lang="en-US" altLang="zh-TW" sz="2000" dirty="0"/>
              </a:p>
            </p:txBody>
          </p:sp>
        </mc:Choice>
        <mc:Fallback xmlns="">
          <p:sp>
            <p:nvSpPr>
              <p:cNvPr id="227" name="文字方塊 226">
                <a:extLst>
                  <a:ext uri="{FF2B5EF4-FFF2-40B4-BE49-F238E27FC236}">
                    <a16:creationId xmlns:a16="http://schemas.microsoft.com/office/drawing/2014/main" id="{990D4C3A-AED8-40BB-8849-57DEE8BE7A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37289" y="1713862"/>
                <a:ext cx="388427" cy="400110"/>
              </a:xfrm>
              <a:prstGeom prst="rect">
                <a:avLst/>
              </a:prstGeom>
              <a:blipFill>
                <a:blip r:embed="rId12"/>
                <a:stretch>
                  <a:fillRect b="-757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8" name="文字方塊 227">
                <a:extLst>
                  <a:ext uri="{FF2B5EF4-FFF2-40B4-BE49-F238E27FC236}">
                    <a16:creationId xmlns:a16="http://schemas.microsoft.com/office/drawing/2014/main" id="{3C622479-68C9-4AC9-AE5F-27970F7075FD}"/>
                  </a:ext>
                </a:extLst>
              </p:cNvPr>
              <p:cNvSpPr txBox="1"/>
              <p:nvPr/>
            </p:nvSpPr>
            <p:spPr>
              <a:xfrm>
                <a:off x="6540846" y="2179934"/>
                <a:ext cx="652306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0.1</m:t>
                          </m:r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en-US" altLang="zh-TW" sz="1600" dirty="0"/>
              </a:p>
            </p:txBody>
          </p:sp>
        </mc:Choice>
        <mc:Fallback xmlns="">
          <p:sp>
            <p:nvSpPr>
              <p:cNvPr id="228" name="文字方塊 227">
                <a:extLst>
                  <a:ext uri="{FF2B5EF4-FFF2-40B4-BE49-F238E27FC236}">
                    <a16:creationId xmlns:a16="http://schemas.microsoft.com/office/drawing/2014/main" id="{3C622479-68C9-4AC9-AE5F-27970F7075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40846" y="2179934"/>
                <a:ext cx="652306" cy="338554"/>
              </a:xfrm>
              <a:prstGeom prst="rect">
                <a:avLst/>
              </a:prstGeom>
              <a:blipFill>
                <a:blip r:embed="rId13"/>
                <a:stretch>
                  <a:fillRect b="-727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9" name="文字方塊 228">
            <a:extLst>
              <a:ext uri="{FF2B5EF4-FFF2-40B4-BE49-F238E27FC236}">
                <a16:creationId xmlns:a16="http://schemas.microsoft.com/office/drawing/2014/main" id="{2693C9D3-A145-48F7-981C-9A9BF2A0A9A5}"/>
              </a:ext>
            </a:extLst>
          </p:cNvPr>
          <p:cNvSpPr txBox="1"/>
          <p:nvPr/>
        </p:nvSpPr>
        <p:spPr>
          <a:xfrm>
            <a:off x="5543826" y="125920"/>
            <a:ext cx="3714632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Longitudinal component</a:t>
            </a:r>
            <a:endParaRPr lang="zh-TW" altLang="en-US" sz="2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1" name="文字方塊 230">
                <a:extLst>
                  <a:ext uri="{FF2B5EF4-FFF2-40B4-BE49-F238E27FC236}">
                    <a16:creationId xmlns:a16="http://schemas.microsoft.com/office/drawing/2014/main" id="{A81A25EB-4EC7-4F2F-99BC-612BE192E284}"/>
                  </a:ext>
                </a:extLst>
              </p:cNvPr>
              <p:cNvSpPr txBox="1"/>
              <p:nvPr/>
            </p:nvSpPr>
            <p:spPr>
              <a:xfrm>
                <a:off x="6358604" y="1285730"/>
                <a:ext cx="1673596" cy="3231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5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𝛼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</m:d>
                      <m:r>
                        <a:rPr lang="en-US" altLang="zh-TW" sz="150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zh-TW" sz="15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0, </m:t>
                          </m:r>
                          <m:r>
                            <m:rPr>
                              <m:nor/>
                            </m:rPr>
                            <a:rPr lang="en-US" altLang="zh-TW" sz="150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</m:oMath>
                  </m:oMathPara>
                </a14:m>
                <a:endParaRPr lang="zh-TW" altLang="en-US" sz="1500" dirty="0"/>
              </a:p>
            </p:txBody>
          </p:sp>
        </mc:Choice>
        <mc:Fallback xmlns="">
          <p:sp>
            <p:nvSpPr>
              <p:cNvPr id="231" name="文字方塊 230">
                <a:extLst>
                  <a:ext uri="{FF2B5EF4-FFF2-40B4-BE49-F238E27FC236}">
                    <a16:creationId xmlns:a16="http://schemas.microsoft.com/office/drawing/2014/main" id="{A81A25EB-4EC7-4F2F-99BC-612BE192E2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58604" y="1285730"/>
                <a:ext cx="1673596" cy="323165"/>
              </a:xfrm>
              <a:prstGeom prst="rect">
                <a:avLst/>
              </a:prstGeom>
              <a:blipFill>
                <a:blip r:embed="rId14"/>
                <a:stretch>
                  <a:fillRect b="-943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2" name="文字方塊 231">
                <a:extLst>
                  <a:ext uri="{FF2B5EF4-FFF2-40B4-BE49-F238E27FC236}">
                    <a16:creationId xmlns:a16="http://schemas.microsoft.com/office/drawing/2014/main" id="{B2F5F182-7771-47FB-BF37-AF5144F26384}"/>
                  </a:ext>
                </a:extLst>
              </p:cNvPr>
              <p:cNvSpPr txBox="1"/>
              <p:nvPr/>
            </p:nvSpPr>
            <p:spPr>
              <a:xfrm>
                <a:off x="5301973" y="3844729"/>
                <a:ext cx="1150186" cy="3231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5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0, 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500" dirty="0"/>
              </a:p>
            </p:txBody>
          </p:sp>
        </mc:Choice>
        <mc:Fallback xmlns="">
          <p:sp>
            <p:nvSpPr>
              <p:cNvPr id="232" name="文字方塊 231">
                <a:extLst>
                  <a:ext uri="{FF2B5EF4-FFF2-40B4-BE49-F238E27FC236}">
                    <a16:creationId xmlns:a16="http://schemas.microsoft.com/office/drawing/2014/main" id="{B2F5F182-7771-47FB-BF37-AF5144F263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01973" y="3844729"/>
                <a:ext cx="1150186" cy="323165"/>
              </a:xfrm>
              <a:prstGeom prst="rect">
                <a:avLst/>
              </a:prstGeom>
              <a:blipFill>
                <a:blip r:embed="rId15"/>
                <a:stretch>
                  <a:fillRect b="-943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3" name="文字方塊 232">
                <a:extLst>
                  <a:ext uri="{FF2B5EF4-FFF2-40B4-BE49-F238E27FC236}">
                    <a16:creationId xmlns:a16="http://schemas.microsoft.com/office/drawing/2014/main" id="{BDC6F78B-E419-4B8A-BAA9-5615A1972DBE}"/>
                  </a:ext>
                </a:extLst>
              </p:cNvPr>
              <p:cNvSpPr txBox="1"/>
              <p:nvPr/>
            </p:nvSpPr>
            <p:spPr>
              <a:xfrm>
                <a:off x="8331357" y="2248720"/>
                <a:ext cx="1150186" cy="3231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5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500" dirty="0"/>
              </a:p>
            </p:txBody>
          </p:sp>
        </mc:Choice>
        <mc:Fallback xmlns="">
          <p:sp>
            <p:nvSpPr>
              <p:cNvPr id="233" name="文字方塊 232">
                <a:extLst>
                  <a:ext uri="{FF2B5EF4-FFF2-40B4-BE49-F238E27FC236}">
                    <a16:creationId xmlns:a16="http://schemas.microsoft.com/office/drawing/2014/main" id="{BDC6F78B-E419-4B8A-BAA9-5615A1972D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31357" y="2248720"/>
                <a:ext cx="1150186" cy="323165"/>
              </a:xfrm>
              <a:prstGeom prst="rect">
                <a:avLst/>
              </a:prstGeom>
              <a:blipFill>
                <a:blip r:embed="rId16"/>
                <a:stretch>
                  <a:fillRect b="-943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4" name="文字方塊 233">
                <a:extLst>
                  <a:ext uri="{FF2B5EF4-FFF2-40B4-BE49-F238E27FC236}">
                    <a16:creationId xmlns:a16="http://schemas.microsoft.com/office/drawing/2014/main" id="{DA67C54B-80A5-4D59-B289-74384BDACD1C}"/>
                  </a:ext>
                </a:extLst>
              </p:cNvPr>
              <p:cNvSpPr txBox="1"/>
              <p:nvPr/>
            </p:nvSpPr>
            <p:spPr>
              <a:xfrm>
                <a:off x="6826049" y="4840301"/>
                <a:ext cx="1150186" cy="3231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5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0,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𝜋</m:t>
                          </m:r>
                        </m:e>
                      </m:d>
                    </m:oMath>
                  </m:oMathPara>
                </a14:m>
                <a:endParaRPr lang="zh-TW" altLang="en-US" sz="1500" dirty="0"/>
              </a:p>
            </p:txBody>
          </p:sp>
        </mc:Choice>
        <mc:Fallback xmlns="">
          <p:sp>
            <p:nvSpPr>
              <p:cNvPr id="234" name="文字方塊 233">
                <a:extLst>
                  <a:ext uri="{FF2B5EF4-FFF2-40B4-BE49-F238E27FC236}">
                    <a16:creationId xmlns:a16="http://schemas.microsoft.com/office/drawing/2014/main" id="{DA67C54B-80A5-4D59-B289-74384BDACD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26049" y="4840301"/>
                <a:ext cx="1150186" cy="323165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35" name="圖片 234">
            <a:extLst>
              <a:ext uri="{FF2B5EF4-FFF2-40B4-BE49-F238E27FC236}">
                <a16:creationId xmlns:a16="http://schemas.microsoft.com/office/drawing/2014/main" id="{DF781A4C-9BC8-40C7-BF1A-E906699C28D4}"/>
              </a:ext>
            </a:extLst>
          </p:cNvPr>
          <p:cNvPicPr>
            <a:picLocks noChangeAspect="1"/>
          </p:cNvPicPr>
          <p:nvPr/>
        </p:nvPicPr>
        <p:blipFill rotWithShape="1">
          <a:blip r:embed="rId1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0879" t="9023" r="4888" b="70339"/>
          <a:stretch/>
        </p:blipFill>
        <p:spPr>
          <a:xfrm>
            <a:off x="7871070" y="1257930"/>
            <a:ext cx="413382" cy="134348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36" name="文字方塊 235">
                <a:extLst>
                  <a:ext uri="{FF2B5EF4-FFF2-40B4-BE49-F238E27FC236}">
                    <a16:creationId xmlns:a16="http://schemas.microsoft.com/office/drawing/2014/main" id="{61131924-00C5-4C5C-8379-1D2527DB1052}"/>
                  </a:ext>
                </a:extLst>
              </p:cNvPr>
              <p:cNvSpPr txBox="1"/>
              <p:nvPr/>
            </p:nvSpPr>
            <p:spPr>
              <a:xfrm>
                <a:off x="7789606" y="2342403"/>
                <a:ext cx="478319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sz="1400"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altLang="zh-TW" sz="1400">
                          <a:latin typeface="Cambria Math" panose="02040503050406030204" pitchFamily="18" charset="0"/>
                        </a:rPr>
                        <m:t>.</m:t>
                      </m:r>
                      <m:r>
                        <m:rPr>
                          <m:sty m:val="p"/>
                        </m:rPr>
                        <a:rPr lang="en-US" altLang="zh-TW" sz="1400">
                          <a:latin typeface="Cambria Math" panose="02040503050406030204" pitchFamily="18" charset="0"/>
                        </a:rPr>
                        <m:t>u</m:t>
                      </m:r>
                      <m:r>
                        <a:rPr lang="en-US" altLang="zh-TW" sz="140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TW" altLang="en-US" sz="1400" dirty="0"/>
              </a:p>
            </p:txBody>
          </p:sp>
        </mc:Choice>
        <mc:Fallback xmlns="">
          <p:sp>
            <p:nvSpPr>
              <p:cNvPr id="236" name="文字方塊 235">
                <a:extLst>
                  <a:ext uri="{FF2B5EF4-FFF2-40B4-BE49-F238E27FC236}">
                    <a16:creationId xmlns:a16="http://schemas.microsoft.com/office/drawing/2014/main" id="{61131924-00C5-4C5C-8379-1D2527DB10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89606" y="2342403"/>
                <a:ext cx="478319" cy="307777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7" name="Oval 14">
            <a:extLst>
              <a:ext uri="{FF2B5EF4-FFF2-40B4-BE49-F238E27FC236}">
                <a16:creationId xmlns:a16="http://schemas.microsoft.com/office/drawing/2014/main" id="{4D2E6476-8133-4C1A-80AA-96C2BBAD7538}"/>
              </a:ext>
            </a:extLst>
          </p:cNvPr>
          <p:cNvSpPr/>
          <p:nvPr/>
        </p:nvSpPr>
        <p:spPr>
          <a:xfrm>
            <a:off x="7317889" y="2852108"/>
            <a:ext cx="162450" cy="168277"/>
          </a:xfrm>
          <a:prstGeom prst="ellipse">
            <a:avLst/>
          </a:prstGeom>
          <a:gradFill flip="none" rotWithShape="1">
            <a:gsLst>
              <a:gs pos="0">
                <a:srgbClr val="D1D1D1"/>
              </a:gs>
              <a:gs pos="23000">
                <a:schemeClr val="bg1">
                  <a:lumMod val="85000"/>
                </a:schemeClr>
              </a:gs>
              <a:gs pos="69000">
                <a:schemeClr val="accent3">
                  <a:lumMod val="75000"/>
                </a:schemeClr>
              </a:gs>
              <a:gs pos="97000">
                <a:schemeClr val="accent3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/>
          </a:p>
        </p:txBody>
      </p:sp>
      <p:sp>
        <p:nvSpPr>
          <p:cNvPr id="238" name="Oval 4">
            <a:extLst>
              <a:ext uri="{FF2B5EF4-FFF2-40B4-BE49-F238E27FC236}">
                <a16:creationId xmlns:a16="http://schemas.microsoft.com/office/drawing/2014/main" id="{D0067B35-40A6-4446-8A95-C300D2678B59}"/>
              </a:ext>
            </a:extLst>
          </p:cNvPr>
          <p:cNvSpPr/>
          <p:nvPr/>
        </p:nvSpPr>
        <p:spPr>
          <a:xfrm>
            <a:off x="6679308" y="2936246"/>
            <a:ext cx="1443999" cy="1495797"/>
          </a:xfrm>
          <a:prstGeom prst="ellipse">
            <a:avLst/>
          </a:prstGeom>
          <a:gradFill flip="none" rotWithShape="1">
            <a:gsLst>
              <a:gs pos="100000">
                <a:schemeClr val="accent3">
                  <a:lumMod val="60000"/>
                  <a:lumOff val="40000"/>
                  <a:alpha val="60000"/>
                </a:schemeClr>
              </a:gs>
              <a:gs pos="55000">
                <a:schemeClr val="accent3">
                  <a:lumMod val="40000"/>
                  <a:lumOff val="60000"/>
                  <a:alpha val="60000"/>
                </a:schemeClr>
              </a:gs>
              <a:gs pos="0">
                <a:schemeClr val="bg1">
                  <a:alpha val="6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 w="57150">
            <a:solidFill>
              <a:srgbClr val="D5D7D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39" name="Oval 15">
            <a:extLst>
              <a:ext uri="{FF2B5EF4-FFF2-40B4-BE49-F238E27FC236}">
                <a16:creationId xmlns:a16="http://schemas.microsoft.com/office/drawing/2014/main" id="{3ED95C10-549D-46A4-8427-E9004FB39400}"/>
              </a:ext>
            </a:extLst>
          </p:cNvPr>
          <p:cNvSpPr/>
          <p:nvPr/>
        </p:nvSpPr>
        <p:spPr>
          <a:xfrm>
            <a:off x="7317889" y="4347065"/>
            <a:ext cx="162450" cy="168277"/>
          </a:xfrm>
          <a:prstGeom prst="ellipse">
            <a:avLst/>
          </a:prstGeom>
          <a:gradFill flip="none" rotWithShape="1">
            <a:gsLst>
              <a:gs pos="17000">
                <a:srgbClr val="D1D1D1"/>
              </a:gs>
              <a:gs pos="0">
                <a:schemeClr val="bg1">
                  <a:lumMod val="85000"/>
                </a:schemeClr>
              </a:gs>
              <a:gs pos="60000">
                <a:schemeClr val="accent3">
                  <a:lumMod val="75000"/>
                </a:schemeClr>
              </a:gs>
              <a:gs pos="97000">
                <a:schemeClr val="accent3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52" name="SHO">
            <a:extLst>
              <a:ext uri="{FF2B5EF4-FFF2-40B4-BE49-F238E27FC236}">
                <a16:creationId xmlns:a16="http://schemas.microsoft.com/office/drawing/2014/main" id="{0845B616-2D49-4C5D-A47F-908796A33A53}"/>
              </a:ext>
            </a:extLst>
          </p:cNvPr>
          <p:cNvSpPr/>
          <p:nvPr/>
        </p:nvSpPr>
        <p:spPr>
          <a:xfrm rot="16200000">
            <a:off x="7087769" y="2962645"/>
            <a:ext cx="622693" cy="1443999"/>
          </a:xfrm>
          <a:prstGeom prst="arc">
            <a:avLst>
              <a:gd name="adj1" fmla="val 5396867"/>
              <a:gd name="adj2" fmla="val 5395779"/>
            </a:avLst>
          </a:prstGeom>
          <a:gradFill flip="none" rotWithShape="1">
            <a:gsLst>
              <a:gs pos="0">
                <a:schemeClr val="bg1">
                  <a:lumMod val="65000"/>
                </a:schemeClr>
              </a:gs>
              <a:gs pos="47000">
                <a:schemeClr val="bg1">
                  <a:lumMod val="50000"/>
                </a:schemeClr>
              </a:gs>
              <a:gs pos="97000">
                <a:srgbClr val="5E5E5E"/>
              </a:gs>
            </a:gsLst>
            <a:path path="circle">
              <a:fillToRect l="50000" t="50000" r="50000" b="50000"/>
            </a:path>
            <a:tileRect/>
          </a:gradFill>
          <a:ln w="31750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53" name="SVO">
            <a:extLst>
              <a:ext uri="{FF2B5EF4-FFF2-40B4-BE49-F238E27FC236}">
                <a16:creationId xmlns:a16="http://schemas.microsoft.com/office/drawing/2014/main" id="{28FBC70E-6464-4911-A7DC-D688B4A191B2}"/>
              </a:ext>
            </a:extLst>
          </p:cNvPr>
          <p:cNvSpPr/>
          <p:nvPr/>
        </p:nvSpPr>
        <p:spPr>
          <a:xfrm>
            <a:off x="7037215" y="2936747"/>
            <a:ext cx="722000" cy="1495797"/>
          </a:xfrm>
          <a:prstGeom prst="ellipse">
            <a:avLst/>
          </a:prstGeom>
          <a:noFill/>
          <a:ln w="25400">
            <a:solidFill>
              <a:schemeClr val="bg1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254" name="Oval 6">
            <a:extLst>
              <a:ext uri="{FF2B5EF4-FFF2-40B4-BE49-F238E27FC236}">
                <a16:creationId xmlns:a16="http://schemas.microsoft.com/office/drawing/2014/main" id="{F7426249-BB1C-465F-BA24-177826BCA4FE}"/>
              </a:ext>
            </a:extLst>
          </p:cNvPr>
          <p:cNvSpPr/>
          <p:nvPr/>
        </p:nvSpPr>
        <p:spPr>
          <a:xfrm rot="16200000">
            <a:off x="7087769" y="2962645"/>
            <a:ext cx="622693" cy="1443999"/>
          </a:xfrm>
          <a:prstGeom prst="ellipse">
            <a:avLst/>
          </a:prstGeom>
          <a:noFill/>
          <a:ln w="38100">
            <a:solidFill>
              <a:schemeClr val="tx1">
                <a:alpha val="6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5" name="TextBox 11">
                <a:extLst>
                  <a:ext uri="{FF2B5EF4-FFF2-40B4-BE49-F238E27FC236}">
                    <a16:creationId xmlns:a16="http://schemas.microsoft.com/office/drawing/2014/main" id="{37DEB133-ADB0-4B60-901B-D2AEF580DA59}"/>
                  </a:ext>
                </a:extLst>
              </p:cNvPr>
              <p:cNvSpPr txBox="1"/>
              <p:nvPr/>
            </p:nvSpPr>
            <p:spPr>
              <a:xfrm>
                <a:off x="6849417" y="3506293"/>
                <a:ext cx="176928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255" name="TextBox 11">
                <a:extLst>
                  <a:ext uri="{FF2B5EF4-FFF2-40B4-BE49-F238E27FC236}">
                    <a16:creationId xmlns:a16="http://schemas.microsoft.com/office/drawing/2014/main" id="{37DEB133-ADB0-4B60-901B-D2AEF580DA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49417" y="3506293"/>
                <a:ext cx="176928" cy="338554"/>
              </a:xfrm>
              <a:prstGeom prst="rect">
                <a:avLst/>
              </a:prstGeom>
              <a:blipFill>
                <a:blip r:embed="rId20"/>
                <a:stretch>
                  <a:fillRect r="-4137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6" name="Oval 22">
            <a:extLst>
              <a:ext uri="{FF2B5EF4-FFF2-40B4-BE49-F238E27FC236}">
                <a16:creationId xmlns:a16="http://schemas.microsoft.com/office/drawing/2014/main" id="{F51F6D7A-CBDD-41AE-81A9-01A381888E10}"/>
              </a:ext>
            </a:extLst>
          </p:cNvPr>
          <p:cNvSpPr/>
          <p:nvPr/>
        </p:nvSpPr>
        <p:spPr>
          <a:xfrm>
            <a:off x="7316943" y="4347065"/>
            <a:ext cx="162450" cy="168277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7" name="TextBox 12">
                <a:extLst>
                  <a:ext uri="{FF2B5EF4-FFF2-40B4-BE49-F238E27FC236}">
                    <a16:creationId xmlns:a16="http://schemas.microsoft.com/office/drawing/2014/main" id="{BEB792E4-CC90-49E5-8163-921F2ECF2D45}"/>
                  </a:ext>
                </a:extLst>
              </p:cNvPr>
              <p:cNvSpPr txBox="1"/>
              <p:nvPr/>
            </p:nvSpPr>
            <p:spPr>
              <a:xfrm>
                <a:off x="7504340" y="3601690"/>
                <a:ext cx="176928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257" name="TextBox 12">
                <a:extLst>
                  <a:ext uri="{FF2B5EF4-FFF2-40B4-BE49-F238E27FC236}">
                    <a16:creationId xmlns:a16="http://schemas.microsoft.com/office/drawing/2014/main" id="{BEB792E4-CC90-49E5-8163-921F2ECF2D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04340" y="3601690"/>
                <a:ext cx="176928" cy="338554"/>
              </a:xfrm>
              <a:prstGeom prst="rect">
                <a:avLst/>
              </a:prstGeom>
              <a:blipFill>
                <a:blip r:embed="rId21"/>
                <a:stretch>
                  <a:fillRect r="-55172" b="-363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8" name="TextBox 13">
                <a:extLst>
                  <a:ext uri="{FF2B5EF4-FFF2-40B4-BE49-F238E27FC236}">
                    <a16:creationId xmlns:a16="http://schemas.microsoft.com/office/drawing/2014/main" id="{8D531DEA-B9A5-4E8D-A6A2-A31408532FD7}"/>
                  </a:ext>
                </a:extLst>
              </p:cNvPr>
              <p:cNvSpPr txBox="1"/>
              <p:nvPr/>
            </p:nvSpPr>
            <p:spPr>
              <a:xfrm>
                <a:off x="7260216" y="2971948"/>
                <a:ext cx="256967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>
                          <a:latin typeface="Cambria Math" panose="02040503050406030204" pitchFamily="18" charset="0"/>
                        </a:rPr>
                        <m:t>𝑧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258" name="TextBox 13">
                <a:extLst>
                  <a:ext uri="{FF2B5EF4-FFF2-40B4-BE49-F238E27FC236}">
                    <a16:creationId xmlns:a16="http://schemas.microsoft.com/office/drawing/2014/main" id="{8D531DEA-B9A5-4E8D-A6A2-A31408532F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60216" y="2971948"/>
                <a:ext cx="256967" cy="338554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9" name="DVO">
            <a:extLst>
              <a:ext uri="{FF2B5EF4-FFF2-40B4-BE49-F238E27FC236}">
                <a16:creationId xmlns:a16="http://schemas.microsoft.com/office/drawing/2014/main" id="{BD66E933-A9D1-416F-99A4-A2F56F384D96}"/>
              </a:ext>
            </a:extLst>
          </p:cNvPr>
          <p:cNvSpPr/>
          <p:nvPr/>
        </p:nvSpPr>
        <p:spPr>
          <a:xfrm flipH="1">
            <a:off x="7037215" y="2936747"/>
            <a:ext cx="722000" cy="1495797"/>
          </a:xfrm>
          <a:prstGeom prst="arc">
            <a:avLst>
              <a:gd name="adj1" fmla="val 5396867"/>
              <a:gd name="adj2" fmla="val 16170484"/>
            </a:avLst>
          </a:prstGeom>
          <a:ln w="254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60" name="Oval 23">
            <a:extLst>
              <a:ext uri="{FF2B5EF4-FFF2-40B4-BE49-F238E27FC236}">
                <a16:creationId xmlns:a16="http://schemas.microsoft.com/office/drawing/2014/main" id="{B1975880-4F20-4527-8AC1-67B4B5024B5F}"/>
              </a:ext>
            </a:extLst>
          </p:cNvPr>
          <p:cNvSpPr/>
          <p:nvPr/>
        </p:nvSpPr>
        <p:spPr>
          <a:xfrm>
            <a:off x="8039799" y="3600507"/>
            <a:ext cx="162450" cy="168277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cxnSp>
        <p:nvCxnSpPr>
          <p:cNvPr id="261" name="Straight Arrow Connector 7">
            <a:extLst>
              <a:ext uri="{FF2B5EF4-FFF2-40B4-BE49-F238E27FC236}">
                <a16:creationId xmlns:a16="http://schemas.microsoft.com/office/drawing/2014/main" id="{33161F97-7212-47BE-BA7D-6FC7B9147369}"/>
              </a:ext>
            </a:extLst>
          </p:cNvPr>
          <p:cNvCxnSpPr>
            <a:cxnSpLocks/>
          </p:cNvCxnSpPr>
          <p:nvPr/>
        </p:nvCxnSpPr>
        <p:spPr>
          <a:xfrm flipV="1">
            <a:off x="7395184" y="3236563"/>
            <a:ext cx="1697" cy="445890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2" name="Straight Arrow Connector 19">
            <a:extLst>
              <a:ext uri="{FF2B5EF4-FFF2-40B4-BE49-F238E27FC236}">
                <a16:creationId xmlns:a16="http://schemas.microsoft.com/office/drawing/2014/main" id="{240911C2-AE74-4914-B8DB-470C2315C461}"/>
              </a:ext>
            </a:extLst>
          </p:cNvPr>
          <p:cNvCxnSpPr>
            <a:cxnSpLocks/>
          </p:cNvCxnSpPr>
          <p:nvPr/>
        </p:nvCxnSpPr>
        <p:spPr>
          <a:xfrm>
            <a:off x="7398168" y="3680269"/>
            <a:ext cx="195802" cy="156763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3" name="Straight Arrow Connector 18">
            <a:extLst>
              <a:ext uri="{FF2B5EF4-FFF2-40B4-BE49-F238E27FC236}">
                <a16:creationId xmlns:a16="http://schemas.microsoft.com/office/drawing/2014/main" id="{168B960E-43A1-4542-B03F-41153CC41797}"/>
              </a:ext>
            </a:extLst>
          </p:cNvPr>
          <p:cNvCxnSpPr>
            <a:cxnSpLocks/>
          </p:cNvCxnSpPr>
          <p:nvPr/>
        </p:nvCxnSpPr>
        <p:spPr>
          <a:xfrm rot="16200000" flipH="1" flipV="1">
            <a:off x="7226846" y="3508793"/>
            <a:ext cx="0" cy="342950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4" name="Oval 20">
            <a:extLst>
              <a:ext uri="{FF2B5EF4-FFF2-40B4-BE49-F238E27FC236}">
                <a16:creationId xmlns:a16="http://schemas.microsoft.com/office/drawing/2014/main" id="{24DEE888-55C9-4D4C-B18D-808F9AA85CCB}"/>
              </a:ext>
            </a:extLst>
          </p:cNvPr>
          <p:cNvSpPr/>
          <p:nvPr/>
        </p:nvSpPr>
        <p:spPr>
          <a:xfrm>
            <a:off x="6595635" y="3600507"/>
            <a:ext cx="162450" cy="168277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265" name="Oval 22">
            <a:extLst>
              <a:ext uri="{FF2B5EF4-FFF2-40B4-BE49-F238E27FC236}">
                <a16:creationId xmlns:a16="http://schemas.microsoft.com/office/drawing/2014/main" id="{EF01816B-7066-4916-A520-954D092BE6FE}"/>
              </a:ext>
            </a:extLst>
          </p:cNvPr>
          <p:cNvSpPr/>
          <p:nvPr/>
        </p:nvSpPr>
        <p:spPr>
          <a:xfrm>
            <a:off x="7318125" y="2844234"/>
            <a:ext cx="162450" cy="168277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/>
          </a:p>
        </p:txBody>
      </p:sp>
      <p:sp>
        <p:nvSpPr>
          <p:cNvPr id="266" name="Partial Circle 9">
            <a:extLst>
              <a:ext uri="{FF2B5EF4-FFF2-40B4-BE49-F238E27FC236}">
                <a16:creationId xmlns:a16="http://schemas.microsoft.com/office/drawing/2014/main" id="{95E3D0C0-F471-47D7-9B54-CC1B9F289F59}"/>
              </a:ext>
            </a:extLst>
          </p:cNvPr>
          <p:cNvSpPr>
            <a:spLocks noChangeAspect="1"/>
          </p:cNvSpPr>
          <p:nvPr/>
        </p:nvSpPr>
        <p:spPr>
          <a:xfrm rot="16200000" flipH="1">
            <a:off x="7334286" y="3585381"/>
            <a:ext cx="102407" cy="197721"/>
          </a:xfrm>
          <a:prstGeom prst="pie">
            <a:avLst>
              <a:gd name="adj1" fmla="val 16258856"/>
              <a:gd name="adj2" fmla="val 19252600"/>
            </a:avLst>
          </a:prstGeom>
          <a:gradFill flip="none" rotWithShape="1">
            <a:gsLst>
              <a:gs pos="0">
                <a:schemeClr val="tx1"/>
              </a:gs>
              <a:gs pos="50000">
                <a:schemeClr val="tx1">
                  <a:lumMod val="50000"/>
                  <a:lumOff val="50000"/>
                </a:schemeClr>
              </a:gs>
              <a:gs pos="100000">
                <a:schemeClr val="bg1">
                  <a:lumMod val="50000"/>
                </a:schemeClr>
              </a:gs>
            </a:gsLst>
            <a:lin ang="2700000" scaled="1"/>
            <a:tileRect/>
          </a:gra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7" name="TextBox 10">
                <a:extLst>
                  <a:ext uri="{FF2B5EF4-FFF2-40B4-BE49-F238E27FC236}">
                    <a16:creationId xmlns:a16="http://schemas.microsoft.com/office/drawing/2014/main" id="{B215AA15-06BF-4D83-A5CD-B6A967095CE1}"/>
                  </a:ext>
                </a:extLst>
              </p:cNvPr>
              <p:cNvSpPr txBox="1"/>
              <p:nvPr/>
            </p:nvSpPr>
            <p:spPr>
              <a:xfrm>
                <a:off x="6970268" y="3620427"/>
                <a:ext cx="315234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>
                          <a:latin typeface="Cambria Math" panose="02040503050406030204" pitchFamily="18" charset="0"/>
                        </a:rPr>
                        <m:t>𝛼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267" name="TextBox 10">
                <a:extLst>
                  <a:ext uri="{FF2B5EF4-FFF2-40B4-BE49-F238E27FC236}">
                    <a16:creationId xmlns:a16="http://schemas.microsoft.com/office/drawing/2014/main" id="{B215AA15-06BF-4D83-A5CD-B6A967095C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70268" y="3620427"/>
                <a:ext cx="315234" cy="338554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68" name="Straight Arrow Connector 17">
            <a:extLst>
              <a:ext uri="{FF2B5EF4-FFF2-40B4-BE49-F238E27FC236}">
                <a16:creationId xmlns:a16="http://schemas.microsoft.com/office/drawing/2014/main" id="{230BB7BA-7677-4C8C-B5E4-B82B7D463931}"/>
              </a:ext>
            </a:extLst>
          </p:cNvPr>
          <p:cNvCxnSpPr>
            <a:cxnSpLocks/>
          </p:cNvCxnSpPr>
          <p:nvPr/>
        </p:nvCxnSpPr>
        <p:spPr>
          <a:xfrm flipH="1">
            <a:off x="7177537" y="3685449"/>
            <a:ext cx="221585" cy="286539"/>
          </a:xfrm>
          <a:prstGeom prst="straightConnector1">
            <a:avLst/>
          </a:prstGeom>
          <a:ln w="38100">
            <a:solidFill>
              <a:schemeClr val="tx1"/>
            </a:solidFill>
            <a:tailEnd type="stealth" w="lg" len="lg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269" name="Partial Circle 9">
            <a:extLst>
              <a:ext uri="{FF2B5EF4-FFF2-40B4-BE49-F238E27FC236}">
                <a16:creationId xmlns:a16="http://schemas.microsoft.com/office/drawing/2014/main" id="{E72D69FE-BCE2-4231-B5B8-E4BAB5150F43}"/>
              </a:ext>
            </a:extLst>
          </p:cNvPr>
          <p:cNvSpPr>
            <a:spLocks noChangeAspect="1"/>
          </p:cNvSpPr>
          <p:nvPr/>
        </p:nvSpPr>
        <p:spPr>
          <a:xfrm>
            <a:off x="7321561" y="3548156"/>
            <a:ext cx="149214" cy="301366"/>
          </a:xfrm>
          <a:prstGeom prst="pie">
            <a:avLst>
              <a:gd name="adj1" fmla="val 16258856"/>
              <a:gd name="adj2" fmla="val 19252600"/>
            </a:avLst>
          </a:prstGeom>
          <a:gradFill flip="none" rotWithShape="1">
            <a:gsLst>
              <a:gs pos="0">
                <a:schemeClr val="tx1"/>
              </a:gs>
              <a:gs pos="50000">
                <a:schemeClr val="tx1">
                  <a:lumMod val="50000"/>
                  <a:lumOff val="50000"/>
                </a:schemeClr>
              </a:gs>
              <a:gs pos="100000">
                <a:schemeClr val="bg1">
                  <a:lumMod val="50000"/>
                </a:schemeClr>
              </a:gs>
            </a:gsLst>
            <a:lin ang="2700000" scaled="1"/>
            <a:tileRect/>
          </a:gra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0" name="TextBox 10">
                <a:extLst>
                  <a:ext uri="{FF2B5EF4-FFF2-40B4-BE49-F238E27FC236}">
                    <a16:creationId xmlns:a16="http://schemas.microsoft.com/office/drawing/2014/main" id="{2F6C10B6-03DA-4C5F-B367-63A41053B482}"/>
                  </a:ext>
                </a:extLst>
              </p:cNvPr>
              <p:cNvSpPr txBox="1"/>
              <p:nvPr/>
            </p:nvSpPr>
            <p:spPr>
              <a:xfrm>
                <a:off x="7361340" y="3300009"/>
                <a:ext cx="297046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>
                          <a:latin typeface="Cambria Math" panose="02040503050406030204" pitchFamily="18" charset="0"/>
                        </a:rPr>
                        <m:t>𝛽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270" name="TextBox 10">
                <a:extLst>
                  <a:ext uri="{FF2B5EF4-FFF2-40B4-BE49-F238E27FC236}">
                    <a16:creationId xmlns:a16="http://schemas.microsoft.com/office/drawing/2014/main" id="{2F6C10B6-03DA-4C5F-B367-63A41053B4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61340" y="3300009"/>
                <a:ext cx="297046" cy="338554"/>
              </a:xfrm>
              <a:prstGeom prst="rect">
                <a:avLst/>
              </a:prstGeom>
              <a:blipFill>
                <a:blip r:embed="rId24"/>
                <a:stretch>
                  <a:fillRect l="-2083" r="-4167" b="-892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71" name="Straight Arrow Connector 17">
            <a:extLst>
              <a:ext uri="{FF2B5EF4-FFF2-40B4-BE49-F238E27FC236}">
                <a16:creationId xmlns:a16="http://schemas.microsoft.com/office/drawing/2014/main" id="{050CD12B-2348-4EAE-8F7E-7F476F6AB6E3}"/>
              </a:ext>
            </a:extLst>
          </p:cNvPr>
          <p:cNvCxnSpPr>
            <a:cxnSpLocks/>
          </p:cNvCxnSpPr>
          <p:nvPr/>
        </p:nvCxnSpPr>
        <p:spPr>
          <a:xfrm flipV="1">
            <a:off x="7391035" y="3239724"/>
            <a:ext cx="571923" cy="449644"/>
          </a:xfrm>
          <a:prstGeom prst="straightConnector1">
            <a:avLst/>
          </a:prstGeom>
          <a:ln w="38100">
            <a:solidFill>
              <a:schemeClr val="tx1"/>
            </a:solidFill>
            <a:tailEnd type="stealth" w="lg" len="lg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52" name="Oval 23">
            <a:extLst>
              <a:ext uri="{FF2B5EF4-FFF2-40B4-BE49-F238E27FC236}">
                <a16:creationId xmlns:a16="http://schemas.microsoft.com/office/drawing/2014/main" id="{6454FEB7-1A49-4057-B9D1-C98AB19CFD06}"/>
              </a:ext>
            </a:extLst>
          </p:cNvPr>
          <p:cNvSpPr/>
          <p:nvPr/>
        </p:nvSpPr>
        <p:spPr>
          <a:xfrm>
            <a:off x="7651126" y="3860498"/>
            <a:ext cx="162450" cy="168277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154" name="Oval 23">
            <a:extLst>
              <a:ext uri="{FF2B5EF4-FFF2-40B4-BE49-F238E27FC236}">
                <a16:creationId xmlns:a16="http://schemas.microsoft.com/office/drawing/2014/main" id="{2FF5597B-5488-4B3C-BE8B-E0AD3A81CF14}"/>
              </a:ext>
            </a:extLst>
          </p:cNvPr>
          <p:cNvSpPr/>
          <p:nvPr/>
        </p:nvSpPr>
        <p:spPr>
          <a:xfrm>
            <a:off x="6965326" y="3327098"/>
            <a:ext cx="162450" cy="168277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6" name="文字方塊 155">
                <a:extLst>
                  <a:ext uri="{FF2B5EF4-FFF2-40B4-BE49-F238E27FC236}">
                    <a16:creationId xmlns:a16="http://schemas.microsoft.com/office/drawing/2014/main" id="{7D05204B-22BE-4DE9-AA50-5F23DEE9A2F6}"/>
                  </a:ext>
                </a:extLst>
              </p:cNvPr>
              <p:cNvSpPr txBox="1"/>
              <p:nvPr/>
            </p:nvSpPr>
            <p:spPr>
              <a:xfrm>
                <a:off x="8312755" y="3844729"/>
                <a:ext cx="1150186" cy="3231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5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500" b="0" i="1" smtClean="0">
                              <a:latin typeface="Cambria Math" panose="02040503050406030204" pitchFamily="18" charset="0"/>
                            </a:rPr>
                            <m:t>/2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500" dirty="0"/>
              </a:p>
            </p:txBody>
          </p:sp>
        </mc:Choice>
        <mc:Fallback xmlns="">
          <p:sp>
            <p:nvSpPr>
              <p:cNvPr id="156" name="文字方塊 155">
                <a:extLst>
                  <a:ext uri="{FF2B5EF4-FFF2-40B4-BE49-F238E27FC236}">
                    <a16:creationId xmlns:a16="http://schemas.microsoft.com/office/drawing/2014/main" id="{7D05204B-22BE-4DE9-AA50-5F23DEE9A2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12755" y="3844729"/>
                <a:ext cx="1150186" cy="323165"/>
              </a:xfrm>
              <a:prstGeom prst="rect">
                <a:avLst/>
              </a:prstGeom>
              <a:blipFill>
                <a:blip r:embed="rId25"/>
                <a:stretch>
                  <a:fillRect b="-943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7" name="文字方塊 156">
                <a:extLst>
                  <a:ext uri="{FF2B5EF4-FFF2-40B4-BE49-F238E27FC236}">
                    <a16:creationId xmlns:a16="http://schemas.microsoft.com/office/drawing/2014/main" id="{834029C9-84F7-4B57-9E81-D8CCCEEA55EA}"/>
                  </a:ext>
                </a:extLst>
              </p:cNvPr>
              <p:cNvSpPr txBox="1"/>
              <p:nvPr/>
            </p:nvSpPr>
            <p:spPr>
              <a:xfrm>
                <a:off x="5272154" y="2248720"/>
                <a:ext cx="1150186" cy="3231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5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5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/2,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500" dirty="0"/>
              </a:p>
            </p:txBody>
          </p:sp>
        </mc:Choice>
        <mc:Fallback xmlns="">
          <p:sp>
            <p:nvSpPr>
              <p:cNvPr id="157" name="文字方塊 156">
                <a:extLst>
                  <a:ext uri="{FF2B5EF4-FFF2-40B4-BE49-F238E27FC236}">
                    <a16:creationId xmlns:a16="http://schemas.microsoft.com/office/drawing/2014/main" id="{834029C9-84F7-4B57-9E81-D8CCCEEA55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72154" y="2248720"/>
                <a:ext cx="1150186" cy="323165"/>
              </a:xfrm>
              <a:prstGeom prst="rect">
                <a:avLst/>
              </a:prstGeom>
              <a:blipFill>
                <a:blip r:embed="rId26"/>
                <a:stretch>
                  <a:fillRect b="-943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8" name="直線接點 157">
            <a:extLst>
              <a:ext uri="{FF2B5EF4-FFF2-40B4-BE49-F238E27FC236}">
                <a16:creationId xmlns:a16="http://schemas.microsoft.com/office/drawing/2014/main" id="{DA529A4E-3BAB-45BB-8274-1088EF0B43A5}"/>
              </a:ext>
            </a:extLst>
          </p:cNvPr>
          <p:cNvCxnSpPr>
            <a:cxnSpLocks/>
          </p:cNvCxnSpPr>
          <p:nvPr/>
        </p:nvCxnSpPr>
        <p:spPr>
          <a:xfrm flipV="1">
            <a:off x="6523355" y="3410397"/>
            <a:ext cx="453250" cy="188"/>
          </a:xfrm>
          <a:prstGeom prst="line">
            <a:avLst/>
          </a:prstGeom>
          <a:ln w="9525" cap="flat" cmpd="sng" algn="ctr">
            <a:solidFill>
              <a:schemeClr val="bg1">
                <a:lumMod val="5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59" name="直線接點 158">
            <a:extLst>
              <a:ext uri="{FF2B5EF4-FFF2-40B4-BE49-F238E27FC236}">
                <a16:creationId xmlns:a16="http://schemas.microsoft.com/office/drawing/2014/main" id="{F100F92B-B8C5-4A0F-B866-E2BAB0C4087A}"/>
              </a:ext>
            </a:extLst>
          </p:cNvPr>
          <p:cNvCxnSpPr>
            <a:cxnSpLocks/>
          </p:cNvCxnSpPr>
          <p:nvPr/>
        </p:nvCxnSpPr>
        <p:spPr>
          <a:xfrm>
            <a:off x="7827010" y="3970973"/>
            <a:ext cx="418783" cy="0"/>
          </a:xfrm>
          <a:prstGeom prst="line">
            <a:avLst/>
          </a:prstGeom>
          <a:ln w="9525" cap="flat" cmpd="sng" algn="ctr">
            <a:solidFill>
              <a:schemeClr val="bg1">
                <a:lumMod val="5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60" name="直線接點 159">
            <a:extLst>
              <a:ext uri="{FF2B5EF4-FFF2-40B4-BE49-F238E27FC236}">
                <a16:creationId xmlns:a16="http://schemas.microsoft.com/office/drawing/2014/main" id="{A656DF39-7853-456D-84EE-B2D69029F0B5}"/>
              </a:ext>
            </a:extLst>
          </p:cNvPr>
          <p:cNvCxnSpPr>
            <a:cxnSpLocks/>
          </p:cNvCxnSpPr>
          <p:nvPr/>
        </p:nvCxnSpPr>
        <p:spPr>
          <a:xfrm flipV="1">
            <a:off x="8169593" y="3508375"/>
            <a:ext cx="120332" cy="100649"/>
          </a:xfrm>
          <a:prstGeom prst="line">
            <a:avLst/>
          </a:prstGeom>
          <a:ln w="9525" cap="flat" cmpd="sng" algn="ctr">
            <a:solidFill>
              <a:schemeClr val="bg1">
                <a:lumMod val="5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61" name="直線接點 160">
            <a:extLst>
              <a:ext uri="{FF2B5EF4-FFF2-40B4-BE49-F238E27FC236}">
                <a16:creationId xmlns:a16="http://schemas.microsoft.com/office/drawing/2014/main" id="{C2ECA97C-3D5E-4873-BF49-1B844DE8012B}"/>
              </a:ext>
            </a:extLst>
          </p:cNvPr>
          <p:cNvCxnSpPr>
            <a:cxnSpLocks/>
          </p:cNvCxnSpPr>
          <p:nvPr/>
        </p:nvCxnSpPr>
        <p:spPr>
          <a:xfrm flipV="1">
            <a:off x="6508393" y="3750766"/>
            <a:ext cx="105264" cy="191632"/>
          </a:xfrm>
          <a:prstGeom prst="line">
            <a:avLst/>
          </a:prstGeom>
          <a:ln w="9525" cap="flat" cmpd="sng" algn="ctr">
            <a:solidFill>
              <a:schemeClr val="bg1">
                <a:lumMod val="5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pic>
        <p:nvPicPr>
          <p:cNvPr id="74" name="圖片 73">
            <a:extLst>
              <a:ext uri="{FF2B5EF4-FFF2-40B4-BE49-F238E27FC236}">
                <a16:creationId xmlns:a16="http://schemas.microsoft.com/office/drawing/2014/main" id="{080203AD-4F1B-4BC6-8007-DE7455C6F77A}"/>
              </a:ext>
            </a:extLst>
          </p:cNvPr>
          <p:cNvPicPr>
            <a:picLocks noChangeAspect="1"/>
          </p:cNvPicPr>
          <p:nvPr/>
        </p:nvPicPr>
        <p:blipFill rotWithShape="1">
          <a:blip r:embed="rId27"/>
          <a:srcRect l="8885" t="22429" r="8429" b="17067"/>
          <a:stretch/>
        </p:blipFill>
        <p:spPr>
          <a:xfrm>
            <a:off x="3165476" y="2012937"/>
            <a:ext cx="746918" cy="16300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1" name="矩形 70">
                <a:extLst>
                  <a:ext uri="{FF2B5EF4-FFF2-40B4-BE49-F238E27FC236}">
                    <a16:creationId xmlns:a16="http://schemas.microsoft.com/office/drawing/2014/main" id="{753A7363-6750-43E6-B148-328C1E168BCC}"/>
                  </a:ext>
                </a:extLst>
              </p:cNvPr>
              <p:cNvSpPr/>
              <p:nvPr/>
            </p:nvSpPr>
            <p:spPr>
              <a:xfrm>
                <a:off x="6501201" y="575388"/>
                <a:ext cx="1356461" cy="369332"/>
              </a:xfrm>
              <a:prstGeom prst="rect">
                <a:avLst/>
              </a:prstGeom>
              <a:solidFill>
                <a:srgbClr val="EFEFEF"/>
              </a:solidFill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b="0" i="1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−1, −1, 1, 1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71" name="矩形 70">
                <a:extLst>
                  <a:ext uri="{FF2B5EF4-FFF2-40B4-BE49-F238E27FC236}">
                    <a16:creationId xmlns:a16="http://schemas.microsoft.com/office/drawing/2014/main" id="{753A7363-6750-43E6-B148-328C1E168BC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01201" y="575388"/>
                <a:ext cx="1356461" cy="369332"/>
              </a:xfrm>
              <a:prstGeom prst="rect">
                <a:avLst/>
              </a:prstGeom>
              <a:blipFill>
                <a:blip r:embed="rId2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2460749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矩形: 圓角 77">
            <a:extLst>
              <a:ext uri="{FF2B5EF4-FFF2-40B4-BE49-F238E27FC236}">
                <a16:creationId xmlns:a16="http://schemas.microsoft.com/office/drawing/2014/main" id="{9BD23504-6ECB-4078-8122-7EE98A372D82}"/>
              </a:ext>
            </a:extLst>
          </p:cNvPr>
          <p:cNvSpPr/>
          <p:nvPr/>
        </p:nvSpPr>
        <p:spPr>
          <a:xfrm>
            <a:off x="4931433" y="428625"/>
            <a:ext cx="4899729" cy="5763273"/>
          </a:xfrm>
          <a:prstGeom prst="roundRect">
            <a:avLst>
              <a:gd name="adj" fmla="val 7772"/>
            </a:avLst>
          </a:prstGeom>
          <a:gradFill flip="none" rotWithShape="1"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lin ang="54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2000" dirty="0"/>
          </a:p>
        </p:txBody>
      </p:sp>
      <p:pic>
        <p:nvPicPr>
          <p:cNvPr id="64" name="圖片 63">
            <a:extLst>
              <a:ext uri="{FF2B5EF4-FFF2-40B4-BE49-F238E27FC236}">
                <a16:creationId xmlns:a16="http://schemas.microsoft.com/office/drawing/2014/main" id="{895E4A8F-346E-4C23-96D7-4353CC5D11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04993" y="3908264"/>
            <a:ext cx="1285200" cy="1289960"/>
          </a:xfrm>
          <a:prstGeom prst="rect">
            <a:avLst/>
          </a:prstGeom>
        </p:spPr>
      </p:pic>
      <p:pic>
        <p:nvPicPr>
          <p:cNvPr id="65" name="圖片 64">
            <a:extLst>
              <a:ext uri="{FF2B5EF4-FFF2-40B4-BE49-F238E27FC236}">
                <a16:creationId xmlns:a16="http://schemas.microsoft.com/office/drawing/2014/main" id="{FA297CAF-E3EB-47C0-8CDA-2C7768E012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84551" y="3852878"/>
            <a:ext cx="1285200" cy="1285200"/>
          </a:xfrm>
          <a:prstGeom prst="rect">
            <a:avLst/>
          </a:prstGeom>
        </p:spPr>
      </p:pic>
      <p:pic>
        <p:nvPicPr>
          <p:cNvPr id="73" name="圖片 72">
            <a:extLst>
              <a:ext uri="{FF2B5EF4-FFF2-40B4-BE49-F238E27FC236}">
                <a16:creationId xmlns:a16="http://schemas.microsoft.com/office/drawing/2014/main" id="{2EF1A18E-580F-4EE7-B557-162E182C47D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79030" y="2265542"/>
            <a:ext cx="1285200" cy="1282833"/>
          </a:xfrm>
          <a:prstGeom prst="rect">
            <a:avLst/>
          </a:prstGeom>
        </p:spPr>
      </p:pic>
      <p:pic>
        <p:nvPicPr>
          <p:cNvPr id="75" name="圖片 74">
            <a:extLst>
              <a:ext uri="{FF2B5EF4-FFF2-40B4-BE49-F238E27FC236}">
                <a16:creationId xmlns:a16="http://schemas.microsoft.com/office/drawing/2014/main" id="{2F376D27-B887-4E46-BE32-30BC05D76D4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96393" y="2251782"/>
            <a:ext cx="1285200" cy="1285200"/>
          </a:xfrm>
          <a:prstGeom prst="rect">
            <a:avLst/>
          </a:prstGeom>
        </p:spPr>
      </p:pic>
      <p:pic>
        <p:nvPicPr>
          <p:cNvPr id="76" name="圖片 75">
            <a:extLst>
              <a:ext uri="{FF2B5EF4-FFF2-40B4-BE49-F238E27FC236}">
                <a16:creationId xmlns:a16="http://schemas.microsoft.com/office/drawing/2014/main" id="{0CD7FD43-2EF4-40F2-932D-F2AA8B2213E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51656" y="1291381"/>
            <a:ext cx="1285200" cy="1282829"/>
          </a:xfrm>
          <a:prstGeom prst="rect">
            <a:avLst/>
          </a:prstGeom>
        </p:spPr>
      </p:pic>
      <p:pic>
        <p:nvPicPr>
          <p:cNvPr id="77" name="圖片 76">
            <a:extLst>
              <a:ext uri="{FF2B5EF4-FFF2-40B4-BE49-F238E27FC236}">
                <a16:creationId xmlns:a16="http://schemas.microsoft.com/office/drawing/2014/main" id="{D0D778D8-D50E-4FC3-85BC-1E2B4EC7824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51201" y="4878639"/>
            <a:ext cx="1285200" cy="1285200"/>
          </a:xfrm>
          <a:prstGeom prst="rect">
            <a:avLst/>
          </a:prstGeom>
        </p:spPr>
      </p:pic>
      <p:pic>
        <p:nvPicPr>
          <p:cNvPr id="60" name="圖片 59">
            <a:extLst>
              <a:ext uri="{FF2B5EF4-FFF2-40B4-BE49-F238E27FC236}">
                <a16:creationId xmlns:a16="http://schemas.microsoft.com/office/drawing/2014/main" id="{42DD76E4-3C3A-46F2-B2B8-35BF6726C155}"/>
              </a:ext>
            </a:extLst>
          </p:cNvPr>
          <p:cNvPicPr>
            <a:picLocks noChangeAspect="1"/>
          </p:cNvPicPr>
          <p:nvPr/>
        </p:nvPicPr>
        <p:blipFill rotWithShape="1">
          <a:blip r:embed="rId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t="61405"/>
          <a:stretch/>
        </p:blipFill>
        <p:spPr>
          <a:xfrm>
            <a:off x="6260308" y="573670"/>
            <a:ext cx="2300718" cy="470285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80" name="文字方塊 179">
                <a:extLst>
                  <a:ext uri="{FF2B5EF4-FFF2-40B4-BE49-F238E27FC236}">
                    <a16:creationId xmlns:a16="http://schemas.microsoft.com/office/drawing/2014/main" id="{C6592285-FBA9-4DE2-BE47-D5703A7C2A40}"/>
                  </a:ext>
                </a:extLst>
              </p:cNvPr>
              <p:cNvSpPr txBox="1"/>
              <p:nvPr/>
            </p:nvSpPr>
            <p:spPr>
              <a:xfrm>
                <a:off x="6994665" y="4501420"/>
                <a:ext cx="812954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600" i="1" smtClean="0">
                          <a:latin typeface="Cambria Math" panose="02040503050406030204" pitchFamily="18" charset="0"/>
                        </a:rPr>
                        <m:t>|</m:t>
                      </m:r>
                      <m:d>
                        <m:dPr>
                          <m:begChr m:val=""/>
                          <m:endChr m:val="⟩"/>
                          <m:ctrlPr>
                            <a:rPr lang="en-US" altLang="zh-TW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6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1, </m:t>
                          </m:r>
                          <m:r>
                            <a:rPr lang="en-US" altLang="zh-TW" sz="16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TW" sz="1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</m:oMath>
                  </m:oMathPara>
                </a14:m>
                <a:endParaRPr lang="zh-TW" altLang="en-US" sz="1600" dirty="0"/>
              </a:p>
            </p:txBody>
          </p:sp>
        </mc:Choice>
        <mc:Fallback>
          <p:sp>
            <p:nvSpPr>
              <p:cNvPr id="180" name="文字方塊 179">
                <a:extLst>
                  <a:ext uri="{FF2B5EF4-FFF2-40B4-BE49-F238E27FC236}">
                    <a16:creationId xmlns:a16="http://schemas.microsoft.com/office/drawing/2014/main" id="{C6592285-FBA9-4DE2-BE47-D5703A7C2A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94665" y="4501420"/>
                <a:ext cx="812954" cy="338554"/>
              </a:xfrm>
              <a:prstGeom prst="rect">
                <a:avLst/>
              </a:prstGeom>
              <a:blipFill>
                <a:blip r:embed="rId9"/>
                <a:stretch>
                  <a:fillRect t="-108929" r="-61940" b="-16785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89" name="文字方塊 188">
                <a:extLst>
                  <a:ext uri="{FF2B5EF4-FFF2-40B4-BE49-F238E27FC236}">
                    <a16:creationId xmlns:a16="http://schemas.microsoft.com/office/drawing/2014/main" id="{06013B16-AADE-4F50-9769-3B0E22EFD811}"/>
                  </a:ext>
                </a:extLst>
              </p:cNvPr>
              <p:cNvSpPr txBox="1"/>
              <p:nvPr/>
            </p:nvSpPr>
            <p:spPr>
              <a:xfrm>
                <a:off x="6994665" y="2555828"/>
                <a:ext cx="812954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600" i="1" smtClean="0">
                          <a:latin typeface="Cambria Math" panose="02040503050406030204" pitchFamily="18" charset="0"/>
                        </a:rPr>
                        <m:t>|</m:t>
                      </m:r>
                      <m:d>
                        <m:dPr>
                          <m:begChr m:val=""/>
                          <m:endChr m:val="⟩"/>
                          <m:ctrlPr>
                            <a:rPr lang="en-US" altLang="zh-TW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1, </m:t>
                          </m:r>
                          <m:r>
                            <a:rPr lang="en-US" altLang="zh-TW" sz="1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</m:oMath>
                  </m:oMathPara>
                </a14:m>
                <a:endParaRPr lang="zh-TW" altLang="en-US" sz="1600" dirty="0"/>
              </a:p>
            </p:txBody>
          </p:sp>
        </mc:Choice>
        <mc:Fallback>
          <p:sp>
            <p:nvSpPr>
              <p:cNvPr id="189" name="文字方塊 188">
                <a:extLst>
                  <a:ext uri="{FF2B5EF4-FFF2-40B4-BE49-F238E27FC236}">
                    <a16:creationId xmlns:a16="http://schemas.microsoft.com/office/drawing/2014/main" id="{06013B16-AADE-4F50-9769-3B0E22EFD8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94665" y="2555828"/>
                <a:ext cx="812954" cy="338554"/>
              </a:xfrm>
              <a:prstGeom prst="rect">
                <a:avLst/>
              </a:prstGeom>
              <a:blipFill>
                <a:blip r:embed="rId10"/>
                <a:stretch>
                  <a:fillRect t="-108929" r="-36567" b="-16785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12" name="群組 211">
            <a:extLst>
              <a:ext uri="{FF2B5EF4-FFF2-40B4-BE49-F238E27FC236}">
                <a16:creationId xmlns:a16="http://schemas.microsoft.com/office/drawing/2014/main" id="{56BB1570-BE07-4CCA-B844-DD9F00E8733F}"/>
              </a:ext>
            </a:extLst>
          </p:cNvPr>
          <p:cNvGrpSpPr/>
          <p:nvPr/>
        </p:nvGrpSpPr>
        <p:grpSpPr>
          <a:xfrm>
            <a:off x="7184183" y="1808686"/>
            <a:ext cx="115586" cy="110880"/>
            <a:chOff x="1373392" y="2391862"/>
            <a:chExt cx="479433" cy="476535"/>
          </a:xfrm>
        </p:grpSpPr>
        <p:sp>
          <p:nvSpPr>
            <p:cNvPr id="213" name="箭號: 向右 212">
              <a:extLst>
                <a:ext uri="{FF2B5EF4-FFF2-40B4-BE49-F238E27FC236}">
                  <a16:creationId xmlns:a16="http://schemas.microsoft.com/office/drawing/2014/main" id="{D44EB9EF-73CA-404D-99EE-1F0CCE892A52}"/>
                </a:ext>
              </a:extLst>
            </p:cNvPr>
            <p:cNvSpPr/>
            <p:nvPr/>
          </p:nvSpPr>
          <p:spPr>
            <a:xfrm>
              <a:off x="1411244" y="2735868"/>
              <a:ext cx="441581" cy="132529"/>
            </a:xfrm>
            <a:prstGeom prst="rightArrow">
              <a:avLst>
                <a:gd name="adj1" fmla="val 50000"/>
                <a:gd name="adj2" fmla="val 99023"/>
              </a:avLst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220" name="箭號: 向右 219">
              <a:extLst>
                <a:ext uri="{FF2B5EF4-FFF2-40B4-BE49-F238E27FC236}">
                  <a16:creationId xmlns:a16="http://schemas.microsoft.com/office/drawing/2014/main" id="{9F517533-ADEE-4B5D-BB6F-1F4159A610F9}"/>
                </a:ext>
              </a:extLst>
            </p:cNvPr>
            <p:cNvSpPr/>
            <p:nvPr/>
          </p:nvSpPr>
          <p:spPr>
            <a:xfrm rot="16200000">
              <a:off x="1218866" y="2546388"/>
              <a:ext cx="441581" cy="132529"/>
            </a:xfrm>
            <a:prstGeom prst="rightArrow">
              <a:avLst>
                <a:gd name="adj1" fmla="val 50000"/>
                <a:gd name="adj2" fmla="val 99023"/>
              </a:avLst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2000" dirty="0">
                <a:solidFill>
                  <a:schemeClr val="tx1"/>
                </a:solidFill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26" name="文字方塊 225">
                <a:extLst>
                  <a:ext uri="{FF2B5EF4-FFF2-40B4-BE49-F238E27FC236}">
                    <a16:creationId xmlns:a16="http://schemas.microsoft.com/office/drawing/2014/main" id="{4A797F52-28EA-4953-BC86-8E8901D5D2D9}"/>
                  </a:ext>
                </a:extLst>
              </p:cNvPr>
              <p:cNvSpPr txBox="1"/>
              <p:nvPr/>
            </p:nvSpPr>
            <p:spPr>
              <a:xfrm>
                <a:off x="7064306" y="1435710"/>
                <a:ext cx="438402" cy="4242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</m:oMath>
                  </m:oMathPara>
                </a14:m>
                <a:endParaRPr lang="en-US" altLang="zh-TW" sz="2000" dirty="0"/>
              </a:p>
            </p:txBody>
          </p:sp>
        </mc:Choice>
        <mc:Fallback xmlns="">
          <p:sp>
            <p:nvSpPr>
              <p:cNvPr id="226" name="文字方塊 225">
                <a:extLst>
                  <a:ext uri="{FF2B5EF4-FFF2-40B4-BE49-F238E27FC236}">
                    <a16:creationId xmlns:a16="http://schemas.microsoft.com/office/drawing/2014/main" id="{4A797F52-28EA-4953-BC86-8E8901D5D2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64306" y="1435710"/>
                <a:ext cx="438402" cy="424283"/>
              </a:xfrm>
              <a:prstGeom prst="rect">
                <a:avLst/>
              </a:prstGeom>
              <a:blipFill>
                <a:blip r:embed="rId11"/>
                <a:stretch>
                  <a:fillRect b="-579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7" name="文字方塊 226">
                <a:extLst>
                  <a:ext uri="{FF2B5EF4-FFF2-40B4-BE49-F238E27FC236}">
                    <a16:creationId xmlns:a16="http://schemas.microsoft.com/office/drawing/2014/main" id="{990D4C3A-AED8-40BB-8849-57DEE8BE7A17}"/>
                  </a:ext>
                </a:extLst>
              </p:cNvPr>
              <p:cNvSpPr txBox="1"/>
              <p:nvPr/>
            </p:nvSpPr>
            <p:spPr>
              <a:xfrm>
                <a:off x="7237289" y="1713862"/>
                <a:ext cx="388427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</m:oMath>
                  </m:oMathPara>
                </a14:m>
                <a:endParaRPr lang="en-US" altLang="zh-TW" sz="2000" dirty="0"/>
              </a:p>
            </p:txBody>
          </p:sp>
        </mc:Choice>
        <mc:Fallback xmlns="">
          <p:sp>
            <p:nvSpPr>
              <p:cNvPr id="227" name="文字方塊 226">
                <a:extLst>
                  <a:ext uri="{FF2B5EF4-FFF2-40B4-BE49-F238E27FC236}">
                    <a16:creationId xmlns:a16="http://schemas.microsoft.com/office/drawing/2014/main" id="{990D4C3A-AED8-40BB-8849-57DEE8BE7A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37289" y="1713862"/>
                <a:ext cx="388427" cy="400110"/>
              </a:xfrm>
              <a:prstGeom prst="rect">
                <a:avLst/>
              </a:prstGeom>
              <a:blipFill>
                <a:blip r:embed="rId12"/>
                <a:stretch>
                  <a:fillRect b="-757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8" name="文字方塊 227">
                <a:extLst>
                  <a:ext uri="{FF2B5EF4-FFF2-40B4-BE49-F238E27FC236}">
                    <a16:creationId xmlns:a16="http://schemas.microsoft.com/office/drawing/2014/main" id="{3C622479-68C9-4AC9-AE5F-27970F7075FD}"/>
                  </a:ext>
                </a:extLst>
              </p:cNvPr>
              <p:cNvSpPr txBox="1"/>
              <p:nvPr/>
            </p:nvSpPr>
            <p:spPr>
              <a:xfrm>
                <a:off x="6540846" y="2179934"/>
                <a:ext cx="652306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0.1</m:t>
                          </m:r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en-US" altLang="zh-TW" sz="1600" dirty="0"/>
              </a:p>
            </p:txBody>
          </p:sp>
        </mc:Choice>
        <mc:Fallback xmlns="">
          <p:sp>
            <p:nvSpPr>
              <p:cNvPr id="228" name="文字方塊 227">
                <a:extLst>
                  <a:ext uri="{FF2B5EF4-FFF2-40B4-BE49-F238E27FC236}">
                    <a16:creationId xmlns:a16="http://schemas.microsoft.com/office/drawing/2014/main" id="{3C622479-68C9-4AC9-AE5F-27970F7075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40846" y="2179934"/>
                <a:ext cx="652306" cy="338554"/>
              </a:xfrm>
              <a:prstGeom prst="rect">
                <a:avLst/>
              </a:prstGeom>
              <a:blipFill>
                <a:blip r:embed="rId13"/>
                <a:stretch>
                  <a:fillRect b="-727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9" name="文字方塊 228">
            <a:extLst>
              <a:ext uri="{FF2B5EF4-FFF2-40B4-BE49-F238E27FC236}">
                <a16:creationId xmlns:a16="http://schemas.microsoft.com/office/drawing/2014/main" id="{2693C9D3-A145-48F7-981C-9A9BF2A0A9A5}"/>
              </a:ext>
            </a:extLst>
          </p:cNvPr>
          <p:cNvSpPr txBox="1"/>
          <p:nvPr/>
        </p:nvSpPr>
        <p:spPr>
          <a:xfrm>
            <a:off x="5543826" y="-117920"/>
            <a:ext cx="3714632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Longitudinal component</a:t>
            </a:r>
            <a:endParaRPr lang="zh-TW" altLang="en-US" sz="2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1" name="文字方塊 230">
                <a:extLst>
                  <a:ext uri="{FF2B5EF4-FFF2-40B4-BE49-F238E27FC236}">
                    <a16:creationId xmlns:a16="http://schemas.microsoft.com/office/drawing/2014/main" id="{A81A25EB-4EC7-4F2F-99BC-612BE192E284}"/>
                  </a:ext>
                </a:extLst>
              </p:cNvPr>
              <p:cNvSpPr txBox="1"/>
              <p:nvPr/>
            </p:nvSpPr>
            <p:spPr>
              <a:xfrm>
                <a:off x="6358604" y="1285730"/>
                <a:ext cx="1673596" cy="3231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5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𝛼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</m:d>
                      <m:r>
                        <a:rPr lang="en-US" altLang="zh-TW" sz="150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zh-TW" sz="15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0, </m:t>
                          </m:r>
                          <m:r>
                            <m:rPr>
                              <m:nor/>
                            </m:rPr>
                            <a:rPr lang="en-US" altLang="zh-TW" sz="150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</m:oMath>
                  </m:oMathPara>
                </a14:m>
                <a:endParaRPr lang="zh-TW" altLang="en-US" sz="1500" dirty="0"/>
              </a:p>
            </p:txBody>
          </p:sp>
        </mc:Choice>
        <mc:Fallback xmlns="">
          <p:sp>
            <p:nvSpPr>
              <p:cNvPr id="231" name="文字方塊 230">
                <a:extLst>
                  <a:ext uri="{FF2B5EF4-FFF2-40B4-BE49-F238E27FC236}">
                    <a16:creationId xmlns:a16="http://schemas.microsoft.com/office/drawing/2014/main" id="{A81A25EB-4EC7-4F2F-99BC-612BE192E2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58604" y="1285730"/>
                <a:ext cx="1673596" cy="323165"/>
              </a:xfrm>
              <a:prstGeom prst="rect">
                <a:avLst/>
              </a:prstGeom>
              <a:blipFill>
                <a:blip r:embed="rId14"/>
                <a:stretch>
                  <a:fillRect b="-943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2" name="文字方塊 231">
                <a:extLst>
                  <a:ext uri="{FF2B5EF4-FFF2-40B4-BE49-F238E27FC236}">
                    <a16:creationId xmlns:a16="http://schemas.microsoft.com/office/drawing/2014/main" id="{B2F5F182-7771-47FB-BF37-AF5144F26384}"/>
                  </a:ext>
                </a:extLst>
              </p:cNvPr>
              <p:cNvSpPr txBox="1"/>
              <p:nvPr/>
            </p:nvSpPr>
            <p:spPr>
              <a:xfrm>
                <a:off x="5301973" y="3844729"/>
                <a:ext cx="1150186" cy="3231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5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0, 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500" dirty="0"/>
              </a:p>
            </p:txBody>
          </p:sp>
        </mc:Choice>
        <mc:Fallback xmlns="">
          <p:sp>
            <p:nvSpPr>
              <p:cNvPr id="232" name="文字方塊 231">
                <a:extLst>
                  <a:ext uri="{FF2B5EF4-FFF2-40B4-BE49-F238E27FC236}">
                    <a16:creationId xmlns:a16="http://schemas.microsoft.com/office/drawing/2014/main" id="{B2F5F182-7771-47FB-BF37-AF5144F263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01973" y="3844729"/>
                <a:ext cx="1150186" cy="323165"/>
              </a:xfrm>
              <a:prstGeom prst="rect">
                <a:avLst/>
              </a:prstGeom>
              <a:blipFill>
                <a:blip r:embed="rId15"/>
                <a:stretch>
                  <a:fillRect b="-943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3" name="文字方塊 232">
                <a:extLst>
                  <a:ext uri="{FF2B5EF4-FFF2-40B4-BE49-F238E27FC236}">
                    <a16:creationId xmlns:a16="http://schemas.microsoft.com/office/drawing/2014/main" id="{BDC6F78B-E419-4B8A-BAA9-5615A1972DBE}"/>
                  </a:ext>
                </a:extLst>
              </p:cNvPr>
              <p:cNvSpPr txBox="1"/>
              <p:nvPr/>
            </p:nvSpPr>
            <p:spPr>
              <a:xfrm>
                <a:off x="8331357" y="2248720"/>
                <a:ext cx="1150186" cy="3231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5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500" dirty="0"/>
              </a:p>
            </p:txBody>
          </p:sp>
        </mc:Choice>
        <mc:Fallback xmlns="">
          <p:sp>
            <p:nvSpPr>
              <p:cNvPr id="233" name="文字方塊 232">
                <a:extLst>
                  <a:ext uri="{FF2B5EF4-FFF2-40B4-BE49-F238E27FC236}">
                    <a16:creationId xmlns:a16="http://schemas.microsoft.com/office/drawing/2014/main" id="{BDC6F78B-E419-4B8A-BAA9-5615A1972D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31357" y="2248720"/>
                <a:ext cx="1150186" cy="323165"/>
              </a:xfrm>
              <a:prstGeom prst="rect">
                <a:avLst/>
              </a:prstGeom>
              <a:blipFill>
                <a:blip r:embed="rId16"/>
                <a:stretch>
                  <a:fillRect b="-943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4" name="文字方塊 233">
                <a:extLst>
                  <a:ext uri="{FF2B5EF4-FFF2-40B4-BE49-F238E27FC236}">
                    <a16:creationId xmlns:a16="http://schemas.microsoft.com/office/drawing/2014/main" id="{DA67C54B-80A5-4D59-B289-74384BDACD1C}"/>
                  </a:ext>
                </a:extLst>
              </p:cNvPr>
              <p:cNvSpPr txBox="1"/>
              <p:nvPr/>
            </p:nvSpPr>
            <p:spPr>
              <a:xfrm>
                <a:off x="6826049" y="4840301"/>
                <a:ext cx="1150186" cy="3231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5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0,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𝜋</m:t>
                          </m:r>
                        </m:e>
                      </m:d>
                    </m:oMath>
                  </m:oMathPara>
                </a14:m>
                <a:endParaRPr lang="zh-TW" altLang="en-US" sz="1500" dirty="0"/>
              </a:p>
            </p:txBody>
          </p:sp>
        </mc:Choice>
        <mc:Fallback xmlns="">
          <p:sp>
            <p:nvSpPr>
              <p:cNvPr id="234" name="文字方塊 233">
                <a:extLst>
                  <a:ext uri="{FF2B5EF4-FFF2-40B4-BE49-F238E27FC236}">
                    <a16:creationId xmlns:a16="http://schemas.microsoft.com/office/drawing/2014/main" id="{DA67C54B-80A5-4D59-B289-74384BDACD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26049" y="4840301"/>
                <a:ext cx="1150186" cy="323165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35" name="圖片 234">
            <a:extLst>
              <a:ext uri="{FF2B5EF4-FFF2-40B4-BE49-F238E27FC236}">
                <a16:creationId xmlns:a16="http://schemas.microsoft.com/office/drawing/2014/main" id="{DF781A4C-9BC8-40C7-BF1A-E906699C28D4}"/>
              </a:ext>
            </a:extLst>
          </p:cNvPr>
          <p:cNvPicPr>
            <a:picLocks noChangeAspect="1"/>
          </p:cNvPicPr>
          <p:nvPr/>
        </p:nvPicPr>
        <p:blipFill rotWithShape="1">
          <a:blip r:embed="rId1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0879" t="9023" r="4888" b="70339"/>
          <a:stretch/>
        </p:blipFill>
        <p:spPr>
          <a:xfrm>
            <a:off x="7871070" y="1257930"/>
            <a:ext cx="413382" cy="134348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36" name="文字方塊 235">
                <a:extLst>
                  <a:ext uri="{FF2B5EF4-FFF2-40B4-BE49-F238E27FC236}">
                    <a16:creationId xmlns:a16="http://schemas.microsoft.com/office/drawing/2014/main" id="{61131924-00C5-4C5C-8379-1D2527DB1052}"/>
                  </a:ext>
                </a:extLst>
              </p:cNvPr>
              <p:cNvSpPr txBox="1"/>
              <p:nvPr/>
            </p:nvSpPr>
            <p:spPr>
              <a:xfrm>
                <a:off x="7789606" y="2342403"/>
                <a:ext cx="478319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sz="1400"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altLang="zh-TW" sz="1400">
                          <a:latin typeface="Cambria Math" panose="02040503050406030204" pitchFamily="18" charset="0"/>
                        </a:rPr>
                        <m:t>.</m:t>
                      </m:r>
                      <m:r>
                        <m:rPr>
                          <m:sty m:val="p"/>
                        </m:rPr>
                        <a:rPr lang="en-US" altLang="zh-TW" sz="1400">
                          <a:latin typeface="Cambria Math" panose="02040503050406030204" pitchFamily="18" charset="0"/>
                        </a:rPr>
                        <m:t>u</m:t>
                      </m:r>
                      <m:r>
                        <a:rPr lang="en-US" altLang="zh-TW" sz="140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TW" altLang="en-US" sz="1400" dirty="0"/>
              </a:p>
            </p:txBody>
          </p:sp>
        </mc:Choice>
        <mc:Fallback xmlns="">
          <p:sp>
            <p:nvSpPr>
              <p:cNvPr id="236" name="文字方塊 235">
                <a:extLst>
                  <a:ext uri="{FF2B5EF4-FFF2-40B4-BE49-F238E27FC236}">
                    <a16:creationId xmlns:a16="http://schemas.microsoft.com/office/drawing/2014/main" id="{61131924-00C5-4C5C-8379-1D2527DB10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89606" y="2342403"/>
                <a:ext cx="478319" cy="307777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7" name="Oval 14">
            <a:extLst>
              <a:ext uri="{FF2B5EF4-FFF2-40B4-BE49-F238E27FC236}">
                <a16:creationId xmlns:a16="http://schemas.microsoft.com/office/drawing/2014/main" id="{4D2E6476-8133-4C1A-80AA-96C2BBAD7538}"/>
              </a:ext>
            </a:extLst>
          </p:cNvPr>
          <p:cNvSpPr/>
          <p:nvPr/>
        </p:nvSpPr>
        <p:spPr>
          <a:xfrm>
            <a:off x="7317889" y="2852108"/>
            <a:ext cx="162450" cy="168277"/>
          </a:xfrm>
          <a:prstGeom prst="ellipse">
            <a:avLst/>
          </a:prstGeom>
          <a:gradFill flip="none" rotWithShape="1">
            <a:gsLst>
              <a:gs pos="0">
                <a:srgbClr val="D1D1D1"/>
              </a:gs>
              <a:gs pos="23000">
                <a:schemeClr val="bg1">
                  <a:lumMod val="85000"/>
                </a:schemeClr>
              </a:gs>
              <a:gs pos="69000">
                <a:schemeClr val="accent3">
                  <a:lumMod val="75000"/>
                </a:schemeClr>
              </a:gs>
              <a:gs pos="97000">
                <a:schemeClr val="accent3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/>
          </a:p>
        </p:txBody>
      </p:sp>
      <p:sp>
        <p:nvSpPr>
          <p:cNvPr id="238" name="Oval 4">
            <a:extLst>
              <a:ext uri="{FF2B5EF4-FFF2-40B4-BE49-F238E27FC236}">
                <a16:creationId xmlns:a16="http://schemas.microsoft.com/office/drawing/2014/main" id="{D0067B35-40A6-4446-8A95-C300D2678B59}"/>
              </a:ext>
            </a:extLst>
          </p:cNvPr>
          <p:cNvSpPr/>
          <p:nvPr/>
        </p:nvSpPr>
        <p:spPr>
          <a:xfrm>
            <a:off x="6679308" y="2936246"/>
            <a:ext cx="1443999" cy="1495797"/>
          </a:xfrm>
          <a:prstGeom prst="ellipse">
            <a:avLst/>
          </a:prstGeom>
          <a:gradFill flip="none" rotWithShape="1">
            <a:gsLst>
              <a:gs pos="100000">
                <a:schemeClr val="accent3">
                  <a:lumMod val="60000"/>
                  <a:lumOff val="40000"/>
                  <a:alpha val="60000"/>
                </a:schemeClr>
              </a:gs>
              <a:gs pos="55000">
                <a:schemeClr val="accent3">
                  <a:lumMod val="40000"/>
                  <a:lumOff val="60000"/>
                  <a:alpha val="60000"/>
                </a:schemeClr>
              </a:gs>
              <a:gs pos="0">
                <a:schemeClr val="bg1">
                  <a:alpha val="6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 w="57150">
            <a:solidFill>
              <a:srgbClr val="D5D7D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39" name="Oval 15">
            <a:extLst>
              <a:ext uri="{FF2B5EF4-FFF2-40B4-BE49-F238E27FC236}">
                <a16:creationId xmlns:a16="http://schemas.microsoft.com/office/drawing/2014/main" id="{3ED95C10-549D-46A4-8427-E9004FB39400}"/>
              </a:ext>
            </a:extLst>
          </p:cNvPr>
          <p:cNvSpPr/>
          <p:nvPr/>
        </p:nvSpPr>
        <p:spPr>
          <a:xfrm>
            <a:off x="7317889" y="4347065"/>
            <a:ext cx="162450" cy="168277"/>
          </a:xfrm>
          <a:prstGeom prst="ellipse">
            <a:avLst/>
          </a:prstGeom>
          <a:gradFill flip="none" rotWithShape="1">
            <a:gsLst>
              <a:gs pos="17000">
                <a:srgbClr val="D1D1D1"/>
              </a:gs>
              <a:gs pos="0">
                <a:schemeClr val="bg1">
                  <a:lumMod val="85000"/>
                </a:schemeClr>
              </a:gs>
              <a:gs pos="60000">
                <a:schemeClr val="accent3">
                  <a:lumMod val="75000"/>
                </a:schemeClr>
              </a:gs>
              <a:gs pos="97000">
                <a:schemeClr val="accent3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52" name="SHO">
            <a:extLst>
              <a:ext uri="{FF2B5EF4-FFF2-40B4-BE49-F238E27FC236}">
                <a16:creationId xmlns:a16="http://schemas.microsoft.com/office/drawing/2014/main" id="{0845B616-2D49-4C5D-A47F-908796A33A53}"/>
              </a:ext>
            </a:extLst>
          </p:cNvPr>
          <p:cNvSpPr/>
          <p:nvPr/>
        </p:nvSpPr>
        <p:spPr>
          <a:xfrm rot="16200000">
            <a:off x="7087769" y="2962645"/>
            <a:ext cx="622693" cy="1443999"/>
          </a:xfrm>
          <a:prstGeom prst="arc">
            <a:avLst>
              <a:gd name="adj1" fmla="val 5396867"/>
              <a:gd name="adj2" fmla="val 5395779"/>
            </a:avLst>
          </a:prstGeom>
          <a:gradFill flip="none" rotWithShape="1">
            <a:gsLst>
              <a:gs pos="0">
                <a:schemeClr val="bg1">
                  <a:lumMod val="65000"/>
                </a:schemeClr>
              </a:gs>
              <a:gs pos="47000">
                <a:schemeClr val="bg1">
                  <a:lumMod val="50000"/>
                </a:schemeClr>
              </a:gs>
              <a:gs pos="97000">
                <a:srgbClr val="5E5E5E"/>
              </a:gs>
            </a:gsLst>
            <a:path path="circle">
              <a:fillToRect l="50000" t="50000" r="50000" b="50000"/>
            </a:path>
            <a:tileRect/>
          </a:gradFill>
          <a:ln w="31750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53" name="SVO">
            <a:extLst>
              <a:ext uri="{FF2B5EF4-FFF2-40B4-BE49-F238E27FC236}">
                <a16:creationId xmlns:a16="http://schemas.microsoft.com/office/drawing/2014/main" id="{28FBC70E-6464-4911-A7DC-D688B4A191B2}"/>
              </a:ext>
            </a:extLst>
          </p:cNvPr>
          <p:cNvSpPr/>
          <p:nvPr/>
        </p:nvSpPr>
        <p:spPr>
          <a:xfrm>
            <a:off x="7037215" y="2936747"/>
            <a:ext cx="722000" cy="1495797"/>
          </a:xfrm>
          <a:prstGeom prst="ellipse">
            <a:avLst/>
          </a:prstGeom>
          <a:noFill/>
          <a:ln w="25400">
            <a:solidFill>
              <a:schemeClr val="bg1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254" name="Oval 6">
            <a:extLst>
              <a:ext uri="{FF2B5EF4-FFF2-40B4-BE49-F238E27FC236}">
                <a16:creationId xmlns:a16="http://schemas.microsoft.com/office/drawing/2014/main" id="{F7426249-BB1C-465F-BA24-177826BCA4FE}"/>
              </a:ext>
            </a:extLst>
          </p:cNvPr>
          <p:cNvSpPr/>
          <p:nvPr/>
        </p:nvSpPr>
        <p:spPr>
          <a:xfrm rot="16200000">
            <a:off x="7087769" y="2962645"/>
            <a:ext cx="622693" cy="1443999"/>
          </a:xfrm>
          <a:prstGeom prst="ellipse">
            <a:avLst/>
          </a:prstGeom>
          <a:noFill/>
          <a:ln w="38100">
            <a:solidFill>
              <a:schemeClr val="tx1">
                <a:alpha val="6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5" name="TextBox 11">
                <a:extLst>
                  <a:ext uri="{FF2B5EF4-FFF2-40B4-BE49-F238E27FC236}">
                    <a16:creationId xmlns:a16="http://schemas.microsoft.com/office/drawing/2014/main" id="{37DEB133-ADB0-4B60-901B-D2AEF580DA59}"/>
                  </a:ext>
                </a:extLst>
              </p:cNvPr>
              <p:cNvSpPr txBox="1"/>
              <p:nvPr/>
            </p:nvSpPr>
            <p:spPr>
              <a:xfrm>
                <a:off x="6849417" y="3506293"/>
                <a:ext cx="176928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255" name="TextBox 11">
                <a:extLst>
                  <a:ext uri="{FF2B5EF4-FFF2-40B4-BE49-F238E27FC236}">
                    <a16:creationId xmlns:a16="http://schemas.microsoft.com/office/drawing/2014/main" id="{37DEB133-ADB0-4B60-901B-D2AEF580DA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49417" y="3506293"/>
                <a:ext cx="176928" cy="338554"/>
              </a:xfrm>
              <a:prstGeom prst="rect">
                <a:avLst/>
              </a:prstGeom>
              <a:blipFill>
                <a:blip r:embed="rId20"/>
                <a:stretch>
                  <a:fillRect r="-4137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6" name="Oval 22">
            <a:extLst>
              <a:ext uri="{FF2B5EF4-FFF2-40B4-BE49-F238E27FC236}">
                <a16:creationId xmlns:a16="http://schemas.microsoft.com/office/drawing/2014/main" id="{F51F6D7A-CBDD-41AE-81A9-01A381888E10}"/>
              </a:ext>
            </a:extLst>
          </p:cNvPr>
          <p:cNvSpPr/>
          <p:nvPr/>
        </p:nvSpPr>
        <p:spPr>
          <a:xfrm>
            <a:off x="7316943" y="4347065"/>
            <a:ext cx="162450" cy="168277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7" name="TextBox 12">
                <a:extLst>
                  <a:ext uri="{FF2B5EF4-FFF2-40B4-BE49-F238E27FC236}">
                    <a16:creationId xmlns:a16="http://schemas.microsoft.com/office/drawing/2014/main" id="{BEB792E4-CC90-49E5-8163-921F2ECF2D45}"/>
                  </a:ext>
                </a:extLst>
              </p:cNvPr>
              <p:cNvSpPr txBox="1"/>
              <p:nvPr/>
            </p:nvSpPr>
            <p:spPr>
              <a:xfrm>
                <a:off x="7504340" y="3601690"/>
                <a:ext cx="176928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257" name="TextBox 12">
                <a:extLst>
                  <a:ext uri="{FF2B5EF4-FFF2-40B4-BE49-F238E27FC236}">
                    <a16:creationId xmlns:a16="http://schemas.microsoft.com/office/drawing/2014/main" id="{BEB792E4-CC90-49E5-8163-921F2ECF2D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04340" y="3601690"/>
                <a:ext cx="176928" cy="338554"/>
              </a:xfrm>
              <a:prstGeom prst="rect">
                <a:avLst/>
              </a:prstGeom>
              <a:blipFill>
                <a:blip r:embed="rId21"/>
                <a:stretch>
                  <a:fillRect r="-55172" b="-363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8" name="TextBox 13">
                <a:extLst>
                  <a:ext uri="{FF2B5EF4-FFF2-40B4-BE49-F238E27FC236}">
                    <a16:creationId xmlns:a16="http://schemas.microsoft.com/office/drawing/2014/main" id="{8D531DEA-B9A5-4E8D-A6A2-A31408532FD7}"/>
                  </a:ext>
                </a:extLst>
              </p:cNvPr>
              <p:cNvSpPr txBox="1"/>
              <p:nvPr/>
            </p:nvSpPr>
            <p:spPr>
              <a:xfrm>
                <a:off x="7260216" y="2971948"/>
                <a:ext cx="256967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>
                          <a:latin typeface="Cambria Math" panose="02040503050406030204" pitchFamily="18" charset="0"/>
                        </a:rPr>
                        <m:t>𝑧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258" name="TextBox 13">
                <a:extLst>
                  <a:ext uri="{FF2B5EF4-FFF2-40B4-BE49-F238E27FC236}">
                    <a16:creationId xmlns:a16="http://schemas.microsoft.com/office/drawing/2014/main" id="{8D531DEA-B9A5-4E8D-A6A2-A31408532F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60216" y="2971948"/>
                <a:ext cx="256967" cy="338554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9" name="DVO">
            <a:extLst>
              <a:ext uri="{FF2B5EF4-FFF2-40B4-BE49-F238E27FC236}">
                <a16:creationId xmlns:a16="http://schemas.microsoft.com/office/drawing/2014/main" id="{BD66E933-A9D1-416F-99A4-A2F56F384D96}"/>
              </a:ext>
            </a:extLst>
          </p:cNvPr>
          <p:cNvSpPr/>
          <p:nvPr/>
        </p:nvSpPr>
        <p:spPr>
          <a:xfrm flipH="1">
            <a:off x="7037215" y="2936747"/>
            <a:ext cx="722000" cy="1495797"/>
          </a:xfrm>
          <a:prstGeom prst="arc">
            <a:avLst>
              <a:gd name="adj1" fmla="val 5396867"/>
              <a:gd name="adj2" fmla="val 16170484"/>
            </a:avLst>
          </a:prstGeom>
          <a:ln w="254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60" name="Oval 23">
            <a:extLst>
              <a:ext uri="{FF2B5EF4-FFF2-40B4-BE49-F238E27FC236}">
                <a16:creationId xmlns:a16="http://schemas.microsoft.com/office/drawing/2014/main" id="{B1975880-4F20-4527-8AC1-67B4B5024B5F}"/>
              </a:ext>
            </a:extLst>
          </p:cNvPr>
          <p:cNvSpPr/>
          <p:nvPr/>
        </p:nvSpPr>
        <p:spPr>
          <a:xfrm>
            <a:off x="8039799" y="3600507"/>
            <a:ext cx="162450" cy="168277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cxnSp>
        <p:nvCxnSpPr>
          <p:cNvPr id="261" name="Straight Arrow Connector 7">
            <a:extLst>
              <a:ext uri="{FF2B5EF4-FFF2-40B4-BE49-F238E27FC236}">
                <a16:creationId xmlns:a16="http://schemas.microsoft.com/office/drawing/2014/main" id="{33161F97-7212-47BE-BA7D-6FC7B9147369}"/>
              </a:ext>
            </a:extLst>
          </p:cNvPr>
          <p:cNvCxnSpPr>
            <a:cxnSpLocks/>
          </p:cNvCxnSpPr>
          <p:nvPr/>
        </p:nvCxnSpPr>
        <p:spPr>
          <a:xfrm flipV="1">
            <a:off x="7395184" y="3236563"/>
            <a:ext cx="1697" cy="445890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2" name="Straight Arrow Connector 19">
            <a:extLst>
              <a:ext uri="{FF2B5EF4-FFF2-40B4-BE49-F238E27FC236}">
                <a16:creationId xmlns:a16="http://schemas.microsoft.com/office/drawing/2014/main" id="{240911C2-AE74-4914-B8DB-470C2315C461}"/>
              </a:ext>
            </a:extLst>
          </p:cNvPr>
          <p:cNvCxnSpPr>
            <a:cxnSpLocks/>
          </p:cNvCxnSpPr>
          <p:nvPr/>
        </p:nvCxnSpPr>
        <p:spPr>
          <a:xfrm>
            <a:off x="7398168" y="3680269"/>
            <a:ext cx="195802" cy="156763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3" name="Straight Arrow Connector 18">
            <a:extLst>
              <a:ext uri="{FF2B5EF4-FFF2-40B4-BE49-F238E27FC236}">
                <a16:creationId xmlns:a16="http://schemas.microsoft.com/office/drawing/2014/main" id="{168B960E-43A1-4542-B03F-41153CC41797}"/>
              </a:ext>
            </a:extLst>
          </p:cNvPr>
          <p:cNvCxnSpPr>
            <a:cxnSpLocks/>
          </p:cNvCxnSpPr>
          <p:nvPr/>
        </p:nvCxnSpPr>
        <p:spPr>
          <a:xfrm rot="16200000" flipH="1" flipV="1">
            <a:off x="7226846" y="3508793"/>
            <a:ext cx="0" cy="342950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4" name="Oval 20">
            <a:extLst>
              <a:ext uri="{FF2B5EF4-FFF2-40B4-BE49-F238E27FC236}">
                <a16:creationId xmlns:a16="http://schemas.microsoft.com/office/drawing/2014/main" id="{24DEE888-55C9-4D4C-B18D-808F9AA85CCB}"/>
              </a:ext>
            </a:extLst>
          </p:cNvPr>
          <p:cNvSpPr/>
          <p:nvPr/>
        </p:nvSpPr>
        <p:spPr>
          <a:xfrm>
            <a:off x="6595635" y="3600507"/>
            <a:ext cx="162450" cy="168277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265" name="Oval 22">
            <a:extLst>
              <a:ext uri="{FF2B5EF4-FFF2-40B4-BE49-F238E27FC236}">
                <a16:creationId xmlns:a16="http://schemas.microsoft.com/office/drawing/2014/main" id="{EF01816B-7066-4916-A520-954D092BE6FE}"/>
              </a:ext>
            </a:extLst>
          </p:cNvPr>
          <p:cNvSpPr/>
          <p:nvPr/>
        </p:nvSpPr>
        <p:spPr>
          <a:xfrm>
            <a:off x="7318125" y="2844234"/>
            <a:ext cx="162450" cy="168277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/>
          </a:p>
        </p:txBody>
      </p:sp>
      <p:sp>
        <p:nvSpPr>
          <p:cNvPr id="266" name="Partial Circle 9">
            <a:extLst>
              <a:ext uri="{FF2B5EF4-FFF2-40B4-BE49-F238E27FC236}">
                <a16:creationId xmlns:a16="http://schemas.microsoft.com/office/drawing/2014/main" id="{95E3D0C0-F471-47D7-9B54-CC1B9F289F59}"/>
              </a:ext>
            </a:extLst>
          </p:cNvPr>
          <p:cNvSpPr>
            <a:spLocks noChangeAspect="1"/>
          </p:cNvSpPr>
          <p:nvPr/>
        </p:nvSpPr>
        <p:spPr>
          <a:xfrm rot="16200000" flipH="1">
            <a:off x="7334286" y="3585381"/>
            <a:ext cx="102407" cy="197721"/>
          </a:xfrm>
          <a:prstGeom prst="pie">
            <a:avLst>
              <a:gd name="adj1" fmla="val 16258856"/>
              <a:gd name="adj2" fmla="val 19252600"/>
            </a:avLst>
          </a:prstGeom>
          <a:gradFill flip="none" rotWithShape="1">
            <a:gsLst>
              <a:gs pos="0">
                <a:schemeClr val="tx1"/>
              </a:gs>
              <a:gs pos="50000">
                <a:schemeClr val="tx1">
                  <a:lumMod val="50000"/>
                  <a:lumOff val="50000"/>
                </a:schemeClr>
              </a:gs>
              <a:gs pos="100000">
                <a:schemeClr val="bg1">
                  <a:lumMod val="50000"/>
                </a:schemeClr>
              </a:gs>
            </a:gsLst>
            <a:lin ang="2700000" scaled="1"/>
            <a:tileRect/>
          </a:gra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7" name="TextBox 10">
                <a:extLst>
                  <a:ext uri="{FF2B5EF4-FFF2-40B4-BE49-F238E27FC236}">
                    <a16:creationId xmlns:a16="http://schemas.microsoft.com/office/drawing/2014/main" id="{B215AA15-06BF-4D83-A5CD-B6A967095CE1}"/>
                  </a:ext>
                </a:extLst>
              </p:cNvPr>
              <p:cNvSpPr txBox="1"/>
              <p:nvPr/>
            </p:nvSpPr>
            <p:spPr>
              <a:xfrm>
                <a:off x="6970268" y="3620427"/>
                <a:ext cx="315234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>
                          <a:latin typeface="Cambria Math" panose="02040503050406030204" pitchFamily="18" charset="0"/>
                        </a:rPr>
                        <m:t>𝛼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267" name="TextBox 10">
                <a:extLst>
                  <a:ext uri="{FF2B5EF4-FFF2-40B4-BE49-F238E27FC236}">
                    <a16:creationId xmlns:a16="http://schemas.microsoft.com/office/drawing/2014/main" id="{B215AA15-06BF-4D83-A5CD-B6A967095C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70268" y="3620427"/>
                <a:ext cx="315234" cy="338554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68" name="Straight Arrow Connector 17">
            <a:extLst>
              <a:ext uri="{FF2B5EF4-FFF2-40B4-BE49-F238E27FC236}">
                <a16:creationId xmlns:a16="http://schemas.microsoft.com/office/drawing/2014/main" id="{230BB7BA-7677-4C8C-B5E4-B82B7D463931}"/>
              </a:ext>
            </a:extLst>
          </p:cNvPr>
          <p:cNvCxnSpPr>
            <a:cxnSpLocks/>
          </p:cNvCxnSpPr>
          <p:nvPr/>
        </p:nvCxnSpPr>
        <p:spPr>
          <a:xfrm flipH="1">
            <a:off x="7177537" y="3685449"/>
            <a:ext cx="221585" cy="286539"/>
          </a:xfrm>
          <a:prstGeom prst="straightConnector1">
            <a:avLst/>
          </a:prstGeom>
          <a:ln w="38100">
            <a:solidFill>
              <a:schemeClr val="tx1"/>
            </a:solidFill>
            <a:tailEnd type="stealth" w="lg" len="lg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269" name="Partial Circle 9">
            <a:extLst>
              <a:ext uri="{FF2B5EF4-FFF2-40B4-BE49-F238E27FC236}">
                <a16:creationId xmlns:a16="http://schemas.microsoft.com/office/drawing/2014/main" id="{E72D69FE-BCE2-4231-B5B8-E4BAB5150F43}"/>
              </a:ext>
            </a:extLst>
          </p:cNvPr>
          <p:cNvSpPr>
            <a:spLocks noChangeAspect="1"/>
          </p:cNvSpPr>
          <p:nvPr/>
        </p:nvSpPr>
        <p:spPr>
          <a:xfrm>
            <a:off x="7321561" y="3548156"/>
            <a:ext cx="149214" cy="301366"/>
          </a:xfrm>
          <a:prstGeom prst="pie">
            <a:avLst>
              <a:gd name="adj1" fmla="val 16258856"/>
              <a:gd name="adj2" fmla="val 19252600"/>
            </a:avLst>
          </a:prstGeom>
          <a:gradFill flip="none" rotWithShape="1">
            <a:gsLst>
              <a:gs pos="0">
                <a:schemeClr val="tx1"/>
              </a:gs>
              <a:gs pos="50000">
                <a:schemeClr val="tx1">
                  <a:lumMod val="50000"/>
                  <a:lumOff val="50000"/>
                </a:schemeClr>
              </a:gs>
              <a:gs pos="100000">
                <a:schemeClr val="bg1">
                  <a:lumMod val="50000"/>
                </a:schemeClr>
              </a:gs>
            </a:gsLst>
            <a:lin ang="2700000" scaled="1"/>
            <a:tileRect/>
          </a:gra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0" name="TextBox 10">
                <a:extLst>
                  <a:ext uri="{FF2B5EF4-FFF2-40B4-BE49-F238E27FC236}">
                    <a16:creationId xmlns:a16="http://schemas.microsoft.com/office/drawing/2014/main" id="{2F6C10B6-03DA-4C5F-B367-63A41053B482}"/>
                  </a:ext>
                </a:extLst>
              </p:cNvPr>
              <p:cNvSpPr txBox="1"/>
              <p:nvPr/>
            </p:nvSpPr>
            <p:spPr>
              <a:xfrm>
                <a:off x="7361340" y="3300009"/>
                <a:ext cx="297046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>
                          <a:latin typeface="Cambria Math" panose="02040503050406030204" pitchFamily="18" charset="0"/>
                        </a:rPr>
                        <m:t>𝛽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270" name="TextBox 10">
                <a:extLst>
                  <a:ext uri="{FF2B5EF4-FFF2-40B4-BE49-F238E27FC236}">
                    <a16:creationId xmlns:a16="http://schemas.microsoft.com/office/drawing/2014/main" id="{2F6C10B6-03DA-4C5F-B367-63A41053B4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61340" y="3300009"/>
                <a:ext cx="297046" cy="338554"/>
              </a:xfrm>
              <a:prstGeom prst="rect">
                <a:avLst/>
              </a:prstGeom>
              <a:blipFill>
                <a:blip r:embed="rId24"/>
                <a:stretch>
                  <a:fillRect l="-2083" r="-4167" b="-892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71" name="Straight Arrow Connector 17">
            <a:extLst>
              <a:ext uri="{FF2B5EF4-FFF2-40B4-BE49-F238E27FC236}">
                <a16:creationId xmlns:a16="http://schemas.microsoft.com/office/drawing/2014/main" id="{050CD12B-2348-4EAE-8F7E-7F476F6AB6E3}"/>
              </a:ext>
            </a:extLst>
          </p:cNvPr>
          <p:cNvCxnSpPr>
            <a:cxnSpLocks/>
          </p:cNvCxnSpPr>
          <p:nvPr/>
        </p:nvCxnSpPr>
        <p:spPr>
          <a:xfrm flipV="1">
            <a:off x="7391035" y="3239724"/>
            <a:ext cx="571923" cy="449644"/>
          </a:xfrm>
          <a:prstGeom prst="straightConnector1">
            <a:avLst/>
          </a:prstGeom>
          <a:ln w="38100">
            <a:solidFill>
              <a:schemeClr val="tx1"/>
            </a:solidFill>
            <a:tailEnd type="stealth" w="lg" len="lg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52" name="Oval 23">
            <a:extLst>
              <a:ext uri="{FF2B5EF4-FFF2-40B4-BE49-F238E27FC236}">
                <a16:creationId xmlns:a16="http://schemas.microsoft.com/office/drawing/2014/main" id="{6454FEB7-1A49-4057-B9D1-C98AB19CFD06}"/>
              </a:ext>
            </a:extLst>
          </p:cNvPr>
          <p:cNvSpPr/>
          <p:nvPr/>
        </p:nvSpPr>
        <p:spPr>
          <a:xfrm>
            <a:off x="7651126" y="3860498"/>
            <a:ext cx="162450" cy="168277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154" name="Oval 23">
            <a:extLst>
              <a:ext uri="{FF2B5EF4-FFF2-40B4-BE49-F238E27FC236}">
                <a16:creationId xmlns:a16="http://schemas.microsoft.com/office/drawing/2014/main" id="{2FF5597B-5488-4B3C-BE8B-E0AD3A81CF14}"/>
              </a:ext>
            </a:extLst>
          </p:cNvPr>
          <p:cNvSpPr/>
          <p:nvPr/>
        </p:nvSpPr>
        <p:spPr>
          <a:xfrm>
            <a:off x="6965326" y="3327098"/>
            <a:ext cx="162450" cy="168277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6" name="文字方塊 155">
                <a:extLst>
                  <a:ext uri="{FF2B5EF4-FFF2-40B4-BE49-F238E27FC236}">
                    <a16:creationId xmlns:a16="http://schemas.microsoft.com/office/drawing/2014/main" id="{7D05204B-22BE-4DE9-AA50-5F23DEE9A2F6}"/>
                  </a:ext>
                </a:extLst>
              </p:cNvPr>
              <p:cNvSpPr txBox="1"/>
              <p:nvPr/>
            </p:nvSpPr>
            <p:spPr>
              <a:xfrm>
                <a:off x="8312755" y="3844729"/>
                <a:ext cx="1150186" cy="3231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5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500" b="0" i="1" smtClean="0">
                              <a:latin typeface="Cambria Math" panose="02040503050406030204" pitchFamily="18" charset="0"/>
                            </a:rPr>
                            <m:t>/2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500" dirty="0"/>
              </a:p>
            </p:txBody>
          </p:sp>
        </mc:Choice>
        <mc:Fallback xmlns="">
          <p:sp>
            <p:nvSpPr>
              <p:cNvPr id="156" name="文字方塊 155">
                <a:extLst>
                  <a:ext uri="{FF2B5EF4-FFF2-40B4-BE49-F238E27FC236}">
                    <a16:creationId xmlns:a16="http://schemas.microsoft.com/office/drawing/2014/main" id="{7D05204B-22BE-4DE9-AA50-5F23DEE9A2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12755" y="3844729"/>
                <a:ext cx="1150186" cy="323165"/>
              </a:xfrm>
              <a:prstGeom prst="rect">
                <a:avLst/>
              </a:prstGeom>
              <a:blipFill>
                <a:blip r:embed="rId25"/>
                <a:stretch>
                  <a:fillRect b="-943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7" name="文字方塊 156">
                <a:extLst>
                  <a:ext uri="{FF2B5EF4-FFF2-40B4-BE49-F238E27FC236}">
                    <a16:creationId xmlns:a16="http://schemas.microsoft.com/office/drawing/2014/main" id="{834029C9-84F7-4B57-9E81-D8CCCEEA55EA}"/>
                  </a:ext>
                </a:extLst>
              </p:cNvPr>
              <p:cNvSpPr txBox="1"/>
              <p:nvPr/>
            </p:nvSpPr>
            <p:spPr>
              <a:xfrm>
                <a:off x="5272154" y="2248720"/>
                <a:ext cx="1150186" cy="3231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5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5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/2,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500" dirty="0"/>
              </a:p>
            </p:txBody>
          </p:sp>
        </mc:Choice>
        <mc:Fallback xmlns="">
          <p:sp>
            <p:nvSpPr>
              <p:cNvPr id="157" name="文字方塊 156">
                <a:extLst>
                  <a:ext uri="{FF2B5EF4-FFF2-40B4-BE49-F238E27FC236}">
                    <a16:creationId xmlns:a16="http://schemas.microsoft.com/office/drawing/2014/main" id="{834029C9-84F7-4B57-9E81-D8CCCEEA55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72154" y="2248720"/>
                <a:ext cx="1150186" cy="323165"/>
              </a:xfrm>
              <a:prstGeom prst="rect">
                <a:avLst/>
              </a:prstGeom>
              <a:blipFill>
                <a:blip r:embed="rId26"/>
                <a:stretch>
                  <a:fillRect b="-943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8" name="直線接點 157">
            <a:extLst>
              <a:ext uri="{FF2B5EF4-FFF2-40B4-BE49-F238E27FC236}">
                <a16:creationId xmlns:a16="http://schemas.microsoft.com/office/drawing/2014/main" id="{DA529A4E-3BAB-45BB-8274-1088EF0B43A5}"/>
              </a:ext>
            </a:extLst>
          </p:cNvPr>
          <p:cNvCxnSpPr>
            <a:cxnSpLocks/>
          </p:cNvCxnSpPr>
          <p:nvPr/>
        </p:nvCxnSpPr>
        <p:spPr>
          <a:xfrm flipV="1">
            <a:off x="6523355" y="3410397"/>
            <a:ext cx="453250" cy="188"/>
          </a:xfrm>
          <a:prstGeom prst="line">
            <a:avLst/>
          </a:prstGeom>
          <a:ln w="9525" cap="flat" cmpd="sng" algn="ctr">
            <a:solidFill>
              <a:schemeClr val="bg1">
                <a:lumMod val="5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59" name="直線接點 158">
            <a:extLst>
              <a:ext uri="{FF2B5EF4-FFF2-40B4-BE49-F238E27FC236}">
                <a16:creationId xmlns:a16="http://schemas.microsoft.com/office/drawing/2014/main" id="{F100F92B-B8C5-4A0F-B866-E2BAB0C4087A}"/>
              </a:ext>
            </a:extLst>
          </p:cNvPr>
          <p:cNvCxnSpPr>
            <a:cxnSpLocks/>
          </p:cNvCxnSpPr>
          <p:nvPr/>
        </p:nvCxnSpPr>
        <p:spPr>
          <a:xfrm>
            <a:off x="7827010" y="3970973"/>
            <a:ext cx="418783" cy="0"/>
          </a:xfrm>
          <a:prstGeom prst="line">
            <a:avLst/>
          </a:prstGeom>
          <a:ln w="9525" cap="flat" cmpd="sng" algn="ctr">
            <a:solidFill>
              <a:schemeClr val="bg1">
                <a:lumMod val="5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60" name="直線接點 159">
            <a:extLst>
              <a:ext uri="{FF2B5EF4-FFF2-40B4-BE49-F238E27FC236}">
                <a16:creationId xmlns:a16="http://schemas.microsoft.com/office/drawing/2014/main" id="{A656DF39-7853-456D-84EE-B2D69029F0B5}"/>
              </a:ext>
            </a:extLst>
          </p:cNvPr>
          <p:cNvCxnSpPr>
            <a:cxnSpLocks/>
          </p:cNvCxnSpPr>
          <p:nvPr/>
        </p:nvCxnSpPr>
        <p:spPr>
          <a:xfrm flipV="1">
            <a:off x="8169593" y="3508375"/>
            <a:ext cx="120332" cy="100649"/>
          </a:xfrm>
          <a:prstGeom prst="line">
            <a:avLst/>
          </a:prstGeom>
          <a:ln w="9525" cap="flat" cmpd="sng" algn="ctr">
            <a:solidFill>
              <a:schemeClr val="bg1">
                <a:lumMod val="5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61" name="直線接點 160">
            <a:extLst>
              <a:ext uri="{FF2B5EF4-FFF2-40B4-BE49-F238E27FC236}">
                <a16:creationId xmlns:a16="http://schemas.microsoft.com/office/drawing/2014/main" id="{C2ECA97C-3D5E-4873-BF49-1B844DE8012B}"/>
              </a:ext>
            </a:extLst>
          </p:cNvPr>
          <p:cNvCxnSpPr>
            <a:cxnSpLocks/>
          </p:cNvCxnSpPr>
          <p:nvPr/>
        </p:nvCxnSpPr>
        <p:spPr>
          <a:xfrm flipV="1">
            <a:off x="6508393" y="3750766"/>
            <a:ext cx="105264" cy="191632"/>
          </a:xfrm>
          <a:prstGeom prst="line">
            <a:avLst/>
          </a:prstGeom>
          <a:ln w="9525" cap="flat" cmpd="sng" algn="ctr">
            <a:solidFill>
              <a:schemeClr val="bg1">
                <a:lumMod val="5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71" name="矩形 70">
                <a:extLst>
                  <a:ext uri="{FF2B5EF4-FFF2-40B4-BE49-F238E27FC236}">
                    <a16:creationId xmlns:a16="http://schemas.microsoft.com/office/drawing/2014/main" id="{753A7363-6750-43E6-B148-328C1E168BCC}"/>
                  </a:ext>
                </a:extLst>
              </p:cNvPr>
              <p:cNvSpPr/>
              <p:nvPr/>
            </p:nvSpPr>
            <p:spPr>
              <a:xfrm>
                <a:off x="2890719" y="1162128"/>
                <a:ext cx="1356461" cy="369332"/>
              </a:xfrm>
              <a:prstGeom prst="rect">
                <a:avLst/>
              </a:prstGeom>
              <a:solidFill>
                <a:srgbClr val="EFEFEF"/>
              </a:solidFill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b="0" i="1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−1, −1, 1, 1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>
          <p:sp>
            <p:nvSpPr>
              <p:cNvPr id="71" name="矩形 70">
                <a:extLst>
                  <a:ext uri="{FF2B5EF4-FFF2-40B4-BE49-F238E27FC236}">
                    <a16:creationId xmlns:a16="http://schemas.microsoft.com/office/drawing/2014/main" id="{753A7363-6750-43E6-B148-328C1E168BC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90719" y="1162128"/>
                <a:ext cx="1356461" cy="369332"/>
              </a:xfrm>
              <a:prstGeom prst="rect">
                <a:avLst/>
              </a:prstGeom>
              <a:blipFill>
                <a:blip r:embed="rId2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9078954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矩形: 圓角 77">
            <a:extLst>
              <a:ext uri="{FF2B5EF4-FFF2-40B4-BE49-F238E27FC236}">
                <a16:creationId xmlns:a16="http://schemas.microsoft.com/office/drawing/2014/main" id="{9BD23504-6ECB-4078-8122-7EE98A372D82}"/>
              </a:ext>
            </a:extLst>
          </p:cNvPr>
          <p:cNvSpPr/>
          <p:nvPr/>
        </p:nvSpPr>
        <p:spPr>
          <a:xfrm>
            <a:off x="4931433" y="428625"/>
            <a:ext cx="4899729" cy="5763273"/>
          </a:xfrm>
          <a:prstGeom prst="roundRect">
            <a:avLst>
              <a:gd name="adj" fmla="val 7772"/>
            </a:avLst>
          </a:prstGeom>
          <a:gradFill flip="none" rotWithShape="1"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lin ang="54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2000" dirty="0"/>
          </a:p>
        </p:txBody>
      </p:sp>
      <p:pic>
        <p:nvPicPr>
          <p:cNvPr id="66" name="圖片 65">
            <a:extLst>
              <a:ext uri="{FF2B5EF4-FFF2-40B4-BE49-F238E27FC236}">
                <a16:creationId xmlns:a16="http://schemas.microsoft.com/office/drawing/2014/main" id="{449A46B4-D957-4620-B1B8-FBDCE92421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02139" y="3905036"/>
            <a:ext cx="1285200" cy="1285200"/>
          </a:xfrm>
          <a:prstGeom prst="rect">
            <a:avLst/>
          </a:prstGeom>
        </p:spPr>
      </p:pic>
      <p:pic>
        <p:nvPicPr>
          <p:cNvPr id="67" name="圖片 66">
            <a:extLst>
              <a:ext uri="{FF2B5EF4-FFF2-40B4-BE49-F238E27FC236}">
                <a16:creationId xmlns:a16="http://schemas.microsoft.com/office/drawing/2014/main" id="{BDA9D933-9260-4111-AAE5-D6E48C2321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89056" y="3860498"/>
            <a:ext cx="1285200" cy="1282533"/>
          </a:xfrm>
          <a:prstGeom prst="rect">
            <a:avLst/>
          </a:prstGeom>
        </p:spPr>
      </p:pic>
      <p:pic>
        <p:nvPicPr>
          <p:cNvPr id="68" name="圖片 67">
            <a:extLst>
              <a:ext uri="{FF2B5EF4-FFF2-40B4-BE49-F238E27FC236}">
                <a16:creationId xmlns:a16="http://schemas.microsoft.com/office/drawing/2014/main" id="{B81F4C9D-88C7-4A09-9596-27BAAAD3DB8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76838" y="2262063"/>
            <a:ext cx="1285200" cy="1282539"/>
          </a:xfrm>
          <a:prstGeom prst="rect">
            <a:avLst/>
          </a:prstGeom>
        </p:spPr>
      </p:pic>
      <p:pic>
        <p:nvPicPr>
          <p:cNvPr id="69" name="圖片 68">
            <a:extLst>
              <a:ext uri="{FF2B5EF4-FFF2-40B4-BE49-F238E27FC236}">
                <a16:creationId xmlns:a16="http://schemas.microsoft.com/office/drawing/2014/main" id="{230A47D6-9C35-4B68-B2A6-D42875F6CD4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96393" y="2252344"/>
            <a:ext cx="1285200" cy="1287866"/>
          </a:xfrm>
          <a:prstGeom prst="rect">
            <a:avLst/>
          </a:prstGeom>
        </p:spPr>
      </p:pic>
      <p:pic>
        <p:nvPicPr>
          <p:cNvPr id="70" name="圖片 69">
            <a:extLst>
              <a:ext uri="{FF2B5EF4-FFF2-40B4-BE49-F238E27FC236}">
                <a16:creationId xmlns:a16="http://schemas.microsoft.com/office/drawing/2014/main" id="{30D1FAAA-09D0-4829-B9F5-27DB03E2C8C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46115" y="1289402"/>
            <a:ext cx="1285200" cy="1285200"/>
          </a:xfrm>
          <a:prstGeom prst="rect">
            <a:avLst/>
          </a:prstGeom>
        </p:spPr>
      </p:pic>
      <p:pic>
        <p:nvPicPr>
          <p:cNvPr id="72" name="圖片 71">
            <a:extLst>
              <a:ext uri="{FF2B5EF4-FFF2-40B4-BE49-F238E27FC236}">
                <a16:creationId xmlns:a16="http://schemas.microsoft.com/office/drawing/2014/main" id="{C44CAFC4-1A2E-4635-AE4A-899610F2D22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45247" y="4885706"/>
            <a:ext cx="1285200" cy="1285200"/>
          </a:xfrm>
          <a:prstGeom prst="rect">
            <a:avLst/>
          </a:prstGeom>
        </p:spPr>
      </p:pic>
      <p:pic>
        <p:nvPicPr>
          <p:cNvPr id="60" name="圖片 59">
            <a:extLst>
              <a:ext uri="{FF2B5EF4-FFF2-40B4-BE49-F238E27FC236}">
                <a16:creationId xmlns:a16="http://schemas.microsoft.com/office/drawing/2014/main" id="{42DD76E4-3C3A-46F2-B2B8-35BF6726C155}"/>
              </a:ext>
            </a:extLst>
          </p:cNvPr>
          <p:cNvPicPr>
            <a:picLocks noChangeAspect="1"/>
          </p:cNvPicPr>
          <p:nvPr/>
        </p:nvPicPr>
        <p:blipFill rotWithShape="1">
          <a:blip r:embed="rId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t="61405"/>
          <a:stretch/>
        </p:blipFill>
        <p:spPr>
          <a:xfrm>
            <a:off x="6260308" y="573670"/>
            <a:ext cx="2300718" cy="470285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80" name="文字方塊 179">
                <a:extLst>
                  <a:ext uri="{FF2B5EF4-FFF2-40B4-BE49-F238E27FC236}">
                    <a16:creationId xmlns:a16="http://schemas.microsoft.com/office/drawing/2014/main" id="{C6592285-FBA9-4DE2-BE47-D5703A7C2A40}"/>
                  </a:ext>
                </a:extLst>
              </p:cNvPr>
              <p:cNvSpPr txBox="1"/>
              <p:nvPr/>
            </p:nvSpPr>
            <p:spPr>
              <a:xfrm>
                <a:off x="6994665" y="4501420"/>
                <a:ext cx="812954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600" i="1" smtClean="0">
                          <a:latin typeface="Cambria Math" panose="02040503050406030204" pitchFamily="18" charset="0"/>
                        </a:rPr>
                        <m:t>|</m:t>
                      </m:r>
                      <m:d>
                        <m:dPr>
                          <m:begChr m:val=""/>
                          <m:endChr m:val="⟩"/>
                          <m:ctrlPr>
                            <a:rPr lang="en-US" altLang="zh-TW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6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1, </m:t>
                          </m:r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d>
                    </m:oMath>
                  </m:oMathPara>
                </a14:m>
                <a:endParaRPr lang="zh-TW" altLang="en-US" sz="1600" dirty="0"/>
              </a:p>
            </p:txBody>
          </p:sp>
        </mc:Choice>
        <mc:Fallback>
          <p:sp>
            <p:nvSpPr>
              <p:cNvPr id="180" name="文字方塊 179">
                <a:extLst>
                  <a:ext uri="{FF2B5EF4-FFF2-40B4-BE49-F238E27FC236}">
                    <a16:creationId xmlns:a16="http://schemas.microsoft.com/office/drawing/2014/main" id="{C6592285-FBA9-4DE2-BE47-D5703A7C2A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94665" y="4501420"/>
                <a:ext cx="812954" cy="338554"/>
              </a:xfrm>
              <a:prstGeom prst="rect">
                <a:avLst/>
              </a:prstGeom>
              <a:blipFill>
                <a:blip r:embed="rId9"/>
                <a:stretch>
                  <a:fillRect t="-108929" r="-46269" b="-16785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89" name="文字方塊 188">
                <a:extLst>
                  <a:ext uri="{FF2B5EF4-FFF2-40B4-BE49-F238E27FC236}">
                    <a16:creationId xmlns:a16="http://schemas.microsoft.com/office/drawing/2014/main" id="{06013B16-AADE-4F50-9769-3B0E22EFD811}"/>
                  </a:ext>
                </a:extLst>
              </p:cNvPr>
              <p:cNvSpPr txBox="1"/>
              <p:nvPr/>
            </p:nvSpPr>
            <p:spPr>
              <a:xfrm>
                <a:off x="6994665" y="2555828"/>
                <a:ext cx="812954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600" i="1" smtClean="0">
                          <a:latin typeface="Cambria Math" panose="02040503050406030204" pitchFamily="18" charset="0"/>
                        </a:rPr>
                        <m:t>|</m:t>
                      </m:r>
                      <m:d>
                        <m:dPr>
                          <m:begChr m:val=""/>
                          <m:endChr m:val="⟩"/>
                          <m:ctrlPr>
                            <a:rPr lang="en-US" altLang="zh-TW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1, </m:t>
                          </m:r>
                          <m:r>
                            <a:rPr lang="en-US" altLang="zh-TW" sz="16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d>
                    </m:oMath>
                  </m:oMathPara>
                </a14:m>
                <a:endParaRPr lang="zh-TW" altLang="en-US" sz="1600" dirty="0"/>
              </a:p>
            </p:txBody>
          </p:sp>
        </mc:Choice>
        <mc:Fallback>
          <p:sp>
            <p:nvSpPr>
              <p:cNvPr id="189" name="文字方塊 188">
                <a:extLst>
                  <a:ext uri="{FF2B5EF4-FFF2-40B4-BE49-F238E27FC236}">
                    <a16:creationId xmlns:a16="http://schemas.microsoft.com/office/drawing/2014/main" id="{06013B16-AADE-4F50-9769-3B0E22EFD8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94665" y="2555828"/>
                <a:ext cx="812954" cy="338554"/>
              </a:xfrm>
              <a:prstGeom prst="rect">
                <a:avLst/>
              </a:prstGeom>
              <a:blipFill>
                <a:blip r:embed="rId10"/>
                <a:stretch>
                  <a:fillRect t="-108929" r="-46269" b="-16785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12" name="群組 211">
            <a:extLst>
              <a:ext uri="{FF2B5EF4-FFF2-40B4-BE49-F238E27FC236}">
                <a16:creationId xmlns:a16="http://schemas.microsoft.com/office/drawing/2014/main" id="{56BB1570-BE07-4CCA-B844-DD9F00E8733F}"/>
              </a:ext>
            </a:extLst>
          </p:cNvPr>
          <p:cNvGrpSpPr/>
          <p:nvPr/>
        </p:nvGrpSpPr>
        <p:grpSpPr>
          <a:xfrm>
            <a:off x="7184183" y="1808686"/>
            <a:ext cx="115586" cy="110880"/>
            <a:chOff x="1373392" y="2391862"/>
            <a:chExt cx="479433" cy="476535"/>
          </a:xfrm>
        </p:grpSpPr>
        <p:sp>
          <p:nvSpPr>
            <p:cNvPr id="213" name="箭號: 向右 212">
              <a:extLst>
                <a:ext uri="{FF2B5EF4-FFF2-40B4-BE49-F238E27FC236}">
                  <a16:creationId xmlns:a16="http://schemas.microsoft.com/office/drawing/2014/main" id="{D44EB9EF-73CA-404D-99EE-1F0CCE892A52}"/>
                </a:ext>
              </a:extLst>
            </p:cNvPr>
            <p:cNvSpPr/>
            <p:nvPr/>
          </p:nvSpPr>
          <p:spPr>
            <a:xfrm>
              <a:off x="1411244" y="2735868"/>
              <a:ext cx="441581" cy="132529"/>
            </a:xfrm>
            <a:prstGeom prst="rightArrow">
              <a:avLst>
                <a:gd name="adj1" fmla="val 50000"/>
                <a:gd name="adj2" fmla="val 99023"/>
              </a:avLst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220" name="箭號: 向右 219">
              <a:extLst>
                <a:ext uri="{FF2B5EF4-FFF2-40B4-BE49-F238E27FC236}">
                  <a16:creationId xmlns:a16="http://schemas.microsoft.com/office/drawing/2014/main" id="{9F517533-ADEE-4B5D-BB6F-1F4159A610F9}"/>
                </a:ext>
              </a:extLst>
            </p:cNvPr>
            <p:cNvSpPr/>
            <p:nvPr/>
          </p:nvSpPr>
          <p:spPr>
            <a:xfrm rot="16200000">
              <a:off x="1218866" y="2546388"/>
              <a:ext cx="441581" cy="132529"/>
            </a:xfrm>
            <a:prstGeom prst="rightArrow">
              <a:avLst>
                <a:gd name="adj1" fmla="val 50000"/>
                <a:gd name="adj2" fmla="val 99023"/>
              </a:avLst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2000" dirty="0">
                <a:solidFill>
                  <a:schemeClr val="tx1"/>
                </a:solidFill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26" name="文字方塊 225">
                <a:extLst>
                  <a:ext uri="{FF2B5EF4-FFF2-40B4-BE49-F238E27FC236}">
                    <a16:creationId xmlns:a16="http://schemas.microsoft.com/office/drawing/2014/main" id="{4A797F52-28EA-4953-BC86-8E8901D5D2D9}"/>
                  </a:ext>
                </a:extLst>
              </p:cNvPr>
              <p:cNvSpPr txBox="1"/>
              <p:nvPr/>
            </p:nvSpPr>
            <p:spPr>
              <a:xfrm>
                <a:off x="7064306" y="1435710"/>
                <a:ext cx="438402" cy="4242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</m:oMath>
                  </m:oMathPara>
                </a14:m>
                <a:endParaRPr lang="en-US" altLang="zh-TW" sz="2000" dirty="0"/>
              </a:p>
            </p:txBody>
          </p:sp>
        </mc:Choice>
        <mc:Fallback xmlns="">
          <p:sp>
            <p:nvSpPr>
              <p:cNvPr id="226" name="文字方塊 225">
                <a:extLst>
                  <a:ext uri="{FF2B5EF4-FFF2-40B4-BE49-F238E27FC236}">
                    <a16:creationId xmlns:a16="http://schemas.microsoft.com/office/drawing/2014/main" id="{4A797F52-28EA-4953-BC86-8E8901D5D2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64306" y="1435710"/>
                <a:ext cx="438402" cy="424283"/>
              </a:xfrm>
              <a:prstGeom prst="rect">
                <a:avLst/>
              </a:prstGeom>
              <a:blipFill>
                <a:blip r:embed="rId11"/>
                <a:stretch>
                  <a:fillRect b="-579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7" name="文字方塊 226">
                <a:extLst>
                  <a:ext uri="{FF2B5EF4-FFF2-40B4-BE49-F238E27FC236}">
                    <a16:creationId xmlns:a16="http://schemas.microsoft.com/office/drawing/2014/main" id="{990D4C3A-AED8-40BB-8849-57DEE8BE7A17}"/>
                  </a:ext>
                </a:extLst>
              </p:cNvPr>
              <p:cNvSpPr txBox="1"/>
              <p:nvPr/>
            </p:nvSpPr>
            <p:spPr>
              <a:xfrm>
                <a:off x="7237289" y="1713862"/>
                <a:ext cx="388427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</m:oMath>
                  </m:oMathPara>
                </a14:m>
                <a:endParaRPr lang="en-US" altLang="zh-TW" sz="2000" dirty="0"/>
              </a:p>
            </p:txBody>
          </p:sp>
        </mc:Choice>
        <mc:Fallback xmlns="">
          <p:sp>
            <p:nvSpPr>
              <p:cNvPr id="227" name="文字方塊 226">
                <a:extLst>
                  <a:ext uri="{FF2B5EF4-FFF2-40B4-BE49-F238E27FC236}">
                    <a16:creationId xmlns:a16="http://schemas.microsoft.com/office/drawing/2014/main" id="{990D4C3A-AED8-40BB-8849-57DEE8BE7A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37289" y="1713862"/>
                <a:ext cx="388427" cy="400110"/>
              </a:xfrm>
              <a:prstGeom prst="rect">
                <a:avLst/>
              </a:prstGeom>
              <a:blipFill>
                <a:blip r:embed="rId12"/>
                <a:stretch>
                  <a:fillRect b="-757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8" name="文字方塊 227">
                <a:extLst>
                  <a:ext uri="{FF2B5EF4-FFF2-40B4-BE49-F238E27FC236}">
                    <a16:creationId xmlns:a16="http://schemas.microsoft.com/office/drawing/2014/main" id="{3C622479-68C9-4AC9-AE5F-27970F7075FD}"/>
                  </a:ext>
                </a:extLst>
              </p:cNvPr>
              <p:cNvSpPr txBox="1"/>
              <p:nvPr/>
            </p:nvSpPr>
            <p:spPr>
              <a:xfrm>
                <a:off x="6540846" y="2179934"/>
                <a:ext cx="652306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0.1</m:t>
                          </m:r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en-US" altLang="zh-TW" sz="1600" dirty="0"/>
              </a:p>
            </p:txBody>
          </p:sp>
        </mc:Choice>
        <mc:Fallback xmlns="">
          <p:sp>
            <p:nvSpPr>
              <p:cNvPr id="228" name="文字方塊 227">
                <a:extLst>
                  <a:ext uri="{FF2B5EF4-FFF2-40B4-BE49-F238E27FC236}">
                    <a16:creationId xmlns:a16="http://schemas.microsoft.com/office/drawing/2014/main" id="{3C622479-68C9-4AC9-AE5F-27970F7075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40846" y="2179934"/>
                <a:ext cx="652306" cy="338554"/>
              </a:xfrm>
              <a:prstGeom prst="rect">
                <a:avLst/>
              </a:prstGeom>
              <a:blipFill>
                <a:blip r:embed="rId13"/>
                <a:stretch>
                  <a:fillRect b="-727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9" name="文字方塊 228">
            <a:extLst>
              <a:ext uri="{FF2B5EF4-FFF2-40B4-BE49-F238E27FC236}">
                <a16:creationId xmlns:a16="http://schemas.microsoft.com/office/drawing/2014/main" id="{2693C9D3-A145-48F7-981C-9A9BF2A0A9A5}"/>
              </a:ext>
            </a:extLst>
          </p:cNvPr>
          <p:cNvSpPr txBox="1"/>
          <p:nvPr/>
        </p:nvSpPr>
        <p:spPr>
          <a:xfrm>
            <a:off x="5543826" y="-117920"/>
            <a:ext cx="3714632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Longitudinal component</a:t>
            </a:r>
            <a:endParaRPr lang="zh-TW" altLang="en-US" sz="2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1" name="文字方塊 230">
                <a:extLst>
                  <a:ext uri="{FF2B5EF4-FFF2-40B4-BE49-F238E27FC236}">
                    <a16:creationId xmlns:a16="http://schemas.microsoft.com/office/drawing/2014/main" id="{A81A25EB-4EC7-4F2F-99BC-612BE192E284}"/>
                  </a:ext>
                </a:extLst>
              </p:cNvPr>
              <p:cNvSpPr txBox="1"/>
              <p:nvPr/>
            </p:nvSpPr>
            <p:spPr>
              <a:xfrm>
                <a:off x="6358604" y="1285730"/>
                <a:ext cx="1673596" cy="3231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5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𝛼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</m:d>
                      <m:r>
                        <a:rPr lang="en-US" altLang="zh-TW" sz="150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zh-TW" sz="15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0, </m:t>
                          </m:r>
                          <m:r>
                            <m:rPr>
                              <m:nor/>
                            </m:rPr>
                            <a:rPr lang="en-US" altLang="zh-TW" sz="150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</m:oMath>
                  </m:oMathPara>
                </a14:m>
                <a:endParaRPr lang="zh-TW" altLang="en-US" sz="1500" dirty="0"/>
              </a:p>
            </p:txBody>
          </p:sp>
        </mc:Choice>
        <mc:Fallback xmlns="">
          <p:sp>
            <p:nvSpPr>
              <p:cNvPr id="231" name="文字方塊 230">
                <a:extLst>
                  <a:ext uri="{FF2B5EF4-FFF2-40B4-BE49-F238E27FC236}">
                    <a16:creationId xmlns:a16="http://schemas.microsoft.com/office/drawing/2014/main" id="{A81A25EB-4EC7-4F2F-99BC-612BE192E2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58604" y="1285730"/>
                <a:ext cx="1673596" cy="323165"/>
              </a:xfrm>
              <a:prstGeom prst="rect">
                <a:avLst/>
              </a:prstGeom>
              <a:blipFill>
                <a:blip r:embed="rId14"/>
                <a:stretch>
                  <a:fillRect b="-943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2" name="文字方塊 231">
                <a:extLst>
                  <a:ext uri="{FF2B5EF4-FFF2-40B4-BE49-F238E27FC236}">
                    <a16:creationId xmlns:a16="http://schemas.microsoft.com/office/drawing/2014/main" id="{B2F5F182-7771-47FB-BF37-AF5144F26384}"/>
                  </a:ext>
                </a:extLst>
              </p:cNvPr>
              <p:cNvSpPr txBox="1"/>
              <p:nvPr/>
            </p:nvSpPr>
            <p:spPr>
              <a:xfrm>
                <a:off x="5301973" y="3844729"/>
                <a:ext cx="1150186" cy="3231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5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0, 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500" dirty="0"/>
              </a:p>
            </p:txBody>
          </p:sp>
        </mc:Choice>
        <mc:Fallback xmlns="">
          <p:sp>
            <p:nvSpPr>
              <p:cNvPr id="232" name="文字方塊 231">
                <a:extLst>
                  <a:ext uri="{FF2B5EF4-FFF2-40B4-BE49-F238E27FC236}">
                    <a16:creationId xmlns:a16="http://schemas.microsoft.com/office/drawing/2014/main" id="{B2F5F182-7771-47FB-BF37-AF5144F263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01973" y="3844729"/>
                <a:ext cx="1150186" cy="323165"/>
              </a:xfrm>
              <a:prstGeom prst="rect">
                <a:avLst/>
              </a:prstGeom>
              <a:blipFill>
                <a:blip r:embed="rId15"/>
                <a:stretch>
                  <a:fillRect b="-943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3" name="文字方塊 232">
                <a:extLst>
                  <a:ext uri="{FF2B5EF4-FFF2-40B4-BE49-F238E27FC236}">
                    <a16:creationId xmlns:a16="http://schemas.microsoft.com/office/drawing/2014/main" id="{BDC6F78B-E419-4B8A-BAA9-5615A1972DBE}"/>
                  </a:ext>
                </a:extLst>
              </p:cNvPr>
              <p:cNvSpPr txBox="1"/>
              <p:nvPr/>
            </p:nvSpPr>
            <p:spPr>
              <a:xfrm>
                <a:off x="8331357" y="2248720"/>
                <a:ext cx="1150186" cy="3231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5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500" dirty="0"/>
              </a:p>
            </p:txBody>
          </p:sp>
        </mc:Choice>
        <mc:Fallback xmlns="">
          <p:sp>
            <p:nvSpPr>
              <p:cNvPr id="233" name="文字方塊 232">
                <a:extLst>
                  <a:ext uri="{FF2B5EF4-FFF2-40B4-BE49-F238E27FC236}">
                    <a16:creationId xmlns:a16="http://schemas.microsoft.com/office/drawing/2014/main" id="{BDC6F78B-E419-4B8A-BAA9-5615A1972D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31357" y="2248720"/>
                <a:ext cx="1150186" cy="323165"/>
              </a:xfrm>
              <a:prstGeom prst="rect">
                <a:avLst/>
              </a:prstGeom>
              <a:blipFill>
                <a:blip r:embed="rId16"/>
                <a:stretch>
                  <a:fillRect b="-943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4" name="文字方塊 233">
                <a:extLst>
                  <a:ext uri="{FF2B5EF4-FFF2-40B4-BE49-F238E27FC236}">
                    <a16:creationId xmlns:a16="http://schemas.microsoft.com/office/drawing/2014/main" id="{DA67C54B-80A5-4D59-B289-74384BDACD1C}"/>
                  </a:ext>
                </a:extLst>
              </p:cNvPr>
              <p:cNvSpPr txBox="1"/>
              <p:nvPr/>
            </p:nvSpPr>
            <p:spPr>
              <a:xfrm>
                <a:off x="6826049" y="4840301"/>
                <a:ext cx="1150186" cy="3231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5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0,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𝜋</m:t>
                          </m:r>
                        </m:e>
                      </m:d>
                    </m:oMath>
                  </m:oMathPara>
                </a14:m>
                <a:endParaRPr lang="zh-TW" altLang="en-US" sz="1500" dirty="0"/>
              </a:p>
            </p:txBody>
          </p:sp>
        </mc:Choice>
        <mc:Fallback xmlns="">
          <p:sp>
            <p:nvSpPr>
              <p:cNvPr id="234" name="文字方塊 233">
                <a:extLst>
                  <a:ext uri="{FF2B5EF4-FFF2-40B4-BE49-F238E27FC236}">
                    <a16:creationId xmlns:a16="http://schemas.microsoft.com/office/drawing/2014/main" id="{DA67C54B-80A5-4D59-B289-74384BDACD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26049" y="4840301"/>
                <a:ext cx="1150186" cy="323165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35" name="圖片 234">
            <a:extLst>
              <a:ext uri="{FF2B5EF4-FFF2-40B4-BE49-F238E27FC236}">
                <a16:creationId xmlns:a16="http://schemas.microsoft.com/office/drawing/2014/main" id="{DF781A4C-9BC8-40C7-BF1A-E906699C28D4}"/>
              </a:ext>
            </a:extLst>
          </p:cNvPr>
          <p:cNvPicPr>
            <a:picLocks noChangeAspect="1"/>
          </p:cNvPicPr>
          <p:nvPr/>
        </p:nvPicPr>
        <p:blipFill rotWithShape="1">
          <a:blip r:embed="rId1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0879" t="9023" r="4888" b="70339"/>
          <a:stretch/>
        </p:blipFill>
        <p:spPr>
          <a:xfrm>
            <a:off x="7871070" y="1257930"/>
            <a:ext cx="413382" cy="134348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36" name="文字方塊 235">
                <a:extLst>
                  <a:ext uri="{FF2B5EF4-FFF2-40B4-BE49-F238E27FC236}">
                    <a16:creationId xmlns:a16="http://schemas.microsoft.com/office/drawing/2014/main" id="{61131924-00C5-4C5C-8379-1D2527DB1052}"/>
                  </a:ext>
                </a:extLst>
              </p:cNvPr>
              <p:cNvSpPr txBox="1"/>
              <p:nvPr/>
            </p:nvSpPr>
            <p:spPr>
              <a:xfrm>
                <a:off x="7789606" y="2342403"/>
                <a:ext cx="478319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sz="1400"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altLang="zh-TW" sz="1400">
                          <a:latin typeface="Cambria Math" panose="02040503050406030204" pitchFamily="18" charset="0"/>
                        </a:rPr>
                        <m:t>.</m:t>
                      </m:r>
                      <m:r>
                        <m:rPr>
                          <m:sty m:val="p"/>
                        </m:rPr>
                        <a:rPr lang="en-US" altLang="zh-TW" sz="1400">
                          <a:latin typeface="Cambria Math" panose="02040503050406030204" pitchFamily="18" charset="0"/>
                        </a:rPr>
                        <m:t>u</m:t>
                      </m:r>
                      <m:r>
                        <a:rPr lang="en-US" altLang="zh-TW" sz="140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TW" altLang="en-US" sz="1400" dirty="0"/>
              </a:p>
            </p:txBody>
          </p:sp>
        </mc:Choice>
        <mc:Fallback xmlns="">
          <p:sp>
            <p:nvSpPr>
              <p:cNvPr id="236" name="文字方塊 235">
                <a:extLst>
                  <a:ext uri="{FF2B5EF4-FFF2-40B4-BE49-F238E27FC236}">
                    <a16:creationId xmlns:a16="http://schemas.microsoft.com/office/drawing/2014/main" id="{61131924-00C5-4C5C-8379-1D2527DB10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89606" y="2342403"/>
                <a:ext cx="478319" cy="307777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7" name="Oval 14">
            <a:extLst>
              <a:ext uri="{FF2B5EF4-FFF2-40B4-BE49-F238E27FC236}">
                <a16:creationId xmlns:a16="http://schemas.microsoft.com/office/drawing/2014/main" id="{4D2E6476-8133-4C1A-80AA-96C2BBAD7538}"/>
              </a:ext>
            </a:extLst>
          </p:cNvPr>
          <p:cNvSpPr/>
          <p:nvPr/>
        </p:nvSpPr>
        <p:spPr>
          <a:xfrm>
            <a:off x="7317889" y="2852108"/>
            <a:ext cx="162450" cy="168277"/>
          </a:xfrm>
          <a:prstGeom prst="ellipse">
            <a:avLst/>
          </a:prstGeom>
          <a:gradFill flip="none" rotWithShape="1">
            <a:gsLst>
              <a:gs pos="0">
                <a:srgbClr val="D1D1D1"/>
              </a:gs>
              <a:gs pos="23000">
                <a:schemeClr val="bg1">
                  <a:lumMod val="85000"/>
                </a:schemeClr>
              </a:gs>
              <a:gs pos="69000">
                <a:schemeClr val="accent3">
                  <a:lumMod val="75000"/>
                </a:schemeClr>
              </a:gs>
              <a:gs pos="97000">
                <a:schemeClr val="accent3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/>
          </a:p>
        </p:txBody>
      </p:sp>
      <p:sp>
        <p:nvSpPr>
          <p:cNvPr id="238" name="Oval 4">
            <a:extLst>
              <a:ext uri="{FF2B5EF4-FFF2-40B4-BE49-F238E27FC236}">
                <a16:creationId xmlns:a16="http://schemas.microsoft.com/office/drawing/2014/main" id="{D0067B35-40A6-4446-8A95-C300D2678B59}"/>
              </a:ext>
            </a:extLst>
          </p:cNvPr>
          <p:cNvSpPr/>
          <p:nvPr/>
        </p:nvSpPr>
        <p:spPr>
          <a:xfrm>
            <a:off x="6679308" y="2936246"/>
            <a:ext cx="1443999" cy="1495797"/>
          </a:xfrm>
          <a:prstGeom prst="ellipse">
            <a:avLst/>
          </a:prstGeom>
          <a:gradFill flip="none" rotWithShape="1">
            <a:gsLst>
              <a:gs pos="100000">
                <a:schemeClr val="accent3">
                  <a:lumMod val="60000"/>
                  <a:lumOff val="40000"/>
                  <a:alpha val="60000"/>
                </a:schemeClr>
              </a:gs>
              <a:gs pos="55000">
                <a:schemeClr val="accent3">
                  <a:lumMod val="40000"/>
                  <a:lumOff val="60000"/>
                  <a:alpha val="60000"/>
                </a:schemeClr>
              </a:gs>
              <a:gs pos="0">
                <a:schemeClr val="bg1">
                  <a:alpha val="6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 w="57150">
            <a:solidFill>
              <a:srgbClr val="D5D7D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39" name="Oval 15">
            <a:extLst>
              <a:ext uri="{FF2B5EF4-FFF2-40B4-BE49-F238E27FC236}">
                <a16:creationId xmlns:a16="http://schemas.microsoft.com/office/drawing/2014/main" id="{3ED95C10-549D-46A4-8427-E9004FB39400}"/>
              </a:ext>
            </a:extLst>
          </p:cNvPr>
          <p:cNvSpPr/>
          <p:nvPr/>
        </p:nvSpPr>
        <p:spPr>
          <a:xfrm>
            <a:off x="7317889" y="4347065"/>
            <a:ext cx="162450" cy="168277"/>
          </a:xfrm>
          <a:prstGeom prst="ellipse">
            <a:avLst/>
          </a:prstGeom>
          <a:gradFill flip="none" rotWithShape="1">
            <a:gsLst>
              <a:gs pos="17000">
                <a:srgbClr val="D1D1D1"/>
              </a:gs>
              <a:gs pos="0">
                <a:schemeClr val="bg1">
                  <a:lumMod val="85000"/>
                </a:schemeClr>
              </a:gs>
              <a:gs pos="60000">
                <a:schemeClr val="accent3">
                  <a:lumMod val="75000"/>
                </a:schemeClr>
              </a:gs>
              <a:gs pos="97000">
                <a:schemeClr val="accent3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52" name="SHO">
            <a:extLst>
              <a:ext uri="{FF2B5EF4-FFF2-40B4-BE49-F238E27FC236}">
                <a16:creationId xmlns:a16="http://schemas.microsoft.com/office/drawing/2014/main" id="{0845B616-2D49-4C5D-A47F-908796A33A53}"/>
              </a:ext>
            </a:extLst>
          </p:cNvPr>
          <p:cNvSpPr/>
          <p:nvPr/>
        </p:nvSpPr>
        <p:spPr>
          <a:xfrm rot="16200000">
            <a:off x="7087769" y="2962645"/>
            <a:ext cx="622693" cy="1443999"/>
          </a:xfrm>
          <a:prstGeom prst="arc">
            <a:avLst>
              <a:gd name="adj1" fmla="val 5396867"/>
              <a:gd name="adj2" fmla="val 5395779"/>
            </a:avLst>
          </a:prstGeom>
          <a:gradFill flip="none" rotWithShape="1">
            <a:gsLst>
              <a:gs pos="0">
                <a:schemeClr val="bg1">
                  <a:lumMod val="65000"/>
                </a:schemeClr>
              </a:gs>
              <a:gs pos="47000">
                <a:schemeClr val="bg1">
                  <a:lumMod val="50000"/>
                </a:schemeClr>
              </a:gs>
              <a:gs pos="97000">
                <a:srgbClr val="5E5E5E"/>
              </a:gs>
            </a:gsLst>
            <a:path path="circle">
              <a:fillToRect l="50000" t="50000" r="50000" b="50000"/>
            </a:path>
            <a:tileRect/>
          </a:gradFill>
          <a:ln w="31750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53" name="SVO">
            <a:extLst>
              <a:ext uri="{FF2B5EF4-FFF2-40B4-BE49-F238E27FC236}">
                <a16:creationId xmlns:a16="http://schemas.microsoft.com/office/drawing/2014/main" id="{28FBC70E-6464-4911-A7DC-D688B4A191B2}"/>
              </a:ext>
            </a:extLst>
          </p:cNvPr>
          <p:cNvSpPr/>
          <p:nvPr/>
        </p:nvSpPr>
        <p:spPr>
          <a:xfrm>
            <a:off x="7037215" y="2936747"/>
            <a:ext cx="722000" cy="1495797"/>
          </a:xfrm>
          <a:prstGeom prst="ellipse">
            <a:avLst/>
          </a:prstGeom>
          <a:noFill/>
          <a:ln w="25400">
            <a:solidFill>
              <a:schemeClr val="bg1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254" name="Oval 6">
            <a:extLst>
              <a:ext uri="{FF2B5EF4-FFF2-40B4-BE49-F238E27FC236}">
                <a16:creationId xmlns:a16="http://schemas.microsoft.com/office/drawing/2014/main" id="{F7426249-BB1C-465F-BA24-177826BCA4FE}"/>
              </a:ext>
            </a:extLst>
          </p:cNvPr>
          <p:cNvSpPr/>
          <p:nvPr/>
        </p:nvSpPr>
        <p:spPr>
          <a:xfrm rot="16200000">
            <a:off x="7087769" y="2962645"/>
            <a:ext cx="622693" cy="1443999"/>
          </a:xfrm>
          <a:prstGeom prst="ellipse">
            <a:avLst/>
          </a:prstGeom>
          <a:noFill/>
          <a:ln w="38100">
            <a:solidFill>
              <a:schemeClr val="tx1">
                <a:alpha val="6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5" name="TextBox 11">
                <a:extLst>
                  <a:ext uri="{FF2B5EF4-FFF2-40B4-BE49-F238E27FC236}">
                    <a16:creationId xmlns:a16="http://schemas.microsoft.com/office/drawing/2014/main" id="{37DEB133-ADB0-4B60-901B-D2AEF580DA59}"/>
                  </a:ext>
                </a:extLst>
              </p:cNvPr>
              <p:cNvSpPr txBox="1"/>
              <p:nvPr/>
            </p:nvSpPr>
            <p:spPr>
              <a:xfrm>
                <a:off x="6849417" y="3506293"/>
                <a:ext cx="176928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255" name="TextBox 11">
                <a:extLst>
                  <a:ext uri="{FF2B5EF4-FFF2-40B4-BE49-F238E27FC236}">
                    <a16:creationId xmlns:a16="http://schemas.microsoft.com/office/drawing/2014/main" id="{37DEB133-ADB0-4B60-901B-D2AEF580DA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49417" y="3506293"/>
                <a:ext cx="176928" cy="338554"/>
              </a:xfrm>
              <a:prstGeom prst="rect">
                <a:avLst/>
              </a:prstGeom>
              <a:blipFill>
                <a:blip r:embed="rId20"/>
                <a:stretch>
                  <a:fillRect r="-4137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6" name="Oval 22">
            <a:extLst>
              <a:ext uri="{FF2B5EF4-FFF2-40B4-BE49-F238E27FC236}">
                <a16:creationId xmlns:a16="http://schemas.microsoft.com/office/drawing/2014/main" id="{F51F6D7A-CBDD-41AE-81A9-01A381888E10}"/>
              </a:ext>
            </a:extLst>
          </p:cNvPr>
          <p:cNvSpPr/>
          <p:nvPr/>
        </p:nvSpPr>
        <p:spPr>
          <a:xfrm>
            <a:off x="7316943" y="4347065"/>
            <a:ext cx="162450" cy="168277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7" name="TextBox 12">
                <a:extLst>
                  <a:ext uri="{FF2B5EF4-FFF2-40B4-BE49-F238E27FC236}">
                    <a16:creationId xmlns:a16="http://schemas.microsoft.com/office/drawing/2014/main" id="{BEB792E4-CC90-49E5-8163-921F2ECF2D45}"/>
                  </a:ext>
                </a:extLst>
              </p:cNvPr>
              <p:cNvSpPr txBox="1"/>
              <p:nvPr/>
            </p:nvSpPr>
            <p:spPr>
              <a:xfrm>
                <a:off x="7504340" y="3601690"/>
                <a:ext cx="176928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257" name="TextBox 12">
                <a:extLst>
                  <a:ext uri="{FF2B5EF4-FFF2-40B4-BE49-F238E27FC236}">
                    <a16:creationId xmlns:a16="http://schemas.microsoft.com/office/drawing/2014/main" id="{BEB792E4-CC90-49E5-8163-921F2ECF2D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04340" y="3601690"/>
                <a:ext cx="176928" cy="338554"/>
              </a:xfrm>
              <a:prstGeom prst="rect">
                <a:avLst/>
              </a:prstGeom>
              <a:blipFill>
                <a:blip r:embed="rId21"/>
                <a:stretch>
                  <a:fillRect r="-55172" b="-363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8" name="TextBox 13">
                <a:extLst>
                  <a:ext uri="{FF2B5EF4-FFF2-40B4-BE49-F238E27FC236}">
                    <a16:creationId xmlns:a16="http://schemas.microsoft.com/office/drawing/2014/main" id="{8D531DEA-B9A5-4E8D-A6A2-A31408532FD7}"/>
                  </a:ext>
                </a:extLst>
              </p:cNvPr>
              <p:cNvSpPr txBox="1"/>
              <p:nvPr/>
            </p:nvSpPr>
            <p:spPr>
              <a:xfrm>
                <a:off x="7260216" y="2971948"/>
                <a:ext cx="256967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>
                          <a:latin typeface="Cambria Math" panose="02040503050406030204" pitchFamily="18" charset="0"/>
                        </a:rPr>
                        <m:t>𝑧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258" name="TextBox 13">
                <a:extLst>
                  <a:ext uri="{FF2B5EF4-FFF2-40B4-BE49-F238E27FC236}">
                    <a16:creationId xmlns:a16="http://schemas.microsoft.com/office/drawing/2014/main" id="{8D531DEA-B9A5-4E8D-A6A2-A31408532F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60216" y="2971948"/>
                <a:ext cx="256967" cy="338554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9" name="DVO">
            <a:extLst>
              <a:ext uri="{FF2B5EF4-FFF2-40B4-BE49-F238E27FC236}">
                <a16:creationId xmlns:a16="http://schemas.microsoft.com/office/drawing/2014/main" id="{BD66E933-A9D1-416F-99A4-A2F56F384D96}"/>
              </a:ext>
            </a:extLst>
          </p:cNvPr>
          <p:cNvSpPr/>
          <p:nvPr/>
        </p:nvSpPr>
        <p:spPr>
          <a:xfrm flipH="1">
            <a:off x="7037215" y="2936747"/>
            <a:ext cx="722000" cy="1495797"/>
          </a:xfrm>
          <a:prstGeom prst="arc">
            <a:avLst>
              <a:gd name="adj1" fmla="val 5396867"/>
              <a:gd name="adj2" fmla="val 16170484"/>
            </a:avLst>
          </a:prstGeom>
          <a:ln w="254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60" name="Oval 23">
            <a:extLst>
              <a:ext uri="{FF2B5EF4-FFF2-40B4-BE49-F238E27FC236}">
                <a16:creationId xmlns:a16="http://schemas.microsoft.com/office/drawing/2014/main" id="{B1975880-4F20-4527-8AC1-67B4B5024B5F}"/>
              </a:ext>
            </a:extLst>
          </p:cNvPr>
          <p:cNvSpPr/>
          <p:nvPr/>
        </p:nvSpPr>
        <p:spPr>
          <a:xfrm>
            <a:off x="8039799" y="3600507"/>
            <a:ext cx="162450" cy="168277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cxnSp>
        <p:nvCxnSpPr>
          <p:cNvPr id="261" name="Straight Arrow Connector 7">
            <a:extLst>
              <a:ext uri="{FF2B5EF4-FFF2-40B4-BE49-F238E27FC236}">
                <a16:creationId xmlns:a16="http://schemas.microsoft.com/office/drawing/2014/main" id="{33161F97-7212-47BE-BA7D-6FC7B9147369}"/>
              </a:ext>
            </a:extLst>
          </p:cNvPr>
          <p:cNvCxnSpPr>
            <a:cxnSpLocks/>
          </p:cNvCxnSpPr>
          <p:nvPr/>
        </p:nvCxnSpPr>
        <p:spPr>
          <a:xfrm flipV="1">
            <a:off x="7395184" y="3236563"/>
            <a:ext cx="1697" cy="445890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2" name="Straight Arrow Connector 19">
            <a:extLst>
              <a:ext uri="{FF2B5EF4-FFF2-40B4-BE49-F238E27FC236}">
                <a16:creationId xmlns:a16="http://schemas.microsoft.com/office/drawing/2014/main" id="{240911C2-AE74-4914-B8DB-470C2315C461}"/>
              </a:ext>
            </a:extLst>
          </p:cNvPr>
          <p:cNvCxnSpPr>
            <a:cxnSpLocks/>
          </p:cNvCxnSpPr>
          <p:nvPr/>
        </p:nvCxnSpPr>
        <p:spPr>
          <a:xfrm>
            <a:off x="7398168" y="3680269"/>
            <a:ext cx="195802" cy="156763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3" name="Straight Arrow Connector 18">
            <a:extLst>
              <a:ext uri="{FF2B5EF4-FFF2-40B4-BE49-F238E27FC236}">
                <a16:creationId xmlns:a16="http://schemas.microsoft.com/office/drawing/2014/main" id="{168B960E-43A1-4542-B03F-41153CC41797}"/>
              </a:ext>
            </a:extLst>
          </p:cNvPr>
          <p:cNvCxnSpPr>
            <a:cxnSpLocks/>
          </p:cNvCxnSpPr>
          <p:nvPr/>
        </p:nvCxnSpPr>
        <p:spPr>
          <a:xfrm rot="16200000" flipH="1" flipV="1">
            <a:off x="7226846" y="3508793"/>
            <a:ext cx="0" cy="342950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4" name="Oval 20">
            <a:extLst>
              <a:ext uri="{FF2B5EF4-FFF2-40B4-BE49-F238E27FC236}">
                <a16:creationId xmlns:a16="http://schemas.microsoft.com/office/drawing/2014/main" id="{24DEE888-55C9-4D4C-B18D-808F9AA85CCB}"/>
              </a:ext>
            </a:extLst>
          </p:cNvPr>
          <p:cNvSpPr/>
          <p:nvPr/>
        </p:nvSpPr>
        <p:spPr>
          <a:xfrm>
            <a:off x="6595635" y="3600507"/>
            <a:ext cx="162450" cy="168277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265" name="Oval 22">
            <a:extLst>
              <a:ext uri="{FF2B5EF4-FFF2-40B4-BE49-F238E27FC236}">
                <a16:creationId xmlns:a16="http://schemas.microsoft.com/office/drawing/2014/main" id="{EF01816B-7066-4916-A520-954D092BE6FE}"/>
              </a:ext>
            </a:extLst>
          </p:cNvPr>
          <p:cNvSpPr/>
          <p:nvPr/>
        </p:nvSpPr>
        <p:spPr>
          <a:xfrm>
            <a:off x="7318125" y="2844234"/>
            <a:ext cx="162450" cy="168277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/>
          </a:p>
        </p:txBody>
      </p:sp>
      <p:sp>
        <p:nvSpPr>
          <p:cNvPr id="266" name="Partial Circle 9">
            <a:extLst>
              <a:ext uri="{FF2B5EF4-FFF2-40B4-BE49-F238E27FC236}">
                <a16:creationId xmlns:a16="http://schemas.microsoft.com/office/drawing/2014/main" id="{95E3D0C0-F471-47D7-9B54-CC1B9F289F59}"/>
              </a:ext>
            </a:extLst>
          </p:cNvPr>
          <p:cNvSpPr>
            <a:spLocks noChangeAspect="1"/>
          </p:cNvSpPr>
          <p:nvPr/>
        </p:nvSpPr>
        <p:spPr>
          <a:xfrm rot="16200000" flipH="1">
            <a:off x="7334286" y="3585381"/>
            <a:ext cx="102407" cy="197721"/>
          </a:xfrm>
          <a:prstGeom prst="pie">
            <a:avLst>
              <a:gd name="adj1" fmla="val 16258856"/>
              <a:gd name="adj2" fmla="val 19252600"/>
            </a:avLst>
          </a:prstGeom>
          <a:gradFill flip="none" rotWithShape="1">
            <a:gsLst>
              <a:gs pos="0">
                <a:schemeClr val="tx1"/>
              </a:gs>
              <a:gs pos="50000">
                <a:schemeClr val="tx1">
                  <a:lumMod val="50000"/>
                  <a:lumOff val="50000"/>
                </a:schemeClr>
              </a:gs>
              <a:gs pos="100000">
                <a:schemeClr val="bg1">
                  <a:lumMod val="50000"/>
                </a:schemeClr>
              </a:gs>
            </a:gsLst>
            <a:lin ang="2700000" scaled="1"/>
            <a:tileRect/>
          </a:gra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7" name="TextBox 10">
                <a:extLst>
                  <a:ext uri="{FF2B5EF4-FFF2-40B4-BE49-F238E27FC236}">
                    <a16:creationId xmlns:a16="http://schemas.microsoft.com/office/drawing/2014/main" id="{B215AA15-06BF-4D83-A5CD-B6A967095CE1}"/>
                  </a:ext>
                </a:extLst>
              </p:cNvPr>
              <p:cNvSpPr txBox="1"/>
              <p:nvPr/>
            </p:nvSpPr>
            <p:spPr>
              <a:xfrm>
                <a:off x="6970268" y="3620427"/>
                <a:ext cx="315234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>
                          <a:latin typeface="Cambria Math" panose="02040503050406030204" pitchFamily="18" charset="0"/>
                        </a:rPr>
                        <m:t>𝛼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267" name="TextBox 10">
                <a:extLst>
                  <a:ext uri="{FF2B5EF4-FFF2-40B4-BE49-F238E27FC236}">
                    <a16:creationId xmlns:a16="http://schemas.microsoft.com/office/drawing/2014/main" id="{B215AA15-06BF-4D83-A5CD-B6A967095C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70268" y="3620427"/>
                <a:ext cx="315234" cy="338554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68" name="Straight Arrow Connector 17">
            <a:extLst>
              <a:ext uri="{FF2B5EF4-FFF2-40B4-BE49-F238E27FC236}">
                <a16:creationId xmlns:a16="http://schemas.microsoft.com/office/drawing/2014/main" id="{230BB7BA-7677-4C8C-B5E4-B82B7D463931}"/>
              </a:ext>
            </a:extLst>
          </p:cNvPr>
          <p:cNvCxnSpPr>
            <a:cxnSpLocks/>
          </p:cNvCxnSpPr>
          <p:nvPr/>
        </p:nvCxnSpPr>
        <p:spPr>
          <a:xfrm flipH="1">
            <a:off x="7177537" y="3685449"/>
            <a:ext cx="221585" cy="286539"/>
          </a:xfrm>
          <a:prstGeom prst="straightConnector1">
            <a:avLst/>
          </a:prstGeom>
          <a:ln w="38100">
            <a:solidFill>
              <a:schemeClr val="tx1"/>
            </a:solidFill>
            <a:tailEnd type="stealth" w="lg" len="lg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269" name="Partial Circle 9">
            <a:extLst>
              <a:ext uri="{FF2B5EF4-FFF2-40B4-BE49-F238E27FC236}">
                <a16:creationId xmlns:a16="http://schemas.microsoft.com/office/drawing/2014/main" id="{E72D69FE-BCE2-4231-B5B8-E4BAB5150F43}"/>
              </a:ext>
            </a:extLst>
          </p:cNvPr>
          <p:cNvSpPr>
            <a:spLocks noChangeAspect="1"/>
          </p:cNvSpPr>
          <p:nvPr/>
        </p:nvSpPr>
        <p:spPr>
          <a:xfrm>
            <a:off x="7321561" y="3548156"/>
            <a:ext cx="149214" cy="301366"/>
          </a:xfrm>
          <a:prstGeom prst="pie">
            <a:avLst>
              <a:gd name="adj1" fmla="val 16258856"/>
              <a:gd name="adj2" fmla="val 19252600"/>
            </a:avLst>
          </a:prstGeom>
          <a:gradFill flip="none" rotWithShape="1">
            <a:gsLst>
              <a:gs pos="0">
                <a:schemeClr val="tx1"/>
              </a:gs>
              <a:gs pos="50000">
                <a:schemeClr val="tx1">
                  <a:lumMod val="50000"/>
                  <a:lumOff val="50000"/>
                </a:schemeClr>
              </a:gs>
              <a:gs pos="100000">
                <a:schemeClr val="bg1">
                  <a:lumMod val="50000"/>
                </a:schemeClr>
              </a:gs>
            </a:gsLst>
            <a:lin ang="2700000" scaled="1"/>
            <a:tileRect/>
          </a:gra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0" name="TextBox 10">
                <a:extLst>
                  <a:ext uri="{FF2B5EF4-FFF2-40B4-BE49-F238E27FC236}">
                    <a16:creationId xmlns:a16="http://schemas.microsoft.com/office/drawing/2014/main" id="{2F6C10B6-03DA-4C5F-B367-63A41053B482}"/>
                  </a:ext>
                </a:extLst>
              </p:cNvPr>
              <p:cNvSpPr txBox="1"/>
              <p:nvPr/>
            </p:nvSpPr>
            <p:spPr>
              <a:xfrm>
                <a:off x="7361340" y="3300009"/>
                <a:ext cx="297046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>
                          <a:latin typeface="Cambria Math" panose="02040503050406030204" pitchFamily="18" charset="0"/>
                        </a:rPr>
                        <m:t>𝛽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270" name="TextBox 10">
                <a:extLst>
                  <a:ext uri="{FF2B5EF4-FFF2-40B4-BE49-F238E27FC236}">
                    <a16:creationId xmlns:a16="http://schemas.microsoft.com/office/drawing/2014/main" id="{2F6C10B6-03DA-4C5F-B367-63A41053B4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61340" y="3300009"/>
                <a:ext cx="297046" cy="338554"/>
              </a:xfrm>
              <a:prstGeom prst="rect">
                <a:avLst/>
              </a:prstGeom>
              <a:blipFill>
                <a:blip r:embed="rId24"/>
                <a:stretch>
                  <a:fillRect l="-2083" r="-4167" b="-892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71" name="Straight Arrow Connector 17">
            <a:extLst>
              <a:ext uri="{FF2B5EF4-FFF2-40B4-BE49-F238E27FC236}">
                <a16:creationId xmlns:a16="http://schemas.microsoft.com/office/drawing/2014/main" id="{050CD12B-2348-4EAE-8F7E-7F476F6AB6E3}"/>
              </a:ext>
            </a:extLst>
          </p:cNvPr>
          <p:cNvCxnSpPr>
            <a:cxnSpLocks/>
          </p:cNvCxnSpPr>
          <p:nvPr/>
        </p:nvCxnSpPr>
        <p:spPr>
          <a:xfrm flipV="1">
            <a:off x="7391035" y="3239724"/>
            <a:ext cx="571923" cy="449644"/>
          </a:xfrm>
          <a:prstGeom prst="straightConnector1">
            <a:avLst/>
          </a:prstGeom>
          <a:ln w="38100">
            <a:solidFill>
              <a:schemeClr val="tx1"/>
            </a:solidFill>
            <a:tailEnd type="stealth" w="lg" len="lg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52" name="Oval 23">
            <a:extLst>
              <a:ext uri="{FF2B5EF4-FFF2-40B4-BE49-F238E27FC236}">
                <a16:creationId xmlns:a16="http://schemas.microsoft.com/office/drawing/2014/main" id="{6454FEB7-1A49-4057-B9D1-C98AB19CFD06}"/>
              </a:ext>
            </a:extLst>
          </p:cNvPr>
          <p:cNvSpPr/>
          <p:nvPr/>
        </p:nvSpPr>
        <p:spPr>
          <a:xfrm>
            <a:off x="7651126" y="3860498"/>
            <a:ext cx="162450" cy="168277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154" name="Oval 23">
            <a:extLst>
              <a:ext uri="{FF2B5EF4-FFF2-40B4-BE49-F238E27FC236}">
                <a16:creationId xmlns:a16="http://schemas.microsoft.com/office/drawing/2014/main" id="{2FF5597B-5488-4B3C-BE8B-E0AD3A81CF14}"/>
              </a:ext>
            </a:extLst>
          </p:cNvPr>
          <p:cNvSpPr/>
          <p:nvPr/>
        </p:nvSpPr>
        <p:spPr>
          <a:xfrm>
            <a:off x="6965326" y="3327098"/>
            <a:ext cx="162450" cy="168277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6" name="文字方塊 155">
                <a:extLst>
                  <a:ext uri="{FF2B5EF4-FFF2-40B4-BE49-F238E27FC236}">
                    <a16:creationId xmlns:a16="http://schemas.microsoft.com/office/drawing/2014/main" id="{7D05204B-22BE-4DE9-AA50-5F23DEE9A2F6}"/>
                  </a:ext>
                </a:extLst>
              </p:cNvPr>
              <p:cNvSpPr txBox="1"/>
              <p:nvPr/>
            </p:nvSpPr>
            <p:spPr>
              <a:xfrm>
                <a:off x="8312755" y="3844729"/>
                <a:ext cx="1150186" cy="3231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5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500" b="0" i="1" smtClean="0">
                              <a:latin typeface="Cambria Math" panose="02040503050406030204" pitchFamily="18" charset="0"/>
                            </a:rPr>
                            <m:t>/2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500" dirty="0"/>
              </a:p>
            </p:txBody>
          </p:sp>
        </mc:Choice>
        <mc:Fallback xmlns="">
          <p:sp>
            <p:nvSpPr>
              <p:cNvPr id="156" name="文字方塊 155">
                <a:extLst>
                  <a:ext uri="{FF2B5EF4-FFF2-40B4-BE49-F238E27FC236}">
                    <a16:creationId xmlns:a16="http://schemas.microsoft.com/office/drawing/2014/main" id="{7D05204B-22BE-4DE9-AA50-5F23DEE9A2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12755" y="3844729"/>
                <a:ext cx="1150186" cy="323165"/>
              </a:xfrm>
              <a:prstGeom prst="rect">
                <a:avLst/>
              </a:prstGeom>
              <a:blipFill>
                <a:blip r:embed="rId25"/>
                <a:stretch>
                  <a:fillRect b="-943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7" name="文字方塊 156">
                <a:extLst>
                  <a:ext uri="{FF2B5EF4-FFF2-40B4-BE49-F238E27FC236}">
                    <a16:creationId xmlns:a16="http://schemas.microsoft.com/office/drawing/2014/main" id="{834029C9-84F7-4B57-9E81-D8CCCEEA55EA}"/>
                  </a:ext>
                </a:extLst>
              </p:cNvPr>
              <p:cNvSpPr txBox="1"/>
              <p:nvPr/>
            </p:nvSpPr>
            <p:spPr>
              <a:xfrm>
                <a:off x="5272154" y="2248720"/>
                <a:ext cx="1150186" cy="3231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5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5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/2,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500" dirty="0"/>
              </a:p>
            </p:txBody>
          </p:sp>
        </mc:Choice>
        <mc:Fallback xmlns="">
          <p:sp>
            <p:nvSpPr>
              <p:cNvPr id="157" name="文字方塊 156">
                <a:extLst>
                  <a:ext uri="{FF2B5EF4-FFF2-40B4-BE49-F238E27FC236}">
                    <a16:creationId xmlns:a16="http://schemas.microsoft.com/office/drawing/2014/main" id="{834029C9-84F7-4B57-9E81-D8CCCEEA55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72154" y="2248720"/>
                <a:ext cx="1150186" cy="323165"/>
              </a:xfrm>
              <a:prstGeom prst="rect">
                <a:avLst/>
              </a:prstGeom>
              <a:blipFill>
                <a:blip r:embed="rId26"/>
                <a:stretch>
                  <a:fillRect b="-943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8" name="直線接點 157">
            <a:extLst>
              <a:ext uri="{FF2B5EF4-FFF2-40B4-BE49-F238E27FC236}">
                <a16:creationId xmlns:a16="http://schemas.microsoft.com/office/drawing/2014/main" id="{DA529A4E-3BAB-45BB-8274-1088EF0B43A5}"/>
              </a:ext>
            </a:extLst>
          </p:cNvPr>
          <p:cNvCxnSpPr>
            <a:cxnSpLocks/>
          </p:cNvCxnSpPr>
          <p:nvPr/>
        </p:nvCxnSpPr>
        <p:spPr>
          <a:xfrm flipV="1">
            <a:off x="6523355" y="3410397"/>
            <a:ext cx="453250" cy="188"/>
          </a:xfrm>
          <a:prstGeom prst="line">
            <a:avLst/>
          </a:prstGeom>
          <a:ln w="9525" cap="flat" cmpd="sng" algn="ctr">
            <a:solidFill>
              <a:schemeClr val="bg1">
                <a:lumMod val="5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59" name="直線接點 158">
            <a:extLst>
              <a:ext uri="{FF2B5EF4-FFF2-40B4-BE49-F238E27FC236}">
                <a16:creationId xmlns:a16="http://schemas.microsoft.com/office/drawing/2014/main" id="{F100F92B-B8C5-4A0F-B866-E2BAB0C4087A}"/>
              </a:ext>
            </a:extLst>
          </p:cNvPr>
          <p:cNvCxnSpPr>
            <a:cxnSpLocks/>
          </p:cNvCxnSpPr>
          <p:nvPr/>
        </p:nvCxnSpPr>
        <p:spPr>
          <a:xfrm>
            <a:off x="7827010" y="3970973"/>
            <a:ext cx="418783" cy="0"/>
          </a:xfrm>
          <a:prstGeom prst="line">
            <a:avLst/>
          </a:prstGeom>
          <a:ln w="9525" cap="flat" cmpd="sng" algn="ctr">
            <a:solidFill>
              <a:schemeClr val="bg1">
                <a:lumMod val="5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60" name="直線接點 159">
            <a:extLst>
              <a:ext uri="{FF2B5EF4-FFF2-40B4-BE49-F238E27FC236}">
                <a16:creationId xmlns:a16="http://schemas.microsoft.com/office/drawing/2014/main" id="{A656DF39-7853-456D-84EE-B2D69029F0B5}"/>
              </a:ext>
            </a:extLst>
          </p:cNvPr>
          <p:cNvCxnSpPr>
            <a:cxnSpLocks/>
          </p:cNvCxnSpPr>
          <p:nvPr/>
        </p:nvCxnSpPr>
        <p:spPr>
          <a:xfrm flipV="1">
            <a:off x="8169593" y="3508375"/>
            <a:ext cx="120332" cy="100649"/>
          </a:xfrm>
          <a:prstGeom prst="line">
            <a:avLst/>
          </a:prstGeom>
          <a:ln w="9525" cap="flat" cmpd="sng" algn="ctr">
            <a:solidFill>
              <a:schemeClr val="bg1">
                <a:lumMod val="5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61" name="直線接點 160">
            <a:extLst>
              <a:ext uri="{FF2B5EF4-FFF2-40B4-BE49-F238E27FC236}">
                <a16:creationId xmlns:a16="http://schemas.microsoft.com/office/drawing/2014/main" id="{C2ECA97C-3D5E-4873-BF49-1B844DE8012B}"/>
              </a:ext>
            </a:extLst>
          </p:cNvPr>
          <p:cNvCxnSpPr>
            <a:cxnSpLocks/>
          </p:cNvCxnSpPr>
          <p:nvPr/>
        </p:nvCxnSpPr>
        <p:spPr>
          <a:xfrm flipV="1">
            <a:off x="6508393" y="3750766"/>
            <a:ext cx="105264" cy="191632"/>
          </a:xfrm>
          <a:prstGeom prst="line">
            <a:avLst/>
          </a:prstGeom>
          <a:ln w="9525" cap="flat" cmpd="sng" algn="ctr">
            <a:solidFill>
              <a:schemeClr val="bg1">
                <a:lumMod val="5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71" name="矩形 70">
                <a:extLst>
                  <a:ext uri="{FF2B5EF4-FFF2-40B4-BE49-F238E27FC236}">
                    <a16:creationId xmlns:a16="http://schemas.microsoft.com/office/drawing/2014/main" id="{753A7363-6750-43E6-B148-328C1E168BCC}"/>
                  </a:ext>
                </a:extLst>
              </p:cNvPr>
              <p:cNvSpPr/>
              <p:nvPr/>
            </p:nvSpPr>
            <p:spPr>
              <a:xfrm>
                <a:off x="2890719" y="1162128"/>
                <a:ext cx="1356461" cy="369332"/>
              </a:xfrm>
              <a:prstGeom prst="rect">
                <a:avLst/>
              </a:prstGeom>
              <a:solidFill>
                <a:srgbClr val="EFEFEF"/>
              </a:solidFill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b="0" i="1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−1, −1, 1, 1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>
          <p:sp>
            <p:nvSpPr>
              <p:cNvPr id="71" name="矩形 70">
                <a:extLst>
                  <a:ext uri="{FF2B5EF4-FFF2-40B4-BE49-F238E27FC236}">
                    <a16:creationId xmlns:a16="http://schemas.microsoft.com/office/drawing/2014/main" id="{753A7363-6750-43E6-B148-328C1E168BC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90719" y="1162128"/>
                <a:ext cx="1356461" cy="369332"/>
              </a:xfrm>
              <a:prstGeom prst="rect">
                <a:avLst/>
              </a:prstGeom>
              <a:blipFill>
                <a:blip r:embed="rId2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8016780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矩形: 圓角 176">
            <a:extLst>
              <a:ext uri="{FF2B5EF4-FFF2-40B4-BE49-F238E27FC236}">
                <a16:creationId xmlns:a16="http://schemas.microsoft.com/office/drawing/2014/main" id="{C0499F8D-22B8-4B76-B2A0-FC45B222262E}"/>
              </a:ext>
            </a:extLst>
          </p:cNvPr>
          <p:cNvSpPr/>
          <p:nvPr/>
        </p:nvSpPr>
        <p:spPr>
          <a:xfrm>
            <a:off x="4931433" y="12063"/>
            <a:ext cx="4899729" cy="6179835"/>
          </a:xfrm>
          <a:prstGeom prst="roundRect">
            <a:avLst>
              <a:gd name="adj" fmla="val 7772"/>
            </a:avLst>
          </a:prstGeom>
          <a:gradFill flip="none" rotWithShape="1"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lin ang="54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2000" dirty="0"/>
          </a:p>
        </p:txBody>
      </p:sp>
      <p:pic>
        <p:nvPicPr>
          <p:cNvPr id="64" name="圖片 63">
            <a:extLst>
              <a:ext uri="{FF2B5EF4-FFF2-40B4-BE49-F238E27FC236}">
                <a16:creationId xmlns:a16="http://schemas.microsoft.com/office/drawing/2014/main" id="{16B4ABE3-1D11-4B68-9006-A423AD9EAB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1284987"/>
            <a:ext cx="1252800" cy="1259938"/>
          </a:xfrm>
          <a:prstGeom prst="rect">
            <a:avLst/>
          </a:prstGeom>
        </p:spPr>
      </p:pic>
      <p:pic>
        <p:nvPicPr>
          <p:cNvPr id="65" name="圖片 64">
            <a:extLst>
              <a:ext uri="{FF2B5EF4-FFF2-40B4-BE49-F238E27FC236}">
                <a16:creationId xmlns:a16="http://schemas.microsoft.com/office/drawing/2014/main" id="{8E7739EB-D84B-4FEC-9987-2826EDC770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76379" y="4893163"/>
            <a:ext cx="1252800" cy="1259919"/>
          </a:xfrm>
          <a:prstGeom prst="rect">
            <a:avLst/>
          </a:prstGeom>
        </p:spPr>
      </p:pic>
      <p:pic>
        <p:nvPicPr>
          <p:cNvPr id="73" name="圖片 72">
            <a:extLst>
              <a:ext uri="{FF2B5EF4-FFF2-40B4-BE49-F238E27FC236}">
                <a16:creationId xmlns:a16="http://schemas.microsoft.com/office/drawing/2014/main" id="{5711F8F3-4A92-4F83-B93D-64C031ABB2C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51052" y="3922110"/>
            <a:ext cx="1252800" cy="1256350"/>
          </a:xfrm>
          <a:prstGeom prst="rect">
            <a:avLst/>
          </a:prstGeom>
        </p:spPr>
      </p:pic>
      <p:pic>
        <p:nvPicPr>
          <p:cNvPr id="75" name="圖片 74">
            <a:extLst>
              <a:ext uri="{FF2B5EF4-FFF2-40B4-BE49-F238E27FC236}">
                <a16:creationId xmlns:a16="http://schemas.microsoft.com/office/drawing/2014/main" id="{02701667-4B27-4B80-A0CC-2EB5EA8F7BB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92724" y="3837032"/>
            <a:ext cx="1252800" cy="1267077"/>
          </a:xfrm>
          <a:prstGeom prst="rect">
            <a:avLst/>
          </a:prstGeom>
        </p:spPr>
      </p:pic>
      <p:pic>
        <p:nvPicPr>
          <p:cNvPr id="76" name="圖片 75">
            <a:extLst>
              <a:ext uri="{FF2B5EF4-FFF2-40B4-BE49-F238E27FC236}">
                <a16:creationId xmlns:a16="http://schemas.microsoft.com/office/drawing/2014/main" id="{E209CB42-82FB-48CC-A4B3-FF9482C97AD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89656" y="2258859"/>
            <a:ext cx="1252800" cy="1263477"/>
          </a:xfrm>
          <a:prstGeom prst="rect">
            <a:avLst/>
          </a:prstGeom>
        </p:spPr>
      </p:pic>
      <p:pic>
        <p:nvPicPr>
          <p:cNvPr id="77" name="圖片 76">
            <a:extLst>
              <a:ext uri="{FF2B5EF4-FFF2-40B4-BE49-F238E27FC236}">
                <a16:creationId xmlns:a16="http://schemas.microsoft.com/office/drawing/2014/main" id="{956EBB1B-4771-4399-B06B-F33348E4858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41719" y="2247764"/>
            <a:ext cx="1252800" cy="1263477"/>
          </a:xfrm>
          <a:prstGeom prst="rect">
            <a:avLst/>
          </a:prstGeom>
        </p:spPr>
      </p:pic>
      <p:pic>
        <p:nvPicPr>
          <p:cNvPr id="60" name="圖片 59">
            <a:extLst>
              <a:ext uri="{FF2B5EF4-FFF2-40B4-BE49-F238E27FC236}">
                <a16:creationId xmlns:a16="http://schemas.microsoft.com/office/drawing/2014/main" id="{42DD76E4-3C3A-46F2-B2B8-35BF6726C155}"/>
              </a:ext>
            </a:extLst>
          </p:cNvPr>
          <p:cNvPicPr>
            <a:picLocks noChangeAspect="1"/>
          </p:cNvPicPr>
          <p:nvPr/>
        </p:nvPicPr>
        <p:blipFill rotWithShape="1">
          <a:blip r:embed="rId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t="61405"/>
          <a:stretch/>
        </p:blipFill>
        <p:spPr>
          <a:xfrm>
            <a:off x="6260308" y="573670"/>
            <a:ext cx="2300718" cy="47028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80" name="文字方塊 179">
                <a:extLst>
                  <a:ext uri="{FF2B5EF4-FFF2-40B4-BE49-F238E27FC236}">
                    <a16:creationId xmlns:a16="http://schemas.microsoft.com/office/drawing/2014/main" id="{C6592285-FBA9-4DE2-BE47-D5703A7C2A40}"/>
                  </a:ext>
                </a:extLst>
              </p:cNvPr>
              <p:cNvSpPr txBox="1"/>
              <p:nvPr/>
            </p:nvSpPr>
            <p:spPr>
              <a:xfrm>
                <a:off x="6994665" y="4501420"/>
                <a:ext cx="812954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600" i="1" smtClean="0">
                          <a:latin typeface="Cambria Math" panose="02040503050406030204" pitchFamily="18" charset="0"/>
                        </a:rPr>
                        <m:t>|</m:t>
                      </m:r>
                      <m:d>
                        <m:dPr>
                          <m:begChr m:val=""/>
                          <m:endChr m:val="⟩"/>
                          <m:ctrlPr>
                            <a:rPr lang="en-US" altLang="zh-TW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6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1, </m:t>
                          </m:r>
                          <m:r>
                            <a:rPr lang="en-US" altLang="zh-TW" sz="1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</m:oMath>
                  </m:oMathPara>
                </a14:m>
                <a:endParaRPr lang="zh-TW" altLang="en-US" sz="1600" dirty="0"/>
              </a:p>
            </p:txBody>
          </p:sp>
        </mc:Choice>
        <mc:Fallback xmlns="">
          <p:sp>
            <p:nvSpPr>
              <p:cNvPr id="180" name="文字方塊 179">
                <a:extLst>
                  <a:ext uri="{FF2B5EF4-FFF2-40B4-BE49-F238E27FC236}">
                    <a16:creationId xmlns:a16="http://schemas.microsoft.com/office/drawing/2014/main" id="{C6592285-FBA9-4DE2-BE47-D5703A7C2A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94665" y="4501420"/>
                <a:ext cx="812954" cy="338554"/>
              </a:xfrm>
              <a:prstGeom prst="rect">
                <a:avLst/>
              </a:prstGeom>
              <a:blipFill>
                <a:blip r:embed="rId9"/>
                <a:stretch>
                  <a:fillRect t="-108929" r="-46269" b="-16785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9" name="文字方塊 188">
                <a:extLst>
                  <a:ext uri="{FF2B5EF4-FFF2-40B4-BE49-F238E27FC236}">
                    <a16:creationId xmlns:a16="http://schemas.microsoft.com/office/drawing/2014/main" id="{06013B16-AADE-4F50-9769-3B0E22EFD811}"/>
                  </a:ext>
                </a:extLst>
              </p:cNvPr>
              <p:cNvSpPr txBox="1"/>
              <p:nvPr/>
            </p:nvSpPr>
            <p:spPr>
              <a:xfrm>
                <a:off x="6994665" y="2555828"/>
                <a:ext cx="812954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600" i="1" smtClean="0">
                          <a:latin typeface="Cambria Math" panose="02040503050406030204" pitchFamily="18" charset="0"/>
                        </a:rPr>
                        <m:t>|</m:t>
                      </m:r>
                      <m:d>
                        <m:dPr>
                          <m:begChr m:val=""/>
                          <m:endChr m:val="⟩"/>
                          <m:ctrlPr>
                            <a:rPr lang="en-US" altLang="zh-TW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1, </m:t>
                          </m:r>
                          <m:r>
                            <a:rPr lang="en-US" altLang="zh-TW" sz="16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</m:oMath>
                  </m:oMathPara>
                </a14:m>
                <a:endParaRPr lang="zh-TW" altLang="en-US" sz="1600" dirty="0"/>
              </a:p>
            </p:txBody>
          </p:sp>
        </mc:Choice>
        <mc:Fallback xmlns="">
          <p:sp>
            <p:nvSpPr>
              <p:cNvPr id="189" name="文字方塊 188">
                <a:extLst>
                  <a:ext uri="{FF2B5EF4-FFF2-40B4-BE49-F238E27FC236}">
                    <a16:creationId xmlns:a16="http://schemas.microsoft.com/office/drawing/2014/main" id="{06013B16-AADE-4F50-9769-3B0E22EFD8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94665" y="2555828"/>
                <a:ext cx="812954" cy="338554"/>
              </a:xfrm>
              <a:prstGeom prst="rect">
                <a:avLst/>
              </a:prstGeom>
              <a:blipFill>
                <a:blip r:embed="rId10"/>
                <a:stretch>
                  <a:fillRect t="-108929" r="-36567" b="-16785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12" name="群組 211">
            <a:extLst>
              <a:ext uri="{FF2B5EF4-FFF2-40B4-BE49-F238E27FC236}">
                <a16:creationId xmlns:a16="http://schemas.microsoft.com/office/drawing/2014/main" id="{56BB1570-BE07-4CCA-B844-DD9F00E8733F}"/>
              </a:ext>
            </a:extLst>
          </p:cNvPr>
          <p:cNvGrpSpPr/>
          <p:nvPr/>
        </p:nvGrpSpPr>
        <p:grpSpPr>
          <a:xfrm>
            <a:off x="7184183" y="1808686"/>
            <a:ext cx="115586" cy="110880"/>
            <a:chOff x="1373392" y="2391862"/>
            <a:chExt cx="479433" cy="476535"/>
          </a:xfrm>
        </p:grpSpPr>
        <p:sp>
          <p:nvSpPr>
            <p:cNvPr id="213" name="箭號: 向右 212">
              <a:extLst>
                <a:ext uri="{FF2B5EF4-FFF2-40B4-BE49-F238E27FC236}">
                  <a16:creationId xmlns:a16="http://schemas.microsoft.com/office/drawing/2014/main" id="{D44EB9EF-73CA-404D-99EE-1F0CCE892A52}"/>
                </a:ext>
              </a:extLst>
            </p:cNvPr>
            <p:cNvSpPr/>
            <p:nvPr/>
          </p:nvSpPr>
          <p:spPr>
            <a:xfrm>
              <a:off x="1411244" y="2735868"/>
              <a:ext cx="441581" cy="132529"/>
            </a:xfrm>
            <a:prstGeom prst="rightArrow">
              <a:avLst>
                <a:gd name="adj1" fmla="val 50000"/>
                <a:gd name="adj2" fmla="val 99023"/>
              </a:avLst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220" name="箭號: 向右 219">
              <a:extLst>
                <a:ext uri="{FF2B5EF4-FFF2-40B4-BE49-F238E27FC236}">
                  <a16:creationId xmlns:a16="http://schemas.microsoft.com/office/drawing/2014/main" id="{9F517533-ADEE-4B5D-BB6F-1F4159A610F9}"/>
                </a:ext>
              </a:extLst>
            </p:cNvPr>
            <p:cNvSpPr/>
            <p:nvPr/>
          </p:nvSpPr>
          <p:spPr>
            <a:xfrm rot="16200000">
              <a:off x="1218866" y="2546388"/>
              <a:ext cx="441581" cy="132529"/>
            </a:xfrm>
            <a:prstGeom prst="rightArrow">
              <a:avLst>
                <a:gd name="adj1" fmla="val 50000"/>
                <a:gd name="adj2" fmla="val 99023"/>
              </a:avLst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2000" dirty="0">
                <a:solidFill>
                  <a:schemeClr val="tx1"/>
                </a:solidFill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26" name="文字方塊 225">
                <a:extLst>
                  <a:ext uri="{FF2B5EF4-FFF2-40B4-BE49-F238E27FC236}">
                    <a16:creationId xmlns:a16="http://schemas.microsoft.com/office/drawing/2014/main" id="{4A797F52-28EA-4953-BC86-8E8901D5D2D9}"/>
                  </a:ext>
                </a:extLst>
              </p:cNvPr>
              <p:cNvSpPr txBox="1"/>
              <p:nvPr/>
            </p:nvSpPr>
            <p:spPr>
              <a:xfrm>
                <a:off x="7064306" y="1435710"/>
                <a:ext cx="438402" cy="4242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</m:oMath>
                  </m:oMathPara>
                </a14:m>
                <a:endParaRPr lang="en-US" altLang="zh-TW" sz="2000" dirty="0"/>
              </a:p>
            </p:txBody>
          </p:sp>
        </mc:Choice>
        <mc:Fallback xmlns="">
          <p:sp>
            <p:nvSpPr>
              <p:cNvPr id="226" name="文字方塊 225">
                <a:extLst>
                  <a:ext uri="{FF2B5EF4-FFF2-40B4-BE49-F238E27FC236}">
                    <a16:creationId xmlns:a16="http://schemas.microsoft.com/office/drawing/2014/main" id="{4A797F52-28EA-4953-BC86-8E8901D5D2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64306" y="1435710"/>
                <a:ext cx="438402" cy="424283"/>
              </a:xfrm>
              <a:prstGeom prst="rect">
                <a:avLst/>
              </a:prstGeom>
              <a:blipFill>
                <a:blip r:embed="rId11"/>
                <a:stretch>
                  <a:fillRect b="-579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7" name="文字方塊 226">
                <a:extLst>
                  <a:ext uri="{FF2B5EF4-FFF2-40B4-BE49-F238E27FC236}">
                    <a16:creationId xmlns:a16="http://schemas.microsoft.com/office/drawing/2014/main" id="{990D4C3A-AED8-40BB-8849-57DEE8BE7A17}"/>
                  </a:ext>
                </a:extLst>
              </p:cNvPr>
              <p:cNvSpPr txBox="1"/>
              <p:nvPr/>
            </p:nvSpPr>
            <p:spPr>
              <a:xfrm>
                <a:off x="7237289" y="1713862"/>
                <a:ext cx="388427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</m:oMath>
                  </m:oMathPara>
                </a14:m>
                <a:endParaRPr lang="en-US" altLang="zh-TW" sz="2000" dirty="0"/>
              </a:p>
            </p:txBody>
          </p:sp>
        </mc:Choice>
        <mc:Fallback xmlns="">
          <p:sp>
            <p:nvSpPr>
              <p:cNvPr id="227" name="文字方塊 226">
                <a:extLst>
                  <a:ext uri="{FF2B5EF4-FFF2-40B4-BE49-F238E27FC236}">
                    <a16:creationId xmlns:a16="http://schemas.microsoft.com/office/drawing/2014/main" id="{990D4C3A-AED8-40BB-8849-57DEE8BE7A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37289" y="1713862"/>
                <a:ext cx="388427" cy="400110"/>
              </a:xfrm>
              <a:prstGeom prst="rect">
                <a:avLst/>
              </a:prstGeom>
              <a:blipFill>
                <a:blip r:embed="rId12"/>
                <a:stretch>
                  <a:fillRect b="-757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8" name="文字方塊 227">
                <a:extLst>
                  <a:ext uri="{FF2B5EF4-FFF2-40B4-BE49-F238E27FC236}">
                    <a16:creationId xmlns:a16="http://schemas.microsoft.com/office/drawing/2014/main" id="{3C622479-68C9-4AC9-AE5F-27970F7075FD}"/>
                  </a:ext>
                </a:extLst>
              </p:cNvPr>
              <p:cNvSpPr txBox="1"/>
              <p:nvPr/>
            </p:nvSpPr>
            <p:spPr>
              <a:xfrm>
                <a:off x="6540846" y="2179934"/>
                <a:ext cx="652306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0.1</m:t>
                          </m:r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en-US" altLang="zh-TW" sz="1600" dirty="0"/>
              </a:p>
            </p:txBody>
          </p:sp>
        </mc:Choice>
        <mc:Fallback xmlns="">
          <p:sp>
            <p:nvSpPr>
              <p:cNvPr id="228" name="文字方塊 227">
                <a:extLst>
                  <a:ext uri="{FF2B5EF4-FFF2-40B4-BE49-F238E27FC236}">
                    <a16:creationId xmlns:a16="http://schemas.microsoft.com/office/drawing/2014/main" id="{3C622479-68C9-4AC9-AE5F-27970F7075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40846" y="2179934"/>
                <a:ext cx="652306" cy="338554"/>
              </a:xfrm>
              <a:prstGeom prst="rect">
                <a:avLst/>
              </a:prstGeom>
              <a:blipFill>
                <a:blip r:embed="rId13"/>
                <a:stretch>
                  <a:fillRect b="-727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9" name="文字方塊 228">
            <a:extLst>
              <a:ext uri="{FF2B5EF4-FFF2-40B4-BE49-F238E27FC236}">
                <a16:creationId xmlns:a16="http://schemas.microsoft.com/office/drawing/2014/main" id="{2693C9D3-A145-48F7-981C-9A9BF2A0A9A5}"/>
              </a:ext>
            </a:extLst>
          </p:cNvPr>
          <p:cNvSpPr txBox="1"/>
          <p:nvPr/>
        </p:nvSpPr>
        <p:spPr>
          <a:xfrm>
            <a:off x="5543826" y="125920"/>
            <a:ext cx="3714632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Longitudinal component</a:t>
            </a:r>
            <a:endParaRPr lang="zh-TW" altLang="en-US" sz="2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1" name="文字方塊 230">
                <a:extLst>
                  <a:ext uri="{FF2B5EF4-FFF2-40B4-BE49-F238E27FC236}">
                    <a16:creationId xmlns:a16="http://schemas.microsoft.com/office/drawing/2014/main" id="{A81A25EB-4EC7-4F2F-99BC-612BE192E284}"/>
                  </a:ext>
                </a:extLst>
              </p:cNvPr>
              <p:cNvSpPr txBox="1"/>
              <p:nvPr/>
            </p:nvSpPr>
            <p:spPr>
              <a:xfrm>
                <a:off x="6358604" y="1285730"/>
                <a:ext cx="1673596" cy="3231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5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𝛼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</m:d>
                      <m:r>
                        <a:rPr lang="en-US" altLang="zh-TW" sz="150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zh-TW" sz="15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0, </m:t>
                          </m:r>
                          <m:r>
                            <m:rPr>
                              <m:nor/>
                            </m:rPr>
                            <a:rPr lang="en-US" altLang="zh-TW" sz="150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</m:oMath>
                  </m:oMathPara>
                </a14:m>
                <a:endParaRPr lang="zh-TW" altLang="en-US" sz="1500" dirty="0"/>
              </a:p>
            </p:txBody>
          </p:sp>
        </mc:Choice>
        <mc:Fallback xmlns="">
          <p:sp>
            <p:nvSpPr>
              <p:cNvPr id="231" name="文字方塊 230">
                <a:extLst>
                  <a:ext uri="{FF2B5EF4-FFF2-40B4-BE49-F238E27FC236}">
                    <a16:creationId xmlns:a16="http://schemas.microsoft.com/office/drawing/2014/main" id="{A81A25EB-4EC7-4F2F-99BC-612BE192E2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58604" y="1285730"/>
                <a:ext cx="1673596" cy="323165"/>
              </a:xfrm>
              <a:prstGeom prst="rect">
                <a:avLst/>
              </a:prstGeom>
              <a:blipFill>
                <a:blip r:embed="rId14"/>
                <a:stretch>
                  <a:fillRect b="-943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2" name="文字方塊 231">
                <a:extLst>
                  <a:ext uri="{FF2B5EF4-FFF2-40B4-BE49-F238E27FC236}">
                    <a16:creationId xmlns:a16="http://schemas.microsoft.com/office/drawing/2014/main" id="{B2F5F182-7771-47FB-BF37-AF5144F26384}"/>
                  </a:ext>
                </a:extLst>
              </p:cNvPr>
              <p:cNvSpPr txBox="1"/>
              <p:nvPr/>
            </p:nvSpPr>
            <p:spPr>
              <a:xfrm>
                <a:off x="5301973" y="3844729"/>
                <a:ext cx="1150186" cy="3231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5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0, 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500" dirty="0"/>
              </a:p>
            </p:txBody>
          </p:sp>
        </mc:Choice>
        <mc:Fallback xmlns="">
          <p:sp>
            <p:nvSpPr>
              <p:cNvPr id="232" name="文字方塊 231">
                <a:extLst>
                  <a:ext uri="{FF2B5EF4-FFF2-40B4-BE49-F238E27FC236}">
                    <a16:creationId xmlns:a16="http://schemas.microsoft.com/office/drawing/2014/main" id="{B2F5F182-7771-47FB-BF37-AF5144F263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01973" y="3844729"/>
                <a:ext cx="1150186" cy="323165"/>
              </a:xfrm>
              <a:prstGeom prst="rect">
                <a:avLst/>
              </a:prstGeom>
              <a:blipFill>
                <a:blip r:embed="rId15"/>
                <a:stretch>
                  <a:fillRect b="-943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3" name="文字方塊 232">
                <a:extLst>
                  <a:ext uri="{FF2B5EF4-FFF2-40B4-BE49-F238E27FC236}">
                    <a16:creationId xmlns:a16="http://schemas.microsoft.com/office/drawing/2014/main" id="{BDC6F78B-E419-4B8A-BAA9-5615A1972DBE}"/>
                  </a:ext>
                </a:extLst>
              </p:cNvPr>
              <p:cNvSpPr txBox="1"/>
              <p:nvPr/>
            </p:nvSpPr>
            <p:spPr>
              <a:xfrm>
                <a:off x="8331357" y="2248720"/>
                <a:ext cx="1150186" cy="3231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5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500" dirty="0"/>
              </a:p>
            </p:txBody>
          </p:sp>
        </mc:Choice>
        <mc:Fallback xmlns="">
          <p:sp>
            <p:nvSpPr>
              <p:cNvPr id="233" name="文字方塊 232">
                <a:extLst>
                  <a:ext uri="{FF2B5EF4-FFF2-40B4-BE49-F238E27FC236}">
                    <a16:creationId xmlns:a16="http://schemas.microsoft.com/office/drawing/2014/main" id="{BDC6F78B-E419-4B8A-BAA9-5615A1972D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31357" y="2248720"/>
                <a:ext cx="1150186" cy="323165"/>
              </a:xfrm>
              <a:prstGeom prst="rect">
                <a:avLst/>
              </a:prstGeom>
              <a:blipFill>
                <a:blip r:embed="rId16"/>
                <a:stretch>
                  <a:fillRect b="-943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4" name="文字方塊 233">
                <a:extLst>
                  <a:ext uri="{FF2B5EF4-FFF2-40B4-BE49-F238E27FC236}">
                    <a16:creationId xmlns:a16="http://schemas.microsoft.com/office/drawing/2014/main" id="{DA67C54B-80A5-4D59-B289-74384BDACD1C}"/>
                  </a:ext>
                </a:extLst>
              </p:cNvPr>
              <p:cNvSpPr txBox="1"/>
              <p:nvPr/>
            </p:nvSpPr>
            <p:spPr>
              <a:xfrm>
                <a:off x="6826049" y="4840301"/>
                <a:ext cx="1150186" cy="3231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5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0,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𝜋</m:t>
                          </m:r>
                        </m:e>
                      </m:d>
                    </m:oMath>
                  </m:oMathPara>
                </a14:m>
                <a:endParaRPr lang="zh-TW" altLang="en-US" sz="1500" dirty="0"/>
              </a:p>
            </p:txBody>
          </p:sp>
        </mc:Choice>
        <mc:Fallback xmlns="">
          <p:sp>
            <p:nvSpPr>
              <p:cNvPr id="234" name="文字方塊 233">
                <a:extLst>
                  <a:ext uri="{FF2B5EF4-FFF2-40B4-BE49-F238E27FC236}">
                    <a16:creationId xmlns:a16="http://schemas.microsoft.com/office/drawing/2014/main" id="{DA67C54B-80A5-4D59-B289-74384BDACD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26049" y="4840301"/>
                <a:ext cx="1150186" cy="323165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35" name="圖片 234">
            <a:extLst>
              <a:ext uri="{FF2B5EF4-FFF2-40B4-BE49-F238E27FC236}">
                <a16:creationId xmlns:a16="http://schemas.microsoft.com/office/drawing/2014/main" id="{DF781A4C-9BC8-40C7-BF1A-E906699C28D4}"/>
              </a:ext>
            </a:extLst>
          </p:cNvPr>
          <p:cNvPicPr>
            <a:picLocks noChangeAspect="1"/>
          </p:cNvPicPr>
          <p:nvPr/>
        </p:nvPicPr>
        <p:blipFill rotWithShape="1">
          <a:blip r:embed="rId1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0879" t="9023" r="4888" b="70339"/>
          <a:stretch/>
        </p:blipFill>
        <p:spPr>
          <a:xfrm>
            <a:off x="7871070" y="1257930"/>
            <a:ext cx="413382" cy="134348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36" name="文字方塊 235">
                <a:extLst>
                  <a:ext uri="{FF2B5EF4-FFF2-40B4-BE49-F238E27FC236}">
                    <a16:creationId xmlns:a16="http://schemas.microsoft.com/office/drawing/2014/main" id="{61131924-00C5-4C5C-8379-1D2527DB1052}"/>
                  </a:ext>
                </a:extLst>
              </p:cNvPr>
              <p:cNvSpPr txBox="1"/>
              <p:nvPr/>
            </p:nvSpPr>
            <p:spPr>
              <a:xfrm>
                <a:off x="7789606" y="2342403"/>
                <a:ext cx="478319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sz="1400"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altLang="zh-TW" sz="1400">
                          <a:latin typeface="Cambria Math" panose="02040503050406030204" pitchFamily="18" charset="0"/>
                        </a:rPr>
                        <m:t>.</m:t>
                      </m:r>
                      <m:r>
                        <m:rPr>
                          <m:sty m:val="p"/>
                        </m:rPr>
                        <a:rPr lang="en-US" altLang="zh-TW" sz="1400">
                          <a:latin typeface="Cambria Math" panose="02040503050406030204" pitchFamily="18" charset="0"/>
                        </a:rPr>
                        <m:t>u</m:t>
                      </m:r>
                      <m:r>
                        <a:rPr lang="en-US" altLang="zh-TW" sz="140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TW" altLang="en-US" sz="1400" dirty="0"/>
              </a:p>
            </p:txBody>
          </p:sp>
        </mc:Choice>
        <mc:Fallback xmlns="">
          <p:sp>
            <p:nvSpPr>
              <p:cNvPr id="236" name="文字方塊 235">
                <a:extLst>
                  <a:ext uri="{FF2B5EF4-FFF2-40B4-BE49-F238E27FC236}">
                    <a16:creationId xmlns:a16="http://schemas.microsoft.com/office/drawing/2014/main" id="{61131924-00C5-4C5C-8379-1D2527DB10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89606" y="2342403"/>
                <a:ext cx="478319" cy="307777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7" name="Oval 14">
            <a:extLst>
              <a:ext uri="{FF2B5EF4-FFF2-40B4-BE49-F238E27FC236}">
                <a16:creationId xmlns:a16="http://schemas.microsoft.com/office/drawing/2014/main" id="{4D2E6476-8133-4C1A-80AA-96C2BBAD7538}"/>
              </a:ext>
            </a:extLst>
          </p:cNvPr>
          <p:cNvSpPr/>
          <p:nvPr/>
        </p:nvSpPr>
        <p:spPr>
          <a:xfrm>
            <a:off x="7317889" y="2852108"/>
            <a:ext cx="162450" cy="168277"/>
          </a:xfrm>
          <a:prstGeom prst="ellipse">
            <a:avLst/>
          </a:prstGeom>
          <a:gradFill flip="none" rotWithShape="1">
            <a:gsLst>
              <a:gs pos="0">
                <a:srgbClr val="D1D1D1"/>
              </a:gs>
              <a:gs pos="23000">
                <a:schemeClr val="bg1">
                  <a:lumMod val="85000"/>
                </a:schemeClr>
              </a:gs>
              <a:gs pos="69000">
                <a:schemeClr val="accent3">
                  <a:lumMod val="75000"/>
                </a:schemeClr>
              </a:gs>
              <a:gs pos="97000">
                <a:schemeClr val="accent3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/>
          </a:p>
        </p:txBody>
      </p:sp>
      <p:sp>
        <p:nvSpPr>
          <p:cNvPr id="238" name="Oval 4">
            <a:extLst>
              <a:ext uri="{FF2B5EF4-FFF2-40B4-BE49-F238E27FC236}">
                <a16:creationId xmlns:a16="http://schemas.microsoft.com/office/drawing/2014/main" id="{D0067B35-40A6-4446-8A95-C300D2678B59}"/>
              </a:ext>
            </a:extLst>
          </p:cNvPr>
          <p:cNvSpPr/>
          <p:nvPr/>
        </p:nvSpPr>
        <p:spPr>
          <a:xfrm>
            <a:off x="6679308" y="2936246"/>
            <a:ext cx="1443999" cy="1495797"/>
          </a:xfrm>
          <a:prstGeom prst="ellipse">
            <a:avLst/>
          </a:prstGeom>
          <a:gradFill flip="none" rotWithShape="1">
            <a:gsLst>
              <a:gs pos="100000">
                <a:schemeClr val="accent3">
                  <a:lumMod val="60000"/>
                  <a:lumOff val="40000"/>
                  <a:alpha val="60000"/>
                </a:schemeClr>
              </a:gs>
              <a:gs pos="55000">
                <a:schemeClr val="accent3">
                  <a:lumMod val="40000"/>
                  <a:lumOff val="60000"/>
                  <a:alpha val="60000"/>
                </a:schemeClr>
              </a:gs>
              <a:gs pos="0">
                <a:schemeClr val="bg1">
                  <a:alpha val="6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 w="57150">
            <a:solidFill>
              <a:srgbClr val="D5D7D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39" name="Oval 15">
            <a:extLst>
              <a:ext uri="{FF2B5EF4-FFF2-40B4-BE49-F238E27FC236}">
                <a16:creationId xmlns:a16="http://schemas.microsoft.com/office/drawing/2014/main" id="{3ED95C10-549D-46A4-8427-E9004FB39400}"/>
              </a:ext>
            </a:extLst>
          </p:cNvPr>
          <p:cNvSpPr/>
          <p:nvPr/>
        </p:nvSpPr>
        <p:spPr>
          <a:xfrm>
            <a:off x="7317889" y="4347065"/>
            <a:ext cx="162450" cy="168277"/>
          </a:xfrm>
          <a:prstGeom prst="ellipse">
            <a:avLst/>
          </a:prstGeom>
          <a:gradFill flip="none" rotWithShape="1">
            <a:gsLst>
              <a:gs pos="17000">
                <a:srgbClr val="D1D1D1"/>
              </a:gs>
              <a:gs pos="0">
                <a:schemeClr val="bg1">
                  <a:lumMod val="85000"/>
                </a:schemeClr>
              </a:gs>
              <a:gs pos="60000">
                <a:schemeClr val="accent3">
                  <a:lumMod val="75000"/>
                </a:schemeClr>
              </a:gs>
              <a:gs pos="97000">
                <a:schemeClr val="accent3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52" name="SHO">
            <a:extLst>
              <a:ext uri="{FF2B5EF4-FFF2-40B4-BE49-F238E27FC236}">
                <a16:creationId xmlns:a16="http://schemas.microsoft.com/office/drawing/2014/main" id="{0845B616-2D49-4C5D-A47F-908796A33A53}"/>
              </a:ext>
            </a:extLst>
          </p:cNvPr>
          <p:cNvSpPr/>
          <p:nvPr/>
        </p:nvSpPr>
        <p:spPr>
          <a:xfrm rot="16200000">
            <a:off x="7087769" y="2962645"/>
            <a:ext cx="622693" cy="1443999"/>
          </a:xfrm>
          <a:prstGeom prst="arc">
            <a:avLst>
              <a:gd name="adj1" fmla="val 5396867"/>
              <a:gd name="adj2" fmla="val 5395779"/>
            </a:avLst>
          </a:prstGeom>
          <a:gradFill flip="none" rotWithShape="1">
            <a:gsLst>
              <a:gs pos="0">
                <a:schemeClr val="bg1">
                  <a:lumMod val="65000"/>
                </a:schemeClr>
              </a:gs>
              <a:gs pos="47000">
                <a:schemeClr val="bg1">
                  <a:lumMod val="50000"/>
                </a:schemeClr>
              </a:gs>
              <a:gs pos="97000">
                <a:srgbClr val="5E5E5E"/>
              </a:gs>
            </a:gsLst>
            <a:path path="circle">
              <a:fillToRect l="50000" t="50000" r="50000" b="50000"/>
            </a:path>
            <a:tileRect/>
          </a:gradFill>
          <a:ln w="31750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53" name="SVO">
            <a:extLst>
              <a:ext uri="{FF2B5EF4-FFF2-40B4-BE49-F238E27FC236}">
                <a16:creationId xmlns:a16="http://schemas.microsoft.com/office/drawing/2014/main" id="{28FBC70E-6464-4911-A7DC-D688B4A191B2}"/>
              </a:ext>
            </a:extLst>
          </p:cNvPr>
          <p:cNvSpPr/>
          <p:nvPr/>
        </p:nvSpPr>
        <p:spPr>
          <a:xfrm>
            <a:off x="7037215" y="2936747"/>
            <a:ext cx="722000" cy="1495797"/>
          </a:xfrm>
          <a:prstGeom prst="ellipse">
            <a:avLst/>
          </a:prstGeom>
          <a:noFill/>
          <a:ln w="25400">
            <a:solidFill>
              <a:schemeClr val="bg1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254" name="Oval 6">
            <a:extLst>
              <a:ext uri="{FF2B5EF4-FFF2-40B4-BE49-F238E27FC236}">
                <a16:creationId xmlns:a16="http://schemas.microsoft.com/office/drawing/2014/main" id="{F7426249-BB1C-465F-BA24-177826BCA4FE}"/>
              </a:ext>
            </a:extLst>
          </p:cNvPr>
          <p:cNvSpPr/>
          <p:nvPr/>
        </p:nvSpPr>
        <p:spPr>
          <a:xfrm rot="16200000">
            <a:off x="7087769" y="2962645"/>
            <a:ext cx="622693" cy="1443999"/>
          </a:xfrm>
          <a:prstGeom prst="ellipse">
            <a:avLst/>
          </a:prstGeom>
          <a:noFill/>
          <a:ln w="38100">
            <a:solidFill>
              <a:schemeClr val="tx1">
                <a:alpha val="6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5" name="TextBox 11">
                <a:extLst>
                  <a:ext uri="{FF2B5EF4-FFF2-40B4-BE49-F238E27FC236}">
                    <a16:creationId xmlns:a16="http://schemas.microsoft.com/office/drawing/2014/main" id="{37DEB133-ADB0-4B60-901B-D2AEF580DA59}"/>
                  </a:ext>
                </a:extLst>
              </p:cNvPr>
              <p:cNvSpPr txBox="1"/>
              <p:nvPr/>
            </p:nvSpPr>
            <p:spPr>
              <a:xfrm>
                <a:off x="6849417" y="3506293"/>
                <a:ext cx="176928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255" name="TextBox 11">
                <a:extLst>
                  <a:ext uri="{FF2B5EF4-FFF2-40B4-BE49-F238E27FC236}">
                    <a16:creationId xmlns:a16="http://schemas.microsoft.com/office/drawing/2014/main" id="{37DEB133-ADB0-4B60-901B-D2AEF580DA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49417" y="3506293"/>
                <a:ext cx="176928" cy="338554"/>
              </a:xfrm>
              <a:prstGeom prst="rect">
                <a:avLst/>
              </a:prstGeom>
              <a:blipFill>
                <a:blip r:embed="rId20"/>
                <a:stretch>
                  <a:fillRect r="-4137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6" name="Oval 22">
            <a:extLst>
              <a:ext uri="{FF2B5EF4-FFF2-40B4-BE49-F238E27FC236}">
                <a16:creationId xmlns:a16="http://schemas.microsoft.com/office/drawing/2014/main" id="{F51F6D7A-CBDD-41AE-81A9-01A381888E10}"/>
              </a:ext>
            </a:extLst>
          </p:cNvPr>
          <p:cNvSpPr/>
          <p:nvPr/>
        </p:nvSpPr>
        <p:spPr>
          <a:xfrm>
            <a:off x="7316943" y="4347065"/>
            <a:ext cx="162450" cy="168277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7" name="TextBox 12">
                <a:extLst>
                  <a:ext uri="{FF2B5EF4-FFF2-40B4-BE49-F238E27FC236}">
                    <a16:creationId xmlns:a16="http://schemas.microsoft.com/office/drawing/2014/main" id="{BEB792E4-CC90-49E5-8163-921F2ECF2D45}"/>
                  </a:ext>
                </a:extLst>
              </p:cNvPr>
              <p:cNvSpPr txBox="1"/>
              <p:nvPr/>
            </p:nvSpPr>
            <p:spPr>
              <a:xfrm>
                <a:off x="7504340" y="3601690"/>
                <a:ext cx="176928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257" name="TextBox 12">
                <a:extLst>
                  <a:ext uri="{FF2B5EF4-FFF2-40B4-BE49-F238E27FC236}">
                    <a16:creationId xmlns:a16="http://schemas.microsoft.com/office/drawing/2014/main" id="{BEB792E4-CC90-49E5-8163-921F2ECF2D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04340" y="3601690"/>
                <a:ext cx="176928" cy="338554"/>
              </a:xfrm>
              <a:prstGeom prst="rect">
                <a:avLst/>
              </a:prstGeom>
              <a:blipFill>
                <a:blip r:embed="rId21"/>
                <a:stretch>
                  <a:fillRect r="-55172" b="-363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8" name="TextBox 13">
                <a:extLst>
                  <a:ext uri="{FF2B5EF4-FFF2-40B4-BE49-F238E27FC236}">
                    <a16:creationId xmlns:a16="http://schemas.microsoft.com/office/drawing/2014/main" id="{8D531DEA-B9A5-4E8D-A6A2-A31408532FD7}"/>
                  </a:ext>
                </a:extLst>
              </p:cNvPr>
              <p:cNvSpPr txBox="1"/>
              <p:nvPr/>
            </p:nvSpPr>
            <p:spPr>
              <a:xfrm>
                <a:off x="7260216" y="2971948"/>
                <a:ext cx="256967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>
                          <a:latin typeface="Cambria Math" panose="02040503050406030204" pitchFamily="18" charset="0"/>
                        </a:rPr>
                        <m:t>𝑧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258" name="TextBox 13">
                <a:extLst>
                  <a:ext uri="{FF2B5EF4-FFF2-40B4-BE49-F238E27FC236}">
                    <a16:creationId xmlns:a16="http://schemas.microsoft.com/office/drawing/2014/main" id="{8D531DEA-B9A5-4E8D-A6A2-A31408532F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60216" y="2971948"/>
                <a:ext cx="256967" cy="338554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9" name="DVO">
            <a:extLst>
              <a:ext uri="{FF2B5EF4-FFF2-40B4-BE49-F238E27FC236}">
                <a16:creationId xmlns:a16="http://schemas.microsoft.com/office/drawing/2014/main" id="{BD66E933-A9D1-416F-99A4-A2F56F384D96}"/>
              </a:ext>
            </a:extLst>
          </p:cNvPr>
          <p:cNvSpPr/>
          <p:nvPr/>
        </p:nvSpPr>
        <p:spPr>
          <a:xfrm flipH="1">
            <a:off x="7037215" y="2936747"/>
            <a:ext cx="722000" cy="1495797"/>
          </a:xfrm>
          <a:prstGeom prst="arc">
            <a:avLst>
              <a:gd name="adj1" fmla="val 5396867"/>
              <a:gd name="adj2" fmla="val 16170484"/>
            </a:avLst>
          </a:prstGeom>
          <a:ln w="254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60" name="Oval 23">
            <a:extLst>
              <a:ext uri="{FF2B5EF4-FFF2-40B4-BE49-F238E27FC236}">
                <a16:creationId xmlns:a16="http://schemas.microsoft.com/office/drawing/2014/main" id="{B1975880-4F20-4527-8AC1-67B4B5024B5F}"/>
              </a:ext>
            </a:extLst>
          </p:cNvPr>
          <p:cNvSpPr/>
          <p:nvPr/>
        </p:nvSpPr>
        <p:spPr>
          <a:xfrm>
            <a:off x="8039799" y="3600507"/>
            <a:ext cx="162450" cy="168277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cxnSp>
        <p:nvCxnSpPr>
          <p:cNvPr id="261" name="Straight Arrow Connector 7">
            <a:extLst>
              <a:ext uri="{FF2B5EF4-FFF2-40B4-BE49-F238E27FC236}">
                <a16:creationId xmlns:a16="http://schemas.microsoft.com/office/drawing/2014/main" id="{33161F97-7212-47BE-BA7D-6FC7B9147369}"/>
              </a:ext>
            </a:extLst>
          </p:cNvPr>
          <p:cNvCxnSpPr>
            <a:cxnSpLocks/>
          </p:cNvCxnSpPr>
          <p:nvPr/>
        </p:nvCxnSpPr>
        <p:spPr>
          <a:xfrm flipV="1">
            <a:off x="7395184" y="3236563"/>
            <a:ext cx="1697" cy="445890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2" name="Straight Arrow Connector 19">
            <a:extLst>
              <a:ext uri="{FF2B5EF4-FFF2-40B4-BE49-F238E27FC236}">
                <a16:creationId xmlns:a16="http://schemas.microsoft.com/office/drawing/2014/main" id="{240911C2-AE74-4914-B8DB-470C2315C461}"/>
              </a:ext>
            </a:extLst>
          </p:cNvPr>
          <p:cNvCxnSpPr>
            <a:cxnSpLocks/>
          </p:cNvCxnSpPr>
          <p:nvPr/>
        </p:nvCxnSpPr>
        <p:spPr>
          <a:xfrm>
            <a:off x="7398168" y="3680269"/>
            <a:ext cx="195802" cy="156763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3" name="Straight Arrow Connector 18">
            <a:extLst>
              <a:ext uri="{FF2B5EF4-FFF2-40B4-BE49-F238E27FC236}">
                <a16:creationId xmlns:a16="http://schemas.microsoft.com/office/drawing/2014/main" id="{168B960E-43A1-4542-B03F-41153CC41797}"/>
              </a:ext>
            </a:extLst>
          </p:cNvPr>
          <p:cNvCxnSpPr>
            <a:cxnSpLocks/>
          </p:cNvCxnSpPr>
          <p:nvPr/>
        </p:nvCxnSpPr>
        <p:spPr>
          <a:xfrm rot="16200000" flipH="1" flipV="1">
            <a:off x="7226846" y="3508793"/>
            <a:ext cx="0" cy="342950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4" name="Oval 20">
            <a:extLst>
              <a:ext uri="{FF2B5EF4-FFF2-40B4-BE49-F238E27FC236}">
                <a16:creationId xmlns:a16="http://schemas.microsoft.com/office/drawing/2014/main" id="{24DEE888-55C9-4D4C-B18D-808F9AA85CCB}"/>
              </a:ext>
            </a:extLst>
          </p:cNvPr>
          <p:cNvSpPr/>
          <p:nvPr/>
        </p:nvSpPr>
        <p:spPr>
          <a:xfrm>
            <a:off x="6595635" y="3600507"/>
            <a:ext cx="162450" cy="168277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265" name="Oval 22">
            <a:extLst>
              <a:ext uri="{FF2B5EF4-FFF2-40B4-BE49-F238E27FC236}">
                <a16:creationId xmlns:a16="http://schemas.microsoft.com/office/drawing/2014/main" id="{EF01816B-7066-4916-A520-954D092BE6FE}"/>
              </a:ext>
            </a:extLst>
          </p:cNvPr>
          <p:cNvSpPr/>
          <p:nvPr/>
        </p:nvSpPr>
        <p:spPr>
          <a:xfrm>
            <a:off x="7318125" y="2844234"/>
            <a:ext cx="162450" cy="168277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/>
          </a:p>
        </p:txBody>
      </p:sp>
      <p:sp>
        <p:nvSpPr>
          <p:cNvPr id="266" name="Partial Circle 9">
            <a:extLst>
              <a:ext uri="{FF2B5EF4-FFF2-40B4-BE49-F238E27FC236}">
                <a16:creationId xmlns:a16="http://schemas.microsoft.com/office/drawing/2014/main" id="{95E3D0C0-F471-47D7-9B54-CC1B9F289F59}"/>
              </a:ext>
            </a:extLst>
          </p:cNvPr>
          <p:cNvSpPr>
            <a:spLocks noChangeAspect="1"/>
          </p:cNvSpPr>
          <p:nvPr/>
        </p:nvSpPr>
        <p:spPr>
          <a:xfrm rot="16200000" flipH="1">
            <a:off x="7334286" y="3585381"/>
            <a:ext cx="102407" cy="197721"/>
          </a:xfrm>
          <a:prstGeom prst="pie">
            <a:avLst>
              <a:gd name="adj1" fmla="val 16258856"/>
              <a:gd name="adj2" fmla="val 19252600"/>
            </a:avLst>
          </a:prstGeom>
          <a:gradFill flip="none" rotWithShape="1">
            <a:gsLst>
              <a:gs pos="0">
                <a:schemeClr val="tx1"/>
              </a:gs>
              <a:gs pos="50000">
                <a:schemeClr val="tx1">
                  <a:lumMod val="50000"/>
                  <a:lumOff val="50000"/>
                </a:schemeClr>
              </a:gs>
              <a:gs pos="100000">
                <a:schemeClr val="bg1">
                  <a:lumMod val="50000"/>
                </a:schemeClr>
              </a:gs>
            </a:gsLst>
            <a:lin ang="2700000" scaled="1"/>
            <a:tileRect/>
          </a:gra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7" name="TextBox 10">
                <a:extLst>
                  <a:ext uri="{FF2B5EF4-FFF2-40B4-BE49-F238E27FC236}">
                    <a16:creationId xmlns:a16="http://schemas.microsoft.com/office/drawing/2014/main" id="{B215AA15-06BF-4D83-A5CD-B6A967095CE1}"/>
                  </a:ext>
                </a:extLst>
              </p:cNvPr>
              <p:cNvSpPr txBox="1"/>
              <p:nvPr/>
            </p:nvSpPr>
            <p:spPr>
              <a:xfrm>
                <a:off x="6970268" y="3620427"/>
                <a:ext cx="315234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>
                          <a:latin typeface="Cambria Math" panose="02040503050406030204" pitchFamily="18" charset="0"/>
                        </a:rPr>
                        <m:t>𝛼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267" name="TextBox 10">
                <a:extLst>
                  <a:ext uri="{FF2B5EF4-FFF2-40B4-BE49-F238E27FC236}">
                    <a16:creationId xmlns:a16="http://schemas.microsoft.com/office/drawing/2014/main" id="{B215AA15-06BF-4D83-A5CD-B6A967095C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70268" y="3620427"/>
                <a:ext cx="315234" cy="338554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68" name="Straight Arrow Connector 17">
            <a:extLst>
              <a:ext uri="{FF2B5EF4-FFF2-40B4-BE49-F238E27FC236}">
                <a16:creationId xmlns:a16="http://schemas.microsoft.com/office/drawing/2014/main" id="{230BB7BA-7677-4C8C-B5E4-B82B7D463931}"/>
              </a:ext>
            </a:extLst>
          </p:cNvPr>
          <p:cNvCxnSpPr>
            <a:cxnSpLocks/>
          </p:cNvCxnSpPr>
          <p:nvPr/>
        </p:nvCxnSpPr>
        <p:spPr>
          <a:xfrm flipH="1">
            <a:off x="7177537" y="3685449"/>
            <a:ext cx="221585" cy="286539"/>
          </a:xfrm>
          <a:prstGeom prst="straightConnector1">
            <a:avLst/>
          </a:prstGeom>
          <a:ln w="38100">
            <a:solidFill>
              <a:schemeClr val="tx1"/>
            </a:solidFill>
            <a:tailEnd type="stealth" w="lg" len="lg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269" name="Partial Circle 9">
            <a:extLst>
              <a:ext uri="{FF2B5EF4-FFF2-40B4-BE49-F238E27FC236}">
                <a16:creationId xmlns:a16="http://schemas.microsoft.com/office/drawing/2014/main" id="{E72D69FE-BCE2-4231-B5B8-E4BAB5150F43}"/>
              </a:ext>
            </a:extLst>
          </p:cNvPr>
          <p:cNvSpPr>
            <a:spLocks noChangeAspect="1"/>
          </p:cNvSpPr>
          <p:nvPr/>
        </p:nvSpPr>
        <p:spPr>
          <a:xfrm>
            <a:off x="7321561" y="3548156"/>
            <a:ext cx="149214" cy="301366"/>
          </a:xfrm>
          <a:prstGeom prst="pie">
            <a:avLst>
              <a:gd name="adj1" fmla="val 16258856"/>
              <a:gd name="adj2" fmla="val 19252600"/>
            </a:avLst>
          </a:prstGeom>
          <a:gradFill flip="none" rotWithShape="1">
            <a:gsLst>
              <a:gs pos="0">
                <a:schemeClr val="tx1"/>
              </a:gs>
              <a:gs pos="50000">
                <a:schemeClr val="tx1">
                  <a:lumMod val="50000"/>
                  <a:lumOff val="50000"/>
                </a:schemeClr>
              </a:gs>
              <a:gs pos="100000">
                <a:schemeClr val="bg1">
                  <a:lumMod val="50000"/>
                </a:schemeClr>
              </a:gs>
            </a:gsLst>
            <a:lin ang="2700000" scaled="1"/>
            <a:tileRect/>
          </a:gra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0" name="TextBox 10">
                <a:extLst>
                  <a:ext uri="{FF2B5EF4-FFF2-40B4-BE49-F238E27FC236}">
                    <a16:creationId xmlns:a16="http://schemas.microsoft.com/office/drawing/2014/main" id="{2F6C10B6-03DA-4C5F-B367-63A41053B482}"/>
                  </a:ext>
                </a:extLst>
              </p:cNvPr>
              <p:cNvSpPr txBox="1"/>
              <p:nvPr/>
            </p:nvSpPr>
            <p:spPr>
              <a:xfrm>
                <a:off x="7361340" y="3300009"/>
                <a:ext cx="297046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>
                          <a:latin typeface="Cambria Math" panose="02040503050406030204" pitchFamily="18" charset="0"/>
                        </a:rPr>
                        <m:t>𝛽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270" name="TextBox 10">
                <a:extLst>
                  <a:ext uri="{FF2B5EF4-FFF2-40B4-BE49-F238E27FC236}">
                    <a16:creationId xmlns:a16="http://schemas.microsoft.com/office/drawing/2014/main" id="{2F6C10B6-03DA-4C5F-B367-63A41053B4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61340" y="3300009"/>
                <a:ext cx="297046" cy="338554"/>
              </a:xfrm>
              <a:prstGeom prst="rect">
                <a:avLst/>
              </a:prstGeom>
              <a:blipFill>
                <a:blip r:embed="rId24"/>
                <a:stretch>
                  <a:fillRect l="-2083" r="-4167" b="-892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71" name="Straight Arrow Connector 17">
            <a:extLst>
              <a:ext uri="{FF2B5EF4-FFF2-40B4-BE49-F238E27FC236}">
                <a16:creationId xmlns:a16="http://schemas.microsoft.com/office/drawing/2014/main" id="{050CD12B-2348-4EAE-8F7E-7F476F6AB6E3}"/>
              </a:ext>
            </a:extLst>
          </p:cNvPr>
          <p:cNvCxnSpPr>
            <a:cxnSpLocks/>
          </p:cNvCxnSpPr>
          <p:nvPr/>
        </p:nvCxnSpPr>
        <p:spPr>
          <a:xfrm flipV="1">
            <a:off x="7391035" y="3239724"/>
            <a:ext cx="571923" cy="449644"/>
          </a:xfrm>
          <a:prstGeom prst="straightConnector1">
            <a:avLst/>
          </a:prstGeom>
          <a:ln w="38100">
            <a:solidFill>
              <a:schemeClr val="tx1"/>
            </a:solidFill>
            <a:tailEnd type="stealth" w="lg" len="lg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52" name="Oval 23">
            <a:extLst>
              <a:ext uri="{FF2B5EF4-FFF2-40B4-BE49-F238E27FC236}">
                <a16:creationId xmlns:a16="http://schemas.microsoft.com/office/drawing/2014/main" id="{6454FEB7-1A49-4057-B9D1-C98AB19CFD06}"/>
              </a:ext>
            </a:extLst>
          </p:cNvPr>
          <p:cNvSpPr/>
          <p:nvPr/>
        </p:nvSpPr>
        <p:spPr>
          <a:xfrm>
            <a:off x="7651126" y="3860498"/>
            <a:ext cx="162450" cy="168277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154" name="Oval 23">
            <a:extLst>
              <a:ext uri="{FF2B5EF4-FFF2-40B4-BE49-F238E27FC236}">
                <a16:creationId xmlns:a16="http://schemas.microsoft.com/office/drawing/2014/main" id="{2FF5597B-5488-4B3C-BE8B-E0AD3A81CF14}"/>
              </a:ext>
            </a:extLst>
          </p:cNvPr>
          <p:cNvSpPr/>
          <p:nvPr/>
        </p:nvSpPr>
        <p:spPr>
          <a:xfrm>
            <a:off x="6965326" y="3327098"/>
            <a:ext cx="162450" cy="168277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6" name="文字方塊 155">
                <a:extLst>
                  <a:ext uri="{FF2B5EF4-FFF2-40B4-BE49-F238E27FC236}">
                    <a16:creationId xmlns:a16="http://schemas.microsoft.com/office/drawing/2014/main" id="{7D05204B-22BE-4DE9-AA50-5F23DEE9A2F6}"/>
                  </a:ext>
                </a:extLst>
              </p:cNvPr>
              <p:cNvSpPr txBox="1"/>
              <p:nvPr/>
            </p:nvSpPr>
            <p:spPr>
              <a:xfrm>
                <a:off x="8312755" y="3844729"/>
                <a:ext cx="1150186" cy="3231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5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500" b="0" i="1" smtClean="0">
                              <a:latin typeface="Cambria Math" panose="02040503050406030204" pitchFamily="18" charset="0"/>
                            </a:rPr>
                            <m:t>/2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500" dirty="0"/>
              </a:p>
            </p:txBody>
          </p:sp>
        </mc:Choice>
        <mc:Fallback xmlns="">
          <p:sp>
            <p:nvSpPr>
              <p:cNvPr id="156" name="文字方塊 155">
                <a:extLst>
                  <a:ext uri="{FF2B5EF4-FFF2-40B4-BE49-F238E27FC236}">
                    <a16:creationId xmlns:a16="http://schemas.microsoft.com/office/drawing/2014/main" id="{7D05204B-22BE-4DE9-AA50-5F23DEE9A2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12755" y="3844729"/>
                <a:ext cx="1150186" cy="323165"/>
              </a:xfrm>
              <a:prstGeom prst="rect">
                <a:avLst/>
              </a:prstGeom>
              <a:blipFill>
                <a:blip r:embed="rId25"/>
                <a:stretch>
                  <a:fillRect b="-943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7" name="文字方塊 156">
                <a:extLst>
                  <a:ext uri="{FF2B5EF4-FFF2-40B4-BE49-F238E27FC236}">
                    <a16:creationId xmlns:a16="http://schemas.microsoft.com/office/drawing/2014/main" id="{834029C9-84F7-4B57-9E81-D8CCCEEA55EA}"/>
                  </a:ext>
                </a:extLst>
              </p:cNvPr>
              <p:cNvSpPr txBox="1"/>
              <p:nvPr/>
            </p:nvSpPr>
            <p:spPr>
              <a:xfrm>
                <a:off x="5272154" y="2248720"/>
                <a:ext cx="1150186" cy="3231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5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5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/2,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500" dirty="0"/>
              </a:p>
            </p:txBody>
          </p:sp>
        </mc:Choice>
        <mc:Fallback xmlns="">
          <p:sp>
            <p:nvSpPr>
              <p:cNvPr id="157" name="文字方塊 156">
                <a:extLst>
                  <a:ext uri="{FF2B5EF4-FFF2-40B4-BE49-F238E27FC236}">
                    <a16:creationId xmlns:a16="http://schemas.microsoft.com/office/drawing/2014/main" id="{834029C9-84F7-4B57-9E81-D8CCCEEA55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72154" y="2248720"/>
                <a:ext cx="1150186" cy="323165"/>
              </a:xfrm>
              <a:prstGeom prst="rect">
                <a:avLst/>
              </a:prstGeom>
              <a:blipFill>
                <a:blip r:embed="rId26"/>
                <a:stretch>
                  <a:fillRect b="-943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8" name="直線接點 157">
            <a:extLst>
              <a:ext uri="{FF2B5EF4-FFF2-40B4-BE49-F238E27FC236}">
                <a16:creationId xmlns:a16="http://schemas.microsoft.com/office/drawing/2014/main" id="{DA529A4E-3BAB-45BB-8274-1088EF0B43A5}"/>
              </a:ext>
            </a:extLst>
          </p:cNvPr>
          <p:cNvCxnSpPr>
            <a:cxnSpLocks/>
          </p:cNvCxnSpPr>
          <p:nvPr/>
        </p:nvCxnSpPr>
        <p:spPr>
          <a:xfrm flipV="1">
            <a:off x="6523355" y="3410397"/>
            <a:ext cx="453250" cy="188"/>
          </a:xfrm>
          <a:prstGeom prst="line">
            <a:avLst/>
          </a:prstGeom>
          <a:ln w="9525" cap="flat" cmpd="sng" algn="ctr">
            <a:solidFill>
              <a:schemeClr val="bg1">
                <a:lumMod val="5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59" name="直線接點 158">
            <a:extLst>
              <a:ext uri="{FF2B5EF4-FFF2-40B4-BE49-F238E27FC236}">
                <a16:creationId xmlns:a16="http://schemas.microsoft.com/office/drawing/2014/main" id="{F100F92B-B8C5-4A0F-B866-E2BAB0C4087A}"/>
              </a:ext>
            </a:extLst>
          </p:cNvPr>
          <p:cNvCxnSpPr>
            <a:cxnSpLocks/>
          </p:cNvCxnSpPr>
          <p:nvPr/>
        </p:nvCxnSpPr>
        <p:spPr>
          <a:xfrm>
            <a:off x="7827010" y="3970973"/>
            <a:ext cx="418783" cy="0"/>
          </a:xfrm>
          <a:prstGeom prst="line">
            <a:avLst/>
          </a:prstGeom>
          <a:ln w="9525" cap="flat" cmpd="sng" algn="ctr">
            <a:solidFill>
              <a:schemeClr val="bg1">
                <a:lumMod val="5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60" name="直線接點 159">
            <a:extLst>
              <a:ext uri="{FF2B5EF4-FFF2-40B4-BE49-F238E27FC236}">
                <a16:creationId xmlns:a16="http://schemas.microsoft.com/office/drawing/2014/main" id="{A656DF39-7853-456D-84EE-B2D69029F0B5}"/>
              </a:ext>
            </a:extLst>
          </p:cNvPr>
          <p:cNvCxnSpPr>
            <a:cxnSpLocks/>
          </p:cNvCxnSpPr>
          <p:nvPr/>
        </p:nvCxnSpPr>
        <p:spPr>
          <a:xfrm flipV="1">
            <a:off x="8169593" y="3508375"/>
            <a:ext cx="120332" cy="100649"/>
          </a:xfrm>
          <a:prstGeom prst="line">
            <a:avLst/>
          </a:prstGeom>
          <a:ln w="9525" cap="flat" cmpd="sng" algn="ctr">
            <a:solidFill>
              <a:schemeClr val="bg1">
                <a:lumMod val="5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61" name="直線接點 160">
            <a:extLst>
              <a:ext uri="{FF2B5EF4-FFF2-40B4-BE49-F238E27FC236}">
                <a16:creationId xmlns:a16="http://schemas.microsoft.com/office/drawing/2014/main" id="{C2ECA97C-3D5E-4873-BF49-1B844DE8012B}"/>
              </a:ext>
            </a:extLst>
          </p:cNvPr>
          <p:cNvCxnSpPr>
            <a:cxnSpLocks/>
          </p:cNvCxnSpPr>
          <p:nvPr/>
        </p:nvCxnSpPr>
        <p:spPr>
          <a:xfrm flipV="1">
            <a:off x="6508393" y="3750766"/>
            <a:ext cx="105264" cy="191632"/>
          </a:xfrm>
          <a:prstGeom prst="line">
            <a:avLst/>
          </a:prstGeom>
          <a:ln w="9525" cap="flat" cmpd="sng" algn="ctr">
            <a:solidFill>
              <a:schemeClr val="bg1">
                <a:lumMod val="5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pic>
        <p:nvPicPr>
          <p:cNvPr id="74" name="圖片 73">
            <a:extLst>
              <a:ext uri="{FF2B5EF4-FFF2-40B4-BE49-F238E27FC236}">
                <a16:creationId xmlns:a16="http://schemas.microsoft.com/office/drawing/2014/main" id="{080203AD-4F1B-4BC6-8007-DE7455C6F77A}"/>
              </a:ext>
            </a:extLst>
          </p:cNvPr>
          <p:cNvPicPr>
            <a:picLocks noChangeAspect="1"/>
          </p:cNvPicPr>
          <p:nvPr/>
        </p:nvPicPr>
        <p:blipFill rotWithShape="1">
          <a:blip r:embed="rId27"/>
          <a:srcRect l="8885" t="22429" r="8429" b="17067"/>
          <a:stretch/>
        </p:blipFill>
        <p:spPr>
          <a:xfrm>
            <a:off x="3165476" y="2012937"/>
            <a:ext cx="746918" cy="16300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1" name="矩形 70">
                <a:extLst>
                  <a:ext uri="{FF2B5EF4-FFF2-40B4-BE49-F238E27FC236}">
                    <a16:creationId xmlns:a16="http://schemas.microsoft.com/office/drawing/2014/main" id="{753A7363-6750-43E6-B148-328C1E168BCC}"/>
                  </a:ext>
                </a:extLst>
              </p:cNvPr>
              <p:cNvSpPr/>
              <p:nvPr/>
            </p:nvSpPr>
            <p:spPr>
              <a:xfrm>
                <a:off x="6501201" y="575388"/>
                <a:ext cx="1183337" cy="369332"/>
              </a:xfrm>
              <a:prstGeom prst="rect">
                <a:avLst/>
              </a:prstGeom>
              <a:solidFill>
                <a:srgbClr val="EFEFEF"/>
              </a:solidFill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b="0" i="1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1, 0, −1, 1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71" name="矩形 70">
                <a:extLst>
                  <a:ext uri="{FF2B5EF4-FFF2-40B4-BE49-F238E27FC236}">
                    <a16:creationId xmlns:a16="http://schemas.microsoft.com/office/drawing/2014/main" id="{753A7363-6750-43E6-B148-328C1E168BC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01201" y="575388"/>
                <a:ext cx="1183337" cy="369332"/>
              </a:xfrm>
              <a:prstGeom prst="rect">
                <a:avLst/>
              </a:prstGeom>
              <a:blipFill>
                <a:blip r:embed="rId2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4713706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矩形: 圓角 77">
            <a:extLst>
              <a:ext uri="{FF2B5EF4-FFF2-40B4-BE49-F238E27FC236}">
                <a16:creationId xmlns:a16="http://schemas.microsoft.com/office/drawing/2014/main" id="{2E20F6E0-7BBA-4461-9DBD-C704E7A7A7F6}"/>
              </a:ext>
            </a:extLst>
          </p:cNvPr>
          <p:cNvSpPr/>
          <p:nvPr/>
        </p:nvSpPr>
        <p:spPr>
          <a:xfrm>
            <a:off x="4931433" y="428625"/>
            <a:ext cx="4899729" cy="5763273"/>
          </a:xfrm>
          <a:prstGeom prst="roundRect">
            <a:avLst>
              <a:gd name="adj" fmla="val 7772"/>
            </a:avLst>
          </a:prstGeom>
          <a:gradFill flip="none" rotWithShape="1"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lin ang="54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2000" dirty="0"/>
          </a:p>
        </p:txBody>
      </p:sp>
      <p:pic>
        <p:nvPicPr>
          <p:cNvPr id="66" name="圖片 65">
            <a:extLst>
              <a:ext uri="{FF2B5EF4-FFF2-40B4-BE49-F238E27FC236}">
                <a16:creationId xmlns:a16="http://schemas.microsoft.com/office/drawing/2014/main" id="{A3B855A1-423C-4AEE-814C-5C55773DB5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24360" y="3934063"/>
            <a:ext cx="1285200" cy="1285200"/>
          </a:xfrm>
          <a:prstGeom prst="rect">
            <a:avLst/>
          </a:prstGeom>
        </p:spPr>
      </p:pic>
      <p:pic>
        <p:nvPicPr>
          <p:cNvPr id="67" name="圖片 66">
            <a:extLst>
              <a:ext uri="{FF2B5EF4-FFF2-40B4-BE49-F238E27FC236}">
                <a16:creationId xmlns:a16="http://schemas.microsoft.com/office/drawing/2014/main" id="{EAAC8927-142A-4A34-A966-A20A42885E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96571" y="3846078"/>
            <a:ext cx="1285200" cy="1285200"/>
          </a:xfrm>
          <a:prstGeom prst="rect">
            <a:avLst/>
          </a:prstGeom>
        </p:spPr>
      </p:pic>
      <p:pic>
        <p:nvPicPr>
          <p:cNvPr id="68" name="圖片 67">
            <a:extLst>
              <a:ext uri="{FF2B5EF4-FFF2-40B4-BE49-F238E27FC236}">
                <a16:creationId xmlns:a16="http://schemas.microsoft.com/office/drawing/2014/main" id="{5F31F489-16C6-4FAD-AFBF-9F0B553CE07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84412" y="2265617"/>
            <a:ext cx="1285200" cy="1282539"/>
          </a:xfrm>
          <a:prstGeom prst="rect">
            <a:avLst/>
          </a:prstGeom>
        </p:spPr>
      </p:pic>
      <p:pic>
        <p:nvPicPr>
          <p:cNvPr id="69" name="圖片 68">
            <a:extLst>
              <a:ext uri="{FF2B5EF4-FFF2-40B4-BE49-F238E27FC236}">
                <a16:creationId xmlns:a16="http://schemas.microsoft.com/office/drawing/2014/main" id="{F65EA00A-9661-4F34-87CC-6F37CEF20A4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12963" y="2262773"/>
            <a:ext cx="1285200" cy="1285200"/>
          </a:xfrm>
          <a:prstGeom prst="rect">
            <a:avLst/>
          </a:prstGeom>
        </p:spPr>
      </p:pic>
      <p:pic>
        <p:nvPicPr>
          <p:cNvPr id="70" name="圖片 69">
            <a:extLst>
              <a:ext uri="{FF2B5EF4-FFF2-40B4-BE49-F238E27FC236}">
                <a16:creationId xmlns:a16="http://schemas.microsoft.com/office/drawing/2014/main" id="{E2C8AD31-9FDC-48E2-A5E8-FC6AF6A2CEA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70487" y="1283649"/>
            <a:ext cx="1285200" cy="1285200"/>
          </a:xfrm>
          <a:prstGeom prst="rect">
            <a:avLst/>
          </a:prstGeom>
        </p:spPr>
      </p:pic>
      <p:pic>
        <p:nvPicPr>
          <p:cNvPr id="72" name="圖片 71">
            <a:extLst>
              <a:ext uri="{FF2B5EF4-FFF2-40B4-BE49-F238E27FC236}">
                <a16:creationId xmlns:a16="http://schemas.microsoft.com/office/drawing/2014/main" id="{B83A1FF2-A2DD-415B-BB5D-38A91951F5F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52584" y="4899220"/>
            <a:ext cx="1285200" cy="1285200"/>
          </a:xfrm>
          <a:prstGeom prst="rect">
            <a:avLst/>
          </a:prstGeom>
        </p:spPr>
      </p:pic>
      <p:pic>
        <p:nvPicPr>
          <p:cNvPr id="60" name="圖片 59">
            <a:extLst>
              <a:ext uri="{FF2B5EF4-FFF2-40B4-BE49-F238E27FC236}">
                <a16:creationId xmlns:a16="http://schemas.microsoft.com/office/drawing/2014/main" id="{42DD76E4-3C3A-46F2-B2B8-35BF6726C155}"/>
              </a:ext>
            </a:extLst>
          </p:cNvPr>
          <p:cNvPicPr>
            <a:picLocks noChangeAspect="1"/>
          </p:cNvPicPr>
          <p:nvPr/>
        </p:nvPicPr>
        <p:blipFill rotWithShape="1">
          <a:blip r:embed="rId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t="61405"/>
          <a:stretch/>
        </p:blipFill>
        <p:spPr>
          <a:xfrm>
            <a:off x="6260308" y="573670"/>
            <a:ext cx="2300718" cy="470285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80" name="文字方塊 179">
                <a:extLst>
                  <a:ext uri="{FF2B5EF4-FFF2-40B4-BE49-F238E27FC236}">
                    <a16:creationId xmlns:a16="http://schemas.microsoft.com/office/drawing/2014/main" id="{C6592285-FBA9-4DE2-BE47-D5703A7C2A40}"/>
                  </a:ext>
                </a:extLst>
              </p:cNvPr>
              <p:cNvSpPr txBox="1"/>
              <p:nvPr/>
            </p:nvSpPr>
            <p:spPr>
              <a:xfrm>
                <a:off x="6994665" y="4501420"/>
                <a:ext cx="812954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600" i="1" smtClean="0">
                          <a:latin typeface="Cambria Math" panose="02040503050406030204" pitchFamily="18" charset="0"/>
                        </a:rPr>
                        <m:t>|</m:t>
                      </m:r>
                      <m:d>
                        <m:dPr>
                          <m:begChr m:val=""/>
                          <m:endChr m:val="⟩"/>
                          <m:ctrlPr>
                            <a:rPr lang="en-US" altLang="zh-TW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6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1, </m:t>
                          </m:r>
                          <m:r>
                            <a:rPr lang="en-US" altLang="zh-TW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d>
                    </m:oMath>
                  </m:oMathPara>
                </a14:m>
                <a:endParaRPr lang="zh-TW" altLang="en-US" sz="1600" dirty="0"/>
              </a:p>
            </p:txBody>
          </p:sp>
        </mc:Choice>
        <mc:Fallback>
          <p:sp>
            <p:nvSpPr>
              <p:cNvPr id="180" name="文字方塊 179">
                <a:extLst>
                  <a:ext uri="{FF2B5EF4-FFF2-40B4-BE49-F238E27FC236}">
                    <a16:creationId xmlns:a16="http://schemas.microsoft.com/office/drawing/2014/main" id="{C6592285-FBA9-4DE2-BE47-D5703A7C2A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94665" y="4501420"/>
                <a:ext cx="812954" cy="338554"/>
              </a:xfrm>
              <a:prstGeom prst="rect">
                <a:avLst/>
              </a:prstGeom>
              <a:blipFill>
                <a:blip r:embed="rId9"/>
                <a:stretch>
                  <a:fillRect t="-108929" r="-46269" b="-16785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89" name="文字方塊 188">
                <a:extLst>
                  <a:ext uri="{FF2B5EF4-FFF2-40B4-BE49-F238E27FC236}">
                    <a16:creationId xmlns:a16="http://schemas.microsoft.com/office/drawing/2014/main" id="{06013B16-AADE-4F50-9769-3B0E22EFD811}"/>
                  </a:ext>
                </a:extLst>
              </p:cNvPr>
              <p:cNvSpPr txBox="1"/>
              <p:nvPr/>
            </p:nvSpPr>
            <p:spPr>
              <a:xfrm>
                <a:off x="6994665" y="2555828"/>
                <a:ext cx="812954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600" i="1" smtClean="0">
                          <a:latin typeface="Cambria Math" panose="02040503050406030204" pitchFamily="18" charset="0"/>
                        </a:rPr>
                        <m:t>|</m:t>
                      </m:r>
                      <m:d>
                        <m:dPr>
                          <m:begChr m:val=""/>
                          <m:endChr m:val="⟩"/>
                          <m:ctrlPr>
                            <a:rPr lang="en-US" altLang="zh-TW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1, </m:t>
                          </m:r>
                          <m:r>
                            <a:rPr lang="en-US" altLang="zh-TW" sz="16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</m:oMath>
                  </m:oMathPara>
                </a14:m>
                <a:endParaRPr lang="zh-TW" altLang="en-US" sz="1600" dirty="0"/>
              </a:p>
            </p:txBody>
          </p:sp>
        </mc:Choice>
        <mc:Fallback>
          <p:sp>
            <p:nvSpPr>
              <p:cNvPr id="189" name="文字方塊 188">
                <a:extLst>
                  <a:ext uri="{FF2B5EF4-FFF2-40B4-BE49-F238E27FC236}">
                    <a16:creationId xmlns:a16="http://schemas.microsoft.com/office/drawing/2014/main" id="{06013B16-AADE-4F50-9769-3B0E22EFD8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94665" y="2555828"/>
                <a:ext cx="812954" cy="338554"/>
              </a:xfrm>
              <a:prstGeom prst="rect">
                <a:avLst/>
              </a:prstGeom>
              <a:blipFill>
                <a:blip r:embed="rId10"/>
                <a:stretch>
                  <a:fillRect t="-108929" r="-46269" b="-16785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12" name="群組 211">
            <a:extLst>
              <a:ext uri="{FF2B5EF4-FFF2-40B4-BE49-F238E27FC236}">
                <a16:creationId xmlns:a16="http://schemas.microsoft.com/office/drawing/2014/main" id="{56BB1570-BE07-4CCA-B844-DD9F00E8733F}"/>
              </a:ext>
            </a:extLst>
          </p:cNvPr>
          <p:cNvGrpSpPr/>
          <p:nvPr/>
        </p:nvGrpSpPr>
        <p:grpSpPr>
          <a:xfrm>
            <a:off x="7410830" y="1808686"/>
            <a:ext cx="115586" cy="110880"/>
            <a:chOff x="1373392" y="2391862"/>
            <a:chExt cx="479433" cy="476535"/>
          </a:xfrm>
        </p:grpSpPr>
        <p:sp>
          <p:nvSpPr>
            <p:cNvPr id="213" name="箭號: 向右 212">
              <a:extLst>
                <a:ext uri="{FF2B5EF4-FFF2-40B4-BE49-F238E27FC236}">
                  <a16:creationId xmlns:a16="http://schemas.microsoft.com/office/drawing/2014/main" id="{D44EB9EF-73CA-404D-99EE-1F0CCE892A52}"/>
                </a:ext>
              </a:extLst>
            </p:cNvPr>
            <p:cNvSpPr/>
            <p:nvPr/>
          </p:nvSpPr>
          <p:spPr>
            <a:xfrm>
              <a:off x="1411244" y="2735868"/>
              <a:ext cx="441581" cy="132529"/>
            </a:xfrm>
            <a:prstGeom prst="rightArrow">
              <a:avLst>
                <a:gd name="adj1" fmla="val 50000"/>
                <a:gd name="adj2" fmla="val 99023"/>
              </a:avLst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220" name="箭號: 向右 219">
              <a:extLst>
                <a:ext uri="{FF2B5EF4-FFF2-40B4-BE49-F238E27FC236}">
                  <a16:creationId xmlns:a16="http://schemas.microsoft.com/office/drawing/2014/main" id="{9F517533-ADEE-4B5D-BB6F-1F4159A610F9}"/>
                </a:ext>
              </a:extLst>
            </p:cNvPr>
            <p:cNvSpPr/>
            <p:nvPr/>
          </p:nvSpPr>
          <p:spPr>
            <a:xfrm rot="16200000">
              <a:off x="1218866" y="2546388"/>
              <a:ext cx="441581" cy="132529"/>
            </a:xfrm>
            <a:prstGeom prst="rightArrow">
              <a:avLst>
                <a:gd name="adj1" fmla="val 50000"/>
                <a:gd name="adj2" fmla="val 99023"/>
              </a:avLst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2000" dirty="0">
                <a:solidFill>
                  <a:schemeClr val="tx1"/>
                </a:solidFill>
              </a:endParaRP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226" name="文字方塊 225">
                <a:extLst>
                  <a:ext uri="{FF2B5EF4-FFF2-40B4-BE49-F238E27FC236}">
                    <a16:creationId xmlns:a16="http://schemas.microsoft.com/office/drawing/2014/main" id="{4A797F52-28EA-4953-BC86-8E8901D5D2D9}"/>
                  </a:ext>
                </a:extLst>
              </p:cNvPr>
              <p:cNvSpPr txBox="1"/>
              <p:nvPr/>
            </p:nvSpPr>
            <p:spPr>
              <a:xfrm>
                <a:off x="7290953" y="1435710"/>
                <a:ext cx="438402" cy="4242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</m:oMath>
                  </m:oMathPara>
                </a14:m>
                <a:endParaRPr lang="en-US" altLang="zh-TW" sz="2000" dirty="0"/>
              </a:p>
            </p:txBody>
          </p:sp>
        </mc:Choice>
        <mc:Fallback>
          <p:sp>
            <p:nvSpPr>
              <p:cNvPr id="226" name="文字方塊 225">
                <a:extLst>
                  <a:ext uri="{FF2B5EF4-FFF2-40B4-BE49-F238E27FC236}">
                    <a16:creationId xmlns:a16="http://schemas.microsoft.com/office/drawing/2014/main" id="{4A797F52-28EA-4953-BC86-8E8901D5D2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90953" y="1435710"/>
                <a:ext cx="438402" cy="424283"/>
              </a:xfrm>
              <a:prstGeom prst="rect">
                <a:avLst/>
              </a:prstGeom>
              <a:blipFill>
                <a:blip r:embed="rId11"/>
                <a:stretch>
                  <a:fillRect b="-579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27" name="文字方塊 226">
                <a:extLst>
                  <a:ext uri="{FF2B5EF4-FFF2-40B4-BE49-F238E27FC236}">
                    <a16:creationId xmlns:a16="http://schemas.microsoft.com/office/drawing/2014/main" id="{990D4C3A-AED8-40BB-8849-57DEE8BE7A17}"/>
                  </a:ext>
                </a:extLst>
              </p:cNvPr>
              <p:cNvSpPr txBox="1"/>
              <p:nvPr/>
            </p:nvSpPr>
            <p:spPr>
              <a:xfrm>
                <a:off x="7463936" y="1713862"/>
                <a:ext cx="388427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</m:oMath>
                  </m:oMathPara>
                </a14:m>
                <a:endParaRPr lang="en-US" altLang="zh-TW" sz="2000" dirty="0"/>
              </a:p>
            </p:txBody>
          </p:sp>
        </mc:Choice>
        <mc:Fallback>
          <p:sp>
            <p:nvSpPr>
              <p:cNvPr id="227" name="文字方塊 226">
                <a:extLst>
                  <a:ext uri="{FF2B5EF4-FFF2-40B4-BE49-F238E27FC236}">
                    <a16:creationId xmlns:a16="http://schemas.microsoft.com/office/drawing/2014/main" id="{990D4C3A-AED8-40BB-8849-57DEE8BE7A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63936" y="1713862"/>
                <a:ext cx="388427" cy="400110"/>
              </a:xfrm>
              <a:prstGeom prst="rect">
                <a:avLst/>
              </a:prstGeom>
              <a:blipFill>
                <a:blip r:embed="rId12"/>
                <a:stretch>
                  <a:fillRect b="-757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28" name="文字方塊 227">
                <a:extLst>
                  <a:ext uri="{FF2B5EF4-FFF2-40B4-BE49-F238E27FC236}">
                    <a16:creationId xmlns:a16="http://schemas.microsoft.com/office/drawing/2014/main" id="{3C622479-68C9-4AC9-AE5F-27970F7075FD}"/>
                  </a:ext>
                </a:extLst>
              </p:cNvPr>
              <p:cNvSpPr txBox="1"/>
              <p:nvPr/>
            </p:nvSpPr>
            <p:spPr>
              <a:xfrm>
                <a:off x="6767493" y="2179934"/>
                <a:ext cx="652306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0.1</m:t>
                          </m:r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en-US" altLang="zh-TW" sz="1600" dirty="0"/>
              </a:p>
            </p:txBody>
          </p:sp>
        </mc:Choice>
        <mc:Fallback>
          <p:sp>
            <p:nvSpPr>
              <p:cNvPr id="228" name="文字方塊 227">
                <a:extLst>
                  <a:ext uri="{FF2B5EF4-FFF2-40B4-BE49-F238E27FC236}">
                    <a16:creationId xmlns:a16="http://schemas.microsoft.com/office/drawing/2014/main" id="{3C622479-68C9-4AC9-AE5F-27970F7075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67493" y="2179934"/>
                <a:ext cx="652306" cy="338554"/>
              </a:xfrm>
              <a:prstGeom prst="rect">
                <a:avLst/>
              </a:prstGeom>
              <a:blipFill>
                <a:blip r:embed="rId13"/>
                <a:stretch>
                  <a:fillRect b="-727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9" name="文字方塊 228">
            <a:extLst>
              <a:ext uri="{FF2B5EF4-FFF2-40B4-BE49-F238E27FC236}">
                <a16:creationId xmlns:a16="http://schemas.microsoft.com/office/drawing/2014/main" id="{2693C9D3-A145-48F7-981C-9A9BF2A0A9A5}"/>
              </a:ext>
            </a:extLst>
          </p:cNvPr>
          <p:cNvSpPr txBox="1"/>
          <p:nvPr/>
        </p:nvSpPr>
        <p:spPr>
          <a:xfrm>
            <a:off x="5543826" y="-163250"/>
            <a:ext cx="3714632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Longitudinal component</a:t>
            </a:r>
            <a:endParaRPr lang="zh-TW" altLang="en-US" sz="2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31" name="文字方塊 230">
                <a:extLst>
                  <a:ext uri="{FF2B5EF4-FFF2-40B4-BE49-F238E27FC236}">
                    <a16:creationId xmlns:a16="http://schemas.microsoft.com/office/drawing/2014/main" id="{A81A25EB-4EC7-4F2F-99BC-612BE192E284}"/>
                  </a:ext>
                </a:extLst>
              </p:cNvPr>
              <p:cNvSpPr txBox="1"/>
              <p:nvPr/>
            </p:nvSpPr>
            <p:spPr>
              <a:xfrm>
                <a:off x="6585251" y="1285730"/>
                <a:ext cx="1673596" cy="3231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5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𝛼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</m:d>
                      <m:r>
                        <a:rPr lang="en-US" altLang="zh-TW" sz="150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zh-TW" sz="15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0, </m:t>
                          </m:r>
                          <m:r>
                            <m:rPr>
                              <m:nor/>
                            </m:rPr>
                            <a:rPr lang="en-US" altLang="zh-TW" sz="150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</m:oMath>
                  </m:oMathPara>
                </a14:m>
                <a:endParaRPr lang="zh-TW" altLang="en-US" sz="1500" dirty="0"/>
              </a:p>
            </p:txBody>
          </p:sp>
        </mc:Choice>
        <mc:Fallback>
          <p:sp>
            <p:nvSpPr>
              <p:cNvPr id="231" name="文字方塊 230">
                <a:extLst>
                  <a:ext uri="{FF2B5EF4-FFF2-40B4-BE49-F238E27FC236}">
                    <a16:creationId xmlns:a16="http://schemas.microsoft.com/office/drawing/2014/main" id="{A81A25EB-4EC7-4F2F-99BC-612BE192E2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85251" y="1285730"/>
                <a:ext cx="1673596" cy="323165"/>
              </a:xfrm>
              <a:prstGeom prst="rect">
                <a:avLst/>
              </a:prstGeom>
              <a:blipFill>
                <a:blip r:embed="rId14"/>
                <a:stretch>
                  <a:fillRect b="-943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2" name="文字方塊 231">
                <a:extLst>
                  <a:ext uri="{FF2B5EF4-FFF2-40B4-BE49-F238E27FC236}">
                    <a16:creationId xmlns:a16="http://schemas.microsoft.com/office/drawing/2014/main" id="{B2F5F182-7771-47FB-BF37-AF5144F26384}"/>
                  </a:ext>
                </a:extLst>
              </p:cNvPr>
              <p:cNvSpPr txBox="1"/>
              <p:nvPr/>
            </p:nvSpPr>
            <p:spPr>
              <a:xfrm>
                <a:off x="5301973" y="3844729"/>
                <a:ext cx="1150186" cy="3231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5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0, 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500" dirty="0"/>
              </a:p>
            </p:txBody>
          </p:sp>
        </mc:Choice>
        <mc:Fallback xmlns="">
          <p:sp>
            <p:nvSpPr>
              <p:cNvPr id="232" name="文字方塊 231">
                <a:extLst>
                  <a:ext uri="{FF2B5EF4-FFF2-40B4-BE49-F238E27FC236}">
                    <a16:creationId xmlns:a16="http://schemas.microsoft.com/office/drawing/2014/main" id="{B2F5F182-7771-47FB-BF37-AF5144F263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01973" y="3844729"/>
                <a:ext cx="1150186" cy="323165"/>
              </a:xfrm>
              <a:prstGeom prst="rect">
                <a:avLst/>
              </a:prstGeom>
              <a:blipFill>
                <a:blip r:embed="rId15"/>
                <a:stretch>
                  <a:fillRect b="-943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3" name="文字方塊 232">
                <a:extLst>
                  <a:ext uri="{FF2B5EF4-FFF2-40B4-BE49-F238E27FC236}">
                    <a16:creationId xmlns:a16="http://schemas.microsoft.com/office/drawing/2014/main" id="{BDC6F78B-E419-4B8A-BAA9-5615A1972DBE}"/>
                  </a:ext>
                </a:extLst>
              </p:cNvPr>
              <p:cNvSpPr txBox="1"/>
              <p:nvPr/>
            </p:nvSpPr>
            <p:spPr>
              <a:xfrm>
                <a:off x="8331357" y="2248720"/>
                <a:ext cx="1150186" cy="3231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5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500" dirty="0"/>
              </a:p>
            </p:txBody>
          </p:sp>
        </mc:Choice>
        <mc:Fallback xmlns="">
          <p:sp>
            <p:nvSpPr>
              <p:cNvPr id="233" name="文字方塊 232">
                <a:extLst>
                  <a:ext uri="{FF2B5EF4-FFF2-40B4-BE49-F238E27FC236}">
                    <a16:creationId xmlns:a16="http://schemas.microsoft.com/office/drawing/2014/main" id="{BDC6F78B-E419-4B8A-BAA9-5615A1972D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31357" y="2248720"/>
                <a:ext cx="1150186" cy="323165"/>
              </a:xfrm>
              <a:prstGeom prst="rect">
                <a:avLst/>
              </a:prstGeom>
              <a:blipFill>
                <a:blip r:embed="rId16"/>
                <a:stretch>
                  <a:fillRect b="-943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4" name="文字方塊 233">
                <a:extLst>
                  <a:ext uri="{FF2B5EF4-FFF2-40B4-BE49-F238E27FC236}">
                    <a16:creationId xmlns:a16="http://schemas.microsoft.com/office/drawing/2014/main" id="{DA67C54B-80A5-4D59-B289-74384BDACD1C}"/>
                  </a:ext>
                </a:extLst>
              </p:cNvPr>
              <p:cNvSpPr txBox="1"/>
              <p:nvPr/>
            </p:nvSpPr>
            <p:spPr>
              <a:xfrm>
                <a:off x="6826049" y="4840301"/>
                <a:ext cx="1150186" cy="3231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5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0,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𝜋</m:t>
                          </m:r>
                        </m:e>
                      </m:d>
                    </m:oMath>
                  </m:oMathPara>
                </a14:m>
                <a:endParaRPr lang="zh-TW" altLang="en-US" sz="1500" dirty="0"/>
              </a:p>
            </p:txBody>
          </p:sp>
        </mc:Choice>
        <mc:Fallback xmlns="">
          <p:sp>
            <p:nvSpPr>
              <p:cNvPr id="234" name="文字方塊 233">
                <a:extLst>
                  <a:ext uri="{FF2B5EF4-FFF2-40B4-BE49-F238E27FC236}">
                    <a16:creationId xmlns:a16="http://schemas.microsoft.com/office/drawing/2014/main" id="{DA67C54B-80A5-4D59-B289-74384BDACD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26049" y="4840301"/>
                <a:ext cx="1150186" cy="323165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35" name="圖片 234">
            <a:extLst>
              <a:ext uri="{FF2B5EF4-FFF2-40B4-BE49-F238E27FC236}">
                <a16:creationId xmlns:a16="http://schemas.microsoft.com/office/drawing/2014/main" id="{DF781A4C-9BC8-40C7-BF1A-E906699C28D4}"/>
              </a:ext>
            </a:extLst>
          </p:cNvPr>
          <p:cNvPicPr>
            <a:picLocks noChangeAspect="1"/>
          </p:cNvPicPr>
          <p:nvPr/>
        </p:nvPicPr>
        <p:blipFill rotWithShape="1">
          <a:blip r:embed="rId1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0879" t="9023" r="4888" b="70339"/>
          <a:stretch/>
        </p:blipFill>
        <p:spPr>
          <a:xfrm>
            <a:off x="4049346" y="2774115"/>
            <a:ext cx="413382" cy="1343486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236" name="文字方塊 235">
                <a:extLst>
                  <a:ext uri="{FF2B5EF4-FFF2-40B4-BE49-F238E27FC236}">
                    <a16:creationId xmlns:a16="http://schemas.microsoft.com/office/drawing/2014/main" id="{61131924-00C5-4C5C-8379-1D2527DB1052}"/>
                  </a:ext>
                </a:extLst>
              </p:cNvPr>
              <p:cNvSpPr txBox="1"/>
              <p:nvPr/>
            </p:nvSpPr>
            <p:spPr>
              <a:xfrm>
                <a:off x="3967882" y="3858588"/>
                <a:ext cx="478319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sz="1400"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altLang="zh-TW" sz="1400">
                          <a:latin typeface="Cambria Math" panose="02040503050406030204" pitchFamily="18" charset="0"/>
                        </a:rPr>
                        <m:t>.</m:t>
                      </m:r>
                      <m:r>
                        <m:rPr>
                          <m:sty m:val="p"/>
                        </m:rPr>
                        <a:rPr lang="en-US" altLang="zh-TW" sz="1400">
                          <a:latin typeface="Cambria Math" panose="02040503050406030204" pitchFamily="18" charset="0"/>
                        </a:rPr>
                        <m:t>u</m:t>
                      </m:r>
                      <m:r>
                        <a:rPr lang="en-US" altLang="zh-TW" sz="140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TW" altLang="en-US" sz="1400" dirty="0"/>
              </a:p>
            </p:txBody>
          </p:sp>
        </mc:Choice>
        <mc:Fallback>
          <p:sp>
            <p:nvSpPr>
              <p:cNvPr id="236" name="文字方塊 235">
                <a:extLst>
                  <a:ext uri="{FF2B5EF4-FFF2-40B4-BE49-F238E27FC236}">
                    <a16:creationId xmlns:a16="http://schemas.microsoft.com/office/drawing/2014/main" id="{61131924-00C5-4C5C-8379-1D2527DB10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67882" y="3858588"/>
                <a:ext cx="478319" cy="307777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7" name="Oval 14">
            <a:extLst>
              <a:ext uri="{FF2B5EF4-FFF2-40B4-BE49-F238E27FC236}">
                <a16:creationId xmlns:a16="http://schemas.microsoft.com/office/drawing/2014/main" id="{4D2E6476-8133-4C1A-80AA-96C2BBAD7538}"/>
              </a:ext>
            </a:extLst>
          </p:cNvPr>
          <p:cNvSpPr/>
          <p:nvPr/>
        </p:nvSpPr>
        <p:spPr>
          <a:xfrm>
            <a:off x="7317889" y="2852108"/>
            <a:ext cx="162450" cy="168277"/>
          </a:xfrm>
          <a:prstGeom prst="ellipse">
            <a:avLst/>
          </a:prstGeom>
          <a:gradFill flip="none" rotWithShape="1">
            <a:gsLst>
              <a:gs pos="0">
                <a:srgbClr val="D1D1D1"/>
              </a:gs>
              <a:gs pos="23000">
                <a:schemeClr val="bg1">
                  <a:lumMod val="85000"/>
                </a:schemeClr>
              </a:gs>
              <a:gs pos="69000">
                <a:schemeClr val="accent3">
                  <a:lumMod val="75000"/>
                </a:schemeClr>
              </a:gs>
              <a:gs pos="97000">
                <a:schemeClr val="accent3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/>
          </a:p>
        </p:txBody>
      </p:sp>
      <p:sp>
        <p:nvSpPr>
          <p:cNvPr id="238" name="Oval 4">
            <a:extLst>
              <a:ext uri="{FF2B5EF4-FFF2-40B4-BE49-F238E27FC236}">
                <a16:creationId xmlns:a16="http://schemas.microsoft.com/office/drawing/2014/main" id="{D0067B35-40A6-4446-8A95-C300D2678B59}"/>
              </a:ext>
            </a:extLst>
          </p:cNvPr>
          <p:cNvSpPr/>
          <p:nvPr/>
        </p:nvSpPr>
        <p:spPr>
          <a:xfrm>
            <a:off x="6679308" y="2936246"/>
            <a:ext cx="1443999" cy="1495797"/>
          </a:xfrm>
          <a:prstGeom prst="ellipse">
            <a:avLst/>
          </a:prstGeom>
          <a:gradFill flip="none" rotWithShape="1">
            <a:gsLst>
              <a:gs pos="100000">
                <a:schemeClr val="accent3">
                  <a:lumMod val="60000"/>
                  <a:lumOff val="40000"/>
                  <a:alpha val="60000"/>
                </a:schemeClr>
              </a:gs>
              <a:gs pos="55000">
                <a:schemeClr val="accent3">
                  <a:lumMod val="40000"/>
                  <a:lumOff val="60000"/>
                  <a:alpha val="60000"/>
                </a:schemeClr>
              </a:gs>
              <a:gs pos="0">
                <a:schemeClr val="bg1">
                  <a:alpha val="6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 w="57150">
            <a:solidFill>
              <a:srgbClr val="D5D7D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39" name="Oval 15">
            <a:extLst>
              <a:ext uri="{FF2B5EF4-FFF2-40B4-BE49-F238E27FC236}">
                <a16:creationId xmlns:a16="http://schemas.microsoft.com/office/drawing/2014/main" id="{3ED95C10-549D-46A4-8427-E9004FB39400}"/>
              </a:ext>
            </a:extLst>
          </p:cNvPr>
          <p:cNvSpPr/>
          <p:nvPr/>
        </p:nvSpPr>
        <p:spPr>
          <a:xfrm>
            <a:off x="7317889" y="4347065"/>
            <a:ext cx="162450" cy="168277"/>
          </a:xfrm>
          <a:prstGeom prst="ellipse">
            <a:avLst/>
          </a:prstGeom>
          <a:gradFill flip="none" rotWithShape="1">
            <a:gsLst>
              <a:gs pos="17000">
                <a:srgbClr val="D1D1D1"/>
              </a:gs>
              <a:gs pos="0">
                <a:schemeClr val="bg1">
                  <a:lumMod val="85000"/>
                </a:schemeClr>
              </a:gs>
              <a:gs pos="60000">
                <a:schemeClr val="accent3">
                  <a:lumMod val="75000"/>
                </a:schemeClr>
              </a:gs>
              <a:gs pos="97000">
                <a:schemeClr val="accent3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52" name="SHO">
            <a:extLst>
              <a:ext uri="{FF2B5EF4-FFF2-40B4-BE49-F238E27FC236}">
                <a16:creationId xmlns:a16="http://schemas.microsoft.com/office/drawing/2014/main" id="{0845B616-2D49-4C5D-A47F-908796A33A53}"/>
              </a:ext>
            </a:extLst>
          </p:cNvPr>
          <p:cNvSpPr/>
          <p:nvPr/>
        </p:nvSpPr>
        <p:spPr>
          <a:xfrm rot="16200000">
            <a:off x="7087769" y="2962645"/>
            <a:ext cx="622693" cy="1443999"/>
          </a:xfrm>
          <a:prstGeom prst="arc">
            <a:avLst>
              <a:gd name="adj1" fmla="val 5396867"/>
              <a:gd name="adj2" fmla="val 5395779"/>
            </a:avLst>
          </a:prstGeom>
          <a:gradFill flip="none" rotWithShape="1">
            <a:gsLst>
              <a:gs pos="0">
                <a:schemeClr val="bg1">
                  <a:lumMod val="65000"/>
                </a:schemeClr>
              </a:gs>
              <a:gs pos="47000">
                <a:schemeClr val="bg1">
                  <a:lumMod val="50000"/>
                </a:schemeClr>
              </a:gs>
              <a:gs pos="97000">
                <a:srgbClr val="5E5E5E"/>
              </a:gs>
            </a:gsLst>
            <a:path path="circle">
              <a:fillToRect l="50000" t="50000" r="50000" b="50000"/>
            </a:path>
            <a:tileRect/>
          </a:gradFill>
          <a:ln w="31750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53" name="SVO">
            <a:extLst>
              <a:ext uri="{FF2B5EF4-FFF2-40B4-BE49-F238E27FC236}">
                <a16:creationId xmlns:a16="http://schemas.microsoft.com/office/drawing/2014/main" id="{28FBC70E-6464-4911-A7DC-D688B4A191B2}"/>
              </a:ext>
            </a:extLst>
          </p:cNvPr>
          <p:cNvSpPr/>
          <p:nvPr/>
        </p:nvSpPr>
        <p:spPr>
          <a:xfrm>
            <a:off x="7037215" y="2936747"/>
            <a:ext cx="722000" cy="1495797"/>
          </a:xfrm>
          <a:prstGeom prst="ellipse">
            <a:avLst/>
          </a:prstGeom>
          <a:noFill/>
          <a:ln w="25400">
            <a:solidFill>
              <a:schemeClr val="bg1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254" name="Oval 6">
            <a:extLst>
              <a:ext uri="{FF2B5EF4-FFF2-40B4-BE49-F238E27FC236}">
                <a16:creationId xmlns:a16="http://schemas.microsoft.com/office/drawing/2014/main" id="{F7426249-BB1C-465F-BA24-177826BCA4FE}"/>
              </a:ext>
            </a:extLst>
          </p:cNvPr>
          <p:cNvSpPr/>
          <p:nvPr/>
        </p:nvSpPr>
        <p:spPr>
          <a:xfrm rot="16200000">
            <a:off x="7087769" y="2962645"/>
            <a:ext cx="622693" cy="1443999"/>
          </a:xfrm>
          <a:prstGeom prst="ellipse">
            <a:avLst/>
          </a:prstGeom>
          <a:noFill/>
          <a:ln w="38100">
            <a:solidFill>
              <a:schemeClr val="tx1">
                <a:alpha val="6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5" name="TextBox 11">
                <a:extLst>
                  <a:ext uri="{FF2B5EF4-FFF2-40B4-BE49-F238E27FC236}">
                    <a16:creationId xmlns:a16="http://schemas.microsoft.com/office/drawing/2014/main" id="{37DEB133-ADB0-4B60-901B-D2AEF580DA59}"/>
                  </a:ext>
                </a:extLst>
              </p:cNvPr>
              <p:cNvSpPr txBox="1"/>
              <p:nvPr/>
            </p:nvSpPr>
            <p:spPr>
              <a:xfrm>
                <a:off x="6849417" y="3506293"/>
                <a:ext cx="176928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255" name="TextBox 11">
                <a:extLst>
                  <a:ext uri="{FF2B5EF4-FFF2-40B4-BE49-F238E27FC236}">
                    <a16:creationId xmlns:a16="http://schemas.microsoft.com/office/drawing/2014/main" id="{37DEB133-ADB0-4B60-901B-D2AEF580DA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49417" y="3506293"/>
                <a:ext cx="176928" cy="338554"/>
              </a:xfrm>
              <a:prstGeom prst="rect">
                <a:avLst/>
              </a:prstGeom>
              <a:blipFill>
                <a:blip r:embed="rId20"/>
                <a:stretch>
                  <a:fillRect r="-4137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6" name="Oval 22">
            <a:extLst>
              <a:ext uri="{FF2B5EF4-FFF2-40B4-BE49-F238E27FC236}">
                <a16:creationId xmlns:a16="http://schemas.microsoft.com/office/drawing/2014/main" id="{F51F6D7A-CBDD-41AE-81A9-01A381888E10}"/>
              </a:ext>
            </a:extLst>
          </p:cNvPr>
          <p:cNvSpPr/>
          <p:nvPr/>
        </p:nvSpPr>
        <p:spPr>
          <a:xfrm>
            <a:off x="7316943" y="4347065"/>
            <a:ext cx="162450" cy="168277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7" name="TextBox 12">
                <a:extLst>
                  <a:ext uri="{FF2B5EF4-FFF2-40B4-BE49-F238E27FC236}">
                    <a16:creationId xmlns:a16="http://schemas.microsoft.com/office/drawing/2014/main" id="{BEB792E4-CC90-49E5-8163-921F2ECF2D45}"/>
                  </a:ext>
                </a:extLst>
              </p:cNvPr>
              <p:cNvSpPr txBox="1"/>
              <p:nvPr/>
            </p:nvSpPr>
            <p:spPr>
              <a:xfrm>
                <a:off x="7504340" y="3601690"/>
                <a:ext cx="176928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257" name="TextBox 12">
                <a:extLst>
                  <a:ext uri="{FF2B5EF4-FFF2-40B4-BE49-F238E27FC236}">
                    <a16:creationId xmlns:a16="http://schemas.microsoft.com/office/drawing/2014/main" id="{BEB792E4-CC90-49E5-8163-921F2ECF2D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04340" y="3601690"/>
                <a:ext cx="176928" cy="338554"/>
              </a:xfrm>
              <a:prstGeom prst="rect">
                <a:avLst/>
              </a:prstGeom>
              <a:blipFill>
                <a:blip r:embed="rId21"/>
                <a:stretch>
                  <a:fillRect r="-55172" b="-363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8" name="TextBox 13">
                <a:extLst>
                  <a:ext uri="{FF2B5EF4-FFF2-40B4-BE49-F238E27FC236}">
                    <a16:creationId xmlns:a16="http://schemas.microsoft.com/office/drawing/2014/main" id="{8D531DEA-B9A5-4E8D-A6A2-A31408532FD7}"/>
                  </a:ext>
                </a:extLst>
              </p:cNvPr>
              <p:cNvSpPr txBox="1"/>
              <p:nvPr/>
            </p:nvSpPr>
            <p:spPr>
              <a:xfrm>
                <a:off x="7260216" y="2971948"/>
                <a:ext cx="256967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>
                          <a:latin typeface="Cambria Math" panose="02040503050406030204" pitchFamily="18" charset="0"/>
                        </a:rPr>
                        <m:t>𝑧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258" name="TextBox 13">
                <a:extLst>
                  <a:ext uri="{FF2B5EF4-FFF2-40B4-BE49-F238E27FC236}">
                    <a16:creationId xmlns:a16="http://schemas.microsoft.com/office/drawing/2014/main" id="{8D531DEA-B9A5-4E8D-A6A2-A31408532F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60216" y="2971948"/>
                <a:ext cx="256967" cy="338554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9" name="DVO">
            <a:extLst>
              <a:ext uri="{FF2B5EF4-FFF2-40B4-BE49-F238E27FC236}">
                <a16:creationId xmlns:a16="http://schemas.microsoft.com/office/drawing/2014/main" id="{BD66E933-A9D1-416F-99A4-A2F56F384D96}"/>
              </a:ext>
            </a:extLst>
          </p:cNvPr>
          <p:cNvSpPr/>
          <p:nvPr/>
        </p:nvSpPr>
        <p:spPr>
          <a:xfrm flipH="1">
            <a:off x="7037215" y="2936747"/>
            <a:ext cx="722000" cy="1495797"/>
          </a:xfrm>
          <a:prstGeom prst="arc">
            <a:avLst>
              <a:gd name="adj1" fmla="val 5396867"/>
              <a:gd name="adj2" fmla="val 16170484"/>
            </a:avLst>
          </a:prstGeom>
          <a:ln w="254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60" name="Oval 23">
            <a:extLst>
              <a:ext uri="{FF2B5EF4-FFF2-40B4-BE49-F238E27FC236}">
                <a16:creationId xmlns:a16="http://schemas.microsoft.com/office/drawing/2014/main" id="{B1975880-4F20-4527-8AC1-67B4B5024B5F}"/>
              </a:ext>
            </a:extLst>
          </p:cNvPr>
          <p:cNvSpPr/>
          <p:nvPr/>
        </p:nvSpPr>
        <p:spPr>
          <a:xfrm>
            <a:off x="8039799" y="3600507"/>
            <a:ext cx="162450" cy="168277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cxnSp>
        <p:nvCxnSpPr>
          <p:cNvPr id="261" name="Straight Arrow Connector 7">
            <a:extLst>
              <a:ext uri="{FF2B5EF4-FFF2-40B4-BE49-F238E27FC236}">
                <a16:creationId xmlns:a16="http://schemas.microsoft.com/office/drawing/2014/main" id="{33161F97-7212-47BE-BA7D-6FC7B9147369}"/>
              </a:ext>
            </a:extLst>
          </p:cNvPr>
          <p:cNvCxnSpPr>
            <a:cxnSpLocks/>
          </p:cNvCxnSpPr>
          <p:nvPr/>
        </p:nvCxnSpPr>
        <p:spPr>
          <a:xfrm flipV="1">
            <a:off x="7395184" y="3236563"/>
            <a:ext cx="1697" cy="445890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2" name="Straight Arrow Connector 19">
            <a:extLst>
              <a:ext uri="{FF2B5EF4-FFF2-40B4-BE49-F238E27FC236}">
                <a16:creationId xmlns:a16="http://schemas.microsoft.com/office/drawing/2014/main" id="{240911C2-AE74-4914-B8DB-470C2315C461}"/>
              </a:ext>
            </a:extLst>
          </p:cNvPr>
          <p:cNvCxnSpPr>
            <a:cxnSpLocks/>
          </p:cNvCxnSpPr>
          <p:nvPr/>
        </p:nvCxnSpPr>
        <p:spPr>
          <a:xfrm>
            <a:off x="7398168" y="3680269"/>
            <a:ext cx="195802" cy="156763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3" name="Straight Arrow Connector 18">
            <a:extLst>
              <a:ext uri="{FF2B5EF4-FFF2-40B4-BE49-F238E27FC236}">
                <a16:creationId xmlns:a16="http://schemas.microsoft.com/office/drawing/2014/main" id="{168B960E-43A1-4542-B03F-41153CC41797}"/>
              </a:ext>
            </a:extLst>
          </p:cNvPr>
          <p:cNvCxnSpPr>
            <a:cxnSpLocks/>
          </p:cNvCxnSpPr>
          <p:nvPr/>
        </p:nvCxnSpPr>
        <p:spPr>
          <a:xfrm rot="16200000" flipH="1" flipV="1">
            <a:off x="7226846" y="3508793"/>
            <a:ext cx="0" cy="342950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4" name="Oval 20">
            <a:extLst>
              <a:ext uri="{FF2B5EF4-FFF2-40B4-BE49-F238E27FC236}">
                <a16:creationId xmlns:a16="http://schemas.microsoft.com/office/drawing/2014/main" id="{24DEE888-55C9-4D4C-B18D-808F9AA85CCB}"/>
              </a:ext>
            </a:extLst>
          </p:cNvPr>
          <p:cNvSpPr/>
          <p:nvPr/>
        </p:nvSpPr>
        <p:spPr>
          <a:xfrm>
            <a:off x="6595635" y="3600507"/>
            <a:ext cx="162450" cy="168277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265" name="Oval 22">
            <a:extLst>
              <a:ext uri="{FF2B5EF4-FFF2-40B4-BE49-F238E27FC236}">
                <a16:creationId xmlns:a16="http://schemas.microsoft.com/office/drawing/2014/main" id="{EF01816B-7066-4916-A520-954D092BE6FE}"/>
              </a:ext>
            </a:extLst>
          </p:cNvPr>
          <p:cNvSpPr/>
          <p:nvPr/>
        </p:nvSpPr>
        <p:spPr>
          <a:xfrm>
            <a:off x="7318125" y="2844234"/>
            <a:ext cx="162450" cy="168277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/>
          </a:p>
        </p:txBody>
      </p:sp>
      <p:sp>
        <p:nvSpPr>
          <p:cNvPr id="266" name="Partial Circle 9">
            <a:extLst>
              <a:ext uri="{FF2B5EF4-FFF2-40B4-BE49-F238E27FC236}">
                <a16:creationId xmlns:a16="http://schemas.microsoft.com/office/drawing/2014/main" id="{95E3D0C0-F471-47D7-9B54-CC1B9F289F59}"/>
              </a:ext>
            </a:extLst>
          </p:cNvPr>
          <p:cNvSpPr>
            <a:spLocks noChangeAspect="1"/>
          </p:cNvSpPr>
          <p:nvPr/>
        </p:nvSpPr>
        <p:spPr>
          <a:xfrm rot="16200000" flipH="1">
            <a:off x="7334286" y="3585381"/>
            <a:ext cx="102407" cy="197721"/>
          </a:xfrm>
          <a:prstGeom prst="pie">
            <a:avLst>
              <a:gd name="adj1" fmla="val 16258856"/>
              <a:gd name="adj2" fmla="val 19252600"/>
            </a:avLst>
          </a:prstGeom>
          <a:gradFill flip="none" rotWithShape="1">
            <a:gsLst>
              <a:gs pos="0">
                <a:schemeClr val="tx1"/>
              </a:gs>
              <a:gs pos="50000">
                <a:schemeClr val="tx1">
                  <a:lumMod val="50000"/>
                  <a:lumOff val="50000"/>
                </a:schemeClr>
              </a:gs>
              <a:gs pos="100000">
                <a:schemeClr val="bg1">
                  <a:lumMod val="50000"/>
                </a:schemeClr>
              </a:gs>
            </a:gsLst>
            <a:lin ang="2700000" scaled="1"/>
            <a:tileRect/>
          </a:gra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7" name="TextBox 10">
                <a:extLst>
                  <a:ext uri="{FF2B5EF4-FFF2-40B4-BE49-F238E27FC236}">
                    <a16:creationId xmlns:a16="http://schemas.microsoft.com/office/drawing/2014/main" id="{B215AA15-06BF-4D83-A5CD-B6A967095CE1}"/>
                  </a:ext>
                </a:extLst>
              </p:cNvPr>
              <p:cNvSpPr txBox="1"/>
              <p:nvPr/>
            </p:nvSpPr>
            <p:spPr>
              <a:xfrm>
                <a:off x="6970268" y="3620427"/>
                <a:ext cx="315234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>
                          <a:latin typeface="Cambria Math" panose="02040503050406030204" pitchFamily="18" charset="0"/>
                        </a:rPr>
                        <m:t>𝛼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267" name="TextBox 10">
                <a:extLst>
                  <a:ext uri="{FF2B5EF4-FFF2-40B4-BE49-F238E27FC236}">
                    <a16:creationId xmlns:a16="http://schemas.microsoft.com/office/drawing/2014/main" id="{B215AA15-06BF-4D83-A5CD-B6A967095C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70268" y="3620427"/>
                <a:ext cx="315234" cy="338554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68" name="Straight Arrow Connector 17">
            <a:extLst>
              <a:ext uri="{FF2B5EF4-FFF2-40B4-BE49-F238E27FC236}">
                <a16:creationId xmlns:a16="http://schemas.microsoft.com/office/drawing/2014/main" id="{230BB7BA-7677-4C8C-B5E4-B82B7D463931}"/>
              </a:ext>
            </a:extLst>
          </p:cNvPr>
          <p:cNvCxnSpPr>
            <a:cxnSpLocks/>
          </p:cNvCxnSpPr>
          <p:nvPr/>
        </p:nvCxnSpPr>
        <p:spPr>
          <a:xfrm flipH="1">
            <a:off x="7177537" y="3685449"/>
            <a:ext cx="221585" cy="286539"/>
          </a:xfrm>
          <a:prstGeom prst="straightConnector1">
            <a:avLst/>
          </a:prstGeom>
          <a:ln w="38100">
            <a:solidFill>
              <a:schemeClr val="tx1"/>
            </a:solidFill>
            <a:tailEnd type="stealth" w="lg" len="lg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269" name="Partial Circle 9">
            <a:extLst>
              <a:ext uri="{FF2B5EF4-FFF2-40B4-BE49-F238E27FC236}">
                <a16:creationId xmlns:a16="http://schemas.microsoft.com/office/drawing/2014/main" id="{E72D69FE-BCE2-4231-B5B8-E4BAB5150F43}"/>
              </a:ext>
            </a:extLst>
          </p:cNvPr>
          <p:cNvSpPr>
            <a:spLocks noChangeAspect="1"/>
          </p:cNvSpPr>
          <p:nvPr/>
        </p:nvSpPr>
        <p:spPr>
          <a:xfrm>
            <a:off x="7321561" y="3548156"/>
            <a:ext cx="149214" cy="301366"/>
          </a:xfrm>
          <a:prstGeom prst="pie">
            <a:avLst>
              <a:gd name="adj1" fmla="val 16258856"/>
              <a:gd name="adj2" fmla="val 19252600"/>
            </a:avLst>
          </a:prstGeom>
          <a:gradFill flip="none" rotWithShape="1">
            <a:gsLst>
              <a:gs pos="0">
                <a:schemeClr val="tx1"/>
              </a:gs>
              <a:gs pos="50000">
                <a:schemeClr val="tx1">
                  <a:lumMod val="50000"/>
                  <a:lumOff val="50000"/>
                </a:schemeClr>
              </a:gs>
              <a:gs pos="100000">
                <a:schemeClr val="bg1">
                  <a:lumMod val="50000"/>
                </a:schemeClr>
              </a:gs>
            </a:gsLst>
            <a:lin ang="2700000" scaled="1"/>
            <a:tileRect/>
          </a:gra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0" name="TextBox 10">
                <a:extLst>
                  <a:ext uri="{FF2B5EF4-FFF2-40B4-BE49-F238E27FC236}">
                    <a16:creationId xmlns:a16="http://schemas.microsoft.com/office/drawing/2014/main" id="{2F6C10B6-03DA-4C5F-B367-63A41053B482}"/>
                  </a:ext>
                </a:extLst>
              </p:cNvPr>
              <p:cNvSpPr txBox="1"/>
              <p:nvPr/>
            </p:nvSpPr>
            <p:spPr>
              <a:xfrm>
                <a:off x="7361340" y="3300009"/>
                <a:ext cx="297046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>
                          <a:latin typeface="Cambria Math" panose="02040503050406030204" pitchFamily="18" charset="0"/>
                        </a:rPr>
                        <m:t>𝛽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270" name="TextBox 10">
                <a:extLst>
                  <a:ext uri="{FF2B5EF4-FFF2-40B4-BE49-F238E27FC236}">
                    <a16:creationId xmlns:a16="http://schemas.microsoft.com/office/drawing/2014/main" id="{2F6C10B6-03DA-4C5F-B367-63A41053B4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61340" y="3300009"/>
                <a:ext cx="297046" cy="338554"/>
              </a:xfrm>
              <a:prstGeom prst="rect">
                <a:avLst/>
              </a:prstGeom>
              <a:blipFill>
                <a:blip r:embed="rId24"/>
                <a:stretch>
                  <a:fillRect l="-2083" r="-4167" b="-892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71" name="Straight Arrow Connector 17">
            <a:extLst>
              <a:ext uri="{FF2B5EF4-FFF2-40B4-BE49-F238E27FC236}">
                <a16:creationId xmlns:a16="http://schemas.microsoft.com/office/drawing/2014/main" id="{050CD12B-2348-4EAE-8F7E-7F476F6AB6E3}"/>
              </a:ext>
            </a:extLst>
          </p:cNvPr>
          <p:cNvCxnSpPr>
            <a:cxnSpLocks/>
          </p:cNvCxnSpPr>
          <p:nvPr/>
        </p:nvCxnSpPr>
        <p:spPr>
          <a:xfrm flipV="1">
            <a:off x="7391035" y="3239724"/>
            <a:ext cx="571923" cy="449644"/>
          </a:xfrm>
          <a:prstGeom prst="straightConnector1">
            <a:avLst/>
          </a:prstGeom>
          <a:ln w="38100">
            <a:solidFill>
              <a:schemeClr val="tx1"/>
            </a:solidFill>
            <a:tailEnd type="stealth" w="lg" len="lg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52" name="Oval 23">
            <a:extLst>
              <a:ext uri="{FF2B5EF4-FFF2-40B4-BE49-F238E27FC236}">
                <a16:creationId xmlns:a16="http://schemas.microsoft.com/office/drawing/2014/main" id="{6454FEB7-1A49-4057-B9D1-C98AB19CFD06}"/>
              </a:ext>
            </a:extLst>
          </p:cNvPr>
          <p:cNvSpPr/>
          <p:nvPr/>
        </p:nvSpPr>
        <p:spPr>
          <a:xfrm>
            <a:off x="7651126" y="3860498"/>
            <a:ext cx="162450" cy="168277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154" name="Oval 23">
            <a:extLst>
              <a:ext uri="{FF2B5EF4-FFF2-40B4-BE49-F238E27FC236}">
                <a16:creationId xmlns:a16="http://schemas.microsoft.com/office/drawing/2014/main" id="{2FF5597B-5488-4B3C-BE8B-E0AD3A81CF14}"/>
              </a:ext>
            </a:extLst>
          </p:cNvPr>
          <p:cNvSpPr/>
          <p:nvPr/>
        </p:nvSpPr>
        <p:spPr>
          <a:xfrm>
            <a:off x="6965326" y="3327098"/>
            <a:ext cx="162450" cy="168277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6" name="文字方塊 155">
                <a:extLst>
                  <a:ext uri="{FF2B5EF4-FFF2-40B4-BE49-F238E27FC236}">
                    <a16:creationId xmlns:a16="http://schemas.microsoft.com/office/drawing/2014/main" id="{7D05204B-22BE-4DE9-AA50-5F23DEE9A2F6}"/>
                  </a:ext>
                </a:extLst>
              </p:cNvPr>
              <p:cNvSpPr txBox="1"/>
              <p:nvPr/>
            </p:nvSpPr>
            <p:spPr>
              <a:xfrm>
                <a:off x="8312755" y="3844729"/>
                <a:ext cx="1150186" cy="3231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5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500" b="0" i="1" smtClean="0">
                              <a:latin typeface="Cambria Math" panose="02040503050406030204" pitchFamily="18" charset="0"/>
                            </a:rPr>
                            <m:t>/2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500" dirty="0"/>
              </a:p>
            </p:txBody>
          </p:sp>
        </mc:Choice>
        <mc:Fallback xmlns="">
          <p:sp>
            <p:nvSpPr>
              <p:cNvPr id="156" name="文字方塊 155">
                <a:extLst>
                  <a:ext uri="{FF2B5EF4-FFF2-40B4-BE49-F238E27FC236}">
                    <a16:creationId xmlns:a16="http://schemas.microsoft.com/office/drawing/2014/main" id="{7D05204B-22BE-4DE9-AA50-5F23DEE9A2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12755" y="3844729"/>
                <a:ext cx="1150186" cy="323165"/>
              </a:xfrm>
              <a:prstGeom prst="rect">
                <a:avLst/>
              </a:prstGeom>
              <a:blipFill>
                <a:blip r:embed="rId25"/>
                <a:stretch>
                  <a:fillRect b="-943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7" name="文字方塊 156">
                <a:extLst>
                  <a:ext uri="{FF2B5EF4-FFF2-40B4-BE49-F238E27FC236}">
                    <a16:creationId xmlns:a16="http://schemas.microsoft.com/office/drawing/2014/main" id="{834029C9-84F7-4B57-9E81-D8CCCEEA55EA}"/>
                  </a:ext>
                </a:extLst>
              </p:cNvPr>
              <p:cNvSpPr txBox="1"/>
              <p:nvPr/>
            </p:nvSpPr>
            <p:spPr>
              <a:xfrm>
                <a:off x="5272154" y="2248720"/>
                <a:ext cx="1150186" cy="3231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5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5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/2,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500" dirty="0"/>
              </a:p>
            </p:txBody>
          </p:sp>
        </mc:Choice>
        <mc:Fallback xmlns="">
          <p:sp>
            <p:nvSpPr>
              <p:cNvPr id="157" name="文字方塊 156">
                <a:extLst>
                  <a:ext uri="{FF2B5EF4-FFF2-40B4-BE49-F238E27FC236}">
                    <a16:creationId xmlns:a16="http://schemas.microsoft.com/office/drawing/2014/main" id="{834029C9-84F7-4B57-9E81-D8CCCEEA55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72154" y="2248720"/>
                <a:ext cx="1150186" cy="323165"/>
              </a:xfrm>
              <a:prstGeom prst="rect">
                <a:avLst/>
              </a:prstGeom>
              <a:blipFill>
                <a:blip r:embed="rId26"/>
                <a:stretch>
                  <a:fillRect b="-943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8" name="直線接點 157">
            <a:extLst>
              <a:ext uri="{FF2B5EF4-FFF2-40B4-BE49-F238E27FC236}">
                <a16:creationId xmlns:a16="http://schemas.microsoft.com/office/drawing/2014/main" id="{DA529A4E-3BAB-45BB-8274-1088EF0B43A5}"/>
              </a:ext>
            </a:extLst>
          </p:cNvPr>
          <p:cNvCxnSpPr>
            <a:cxnSpLocks/>
          </p:cNvCxnSpPr>
          <p:nvPr/>
        </p:nvCxnSpPr>
        <p:spPr>
          <a:xfrm flipV="1">
            <a:off x="6523355" y="3410397"/>
            <a:ext cx="453250" cy="188"/>
          </a:xfrm>
          <a:prstGeom prst="line">
            <a:avLst/>
          </a:prstGeom>
          <a:ln w="9525" cap="flat" cmpd="sng" algn="ctr">
            <a:solidFill>
              <a:schemeClr val="bg1">
                <a:lumMod val="5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59" name="直線接點 158">
            <a:extLst>
              <a:ext uri="{FF2B5EF4-FFF2-40B4-BE49-F238E27FC236}">
                <a16:creationId xmlns:a16="http://schemas.microsoft.com/office/drawing/2014/main" id="{F100F92B-B8C5-4A0F-B866-E2BAB0C4087A}"/>
              </a:ext>
            </a:extLst>
          </p:cNvPr>
          <p:cNvCxnSpPr>
            <a:cxnSpLocks/>
          </p:cNvCxnSpPr>
          <p:nvPr/>
        </p:nvCxnSpPr>
        <p:spPr>
          <a:xfrm>
            <a:off x="7827010" y="3970973"/>
            <a:ext cx="418783" cy="0"/>
          </a:xfrm>
          <a:prstGeom prst="line">
            <a:avLst/>
          </a:prstGeom>
          <a:ln w="9525" cap="flat" cmpd="sng" algn="ctr">
            <a:solidFill>
              <a:schemeClr val="bg1">
                <a:lumMod val="5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60" name="直線接點 159">
            <a:extLst>
              <a:ext uri="{FF2B5EF4-FFF2-40B4-BE49-F238E27FC236}">
                <a16:creationId xmlns:a16="http://schemas.microsoft.com/office/drawing/2014/main" id="{A656DF39-7853-456D-84EE-B2D69029F0B5}"/>
              </a:ext>
            </a:extLst>
          </p:cNvPr>
          <p:cNvCxnSpPr>
            <a:cxnSpLocks/>
          </p:cNvCxnSpPr>
          <p:nvPr/>
        </p:nvCxnSpPr>
        <p:spPr>
          <a:xfrm flipV="1">
            <a:off x="8169593" y="3508375"/>
            <a:ext cx="120332" cy="100649"/>
          </a:xfrm>
          <a:prstGeom prst="line">
            <a:avLst/>
          </a:prstGeom>
          <a:ln w="9525" cap="flat" cmpd="sng" algn="ctr">
            <a:solidFill>
              <a:schemeClr val="bg1">
                <a:lumMod val="5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61" name="直線接點 160">
            <a:extLst>
              <a:ext uri="{FF2B5EF4-FFF2-40B4-BE49-F238E27FC236}">
                <a16:creationId xmlns:a16="http://schemas.microsoft.com/office/drawing/2014/main" id="{C2ECA97C-3D5E-4873-BF49-1B844DE8012B}"/>
              </a:ext>
            </a:extLst>
          </p:cNvPr>
          <p:cNvCxnSpPr>
            <a:cxnSpLocks/>
          </p:cNvCxnSpPr>
          <p:nvPr/>
        </p:nvCxnSpPr>
        <p:spPr>
          <a:xfrm flipV="1">
            <a:off x="6508393" y="3750766"/>
            <a:ext cx="105264" cy="191632"/>
          </a:xfrm>
          <a:prstGeom prst="line">
            <a:avLst/>
          </a:prstGeom>
          <a:ln w="9525" cap="flat" cmpd="sng" algn="ctr">
            <a:solidFill>
              <a:schemeClr val="bg1">
                <a:lumMod val="5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pic>
        <p:nvPicPr>
          <p:cNvPr id="74" name="圖片 73">
            <a:extLst>
              <a:ext uri="{FF2B5EF4-FFF2-40B4-BE49-F238E27FC236}">
                <a16:creationId xmlns:a16="http://schemas.microsoft.com/office/drawing/2014/main" id="{080203AD-4F1B-4BC6-8007-DE7455C6F77A}"/>
              </a:ext>
            </a:extLst>
          </p:cNvPr>
          <p:cNvPicPr>
            <a:picLocks noChangeAspect="1"/>
          </p:cNvPicPr>
          <p:nvPr/>
        </p:nvPicPr>
        <p:blipFill rotWithShape="1">
          <a:blip r:embed="rId27"/>
          <a:srcRect l="8885" t="22429" r="8429" b="17067"/>
          <a:stretch/>
        </p:blipFill>
        <p:spPr>
          <a:xfrm>
            <a:off x="3165476" y="2012937"/>
            <a:ext cx="746918" cy="163002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71" name="矩形 70">
                <a:extLst>
                  <a:ext uri="{FF2B5EF4-FFF2-40B4-BE49-F238E27FC236}">
                    <a16:creationId xmlns:a16="http://schemas.microsoft.com/office/drawing/2014/main" id="{753A7363-6750-43E6-B148-328C1E168BCC}"/>
                  </a:ext>
                </a:extLst>
              </p:cNvPr>
              <p:cNvSpPr/>
              <p:nvPr/>
            </p:nvSpPr>
            <p:spPr>
              <a:xfrm>
                <a:off x="3320725" y="859289"/>
                <a:ext cx="1183337" cy="369332"/>
              </a:xfrm>
              <a:prstGeom prst="rect">
                <a:avLst/>
              </a:prstGeom>
              <a:solidFill>
                <a:srgbClr val="EFEFEF"/>
              </a:solidFill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b="0" i="1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1, 0, −1, 1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>
          <p:sp>
            <p:nvSpPr>
              <p:cNvPr id="71" name="矩形 70">
                <a:extLst>
                  <a:ext uri="{FF2B5EF4-FFF2-40B4-BE49-F238E27FC236}">
                    <a16:creationId xmlns:a16="http://schemas.microsoft.com/office/drawing/2014/main" id="{753A7363-6750-43E6-B148-328C1E168BC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20725" y="859289"/>
                <a:ext cx="1183337" cy="369332"/>
              </a:xfrm>
              <a:prstGeom prst="rect">
                <a:avLst/>
              </a:prstGeom>
              <a:blipFill>
                <a:blip r:embed="rId2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2977994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矩形: 圓角 79">
            <a:extLst>
              <a:ext uri="{FF2B5EF4-FFF2-40B4-BE49-F238E27FC236}">
                <a16:creationId xmlns:a16="http://schemas.microsoft.com/office/drawing/2014/main" id="{4219C4A2-C0C4-43A0-979E-3F47B60022B1}"/>
              </a:ext>
            </a:extLst>
          </p:cNvPr>
          <p:cNvSpPr/>
          <p:nvPr/>
        </p:nvSpPr>
        <p:spPr>
          <a:xfrm>
            <a:off x="4931433" y="1128000"/>
            <a:ext cx="4899729" cy="4364524"/>
          </a:xfrm>
          <a:prstGeom prst="roundRect">
            <a:avLst>
              <a:gd name="adj" fmla="val 7772"/>
            </a:avLst>
          </a:prstGeom>
          <a:gradFill flip="none" rotWithShape="1"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lin ang="54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2000" dirty="0"/>
          </a:p>
        </p:txBody>
      </p:sp>
      <p:pic>
        <p:nvPicPr>
          <p:cNvPr id="131" name="圖片 130">
            <a:extLst>
              <a:ext uri="{FF2B5EF4-FFF2-40B4-BE49-F238E27FC236}">
                <a16:creationId xmlns:a16="http://schemas.microsoft.com/office/drawing/2014/main" id="{0B8448C8-BECB-401C-8484-D1118D5BEA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28416" y="3928124"/>
            <a:ext cx="1285200" cy="1289366"/>
          </a:xfrm>
          <a:prstGeom prst="rect">
            <a:avLst/>
          </a:prstGeom>
        </p:spPr>
      </p:pic>
      <p:pic>
        <p:nvPicPr>
          <p:cNvPr id="132" name="圖片 131">
            <a:extLst>
              <a:ext uri="{FF2B5EF4-FFF2-40B4-BE49-F238E27FC236}">
                <a16:creationId xmlns:a16="http://schemas.microsoft.com/office/drawing/2014/main" id="{B808CC54-862F-4E46-8816-22776B6CA1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08637" y="3940244"/>
            <a:ext cx="1285200" cy="1287331"/>
          </a:xfrm>
          <a:prstGeom prst="rect">
            <a:avLst/>
          </a:prstGeom>
        </p:spPr>
      </p:pic>
      <p:pic>
        <p:nvPicPr>
          <p:cNvPr id="133" name="圖片 132">
            <a:extLst>
              <a:ext uri="{FF2B5EF4-FFF2-40B4-BE49-F238E27FC236}">
                <a16:creationId xmlns:a16="http://schemas.microsoft.com/office/drawing/2014/main" id="{C1DBB7E0-5F0B-4CDA-9EA3-49D5F786D53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91862" y="2248201"/>
            <a:ext cx="1285200" cy="1283068"/>
          </a:xfrm>
          <a:prstGeom prst="rect">
            <a:avLst/>
          </a:prstGeom>
        </p:spPr>
      </p:pic>
      <p:pic>
        <p:nvPicPr>
          <p:cNvPr id="134" name="圖片 133">
            <a:extLst>
              <a:ext uri="{FF2B5EF4-FFF2-40B4-BE49-F238E27FC236}">
                <a16:creationId xmlns:a16="http://schemas.microsoft.com/office/drawing/2014/main" id="{B60B8F46-46A3-4674-AD32-7001D126B3A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22937" y="2262987"/>
            <a:ext cx="1285200" cy="1285200"/>
          </a:xfrm>
          <a:prstGeom prst="rect">
            <a:avLst/>
          </a:prstGeom>
        </p:spPr>
      </p:pic>
      <p:sp>
        <p:nvSpPr>
          <p:cNvPr id="78" name="矩形: 圓角 77">
            <a:extLst>
              <a:ext uri="{FF2B5EF4-FFF2-40B4-BE49-F238E27FC236}">
                <a16:creationId xmlns:a16="http://schemas.microsoft.com/office/drawing/2014/main" id="{2E20F6E0-7BBA-4461-9DBD-C704E7A7A7F6}"/>
              </a:ext>
            </a:extLst>
          </p:cNvPr>
          <p:cNvSpPr/>
          <p:nvPr/>
        </p:nvSpPr>
        <p:spPr>
          <a:xfrm>
            <a:off x="15556" y="1128000"/>
            <a:ext cx="4899729" cy="4364524"/>
          </a:xfrm>
          <a:prstGeom prst="roundRect">
            <a:avLst>
              <a:gd name="adj" fmla="val 7772"/>
            </a:avLst>
          </a:prstGeom>
          <a:gradFill flip="none" rotWithShape="1"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lin ang="54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2000" dirty="0"/>
          </a:p>
        </p:txBody>
      </p:sp>
      <p:pic>
        <p:nvPicPr>
          <p:cNvPr id="64" name="圖片 63">
            <a:extLst>
              <a:ext uri="{FF2B5EF4-FFF2-40B4-BE49-F238E27FC236}">
                <a16:creationId xmlns:a16="http://schemas.microsoft.com/office/drawing/2014/main" id="{511A766B-16E9-4228-B353-8E5B4DF77BA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2716" y="3930980"/>
            <a:ext cx="1285200" cy="1280028"/>
          </a:xfrm>
          <a:prstGeom prst="rect">
            <a:avLst/>
          </a:prstGeom>
        </p:spPr>
      </p:pic>
      <p:pic>
        <p:nvPicPr>
          <p:cNvPr id="65" name="圖片 64">
            <a:extLst>
              <a:ext uri="{FF2B5EF4-FFF2-40B4-BE49-F238E27FC236}">
                <a16:creationId xmlns:a16="http://schemas.microsoft.com/office/drawing/2014/main" id="{9E875AF4-BF16-46BC-B385-09860EC1CBA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86803" y="3949870"/>
            <a:ext cx="1285200" cy="1285200"/>
          </a:xfrm>
          <a:prstGeom prst="rect">
            <a:avLst/>
          </a:prstGeom>
        </p:spPr>
      </p:pic>
      <p:pic>
        <p:nvPicPr>
          <p:cNvPr id="73" name="圖片 72">
            <a:extLst>
              <a:ext uri="{FF2B5EF4-FFF2-40B4-BE49-F238E27FC236}">
                <a16:creationId xmlns:a16="http://schemas.microsoft.com/office/drawing/2014/main" id="{1273A493-7205-4B09-A393-DFA50CF6C62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371173" y="2254900"/>
            <a:ext cx="1285200" cy="1282539"/>
          </a:xfrm>
          <a:prstGeom prst="rect">
            <a:avLst/>
          </a:prstGeom>
        </p:spPr>
      </p:pic>
      <p:pic>
        <p:nvPicPr>
          <p:cNvPr id="75" name="圖片 74">
            <a:extLst>
              <a:ext uri="{FF2B5EF4-FFF2-40B4-BE49-F238E27FC236}">
                <a16:creationId xmlns:a16="http://schemas.microsoft.com/office/drawing/2014/main" id="{05CD3498-7685-4611-B406-50774D8721A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03465" y="2271642"/>
            <a:ext cx="1285200" cy="1285200"/>
          </a:xfrm>
          <a:prstGeom prst="rect">
            <a:avLst/>
          </a:prstGeom>
        </p:spPr>
      </p:pic>
      <p:pic>
        <p:nvPicPr>
          <p:cNvPr id="60" name="圖片 59">
            <a:extLst>
              <a:ext uri="{FF2B5EF4-FFF2-40B4-BE49-F238E27FC236}">
                <a16:creationId xmlns:a16="http://schemas.microsoft.com/office/drawing/2014/main" id="{42DD76E4-3C3A-46F2-B2B8-35BF6726C155}"/>
              </a:ext>
            </a:extLst>
          </p:cNvPr>
          <p:cNvPicPr>
            <a:picLocks noChangeAspect="1"/>
          </p:cNvPicPr>
          <p:nvPr/>
        </p:nvPicPr>
        <p:blipFill rotWithShape="1">
          <a:blip r:embed="rId10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t="61405"/>
          <a:stretch/>
        </p:blipFill>
        <p:spPr>
          <a:xfrm>
            <a:off x="6150892" y="573670"/>
            <a:ext cx="2300718" cy="470285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80" name="文字方塊 179">
                <a:extLst>
                  <a:ext uri="{FF2B5EF4-FFF2-40B4-BE49-F238E27FC236}">
                    <a16:creationId xmlns:a16="http://schemas.microsoft.com/office/drawing/2014/main" id="{C6592285-FBA9-4DE2-BE47-D5703A7C2A40}"/>
                  </a:ext>
                </a:extLst>
              </p:cNvPr>
              <p:cNvSpPr txBox="1"/>
              <p:nvPr/>
            </p:nvSpPr>
            <p:spPr>
              <a:xfrm>
                <a:off x="2078788" y="4501420"/>
                <a:ext cx="812954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600" i="1" smtClean="0">
                          <a:latin typeface="Cambria Math" panose="02040503050406030204" pitchFamily="18" charset="0"/>
                        </a:rPr>
                        <m:t>|</m:t>
                      </m:r>
                      <m:d>
                        <m:dPr>
                          <m:begChr m:val=""/>
                          <m:endChr m:val="⟩"/>
                          <m:ctrlPr>
                            <a:rPr lang="en-US" altLang="zh-TW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6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1, </m:t>
                          </m:r>
                          <m:r>
                            <a:rPr lang="en-US" altLang="zh-TW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d>
                    </m:oMath>
                  </m:oMathPara>
                </a14:m>
                <a:endParaRPr lang="zh-TW" altLang="en-US" sz="1600" dirty="0"/>
              </a:p>
            </p:txBody>
          </p:sp>
        </mc:Choice>
        <mc:Fallback>
          <p:sp>
            <p:nvSpPr>
              <p:cNvPr id="180" name="文字方塊 179">
                <a:extLst>
                  <a:ext uri="{FF2B5EF4-FFF2-40B4-BE49-F238E27FC236}">
                    <a16:creationId xmlns:a16="http://schemas.microsoft.com/office/drawing/2014/main" id="{C6592285-FBA9-4DE2-BE47-D5703A7C2A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78788" y="4501420"/>
                <a:ext cx="812954" cy="338554"/>
              </a:xfrm>
              <a:prstGeom prst="rect">
                <a:avLst/>
              </a:prstGeom>
              <a:blipFill>
                <a:blip r:embed="rId11"/>
                <a:stretch>
                  <a:fillRect t="-108929" r="-47368" b="-16785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89" name="文字方塊 188">
                <a:extLst>
                  <a:ext uri="{FF2B5EF4-FFF2-40B4-BE49-F238E27FC236}">
                    <a16:creationId xmlns:a16="http://schemas.microsoft.com/office/drawing/2014/main" id="{06013B16-AADE-4F50-9769-3B0E22EFD811}"/>
                  </a:ext>
                </a:extLst>
              </p:cNvPr>
              <p:cNvSpPr txBox="1"/>
              <p:nvPr/>
            </p:nvSpPr>
            <p:spPr>
              <a:xfrm>
                <a:off x="2078788" y="2555828"/>
                <a:ext cx="812954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600" i="1" smtClean="0">
                          <a:latin typeface="Cambria Math" panose="02040503050406030204" pitchFamily="18" charset="0"/>
                        </a:rPr>
                        <m:t>|</m:t>
                      </m:r>
                      <m:d>
                        <m:dPr>
                          <m:begChr m:val=""/>
                          <m:endChr m:val="⟩"/>
                          <m:ctrlPr>
                            <a:rPr lang="en-US" altLang="zh-TW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1, </m:t>
                          </m:r>
                          <m:r>
                            <a:rPr lang="en-US" altLang="zh-TW" sz="16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</m:oMath>
                  </m:oMathPara>
                </a14:m>
                <a:endParaRPr lang="zh-TW" altLang="en-US" sz="1600" dirty="0"/>
              </a:p>
            </p:txBody>
          </p:sp>
        </mc:Choice>
        <mc:Fallback>
          <p:sp>
            <p:nvSpPr>
              <p:cNvPr id="189" name="文字方塊 188">
                <a:extLst>
                  <a:ext uri="{FF2B5EF4-FFF2-40B4-BE49-F238E27FC236}">
                    <a16:creationId xmlns:a16="http://schemas.microsoft.com/office/drawing/2014/main" id="{06013B16-AADE-4F50-9769-3B0E22EFD8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78788" y="2555828"/>
                <a:ext cx="812954" cy="338554"/>
              </a:xfrm>
              <a:prstGeom prst="rect">
                <a:avLst/>
              </a:prstGeom>
              <a:blipFill>
                <a:blip r:embed="rId12"/>
                <a:stretch>
                  <a:fillRect t="-108929" r="-47368" b="-16785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8" name="群組 7">
            <a:extLst>
              <a:ext uri="{FF2B5EF4-FFF2-40B4-BE49-F238E27FC236}">
                <a16:creationId xmlns:a16="http://schemas.microsoft.com/office/drawing/2014/main" id="{99552010-01AB-487C-89C1-096E18CEF271}"/>
              </a:ext>
            </a:extLst>
          </p:cNvPr>
          <p:cNvGrpSpPr/>
          <p:nvPr/>
        </p:nvGrpSpPr>
        <p:grpSpPr>
          <a:xfrm>
            <a:off x="245749" y="2464410"/>
            <a:ext cx="1084870" cy="1051517"/>
            <a:chOff x="6540846" y="1435710"/>
            <a:chExt cx="1084870" cy="1051517"/>
          </a:xfrm>
        </p:grpSpPr>
        <p:grpSp>
          <p:nvGrpSpPr>
            <p:cNvPr id="212" name="群組 211">
              <a:extLst>
                <a:ext uri="{FF2B5EF4-FFF2-40B4-BE49-F238E27FC236}">
                  <a16:creationId xmlns:a16="http://schemas.microsoft.com/office/drawing/2014/main" id="{56BB1570-BE07-4CCA-B844-DD9F00E8733F}"/>
                </a:ext>
              </a:extLst>
            </p:cNvPr>
            <p:cNvGrpSpPr/>
            <p:nvPr/>
          </p:nvGrpSpPr>
          <p:grpSpPr>
            <a:xfrm>
              <a:off x="7184183" y="1808686"/>
              <a:ext cx="115586" cy="110880"/>
              <a:chOff x="1373392" y="2391862"/>
              <a:chExt cx="479433" cy="476535"/>
            </a:xfrm>
          </p:grpSpPr>
          <p:sp>
            <p:nvSpPr>
              <p:cNvPr id="213" name="箭號: 向右 212">
                <a:extLst>
                  <a:ext uri="{FF2B5EF4-FFF2-40B4-BE49-F238E27FC236}">
                    <a16:creationId xmlns:a16="http://schemas.microsoft.com/office/drawing/2014/main" id="{D44EB9EF-73CA-404D-99EE-1F0CCE892A52}"/>
                  </a:ext>
                </a:extLst>
              </p:cNvPr>
              <p:cNvSpPr/>
              <p:nvPr/>
            </p:nvSpPr>
            <p:spPr>
              <a:xfrm>
                <a:off x="1411244" y="2735868"/>
                <a:ext cx="441581" cy="132529"/>
              </a:xfrm>
              <a:prstGeom prst="rightArrow">
                <a:avLst>
                  <a:gd name="adj1" fmla="val 50000"/>
                  <a:gd name="adj2" fmla="val 99023"/>
                </a:avLst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2000">
                  <a:solidFill>
                    <a:schemeClr val="tx1"/>
                  </a:solidFill>
                </a:endParaRPr>
              </a:p>
            </p:txBody>
          </p:sp>
          <p:sp>
            <p:nvSpPr>
              <p:cNvPr id="220" name="箭號: 向右 219">
                <a:extLst>
                  <a:ext uri="{FF2B5EF4-FFF2-40B4-BE49-F238E27FC236}">
                    <a16:creationId xmlns:a16="http://schemas.microsoft.com/office/drawing/2014/main" id="{9F517533-ADEE-4B5D-BB6F-1F4159A610F9}"/>
                  </a:ext>
                </a:extLst>
              </p:cNvPr>
              <p:cNvSpPr/>
              <p:nvPr/>
            </p:nvSpPr>
            <p:spPr>
              <a:xfrm rot="16200000">
                <a:off x="1218866" y="2546388"/>
                <a:ext cx="441581" cy="132529"/>
              </a:xfrm>
              <a:prstGeom prst="rightArrow">
                <a:avLst>
                  <a:gd name="adj1" fmla="val 50000"/>
                  <a:gd name="adj2" fmla="val 99023"/>
                </a:avLst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2000" dirty="0">
                  <a:solidFill>
                    <a:schemeClr val="tx1"/>
                  </a:solidFill>
                </a:endParaRPr>
              </a:p>
            </p:txBody>
          </p:sp>
        </p:grp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26" name="文字方塊 225">
                  <a:extLst>
                    <a:ext uri="{FF2B5EF4-FFF2-40B4-BE49-F238E27FC236}">
                      <a16:creationId xmlns:a16="http://schemas.microsoft.com/office/drawing/2014/main" id="{4A797F52-28EA-4953-BC86-8E8901D5D2D9}"/>
                    </a:ext>
                  </a:extLst>
                </p:cNvPr>
                <p:cNvSpPr txBox="1"/>
                <p:nvPr/>
              </p:nvSpPr>
              <p:spPr>
                <a:xfrm>
                  <a:off x="7064306" y="1435710"/>
                  <a:ext cx="438402" cy="42428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</m:oMath>
                    </m:oMathPara>
                  </a14:m>
                  <a:endParaRPr lang="en-US" altLang="zh-TW" sz="2000" dirty="0"/>
                </a:p>
              </p:txBody>
            </p:sp>
          </mc:Choice>
          <mc:Fallback>
            <p:sp>
              <p:nvSpPr>
                <p:cNvPr id="226" name="文字方塊 225">
                  <a:extLst>
                    <a:ext uri="{FF2B5EF4-FFF2-40B4-BE49-F238E27FC236}">
                      <a16:creationId xmlns:a16="http://schemas.microsoft.com/office/drawing/2014/main" id="{4A797F52-28EA-4953-BC86-8E8901D5D2D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64306" y="1435710"/>
                  <a:ext cx="438402" cy="424283"/>
                </a:xfrm>
                <a:prstGeom prst="rect">
                  <a:avLst/>
                </a:prstGeom>
                <a:blipFill>
                  <a:blip r:embed="rId13"/>
                  <a:stretch>
                    <a:fillRect b="-5714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27" name="文字方塊 226">
                  <a:extLst>
                    <a:ext uri="{FF2B5EF4-FFF2-40B4-BE49-F238E27FC236}">
                      <a16:creationId xmlns:a16="http://schemas.microsoft.com/office/drawing/2014/main" id="{990D4C3A-AED8-40BB-8849-57DEE8BE7A17}"/>
                    </a:ext>
                  </a:extLst>
                </p:cNvPr>
                <p:cNvSpPr txBox="1"/>
                <p:nvPr/>
              </p:nvSpPr>
              <p:spPr>
                <a:xfrm>
                  <a:off x="7237289" y="1713862"/>
                  <a:ext cx="388427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oMath>
                    </m:oMathPara>
                  </a14:m>
                  <a:endParaRPr lang="en-US" altLang="zh-TW" sz="2000" dirty="0"/>
                </a:p>
              </p:txBody>
            </p:sp>
          </mc:Choice>
          <mc:Fallback>
            <p:sp>
              <p:nvSpPr>
                <p:cNvPr id="227" name="文字方塊 226">
                  <a:extLst>
                    <a:ext uri="{FF2B5EF4-FFF2-40B4-BE49-F238E27FC236}">
                      <a16:creationId xmlns:a16="http://schemas.microsoft.com/office/drawing/2014/main" id="{990D4C3A-AED8-40BB-8849-57DEE8BE7A1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237289" y="1713862"/>
                  <a:ext cx="388427" cy="400110"/>
                </a:xfrm>
                <a:prstGeom prst="rect">
                  <a:avLst/>
                </a:prstGeom>
                <a:blipFill>
                  <a:blip r:embed="rId14"/>
                  <a:stretch>
                    <a:fillRect b="-6061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28" name="文字方塊 227">
                  <a:extLst>
                    <a:ext uri="{FF2B5EF4-FFF2-40B4-BE49-F238E27FC236}">
                      <a16:creationId xmlns:a16="http://schemas.microsoft.com/office/drawing/2014/main" id="{3C622479-68C9-4AC9-AE5F-27970F7075FD}"/>
                    </a:ext>
                  </a:extLst>
                </p:cNvPr>
                <p:cNvSpPr txBox="1"/>
                <p:nvPr/>
              </p:nvSpPr>
              <p:spPr>
                <a:xfrm>
                  <a:off x="6540846" y="2148673"/>
                  <a:ext cx="652306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600" i="1">
                                <a:latin typeface="Cambria Math" panose="02040503050406030204" pitchFamily="18" charset="0"/>
                              </a:rPr>
                              <m:t>0.1</m:t>
                            </m:r>
                            <m:r>
                              <a:rPr lang="en-US" altLang="zh-TW" sz="1600" i="1"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b>
                            <m:r>
                              <a:rPr lang="en-US" altLang="zh-TW" sz="1600" i="1">
                                <a:latin typeface="Cambria Math" panose="02040503050406030204" pitchFamily="18" charset="0"/>
                              </a:rPr>
                              <m:t>𝑐</m:t>
                            </m:r>
                          </m:sub>
                        </m:sSub>
                      </m:oMath>
                    </m:oMathPara>
                  </a14:m>
                  <a:endParaRPr lang="en-US" altLang="zh-TW" sz="1600" dirty="0"/>
                </a:p>
              </p:txBody>
            </p:sp>
          </mc:Choice>
          <mc:Fallback>
            <p:sp>
              <p:nvSpPr>
                <p:cNvPr id="228" name="文字方塊 227">
                  <a:extLst>
                    <a:ext uri="{FF2B5EF4-FFF2-40B4-BE49-F238E27FC236}">
                      <a16:creationId xmlns:a16="http://schemas.microsoft.com/office/drawing/2014/main" id="{3C622479-68C9-4AC9-AE5F-27970F7075F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540846" y="2148673"/>
                  <a:ext cx="652306" cy="338554"/>
                </a:xfrm>
                <a:prstGeom prst="rect">
                  <a:avLst/>
                </a:prstGeom>
                <a:blipFill>
                  <a:blip r:embed="rId15"/>
                  <a:stretch>
                    <a:fillRect b="-5357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29" name="文字方塊 228">
            <a:extLst>
              <a:ext uri="{FF2B5EF4-FFF2-40B4-BE49-F238E27FC236}">
                <a16:creationId xmlns:a16="http://schemas.microsoft.com/office/drawing/2014/main" id="{2693C9D3-A145-48F7-981C-9A9BF2A0A9A5}"/>
              </a:ext>
            </a:extLst>
          </p:cNvPr>
          <p:cNvSpPr txBox="1"/>
          <p:nvPr/>
        </p:nvSpPr>
        <p:spPr>
          <a:xfrm>
            <a:off x="5543826" y="-163250"/>
            <a:ext cx="3714632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Longitudinal component</a:t>
            </a:r>
            <a:endParaRPr lang="zh-TW" altLang="en-US" sz="2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32" name="文字方塊 231">
                <a:extLst>
                  <a:ext uri="{FF2B5EF4-FFF2-40B4-BE49-F238E27FC236}">
                    <a16:creationId xmlns:a16="http://schemas.microsoft.com/office/drawing/2014/main" id="{B2F5F182-7771-47FB-BF37-AF5144F26384}"/>
                  </a:ext>
                </a:extLst>
              </p:cNvPr>
              <p:cNvSpPr txBox="1"/>
              <p:nvPr/>
            </p:nvSpPr>
            <p:spPr>
              <a:xfrm>
                <a:off x="386096" y="3661849"/>
                <a:ext cx="1150186" cy="3231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5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0, 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500" dirty="0"/>
              </a:p>
            </p:txBody>
          </p:sp>
        </mc:Choice>
        <mc:Fallback>
          <p:sp>
            <p:nvSpPr>
              <p:cNvPr id="232" name="文字方塊 231">
                <a:extLst>
                  <a:ext uri="{FF2B5EF4-FFF2-40B4-BE49-F238E27FC236}">
                    <a16:creationId xmlns:a16="http://schemas.microsoft.com/office/drawing/2014/main" id="{B2F5F182-7771-47FB-BF37-AF5144F263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6096" y="3661849"/>
                <a:ext cx="1150186" cy="323165"/>
              </a:xfrm>
              <a:prstGeom prst="rect">
                <a:avLst/>
              </a:prstGeom>
              <a:blipFill>
                <a:blip r:embed="rId16"/>
                <a:stretch>
                  <a:fillRect b="-943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33" name="文字方塊 232">
                <a:extLst>
                  <a:ext uri="{FF2B5EF4-FFF2-40B4-BE49-F238E27FC236}">
                    <a16:creationId xmlns:a16="http://schemas.microsoft.com/office/drawing/2014/main" id="{BDC6F78B-E419-4B8A-BAA9-5615A1972DBE}"/>
                  </a:ext>
                </a:extLst>
              </p:cNvPr>
              <p:cNvSpPr txBox="1"/>
              <p:nvPr/>
            </p:nvSpPr>
            <p:spPr>
              <a:xfrm>
                <a:off x="3415480" y="1959160"/>
                <a:ext cx="1150186" cy="3231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5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500" dirty="0"/>
              </a:p>
            </p:txBody>
          </p:sp>
        </mc:Choice>
        <mc:Fallback>
          <p:sp>
            <p:nvSpPr>
              <p:cNvPr id="233" name="文字方塊 232">
                <a:extLst>
                  <a:ext uri="{FF2B5EF4-FFF2-40B4-BE49-F238E27FC236}">
                    <a16:creationId xmlns:a16="http://schemas.microsoft.com/office/drawing/2014/main" id="{BDC6F78B-E419-4B8A-BAA9-5615A1972D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15480" y="1959160"/>
                <a:ext cx="1150186" cy="323165"/>
              </a:xfrm>
              <a:prstGeom prst="rect">
                <a:avLst/>
              </a:prstGeom>
              <a:blipFill>
                <a:blip r:embed="rId17"/>
                <a:stretch>
                  <a:fillRect b="-1132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7" name="Oval 14">
            <a:extLst>
              <a:ext uri="{FF2B5EF4-FFF2-40B4-BE49-F238E27FC236}">
                <a16:creationId xmlns:a16="http://schemas.microsoft.com/office/drawing/2014/main" id="{4D2E6476-8133-4C1A-80AA-96C2BBAD7538}"/>
              </a:ext>
            </a:extLst>
          </p:cNvPr>
          <p:cNvSpPr/>
          <p:nvPr/>
        </p:nvSpPr>
        <p:spPr>
          <a:xfrm>
            <a:off x="2402012" y="2852108"/>
            <a:ext cx="162450" cy="168277"/>
          </a:xfrm>
          <a:prstGeom prst="ellipse">
            <a:avLst/>
          </a:prstGeom>
          <a:gradFill flip="none" rotWithShape="1">
            <a:gsLst>
              <a:gs pos="0">
                <a:srgbClr val="D1D1D1"/>
              </a:gs>
              <a:gs pos="23000">
                <a:schemeClr val="bg1">
                  <a:lumMod val="85000"/>
                </a:schemeClr>
              </a:gs>
              <a:gs pos="69000">
                <a:schemeClr val="accent3">
                  <a:lumMod val="75000"/>
                </a:schemeClr>
              </a:gs>
              <a:gs pos="97000">
                <a:schemeClr val="accent3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/>
          </a:p>
        </p:txBody>
      </p:sp>
      <p:sp>
        <p:nvSpPr>
          <p:cNvPr id="238" name="Oval 4">
            <a:extLst>
              <a:ext uri="{FF2B5EF4-FFF2-40B4-BE49-F238E27FC236}">
                <a16:creationId xmlns:a16="http://schemas.microsoft.com/office/drawing/2014/main" id="{D0067B35-40A6-4446-8A95-C300D2678B59}"/>
              </a:ext>
            </a:extLst>
          </p:cNvPr>
          <p:cNvSpPr/>
          <p:nvPr/>
        </p:nvSpPr>
        <p:spPr>
          <a:xfrm>
            <a:off x="1763431" y="2936246"/>
            <a:ext cx="1443999" cy="1495797"/>
          </a:xfrm>
          <a:prstGeom prst="ellipse">
            <a:avLst/>
          </a:prstGeom>
          <a:gradFill flip="none" rotWithShape="1">
            <a:gsLst>
              <a:gs pos="100000">
                <a:schemeClr val="accent3">
                  <a:lumMod val="60000"/>
                  <a:lumOff val="40000"/>
                  <a:alpha val="60000"/>
                </a:schemeClr>
              </a:gs>
              <a:gs pos="55000">
                <a:schemeClr val="accent3">
                  <a:lumMod val="40000"/>
                  <a:lumOff val="60000"/>
                  <a:alpha val="60000"/>
                </a:schemeClr>
              </a:gs>
              <a:gs pos="0">
                <a:schemeClr val="bg1">
                  <a:alpha val="6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 w="57150">
            <a:solidFill>
              <a:srgbClr val="D5D7D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39" name="Oval 15">
            <a:extLst>
              <a:ext uri="{FF2B5EF4-FFF2-40B4-BE49-F238E27FC236}">
                <a16:creationId xmlns:a16="http://schemas.microsoft.com/office/drawing/2014/main" id="{3ED95C10-549D-46A4-8427-E9004FB39400}"/>
              </a:ext>
            </a:extLst>
          </p:cNvPr>
          <p:cNvSpPr/>
          <p:nvPr/>
        </p:nvSpPr>
        <p:spPr>
          <a:xfrm>
            <a:off x="2402012" y="4347065"/>
            <a:ext cx="162450" cy="168277"/>
          </a:xfrm>
          <a:prstGeom prst="ellipse">
            <a:avLst/>
          </a:prstGeom>
          <a:gradFill flip="none" rotWithShape="1">
            <a:gsLst>
              <a:gs pos="17000">
                <a:srgbClr val="D1D1D1"/>
              </a:gs>
              <a:gs pos="0">
                <a:schemeClr val="bg1">
                  <a:lumMod val="85000"/>
                </a:schemeClr>
              </a:gs>
              <a:gs pos="60000">
                <a:schemeClr val="accent3">
                  <a:lumMod val="75000"/>
                </a:schemeClr>
              </a:gs>
              <a:gs pos="97000">
                <a:schemeClr val="accent3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52" name="SHO">
            <a:extLst>
              <a:ext uri="{FF2B5EF4-FFF2-40B4-BE49-F238E27FC236}">
                <a16:creationId xmlns:a16="http://schemas.microsoft.com/office/drawing/2014/main" id="{0845B616-2D49-4C5D-A47F-908796A33A53}"/>
              </a:ext>
            </a:extLst>
          </p:cNvPr>
          <p:cNvSpPr/>
          <p:nvPr/>
        </p:nvSpPr>
        <p:spPr>
          <a:xfrm rot="16200000">
            <a:off x="2171892" y="2962645"/>
            <a:ext cx="622693" cy="1443999"/>
          </a:xfrm>
          <a:prstGeom prst="arc">
            <a:avLst>
              <a:gd name="adj1" fmla="val 5396867"/>
              <a:gd name="adj2" fmla="val 5395779"/>
            </a:avLst>
          </a:prstGeom>
          <a:gradFill flip="none" rotWithShape="1">
            <a:gsLst>
              <a:gs pos="0">
                <a:schemeClr val="bg1">
                  <a:lumMod val="65000"/>
                </a:schemeClr>
              </a:gs>
              <a:gs pos="47000">
                <a:schemeClr val="bg1">
                  <a:lumMod val="50000"/>
                </a:schemeClr>
              </a:gs>
              <a:gs pos="97000">
                <a:srgbClr val="5E5E5E"/>
              </a:gs>
            </a:gsLst>
            <a:path path="circle">
              <a:fillToRect l="50000" t="50000" r="50000" b="50000"/>
            </a:path>
            <a:tileRect/>
          </a:gradFill>
          <a:ln w="31750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53" name="SVO">
            <a:extLst>
              <a:ext uri="{FF2B5EF4-FFF2-40B4-BE49-F238E27FC236}">
                <a16:creationId xmlns:a16="http://schemas.microsoft.com/office/drawing/2014/main" id="{28FBC70E-6464-4911-A7DC-D688B4A191B2}"/>
              </a:ext>
            </a:extLst>
          </p:cNvPr>
          <p:cNvSpPr/>
          <p:nvPr/>
        </p:nvSpPr>
        <p:spPr>
          <a:xfrm>
            <a:off x="2121338" y="2936747"/>
            <a:ext cx="722000" cy="1495797"/>
          </a:xfrm>
          <a:prstGeom prst="ellipse">
            <a:avLst/>
          </a:prstGeom>
          <a:noFill/>
          <a:ln w="25400">
            <a:solidFill>
              <a:schemeClr val="bg1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254" name="Oval 6">
            <a:extLst>
              <a:ext uri="{FF2B5EF4-FFF2-40B4-BE49-F238E27FC236}">
                <a16:creationId xmlns:a16="http://schemas.microsoft.com/office/drawing/2014/main" id="{F7426249-BB1C-465F-BA24-177826BCA4FE}"/>
              </a:ext>
            </a:extLst>
          </p:cNvPr>
          <p:cNvSpPr/>
          <p:nvPr/>
        </p:nvSpPr>
        <p:spPr>
          <a:xfrm rot="16200000">
            <a:off x="2171892" y="2962645"/>
            <a:ext cx="622693" cy="1443999"/>
          </a:xfrm>
          <a:prstGeom prst="ellipse">
            <a:avLst/>
          </a:prstGeom>
          <a:noFill/>
          <a:ln w="38100">
            <a:solidFill>
              <a:schemeClr val="tx1">
                <a:alpha val="6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55" name="TextBox 11">
                <a:extLst>
                  <a:ext uri="{FF2B5EF4-FFF2-40B4-BE49-F238E27FC236}">
                    <a16:creationId xmlns:a16="http://schemas.microsoft.com/office/drawing/2014/main" id="{37DEB133-ADB0-4B60-901B-D2AEF580DA59}"/>
                  </a:ext>
                </a:extLst>
              </p:cNvPr>
              <p:cNvSpPr txBox="1"/>
              <p:nvPr/>
            </p:nvSpPr>
            <p:spPr>
              <a:xfrm>
                <a:off x="1933540" y="3506293"/>
                <a:ext cx="176928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>
          <p:sp>
            <p:nvSpPr>
              <p:cNvPr id="255" name="TextBox 11">
                <a:extLst>
                  <a:ext uri="{FF2B5EF4-FFF2-40B4-BE49-F238E27FC236}">
                    <a16:creationId xmlns:a16="http://schemas.microsoft.com/office/drawing/2014/main" id="{37DEB133-ADB0-4B60-901B-D2AEF580DA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33540" y="3506293"/>
                <a:ext cx="176928" cy="338554"/>
              </a:xfrm>
              <a:prstGeom prst="rect">
                <a:avLst/>
              </a:prstGeom>
              <a:blipFill>
                <a:blip r:embed="rId18"/>
                <a:stretch>
                  <a:fillRect r="-4137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6" name="Oval 22">
            <a:extLst>
              <a:ext uri="{FF2B5EF4-FFF2-40B4-BE49-F238E27FC236}">
                <a16:creationId xmlns:a16="http://schemas.microsoft.com/office/drawing/2014/main" id="{F51F6D7A-CBDD-41AE-81A9-01A381888E10}"/>
              </a:ext>
            </a:extLst>
          </p:cNvPr>
          <p:cNvSpPr/>
          <p:nvPr/>
        </p:nvSpPr>
        <p:spPr>
          <a:xfrm>
            <a:off x="2401066" y="4347065"/>
            <a:ext cx="162450" cy="168277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57" name="TextBox 12">
                <a:extLst>
                  <a:ext uri="{FF2B5EF4-FFF2-40B4-BE49-F238E27FC236}">
                    <a16:creationId xmlns:a16="http://schemas.microsoft.com/office/drawing/2014/main" id="{BEB792E4-CC90-49E5-8163-921F2ECF2D45}"/>
                  </a:ext>
                </a:extLst>
              </p:cNvPr>
              <p:cNvSpPr txBox="1"/>
              <p:nvPr/>
            </p:nvSpPr>
            <p:spPr>
              <a:xfrm>
                <a:off x="2588463" y="3601690"/>
                <a:ext cx="176928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>
          <p:sp>
            <p:nvSpPr>
              <p:cNvPr id="257" name="TextBox 12">
                <a:extLst>
                  <a:ext uri="{FF2B5EF4-FFF2-40B4-BE49-F238E27FC236}">
                    <a16:creationId xmlns:a16="http://schemas.microsoft.com/office/drawing/2014/main" id="{BEB792E4-CC90-49E5-8163-921F2ECF2D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88463" y="3601690"/>
                <a:ext cx="176928" cy="338554"/>
              </a:xfrm>
              <a:prstGeom prst="rect">
                <a:avLst/>
              </a:prstGeom>
              <a:blipFill>
                <a:blip r:embed="rId19"/>
                <a:stretch>
                  <a:fillRect r="-51724" b="-363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58" name="TextBox 13">
                <a:extLst>
                  <a:ext uri="{FF2B5EF4-FFF2-40B4-BE49-F238E27FC236}">
                    <a16:creationId xmlns:a16="http://schemas.microsoft.com/office/drawing/2014/main" id="{8D531DEA-B9A5-4E8D-A6A2-A31408532FD7}"/>
                  </a:ext>
                </a:extLst>
              </p:cNvPr>
              <p:cNvSpPr txBox="1"/>
              <p:nvPr/>
            </p:nvSpPr>
            <p:spPr>
              <a:xfrm>
                <a:off x="2344339" y="2971948"/>
                <a:ext cx="256967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>
                          <a:latin typeface="Cambria Math" panose="02040503050406030204" pitchFamily="18" charset="0"/>
                        </a:rPr>
                        <m:t>𝑧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>
          <p:sp>
            <p:nvSpPr>
              <p:cNvPr id="258" name="TextBox 13">
                <a:extLst>
                  <a:ext uri="{FF2B5EF4-FFF2-40B4-BE49-F238E27FC236}">
                    <a16:creationId xmlns:a16="http://schemas.microsoft.com/office/drawing/2014/main" id="{8D531DEA-B9A5-4E8D-A6A2-A31408532F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44339" y="2971948"/>
                <a:ext cx="256967" cy="338554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9" name="DVO">
            <a:extLst>
              <a:ext uri="{FF2B5EF4-FFF2-40B4-BE49-F238E27FC236}">
                <a16:creationId xmlns:a16="http://schemas.microsoft.com/office/drawing/2014/main" id="{BD66E933-A9D1-416F-99A4-A2F56F384D96}"/>
              </a:ext>
            </a:extLst>
          </p:cNvPr>
          <p:cNvSpPr/>
          <p:nvPr/>
        </p:nvSpPr>
        <p:spPr>
          <a:xfrm flipH="1">
            <a:off x="2121338" y="2936747"/>
            <a:ext cx="722000" cy="1495797"/>
          </a:xfrm>
          <a:prstGeom prst="arc">
            <a:avLst>
              <a:gd name="adj1" fmla="val 5396867"/>
              <a:gd name="adj2" fmla="val 16170484"/>
            </a:avLst>
          </a:prstGeom>
          <a:ln w="254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60" name="Oval 23">
            <a:extLst>
              <a:ext uri="{FF2B5EF4-FFF2-40B4-BE49-F238E27FC236}">
                <a16:creationId xmlns:a16="http://schemas.microsoft.com/office/drawing/2014/main" id="{B1975880-4F20-4527-8AC1-67B4B5024B5F}"/>
              </a:ext>
            </a:extLst>
          </p:cNvPr>
          <p:cNvSpPr/>
          <p:nvPr/>
        </p:nvSpPr>
        <p:spPr>
          <a:xfrm>
            <a:off x="3123922" y="3600507"/>
            <a:ext cx="162450" cy="168277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cxnSp>
        <p:nvCxnSpPr>
          <p:cNvPr id="261" name="Straight Arrow Connector 7">
            <a:extLst>
              <a:ext uri="{FF2B5EF4-FFF2-40B4-BE49-F238E27FC236}">
                <a16:creationId xmlns:a16="http://schemas.microsoft.com/office/drawing/2014/main" id="{33161F97-7212-47BE-BA7D-6FC7B9147369}"/>
              </a:ext>
            </a:extLst>
          </p:cNvPr>
          <p:cNvCxnSpPr>
            <a:cxnSpLocks/>
          </p:cNvCxnSpPr>
          <p:nvPr/>
        </p:nvCxnSpPr>
        <p:spPr>
          <a:xfrm flipV="1">
            <a:off x="2479307" y="3236563"/>
            <a:ext cx="1697" cy="445890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2" name="Straight Arrow Connector 19">
            <a:extLst>
              <a:ext uri="{FF2B5EF4-FFF2-40B4-BE49-F238E27FC236}">
                <a16:creationId xmlns:a16="http://schemas.microsoft.com/office/drawing/2014/main" id="{240911C2-AE74-4914-B8DB-470C2315C461}"/>
              </a:ext>
            </a:extLst>
          </p:cNvPr>
          <p:cNvCxnSpPr>
            <a:cxnSpLocks/>
          </p:cNvCxnSpPr>
          <p:nvPr/>
        </p:nvCxnSpPr>
        <p:spPr>
          <a:xfrm>
            <a:off x="2482291" y="3680269"/>
            <a:ext cx="195802" cy="156763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3" name="Straight Arrow Connector 18">
            <a:extLst>
              <a:ext uri="{FF2B5EF4-FFF2-40B4-BE49-F238E27FC236}">
                <a16:creationId xmlns:a16="http://schemas.microsoft.com/office/drawing/2014/main" id="{168B960E-43A1-4542-B03F-41153CC41797}"/>
              </a:ext>
            </a:extLst>
          </p:cNvPr>
          <p:cNvCxnSpPr>
            <a:cxnSpLocks/>
          </p:cNvCxnSpPr>
          <p:nvPr/>
        </p:nvCxnSpPr>
        <p:spPr>
          <a:xfrm rot="16200000" flipH="1" flipV="1">
            <a:off x="2310969" y="3508793"/>
            <a:ext cx="0" cy="342950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4" name="Oval 20">
            <a:extLst>
              <a:ext uri="{FF2B5EF4-FFF2-40B4-BE49-F238E27FC236}">
                <a16:creationId xmlns:a16="http://schemas.microsoft.com/office/drawing/2014/main" id="{24DEE888-55C9-4D4C-B18D-808F9AA85CCB}"/>
              </a:ext>
            </a:extLst>
          </p:cNvPr>
          <p:cNvSpPr/>
          <p:nvPr/>
        </p:nvSpPr>
        <p:spPr>
          <a:xfrm>
            <a:off x="1679758" y="3600507"/>
            <a:ext cx="162450" cy="168277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265" name="Oval 22">
            <a:extLst>
              <a:ext uri="{FF2B5EF4-FFF2-40B4-BE49-F238E27FC236}">
                <a16:creationId xmlns:a16="http://schemas.microsoft.com/office/drawing/2014/main" id="{EF01816B-7066-4916-A520-954D092BE6FE}"/>
              </a:ext>
            </a:extLst>
          </p:cNvPr>
          <p:cNvSpPr/>
          <p:nvPr/>
        </p:nvSpPr>
        <p:spPr>
          <a:xfrm>
            <a:off x="2402248" y="2844234"/>
            <a:ext cx="162450" cy="168277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/>
          </a:p>
        </p:txBody>
      </p:sp>
      <p:sp>
        <p:nvSpPr>
          <p:cNvPr id="266" name="Partial Circle 9">
            <a:extLst>
              <a:ext uri="{FF2B5EF4-FFF2-40B4-BE49-F238E27FC236}">
                <a16:creationId xmlns:a16="http://schemas.microsoft.com/office/drawing/2014/main" id="{95E3D0C0-F471-47D7-9B54-CC1B9F289F59}"/>
              </a:ext>
            </a:extLst>
          </p:cNvPr>
          <p:cNvSpPr>
            <a:spLocks noChangeAspect="1"/>
          </p:cNvSpPr>
          <p:nvPr/>
        </p:nvSpPr>
        <p:spPr>
          <a:xfrm rot="16200000" flipH="1">
            <a:off x="2418409" y="3585381"/>
            <a:ext cx="102407" cy="197721"/>
          </a:xfrm>
          <a:prstGeom prst="pie">
            <a:avLst>
              <a:gd name="adj1" fmla="val 16258856"/>
              <a:gd name="adj2" fmla="val 19252600"/>
            </a:avLst>
          </a:prstGeom>
          <a:gradFill flip="none" rotWithShape="1">
            <a:gsLst>
              <a:gs pos="0">
                <a:schemeClr val="tx1"/>
              </a:gs>
              <a:gs pos="50000">
                <a:schemeClr val="tx1">
                  <a:lumMod val="50000"/>
                  <a:lumOff val="50000"/>
                </a:schemeClr>
              </a:gs>
              <a:gs pos="100000">
                <a:schemeClr val="bg1">
                  <a:lumMod val="50000"/>
                </a:schemeClr>
              </a:gs>
            </a:gsLst>
            <a:lin ang="2700000" scaled="1"/>
            <a:tileRect/>
          </a:gra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67" name="TextBox 10">
                <a:extLst>
                  <a:ext uri="{FF2B5EF4-FFF2-40B4-BE49-F238E27FC236}">
                    <a16:creationId xmlns:a16="http://schemas.microsoft.com/office/drawing/2014/main" id="{B215AA15-06BF-4D83-A5CD-B6A967095CE1}"/>
                  </a:ext>
                </a:extLst>
              </p:cNvPr>
              <p:cNvSpPr txBox="1"/>
              <p:nvPr/>
            </p:nvSpPr>
            <p:spPr>
              <a:xfrm>
                <a:off x="2054391" y="3620427"/>
                <a:ext cx="315234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>
                          <a:latin typeface="Cambria Math" panose="02040503050406030204" pitchFamily="18" charset="0"/>
                        </a:rPr>
                        <m:t>𝛼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>
          <p:sp>
            <p:nvSpPr>
              <p:cNvPr id="267" name="TextBox 10">
                <a:extLst>
                  <a:ext uri="{FF2B5EF4-FFF2-40B4-BE49-F238E27FC236}">
                    <a16:creationId xmlns:a16="http://schemas.microsoft.com/office/drawing/2014/main" id="{B215AA15-06BF-4D83-A5CD-B6A967095C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54391" y="3620427"/>
                <a:ext cx="315234" cy="338554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68" name="Straight Arrow Connector 17">
            <a:extLst>
              <a:ext uri="{FF2B5EF4-FFF2-40B4-BE49-F238E27FC236}">
                <a16:creationId xmlns:a16="http://schemas.microsoft.com/office/drawing/2014/main" id="{230BB7BA-7677-4C8C-B5E4-B82B7D463931}"/>
              </a:ext>
            </a:extLst>
          </p:cNvPr>
          <p:cNvCxnSpPr>
            <a:cxnSpLocks/>
          </p:cNvCxnSpPr>
          <p:nvPr/>
        </p:nvCxnSpPr>
        <p:spPr>
          <a:xfrm flipH="1">
            <a:off x="2261660" y="3685449"/>
            <a:ext cx="221585" cy="286539"/>
          </a:xfrm>
          <a:prstGeom prst="straightConnector1">
            <a:avLst/>
          </a:prstGeom>
          <a:ln w="38100">
            <a:solidFill>
              <a:schemeClr val="tx1"/>
            </a:solidFill>
            <a:tailEnd type="stealth" w="lg" len="lg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269" name="Partial Circle 9">
            <a:extLst>
              <a:ext uri="{FF2B5EF4-FFF2-40B4-BE49-F238E27FC236}">
                <a16:creationId xmlns:a16="http://schemas.microsoft.com/office/drawing/2014/main" id="{E72D69FE-BCE2-4231-B5B8-E4BAB5150F43}"/>
              </a:ext>
            </a:extLst>
          </p:cNvPr>
          <p:cNvSpPr>
            <a:spLocks noChangeAspect="1"/>
          </p:cNvSpPr>
          <p:nvPr/>
        </p:nvSpPr>
        <p:spPr>
          <a:xfrm>
            <a:off x="2405684" y="3548156"/>
            <a:ext cx="149214" cy="301366"/>
          </a:xfrm>
          <a:prstGeom prst="pie">
            <a:avLst>
              <a:gd name="adj1" fmla="val 16258856"/>
              <a:gd name="adj2" fmla="val 19252600"/>
            </a:avLst>
          </a:prstGeom>
          <a:gradFill flip="none" rotWithShape="1">
            <a:gsLst>
              <a:gs pos="0">
                <a:schemeClr val="tx1"/>
              </a:gs>
              <a:gs pos="50000">
                <a:schemeClr val="tx1">
                  <a:lumMod val="50000"/>
                  <a:lumOff val="50000"/>
                </a:schemeClr>
              </a:gs>
              <a:gs pos="100000">
                <a:schemeClr val="bg1">
                  <a:lumMod val="50000"/>
                </a:schemeClr>
              </a:gs>
            </a:gsLst>
            <a:lin ang="2700000" scaled="1"/>
            <a:tileRect/>
          </a:gra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70" name="TextBox 10">
                <a:extLst>
                  <a:ext uri="{FF2B5EF4-FFF2-40B4-BE49-F238E27FC236}">
                    <a16:creationId xmlns:a16="http://schemas.microsoft.com/office/drawing/2014/main" id="{2F6C10B6-03DA-4C5F-B367-63A41053B482}"/>
                  </a:ext>
                </a:extLst>
              </p:cNvPr>
              <p:cNvSpPr txBox="1"/>
              <p:nvPr/>
            </p:nvSpPr>
            <p:spPr>
              <a:xfrm>
                <a:off x="2445463" y="3300009"/>
                <a:ext cx="297046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>
                          <a:latin typeface="Cambria Math" panose="02040503050406030204" pitchFamily="18" charset="0"/>
                        </a:rPr>
                        <m:t>𝛽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>
          <p:sp>
            <p:nvSpPr>
              <p:cNvPr id="270" name="TextBox 10">
                <a:extLst>
                  <a:ext uri="{FF2B5EF4-FFF2-40B4-BE49-F238E27FC236}">
                    <a16:creationId xmlns:a16="http://schemas.microsoft.com/office/drawing/2014/main" id="{2F6C10B6-03DA-4C5F-B367-63A41053B4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45463" y="3300009"/>
                <a:ext cx="297046" cy="338554"/>
              </a:xfrm>
              <a:prstGeom prst="rect">
                <a:avLst/>
              </a:prstGeom>
              <a:blipFill>
                <a:blip r:embed="rId22"/>
                <a:stretch>
                  <a:fillRect r="-4082" b="-892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71" name="Straight Arrow Connector 17">
            <a:extLst>
              <a:ext uri="{FF2B5EF4-FFF2-40B4-BE49-F238E27FC236}">
                <a16:creationId xmlns:a16="http://schemas.microsoft.com/office/drawing/2014/main" id="{050CD12B-2348-4EAE-8F7E-7F476F6AB6E3}"/>
              </a:ext>
            </a:extLst>
          </p:cNvPr>
          <p:cNvCxnSpPr>
            <a:cxnSpLocks/>
          </p:cNvCxnSpPr>
          <p:nvPr/>
        </p:nvCxnSpPr>
        <p:spPr>
          <a:xfrm flipV="1">
            <a:off x="2475158" y="3239724"/>
            <a:ext cx="571923" cy="449644"/>
          </a:xfrm>
          <a:prstGeom prst="straightConnector1">
            <a:avLst/>
          </a:prstGeom>
          <a:ln w="38100">
            <a:solidFill>
              <a:schemeClr val="tx1"/>
            </a:solidFill>
            <a:tailEnd type="stealth" w="lg" len="lg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52" name="Oval 23">
            <a:extLst>
              <a:ext uri="{FF2B5EF4-FFF2-40B4-BE49-F238E27FC236}">
                <a16:creationId xmlns:a16="http://schemas.microsoft.com/office/drawing/2014/main" id="{6454FEB7-1A49-4057-B9D1-C98AB19CFD06}"/>
              </a:ext>
            </a:extLst>
          </p:cNvPr>
          <p:cNvSpPr/>
          <p:nvPr/>
        </p:nvSpPr>
        <p:spPr>
          <a:xfrm>
            <a:off x="2735249" y="3860498"/>
            <a:ext cx="162450" cy="168277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154" name="Oval 23">
            <a:extLst>
              <a:ext uri="{FF2B5EF4-FFF2-40B4-BE49-F238E27FC236}">
                <a16:creationId xmlns:a16="http://schemas.microsoft.com/office/drawing/2014/main" id="{2FF5597B-5488-4B3C-BE8B-E0AD3A81CF14}"/>
              </a:ext>
            </a:extLst>
          </p:cNvPr>
          <p:cNvSpPr/>
          <p:nvPr/>
        </p:nvSpPr>
        <p:spPr>
          <a:xfrm>
            <a:off x="2049449" y="3327098"/>
            <a:ext cx="162450" cy="168277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6" name="文字方塊 155">
                <a:extLst>
                  <a:ext uri="{FF2B5EF4-FFF2-40B4-BE49-F238E27FC236}">
                    <a16:creationId xmlns:a16="http://schemas.microsoft.com/office/drawing/2014/main" id="{7D05204B-22BE-4DE9-AA50-5F23DEE9A2F6}"/>
                  </a:ext>
                </a:extLst>
              </p:cNvPr>
              <p:cNvSpPr txBox="1"/>
              <p:nvPr/>
            </p:nvSpPr>
            <p:spPr>
              <a:xfrm>
                <a:off x="3396878" y="3661849"/>
                <a:ext cx="1150186" cy="3231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5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500" b="0" i="1" smtClean="0">
                              <a:latin typeface="Cambria Math" panose="02040503050406030204" pitchFamily="18" charset="0"/>
                            </a:rPr>
                            <m:t>/2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500" dirty="0"/>
              </a:p>
            </p:txBody>
          </p:sp>
        </mc:Choice>
        <mc:Fallback>
          <p:sp>
            <p:nvSpPr>
              <p:cNvPr id="156" name="文字方塊 155">
                <a:extLst>
                  <a:ext uri="{FF2B5EF4-FFF2-40B4-BE49-F238E27FC236}">
                    <a16:creationId xmlns:a16="http://schemas.microsoft.com/office/drawing/2014/main" id="{7D05204B-22BE-4DE9-AA50-5F23DEE9A2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96878" y="3661849"/>
                <a:ext cx="1150186" cy="323165"/>
              </a:xfrm>
              <a:prstGeom prst="rect">
                <a:avLst/>
              </a:prstGeom>
              <a:blipFill>
                <a:blip r:embed="rId23"/>
                <a:stretch>
                  <a:fillRect b="-943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7" name="文字方塊 156">
                <a:extLst>
                  <a:ext uri="{FF2B5EF4-FFF2-40B4-BE49-F238E27FC236}">
                    <a16:creationId xmlns:a16="http://schemas.microsoft.com/office/drawing/2014/main" id="{834029C9-84F7-4B57-9E81-D8CCCEEA55EA}"/>
                  </a:ext>
                </a:extLst>
              </p:cNvPr>
              <p:cNvSpPr txBox="1"/>
              <p:nvPr/>
            </p:nvSpPr>
            <p:spPr>
              <a:xfrm>
                <a:off x="-36675" y="1974400"/>
                <a:ext cx="1936090" cy="3231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5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𝛼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</m:d>
                      <m:r>
                        <a:rPr lang="en-US" altLang="zh-TW" sz="1500" i="1">
                          <a:latin typeface="Cambria Math" panose="02040503050406030204" pitchFamily="18" charset="0"/>
                        </a:rPr>
                        <m:t>= </m:t>
                      </m:r>
                      <m:d>
                        <m:dPr>
                          <m:ctrlPr>
                            <a:rPr lang="en-US" altLang="zh-TW" sz="15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5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/2,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500" dirty="0"/>
              </a:p>
            </p:txBody>
          </p:sp>
        </mc:Choice>
        <mc:Fallback>
          <p:sp>
            <p:nvSpPr>
              <p:cNvPr id="157" name="文字方塊 156">
                <a:extLst>
                  <a:ext uri="{FF2B5EF4-FFF2-40B4-BE49-F238E27FC236}">
                    <a16:creationId xmlns:a16="http://schemas.microsoft.com/office/drawing/2014/main" id="{834029C9-84F7-4B57-9E81-D8CCCEEA55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36675" y="1974400"/>
                <a:ext cx="1936090" cy="323165"/>
              </a:xfrm>
              <a:prstGeom prst="rect">
                <a:avLst/>
              </a:prstGeom>
              <a:blipFill>
                <a:blip r:embed="rId24"/>
                <a:stretch>
                  <a:fillRect b="-943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8" name="直線接點 157">
            <a:extLst>
              <a:ext uri="{FF2B5EF4-FFF2-40B4-BE49-F238E27FC236}">
                <a16:creationId xmlns:a16="http://schemas.microsoft.com/office/drawing/2014/main" id="{DA529A4E-3BAB-45BB-8274-1088EF0B43A5}"/>
              </a:ext>
            </a:extLst>
          </p:cNvPr>
          <p:cNvCxnSpPr>
            <a:cxnSpLocks/>
          </p:cNvCxnSpPr>
          <p:nvPr/>
        </p:nvCxnSpPr>
        <p:spPr>
          <a:xfrm flipV="1">
            <a:off x="1607478" y="3410397"/>
            <a:ext cx="453250" cy="188"/>
          </a:xfrm>
          <a:prstGeom prst="line">
            <a:avLst/>
          </a:prstGeom>
          <a:ln w="9525" cap="flat" cmpd="sng" algn="ctr">
            <a:solidFill>
              <a:schemeClr val="bg1">
                <a:lumMod val="5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59" name="直線接點 158">
            <a:extLst>
              <a:ext uri="{FF2B5EF4-FFF2-40B4-BE49-F238E27FC236}">
                <a16:creationId xmlns:a16="http://schemas.microsoft.com/office/drawing/2014/main" id="{F100F92B-B8C5-4A0F-B866-E2BAB0C4087A}"/>
              </a:ext>
            </a:extLst>
          </p:cNvPr>
          <p:cNvCxnSpPr>
            <a:cxnSpLocks/>
          </p:cNvCxnSpPr>
          <p:nvPr/>
        </p:nvCxnSpPr>
        <p:spPr>
          <a:xfrm>
            <a:off x="2911133" y="3970973"/>
            <a:ext cx="418783" cy="0"/>
          </a:xfrm>
          <a:prstGeom prst="line">
            <a:avLst/>
          </a:prstGeom>
          <a:ln w="9525" cap="flat" cmpd="sng" algn="ctr">
            <a:solidFill>
              <a:schemeClr val="bg1">
                <a:lumMod val="5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60" name="直線接點 159">
            <a:extLst>
              <a:ext uri="{FF2B5EF4-FFF2-40B4-BE49-F238E27FC236}">
                <a16:creationId xmlns:a16="http://schemas.microsoft.com/office/drawing/2014/main" id="{A656DF39-7853-456D-84EE-B2D69029F0B5}"/>
              </a:ext>
            </a:extLst>
          </p:cNvPr>
          <p:cNvCxnSpPr>
            <a:cxnSpLocks/>
          </p:cNvCxnSpPr>
          <p:nvPr/>
        </p:nvCxnSpPr>
        <p:spPr>
          <a:xfrm flipV="1">
            <a:off x="3253716" y="3508375"/>
            <a:ext cx="120332" cy="100649"/>
          </a:xfrm>
          <a:prstGeom prst="line">
            <a:avLst/>
          </a:prstGeom>
          <a:ln w="9525" cap="flat" cmpd="sng" algn="ctr">
            <a:solidFill>
              <a:schemeClr val="bg1">
                <a:lumMod val="5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61" name="直線接點 160">
            <a:extLst>
              <a:ext uri="{FF2B5EF4-FFF2-40B4-BE49-F238E27FC236}">
                <a16:creationId xmlns:a16="http://schemas.microsoft.com/office/drawing/2014/main" id="{C2ECA97C-3D5E-4873-BF49-1B844DE8012B}"/>
              </a:ext>
            </a:extLst>
          </p:cNvPr>
          <p:cNvCxnSpPr>
            <a:cxnSpLocks/>
          </p:cNvCxnSpPr>
          <p:nvPr/>
        </p:nvCxnSpPr>
        <p:spPr>
          <a:xfrm flipV="1">
            <a:off x="1592516" y="3750766"/>
            <a:ext cx="105264" cy="191632"/>
          </a:xfrm>
          <a:prstGeom prst="line">
            <a:avLst/>
          </a:prstGeom>
          <a:ln w="9525" cap="flat" cmpd="sng" algn="ctr">
            <a:solidFill>
              <a:schemeClr val="bg1">
                <a:lumMod val="5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pic>
        <p:nvPicPr>
          <p:cNvPr id="74" name="圖片 73">
            <a:extLst>
              <a:ext uri="{FF2B5EF4-FFF2-40B4-BE49-F238E27FC236}">
                <a16:creationId xmlns:a16="http://schemas.microsoft.com/office/drawing/2014/main" id="{080203AD-4F1B-4BC6-8007-DE7455C6F77A}"/>
              </a:ext>
            </a:extLst>
          </p:cNvPr>
          <p:cNvPicPr>
            <a:picLocks noChangeAspect="1"/>
          </p:cNvPicPr>
          <p:nvPr/>
        </p:nvPicPr>
        <p:blipFill rotWithShape="1">
          <a:blip r:embed="rId25"/>
          <a:srcRect l="8885" t="22429" r="8429" b="17067"/>
          <a:stretch/>
        </p:blipFill>
        <p:spPr>
          <a:xfrm>
            <a:off x="3749328" y="106772"/>
            <a:ext cx="746918" cy="163002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71" name="矩形 70">
                <a:extLst>
                  <a:ext uri="{FF2B5EF4-FFF2-40B4-BE49-F238E27FC236}">
                    <a16:creationId xmlns:a16="http://schemas.microsoft.com/office/drawing/2014/main" id="{753A7363-6750-43E6-B148-328C1E168BCC}"/>
                  </a:ext>
                </a:extLst>
              </p:cNvPr>
              <p:cNvSpPr/>
              <p:nvPr/>
            </p:nvSpPr>
            <p:spPr>
              <a:xfrm>
                <a:off x="2875247" y="417362"/>
                <a:ext cx="1183337" cy="369332"/>
              </a:xfrm>
              <a:prstGeom prst="rect">
                <a:avLst/>
              </a:prstGeom>
              <a:solidFill>
                <a:srgbClr val="EFEFEF"/>
              </a:solidFill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b="0" i="1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1, 0, −1, 1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>
          <p:sp>
            <p:nvSpPr>
              <p:cNvPr id="71" name="矩形 70">
                <a:extLst>
                  <a:ext uri="{FF2B5EF4-FFF2-40B4-BE49-F238E27FC236}">
                    <a16:creationId xmlns:a16="http://schemas.microsoft.com/office/drawing/2014/main" id="{753A7363-6750-43E6-B148-328C1E168BC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75247" y="417362"/>
                <a:ext cx="1183337" cy="369332"/>
              </a:xfrm>
              <a:prstGeom prst="rect">
                <a:avLst/>
              </a:prstGeom>
              <a:blipFill>
                <a:blip r:embed="rId2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6" name="矩形 75">
                <a:extLst>
                  <a:ext uri="{FF2B5EF4-FFF2-40B4-BE49-F238E27FC236}">
                    <a16:creationId xmlns:a16="http://schemas.microsoft.com/office/drawing/2014/main" id="{C870979C-3090-4CB2-8707-FD9D73101B9E}"/>
                  </a:ext>
                </a:extLst>
              </p:cNvPr>
              <p:cNvSpPr/>
              <p:nvPr/>
            </p:nvSpPr>
            <p:spPr>
              <a:xfrm>
                <a:off x="436837" y="1228306"/>
                <a:ext cx="4110228" cy="54438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12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zh-TW" sz="1200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TW" sz="1200" b="1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n-US" altLang="zh-TW" sz="1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func>
                                    <m:funcPr>
                                      <m:ctrlPr>
                                        <a:rPr lang="en-US" altLang="zh-TW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en-US" altLang="zh-TW" sz="1200">
                                          <a:latin typeface="Cambria Math" panose="02040503050406030204" pitchFamily="18" charset="0"/>
                                        </a:rPr>
                                        <m:t>sin</m:t>
                                      </m:r>
                                    </m:fName>
                                    <m:e>
                                      <m:sSub>
                                        <m:sSubPr>
                                          <m:ctrlPr>
                                            <a:rPr lang="en-US" altLang="zh-TW" sz="12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TW" sz="1200" i="1">
                                              <a:latin typeface="Cambria Math" panose="02040503050406030204" pitchFamily="18" charset="0"/>
                                            </a:rPr>
                                            <m:t>𝜃</m:t>
                                          </m:r>
                                        </m:e>
                                        <m:sub>
                                          <m:r>
                                            <a:rPr lang="en-US" altLang="zh-TW" sz="1200" b="1" i="1">
                                              <a:latin typeface="Cambria Math" panose="02040503050406030204" pitchFamily="18" charset="0"/>
                                            </a:rPr>
                                            <m:t>𝒒</m:t>
                                          </m:r>
                                        </m:sub>
                                      </m:sSub>
                                    </m:e>
                                  </m:func>
                                </m:num>
                                <m:den>
                                  <m:r>
                                    <a:rPr lang="en-US" altLang="zh-TW" sz="12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  <m:r>
                                <m:rPr>
                                  <m:sty m:val="p"/>
                                </m:rPr>
                                <a:rPr lang="en-US" altLang="zh-TW" sz="1200"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altLang="zh-TW" sz="1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n-US" altLang="zh-TW" sz="12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altLang="zh-TW" sz="12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1</m:t>
                                      </m:r>
                                    </m:num>
                                    <m:den>
                                      <m:r>
                                        <a:rPr lang="en-US" altLang="zh-TW" sz="12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2</m:t>
                                      </m:r>
                                    </m:den>
                                  </m:f>
                                  <m:d>
                                    <m:dPr>
                                      <m:ctrlPr>
                                        <a:rPr lang="en-US" altLang="zh-TW" sz="12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altLang="zh-TW" sz="1200" i="1" dirty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TW" sz="1200" i="1" dirty="0">
                                              <a:latin typeface="Cambria Math" panose="02040503050406030204" pitchFamily="18" charset="0"/>
                                            </a:rPr>
                                            <m:t>𝜙</m:t>
                                          </m:r>
                                        </m:e>
                                        <m:sub>
                                          <m:sSub>
                                            <m:sSubPr>
                                              <m:ctrlPr>
                                                <a:rPr lang="en-US" altLang="zh-TW" sz="1200" i="1" dirty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altLang="zh-TW" sz="1200" i="1" dirty="0">
                                                  <a:latin typeface="Cambria Math" panose="02040503050406030204" pitchFamily="18" charset="0"/>
                                                </a:rPr>
                                                <m:t>𝑞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altLang="zh-TW" sz="1200" i="1" dirty="0">
                                                  <a:latin typeface="Cambria Math" panose="02040503050406030204" pitchFamily="18" charset="0"/>
                                                </a:rPr>
                                                <m:t>∥</m:t>
                                              </m:r>
                                            </m:sub>
                                          </m:sSub>
                                        </m:sub>
                                      </m:sSub>
                                      <m: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f>
                                        <m:fPr>
                                          <m:ctrlPr>
                                            <a:rPr lang="en-US" altLang="zh-TW" sz="1200" i="1" dirty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en-US" altLang="zh-TW" sz="1200" i="1" dirty="0">
                                              <a:latin typeface="Cambria Math" panose="02040503050406030204" pitchFamily="18" charset="0"/>
                                            </a:rPr>
                                            <m:t>𝜋</m:t>
                                          </m:r>
                                        </m:num>
                                        <m:den>
                                          <m:r>
                                            <a:rPr lang="en-US" altLang="zh-TW" sz="1200" b="0" i="1" dirty="0" smtClean="0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den>
                                      </m:f>
                                      <m:r>
                                        <a:rPr lang="en-US" altLang="zh-TW" sz="1200" i="1"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r>
                                        <a:rPr lang="en-US" altLang="zh-TW" sz="1200" i="1">
                                          <a:latin typeface="Cambria Math" panose="02040503050406030204" pitchFamily="18" charset="0"/>
                                        </a:rPr>
                                        <m:t>𝛼</m:t>
                                      </m:r>
                                    </m:e>
                                  </m:d>
                                </m:e>
                              </m:d>
                              <m:r>
                                <a:rPr lang="zh-TW" altLang="en-US" sz="1200" i="1">
                                  <a:latin typeface="Cambria Math" panose="02040503050406030204" pitchFamily="18" charset="0"/>
                                </a:rPr>
                                <m:t>  </m:t>
                              </m:r>
                              <m:sSub>
                                <m:sSubPr>
                                  <m:ctrlPr>
                                    <a:rPr lang="en-US" altLang="zh-TW" sz="1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1200" i="1">
                                      <a:latin typeface="Cambria Math" panose="02040503050406030204" pitchFamily="18" charset="0"/>
                                    </a:rPr>
                                    <m:t>𝐺</m:t>
                                  </m:r>
                                </m:e>
                                <m:sub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TW" sz="1200" b="0" i="1" dirty="0" smtClean="0">
                                          <a:latin typeface="Cambria Math" panose="02040503050406030204" pitchFamily="18" charset="0"/>
                                        </a:rPr>
                                        <m:t>−1</m:t>
                                      </m:r>
                                    </m:e>
                                  </m:d>
                                  <m:r>
                                    <a:rPr lang="en-US" altLang="zh-TW" sz="12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,</m:t>
                                  </m:r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TW" sz="1200" b="0" i="1" dirty="0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e>
                                  </m:d>
                                </m:sub>
                              </m:sSub>
                              <m:d>
                                <m:dPr>
                                  <m:ctrlPr>
                                    <a:rPr lang="en-US" altLang="zh-TW" sz="1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  <m:t>𝑞</m:t>
                                      </m:r>
                                    </m:e>
                                    <m:sub>
                                      <m: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  <m:t>∥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d>
                        </m:e>
                        <m:sup>
                          <m:r>
                            <a:rPr lang="en-US" altLang="zh-TW" sz="12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zh-TW" alt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76" name="矩形 75">
                <a:extLst>
                  <a:ext uri="{FF2B5EF4-FFF2-40B4-BE49-F238E27FC236}">
                    <a16:creationId xmlns:a16="http://schemas.microsoft.com/office/drawing/2014/main" id="{C870979C-3090-4CB2-8707-FD9D73101B9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6837" y="1228306"/>
                <a:ext cx="4110228" cy="544380"/>
              </a:xfrm>
              <a:prstGeom prst="rect">
                <a:avLst/>
              </a:prstGeom>
              <a:blipFill>
                <a:blip r:embed="rId2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5" name="文字方塊 84">
                <a:extLst>
                  <a:ext uri="{FF2B5EF4-FFF2-40B4-BE49-F238E27FC236}">
                    <a16:creationId xmlns:a16="http://schemas.microsoft.com/office/drawing/2014/main" id="{099A32F0-0B01-4AF9-B35F-866E4FE9E088}"/>
                  </a:ext>
                </a:extLst>
              </p:cNvPr>
              <p:cNvSpPr txBox="1"/>
              <p:nvPr/>
            </p:nvSpPr>
            <p:spPr>
              <a:xfrm>
                <a:off x="6994665" y="4501420"/>
                <a:ext cx="812954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600" i="1" smtClean="0">
                          <a:latin typeface="Cambria Math" panose="02040503050406030204" pitchFamily="18" charset="0"/>
                        </a:rPr>
                        <m:t>|</m:t>
                      </m:r>
                      <m:d>
                        <m:dPr>
                          <m:begChr m:val=""/>
                          <m:endChr m:val="⟩"/>
                          <m:ctrlPr>
                            <a:rPr lang="en-US" altLang="zh-TW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6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1, </m:t>
                          </m:r>
                          <m:r>
                            <a:rPr lang="en-US" altLang="zh-TW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d>
                    </m:oMath>
                  </m:oMathPara>
                </a14:m>
                <a:endParaRPr lang="zh-TW" altLang="en-US" sz="1600" dirty="0"/>
              </a:p>
            </p:txBody>
          </p:sp>
        </mc:Choice>
        <mc:Fallback>
          <p:sp>
            <p:nvSpPr>
              <p:cNvPr id="85" name="文字方塊 84">
                <a:extLst>
                  <a:ext uri="{FF2B5EF4-FFF2-40B4-BE49-F238E27FC236}">
                    <a16:creationId xmlns:a16="http://schemas.microsoft.com/office/drawing/2014/main" id="{099A32F0-0B01-4AF9-B35F-866E4FE9E0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94665" y="4501420"/>
                <a:ext cx="812954" cy="338554"/>
              </a:xfrm>
              <a:prstGeom prst="rect">
                <a:avLst/>
              </a:prstGeom>
              <a:blipFill>
                <a:blip r:embed="rId28"/>
                <a:stretch>
                  <a:fillRect t="-108929" r="-46269" b="-16785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6" name="文字方塊 85">
                <a:extLst>
                  <a:ext uri="{FF2B5EF4-FFF2-40B4-BE49-F238E27FC236}">
                    <a16:creationId xmlns:a16="http://schemas.microsoft.com/office/drawing/2014/main" id="{AA7CB70E-37B6-4052-9FA9-53FFB70148E3}"/>
                  </a:ext>
                </a:extLst>
              </p:cNvPr>
              <p:cNvSpPr txBox="1"/>
              <p:nvPr/>
            </p:nvSpPr>
            <p:spPr>
              <a:xfrm>
                <a:off x="6994665" y="2555828"/>
                <a:ext cx="812954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600" i="1" smtClean="0">
                          <a:latin typeface="Cambria Math" panose="02040503050406030204" pitchFamily="18" charset="0"/>
                        </a:rPr>
                        <m:t>|</m:t>
                      </m:r>
                      <m:d>
                        <m:dPr>
                          <m:begChr m:val=""/>
                          <m:endChr m:val="⟩"/>
                          <m:ctrlPr>
                            <a:rPr lang="en-US" altLang="zh-TW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1, </m:t>
                          </m:r>
                          <m:r>
                            <a:rPr lang="en-US" altLang="zh-TW" sz="16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</m:oMath>
                  </m:oMathPara>
                </a14:m>
                <a:endParaRPr lang="zh-TW" altLang="en-US" sz="1600" dirty="0"/>
              </a:p>
            </p:txBody>
          </p:sp>
        </mc:Choice>
        <mc:Fallback>
          <p:sp>
            <p:nvSpPr>
              <p:cNvPr id="86" name="文字方塊 85">
                <a:extLst>
                  <a:ext uri="{FF2B5EF4-FFF2-40B4-BE49-F238E27FC236}">
                    <a16:creationId xmlns:a16="http://schemas.microsoft.com/office/drawing/2014/main" id="{AA7CB70E-37B6-4052-9FA9-53FFB70148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94665" y="2555828"/>
                <a:ext cx="812954" cy="338554"/>
              </a:xfrm>
              <a:prstGeom prst="rect">
                <a:avLst/>
              </a:prstGeom>
              <a:blipFill>
                <a:blip r:embed="rId29"/>
                <a:stretch>
                  <a:fillRect t="-108929" r="-46269" b="-16785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87" name="群組 86">
            <a:extLst>
              <a:ext uri="{FF2B5EF4-FFF2-40B4-BE49-F238E27FC236}">
                <a16:creationId xmlns:a16="http://schemas.microsoft.com/office/drawing/2014/main" id="{FBA3779E-1047-453F-8AD2-481D912E490E}"/>
              </a:ext>
            </a:extLst>
          </p:cNvPr>
          <p:cNvGrpSpPr/>
          <p:nvPr/>
        </p:nvGrpSpPr>
        <p:grpSpPr>
          <a:xfrm>
            <a:off x="5161626" y="2464410"/>
            <a:ext cx="1084870" cy="1051517"/>
            <a:chOff x="6540846" y="1435710"/>
            <a:chExt cx="1084870" cy="1051517"/>
          </a:xfrm>
        </p:grpSpPr>
        <p:grpSp>
          <p:nvGrpSpPr>
            <p:cNvPr id="88" name="群組 87">
              <a:extLst>
                <a:ext uri="{FF2B5EF4-FFF2-40B4-BE49-F238E27FC236}">
                  <a16:creationId xmlns:a16="http://schemas.microsoft.com/office/drawing/2014/main" id="{73B75A2F-1D04-4FA0-AAE9-B5B3862985D4}"/>
                </a:ext>
              </a:extLst>
            </p:cNvPr>
            <p:cNvGrpSpPr/>
            <p:nvPr/>
          </p:nvGrpSpPr>
          <p:grpSpPr>
            <a:xfrm>
              <a:off x="7184183" y="1808686"/>
              <a:ext cx="115586" cy="110880"/>
              <a:chOff x="1373392" y="2391862"/>
              <a:chExt cx="479433" cy="476535"/>
            </a:xfrm>
          </p:grpSpPr>
          <p:sp>
            <p:nvSpPr>
              <p:cNvPr id="92" name="箭號: 向右 91">
                <a:extLst>
                  <a:ext uri="{FF2B5EF4-FFF2-40B4-BE49-F238E27FC236}">
                    <a16:creationId xmlns:a16="http://schemas.microsoft.com/office/drawing/2014/main" id="{01B9DC13-FF31-4E0A-A63B-91AD4AA6EACE}"/>
                  </a:ext>
                </a:extLst>
              </p:cNvPr>
              <p:cNvSpPr/>
              <p:nvPr/>
            </p:nvSpPr>
            <p:spPr>
              <a:xfrm>
                <a:off x="1411244" y="2735868"/>
                <a:ext cx="441581" cy="132529"/>
              </a:xfrm>
              <a:prstGeom prst="rightArrow">
                <a:avLst>
                  <a:gd name="adj1" fmla="val 50000"/>
                  <a:gd name="adj2" fmla="val 99023"/>
                </a:avLst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2000">
                  <a:solidFill>
                    <a:schemeClr val="tx1"/>
                  </a:solidFill>
                </a:endParaRPr>
              </a:p>
            </p:txBody>
          </p:sp>
          <p:sp>
            <p:nvSpPr>
              <p:cNvPr id="93" name="箭號: 向右 92">
                <a:extLst>
                  <a:ext uri="{FF2B5EF4-FFF2-40B4-BE49-F238E27FC236}">
                    <a16:creationId xmlns:a16="http://schemas.microsoft.com/office/drawing/2014/main" id="{CD8BCAB6-B424-4683-8CB0-DF68EE189FF4}"/>
                  </a:ext>
                </a:extLst>
              </p:cNvPr>
              <p:cNvSpPr/>
              <p:nvPr/>
            </p:nvSpPr>
            <p:spPr>
              <a:xfrm rot="16200000">
                <a:off x="1218866" y="2546388"/>
                <a:ext cx="441581" cy="132529"/>
              </a:xfrm>
              <a:prstGeom prst="rightArrow">
                <a:avLst>
                  <a:gd name="adj1" fmla="val 50000"/>
                  <a:gd name="adj2" fmla="val 99023"/>
                </a:avLst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2000" dirty="0">
                  <a:solidFill>
                    <a:schemeClr val="tx1"/>
                  </a:solidFill>
                </a:endParaRPr>
              </a:p>
            </p:txBody>
          </p:sp>
        </p:grp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89" name="文字方塊 88">
                  <a:extLst>
                    <a:ext uri="{FF2B5EF4-FFF2-40B4-BE49-F238E27FC236}">
                      <a16:creationId xmlns:a16="http://schemas.microsoft.com/office/drawing/2014/main" id="{E1121E79-32E1-4072-B8AE-3EFA59BD9BF0}"/>
                    </a:ext>
                  </a:extLst>
                </p:cNvPr>
                <p:cNvSpPr txBox="1"/>
                <p:nvPr/>
              </p:nvSpPr>
              <p:spPr>
                <a:xfrm>
                  <a:off x="7064306" y="1435710"/>
                  <a:ext cx="438402" cy="42428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</m:oMath>
                    </m:oMathPara>
                  </a14:m>
                  <a:endParaRPr lang="en-US" altLang="zh-TW" sz="2000" dirty="0"/>
                </a:p>
              </p:txBody>
            </p:sp>
          </mc:Choice>
          <mc:Fallback>
            <p:sp>
              <p:nvSpPr>
                <p:cNvPr id="89" name="文字方塊 88">
                  <a:extLst>
                    <a:ext uri="{FF2B5EF4-FFF2-40B4-BE49-F238E27FC236}">
                      <a16:creationId xmlns:a16="http://schemas.microsoft.com/office/drawing/2014/main" id="{E1121E79-32E1-4072-B8AE-3EFA59BD9BF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64306" y="1435710"/>
                  <a:ext cx="438402" cy="424283"/>
                </a:xfrm>
                <a:prstGeom prst="rect">
                  <a:avLst/>
                </a:prstGeom>
                <a:blipFill>
                  <a:blip r:embed="rId30"/>
                  <a:stretch>
                    <a:fillRect b="-5714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90" name="文字方塊 89">
                  <a:extLst>
                    <a:ext uri="{FF2B5EF4-FFF2-40B4-BE49-F238E27FC236}">
                      <a16:creationId xmlns:a16="http://schemas.microsoft.com/office/drawing/2014/main" id="{A7002E44-5832-473A-8E82-05F52BC31DF7}"/>
                    </a:ext>
                  </a:extLst>
                </p:cNvPr>
                <p:cNvSpPr txBox="1"/>
                <p:nvPr/>
              </p:nvSpPr>
              <p:spPr>
                <a:xfrm>
                  <a:off x="7237289" y="1713862"/>
                  <a:ext cx="388427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oMath>
                    </m:oMathPara>
                  </a14:m>
                  <a:endParaRPr lang="en-US" altLang="zh-TW" sz="2000" dirty="0"/>
                </a:p>
              </p:txBody>
            </p:sp>
          </mc:Choice>
          <mc:Fallback>
            <p:sp>
              <p:nvSpPr>
                <p:cNvPr id="90" name="文字方塊 89">
                  <a:extLst>
                    <a:ext uri="{FF2B5EF4-FFF2-40B4-BE49-F238E27FC236}">
                      <a16:creationId xmlns:a16="http://schemas.microsoft.com/office/drawing/2014/main" id="{A7002E44-5832-473A-8E82-05F52BC31DF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237289" y="1713862"/>
                  <a:ext cx="388427" cy="400110"/>
                </a:xfrm>
                <a:prstGeom prst="rect">
                  <a:avLst/>
                </a:prstGeom>
                <a:blipFill>
                  <a:blip r:embed="rId31"/>
                  <a:stretch>
                    <a:fillRect b="-6061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91" name="文字方塊 90">
                  <a:extLst>
                    <a:ext uri="{FF2B5EF4-FFF2-40B4-BE49-F238E27FC236}">
                      <a16:creationId xmlns:a16="http://schemas.microsoft.com/office/drawing/2014/main" id="{8DD209CE-BAC5-4374-8353-3F120DE798CD}"/>
                    </a:ext>
                  </a:extLst>
                </p:cNvPr>
                <p:cNvSpPr txBox="1"/>
                <p:nvPr/>
              </p:nvSpPr>
              <p:spPr>
                <a:xfrm>
                  <a:off x="6540846" y="2148673"/>
                  <a:ext cx="652306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600" i="1">
                                <a:latin typeface="Cambria Math" panose="02040503050406030204" pitchFamily="18" charset="0"/>
                              </a:rPr>
                              <m:t>0.1</m:t>
                            </m:r>
                            <m:r>
                              <a:rPr lang="en-US" altLang="zh-TW" sz="1600" i="1"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b>
                            <m:r>
                              <a:rPr lang="en-US" altLang="zh-TW" sz="1600" i="1">
                                <a:latin typeface="Cambria Math" panose="02040503050406030204" pitchFamily="18" charset="0"/>
                              </a:rPr>
                              <m:t>𝑐</m:t>
                            </m:r>
                          </m:sub>
                        </m:sSub>
                      </m:oMath>
                    </m:oMathPara>
                  </a14:m>
                  <a:endParaRPr lang="en-US" altLang="zh-TW" sz="1600" dirty="0"/>
                </a:p>
              </p:txBody>
            </p:sp>
          </mc:Choice>
          <mc:Fallback>
            <p:sp>
              <p:nvSpPr>
                <p:cNvPr id="91" name="文字方塊 90">
                  <a:extLst>
                    <a:ext uri="{FF2B5EF4-FFF2-40B4-BE49-F238E27FC236}">
                      <a16:creationId xmlns:a16="http://schemas.microsoft.com/office/drawing/2014/main" id="{8DD209CE-BAC5-4374-8353-3F120DE798C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540846" y="2148673"/>
                  <a:ext cx="652306" cy="338554"/>
                </a:xfrm>
                <a:prstGeom prst="rect">
                  <a:avLst/>
                </a:prstGeom>
                <a:blipFill>
                  <a:blip r:embed="rId32"/>
                  <a:stretch>
                    <a:fillRect b="-5357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94" name="文字方塊 93">
                <a:extLst>
                  <a:ext uri="{FF2B5EF4-FFF2-40B4-BE49-F238E27FC236}">
                    <a16:creationId xmlns:a16="http://schemas.microsoft.com/office/drawing/2014/main" id="{9F833FFB-5F64-4648-9874-13E71860EA45}"/>
                  </a:ext>
                </a:extLst>
              </p:cNvPr>
              <p:cNvSpPr txBox="1"/>
              <p:nvPr/>
            </p:nvSpPr>
            <p:spPr>
              <a:xfrm>
                <a:off x="5301973" y="3661849"/>
                <a:ext cx="1150186" cy="3231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5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0, 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500" dirty="0"/>
              </a:p>
            </p:txBody>
          </p:sp>
        </mc:Choice>
        <mc:Fallback>
          <p:sp>
            <p:nvSpPr>
              <p:cNvPr id="94" name="文字方塊 93">
                <a:extLst>
                  <a:ext uri="{FF2B5EF4-FFF2-40B4-BE49-F238E27FC236}">
                    <a16:creationId xmlns:a16="http://schemas.microsoft.com/office/drawing/2014/main" id="{9F833FFB-5F64-4648-9874-13E71860EA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01973" y="3661849"/>
                <a:ext cx="1150186" cy="323165"/>
              </a:xfrm>
              <a:prstGeom prst="rect">
                <a:avLst/>
              </a:prstGeom>
              <a:blipFill>
                <a:blip r:embed="rId33"/>
                <a:stretch>
                  <a:fillRect b="-943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5" name="文字方塊 94">
                <a:extLst>
                  <a:ext uri="{FF2B5EF4-FFF2-40B4-BE49-F238E27FC236}">
                    <a16:creationId xmlns:a16="http://schemas.microsoft.com/office/drawing/2014/main" id="{DC938E8C-C3AB-48E4-B7F6-809C10706517}"/>
                  </a:ext>
                </a:extLst>
              </p:cNvPr>
              <p:cNvSpPr txBox="1"/>
              <p:nvPr/>
            </p:nvSpPr>
            <p:spPr>
              <a:xfrm>
                <a:off x="8331357" y="1959160"/>
                <a:ext cx="1150186" cy="3231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5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500" dirty="0"/>
              </a:p>
            </p:txBody>
          </p:sp>
        </mc:Choice>
        <mc:Fallback>
          <p:sp>
            <p:nvSpPr>
              <p:cNvPr id="95" name="文字方塊 94">
                <a:extLst>
                  <a:ext uri="{FF2B5EF4-FFF2-40B4-BE49-F238E27FC236}">
                    <a16:creationId xmlns:a16="http://schemas.microsoft.com/office/drawing/2014/main" id="{DC938E8C-C3AB-48E4-B7F6-809C107065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31357" y="1959160"/>
                <a:ext cx="1150186" cy="323165"/>
              </a:xfrm>
              <a:prstGeom prst="rect">
                <a:avLst/>
              </a:prstGeom>
              <a:blipFill>
                <a:blip r:embed="rId34"/>
                <a:stretch>
                  <a:fillRect b="-1132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7" name="Oval 14">
            <a:extLst>
              <a:ext uri="{FF2B5EF4-FFF2-40B4-BE49-F238E27FC236}">
                <a16:creationId xmlns:a16="http://schemas.microsoft.com/office/drawing/2014/main" id="{C792C8F8-F5A1-4346-A88D-7F9D1E94E13F}"/>
              </a:ext>
            </a:extLst>
          </p:cNvPr>
          <p:cNvSpPr/>
          <p:nvPr/>
        </p:nvSpPr>
        <p:spPr>
          <a:xfrm>
            <a:off x="7317889" y="2852108"/>
            <a:ext cx="162450" cy="168277"/>
          </a:xfrm>
          <a:prstGeom prst="ellipse">
            <a:avLst/>
          </a:prstGeom>
          <a:gradFill flip="none" rotWithShape="1">
            <a:gsLst>
              <a:gs pos="0">
                <a:srgbClr val="D1D1D1"/>
              </a:gs>
              <a:gs pos="23000">
                <a:schemeClr val="bg1">
                  <a:lumMod val="85000"/>
                </a:schemeClr>
              </a:gs>
              <a:gs pos="69000">
                <a:schemeClr val="accent3">
                  <a:lumMod val="75000"/>
                </a:schemeClr>
              </a:gs>
              <a:gs pos="97000">
                <a:schemeClr val="accent3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/>
          </a:p>
        </p:txBody>
      </p:sp>
      <p:sp>
        <p:nvSpPr>
          <p:cNvPr id="98" name="Oval 4">
            <a:extLst>
              <a:ext uri="{FF2B5EF4-FFF2-40B4-BE49-F238E27FC236}">
                <a16:creationId xmlns:a16="http://schemas.microsoft.com/office/drawing/2014/main" id="{1161E5E1-348D-4C00-96CB-60132C7FE9FF}"/>
              </a:ext>
            </a:extLst>
          </p:cNvPr>
          <p:cNvSpPr/>
          <p:nvPr/>
        </p:nvSpPr>
        <p:spPr>
          <a:xfrm>
            <a:off x="6679308" y="2936246"/>
            <a:ext cx="1443999" cy="1495797"/>
          </a:xfrm>
          <a:prstGeom prst="ellipse">
            <a:avLst/>
          </a:prstGeom>
          <a:gradFill flip="none" rotWithShape="1">
            <a:gsLst>
              <a:gs pos="100000">
                <a:schemeClr val="accent3">
                  <a:lumMod val="60000"/>
                  <a:lumOff val="40000"/>
                  <a:alpha val="60000"/>
                </a:schemeClr>
              </a:gs>
              <a:gs pos="55000">
                <a:schemeClr val="accent3">
                  <a:lumMod val="40000"/>
                  <a:lumOff val="60000"/>
                  <a:alpha val="60000"/>
                </a:schemeClr>
              </a:gs>
              <a:gs pos="0">
                <a:schemeClr val="bg1">
                  <a:alpha val="6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 w="57150">
            <a:solidFill>
              <a:srgbClr val="D5D7D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99" name="Oval 15">
            <a:extLst>
              <a:ext uri="{FF2B5EF4-FFF2-40B4-BE49-F238E27FC236}">
                <a16:creationId xmlns:a16="http://schemas.microsoft.com/office/drawing/2014/main" id="{CD21E48B-83A0-4C4D-91C7-C97D37D3EA63}"/>
              </a:ext>
            </a:extLst>
          </p:cNvPr>
          <p:cNvSpPr/>
          <p:nvPr/>
        </p:nvSpPr>
        <p:spPr>
          <a:xfrm>
            <a:off x="7317889" y="4347065"/>
            <a:ext cx="162450" cy="168277"/>
          </a:xfrm>
          <a:prstGeom prst="ellipse">
            <a:avLst/>
          </a:prstGeom>
          <a:gradFill flip="none" rotWithShape="1">
            <a:gsLst>
              <a:gs pos="17000">
                <a:srgbClr val="D1D1D1"/>
              </a:gs>
              <a:gs pos="0">
                <a:schemeClr val="bg1">
                  <a:lumMod val="85000"/>
                </a:schemeClr>
              </a:gs>
              <a:gs pos="60000">
                <a:schemeClr val="accent3">
                  <a:lumMod val="75000"/>
                </a:schemeClr>
              </a:gs>
              <a:gs pos="97000">
                <a:schemeClr val="accent3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100" name="SHO">
            <a:extLst>
              <a:ext uri="{FF2B5EF4-FFF2-40B4-BE49-F238E27FC236}">
                <a16:creationId xmlns:a16="http://schemas.microsoft.com/office/drawing/2014/main" id="{3848DF2B-55FE-4349-BF7F-BBBF41F2D8F5}"/>
              </a:ext>
            </a:extLst>
          </p:cNvPr>
          <p:cNvSpPr/>
          <p:nvPr/>
        </p:nvSpPr>
        <p:spPr>
          <a:xfrm rot="16200000">
            <a:off x="7087769" y="2962645"/>
            <a:ext cx="622693" cy="1443999"/>
          </a:xfrm>
          <a:prstGeom prst="arc">
            <a:avLst>
              <a:gd name="adj1" fmla="val 5396867"/>
              <a:gd name="adj2" fmla="val 5395779"/>
            </a:avLst>
          </a:prstGeom>
          <a:gradFill flip="none" rotWithShape="1">
            <a:gsLst>
              <a:gs pos="0">
                <a:schemeClr val="bg1">
                  <a:lumMod val="65000"/>
                </a:schemeClr>
              </a:gs>
              <a:gs pos="47000">
                <a:schemeClr val="bg1">
                  <a:lumMod val="50000"/>
                </a:schemeClr>
              </a:gs>
              <a:gs pos="97000">
                <a:srgbClr val="5E5E5E"/>
              </a:gs>
            </a:gsLst>
            <a:path path="circle">
              <a:fillToRect l="50000" t="50000" r="50000" b="50000"/>
            </a:path>
            <a:tileRect/>
          </a:gradFill>
          <a:ln w="31750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101" name="SVO">
            <a:extLst>
              <a:ext uri="{FF2B5EF4-FFF2-40B4-BE49-F238E27FC236}">
                <a16:creationId xmlns:a16="http://schemas.microsoft.com/office/drawing/2014/main" id="{1CA46005-F0D4-4C5F-B9D1-EA636F9BE340}"/>
              </a:ext>
            </a:extLst>
          </p:cNvPr>
          <p:cNvSpPr/>
          <p:nvPr/>
        </p:nvSpPr>
        <p:spPr>
          <a:xfrm>
            <a:off x="7037215" y="2936747"/>
            <a:ext cx="722000" cy="1495797"/>
          </a:xfrm>
          <a:prstGeom prst="ellipse">
            <a:avLst/>
          </a:prstGeom>
          <a:noFill/>
          <a:ln w="25400">
            <a:solidFill>
              <a:schemeClr val="bg1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102" name="Oval 6">
            <a:extLst>
              <a:ext uri="{FF2B5EF4-FFF2-40B4-BE49-F238E27FC236}">
                <a16:creationId xmlns:a16="http://schemas.microsoft.com/office/drawing/2014/main" id="{3099A17A-01CD-43D1-AD76-F4E1B906B7DA}"/>
              </a:ext>
            </a:extLst>
          </p:cNvPr>
          <p:cNvSpPr/>
          <p:nvPr/>
        </p:nvSpPr>
        <p:spPr>
          <a:xfrm rot="16200000">
            <a:off x="7087769" y="2962645"/>
            <a:ext cx="622693" cy="1443999"/>
          </a:xfrm>
          <a:prstGeom prst="ellipse">
            <a:avLst/>
          </a:prstGeom>
          <a:noFill/>
          <a:ln w="38100">
            <a:solidFill>
              <a:schemeClr val="tx1">
                <a:alpha val="6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3" name="TextBox 11">
                <a:extLst>
                  <a:ext uri="{FF2B5EF4-FFF2-40B4-BE49-F238E27FC236}">
                    <a16:creationId xmlns:a16="http://schemas.microsoft.com/office/drawing/2014/main" id="{E801AE61-5DB2-4DAD-A03E-D5FEDCEEF615}"/>
                  </a:ext>
                </a:extLst>
              </p:cNvPr>
              <p:cNvSpPr txBox="1"/>
              <p:nvPr/>
            </p:nvSpPr>
            <p:spPr>
              <a:xfrm>
                <a:off x="6849417" y="3506293"/>
                <a:ext cx="176928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>
          <p:sp>
            <p:nvSpPr>
              <p:cNvPr id="103" name="TextBox 11">
                <a:extLst>
                  <a:ext uri="{FF2B5EF4-FFF2-40B4-BE49-F238E27FC236}">
                    <a16:creationId xmlns:a16="http://schemas.microsoft.com/office/drawing/2014/main" id="{E801AE61-5DB2-4DAD-A03E-D5FEDCEEF6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49417" y="3506293"/>
                <a:ext cx="176928" cy="338554"/>
              </a:xfrm>
              <a:prstGeom prst="rect">
                <a:avLst/>
              </a:prstGeom>
              <a:blipFill>
                <a:blip r:embed="rId35"/>
                <a:stretch>
                  <a:fillRect r="-4137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4" name="Oval 22">
            <a:extLst>
              <a:ext uri="{FF2B5EF4-FFF2-40B4-BE49-F238E27FC236}">
                <a16:creationId xmlns:a16="http://schemas.microsoft.com/office/drawing/2014/main" id="{3FDC66FD-EBCB-4629-94C9-A3582FBBA81C}"/>
              </a:ext>
            </a:extLst>
          </p:cNvPr>
          <p:cNvSpPr/>
          <p:nvPr/>
        </p:nvSpPr>
        <p:spPr>
          <a:xfrm>
            <a:off x="7316943" y="4347065"/>
            <a:ext cx="162450" cy="168277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5" name="TextBox 12">
                <a:extLst>
                  <a:ext uri="{FF2B5EF4-FFF2-40B4-BE49-F238E27FC236}">
                    <a16:creationId xmlns:a16="http://schemas.microsoft.com/office/drawing/2014/main" id="{1A70A5D4-FC51-48EC-99C5-9215A09E6C44}"/>
                  </a:ext>
                </a:extLst>
              </p:cNvPr>
              <p:cNvSpPr txBox="1"/>
              <p:nvPr/>
            </p:nvSpPr>
            <p:spPr>
              <a:xfrm>
                <a:off x="7504340" y="3601690"/>
                <a:ext cx="176928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>
          <p:sp>
            <p:nvSpPr>
              <p:cNvPr id="105" name="TextBox 12">
                <a:extLst>
                  <a:ext uri="{FF2B5EF4-FFF2-40B4-BE49-F238E27FC236}">
                    <a16:creationId xmlns:a16="http://schemas.microsoft.com/office/drawing/2014/main" id="{1A70A5D4-FC51-48EC-99C5-9215A09E6C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04340" y="3601690"/>
                <a:ext cx="176928" cy="338554"/>
              </a:xfrm>
              <a:prstGeom prst="rect">
                <a:avLst/>
              </a:prstGeom>
              <a:blipFill>
                <a:blip r:embed="rId36"/>
                <a:stretch>
                  <a:fillRect r="-55172" b="-363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6" name="TextBox 13">
                <a:extLst>
                  <a:ext uri="{FF2B5EF4-FFF2-40B4-BE49-F238E27FC236}">
                    <a16:creationId xmlns:a16="http://schemas.microsoft.com/office/drawing/2014/main" id="{BFF6C3B1-5F8A-4A90-9578-E86E1E569BFB}"/>
                  </a:ext>
                </a:extLst>
              </p:cNvPr>
              <p:cNvSpPr txBox="1"/>
              <p:nvPr/>
            </p:nvSpPr>
            <p:spPr>
              <a:xfrm>
                <a:off x="7260216" y="2971948"/>
                <a:ext cx="256967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>
                          <a:latin typeface="Cambria Math" panose="02040503050406030204" pitchFamily="18" charset="0"/>
                        </a:rPr>
                        <m:t>𝑧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>
          <p:sp>
            <p:nvSpPr>
              <p:cNvPr id="106" name="TextBox 13">
                <a:extLst>
                  <a:ext uri="{FF2B5EF4-FFF2-40B4-BE49-F238E27FC236}">
                    <a16:creationId xmlns:a16="http://schemas.microsoft.com/office/drawing/2014/main" id="{BFF6C3B1-5F8A-4A90-9578-E86E1E569B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60216" y="2971948"/>
                <a:ext cx="256967" cy="338554"/>
              </a:xfrm>
              <a:prstGeom prst="rect">
                <a:avLst/>
              </a:prstGeom>
              <a:blipFill>
                <a:blip r:embed="rId3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7" name="DVO">
            <a:extLst>
              <a:ext uri="{FF2B5EF4-FFF2-40B4-BE49-F238E27FC236}">
                <a16:creationId xmlns:a16="http://schemas.microsoft.com/office/drawing/2014/main" id="{F4A5838B-CA09-4D16-B628-ED6F380DEEB3}"/>
              </a:ext>
            </a:extLst>
          </p:cNvPr>
          <p:cNvSpPr/>
          <p:nvPr/>
        </p:nvSpPr>
        <p:spPr>
          <a:xfrm flipH="1">
            <a:off x="7037215" y="2936747"/>
            <a:ext cx="722000" cy="1495797"/>
          </a:xfrm>
          <a:prstGeom prst="arc">
            <a:avLst>
              <a:gd name="adj1" fmla="val 5396867"/>
              <a:gd name="adj2" fmla="val 16170484"/>
            </a:avLst>
          </a:prstGeom>
          <a:ln w="254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108" name="Oval 23">
            <a:extLst>
              <a:ext uri="{FF2B5EF4-FFF2-40B4-BE49-F238E27FC236}">
                <a16:creationId xmlns:a16="http://schemas.microsoft.com/office/drawing/2014/main" id="{3F446388-16C1-41E0-A6F5-CB74045B1CFB}"/>
              </a:ext>
            </a:extLst>
          </p:cNvPr>
          <p:cNvSpPr/>
          <p:nvPr/>
        </p:nvSpPr>
        <p:spPr>
          <a:xfrm>
            <a:off x="8039799" y="3600507"/>
            <a:ext cx="162450" cy="168277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cxnSp>
        <p:nvCxnSpPr>
          <p:cNvPr id="109" name="Straight Arrow Connector 7">
            <a:extLst>
              <a:ext uri="{FF2B5EF4-FFF2-40B4-BE49-F238E27FC236}">
                <a16:creationId xmlns:a16="http://schemas.microsoft.com/office/drawing/2014/main" id="{12AD31FD-140E-43BC-9C33-67F14CBAAAF9}"/>
              </a:ext>
            </a:extLst>
          </p:cNvPr>
          <p:cNvCxnSpPr>
            <a:cxnSpLocks/>
          </p:cNvCxnSpPr>
          <p:nvPr/>
        </p:nvCxnSpPr>
        <p:spPr>
          <a:xfrm flipV="1">
            <a:off x="7395184" y="3236563"/>
            <a:ext cx="1697" cy="445890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Straight Arrow Connector 19">
            <a:extLst>
              <a:ext uri="{FF2B5EF4-FFF2-40B4-BE49-F238E27FC236}">
                <a16:creationId xmlns:a16="http://schemas.microsoft.com/office/drawing/2014/main" id="{3788410B-223D-4EB0-8363-7DC6EA87EE33}"/>
              </a:ext>
            </a:extLst>
          </p:cNvPr>
          <p:cNvCxnSpPr>
            <a:cxnSpLocks/>
          </p:cNvCxnSpPr>
          <p:nvPr/>
        </p:nvCxnSpPr>
        <p:spPr>
          <a:xfrm>
            <a:off x="7398168" y="3680269"/>
            <a:ext cx="195802" cy="156763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Straight Arrow Connector 18">
            <a:extLst>
              <a:ext uri="{FF2B5EF4-FFF2-40B4-BE49-F238E27FC236}">
                <a16:creationId xmlns:a16="http://schemas.microsoft.com/office/drawing/2014/main" id="{D1AB6121-23AB-43D1-8CC0-4EBD8696287C}"/>
              </a:ext>
            </a:extLst>
          </p:cNvPr>
          <p:cNvCxnSpPr>
            <a:cxnSpLocks/>
          </p:cNvCxnSpPr>
          <p:nvPr/>
        </p:nvCxnSpPr>
        <p:spPr>
          <a:xfrm rot="16200000" flipH="1" flipV="1">
            <a:off x="7226846" y="3508793"/>
            <a:ext cx="0" cy="342950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2" name="Oval 20">
            <a:extLst>
              <a:ext uri="{FF2B5EF4-FFF2-40B4-BE49-F238E27FC236}">
                <a16:creationId xmlns:a16="http://schemas.microsoft.com/office/drawing/2014/main" id="{339C1E17-AD2C-4214-982D-2E382A43FA80}"/>
              </a:ext>
            </a:extLst>
          </p:cNvPr>
          <p:cNvSpPr/>
          <p:nvPr/>
        </p:nvSpPr>
        <p:spPr>
          <a:xfrm>
            <a:off x="6595635" y="3600507"/>
            <a:ext cx="162450" cy="168277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113" name="Oval 22">
            <a:extLst>
              <a:ext uri="{FF2B5EF4-FFF2-40B4-BE49-F238E27FC236}">
                <a16:creationId xmlns:a16="http://schemas.microsoft.com/office/drawing/2014/main" id="{2DD84A9E-2F96-48A6-A989-045ED0FB5641}"/>
              </a:ext>
            </a:extLst>
          </p:cNvPr>
          <p:cNvSpPr/>
          <p:nvPr/>
        </p:nvSpPr>
        <p:spPr>
          <a:xfrm>
            <a:off x="7318125" y="2844234"/>
            <a:ext cx="162450" cy="168277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/>
          </a:p>
        </p:txBody>
      </p:sp>
      <p:sp>
        <p:nvSpPr>
          <p:cNvPr id="114" name="Partial Circle 9">
            <a:extLst>
              <a:ext uri="{FF2B5EF4-FFF2-40B4-BE49-F238E27FC236}">
                <a16:creationId xmlns:a16="http://schemas.microsoft.com/office/drawing/2014/main" id="{07F6D1C8-03D3-47CC-8D62-6FBCE6D38333}"/>
              </a:ext>
            </a:extLst>
          </p:cNvPr>
          <p:cNvSpPr>
            <a:spLocks noChangeAspect="1"/>
          </p:cNvSpPr>
          <p:nvPr/>
        </p:nvSpPr>
        <p:spPr>
          <a:xfrm rot="16200000" flipH="1">
            <a:off x="7334286" y="3585381"/>
            <a:ext cx="102407" cy="197721"/>
          </a:xfrm>
          <a:prstGeom prst="pie">
            <a:avLst>
              <a:gd name="adj1" fmla="val 16258856"/>
              <a:gd name="adj2" fmla="val 19252600"/>
            </a:avLst>
          </a:prstGeom>
          <a:gradFill flip="none" rotWithShape="1">
            <a:gsLst>
              <a:gs pos="0">
                <a:schemeClr val="tx1"/>
              </a:gs>
              <a:gs pos="50000">
                <a:schemeClr val="tx1">
                  <a:lumMod val="50000"/>
                  <a:lumOff val="50000"/>
                </a:schemeClr>
              </a:gs>
              <a:gs pos="100000">
                <a:schemeClr val="bg1">
                  <a:lumMod val="50000"/>
                </a:schemeClr>
              </a:gs>
            </a:gsLst>
            <a:lin ang="2700000" scaled="1"/>
            <a:tileRect/>
          </a:gra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5" name="TextBox 10">
                <a:extLst>
                  <a:ext uri="{FF2B5EF4-FFF2-40B4-BE49-F238E27FC236}">
                    <a16:creationId xmlns:a16="http://schemas.microsoft.com/office/drawing/2014/main" id="{EB3AD3E6-562D-4410-B7A5-6AA07A53FD87}"/>
                  </a:ext>
                </a:extLst>
              </p:cNvPr>
              <p:cNvSpPr txBox="1"/>
              <p:nvPr/>
            </p:nvSpPr>
            <p:spPr>
              <a:xfrm>
                <a:off x="6970268" y="3620427"/>
                <a:ext cx="315234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>
                          <a:latin typeface="Cambria Math" panose="02040503050406030204" pitchFamily="18" charset="0"/>
                        </a:rPr>
                        <m:t>𝛼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>
          <p:sp>
            <p:nvSpPr>
              <p:cNvPr id="115" name="TextBox 10">
                <a:extLst>
                  <a:ext uri="{FF2B5EF4-FFF2-40B4-BE49-F238E27FC236}">
                    <a16:creationId xmlns:a16="http://schemas.microsoft.com/office/drawing/2014/main" id="{EB3AD3E6-562D-4410-B7A5-6AA07A53FD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70268" y="3620427"/>
                <a:ext cx="315234" cy="338554"/>
              </a:xfrm>
              <a:prstGeom prst="rect">
                <a:avLst/>
              </a:prstGeom>
              <a:blipFill>
                <a:blip r:embed="rId3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6" name="Straight Arrow Connector 17">
            <a:extLst>
              <a:ext uri="{FF2B5EF4-FFF2-40B4-BE49-F238E27FC236}">
                <a16:creationId xmlns:a16="http://schemas.microsoft.com/office/drawing/2014/main" id="{63D8A9EF-8073-459E-A82A-CC4F7181FDD5}"/>
              </a:ext>
            </a:extLst>
          </p:cNvPr>
          <p:cNvCxnSpPr>
            <a:cxnSpLocks/>
          </p:cNvCxnSpPr>
          <p:nvPr/>
        </p:nvCxnSpPr>
        <p:spPr>
          <a:xfrm flipH="1">
            <a:off x="7177537" y="3685449"/>
            <a:ext cx="221585" cy="286539"/>
          </a:xfrm>
          <a:prstGeom prst="straightConnector1">
            <a:avLst/>
          </a:prstGeom>
          <a:ln w="38100">
            <a:solidFill>
              <a:schemeClr val="tx1"/>
            </a:solidFill>
            <a:tailEnd type="stealth" w="lg" len="lg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17" name="Partial Circle 9">
            <a:extLst>
              <a:ext uri="{FF2B5EF4-FFF2-40B4-BE49-F238E27FC236}">
                <a16:creationId xmlns:a16="http://schemas.microsoft.com/office/drawing/2014/main" id="{D38C7BDA-C899-47F0-9E03-0C1CD732D458}"/>
              </a:ext>
            </a:extLst>
          </p:cNvPr>
          <p:cNvSpPr>
            <a:spLocks noChangeAspect="1"/>
          </p:cNvSpPr>
          <p:nvPr/>
        </p:nvSpPr>
        <p:spPr>
          <a:xfrm>
            <a:off x="7321561" y="3548156"/>
            <a:ext cx="149214" cy="301366"/>
          </a:xfrm>
          <a:prstGeom prst="pie">
            <a:avLst>
              <a:gd name="adj1" fmla="val 16258856"/>
              <a:gd name="adj2" fmla="val 19252600"/>
            </a:avLst>
          </a:prstGeom>
          <a:gradFill flip="none" rotWithShape="1">
            <a:gsLst>
              <a:gs pos="0">
                <a:schemeClr val="tx1"/>
              </a:gs>
              <a:gs pos="50000">
                <a:schemeClr val="tx1">
                  <a:lumMod val="50000"/>
                  <a:lumOff val="50000"/>
                </a:schemeClr>
              </a:gs>
              <a:gs pos="100000">
                <a:schemeClr val="bg1">
                  <a:lumMod val="50000"/>
                </a:schemeClr>
              </a:gs>
            </a:gsLst>
            <a:lin ang="2700000" scaled="1"/>
            <a:tileRect/>
          </a:gra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8" name="TextBox 10">
                <a:extLst>
                  <a:ext uri="{FF2B5EF4-FFF2-40B4-BE49-F238E27FC236}">
                    <a16:creationId xmlns:a16="http://schemas.microsoft.com/office/drawing/2014/main" id="{AF384DFE-317D-411B-8158-15DC48325007}"/>
                  </a:ext>
                </a:extLst>
              </p:cNvPr>
              <p:cNvSpPr txBox="1"/>
              <p:nvPr/>
            </p:nvSpPr>
            <p:spPr>
              <a:xfrm>
                <a:off x="7361340" y="3300009"/>
                <a:ext cx="297046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>
                          <a:latin typeface="Cambria Math" panose="02040503050406030204" pitchFamily="18" charset="0"/>
                        </a:rPr>
                        <m:t>𝛽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>
          <p:sp>
            <p:nvSpPr>
              <p:cNvPr id="118" name="TextBox 10">
                <a:extLst>
                  <a:ext uri="{FF2B5EF4-FFF2-40B4-BE49-F238E27FC236}">
                    <a16:creationId xmlns:a16="http://schemas.microsoft.com/office/drawing/2014/main" id="{AF384DFE-317D-411B-8158-15DC483250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61340" y="3300009"/>
                <a:ext cx="297046" cy="338554"/>
              </a:xfrm>
              <a:prstGeom prst="rect">
                <a:avLst/>
              </a:prstGeom>
              <a:blipFill>
                <a:blip r:embed="rId39"/>
                <a:stretch>
                  <a:fillRect l="-2083" r="-4167" b="-892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9" name="Straight Arrow Connector 17">
            <a:extLst>
              <a:ext uri="{FF2B5EF4-FFF2-40B4-BE49-F238E27FC236}">
                <a16:creationId xmlns:a16="http://schemas.microsoft.com/office/drawing/2014/main" id="{ED357596-3058-481A-9C77-29D05525CCBF}"/>
              </a:ext>
            </a:extLst>
          </p:cNvPr>
          <p:cNvCxnSpPr>
            <a:cxnSpLocks/>
          </p:cNvCxnSpPr>
          <p:nvPr/>
        </p:nvCxnSpPr>
        <p:spPr>
          <a:xfrm flipV="1">
            <a:off x="7391035" y="3239724"/>
            <a:ext cx="571923" cy="449644"/>
          </a:xfrm>
          <a:prstGeom prst="straightConnector1">
            <a:avLst/>
          </a:prstGeom>
          <a:ln w="38100">
            <a:solidFill>
              <a:schemeClr val="tx1"/>
            </a:solidFill>
            <a:tailEnd type="stealth" w="lg" len="lg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20" name="Oval 23">
            <a:extLst>
              <a:ext uri="{FF2B5EF4-FFF2-40B4-BE49-F238E27FC236}">
                <a16:creationId xmlns:a16="http://schemas.microsoft.com/office/drawing/2014/main" id="{AE2EB9F6-FEB7-4BDA-89B4-59D144B9FEC8}"/>
              </a:ext>
            </a:extLst>
          </p:cNvPr>
          <p:cNvSpPr/>
          <p:nvPr/>
        </p:nvSpPr>
        <p:spPr>
          <a:xfrm>
            <a:off x="7651126" y="3860498"/>
            <a:ext cx="162450" cy="168277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121" name="Oval 23">
            <a:extLst>
              <a:ext uri="{FF2B5EF4-FFF2-40B4-BE49-F238E27FC236}">
                <a16:creationId xmlns:a16="http://schemas.microsoft.com/office/drawing/2014/main" id="{07FB923C-57EF-47F0-A841-B2081B120CCC}"/>
              </a:ext>
            </a:extLst>
          </p:cNvPr>
          <p:cNvSpPr/>
          <p:nvPr/>
        </p:nvSpPr>
        <p:spPr>
          <a:xfrm>
            <a:off x="6965326" y="3327098"/>
            <a:ext cx="162450" cy="168277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2" name="文字方塊 121">
                <a:extLst>
                  <a:ext uri="{FF2B5EF4-FFF2-40B4-BE49-F238E27FC236}">
                    <a16:creationId xmlns:a16="http://schemas.microsoft.com/office/drawing/2014/main" id="{9D751A86-6BE3-44BD-B4BA-CAC6241AA205}"/>
                  </a:ext>
                </a:extLst>
              </p:cNvPr>
              <p:cNvSpPr txBox="1"/>
              <p:nvPr/>
            </p:nvSpPr>
            <p:spPr>
              <a:xfrm>
                <a:off x="8312755" y="3661849"/>
                <a:ext cx="1150186" cy="3231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5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500" b="0" i="1" smtClean="0">
                              <a:latin typeface="Cambria Math" panose="02040503050406030204" pitchFamily="18" charset="0"/>
                            </a:rPr>
                            <m:t>/2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500" dirty="0"/>
              </a:p>
            </p:txBody>
          </p:sp>
        </mc:Choice>
        <mc:Fallback>
          <p:sp>
            <p:nvSpPr>
              <p:cNvPr id="122" name="文字方塊 121">
                <a:extLst>
                  <a:ext uri="{FF2B5EF4-FFF2-40B4-BE49-F238E27FC236}">
                    <a16:creationId xmlns:a16="http://schemas.microsoft.com/office/drawing/2014/main" id="{9D751A86-6BE3-44BD-B4BA-CAC6241AA2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12755" y="3661849"/>
                <a:ext cx="1150186" cy="323165"/>
              </a:xfrm>
              <a:prstGeom prst="rect">
                <a:avLst/>
              </a:prstGeom>
              <a:blipFill>
                <a:blip r:embed="rId40"/>
                <a:stretch>
                  <a:fillRect b="-943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3" name="文字方塊 122">
                <a:extLst>
                  <a:ext uri="{FF2B5EF4-FFF2-40B4-BE49-F238E27FC236}">
                    <a16:creationId xmlns:a16="http://schemas.microsoft.com/office/drawing/2014/main" id="{2F30B219-A902-431A-A147-CC91B9E2C4A3}"/>
                  </a:ext>
                </a:extLst>
              </p:cNvPr>
              <p:cNvSpPr txBox="1"/>
              <p:nvPr/>
            </p:nvSpPr>
            <p:spPr>
              <a:xfrm>
                <a:off x="4879202" y="1974400"/>
                <a:ext cx="1936090" cy="3231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5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𝛼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</m:d>
                      <m:r>
                        <a:rPr lang="en-US" altLang="zh-TW" sz="1500" i="1">
                          <a:latin typeface="Cambria Math" panose="02040503050406030204" pitchFamily="18" charset="0"/>
                        </a:rPr>
                        <m:t>= </m:t>
                      </m:r>
                      <m:d>
                        <m:dPr>
                          <m:ctrlPr>
                            <a:rPr lang="en-US" altLang="zh-TW" sz="15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5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/2,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500" dirty="0"/>
              </a:p>
            </p:txBody>
          </p:sp>
        </mc:Choice>
        <mc:Fallback>
          <p:sp>
            <p:nvSpPr>
              <p:cNvPr id="123" name="文字方塊 122">
                <a:extLst>
                  <a:ext uri="{FF2B5EF4-FFF2-40B4-BE49-F238E27FC236}">
                    <a16:creationId xmlns:a16="http://schemas.microsoft.com/office/drawing/2014/main" id="{2F30B219-A902-431A-A147-CC91B9E2C4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79202" y="1974400"/>
                <a:ext cx="1936090" cy="323165"/>
              </a:xfrm>
              <a:prstGeom prst="rect">
                <a:avLst/>
              </a:prstGeom>
              <a:blipFill>
                <a:blip r:embed="rId41"/>
                <a:stretch>
                  <a:fillRect b="-943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4" name="直線接點 123">
            <a:extLst>
              <a:ext uri="{FF2B5EF4-FFF2-40B4-BE49-F238E27FC236}">
                <a16:creationId xmlns:a16="http://schemas.microsoft.com/office/drawing/2014/main" id="{D705F233-F268-4426-AE96-B6232178CC5B}"/>
              </a:ext>
            </a:extLst>
          </p:cNvPr>
          <p:cNvCxnSpPr>
            <a:cxnSpLocks/>
          </p:cNvCxnSpPr>
          <p:nvPr/>
        </p:nvCxnSpPr>
        <p:spPr>
          <a:xfrm flipV="1">
            <a:off x="6523355" y="3410397"/>
            <a:ext cx="453250" cy="188"/>
          </a:xfrm>
          <a:prstGeom prst="line">
            <a:avLst/>
          </a:prstGeom>
          <a:ln w="9525" cap="flat" cmpd="sng" algn="ctr">
            <a:solidFill>
              <a:schemeClr val="bg1">
                <a:lumMod val="5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25" name="直線接點 124">
            <a:extLst>
              <a:ext uri="{FF2B5EF4-FFF2-40B4-BE49-F238E27FC236}">
                <a16:creationId xmlns:a16="http://schemas.microsoft.com/office/drawing/2014/main" id="{3C26F702-E254-4185-BF23-29D94F3C78AD}"/>
              </a:ext>
            </a:extLst>
          </p:cNvPr>
          <p:cNvCxnSpPr>
            <a:cxnSpLocks/>
          </p:cNvCxnSpPr>
          <p:nvPr/>
        </p:nvCxnSpPr>
        <p:spPr>
          <a:xfrm>
            <a:off x="7827010" y="3970973"/>
            <a:ext cx="418783" cy="0"/>
          </a:xfrm>
          <a:prstGeom prst="line">
            <a:avLst/>
          </a:prstGeom>
          <a:ln w="9525" cap="flat" cmpd="sng" algn="ctr">
            <a:solidFill>
              <a:schemeClr val="bg1">
                <a:lumMod val="5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26" name="直線接點 125">
            <a:extLst>
              <a:ext uri="{FF2B5EF4-FFF2-40B4-BE49-F238E27FC236}">
                <a16:creationId xmlns:a16="http://schemas.microsoft.com/office/drawing/2014/main" id="{71BE04E2-399D-496E-A76C-8469DCEC8458}"/>
              </a:ext>
            </a:extLst>
          </p:cNvPr>
          <p:cNvCxnSpPr>
            <a:cxnSpLocks/>
          </p:cNvCxnSpPr>
          <p:nvPr/>
        </p:nvCxnSpPr>
        <p:spPr>
          <a:xfrm flipV="1">
            <a:off x="8169593" y="3508375"/>
            <a:ext cx="120332" cy="100649"/>
          </a:xfrm>
          <a:prstGeom prst="line">
            <a:avLst/>
          </a:prstGeom>
          <a:ln w="9525" cap="flat" cmpd="sng" algn="ctr">
            <a:solidFill>
              <a:schemeClr val="bg1">
                <a:lumMod val="5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27" name="直線接點 126">
            <a:extLst>
              <a:ext uri="{FF2B5EF4-FFF2-40B4-BE49-F238E27FC236}">
                <a16:creationId xmlns:a16="http://schemas.microsoft.com/office/drawing/2014/main" id="{34910A7A-D2FD-4DD2-BBAA-658F741EF598}"/>
              </a:ext>
            </a:extLst>
          </p:cNvPr>
          <p:cNvCxnSpPr>
            <a:cxnSpLocks/>
          </p:cNvCxnSpPr>
          <p:nvPr/>
        </p:nvCxnSpPr>
        <p:spPr>
          <a:xfrm flipV="1">
            <a:off x="6508393" y="3750766"/>
            <a:ext cx="105264" cy="191632"/>
          </a:xfrm>
          <a:prstGeom prst="line">
            <a:avLst/>
          </a:prstGeom>
          <a:ln w="9525" cap="flat" cmpd="sng" algn="ctr">
            <a:solidFill>
              <a:schemeClr val="bg1">
                <a:lumMod val="5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28" name="矩形 127">
                <a:extLst>
                  <a:ext uri="{FF2B5EF4-FFF2-40B4-BE49-F238E27FC236}">
                    <a16:creationId xmlns:a16="http://schemas.microsoft.com/office/drawing/2014/main" id="{ED31C901-B682-4E24-B2FD-61B44FC344E7}"/>
                  </a:ext>
                </a:extLst>
              </p:cNvPr>
              <p:cNvSpPr/>
              <p:nvPr/>
            </p:nvSpPr>
            <p:spPr>
              <a:xfrm>
                <a:off x="5352714" y="1228306"/>
                <a:ext cx="4110228" cy="54438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12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zh-TW" sz="1200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altLang="zh-TW" sz="1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func>
                                    <m:funcPr>
                                      <m:ctrlPr>
                                        <a:rPr lang="en-US" altLang="zh-TW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en-US" altLang="zh-TW" sz="1200">
                                          <a:latin typeface="Cambria Math" panose="02040503050406030204" pitchFamily="18" charset="0"/>
                                        </a:rPr>
                                        <m:t>sin</m:t>
                                      </m:r>
                                    </m:fName>
                                    <m:e>
                                      <m:sSub>
                                        <m:sSubPr>
                                          <m:ctrlPr>
                                            <a:rPr lang="en-US" altLang="zh-TW" sz="12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TW" sz="1200" i="1">
                                              <a:latin typeface="Cambria Math" panose="02040503050406030204" pitchFamily="18" charset="0"/>
                                            </a:rPr>
                                            <m:t>𝜃</m:t>
                                          </m:r>
                                        </m:e>
                                        <m:sub>
                                          <m:r>
                                            <a:rPr lang="en-US" altLang="zh-TW" sz="1200" b="1" i="1">
                                              <a:latin typeface="Cambria Math" panose="02040503050406030204" pitchFamily="18" charset="0"/>
                                            </a:rPr>
                                            <m:t>𝒒</m:t>
                                          </m:r>
                                        </m:sub>
                                      </m:sSub>
                                    </m:e>
                                  </m:func>
                                </m:num>
                                <m:den>
                                  <m:r>
                                    <a:rPr lang="en-US" altLang="zh-TW" sz="12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  <m:r>
                                <a:rPr lang="en-US" altLang="zh-TW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zh-TW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US" altLang="zh-TW" sz="12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sin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altLang="zh-TW" sz="1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n-US" altLang="zh-TW" sz="12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altLang="zh-TW" sz="12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1</m:t>
                                      </m:r>
                                    </m:num>
                                    <m:den>
                                      <m:r>
                                        <a:rPr lang="en-US" altLang="zh-TW" sz="12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2</m:t>
                                      </m:r>
                                    </m:den>
                                  </m:f>
                                  <m:d>
                                    <m:dPr>
                                      <m:ctrlPr>
                                        <a:rPr lang="en-US" altLang="zh-TW" sz="12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altLang="zh-TW" sz="1200">
                                          <a:latin typeface="Cambria Math" panose="02040503050406030204" pitchFamily="18" charset="0"/>
                                        </a:rPr>
                                        <m:t>Δ</m:t>
                                      </m:r>
                                      <m:r>
                                        <a:rPr lang="en-US" altLang="zh-TW" sz="1200" i="1">
                                          <a:latin typeface="Cambria Math" panose="02040503050406030204" pitchFamily="18" charset="0"/>
                                        </a:rPr>
                                        <m:t>𝐽</m:t>
                                      </m:r>
                                      <m:sSub>
                                        <m:sSubPr>
                                          <m:ctrlPr>
                                            <a:rPr lang="en-US" altLang="zh-TW" sz="1200" i="1" dirty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TW" sz="1200" i="1" dirty="0">
                                              <a:latin typeface="Cambria Math" panose="02040503050406030204" pitchFamily="18" charset="0"/>
                                            </a:rPr>
                                            <m:t>𝜙</m:t>
                                          </m:r>
                                        </m:e>
                                        <m:sub>
                                          <m:sSub>
                                            <m:sSubPr>
                                              <m:ctrlPr>
                                                <a:rPr lang="en-US" altLang="zh-TW" sz="1200" i="1" dirty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altLang="zh-TW" sz="1200" i="1" dirty="0">
                                                  <a:latin typeface="Cambria Math" panose="02040503050406030204" pitchFamily="18" charset="0"/>
                                                </a:rPr>
                                                <m:t>𝑞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altLang="zh-TW" sz="1200" i="1" dirty="0">
                                                  <a:latin typeface="Cambria Math" panose="02040503050406030204" pitchFamily="18" charset="0"/>
                                                </a:rPr>
                                                <m:t>∥</m:t>
                                              </m:r>
                                            </m:sub>
                                          </m:sSub>
                                        </m:sub>
                                      </m:sSub>
                                      <m: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f>
                                        <m:fPr>
                                          <m:ctrlPr>
                                            <a:rPr lang="en-US" altLang="zh-TW" sz="1200" i="1" dirty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en-US" altLang="zh-TW" sz="1200" i="1" dirty="0">
                                              <a:latin typeface="Cambria Math" panose="02040503050406030204" pitchFamily="18" charset="0"/>
                                            </a:rPr>
                                            <m:t>𝜋</m:t>
                                          </m:r>
                                        </m:num>
                                        <m:den>
                                          <m:r>
                                            <a:rPr lang="en-US" altLang="zh-TW" sz="1200" i="1" dirty="0" smtClean="0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den>
                                      </m:f>
                                      <m:r>
                                        <a:rPr lang="en-US" altLang="zh-TW" sz="1200" i="1"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r>
                                        <a:rPr lang="en-US" altLang="zh-TW" sz="1200" i="1">
                                          <a:latin typeface="Cambria Math" panose="02040503050406030204" pitchFamily="18" charset="0"/>
                                        </a:rPr>
                                        <m:t>𝛼</m:t>
                                      </m:r>
                                    </m:e>
                                  </m:d>
                                </m:e>
                              </m:d>
                              <m:r>
                                <a:rPr lang="zh-TW" altLang="en-US" sz="1200" i="1">
                                  <a:latin typeface="Cambria Math" panose="02040503050406030204" pitchFamily="18" charset="0"/>
                                </a:rPr>
                                <m:t>  </m:t>
                              </m:r>
                              <m:sSub>
                                <m:sSubPr>
                                  <m:ctrlPr>
                                    <a:rPr lang="en-US" altLang="zh-TW" sz="1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1200" i="1" dirty="0">
                                      <a:latin typeface="Cambria Math" panose="02040503050406030204" pitchFamily="18" charset="0"/>
                                    </a:rPr>
                                    <m:t>𝐻</m:t>
                                  </m:r>
                                </m:e>
                                <m:sub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TW" sz="1200" b="0" i="1" dirty="0" smtClean="0">
                                          <a:latin typeface="Cambria Math" panose="02040503050406030204" pitchFamily="18" charset="0"/>
                                        </a:rPr>
                                        <m:t>−1</m:t>
                                      </m:r>
                                    </m:e>
                                  </m:d>
                                  <m:r>
                                    <a:rPr lang="en-US" altLang="zh-TW" sz="12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,</m:t>
                                  </m:r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TW" sz="1200" b="0" i="1" dirty="0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e>
                                  </m:d>
                                </m:sub>
                              </m:sSub>
                              <m:d>
                                <m:dPr>
                                  <m:ctrlPr>
                                    <a:rPr lang="en-US" altLang="zh-TW" sz="1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  <m:t>𝑞</m:t>
                                      </m:r>
                                    </m:e>
                                    <m:sub>
                                      <m:r>
                                        <a:rPr lang="en-US" altLang="zh-TW" sz="1200" i="1" dirty="0">
                                          <a:latin typeface="Cambria Math" panose="02040503050406030204" pitchFamily="18" charset="0"/>
                                        </a:rPr>
                                        <m:t>∥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d>
                        </m:e>
                        <m:sup>
                          <m:r>
                            <a:rPr lang="en-US" altLang="zh-TW" sz="12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zh-TW" alt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28" name="矩形 127">
                <a:extLst>
                  <a:ext uri="{FF2B5EF4-FFF2-40B4-BE49-F238E27FC236}">
                    <a16:creationId xmlns:a16="http://schemas.microsoft.com/office/drawing/2014/main" id="{ED31C901-B682-4E24-B2FD-61B44FC344E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52714" y="1228306"/>
                <a:ext cx="4110228" cy="544380"/>
              </a:xfrm>
              <a:prstGeom prst="rect">
                <a:avLst/>
              </a:prstGeom>
              <a:blipFill>
                <a:blip r:embed="rId4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圖片 8">
            <a:extLst>
              <a:ext uri="{FF2B5EF4-FFF2-40B4-BE49-F238E27FC236}">
                <a16:creationId xmlns:a16="http://schemas.microsoft.com/office/drawing/2014/main" id="{54C1EB98-58AA-478E-98B5-B8D00E64227B}"/>
              </a:ext>
            </a:extLst>
          </p:cNvPr>
          <p:cNvPicPr>
            <a:picLocks noChangeAspect="1"/>
          </p:cNvPicPr>
          <p:nvPr/>
        </p:nvPicPr>
        <p:blipFill>
          <a:blip r:embed="rId43"/>
          <a:stretch>
            <a:fillRect/>
          </a:stretch>
        </p:blipFill>
        <p:spPr>
          <a:xfrm>
            <a:off x="-1649901" y="1593956"/>
            <a:ext cx="533474" cy="5506218"/>
          </a:xfrm>
          <a:prstGeom prst="rect">
            <a:avLst/>
          </a:prstGeom>
        </p:spPr>
      </p:pic>
      <p:pic>
        <p:nvPicPr>
          <p:cNvPr id="129" name="圖片 128">
            <a:extLst>
              <a:ext uri="{FF2B5EF4-FFF2-40B4-BE49-F238E27FC236}">
                <a16:creationId xmlns:a16="http://schemas.microsoft.com/office/drawing/2014/main" id="{51F6FA97-4CC1-4F11-8C71-5A593F45FC6A}"/>
              </a:ext>
            </a:extLst>
          </p:cNvPr>
          <p:cNvPicPr>
            <a:picLocks noChangeAspect="1"/>
          </p:cNvPicPr>
          <p:nvPr/>
        </p:nvPicPr>
        <p:blipFill rotWithShape="1">
          <a:blip r:embed="rId4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b="50263"/>
          <a:stretch/>
        </p:blipFill>
        <p:spPr>
          <a:xfrm>
            <a:off x="10057440" y="403311"/>
            <a:ext cx="390006" cy="1301664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96" name="文字方塊 95">
                <a:extLst>
                  <a:ext uri="{FF2B5EF4-FFF2-40B4-BE49-F238E27FC236}">
                    <a16:creationId xmlns:a16="http://schemas.microsoft.com/office/drawing/2014/main" id="{113D36E5-FAC0-4038-AE81-5DB19990BE58}"/>
                  </a:ext>
                </a:extLst>
              </p:cNvPr>
              <p:cNvSpPr txBox="1"/>
              <p:nvPr/>
            </p:nvSpPr>
            <p:spPr>
              <a:xfrm>
                <a:off x="9987976" y="1408953"/>
                <a:ext cx="478319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sz="1400"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altLang="zh-TW" sz="1400">
                          <a:latin typeface="Cambria Math" panose="02040503050406030204" pitchFamily="18" charset="0"/>
                        </a:rPr>
                        <m:t>.</m:t>
                      </m:r>
                      <m:r>
                        <m:rPr>
                          <m:sty m:val="p"/>
                        </m:rPr>
                        <a:rPr lang="en-US" altLang="zh-TW" sz="1400">
                          <a:latin typeface="Cambria Math" panose="02040503050406030204" pitchFamily="18" charset="0"/>
                        </a:rPr>
                        <m:t>u</m:t>
                      </m:r>
                      <m:r>
                        <a:rPr lang="en-US" altLang="zh-TW" sz="140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TW" altLang="en-US" sz="1400" dirty="0"/>
              </a:p>
            </p:txBody>
          </p:sp>
        </mc:Choice>
        <mc:Fallback>
          <p:sp>
            <p:nvSpPr>
              <p:cNvPr id="96" name="文字方塊 95">
                <a:extLst>
                  <a:ext uri="{FF2B5EF4-FFF2-40B4-BE49-F238E27FC236}">
                    <a16:creationId xmlns:a16="http://schemas.microsoft.com/office/drawing/2014/main" id="{113D36E5-FAC0-4038-AE81-5DB19990BE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87976" y="1408953"/>
                <a:ext cx="478319" cy="307777"/>
              </a:xfrm>
              <a:prstGeom prst="rect">
                <a:avLst/>
              </a:prstGeom>
              <a:blipFill>
                <a:blip r:embed="rId4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30" name="圖片 129">
            <a:extLst>
              <a:ext uri="{FF2B5EF4-FFF2-40B4-BE49-F238E27FC236}">
                <a16:creationId xmlns:a16="http://schemas.microsoft.com/office/drawing/2014/main" id="{7C1C323D-7851-43A4-BAFD-A1C0950E12B3}"/>
              </a:ext>
            </a:extLst>
          </p:cNvPr>
          <p:cNvPicPr>
            <a:picLocks noChangeAspect="1"/>
          </p:cNvPicPr>
          <p:nvPr/>
        </p:nvPicPr>
        <p:blipFill rotWithShape="1">
          <a:blip r:embed="rId4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t="49799"/>
          <a:stretch/>
        </p:blipFill>
        <p:spPr>
          <a:xfrm>
            <a:off x="10739697" y="2005012"/>
            <a:ext cx="390006" cy="1313809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236" name="文字方塊 235">
                <a:extLst>
                  <a:ext uri="{FF2B5EF4-FFF2-40B4-BE49-F238E27FC236}">
                    <a16:creationId xmlns:a16="http://schemas.microsoft.com/office/drawing/2014/main" id="{61131924-00C5-4C5C-8379-1D2527DB1052}"/>
                  </a:ext>
                </a:extLst>
              </p:cNvPr>
              <p:cNvSpPr txBox="1"/>
              <p:nvPr/>
            </p:nvSpPr>
            <p:spPr>
              <a:xfrm>
                <a:off x="10665179" y="3056778"/>
                <a:ext cx="478319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sz="1400"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altLang="zh-TW" sz="1400">
                          <a:latin typeface="Cambria Math" panose="02040503050406030204" pitchFamily="18" charset="0"/>
                        </a:rPr>
                        <m:t>.</m:t>
                      </m:r>
                      <m:r>
                        <m:rPr>
                          <m:sty m:val="p"/>
                        </m:rPr>
                        <a:rPr lang="en-US" altLang="zh-TW" sz="1400">
                          <a:latin typeface="Cambria Math" panose="02040503050406030204" pitchFamily="18" charset="0"/>
                        </a:rPr>
                        <m:t>u</m:t>
                      </m:r>
                      <m:r>
                        <a:rPr lang="en-US" altLang="zh-TW" sz="140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TW" altLang="en-US" sz="1400" dirty="0"/>
              </a:p>
            </p:txBody>
          </p:sp>
        </mc:Choice>
        <mc:Fallback>
          <p:sp>
            <p:nvSpPr>
              <p:cNvPr id="236" name="文字方塊 235">
                <a:extLst>
                  <a:ext uri="{FF2B5EF4-FFF2-40B4-BE49-F238E27FC236}">
                    <a16:creationId xmlns:a16="http://schemas.microsoft.com/office/drawing/2014/main" id="{61131924-00C5-4C5C-8379-1D2527DB10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65179" y="3056778"/>
                <a:ext cx="478319" cy="307777"/>
              </a:xfrm>
              <a:prstGeom prst="rect">
                <a:avLst/>
              </a:prstGeom>
              <a:blipFill>
                <a:blip r:embed="rId4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6444181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矩形: 圓角 176">
            <a:extLst>
              <a:ext uri="{FF2B5EF4-FFF2-40B4-BE49-F238E27FC236}">
                <a16:creationId xmlns:a16="http://schemas.microsoft.com/office/drawing/2014/main" id="{C0499F8D-22B8-4B76-B2A0-FC45B222262E}"/>
              </a:ext>
            </a:extLst>
          </p:cNvPr>
          <p:cNvSpPr/>
          <p:nvPr/>
        </p:nvSpPr>
        <p:spPr>
          <a:xfrm>
            <a:off x="4940957" y="2536"/>
            <a:ext cx="4899729" cy="6179835"/>
          </a:xfrm>
          <a:prstGeom prst="roundRect">
            <a:avLst>
              <a:gd name="adj" fmla="val 7772"/>
            </a:avLst>
          </a:prstGeom>
          <a:gradFill flip="none" rotWithShape="1"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lin ang="54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2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0" name="文字方塊 179">
                <a:extLst>
                  <a:ext uri="{FF2B5EF4-FFF2-40B4-BE49-F238E27FC236}">
                    <a16:creationId xmlns:a16="http://schemas.microsoft.com/office/drawing/2014/main" id="{C6592285-FBA9-4DE2-BE47-D5703A7C2A40}"/>
                  </a:ext>
                </a:extLst>
              </p:cNvPr>
              <p:cNvSpPr txBox="1"/>
              <p:nvPr/>
            </p:nvSpPr>
            <p:spPr>
              <a:xfrm>
                <a:off x="7004190" y="4491894"/>
                <a:ext cx="812954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600" i="1">
                          <a:latin typeface="Cambria Math" panose="02040503050406030204" pitchFamily="18" charset="0"/>
                        </a:rPr>
                        <m:t>|</m:t>
                      </m:r>
                      <m:d>
                        <m:dPr>
                          <m:begChr m:val=""/>
                          <m:endChr m:val="⟩"/>
                          <m:ctrlPr>
                            <a:rPr lang="en-US" altLang="zh-TW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−1, 0</m:t>
                          </m:r>
                        </m:e>
                      </m:d>
                    </m:oMath>
                  </m:oMathPara>
                </a14:m>
                <a:endParaRPr lang="zh-TW" altLang="en-US" sz="1600" dirty="0"/>
              </a:p>
            </p:txBody>
          </p:sp>
        </mc:Choice>
        <mc:Fallback xmlns="">
          <p:sp>
            <p:nvSpPr>
              <p:cNvPr id="180" name="文字方塊 179">
                <a:extLst>
                  <a:ext uri="{FF2B5EF4-FFF2-40B4-BE49-F238E27FC236}">
                    <a16:creationId xmlns:a16="http://schemas.microsoft.com/office/drawing/2014/main" id="{C6592285-FBA9-4DE2-BE47-D5703A7C2A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04190" y="4491894"/>
                <a:ext cx="812954" cy="338554"/>
              </a:xfrm>
              <a:prstGeom prst="rect">
                <a:avLst/>
              </a:prstGeom>
              <a:blipFill>
                <a:blip r:embed="rId22"/>
                <a:stretch>
                  <a:fillRect t="-110909" r="-46617" b="-17272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9" name="文字方塊 188">
                <a:extLst>
                  <a:ext uri="{FF2B5EF4-FFF2-40B4-BE49-F238E27FC236}">
                    <a16:creationId xmlns:a16="http://schemas.microsoft.com/office/drawing/2014/main" id="{06013B16-AADE-4F50-9769-3B0E22EFD811}"/>
                  </a:ext>
                </a:extLst>
              </p:cNvPr>
              <p:cNvSpPr txBox="1"/>
              <p:nvPr/>
            </p:nvSpPr>
            <p:spPr>
              <a:xfrm>
                <a:off x="7004190" y="2607946"/>
                <a:ext cx="812954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600" i="1">
                          <a:latin typeface="Cambria Math" panose="02040503050406030204" pitchFamily="18" charset="0"/>
                        </a:rPr>
                        <m:t>|</m:t>
                      </m:r>
                      <m:d>
                        <m:dPr>
                          <m:begChr m:val=""/>
                          <m:endChr m:val="⟩"/>
                          <m:ctrlPr>
                            <a:rPr lang="en-US" altLang="zh-TW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1, 0</m:t>
                          </m:r>
                        </m:e>
                      </m:d>
                    </m:oMath>
                  </m:oMathPara>
                </a14:m>
                <a:endParaRPr lang="zh-TW" altLang="en-US" sz="1600" dirty="0"/>
              </a:p>
            </p:txBody>
          </p:sp>
        </mc:Choice>
        <mc:Fallback xmlns="">
          <p:sp>
            <p:nvSpPr>
              <p:cNvPr id="189" name="文字方塊 188">
                <a:extLst>
                  <a:ext uri="{FF2B5EF4-FFF2-40B4-BE49-F238E27FC236}">
                    <a16:creationId xmlns:a16="http://schemas.microsoft.com/office/drawing/2014/main" id="{06013B16-AADE-4F50-9769-3B0E22EFD8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04190" y="2607946"/>
                <a:ext cx="812954" cy="338554"/>
              </a:xfrm>
              <a:prstGeom prst="rect">
                <a:avLst/>
              </a:prstGeom>
              <a:blipFill>
                <a:blip r:embed="rId23"/>
                <a:stretch>
                  <a:fillRect t="-110909" r="-36842" b="-17272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9" name="文字方塊 228">
            <a:extLst>
              <a:ext uri="{FF2B5EF4-FFF2-40B4-BE49-F238E27FC236}">
                <a16:creationId xmlns:a16="http://schemas.microsoft.com/office/drawing/2014/main" id="{2693C9D3-A145-48F7-981C-9A9BF2A0A9A5}"/>
              </a:ext>
            </a:extLst>
          </p:cNvPr>
          <p:cNvSpPr txBox="1"/>
          <p:nvPr/>
        </p:nvSpPr>
        <p:spPr>
          <a:xfrm>
            <a:off x="5553351" y="116393"/>
            <a:ext cx="3714632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Longitudinal component</a:t>
            </a:r>
            <a:endParaRPr lang="zh-TW" altLang="en-US" sz="2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2" name="文字方塊 231">
                <a:extLst>
                  <a:ext uri="{FF2B5EF4-FFF2-40B4-BE49-F238E27FC236}">
                    <a16:creationId xmlns:a16="http://schemas.microsoft.com/office/drawing/2014/main" id="{B2F5F182-7771-47FB-BF37-AF5144F26384}"/>
                  </a:ext>
                </a:extLst>
              </p:cNvPr>
              <p:cNvSpPr txBox="1"/>
              <p:nvPr/>
            </p:nvSpPr>
            <p:spPr>
              <a:xfrm>
                <a:off x="5273398" y="3085891"/>
                <a:ext cx="1150186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0, </m:t>
                          </m:r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600" dirty="0"/>
              </a:p>
            </p:txBody>
          </p:sp>
        </mc:Choice>
        <mc:Fallback xmlns="">
          <p:sp>
            <p:nvSpPr>
              <p:cNvPr id="232" name="文字方塊 231">
                <a:extLst>
                  <a:ext uri="{FF2B5EF4-FFF2-40B4-BE49-F238E27FC236}">
                    <a16:creationId xmlns:a16="http://schemas.microsoft.com/office/drawing/2014/main" id="{B2F5F182-7771-47FB-BF37-AF5144F263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73398" y="3085891"/>
                <a:ext cx="1150186" cy="338554"/>
              </a:xfrm>
              <a:prstGeom prst="rect">
                <a:avLst/>
              </a:prstGeom>
              <a:blipFill>
                <a:blip r:embed="rId33"/>
                <a:stretch>
                  <a:fillRect b="-892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3" name="文字方塊 232">
                <a:extLst>
                  <a:ext uri="{FF2B5EF4-FFF2-40B4-BE49-F238E27FC236}">
                    <a16:creationId xmlns:a16="http://schemas.microsoft.com/office/drawing/2014/main" id="{BDC6F78B-E419-4B8A-BAA9-5615A1972DBE}"/>
                  </a:ext>
                </a:extLst>
              </p:cNvPr>
              <p:cNvSpPr txBox="1"/>
              <p:nvPr/>
            </p:nvSpPr>
            <p:spPr>
              <a:xfrm>
                <a:off x="8356122" y="3085891"/>
                <a:ext cx="1150186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600" dirty="0"/>
              </a:p>
            </p:txBody>
          </p:sp>
        </mc:Choice>
        <mc:Fallback xmlns="">
          <p:sp>
            <p:nvSpPr>
              <p:cNvPr id="233" name="文字方塊 232">
                <a:extLst>
                  <a:ext uri="{FF2B5EF4-FFF2-40B4-BE49-F238E27FC236}">
                    <a16:creationId xmlns:a16="http://schemas.microsoft.com/office/drawing/2014/main" id="{BDC6F78B-E419-4B8A-BAA9-5615A1972D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56122" y="3085891"/>
                <a:ext cx="1150186" cy="338554"/>
              </a:xfrm>
              <a:prstGeom prst="rect">
                <a:avLst/>
              </a:prstGeom>
              <a:blipFill>
                <a:blip r:embed="rId34"/>
                <a:stretch>
                  <a:fillRect b="-892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4" name="文字方塊 233">
                <a:extLst>
                  <a:ext uri="{FF2B5EF4-FFF2-40B4-BE49-F238E27FC236}">
                    <a16:creationId xmlns:a16="http://schemas.microsoft.com/office/drawing/2014/main" id="{DA67C54B-80A5-4D59-B289-74384BDACD1C}"/>
                  </a:ext>
                </a:extLst>
              </p:cNvPr>
              <p:cNvSpPr txBox="1"/>
              <p:nvPr/>
            </p:nvSpPr>
            <p:spPr>
              <a:xfrm>
                <a:off x="6835574" y="4830775"/>
                <a:ext cx="1150186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0,</m:t>
                          </m:r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𝜋</m:t>
                          </m:r>
                        </m:e>
                      </m:d>
                    </m:oMath>
                  </m:oMathPara>
                </a14:m>
                <a:endParaRPr lang="zh-TW" altLang="en-US" sz="1600" dirty="0"/>
              </a:p>
            </p:txBody>
          </p:sp>
        </mc:Choice>
        <mc:Fallback xmlns="">
          <p:sp>
            <p:nvSpPr>
              <p:cNvPr id="234" name="文字方塊 233">
                <a:extLst>
                  <a:ext uri="{FF2B5EF4-FFF2-40B4-BE49-F238E27FC236}">
                    <a16:creationId xmlns:a16="http://schemas.microsoft.com/office/drawing/2014/main" id="{DA67C54B-80A5-4D59-B289-74384BDACD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35574" y="4830775"/>
                <a:ext cx="1150186" cy="338554"/>
              </a:xfrm>
              <a:prstGeom prst="rect">
                <a:avLst/>
              </a:prstGeom>
              <a:blipFill>
                <a:blip r:embed="rId3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7" name="Oval 14">
            <a:extLst>
              <a:ext uri="{FF2B5EF4-FFF2-40B4-BE49-F238E27FC236}">
                <a16:creationId xmlns:a16="http://schemas.microsoft.com/office/drawing/2014/main" id="{4D2E6476-8133-4C1A-80AA-96C2BBAD7538}"/>
              </a:ext>
            </a:extLst>
          </p:cNvPr>
          <p:cNvSpPr/>
          <p:nvPr/>
        </p:nvSpPr>
        <p:spPr>
          <a:xfrm>
            <a:off x="7327414" y="2842581"/>
            <a:ext cx="162450" cy="168277"/>
          </a:xfrm>
          <a:prstGeom prst="ellipse">
            <a:avLst/>
          </a:prstGeom>
          <a:gradFill flip="none" rotWithShape="1">
            <a:gsLst>
              <a:gs pos="0">
                <a:srgbClr val="D1D1D1"/>
              </a:gs>
              <a:gs pos="23000">
                <a:schemeClr val="bg1">
                  <a:lumMod val="85000"/>
                </a:schemeClr>
              </a:gs>
              <a:gs pos="69000">
                <a:schemeClr val="accent3">
                  <a:lumMod val="75000"/>
                </a:schemeClr>
              </a:gs>
              <a:gs pos="97000">
                <a:schemeClr val="accent3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/>
          </a:p>
        </p:txBody>
      </p:sp>
      <p:sp>
        <p:nvSpPr>
          <p:cNvPr id="238" name="Oval 4">
            <a:extLst>
              <a:ext uri="{FF2B5EF4-FFF2-40B4-BE49-F238E27FC236}">
                <a16:creationId xmlns:a16="http://schemas.microsoft.com/office/drawing/2014/main" id="{D0067B35-40A6-4446-8A95-C300D2678B59}"/>
              </a:ext>
            </a:extLst>
          </p:cNvPr>
          <p:cNvSpPr/>
          <p:nvPr/>
        </p:nvSpPr>
        <p:spPr>
          <a:xfrm>
            <a:off x="6688832" y="2926719"/>
            <a:ext cx="1443999" cy="1495797"/>
          </a:xfrm>
          <a:prstGeom prst="ellipse">
            <a:avLst/>
          </a:prstGeom>
          <a:gradFill flip="none" rotWithShape="1">
            <a:gsLst>
              <a:gs pos="100000">
                <a:schemeClr val="accent3">
                  <a:lumMod val="60000"/>
                  <a:lumOff val="40000"/>
                  <a:alpha val="60000"/>
                </a:schemeClr>
              </a:gs>
              <a:gs pos="55000">
                <a:schemeClr val="accent3">
                  <a:lumMod val="40000"/>
                  <a:lumOff val="60000"/>
                  <a:alpha val="60000"/>
                </a:schemeClr>
              </a:gs>
              <a:gs pos="0">
                <a:schemeClr val="bg1">
                  <a:alpha val="6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 w="57150">
            <a:solidFill>
              <a:srgbClr val="D5D7D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39" name="Oval 15">
            <a:extLst>
              <a:ext uri="{FF2B5EF4-FFF2-40B4-BE49-F238E27FC236}">
                <a16:creationId xmlns:a16="http://schemas.microsoft.com/office/drawing/2014/main" id="{3ED95C10-549D-46A4-8427-E9004FB39400}"/>
              </a:ext>
            </a:extLst>
          </p:cNvPr>
          <p:cNvSpPr/>
          <p:nvPr/>
        </p:nvSpPr>
        <p:spPr>
          <a:xfrm>
            <a:off x="7327414" y="4337538"/>
            <a:ext cx="162450" cy="168277"/>
          </a:xfrm>
          <a:prstGeom prst="ellipse">
            <a:avLst/>
          </a:prstGeom>
          <a:gradFill flip="none" rotWithShape="1">
            <a:gsLst>
              <a:gs pos="17000">
                <a:srgbClr val="D1D1D1"/>
              </a:gs>
              <a:gs pos="0">
                <a:schemeClr val="bg1">
                  <a:lumMod val="85000"/>
                </a:schemeClr>
              </a:gs>
              <a:gs pos="60000">
                <a:schemeClr val="accent3">
                  <a:lumMod val="75000"/>
                </a:schemeClr>
              </a:gs>
              <a:gs pos="97000">
                <a:schemeClr val="accent3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52" name="SHO">
            <a:extLst>
              <a:ext uri="{FF2B5EF4-FFF2-40B4-BE49-F238E27FC236}">
                <a16:creationId xmlns:a16="http://schemas.microsoft.com/office/drawing/2014/main" id="{0845B616-2D49-4C5D-A47F-908796A33A53}"/>
              </a:ext>
            </a:extLst>
          </p:cNvPr>
          <p:cNvSpPr/>
          <p:nvPr/>
        </p:nvSpPr>
        <p:spPr>
          <a:xfrm rot="16200000">
            <a:off x="7097293" y="2953118"/>
            <a:ext cx="622693" cy="1443999"/>
          </a:xfrm>
          <a:prstGeom prst="arc">
            <a:avLst>
              <a:gd name="adj1" fmla="val 5396867"/>
              <a:gd name="adj2" fmla="val 5395779"/>
            </a:avLst>
          </a:prstGeom>
          <a:gradFill flip="none" rotWithShape="1">
            <a:gsLst>
              <a:gs pos="0">
                <a:schemeClr val="bg1">
                  <a:lumMod val="65000"/>
                </a:schemeClr>
              </a:gs>
              <a:gs pos="47000">
                <a:schemeClr val="bg1">
                  <a:lumMod val="50000"/>
                </a:schemeClr>
              </a:gs>
              <a:gs pos="97000">
                <a:srgbClr val="5E5E5E"/>
              </a:gs>
            </a:gsLst>
            <a:path path="circle">
              <a:fillToRect l="50000" t="50000" r="50000" b="50000"/>
            </a:path>
            <a:tileRect/>
          </a:gradFill>
          <a:ln w="31750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53" name="SVO">
            <a:extLst>
              <a:ext uri="{FF2B5EF4-FFF2-40B4-BE49-F238E27FC236}">
                <a16:creationId xmlns:a16="http://schemas.microsoft.com/office/drawing/2014/main" id="{28FBC70E-6464-4911-A7DC-D688B4A191B2}"/>
              </a:ext>
            </a:extLst>
          </p:cNvPr>
          <p:cNvSpPr/>
          <p:nvPr/>
        </p:nvSpPr>
        <p:spPr>
          <a:xfrm>
            <a:off x="7046740" y="2927220"/>
            <a:ext cx="722000" cy="1495797"/>
          </a:xfrm>
          <a:prstGeom prst="ellipse">
            <a:avLst/>
          </a:prstGeom>
          <a:noFill/>
          <a:ln w="25400">
            <a:solidFill>
              <a:schemeClr val="bg1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254" name="Oval 6">
            <a:extLst>
              <a:ext uri="{FF2B5EF4-FFF2-40B4-BE49-F238E27FC236}">
                <a16:creationId xmlns:a16="http://schemas.microsoft.com/office/drawing/2014/main" id="{F7426249-BB1C-465F-BA24-177826BCA4FE}"/>
              </a:ext>
            </a:extLst>
          </p:cNvPr>
          <p:cNvSpPr/>
          <p:nvPr/>
        </p:nvSpPr>
        <p:spPr>
          <a:xfrm rot="16200000">
            <a:off x="7097293" y="2953118"/>
            <a:ext cx="622693" cy="1443999"/>
          </a:xfrm>
          <a:prstGeom prst="ellipse">
            <a:avLst/>
          </a:prstGeom>
          <a:noFill/>
          <a:ln w="38100">
            <a:solidFill>
              <a:schemeClr val="tx1">
                <a:alpha val="6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5" name="TextBox 11">
                <a:extLst>
                  <a:ext uri="{FF2B5EF4-FFF2-40B4-BE49-F238E27FC236}">
                    <a16:creationId xmlns:a16="http://schemas.microsoft.com/office/drawing/2014/main" id="{37DEB133-ADB0-4B60-901B-D2AEF580DA59}"/>
                  </a:ext>
                </a:extLst>
              </p:cNvPr>
              <p:cNvSpPr txBox="1"/>
              <p:nvPr/>
            </p:nvSpPr>
            <p:spPr>
              <a:xfrm>
                <a:off x="6858942" y="3496767"/>
                <a:ext cx="176928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255" name="TextBox 11">
                <a:extLst>
                  <a:ext uri="{FF2B5EF4-FFF2-40B4-BE49-F238E27FC236}">
                    <a16:creationId xmlns:a16="http://schemas.microsoft.com/office/drawing/2014/main" id="{37DEB133-ADB0-4B60-901B-D2AEF580DA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58942" y="3496767"/>
                <a:ext cx="176928" cy="338554"/>
              </a:xfrm>
              <a:prstGeom prst="rect">
                <a:avLst/>
              </a:prstGeom>
              <a:blipFill>
                <a:blip r:embed="rId37"/>
                <a:stretch>
                  <a:fillRect r="-4137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6" name="Oval 22">
            <a:extLst>
              <a:ext uri="{FF2B5EF4-FFF2-40B4-BE49-F238E27FC236}">
                <a16:creationId xmlns:a16="http://schemas.microsoft.com/office/drawing/2014/main" id="{F51F6D7A-CBDD-41AE-81A9-01A381888E10}"/>
              </a:ext>
            </a:extLst>
          </p:cNvPr>
          <p:cNvSpPr/>
          <p:nvPr/>
        </p:nvSpPr>
        <p:spPr>
          <a:xfrm>
            <a:off x="7326468" y="4337538"/>
            <a:ext cx="162450" cy="168277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7" name="TextBox 12">
                <a:extLst>
                  <a:ext uri="{FF2B5EF4-FFF2-40B4-BE49-F238E27FC236}">
                    <a16:creationId xmlns:a16="http://schemas.microsoft.com/office/drawing/2014/main" id="{BEB792E4-CC90-49E5-8163-921F2ECF2D45}"/>
                  </a:ext>
                </a:extLst>
              </p:cNvPr>
              <p:cNvSpPr txBox="1"/>
              <p:nvPr/>
            </p:nvSpPr>
            <p:spPr>
              <a:xfrm>
                <a:off x="7513865" y="3592164"/>
                <a:ext cx="176928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257" name="TextBox 12">
                <a:extLst>
                  <a:ext uri="{FF2B5EF4-FFF2-40B4-BE49-F238E27FC236}">
                    <a16:creationId xmlns:a16="http://schemas.microsoft.com/office/drawing/2014/main" id="{BEB792E4-CC90-49E5-8163-921F2ECF2D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13865" y="3592164"/>
                <a:ext cx="176928" cy="338554"/>
              </a:xfrm>
              <a:prstGeom prst="rect">
                <a:avLst/>
              </a:prstGeom>
              <a:blipFill>
                <a:blip r:embed="rId38"/>
                <a:stretch>
                  <a:fillRect r="-51724" b="-357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8" name="TextBox 13">
                <a:extLst>
                  <a:ext uri="{FF2B5EF4-FFF2-40B4-BE49-F238E27FC236}">
                    <a16:creationId xmlns:a16="http://schemas.microsoft.com/office/drawing/2014/main" id="{8D531DEA-B9A5-4E8D-A6A2-A31408532FD7}"/>
                  </a:ext>
                </a:extLst>
              </p:cNvPr>
              <p:cNvSpPr txBox="1"/>
              <p:nvPr/>
            </p:nvSpPr>
            <p:spPr>
              <a:xfrm>
                <a:off x="7269740" y="2962422"/>
                <a:ext cx="256967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>
                          <a:latin typeface="Cambria Math" panose="02040503050406030204" pitchFamily="18" charset="0"/>
                        </a:rPr>
                        <m:t>𝑧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258" name="TextBox 13">
                <a:extLst>
                  <a:ext uri="{FF2B5EF4-FFF2-40B4-BE49-F238E27FC236}">
                    <a16:creationId xmlns:a16="http://schemas.microsoft.com/office/drawing/2014/main" id="{8D531DEA-B9A5-4E8D-A6A2-A31408532F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69740" y="2962422"/>
                <a:ext cx="256967" cy="338554"/>
              </a:xfrm>
              <a:prstGeom prst="rect">
                <a:avLst/>
              </a:prstGeom>
              <a:blipFill>
                <a:blip r:embed="rId3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9" name="DVO">
            <a:extLst>
              <a:ext uri="{FF2B5EF4-FFF2-40B4-BE49-F238E27FC236}">
                <a16:creationId xmlns:a16="http://schemas.microsoft.com/office/drawing/2014/main" id="{BD66E933-A9D1-416F-99A4-A2F56F384D96}"/>
              </a:ext>
            </a:extLst>
          </p:cNvPr>
          <p:cNvSpPr/>
          <p:nvPr/>
        </p:nvSpPr>
        <p:spPr>
          <a:xfrm flipH="1">
            <a:off x="7046740" y="2927220"/>
            <a:ext cx="722000" cy="1495797"/>
          </a:xfrm>
          <a:prstGeom prst="arc">
            <a:avLst>
              <a:gd name="adj1" fmla="val 5396867"/>
              <a:gd name="adj2" fmla="val 16170484"/>
            </a:avLst>
          </a:prstGeom>
          <a:ln w="254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60" name="Oval 23">
            <a:extLst>
              <a:ext uri="{FF2B5EF4-FFF2-40B4-BE49-F238E27FC236}">
                <a16:creationId xmlns:a16="http://schemas.microsoft.com/office/drawing/2014/main" id="{B1975880-4F20-4527-8AC1-67B4B5024B5F}"/>
              </a:ext>
            </a:extLst>
          </p:cNvPr>
          <p:cNvSpPr/>
          <p:nvPr/>
        </p:nvSpPr>
        <p:spPr>
          <a:xfrm>
            <a:off x="8049324" y="3590980"/>
            <a:ext cx="162450" cy="168277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cxnSp>
        <p:nvCxnSpPr>
          <p:cNvPr id="261" name="Straight Arrow Connector 7">
            <a:extLst>
              <a:ext uri="{FF2B5EF4-FFF2-40B4-BE49-F238E27FC236}">
                <a16:creationId xmlns:a16="http://schemas.microsoft.com/office/drawing/2014/main" id="{33161F97-7212-47BE-BA7D-6FC7B9147369}"/>
              </a:ext>
            </a:extLst>
          </p:cNvPr>
          <p:cNvCxnSpPr>
            <a:cxnSpLocks/>
          </p:cNvCxnSpPr>
          <p:nvPr/>
        </p:nvCxnSpPr>
        <p:spPr>
          <a:xfrm flipV="1">
            <a:off x="7404708" y="3227037"/>
            <a:ext cx="1697" cy="445890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2" name="Straight Arrow Connector 19">
            <a:extLst>
              <a:ext uri="{FF2B5EF4-FFF2-40B4-BE49-F238E27FC236}">
                <a16:creationId xmlns:a16="http://schemas.microsoft.com/office/drawing/2014/main" id="{240911C2-AE74-4914-B8DB-470C2315C461}"/>
              </a:ext>
            </a:extLst>
          </p:cNvPr>
          <p:cNvCxnSpPr>
            <a:cxnSpLocks/>
          </p:cNvCxnSpPr>
          <p:nvPr/>
        </p:nvCxnSpPr>
        <p:spPr>
          <a:xfrm>
            <a:off x="7407693" y="3670742"/>
            <a:ext cx="195802" cy="156763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3" name="Straight Arrow Connector 18">
            <a:extLst>
              <a:ext uri="{FF2B5EF4-FFF2-40B4-BE49-F238E27FC236}">
                <a16:creationId xmlns:a16="http://schemas.microsoft.com/office/drawing/2014/main" id="{168B960E-43A1-4542-B03F-41153CC41797}"/>
              </a:ext>
            </a:extLst>
          </p:cNvPr>
          <p:cNvCxnSpPr>
            <a:cxnSpLocks/>
          </p:cNvCxnSpPr>
          <p:nvPr/>
        </p:nvCxnSpPr>
        <p:spPr>
          <a:xfrm rot="16200000" flipH="1" flipV="1">
            <a:off x="7236371" y="3499267"/>
            <a:ext cx="0" cy="342950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4" name="Oval 20">
            <a:extLst>
              <a:ext uri="{FF2B5EF4-FFF2-40B4-BE49-F238E27FC236}">
                <a16:creationId xmlns:a16="http://schemas.microsoft.com/office/drawing/2014/main" id="{24DEE888-55C9-4D4C-B18D-808F9AA85CCB}"/>
              </a:ext>
            </a:extLst>
          </p:cNvPr>
          <p:cNvSpPr/>
          <p:nvPr/>
        </p:nvSpPr>
        <p:spPr>
          <a:xfrm>
            <a:off x="6605160" y="3590980"/>
            <a:ext cx="162450" cy="168277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265" name="Oval 22">
            <a:extLst>
              <a:ext uri="{FF2B5EF4-FFF2-40B4-BE49-F238E27FC236}">
                <a16:creationId xmlns:a16="http://schemas.microsoft.com/office/drawing/2014/main" id="{EF01816B-7066-4916-A520-954D092BE6FE}"/>
              </a:ext>
            </a:extLst>
          </p:cNvPr>
          <p:cNvSpPr/>
          <p:nvPr/>
        </p:nvSpPr>
        <p:spPr>
          <a:xfrm>
            <a:off x="7327650" y="2834707"/>
            <a:ext cx="162450" cy="168277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/>
          </a:p>
        </p:txBody>
      </p:sp>
      <p:sp>
        <p:nvSpPr>
          <p:cNvPr id="266" name="Partial Circle 9">
            <a:extLst>
              <a:ext uri="{FF2B5EF4-FFF2-40B4-BE49-F238E27FC236}">
                <a16:creationId xmlns:a16="http://schemas.microsoft.com/office/drawing/2014/main" id="{95E3D0C0-F471-47D7-9B54-CC1B9F289F59}"/>
              </a:ext>
            </a:extLst>
          </p:cNvPr>
          <p:cNvSpPr>
            <a:spLocks noChangeAspect="1"/>
          </p:cNvSpPr>
          <p:nvPr/>
        </p:nvSpPr>
        <p:spPr>
          <a:xfrm rot="16200000" flipH="1">
            <a:off x="7343810" y="3575854"/>
            <a:ext cx="102407" cy="197721"/>
          </a:xfrm>
          <a:prstGeom prst="pie">
            <a:avLst>
              <a:gd name="adj1" fmla="val 16258856"/>
              <a:gd name="adj2" fmla="val 19252600"/>
            </a:avLst>
          </a:prstGeom>
          <a:gradFill flip="none" rotWithShape="1">
            <a:gsLst>
              <a:gs pos="0">
                <a:schemeClr val="tx1"/>
              </a:gs>
              <a:gs pos="50000">
                <a:schemeClr val="tx1">
                  <a:lumMod val="50000"/>
                  <a:lumOff val="50000"/>
                </a:schemeClr>
              </a:gs>
              <a:gs pos="100000">
                <a:schemeClr val="bg1">
                  <a:lumMod val="50000"/>
                </a:schemeClr>
              </a:gs>
            </a:gsLst>
            <a:lin ang="2700000" scaled="1"/>
            <a:tileRect/>
          </a:gra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7" name="TextBox 10">
                <a:extLst>
                  <a:ext uri="{FF2B5EF4-FFF2-40B4-BE49-F238E27FC236}">
                    <a16:creationId xmlns:a16="http://schemas.microsoft.com/office/drawing/2014/main" id="{B215AA15-06BF-4D83-A5CD-B6A967095CE1}"/>
                  </a:ext>
                </a:extLst>
              </p:cNvPr>
              <p:cNvSpPr txBox="1"/>
              <p:nvPr/>
            </p:nvSpPr>
            <p:spPr>
              <a:xfrm>
                <a:off x="6979793" y="3610901"/>
                <a:ext cx="315234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>
                          <a:latin typeface="Cambria Math" panose="02040503050406030204" pitchFamily="18" charset="0"/>
                        </a:rPr>
                        <m:t>𝛼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267" name="TextBox 10">
                <a:extLst>
                  <a:ext uri="{FF2B5EF4-FFF2-40B4-BE49-F238E27FC236}">
                    <a16:creationId xmlns:a16="http://schemas.microsoft.com/office/drawing/2014/main" id="{B215AA15-06BF-4D83-A5CD-B6A967095C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79793" y="3610901"/>
                <a:ext cx="315234" cy="338554"/>
              </a:xfrm>
              <a:prstGeom prst="rect">
                <a:avLst/>
              </a:prstGeom>
              <a:blipFill>
                <a:blip r:embed="rId4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68" name="Straight Arrow Connector 17">
            <a:extLst>
              <a:ext uri="{FF2B5EF4-FFF2-40B4-BE49-F238E27FC236}">
                <a16:creationId xmlns:a16="http://schemas.microsoft.com/office/drawing/2014/main" id="{230BB7BA-7677-4C8C-B5E4-B82B7D463931}"/>
              </a:ext>
            </a:extLst>
          </p:cNvPr>
          <p:cNvCxnSpPr>
            <a:cxnSpLocks/>
          </p:cNvCxnSpPr>
          <p:nvPr/>
        </p:nvCxnSpPr>
        <p:spPr>
          <a:xfrm flipH="1">
            <a:off x="7187061" y="3675922"/>
            <a:ext cx="221585" cy="286539"/>
          </a:xfrm>
          <a:prstGeom prst="straightConnector1">
            <a:avLst/>
          </a:prstGeom>
          <a:ln w="38100">
            <a:solidFill>
              <a:schemeClr val="tx1"/>
            </a:solidFill>
            <a:tailEnd type="stealth" w="lg" len="lg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269" name="Partial Circle 9">
            <a:extLst>
              <a:ext uri="{FF2B5EF4-FFF2-40B4-BE49-F238E27FC236}">
                <a16:creationId xmlns:a16="http://schemas.microsoft.com/office/drawing/2014/main" id="{E72D69FE-BCE2-4231-B5B8-E4BAB5150F43}"/>
              </a:ext>
            </a:extLst>
          </p:cNvPr>
          <p:cNvSpPr>
            <a:spLocks noChangeAspect="1"/>
          </p:cNvSpPr>
          <p:nvPr/>
        </p:nvSpPr>
        <p:spPr>
          <a:xfrm>
            <a:off x="7331086" y="3538630"/>
            <a:ext cx="149214" cy="301366"/>
          </a:xfrm>
          <a:prstGeom prst="pie">
            <a:avLst>
              <a:gd name="adj1" fmla="val 16258856"/>
              <a:gd name="adj2" fmla="val 19252600"/>
            </a:avLst>
          </a:prstGeom>
          <a:gradFill flip="none" rotWithShape="1">
            <a:gsLst>
              <a:gs pos="0">
                <a:schemeClr val="tx1"/>
              </a:gs>
              <a:gs pos="50000">
                <a:schemeClr val="tx1">
                  <a:lumMod val="50000"/>
                  <a:lumOff val="50000"/>
                </a:schemeClr>
              </a:gs>
              <a:gs pos="100000">
                <a:schemeClr val="bg1">
                  <a:lumMod val="50000"/>
                </a:schemeClr>
              </a:gs>
            </a:gsLst>
            <a:lin ang="2700000" scaled="1"/>
            <a:tileRect/>
          </a:gra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0" name="TextBox 10">
                <a:extLst>
                  <a:ext uri="{FF2B5EF4-FFF2-40B4-BE49-F238E27FC236}">
                    <a16:creationId xmlns:a16="http://schemas.microsoft.com/office/drawing/2014/main" id="{2F6C10B6-03DA-4C5F-B367-63A41053B482}"/>
                  </a:ext>
                </a:extLst>
              </p:cNvPr>
              <p:cNvSpPr txBox="1"/>
              <p:nvPr/>
            </p:nvSpPr>
            <p:spPr>
              <a:xfrm>
                <a:off x="7370865" y="3290483"/>
                <a:ext cx="297046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>
                          <a:latin typeface="Cambria Math" panose="02040503050406030204" pitchFamily="18" charset="0"/>
                        </a:rPr>
                        <m:t>𝛽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270" name="TextBox 10">
                <a:extLst>
                  <a:ext uri="{FF2B5EF4-FFF2-40B4-BE49-F238E27FC236}">
                    <a16:creationId xmlns:a16="http://schemas.microsoft.com/office/drawing/2014/main" id="{2F6C10B6-03DA-4C5F-B367-63A41053B4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70865" y="3290483"/>
                <a:ext cx="297046" cy="338554"/>
              </a:xfrm>
              <a:prstGeom prst="rect">
                <a:avLst/>
              </a:prstGeom>
              <a:blipFill>
                <a:blip r:embed="rId41"/>
                <a:stretch>
                  <a:fillRect r="-4082" b="-1090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71" name="Straight Arrow Connector 17">
            <a:extLst>
              <a:ext uri="{FF2B5EF4-FFF2-40B4-BE49-F238E27FC236}">
                <a16:creationId xmlns:a16="http://schemas.microsoft.com/office/drawing/2014/main" id="{050CD12B-2348-4EAE-8F7E-7F476F6AB6E3}"/>
              </a:ext>
            </a:extLst>
          </p:cNvPr>
          <p:cNvCxnSpPr>
            <a:cxnSpLocks/>
          </p:cNvCxnSpPr>
          <p:nvPr/>
        </p:nvCxnSpPr>
        <p:spPr>
          <a:xfrm flipV="1">
            <a:off x="7400559" y="3230198"/>
            <a:ext cx="571923" cy="449644"/>
          </a:xfrm>
          <a:prstGeom prst="straightConnector1">
            <a:avLst/>
          </a:prstGeom>
          <a:ln w="38100">
            <a:solidFill>
              <a:schemeClr val="tx1"/>
            </a:solidFill>
            <a:tailEnd type="stealth" w="lg" len="lg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字方塊 2">
                <a:extLst>
                  <a:ext uri="{FF2B5EF4-FFF2-40B4-BE49-F238E27FC236}">
                    <a16:creationId xmlns:a16="http://schemas.microsoft.com/office/drawing/2014/main" id="{A6B3D15C-2EAB-4430-95B3-283CF3D3F5DB}"/>
                  </a:ext>
                </a:extLst>
              </p:cNvPr>
              <p:cNvSpPr txBox="1"/>
              <p:nvPr/>
            </p:nvSpPr>
            <p:spPr>
              <a:xfrm>
                <a:off x="3810002" y="1087906"/>
                <a:ext cx="1041398" cy="307777"/>
              </a:xfrm>
              <a:prstGeom prst="rect">
                <a:avLst/>
              </a:prstGeom>
              <a:solidFill>
                <a:srgbClr val="F1F1F1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400" b="0" i="1" smtClean="0">
                          <a:latin typeface="Cambria Math" panose="02040503050406030204" pitchFamily="18" charset="0"/>
                        </a:rPr>
                        <m:t>1,−1,−1, 2</m:t>
                      </m:r>
                    </m:oMath>
                  </m:oMathPara>
                </a14:m>
                <a:endParaRPr lang="zh-TW" altLang="en-US" sz="1400" dirty="0"/>
              </a:p>
            </p:txBody>
          </p:sp>
        </mc:Choice>
        <mc:Fallback xmlns="">
          <p:sp>
            <p:nvSpPr>
              <p:cNvPr id="3" name="文字方塊 2">
                <a:extLst>
                  <a:ext uri="{FF2B5EF4-FFF2-40B4-BE49-F238E27FC236}">
                    <a16:creationId xmlns:a16="http://schemas.microsoft.com/office/drawing/2014/main" id="{A6B3D15C-2EAB-4430-95B3-283CF3D3F5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0002" y="1087906"/>
                <a:ext cx="1041398" cy="307777"/>
              </a:xfrm>
              <a:prstGeom prst="rect">
                <a:avLst/>
              </a:prstGeom>
              <a:blipFill>
                <a:blip r:embed="rId4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圖片 3">
            <a:extLst>
              <a:ext uri="{FF2B5EF4-FFF2-40B4-BE49-F238E27FC236}">
                <a16:creationId xmlns:a16="http://schemas.microsoft.com/office/drawing/2014/main" id="{09CA91DB-926D-49D8-9D69-08A9E5C0199A}"/>
              </a:ext>
            </a:extLst>
          </p:cNvPr>
          <p:cNvPicPr>
            <a:picLocks noChangeAspect="1"/>
          </p:cNvPicPr>
          <p:nvPr/>
        </p:nvPicPr>
        <p:blipFill rotWithShape="1">
          <a:blip r:embed="rId43"/>
          <a:srcRect l="11715" t="25835" r="6795" b="19023"/>
          <a:stretch/>
        </p:blipFill>
        <p:spPr>
          <a:xfrm>
            <a:off x="6610441" y="650972"/>
            <a:ext cx="695234" cy="172610"/>
          </a:xfrm>
          <a:prstGeom prst="rect">
            <a:avLst/>
          </a:prstGeom>
        </p:spPr>
      </p:pic>
      <p:pic>
        <p:nvPicPr>
          <p:cNvPr id="2" name="圖片 1">
            <a:extLst>
              <a:ext uri="{FF2B5EF4-FFF2-40B4-BE49-F238E27FC236}">
                <a16:creationId xmlns:a16="http://schemas.microsoft.com/office/drawing/2014/main" id="{31CB424D-52D3-4BDF-89A3-ED038C3BE675}"/>
              </a:ext>
            </a:extLst>
          </p:cNvPr>
          <p:cNvPicPr>
            <a:picLocks noChangeAspect="1"/>
          </p:cNvPicPr>
          <p:nvPr/>
        </p:nvPicPr>
        <p:blipFill rotWithShape="1">
          <a:blip r:embed="rId44"/>
          <a:srcRect l="8885" t="22429" r="8429" b="17067"/>
          <a:stretch/>
        </p:blipFill>
        <p:spPr>
          <a:xfrm>
            <a:off x="6594476" y="650593"/>
            <a:ext cx="746918" cy="163002"/>
          </a:xfrm>
          <a:prstGeom prst="rect">
            <a:avLst/>
          </a:prstGeom>
        </p:spPr>
      </p:pic>
      <p:grpSp>
        <p:nvGrpSpPr>
          <p:cNvPr id="51" name="群組 50">
            <a:extLst>
              <a:ext uri="{FF2B5EF4-FFF2-40B4-BE49-F238E27FC236}">
                <a16:creationId xmlns:a16="http://schemas.microsoft.com/office/drawing/2014/main" id="{29EAE113-CFDF-4C3C-B71E-5DDBBE675D00}"/>
              </a:ext>
            </a:extLst>
          </p:cNvPr>
          <p:cNvGrpSpPr/>
          <p:nvPr/>
        </p:nvGrpSpPr>
        <p:grpSpPr>
          <a:xfrm>
            <a:off x="7218473" y="1799160"/>
            <a:ext cx="115586" cy="110880"/>
            <a:chOff x="1373392" y="2391862"/>
            <a:chExt cx="479433" cy="476535"/>
          </a:xfrm>
        </p:grpSpPr>
        <p:sp>
          <p:nvSpPr>
            <p:cNvPr id="53" name="箭號: 向右 52">
              <a:extLst>
                <a:ext uri="{FF2B5EF4-FFF2-40B4-BE49-F238E27FC236}">
                  <a16:creationId xmlns:a16="http://schemas.microsoft.com/office/drawing/2014/main" id="{F54E0DC7-4887-4AF4-8E7A-07E2CD7D5C56}"/>
                </a:ext>
              </a:extLst>
            </p:cNvPr>
            <p:cNvSpPr/>
            <p:nvPr/>
          </p:nvSpPr>
          <p:spPr>
            <a:xfrm>
              <a:off x="1411244" y="2735868"/>
              <a:ext cx="441581" cy="132529"/>
            </a:xfrm>
            <a:prstGeom prst="rightArrow">
              <a:avLst>
                <a:gd name="adj1" fmla="val 50000"/>
                <a:gd name="adj2" fmla="val 99023"/>
              </a:avLst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55" name="箭號: 向右 54">
              <a:extLst>
                <a:ext uri="{FF2B5EF4-FFF2-40B4-BE49-F238E27FC236}">
                  <a16:creationId xmlns:a16="http://schemas.microsoft.com/office/drawing/2014/main" id="{EF436FCC-3340-489F-93F7-7BFCCF8D86C5}"/>
                </a:ext>
              </a:extLst>
            </p:cNvPr>
            <p:cNvSpPr/>
            <p:nvPr/>
          </p:nvSpPr>
          <p:spPr>
            <a:xfrm rot="16200000">
              <a:off x="1218866" y="2546388"/>
              <a:ext cx="441581" cy="132529"/>
            </a:xfrm>
            <a:prstGeom prst="rightArrow">
              <a:avLst>
                <a:gd name="adj1" fmla="val 50000"/>
                <a:gd name="adj2" fmla="val 99023"/>
              </a:avLst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2000" dirty="0">
                <a:solidFill>
                  <a:schemeClr val="tx1"/>
                </a:solidFill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7" name="文字方塊 56">
                <a:extLst>
                  <a:ext uri="{FF2B5EF4-FFF2-40B4-BE49-F238E27FC236}">
                    <a16:creationId xmlns:a16="http://schemas.microsoft.com/office/drawing/2014/main" id="{E3BF5DE6-1E65-40FE-A4D3-8298C77C736D}"/>
                  </a:ext>
                </a:extLst>
              </p:cNvPr>
              <p:cNvSpPr txBox="1"/>
              <p:nvPr/>
            </p:nvSpPr>
            <p:spPr>
              <a:xfrm>
                <a:off x="7098596" y="1426183"/>
                <a:ext cx="438402" cy="4242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</m:oMath>
                  </m:oMathPara>
                </a14:m>
                <a:endParaRPr lang="en-US" altLang="zh-TW" sz="2000" dirty="0"/>
              </a:p>
            </p:txBody>
          </p:sp>
        </mc:Choice>
        <mc:Fallback xmlns="">
          <p:sp>
            <p:nvSpPr>
              <p:cNvPr id="57" name="文字方塊 56">
                <a:extLst>
                  <a:ext uri="{FF2B5EF4-FFF2-40B4-BE49-F238E27FC236}">
                    <a16:creationId xmlns:a16="http://schemas.microsoft.com/office/drawing/2014/main" id="{E3BF5DE6-1E65-40FE-A4D3-8298C77C73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98596" y="1426183"/>
                <a:ext cx="438402" cy="424283"/>
              </a:xfrm>
              <a:prstGeom prst="rect">
                <a:avLst/>
              </a:prstGeom>
              <a:blipFill>
                <a:blip r:embed="rId46"/>
                <a:stretch>
                  <a:fillRect b="-428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8" name="文字方塊 57">
                <a:extLst>
                  <a:ext uri="{FF2B5EF4-FFF2-40B4-BE49-F238E27FC236}">
                    <a16:creationId xmlns:a16="http://schemas.microsoft.com/office/drawing/2014/main" id="{27F0AC45-DE48-4577-9F0B-12EE8C3E6C15}"/>
                  </a:ext>
                </a:extLst>
              </p:cNvPr>
              <p:cNvSpPr txBox="1"/>
              <p:nvPr/>
            </p:nvSpPr>
            <p:spPr>
              <a:xfrm>
                <a:off x="7271578" y="1704336"/>
                <a:ext cx="388427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</m:oMath>
                  </m:oMathPara>
                </a14:m>
                <a:endParaRPr lang="en-US" altLang="zh-TW" sz="2000" dirty="0"/>
              </a:p>
            </p:txBody>
          </p:sp>
        </mc:Choice>
        <mc:Fallback xmlns="">
          <p:sp>
            <p:nvSpPr>
              <p:cNvPr id="58" name="文字方塊 57">
                <a:extLst>
                  <a:ext uri="{FF2B5EF4-FFF2-40B4-BE49-F238E27FC236}">
                    <a16:creationId xmlns:a16="http://schemas.microsoft.com/office/drawing/2014/main" id="{27F0AC45-DE48-4577-9F0B-12EE8C3E6C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71578" y="1704336"/>
                <a:ext cx="388427" cy="400110"/>
              </a:xfrm>
              <a:prstGeom prst="rect">
                <a:avLst/>
              </a:prstGeom>
              <a:blipFill>
                <a:blip r:embed="rId47"/>
                <a:stretch>
                  <a:fillRect b="-769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9" name="文字方塊 58">
                <a:extLst>
                  <a:ext uri="{FF2B5EF4-FFF2-40B4-BE49-F238E27FC236}">
                    <a16:creationId xmlns:a16="http://schemas.microsoft.com/office/drawing/2014/main" id="{98626B5E-17D6-4AD0-A286-FA717AE96590}"/>
                  </a:ext>
                </a:extLst>
              </p:cNvPr>
              <p:cNvSpPr txBox="1"/>
              <p:nvPr/>
            </p:nvSpPr>
            <p:spPr>
              <a:xfrm>
                <a:off x="6575136" y="2170408"/>
                <a:ext cx="652306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0.1</m:t>
                          </m:r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en-US" altLang="zh-TW" sz="1600" dirty="0"/>
              </a:p>
            </p:txBody>
          </p:sp>
        </mc:Choice>
        <mc:Fallback xmlns="">
          <p:sp>
            <p:nvSpPr>
              <p:cNvPr id="59" name="文字方塊 58">
                <a:extLst>
                  <a:ext uri="{FF2B5EF4-FFF2-40B4-BE49-F238E27FC236}">
                    <a16:creationId xmlns:a16="http://schemas.microsoft.com/office/drawing/2014/main" id="{98626B5E-17D6-4AD0-A286-FA717AE965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75136" y="2170408"/>
                <a:ext cx="652306" cy="338554"/>
              </a:xfrm>
              <a:prstGeom prst="rect">
                <a:avLst/>
              </a:prstGeom>
              <a:blipFill>
                <a:blip r:embed="rId48"/>
                <a:stretch>
                  <a:fillRect b="-535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0" name="文字方塊 59">
                <a:extLst>
                  <a:ext uri="{FF2B5EF4-FFF2-40B4-BE49-F238E27FC236}">
                    <a16:creationId xmlns:a16="http://schemas.microsoft.com/office/drawing/2014/main" id="{579D4DBF-CA7F-45FA-AADF-9819A39C2E0E}"/>
                  </a:ext>
                </a:extLst>
              </p:cNvPr>
              <p:cNvSpPr txBox="1"/>
              <p:nvPr/>
            </p:nvSpPr>
            <p:spPr>
              <a:xfrm>
                <a:off x="6392894" y="1276204"/>
                <a:ext cx="1673596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𝛼</m:t>
                          </m:r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</m:d>
                      <m:r>
                        <a:rPr lang="en-US" altLang="zh-TW" sz="160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zh-TW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0, </m:t>
                          </m:r>
                          <m:r>
                            <m:rPr>
                              <m:nor/>
                            </m:rPr>
                            <a:rPr lang="en-US" altLang="zh-TW" sz="160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</m:oMath>
                  </m:oMathPara>
                </a14:m>
                <a:endParaRPr lang="zh-TW" altLang="en-US" sz="1600" dirty="0"/>
              </a:p>
            </p:txBody>
          </p:sp>
        </mc:Choice>
        <mc:Fallback xmlns="">
          <p:sp>
            <p:nvSpPr>
              <p:cNvPr id="60" name="文字方塊 59">
                <a:extLst>
                  <a:ext uri="{FF2B5EF4-FFF2-40B4-BE49-F238E27FC236}">
                    <a16:creationId xmlns:a16="http://schemas.microsoft.com/office/drawing/2014/main" id="{579D4DBF-CA7F-45FA-AADF-9819A39C2E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92894" y="1276204"/>
                <a:ext cx="1673596" cy="338554"/>
              </a:xfrm>
              <a:prstGeom prst="rect">
                <a:avLst/>
              </a:prstGeom>
              <a:blipFill>
                <a:blip r:embed="rId49"/>
                <a:stretch>
                  <a:fillRect b="-892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1" name="圖片 60">
            <a:extLst>
              <a:ext uri="{FF2B5EF4-FFF2-40B4-BE49-F238E27FC236}">
                <a16:creationId xmlns:a16="http://schemas.microsoft.com/office/drawing/2014/main" id="{C2F30A2E-1711-4B72-BE68-A9D11C8D679F}"/>
              </a:ext>
            </a:extLst>
          </p:cNvPr>
          <p:cNvPicPr>
            <a:picLocks noChangeAspect="1"/>
          </p:cNvPicPr>
          <p:nvPr/>
        </p:nvPicPr>
        <p:blipFill rotWithShape="1">
          <a:blip r:embed="rId50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0879" t="9023" r="4888" b="70339"/>
          <a:stretch/>
        </p:blipFill>
        <p:spPr>
          <a:xfrm>
            <a:off x="7905360" y="1248404"/>
            <a:ext cx="413382" cy="134348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2" name="文字方塊 61">
                <a:extLst>
                  <a:ext uri="{FF2B5EF4-FFF2-40B4-BE49-F238E27FC236}">
                    <a16:creationId xmlns:a16="http://schemas.microsoft.com/office/drawing/2014/main" id="{90CDEC3B-AFBF-475B-9777-75658C61CF26}"/>
                  </a:ext>
                </a:extLst>
              </p:cNvPr>
              <p:cNvSpPr txBox="1"/>
              <p:nvPr/>
            </p:nvSpPr>
            <p:spPr>
              <a:xfrm>
                <a:off x="7823895" y="2332876"/>
                <a:ext cx="478319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sz="1400"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altLang="zh-TW" sz="1400">
                          <a:latin typeface="Cambria Math" panose="02040503050406030204" pitchFamily="18" charset="0"/>
                        </a:rPr>
                        <m:t>.</m:t>
                      </m:r>
                      <m:r>
                        <m:rPr>
                          <m:sty m:val="p"/>
                        </m:rPr>
                        <a:rPr lang="en-US" altLang="zh-TW" sz="1400">
                          <a:latin typeface="Cambria Math" panose="02040503050406030204" pitchFamily="18" charset="0"/>
                        </a:rPr>
                        <m:t>u</m:t>
                      </m:r>
                      <m:r>
                        <a:rPr lang="en-US" altLang="zh-TW" sz="140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TW" altLang="en-US" sz="1400" dirty="0"/>
              </a:p>
            </p:txBody>
          </p:sp>
        </mc:Choice>
        <mc:Fallback xmlns="">
          <p:sp>
            <p:nvSpPr>
              <p:cNvPr id="62" name="文字方塊 61">
                <a:extLst>
                  <a:ext uri="{FF2B5EF4-FFF2-40B4-BE49-F238E27FC236}">
                    <a16:creationId xmlns:a16="http://schemas.microsoft.com/office/drawing/2014/main" id="{90CDEC3B-AFBF-475B-9777-75658C61CF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23895" y="2332876"/>
                <a:ext cx="478319" cy="307777"/>
              </a:xfrm>
              <a:prstGeom prst="rect">
                <a:avLst/>
              </a:prstGeom>
              <a:blipFill>
                <a:blip r:embed="rId3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202547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 佈景主題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佈景主題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佈景主題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5570</TotalTime>
  <Words>993</Words>
  <Application>Microsoft Office PowerPoint</Application>
  <PresentationFormat>自訂</PresentationFormat>
  <Paragraphs>630</Paragraphs>
  <Slides>27</Slides>
  <Notes>0</Notes>
  <HiddenSlides>26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27</vt:i4>
      </vt:variant>
    </vt:vector>
  </HeadingPairs>
  <TitlesOfParts>
    <vt:vector size="34" baseType="lpstr">
      <vt:lpstr>新細明體</vt:lpstr>
      <vt:lpstr>Arial</vt:lpstr>
      <vt:lpstr>Calibri</vt:lpstr>
      <vt:lpstr>Calibri Light</vt:lpstr>
      <vt:lpstr>Cambria Math</vt:lpstr>
      <vt:lpstr>Times New Roman</vt:lpstr>
      <vt:lpstr>Office 佈景主題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nycugpu</dc:creator>
  <cp:lastModifiedBy>nycugpu</cp:lastModifiedBy>
  <cp:revision>89</cp:revision>
  <dcterms:created xsi:type="dcterms:W3CDTF">2026-04-27T03:03:02Z</dcterms:created>
  <dcterms:modified xsi:type="dcterms:W3CDTF">2026-07-05T15:39:22Z</dcterms:modified>
</cp:coreProperties>
</file>