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5098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287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75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75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75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0759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5683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584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993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635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2560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9880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711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2480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20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1.png"/><Relationship Id="rId26" Type="http://schemas.openxmlformats.org/officeDocument/2006/relationships/image" Target="../media/image13.png"/><Relationship Id="rId39" Type="http://schemas.openxmlformats.org/officeDocument/2006/relationships/image" Target="../media/image7.png"/><Relationship Id="rId21" Type="http://schemas.openxmlformats.org/officeDocument/2006/relationships/image" Target="../media/image10.png"/><Relationship Id="rId34" Type="http://schemas.openxmlformats.org/officeDocument/2006/relationships/image" Target="../media/image46.png"/><Relationship Id="rId42" Type="http://schemas.openxmlformats.org/officeDocument/2006/relationships/image" Target="../media/image28.png"/><Relationship Id="rId47" Type="http://schemas.openxmlformats.org/officeDocument/2006/relationships/image" Target="../media/image17.png"/><Relationship Id="rId50" Type="http://schemas.openxmlformats.org/officeDocument/2006/relationships/image" Target="../media/image24.png"/><Relationship Id="rId2" Type="http://schemas.openxmlformats.org/officeDocument/2006/relationships/image" Target="../media/image1.png"/><Relationship Id="rId20" Type="http://schemas.openxmlformats.org/officeDocument/2006/relationships/image" Target="../media/image91.png"/><Relationship Id="rId29" Type="http://schemas.openxmlformats.org/officeDocument/2006/relationships/image" Target="../media/image70.png"/><Relationship Id="rId41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24" Type="http://schemas.openxmlformats.org/officeDocument/2006/relationships/image" Target="../media/image36.png"/><Relationship Id="rId32" Type="http://schemas.openxmlformats.org/officeDocument/2006/relationships/image" Target="../media/image100.png"/><Relationship Id="rId37" Type="http://schemas.openxmlformats.org/officeDocument/2006/relationships/image" Target="../media/image130.png"/><Relationship Id="rId40" Type="http://schemas.openxmlformats.org/officeDocument/2006/relationships/image" Target="../media/image8.png"/><Relationship Id="rId45" Type="http://schemas.openxmlformats.org/officeDocument/2006/relationships/image" Target="../media/image15.png"/><Relationship Id="rId11" Type="http://schemas.openxmlformats.org/officeDocument/2006/relationships/image" Target="../media/image23.png"/><Relationship Id="rId53" Type="http://schemas.openxmlformats.org/officeDocument/2006/relationships/image" Target="../media/image19.png"/><Relationship Id="rId5" Type="http://schemas.openxmlformats.org/officeDocument/2006/relationships/image" Target="../media/image4.png"/><Relationship Id="rId23" Type="http://schemas.openxmlformats.org/officeDocument/2006/relationships/image" Target="../media/image35.png"/><Relationship Id="rId36" Type="http://schemas.openxmlformats.org/officeDocument/2006/relationships/image" Target="../media/image120.png"/><Relationship Id="rId49" Type="http://schemas.openxmlformats.org/officeDocument/2006/relationships/image" Target="../media/image14.png"/><Relationship Id="rId19" Type="http://schemas.openxmlformats.org/officeDocument/2006/relationships/image" Target="../media/image81.png"/><Relationship Id="rId31" Type="http://schemas.openxmlformats.org/officeDocument/2006/relationships/image" Target="../media/image90.png"/><Relationship Id="rId44" Type="http://schemas.openxmlformats.org/officeDocument/2006/relationships/image" Target="../media/image21.png"/><Relationship Id="rId52" Type="http://schemas.openxmlformats.org/officeDocument/2006/relationships/image" Target="../media/image18.png"/><Relationship Id="rId4" Type="http://schemas.openxmlformats.org/officeDocument/2006/relationships/image" Target="../media/image3.png"/><Relationship Id="rId22" Type="http://schemas.openxmlformats.org/officeDocument/2006/relationships/image" Target="../media/image11.png"/><Relationship Id="rId30" Type="http://schemas.openxmlformats.org/officeDocument/2006/relationships/image" Target="../media/image80.png"/><Relationship Id="rId35" Type="http://schemas.openxmlformats.org/officeDocument/2006/relationships/image" Target="../media/image110.png"/><Relationship Id="rId43" Type="http://schemas.openxmlformats.org/officeDocument/2006/relationships/image" Target="../media/image20.png"/><Relationship Id="rId48" Type="http://schemas.openxmlformats.org/officeDocument/2006/relationships/image" Target="../media/image9.png"/><Relationship Id="rId51" Type="http://schemas.openxmlformats.org/officeDocument/2006/relationships/image" Target="../media/image25.png"/><Relationship Id="rId3" Type="http://schemas.openxmlformats.org/officeDocument/2006/relationships/image" Target="../media/image2.png"/><Relationship Id="rId12" Type="http://schemas.openxmlformats.org/officeDocument/2006/relationships/image" Target="../media/image60.png"/><Relationship Id="rId25" Type="http://schemas.openxmlformats.org/officeDocument/2006/relationships/image" Target="../media/image12.png"/><Relationship Id="rId38" Type="http://schemas.openxmlformats.org/officeDocument/2006/relationships/image" Target="../media/image6.png"/><Relationship Id="rId46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A41F267B-5869-46A3-BE58-3F2D6B675712}"/>
              </a:ext>
            </a:extLst>
          </p:cNvPr>
          <p:cNvSpPr/>
          <p:nvPr/>
        </p:nvSpPr>
        <p:spPr>
          <a:xfrm>
            <a:off x="166837" y="159292"/>
            <a:ext cx="8688540" cy="10481187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dirty="0"/>
          </a:p>
        </p:txBody>
      </p:sp>
      <p:pic>
        <p:nvPicPr>
          <p:cNvPr id="211" name="圖片 210">
            <a:extLst>
              <a:ext uri="{FF2B5EF4-FFF2-40B4-BE49-F238E27FC236}">
                <a16:creationId xmlns:a16="http://schemas.microsoft.com/office/drawing/2014/main" id="{5959A80E-3D0D-41E4-9FB4-4B0D3FB450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6281352" y="5290498"/>
            <a:ext cx="2113348" cy="2105979"/>
          </a:xfrm>
          <a:prstGeom prst="rect">
            <a:avLst/>
          </a:prstGeom>
        </p:spPr>
      </p:pic>
      <p:pic>
        <p:nvPicPr>
          <p:cNvPr id="213" name="圖片 212">
            <a:extLst>
              <a:ext uri="{FF2B5EF4-FFF2-40B4-BE49-F238E27FC236}">
                <a16:creationId xmlns:a16="http://schemas.microsoft.com/office/drawing/2014/main" id="{351B04B7-DFC3-4242-9CC9-930643306A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705423" y="5290498"/>
            <a:ext cx="2136201" cy="2105979"/>
          </a:xfrm>
          <a:prstGeom prst="rect">
            <a:avLst/>
          </a:prstGeom>
        </p:spPr>
      </p:pic>
      <p:pic>
        <p:nvPicPr>
          <p:cNvPr id="226" name="圖片 225">
            <a:extLst>
              <a:ext uri="{FF2B5EF4-FFF2-40B4-BE49-F238E27FC236}">
                <a16:creationId xmlns:a16="http://schemas.microsoft.com/office/drawing/2014/main" id="{B1C2A314-27ED-4197-ADA9-732EDEC663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552641" y="2005497"/>
            <a:ext cx="2113348" cy="2105979"/>
          </a:xfrm>
          <a:prstGeom prst="rect">
            <a:avLst/>
          </a:prstGeom>
        </p:spPr>
      </p:pic>
      <p:pic>
        <p:nvPicPr>
          <p:cNvPr id="229" name="圖片 228">
            <a:extLst>
              <a:ext uri="{FF2B5EF4-FFF2-40B4-BE49-F238E27FC236}">
                <a16:creationId xmlns:a16="http://schemas.microsoft.com/office/drawing/2014/main" id="{87AA9ECD-82F9-4EEB-A3EC-055929050C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552641" y="8181588"/>
            <a:ext cx="2113348" cy="2105979"/>
          </a:xfrm>
          <a:prstGeom prst="rect">
            <a:avLst/>
          </a:prstGeom>
        </p:spPr>
      </p:pic>
      <p:sp>
        <p:nvSpPr>
          <p:cNvPr id="219" name="矩形: 圓角 218">
            <a:extLst>
              <a:ext uri="{FF2B5EF4-FFF2-40B4-BE49-F238E27FC236}">
                <a16:creationId xmlns:a16="http://schemas.microsoft.com/office/drawing/2014/main" id="{BB370057-6AA8-4B59-9446-BFD4000C304D}"/>
              </a:ext>
            </a:extLst>
          </p:cNvPr>
          <p:cNvSpPr/>
          <p:nvPr/>
        </p:nvSpPr>
        <p:spPr>
          <a:xfrm>
            <a:off x="9145285" y="159292"/>
            <a:ext cx="8688540" cy="10481187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dirty="0"/>
          </a:p>
        </p:txBody>
      </p:sp>
      <p:pic>
        <p:nvPicPr>
          <p:cNvPr id="210" name="圖片 209">
            <a:extLst>
              <a:ext uri="{FF2B5EF4-FFF2-40B4-BE49-F238E27FC236}">
                <a16:creationId xmlns:a16="http://schemas.microsoft.com/office/drawing/2014/main" id="{86C94747-A2D5-4869-B460-F0D3EB98FE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12420940" y="2016369"/>
            <a:ext cx="2079856" cy="2084234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1522CC16-8EB5-4D25-BF95-A2E4596404B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12421245" y="8197329"/>
            <a:ext cx="2088614" cy="2088614"/>
          </a:xfrm>
          <a:prstGeom prst="rect">
            <a:avLst/>
          </a:prstGeom>
        </p:spPr>
      </p:pic>
      <p:pic>
        <p:nvPicPr>
          <p:cNvPr id="208" name="圖片 207">
            <a:extLst>
              <a:ext uri="{FF2B5EF4-FFF2-40B4-BE49-F238E27FC236}">
                <a16:creationId xmlns:a16="http://schemas.microsoft.com/office/drawing/2014/main" id="{7E0E7A94-946E-481E-89CA-90F28B1360F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15211911" y="5290498"/>
            <a:ext cx="2072193" cy="2075476"/>
          </a:xfrm>
          <a:prstGeom prst="rect">
            <a:avLst/>
          </a:prstGeom>
        </p:spPr>
      </p:pic>
      <p:pic>
        <p:nvPicPr>
          <p:cNvPr id="189" name="圖片 188">
            <a:extLst>
              <a:ext uri="{FF2B5EF4-FFF2-40B4-BE49-F238E27FC236}">
                <a16:creationId xmlns:a16="http://schemas.microsoft.com/office/drawing/2014/main" id="{B338C595-563D-4742-8B2B-CFBE9A8A9EE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9624058" y="5290498"/>
            <a:ext cx="2120139" cy="2084816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504E6472-D541-42B6-AAE9-F372792CF901}"/>
              </a:ext>
            </a:extLst>
          </p:cNvPr>
          <p:cNvGrpSpPr/>
          <p:nvPr/>
        </p:nvGrpSpPr>
        <p:grpSpPr>
          <a:xfrm>
            <a:off x="6357324" y="1991471"/>
            <a:ext cx="2090057" cy="2090057"/>
            <a:chOff x="7369987" y="1465126"/>
            <a:chExt cx="2090057" cy="209005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57E41D4F-4C5E-48C8-B193-DCF0EB2677CC}"/>
              </a:ext>
            </a:extLst>
          </p:cNvPr>
          <p:cNvGrpSpPr/>
          <p:nvPr/>
        </p:nvGrpSpPr>
        <p:grpSpPr>
          <a:xfrm>
            <a:off x="1456590" y="8193429"/>
            <a:ext cx="2090057" cy="2090057"/>
            <a:chOff x="3321304" y="8992368"/>
            <a:chExt cx="2090057" cy="2090057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2AE83754-BBDC-42C7-9EB0-2DE583397011}"/>
              </a:ext>
            </a:extLst>
          </p:cNvPr>
          <p:cNvGrpSpPr/>
          <p:nvPr/>
        </p:nvGrpSpPr>
        <p:grpSpPr>
          <a:xfrm>
            <a:off x="6293287" y="7407468"/>
            <a:ext cx="2090057" cy="2090057"/>
            <a:chOff x="8631015" y="5186974"/>
            <a:chExt cx="2090057" cy="2090057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35A9C3FA-3175-41A5-A2FC-580464197AB0}"/>
              </a:ext>
            </a:extLst>
          </p:cNvPr>
          <p:cNvGrpSpPr/>
          <p:nvPr/>
        </p:nvGrpSpPr>
        <p:grpSpPr>
          <a:xfrm>
            <a:off x="707144" y="3171455"/>
            <a:ext cx="2090057" cy="2090057"/>
            <a:chOff x="-756975" y="5254023"/>
            <a:chExt cx="2090057" cy="2090057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3870687" y="7597223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687" y="7597223"/>
                <a:ext cx="1477257" cy="369332"/>
              </a:xfrm>
              <a:prstGeom prst="rect">
                <a:avLst/>
              </a:prstGeom>
              <a:blipFill>
                <a:blip r:embed="rId12"/>
                <a:stretch>
                  <a:fillRect t="-119672" r="-12397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3926126" y="4173812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6126" y="4173812"/>
                <a:ext cx="1477257" cy="369332"/>
              </a:xfrm>
              <a:prstGeom prst="rect">
                <a:avLst/>
              </a:prstGeom>
              <a:blipFill>
                <a:blip r:embed="rId13"/>
                <a:stretch>
                  <a:fillRect t="-121667" r="-12810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/>
              <p:nvPr/>
            </p:nvSpPr>
            <p:spPr>
              <a:xfrm>
                <a:off x="12727645" y="7626719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7645" y="7626719"/>
                <a:ext cx="1477257" cy="369332"/>
              </a:xfrm>
              <a:prstGeom prst="rect">
                <a:avLst/>
              </a:prstGeom>
              <a:blipFill>
                <a:blip r:embed="rId19"/>
                <a:stretch>
                  <a:fillRect t="-119672" r="-12397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/>
              <p:nvPr/>
            </p:nvSpPr>
            <p:spPr>
              <a:xfrm>
                <a:off x="12727645" y="4203308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7645" y="4203308"/>
                <a:ext cx="1477257" cy="369332"/>
              </a:xfrm>
              <a:prstGeom prst="rect">
                <a:avLst/>
              </a:prstGeom>
              <a:blipFill>
                <a:blip r:embed="rId20"/>
                <a:stretch>
                  <a:fillRect t="-121667" r="-12397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0" name="群組 189">
            <a:extLst>
              <a:ext uri="{FF2B5EF4-FFF2-40B4-BE49-F238E27FC236}">
                <a16:creationId xmlns:a16="http://schemas.microsoft.com/office/drawing/2014/main" id="{B893DE33-FAFB-49B0-93C2-2E631CACB533}"/>
              </a:ext>
            </a:extLst>
          </p:cNvPr>
          <p:cNvGrpSpPr/>
          <p:nvPr/>
        </p:nvGrpSpPr>
        <p:grpSpPr>
          <a:xfrm>
            <a:off x="4465091" y="2546690"/>
            <a:ext cx="528454" cy="687439"/>
            <a:chOff x="6721063" y="1832108"/>
            <a:chExt cx="909417" cy="118301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blipFill>
                  <a:blip r:embed="rId21"/>
                  <a:stretch>
                    <a:fillRect r="-55000" b="-312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blipFill>
                  <a:blip r:embed="rId22"/>
                  <a:stretch>
                    <a:fillRect r="-47500" b="-491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E4197EFF-A05F-4595-B762-ACA9189A43F6}"/>
              </a:ext>
            </a:extLst>
          </p:cNvPr>
          <p:cNvGrpSpPr/>
          <p:nvPr/>
        </p:nvGrpSpPr>
        <p:grpSpPr>
          <a:xfrm>
            <a:off x="7232062" y="2584787"/>
            <a:ext cx="490354" cy="618561"/>
            <a:chOff x="6721063" y="1897673"/>
            <a:chExt cx="843851" cy="1064482"/>
          </a:xfrm>
        </p:grpSpPr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6721063" y="1897673"/>
                  <a:ext cx="416138" cy="61605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97673"/>
                  <a:ext cx="416138" cy="616053"/>
                </a:xfrm>
                <a:prstGeom prst="rect">
                  <a:avLst/>
                </a:prstGeom>
                <a:blipFill>
                  <a:blip r:embed="rId23"/>
                  <a:stretch>
                    <a:fillRect r="-40000"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7148776" y="2379537"/>
                  <a:ext cx="416138" cy="5826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8776" y="2379537"/>
                  <a:ext cx="416138" cy="582618"/>
                </a:xfrm>
                <a:prstGeom prst="rect">
                  <a:avLst/>
                </a:prstGeom>
                <a:blipFill>
                  <a:blip r:embed="rId24"/>
                  <a:stretch>
                    <a:fillRect r="-30000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2" name="群組 201">
            <a:extLst>
              <a:ext uri="{FF2B5EF4-FFF2-40B4-BE49-F238E27FC236}">
                <a16:creationId xmlns:a16="http://schemas.microsoft.com/office/drawing/2014/main" id="{D2DFB305-BF8C-4703-A5A8-8CFFA97BD783}"/>
              </a:ext>
            </a:extLst>
          </p:cNvPr>
          <p:cNvGrpSpPr/>
          <p:nvPr/>
        </p:nvGrpSpPr>
        <p:grpSpPr>
          <a:xfrm>
            <a:off x="13324980" y="2546690"/>
            <a:ext cx="528454" cy="687439"/>
            <a:chOff x="6721063" y="1832108"/>
            <a:chExt cx="909417" cy="1183013"/>
          </a:xfrm>
        </p:grpSpPr>
        <p:grpSp>
          <p:nvGrpSpPr>
            <p:cNvPr id="203" name="群組 202">
              <a:extLst>
                <a:ext uri="{FF2B5EF4-FFF2-40B4-BE49-F238E27FC236}">
                  <a16:creationId xmlns:a16="http://schemas.microsoft.com/office/drawing/2014/main" id="{6A2CD88E-89F0-434C-8214-077B2991D25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6" name="箭號: 向右 205">
                <a:extLst>
                  <a:ext uri="{FF2B5EF4-FFF2-40B4-BE49-F238E27FC236}">
                    <a16:creationId xmlns:a16="http://schemas.microsoft.com/office/drawing/2014/main" id="{19FB514E-20DF-49F9-8CE6-8F8A49F714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箭號: 向右 206">
                <a:extLst>
                  <a:ext uri="{FF2B5EF4-FFF2-40B4-BE49-F238E27FC236}">
                    <a16:creationId xmlns:a16="http://schemas.microsoft.com/office/drawing/2014/main" id="{54ED0251-8152-4E6C-B150-3A671D2B309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blipFill>
                  <a:blip r:embed="rId25"/>
                  <a:stretch>
                    <a:fillRect r="-55000" b="-312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/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blipFill>
                  <a:blip r:embed="rId26"/>
                  <a:stretch>
                    <a:fillRect r="-45000" b="-491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2793064" y="364822"/>
            <a:ext cx="36823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文字方塊 216">
            <a:extLst>
              <a:ext uri="{FF2B5EF4-FFF2-40B4-BE49-F238E27FC236}">
                <a16:creationId xmlns:a16="http://schemas.microsoft.com/office/drawing/2014/main" id="{4E8161BD-6F61-4F15-B6B2-FB3C142EE141}"/>
              </a:ext>
            </a:extLst>
          </p:cNvPr>
          <p:cNvSpPr txBox="1"/>
          <p:nvPr/>
        </p:nvSpPr>
        <p:spPr>
          <a:xfrm>
            <a:off x="11497730" y="364822"/>
            <a:ext cx="3937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3564287" y="2021479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287" y="2021479"/>
                <a:ext cx="2090057" cy="369332"/>
              </a:xfrm>
              <a:prstGeom prst="rect">
                <a:avLst/>
              </a:prstGeom>
              <a:blipFill>
                <a:blip r:embed="rId2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92233" y="529049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33" y="5290498"/>
                <a:ext cx="2090057" cy="369332"/>
              </a:xfrm>
              <a:prstGeom prst="rect">
                <a:avLst/>
              </a:prstGeom>
              <a:blipFill>
                <a:blip r:embed="rId3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6293998" y="529049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3998" y="5290498"/>
                <a:ext cx="2090057" cy="369332"/>
              </a:xfrm>
              <a:prstGeom prst="rect">
                <a:avLst/>
              </a:prstGeom>
              <a:blipFill>
                <a:blip r:embed="rId3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3564287" y="821874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287" y="8218748"/>
                <a:ext cx="2090057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/>
              <p:nvPr/>
            </p:nvSpPr>
            <p:spPr>
              <a:xfrm>
                <a:off x="12421245" y="2037192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245" y="2037192"/>
                <a:ext cx="2090057" cy="369332"/>
              </a:xfrm>
              <a:prstGeom prst="rect">
                <a:avLst/>
              </a:prstGeom>
              <a:blipFill>
                <a:blip r:embed="rId3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/>
              <p:nvPr/>
            </p:nvSpPr>
            <p:spPr>
              <a:xfrm>
                <a:off x="9582541" y="529049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2541" y="5290498"/>
                <a:ext cx="2090057" cy="369332"/>
              </a:xfrm>
              <a:prstGeom prst="rect">
                <a:avLst/>
              </a:prstGeom>
              <a:blipFill>
                <a:blip r:embed="rId3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/>
              <p:nvPr/>
            </p:nvSpPr>
            <p:spPr>
              <a:xfrm>
                <a:off x="15184306" y="529049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306" y="5290498"/>
                <a:ext cx="2090057" cy="369332"/>
              </a:xfrm>
              <a:prstGeom prst="rect">
                <a:avLst/>
              </a:prstGeom>
              <a:blipFill>
                <a:blip r:embed="rId3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/>
              <p:nvPr/>
            </p:nvSpPr>
            <p:spPr>
              <a:xfrm>
                <a:off x="12421245" y="8196361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245" y="8196361"/>
                <a:ext cx="2090057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4" name="圖片 153">
            <a:extLst>
              <a:ext uri="{FF2B5EF4-FFF2-40B4-BE49-F238E27FC236}">
                <a16:creationId xmlns:a16="http://schemas.microsoft.com/office/drawing/2014/main" id="{1A455D7B-BF85-4D36-B818-A0BAC7A29E8C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2588104" y="805390"/>
            <a:ext cx="4091665" cy="1023410"/>
          </a:xfrm>
          <a:prstGeom prst="rect">
            <a:avLst/>
          </a:prstGeom>
        </p:spPr>
      </p:pic>
      <p:pic>
        <p:nvPicPr>
          <p:cNvPr id="155" name="圖片 154">
            <a:extLst>
              <a:ext uri="{FF2B5EF4-FFF2-40B4-BE49-F238E27FC236}">
                <a16:creationId xmlns:a16="http://schemas.microsoft.com/office/drawing/2014/main" id="{A0ACF2F4-F8ED-44AC-995F-141DEA069120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11443722" y="914399"/>
            <a:ext cx="4091665" cy="775803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AF5CA778-033E-442B-A3F4-05210E5E6503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667662" y="1934536"/>
            <a:ext cx="704851" cy="2247900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A655968D-72EB-42D5-BB82-1B895990D313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14519048" y="1931361"/>
            <a:ext cx="685801" cy="22288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/>
              <p:nvPr/>
            </p:nvSpPr>
            <p:spPr>
              <a:xfrm>
                <a:off x="3613775" y="3532775"/>
                <a:ext cx="5241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3775" y="3532775"/>
                <a:ext cx="524184" cy="369332"/>
              </a:xfrm>
              <a:prstGeom prst="rect">
                <a:avLst/>
              </a:prstGeom>
              <a:blipFill>
                <a:blip r:embed="rId41"/>
                <a:stretch>
                  <a:fillRect r="-27907"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/>
              <p:nvPr/>
            </p:nvSpPr>
            <p:spPr>
              <a:xfrm>
                <a:off x="12502301" y="3532775"/>
                <a:ext cx="5241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02301" y="3532775"/>
                <a:ext cx="524184" cy="369332"/>
              </a:xfrm>
              <a:prstGeom prst="rect">
                <a:avLst/>
              </a:prstGeom>
              <a:blipFill>
                <a:blip r:embed="rId42"/>
                <a:stretch>
                  <a:fillRect r="-27907"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/>
              <p:nvPr/>
            </p:nvSpPr>
            <p:spPr>
              <a:xfrm>
                <a:off x="5673372" y="3784238"/>
                <a:ext cx="538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3372" y="3784238"/>
                <a:ext cx="538983" cy="369332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/>
              <p:nvPr/>
            </p:nvSpPr>
            <p:spPr>
              <a:xfrm>
                <a:off x="14521212" y="3760527"/>
                <a:ext cx="538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21212" y="3760527"/>
                <a:ext cx="538983" cy="369332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D4CF9247-D5DA-4F85-9C0B-8EF768238ECC}"/>
              </a:ext>
            </a:extLst>
          </p:cNvPr>
          <p:cNvGrpSpPr/>
          <p:nvPr/>
        </p:nvGrpSpPr>
        <p:grpSpPr>
          <a:xfrm>
            <a:off x="3213282" y="4585869"/>
            <a:ext cx="2919455" cy="3036650"/>
            <a:chOff x="3213282" y="4585869"/>
            <a:chExt cx="2919455" cy="3036650"/>
          </a:xfrm>
        </p:grpSpPr>
        <p:grpSp>
          <p:nvGrpSpPr>
            <p:cNvPr id="187" name="群組 186">
              <a:extLst>
                <a:ext uri="{FF2B5EF4-FFF2-40B4-BE49-F238E27FC236}">
                  <a16:creationId xmlns:a16="http://schemas.microsoft.com/office/drawing/2014/main" id="{AA7923FE-EFE6-4FB2-A20E-9FDE65714468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225" name="Oval 14">
                <a:extLst>
                  <a:ext uri="{FF2B5EF4-FFF2-40B4-BE49-F238E27FC236}">
                    <a16:creationId xmlns:a16="http://schemas.microsoft.com/office/drawing/2014/main" id="{4BD69387-6012-41E8-898A-89FD51282699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7" name="Oval 4">
                <a:extLst>
                  <a:ext uri="{FF2B5EF4-FFF2-40B4-BE49-F238E27FC236}">
                    <a16:creationId xmlns:a16="http://schemas.microsoft.com/office/drawing/2014/main" id="{2F92DDA0-B59D-4F81-A8F4-09A3482FE1B4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15">
                <a:extLst>
                  <a:ext uri="{FF2B5EF4-FFF2-40B4-BE49-F238E27FC236}">
                    <a16:creationId xmlns:a16="http://schemas.microsoft.com/office/drawing/2014/main" id="{9DD6686B-C3D5-4889-A330-21F1A92854E1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0" name="SHO">
                <a:extLst>
                  <a:ext uri="{FF2B5EF4-FFF2-40B4-BE49-F238E27FC236}">
                    <a16:creationId xmlns:a16="http://schemas.microsoft.com/office/drawing/2014/main" id="{410F7FA8-4BF5-485B-AEAA-56999349425A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1" name="SVO">
                <a:extLst>
                  <a:ext uri="{FF2B5EF4-FFF2-40B4-BE49-F238E27FC236}">
                    <a16:creationId xmlns:a16="http://schemas.microsoft.com/office/drawing/2014/main" id="{8C5CDE49-0D16-48C2-BA85-F0A675C76E20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6">
                <a:extLst>
                  <a:ext uri="{FF2B5EF4-FFF2-40B4-BE49-F238E27FC236}">
                    <a16:creationId xmlns:a16="http://schemas.microsoft.com/office/drawing/2014/main" id="{61B557AE-3C9E-4ABD-A35F-93C0FE8162C6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3" name="TextBox 11">
                    <a:extLst>
                      <a:ext uri="{FF2B5EF4-FFF2-40B4-BE49-F238E27FC236}">
                        <a16:creationId xmlns:a16="http://schemas.microsoft.com/office/drawing/2014/main" id="{58F67AF0-E1F2-4424-AC6F-446EA78D2D0E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4" name="Oval 22">
                <a:extLst>
                  <a:ext uri="{FF2B5EF4-FFF2-40B4-BE49-F238E27FC236}">
                    <a16:creationId xmlns:a16="http://schemas.microsoft.com/office/drawing/2014/main" id="{B54B9A65-E9EE-4E40-AF0D-3515C83547C5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5" name="TextBox 12">
                    <a:extLst>
                      <a:ext uri="{FF2B5EF4-FFF2-40B4-BE49-F238E27FC236}">
                        <a16:creationId xmlns:a16="http://schemas.microsoft.com/office/drawing/2014/main" id="{47607F47-E129-4858-A861-09C3365EBAEB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blipFill>
                    <a:blip r:embed="rId4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13">
                    <a:extLst>
                      <a:ext uri="{FF2B5EF4-FFF2-40B4-BE49-F238E27FC236}">
                        <a16:creationId xmlns:a16="http://schemas.microsoft.com/office/drawing/2014/main" id="{B33E8240-9899-4532-AC48-E598959BF40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blipFill>
                    <a:blip r:embed="rId4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7" name="DVO">
                <a:extLst>
                  <a:ext uri="{FF2B5EF4-FFF2-40B4-BE49-F238E27FC236}">
                    <a16:creationId xmlns:a16="http://schemas.microsoft.com/office/drawing/2014/main" id="{AE1C2797-CE12-49AA-AD6B-38486FF79B63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8" name="Oval 23">
                <a:extLst>
                  <a:ext uri="{FF2B5EF4-FFF2-40B4-BE49-F238E27FC236}">
                    <a16:creationId xmlns:a16="http://schemas.microsoft.com/office/drawing/2014/main" id="{30D161B1-557E-4EDB-B883-2A204DBF4B2B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39" name="Straight Arrow Connector 7">
                <a:extLst>
                  <a:ext uri="{FF2B5EF4-FFF2-40B4-BE49-F238E27FC236}">
                    <a16:creationId xmlns:a16="http://schemas.microsoft.com/office/drawing/2014/main" id="{21C9AF08-E630-41FC-8453-E43675F3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Arrow Connector 19">
                <a:extLst>
                  <a:ext uri="{FF2B5EF4-FFF2-40B4-BE49-F238E27FC236}">
                    <a16:creationId xmlns:a16="http://schemas.microsoft.com/office/drawing/2014/main" id="{45D9C729-C398-40D1-8735-B27C4E4359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Arrow Connector 18">
                <a:extLst>
                  <a:ext uri="{FF2B5EF4-FFF2-40B4-BE49-F238E27FC236}">
                    <a16:creationId xmlns:a16="http://schemas.microsoft.com/office/drawing/2014/main" id="{2D674672-7BF3-4214-8AAC-11AF1314C12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" name="Oval 20">
                <a:extLst>
                  <a:ext uri="{FF2B5EF4-FFF2-40B4-BE49-F238E27FC236}">
                    <a16:creationId xmlns:a16="http://schemas.microsoft.com/office/drawing/2014/main" id="{D83C6FF7-5AFA-4D14-BC26-5C598791E980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2">
                <a:extLst>
                  <a:ext uri="{FF2B5EF4-FFF2-40B4-BE49-F238E27FC236}">
                    <a16:creationId xmlns:a16="http://schemas.microsoft.com/office/drawing/2014/main" id="{8104D381-3321-4F2C-92F4-6155A003D380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88" name="Partial Circle 9">
              <a:extLst>
                <a:ext uri="{FF2B5EF4-FFF2-40B4-BE49-F238E27FC236}">
                  <a16:creationId xmlns:a16="http://schemas.microsoft.com/office/drawing/2014/main" id="{2AFBCC79-F04F-466B-ADFC-6B0F5EE9564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/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4" name="Straight Arrow Connector 17">
              <a:extLst>
                <a:ext uri="{FF2B5EF4-FFF2-40B4-BE49-F238E27FC236}">
                  <a16:creationId xmlns:a16="http://schemas.microsoft.com/office/drawing/2014/main" id="{72160962-ED6B-4276-9648-48A0837070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15" name="Partial Circle 9">
              <a:extLst>
                <a:ext uri="{FF2B5EF4-FFF2-40B4-BE49-F238E27FC236}">
                  <a16:creationId xmlns:a16="http://schemas.microsoft.com/office/drawing/2014/main" id="{9274D7E2-329E-4899-B616-F270895C65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/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4" name="Straight Arrow Connector 17">
              <a:extLst>
                <a:ext uri="{FF2B5EF4-FFF2-40B4-BE49-F238E27FC236}">
                  <a16:creationId xmlns:a16="http://schemas.microsoft.com/office/drawing/2014/main" id="{A5E1917B-F216-467D-8063-BB521400D2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44" name="群組 243">
            <a:extLst>
              <a:ext uri="{FF2B5EF4-FFF2-40B4-BE49-F238E27FC236}">
                <a16:creationId xmlns:a16="http://schemas.microsoft.com/office/drawing/2014/main" id="{D78ACCD7-5574-4369-9A9A-E29ACF659AB6}"/>
              </a:ext>
            </a:extLst>
          </p:cNvPr>
          <p:cNvGrpSpPr/>
          <p:nvPr/>
        </p:nvGrpSpPr>
        <p:grpSpPr>
          <a:xfrm>
            <a:off x="12002548" y="4615365"/>
            <a:ext cx="2919455" cy="3036650"/>
            <a:chOff x="12002548" y="4615365"/>
            <a:chExt cx="2919455" cy="3036650"/>
          </a:xfrm>
        </p:grpSpPr>
        <p:grpSp>
          <p:nvGrpSpPr>
            <p:cNvPr id="245" name="群組 244">
              <a:extLst>
                <a:ext uri="{FF2B5EF4-FFF2-40B4-BE49-F238E27FC236}">
                  <a16:creationId xmlns:a16="http://schemas.microsoft.com/office/drawing/2014/main" id="{A3D54FA4-E99D-4AF3-BC68-CFFF07258001}"/>
                </a:ext>
              </a:extLst>
            </p:cNvPr>
            <p:cNvGrpSpPr/>
            <p:nvPr/>
          </p:nvGrpSpPr>
          <p:grpSpPr>
            <a:xfrm>
              <a:off x="12002548" y="4615365"/>
              <a:ext cx="2919455" cy="3036650"/>
              <a:chOff x="3909893" y="2121313"/>
              <a:chExt cx="2919455" cy="3036650"/>
            </a:xfrm>
          </p:grpSpPr>
          <p:sp>
            <p:nvSpPr>
              <p:cNvPr id="252" name="Oval 14">
                <a:extLst>
                  <a:ext uri="{FF2B5EF4-FFF2-40B4-BE49-F238E27FC236}">
                    <a16:creationId xmlns:a16="http://schemas.microsoft.com/office/drawing/2014/main" id="{BA7AF3BA-F8EC-448E-9760-5AE90A0C3210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3" name="Oval 4">
                <a:extLst>
                  <a:ext uri="{FF2B5EF4-FFF2-40B4-BE49-F238E27FC236}">
                    <a16:creationId xmlns:a16="http://schemas.microsoft.com/office/drawing/2014/main" id="{8054ED2F-23EF-41C8-AA86-D0634C3389EA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4" name="Oval 15">
                <a:extLst>
                  <a:ext uri="{FF2B5EF4-FFF2-40B4-BE49-F238E27FC236}">
                    <a16:creationId xmlns:a16="http://schemas.microsoft.com/office/drawing/2014/main" id="{C4D1BAC9-2667-43BF-A03B-20DDED74B086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5" name="SHO">
                <a:extLst>
                  <a:ext uri="{FF2B5EF4-FFF2-40B4-BE49-F238E27FC236}">
                    <a16:creationId xmlns:a16="http://schemas.microsoft.com/office/drawing/2014/main" id="{26AAA496-D16F-4DEF-A6CD-546668DB99C7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6" name="SVO">
                <a:extLst>
                  <a:ext uri="{FF2B5EF4-FFF2-40B4-BE49-F238E27FC236}">
                    <a16:creationId xmlns:a16="http://schemas.microsoft.com/office/drawing/2014/main" id="{E08153F8-E9CF-4798-AC63-BD9C44DE296E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7" name="Oval 6">
                <a:extLst>
                  <a:ext uri="{FF2B5EF4-FFF2-40B4-BE49-F238E27FC236}">
                    <a16:creationId xmlns:a16="http://schemas.microsoft.com/office/drawing/2014/main" id="{5BC00CF2-DECF-46A2-A20E-C725FC275F33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8" name="TextBox 11">
                    <a:extLst>
                      <a:ext uri="{FF2B5EF4-FFF2-40B4-BE49-F238E27FC236}">
                        <a16:creationId xmlns:a16="http://schemas.microsoft.com/office/drawing/2014/main" id="{8FE029E8-8F16-4A0F-B5E9-85A54AD7A663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68" name="TextBox 11">
                    <a:extLst>
                      <a:ext uri="{FF2B5EF4-FFF2-40B4-BE49-F238E27FC236}">
                        <a16:creationId xmlns:a16="http://schemas.microsoft.com/office/drawing/2014/main" id="{9EAFF765-5BD4-496D-B817-A2DA21690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9" name="Oval 22">
                <a:extLst>
                  <a:ext uri="{FF2B5EF4-FFF2-40B4-BE49-F238E27FC236}">
                    <a16:creationId xmlns:a16="http://schemas.microsoft.com/office/drawing/2014/main" id="{D1582ADB-8E66-45F9-8987-DA2969129008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0" name="TextBox 12">
                    <a:extLst>
                      <a:ext uri="{FF2B5EF4-FFF2-40B4-BE49-F238E27FC236}">
                        <a16:creationId xmlns:a16="http://schemas.microsoft.com/office/drawing/2014/main" id="{90C60833-6043-4E91-A83F-36072CFB25F5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70" name="TextBox 12">
                    <a:extLst>
                      <a:ext uri="{FF2B5EF4-FFF2-40B4-BE49-F238E27FC236}">
                        <a16:creationId xmlns:a16="http://schemas.microsoft.com/office/drawing/2014/main" id="{482FDF7B-4228-44D7-9AD1-2019BC8B5D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13">
                    <a:extLst>
                      <a:ext uri="{FF2B5EF4-FFF2-40B4-BE49-F238E27FC236}">
                        <a16:creationId xmlns:a16="http://schemas.microsoft.com/office/drawing/2014/main" id="{65FF33C6-2827-4D60-81CB-BC84D671A57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71" name="TextBox 13">
                    <a:extLst>
                      <a:ext uri="{FF2B5EF4-FFF2-40B4-BE49-F238E27FC236}">
                        <a16:creationId xmlns:a16="http://schemas.microsoft.com/office/drawing/2014/main" id="{A9337A4F-C6EE-4718-A998-FE49B9EE60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2" name="DVO">
                <a:extLst>
                  <a:ext uri="{FF2B5EF4-FFF2-40B4-BE49-F238E27FC236}">
                    <a16:creationId xmlns:a16="http://schemas.microsoft.com/office/drawing/2014/main" id="{BB8E0B88-06C2-40DD-B865-048C8A305366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3" name="Oval 23">
                <a:extLst>
                  <a:ext uri="{FF2B5EF4-FFF2-40B4-BE49-F238E27FC236}">
                    <a16:creationId xmlns:a16="http://schemas.microsoft.com/office/drawing/2014/main" id="{CD0A34AD-1D5F-48DE-8A8F-C4886C28CC93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64" name="Straight Arrow Connector 7">
                <a:extLst>
                  <a:ext uri="{FF2B5EF4-FFF2-40B4-BE49-F238E27FC236}">
                    <a16:creationId xmlns:a16="http://schemas.microsoft.com/office/drawing/2014/main" id="{0BE40F3B-2529-4014-BF42-B5B954EC0D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Arrow Connector 19">
                <a:extLst>
                  <a:ext uri="{FF2B5EF4-FFF2-40B4-BE49-F238E27FC236}">
                    <a16:creationId xmlns:a16="http://schemas.microsoft.com/office/drawing/2014/main" id="{93FB5493-5970-4ADB-8337-E126ECD787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Arrow Connector 18">
                <a:extLst>
                  <a:ext uri="{FF2B5EF4-FFF2-40B4-BE49-F238E27FC236}">
                    <a16:creationId xmlns:a16="http://schemas.microsoft.com/office/drawing/2014/main" id="{C3C9C248-467C-4911-9430-5370B68187E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7" name="Oval 20">
                <a:extLst>
                  <a:ext uri="{FF2B5EF4-FFF2-40B4-BE49-F238E27FC236}">
                    <a16:creationId xmlns:a16="http://schemas.microsoft.com/office/drawing/2014/main" id="{BF8531A7-8903-4040-8058-D754FD14E4FA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Oval 22">
                <a:extLst>
                  <a:ext uri="{FF2B5EF4-FFF2-40B4-BE49-F238E27FC236}">
                    <a16:creationId xmlns:a16="http://schemas.microsoft.com/office/drawing/2014/main" id="{D6473249-5172-4F55-AD4D-D5C3BB8E7A09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46" name="Partial Circle 9">
              <a:extLst>
                <a:ext uri="{FF2B5EF4-FFF2-40B4-BE49-F238E27FC236}">
                  <a16:creationId xmlns:a16="http://schemas.microsoft.com/office/drawing/2014/main" id="{41427706-94D6-4C2E-B8FD-984B93C48BA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3246383" y="5725702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/>
                <p:nvPr/>
              </p:nvSpPr>
              <p:spPr>
                <a:xfrm>
                  <a:off x="12786936" y="6060443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6936" y="6060443"/>
                  <a:ext cx="321504" cy="523220"/>
                </a:xfrm>
                <a:prstGeom prst="rect">
                  <a:avLst/>
                </a:prstGeom>
                <a:blipFill>
                  <a:blip r:embed="rId5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8" name="Straight Arrow Connector 17">
              <a:extLst>
                <a:ext uri="{FF2B5EF4-FFF2-40B4-BE49-F238E27FC236}">
                  <a16:creationId xmlns:a16="http://schemas.microsoft.com/office/drawing/2014/main" id="{58E58459-70FC-4D31-8953-09E5FDB61E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059948" y="6143977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9" name="Partial Circle 9">
              <a:extLst>
                <a:ext uri="{FF2B5EF4-FFF2-40B4-BE49-F238E27FC236}">
                  <a16:creationId xmlns:a16="http://schemas.microsoft.com/office/drawing/2014/main" id="{98131EC2-4BB2-4084-A868-D077844B0B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10122" y="5833069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/>
                <p:nvPr/>
              </p:nvSpPr>
              <p:spPr>
                <a:xfrm>
                  <a:off x="13513951" y="5488579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13951" y="5488579"/>
                  <a:ext cx="321504" cy="523220"/>
                </a:xfrm>
                <a:prstGeom prst="rect">
                  <a:avLst/>
                </a:prstGeom>
                <a:blipFill>
                  <a:blip r:embed="rId5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Straight Arrow Connector 17">
              <a:extLst>
                <a:ext uri="{FF2B5EF4-FFF2-40B4-BE49-F238E27FC236}">
                  <a16:creationId xmlns:a16="http://schemas.microsoft.com/office/drawing/2014/main" id="{B7556FE0-F756-4918-B319-7F47F4D214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47905" y="5334030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7604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</TotalTime>
  <Words>50</Words>
  <Application>Microsoft Office PowerPoint</Application>
  <PresentationFormat>自訂</PresentationFormat>
  <Paragraphs>34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29</cp:revision>
  <dcterms:created xsi:type="dcterms:W3CDTF">2026-04-27T03:03:02Z</dcterms:created>
  <dcterms:modified xsi:type="dcterms:W3CDTF">2026-05-06T06:19:47Z</dcterms:modified>
</cp:coreProperties>
</file>