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0" r:id="rId2"/>
    <p:sldId id="266" r:id="rId3"/>
    <p:sldId id="267" r:id="rId4"/>
    <p:sldId id="268" r:id="rId5"/>
    <p:sldId id="273" r:id="rId6"/>
    <p:sldId id="256" r:id="rId7"/>
    <p:sldId id="269" r:id="rId8"/>
    <p:sldId id="270" r:id="rId9"/>
    <p:sldId id="271" r:id="rId10"/>
    <p:sldId id="272" r:id="rId11"/>
  </p:sldIdLst>
  <p:sldSz cx="990600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1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94620"/>
            <a:ext cx="74295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945535"/>
            <a:ext cx="74295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48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52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448807"/>
            <a:ext cx="854392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204734"/>
            <a:ext cx="854392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43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40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95846"/>
            <a:ext cx="8543925" cy="3479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441305"/>
            <a:ext cx="4190702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657582"/>
            <a:ext cx="4190702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441305"/>
            <a:ext cx="421134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657582"/>
            <a:ext cx="4211340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09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86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32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259199"/>
            <a:ext cx="501491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67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259199"/>
            <a:ext cx="501491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09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06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95846"/>
            <a:ext cx="2135981" cy="152560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95846"/>
            <a:ext cx="6284119" cy="152560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11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95846"/>
            <a:ext cx="854392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479227"/>
            <a:ext cx="854392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668542"/>
            <a:ext cx="334327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97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3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45.png"/><Relationship Id="rId4" Type="http://schemas.openxmlformats.org/officeDocument/2006/relationships/image" Target="../media/image3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44.png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1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6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9C426D8-9F0E-49E8-AA33-84D1E5B90C14}"/>
              </a:ext>
            </a:extLst>
          </p:cNvPr>
          <p:cNvGrpSpPr/>
          <p:nvPr/>
        </p:nvGrpSpPr>
        <p:grpSpPr>
          <a:xfrm>
            <a:off x="2144389" y="-1652527"/>
            <a:ext cx="5617233" cy="5105279"/>
            <a:chOff x="1905000" y="990600"/>
            <a:chExt cx="5617233" cy="5105279"/>
          </a:xfrm>
        </p:grpSpPr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3380EA81-C5F8-4D79-838A-1520DA874E3D}"/>
                </a:ext>
              </a:extLst>
            </p:cNvPr>
            <p:cNvSpPr/>
            <p:nvPr/>
          </p:nvSpPr>
          <p:spPr>
            <a:xfrm>
              <a:off x="1905000" y="990600"/>
              <a:ext cx="5617233" cy="503063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8A063E4B-5939-4A6B-BBA1-577A84F295CD}"/>
                </a:ext>
              </a:extLst>
            </p:cNvPr>
            <p:cNvSpPr/>
            <p:nvPr/>
          </p:nvSpPr>
          <p:spPr>
            <a:xfrm>
              <a:off x="2938786" y="2092081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F41FB454-9EBF-4826-979F-79FDC56BC6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4943401" y="2274078"/>
              <a:ext cx="2540221" cy="1549400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0FFC921-9431-4002-8415-4B1B12481A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/>
            <a:stretch/>
          </p:blipFill>
          <p:spPr>
            <a:xfrm>
              <a:off x="4941712" y="4155355"/>
              <a:ext cx="2540221" cy="194052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/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/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874BB4B9-3647-41B7-863B-BA4D9B796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2611" y="3664243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9887D0E-0A07-4759-90BA-97FE7DA61E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1286" y="3454101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/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/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/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  <m:sup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0,0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⋅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b="1" i="1" dirty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/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/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A3003D1-3B3C-4C0A-8234-851BB0A0B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2905781" y="2235808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/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C81BC7C2-E257-4F42-9817-26DF68AFD2E9}"/>
                </a:ext>
              </a:extLst>
            </p:cNvPr>
            <p:cNvGrpSpPr/>
            <p:nvPr/>
          </p:nvGrpSpPr>
          <p:grpSpPr>
            <a:xfrm>
              <a:off x="3723065" y="2584890"/>
              <a:ext cx="666253" cy="711268"/>
              <a:chOff x="6394099" y="1329789"/>
              <a:chExt cx="1805559" cy="1927549"/>
            </a:xfrm>
          </p:grpSpPr>
          <p:grpSp>
            <p:nvGrpSpPr>
              <p:cNvPr id="23" name="群組 22">
                <a:extLst>
                  <a:ext uri="{FF2B5EF4-FFF2-40B4-BE49-F238E27FC236}">
                    <a16:creationId xmlns:a16="http://schemas.microsoft.com/office/drawing/2014/main" id="{B31EA4FA-38D3-4AE2-A4C3-9A0D34FF1D74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" name="箭號: 向右 25">
                  <a:extLst>
                    <a:ext uri="{FF2B5EF4-FFF2-40B4-BE49-F238E27FC236}">
                      <a16:creationId xmlns:a16="http://schemas.microsoft.com/office/drawing/2014/main" id="{5CA7BE29-053C-470C-B9B9-1422568F30A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箭號: 向右 26">
                  <a:extLst>
                    <a:ext uri="{FF2B5EF4-FFF2-40B4-BE49-F238E27FC236}">
                      <a16:creationId xmlns:a16="http://schemas.microsoft.com/office/drawing/2014/main" id="{C202A97D-E1F0-449A-B047-679C78A2FCD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C32555CD-268A-4A9D-A63B-649636A1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184045" y="-433238"/>
            <a:ext cx="2541600" cy="1638301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FA61DDFD-BEF9-4C90-9EE2-07C5ECB9C3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45170" y="-395493"/>
            <a:ext cx="2284871" cy="35814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26E31094-94A3-4CD7-982D-030AD537BE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180817" y="1566155"/>
            <a:ext cx="2541600" cy="15621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76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971112D-0294-426E-B877-F920B2506C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181410" y="-506612"/>
            <a:ext cx="2541600" cy="1805364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A9C8E04-D86B-4F92-A6A5-8A12BC57AE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48582" y="-428974"/>
            <a:ext cx="2286000" cy="4273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7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2A3523-46D9-472C-AF4F-9354CD699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183546" y="1520827"/>
            <a:ext cx="2541600" cy="16637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CAFD449-3996-40DB-9853-E75D962AB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45170" y="-417420"/>
            <a:ext cx="2284871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25A85DA8-6E2A-4D88-9CD9-664531AACF7B}"/>
              </a:ext>
            </a:extLst>
          </p:cNvPr>
          <p:cNvGrpSpPr/>
          <p:nvPr/>
        </p:nvGrpSpPr>
        <p:grpSpPr>
          <a:xfrm>
            <a:off x="2723646" y="29256"/>
            <a:ext cx="4466643" cy="1741712"/>
            <a:chOff x="2723642" y="933675"/>
            <a:chExt cx="4466643" cy="1741712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2" y="934020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4" y="933675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55346" y="1512836"/>
                  <a:ext cx="189821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346" y="1512836"/>
                  <a:ext cx="189821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1762179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2" y="1710662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99321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E60C8961-39A3-406D-BBF9-2931EAC49EEF}"/>
              </a:ext>
            </a:extLst>
          </p:cNvPr>
          <p:cNvSpPr/>
          <p:nvPr/>
        </p:nvSpPr>
        <p:spPr>
          <a:xfrm>
            <a:off x="2723646" y="29601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F4C0578-88F8-42BB-B9E4-F95E516E26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5136894" y="62765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2DDAB2F-1594-4FFB-83A0-D06118A518FB}"/>
                  </a:ext>
                </a:extLst>
              </p:cNvPr>
              <p:cNvSpPr txBox="1"/>
              <p:nvPr/>
            </p:nvSpPr>
            <p:spPr>
              <a:xfrm>
                <a:off x="5092380" y="1205477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2DDAB2F-1594-4FFB-83A0-D06118A51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380" y="1205477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3B26685E-3A51-45E8-BCF7-50D246C56B01}"/>
              </a:ext>
            </a:extLst>
          </p:cNvPr>
          <p:cNvSpPr/>
          <p:nvPr/>
        </p:nvSpPr>
        <p:spPr>
          <a:xfrm>
            <a:off x="5923011" y="857760"/>
            <a:ext cx="122846" cy="35583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chemeClr val="tx1"/>
              </a:solidFill>
            </a:endParaRPr>
          </a:p>
        </p:txBody>
      </p:sp>
      <p:sp>
        <p:nvSpPr>
          <p:cNvPr id="41" name="箭號: 向右 40">
            <a:extLst>
              <a:ext uri="{FF2B5EF4-FFF2-40B4-BE49-F238E27FC236}">
                <a16:creationId xmlns:a16="http://schemas.microsoft.com/office/drawing/2014/main" id="{7EF8F9B9-3935-41B7-A75F-315D7FC4CED0}"/>
              </a:ext>
            </a:extLst>
          </p:cNvPr>
          <p:cNvSpPr/>
          <p:nvPr/>
        </p:nvSpPr>
        <p:spPr>
          <a:xfrm rot="16200000">
            <a:off x="5871636" y="806243"/>
            <a:ext cx="118561" cy="36869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37B15C9-72BD-475D-9E9A-FB1773735E00}"/>
                  </a:ext>
                </a:extLst>
              </p:cNvPr>
              <p:cNvSpPr txBox="1"/>
              <p:nvPr/>
            </p:nvSpPr>
            <p:spPr>
              <a:xfrm>
                <a:off x="5715053" y="362908"/>
                <a:ext cx="52346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37B15C9-72BD-475D-9E9A-FB1773735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53" y="362908"/>
                <a:ext cx="523462" cy="424283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EF72226-30F7-485F-9029-D1D49AEF1D4B}"/>
                  </a:ext>
                </a:extLst>
              </p:cNvPr>
              <p:cNvSpPr txBox="1"/>
              <p:nvPr/>
            </p:nvSpPr>
            <p:spPr>
              <a:xfrm>
                <a:off x="5987180" y="674065"/>
                <a:ext cx="3941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EF72226-30F7-485F-9029-D1D49AEF1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180" y="674065"/>
                <a:ext cx="394126" cy="400110"/>
              </a:xfrm>
              <a:prstGeom prst="rect">
                <a:avLst/>
              </a:prstGeom>
              <a:blipFill>
                <a:blip r:embed="rId6"/>
                <a:stretch>
                  <a:fillRect l="-4615" r="-4615"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圖形 9">
            <a:extLst>
              <a:ext uri="{FF2B5EF4-FFF2-40B4-BE49-F238E27FC236}">
                <a16:creationId xmlns:a16="http://schemas.microsoft.com/office/drawing/2014/main" id="{4AD1DC5A-0DA6-495E-85D9-2975DAF1F2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07262" y="565079"/>
            <a:ext cx="1587912" cy="62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-437278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1021121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810979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2" y="-5823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-38597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-42157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-364283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4191</TotalTime>
  <Words>107</Words>
  <Application>Microsoft Office PowerPoint</Application>
  <PresentationFormat>自訂</PresentationFormat>
  <Paragraphs>67</Paragraphs>
  <Slides>10</Slides>
  <Notes>0</Notes>
  <HiddenSlides>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24</cp:revision>
  <dcterms:created xsi:type="dcterms:W3CDTF">2026-05-22T09:21:35Z</dcterms:created>
  <dcterms:modified xsi:type="dcterms:W3CDTF">2026-07-01T07:56:12Z</dcterms:modified>
</cp:coreProperties>
</file>