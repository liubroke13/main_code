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60" r:id="rId3"/>
    <p:sldId id="261" r:id="rId4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1F1"/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503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5771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149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12812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6511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1821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434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94901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764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7208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7070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1375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2026/6/19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743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image" Target="../media/image15.png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5" Type="http://schemas.openxmlformats.org/officeDocument/2006/relationships/image" Target="../media/image27.png"/><Relationship Id="rId23" Type="http://schemas.openxmlformats.org/officeDocument/2006/relationships/image" Target="../media/image35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5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0.png"/><Relationship Id="rId18" Type="http://schemas.openxmlformats.org/officeDocument/2006/relationships/image" Target="../media/image300.png"/><Relationship Id="rId26" Type="http://schemas.openxmlformats.org/officeDocument/2006/relationships/image" Target="../media/image39.png"/><Relationship Id="rId39" Type="http://schemas.openxmlformats.org/officeDocument/2006/relationships/image" Target="../media/image51.png"/><Relationship Id="rId21" Type="http://schemas.openxmlformats.org/officeDocument/2006/relationships/image" Target="../media/image330.png"/><Relationship Id="rId34" Type="http://schemas.openxmlformats.org/officeDocument/2006/relationships/image" Target="../media/image46.png"/><Relationship Id="rId7" Type="http://schemas.openxmlformats.org/officeDocument/2006/relationships/image" Target="../media/image41.png"/><Relationship Id="rId12" Type="http://schemas.openxmlformats.org/officeDocument/2006/relationships/image" Target="../media/image240.png"/><Relationship Id="rId17" Type="http://schemas.openxmlformats.org/officeDocument/2006/relationships/image" Target="../media/image290.png"/><Relationship Id="rId25" Type="http://schemas.openxmlformats.org/officeDocument/2006/relationships/image" Target="../media/image38.png"/><Relationship Id="rId33" Type="http://schemas.openxmlformats.org/officeDocument/2006/relationships/image" Target="../media/image450.png"/><Relationship Id="rId38" Type="http://schemas.openxmlformats.org/officeDocument/2006/relationships/image" Target="../media/image50.png"/><Relationship Id="rId2" Type="http://schemas.openxmlformats.org/officeDocument/2006/relationships/image" Target="../media/image140.png"/><Relationship Id="rId16" Type="http://schemas.openxmlformats.org/officeDocument/2006/relationships/image" Target="../media/image280.png"/><Relationship Id="rId20" Type="http://schemas.openxmlformats.org/officeDocument/2006/relationships/image" Target="../media/image320.png"/><Relationship Id="rId29" Type="http://schemas.openxmlformats.org/officeDocument/2006/relationships/image" Target="../media/image4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11" Type="http://schemas.openxmlformats.org/officeDocument/2006/relationships/image" Target="../media/image230.png"/><Relationship Id="rId24" Type="http://schemas.openxmlformats.org/officeDocument/2006/relationships/image" Target="../media/image37.png"/><Relationship Id="rId32" Type="http://schemas.openxmlformats.org/officeDocument/2006/relationships/image" Target="../media/image440.png"/><Relationship Id="rId37" Type="http://schemas.openxmlformats.org/officeDocument/2006/relationships/image" Target="../media/image49.png"/><Relationship Id="rId40" Type="http://schemas.openxmlformats.org/officeDocument/2006/relationships/image" Target="../media/image52.png"/><Relationship Id="rId5" Type="http://schemas.openxmlformats.org/officeDocument/2006/relationships/image" Target="../media/image170.png"/><Relationship Id="rId15" Type="http://schemas.openxmlformats.org/officeDocument/2006/relationships/image" Target="../media/image25.png"/><Relationship Id="rId23" Type="http://schemas.openxmlformats.org/officeDocument/2006/relationships/image" Target="../media/image350.png"/><Relationship Id="rId28" Type="http://schemas.openxmlformats.org/officeDocument/2006/relationships/image" Target="../media/image400.png"/><Relationship Id="rId36" Type="http://schemas.openxmlformats.org/officeDocument/2006/relationships/image" Target="../media/image480.png"/><Relationship Id="rId10" Type="http://schemas.openxmlformats.org/officeDocument/2006/relationships/image" Target="../media/image220.png"/><Relationship Id="rId19" Type="http://schemas.openxmlformats.org/officeDocument/2006/relationships/image" Target="../media/image310.png"/><Relationship Id="rId31" Type="http://schemas.openxmlformats.org/officeDocument/2006/relationships/image" Target="../media/image430.png"/><Relationship Id="rId4" Type="http://schemas.openxmlformats.org/officeDocument/2006/relationships/image" Target="../media/image15.png"/><Relationship Id="rId9" Type="http://schemas.openxmlformats.org/officeDocument/2006/relationships/image" Target="../media/image210.png"/><Relationship Id="rId14" Type="http://schemas.openxmlformats.org/officeDocument/2006/relationships/image" Target="../media/image36.png"/><Relationship Id="rId22" Type="http://schemas.openxmlformats.org/officeDocument/2006/relationships/image" Target="../media/image340.png"/><Relationship Id="rId27" Type="http://schemas.openxmlformats.org/officeDocument/2006/relationships/image" Target="../media/image40.png"/><Relationship Id="rId30" Type="http://schemas.openxmlformats.org/officeDocument/2006/relationships/image" Target="../media/image420.png"/><Relationship Id="rId35" Type="http://schemas.openxmlformats.org/officeDocument/2006/relationships/image" Target="../media/image41.png"/><Relationship Id="rId8" Type="http://schemas.openxmlformats.org/officeDocument/2006/relationships/image" Target="../media/image200.png"/><Relationship Id="rId3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902DE7EA-F635-4EC2-8FC2-5B9B9E617B88}"/>
              </a:ext>
            </a:extLst>
          </p:cNvPr>
          <p:cNvGrpSpPr/>
          <p:nvPr/>
        </p:nvGrpSpPr>
        <p:grpSpPr>
          <a:xfrm>
            <a:off x="4055699" y="2153318"/>
            <a:ext cx="1606614" cy="1671108"/>
            <a:chOff x="3909893" y="2121313"/>
            <a:chExt cx="2919455" cy="3036650"/>
          </a:xfrm>
        </p:grpSpPr>
        <p:sp>
          <p:nvSpPr>
            <p:cNvPr id="5" name="Oval 14">
              <a:extLst>
                <a:ext uri="{FF2B5EF4-FFF2-40B4-BE49-F238E27FC236}">
                  <a16:creationId xmlns:a16="http://schemas.microsoft.com/office/drawing/2014/main" id="{7F5221CE-37EE-40D8-BC56-84C6BB77B026}"/>
                </a:ext>
              </a:extLst>
            </p:cNvPr>
            <p:cNvSpPr/>
            <p:nvPr/>
          </p:nvSpPr>
          <p:spPr>
            <a:xfrm>
              <a:off x="5222336" y="2135621"/>
              <a:ext cx="295195" cy="305784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CDA31535-4AC8-4BAD-BE8E-AFCF3A5C1DFF}"/>
                </a:ext>
              </a:extLst>
            </p:cNvPr>
            <p:cNvSpPr/>
            <p:nvPr/>
          </p:nvSpPr>
          <p:spPr>
            <a:xfrm>
              <a:off x="4061937" y="2288513"/>
              <a:ext cx="2623960" cy="271808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1B9C275D-D4F9-404B-9759-D3137F20859E}"/>
                </a:ext>
              </a:extLst>
            </p:cNvPr>
            <p:cNvSpPr/>
            <p:nvPr/>
          </p:nvSpPr>
          <p:spPr>
            <a:xfrm>
              <a:off x="5222336" y="4852179"/>
              <a:ext cx="295195" cy="305784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p:sp>
          <p:nvSpPr>
            <p:cNvPr id="8" name="SHO">
              <a:extLst>
                <a:ext uri="{FF2B5EF4-FFF2-40B4-BE49-F238E27FC236}">
                  <a16:creationId xmlns:a16="http://schemas.microsoft.com/office/drawing/2014/main" id="{A12C8863-94E3-49F7-8C57-91B9A2E1BDE3}"/>
                </a:ext>
              </a:extLst>
            </p:cNvPr>
            <p:cNvSpPr/>
            <p:nvPr/>
          </p:nvSpPr>
          <p:spPr>
            <a:xfrm rot="16200000">
              <a:off x="4804171" y="2336484"/>
              <a:ext cx="1131525" cy="2623960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p:sp>
          <p:nvSpPr>
            <p:cNvPr id="9" name="SVO">
              <a:extLst>
                <a:ext uri="{FF2B5EF4-FFF2-40B4-BE49-F238E27FC236}">
                  <a16:creationId xmlns:a16="http://schemas.microsoft.com/office/drawing/2014/main" id="{BC0941FF-C00B-42D1-B1F2-D6E6CE090459}"/>
                </a:ext>
              </a:extLst>
            </p:cNvPr>
            <p:cNvSpPr/>
            <p:nvPr/>
          </p:nvSpPr>
          <p:spPr>
            <a:xfrm>
              <a:off x="4712309" y="2289422"/>
              <a:ext cx="1311980" cy="271808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3B7219CA-A385-4095-B7EA-6C247B36BEF6}"/>
                </a:ext>
              </a:extLst>
            </p:cNvPr>
            <p:cNvSpPr/>
            <p:nvPr/>
          </p:nvSpPr>
          <p:spPr>
            <a:xfrm rot="16200000">
              <a:off x="4804171" y="2336484"/>
              <a:ext cx="1131525" cy="2623960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p:sp>
          <p:nvSpPr>
            <p:cNvPr id="11" name="Partial Circle 9">
              <a:extLst>
                <a:ext uri="{FF2B5EF4-FFF2-40B4-BE49-F238E27FC236}">
                  <a16:creationId xmlns:a16="http://schemas.microsoft.com/office/drawing/2014/main" id="{446DF47F-7EAC-4839-8813-F7266AF991D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5149911" y="3221394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rgbClr val="007E00"/>
                </a:gs>
                <a:gs pos="36000">
                  <a:srgbClr val="45C845">
                    <a:alpha val="60000"/>
                  </a:srgbClr>
                </a:gs>
                <a:gs pos="100000">
                  <a:srgbClr val="B9FFB9">
                    <a:alpha val="60000"/>
                  </a:srgbClr>
                </a:gs>
              </a:gsLst>
              <a:lin ang="2700000" scaled="1"/>
              <a:tileRect/>
            </a:gradFill>
            <a:ln w="19050">
              <a:solidFill>
                <a:srgbClr val="319B1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0">
                  <a:extLst>
                    <a:ext uri="{FF2B5EF4-FFF2-40B4-BE49-F238E27FC236}">
                      <a16:creationId xmlns:a16="http://schemas.microsoft.com/office/drawing/2014/main" id="{26699C68-A443-487C-97DC-E3EB498C2D1B}"/>
                    </a:ext>
                  </a:extLst>
                </p:cNvPr>
                <p:cNvSpPr txBox="1"/>
                <p:nvPr/>
              </p:nvSpPr>
              <p:spPr>
                <a:xfrm>
                  <a:off x="4690463" y="3556135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4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0">
                  <a:extLst>
                    <a:ext uri="{FF2B5EF4-FFF2-40B4-BE49-F238E27FC236}">
                      <a16:creationId xmlns:a16="http://schemas.microsoft.com/office/drawing/2014/main" id="{26699C68-A443-487C-97DC-E3EB498C2D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0463" y="3556135"/>
                  <a:ext cx="321504" cy="598657"/>
                </a:xfrm>
                <a:prstGeom prst="rect">
                  <a:avLst/>
                </a:prstGeom>
                <a:blipFill>
                  <a:blip r:embed="rId2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/>
                <p:nvPr/>
              </p:nvSpPr>
              <p:spPr>
                <a:xfrm>
                  <a:off x="4440286" y="3358990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0286" y="3358990"/>
                  <a:ext cx="321504" cy="598657"/>
                </a:xfrm>
                <a:prstGeom prst="rect">
                  <a:avLst/>
                </a:prstGeom>
                <a:blipFill>
                  <a:blip r:embed="rId3"/>
                  <a:stretch>
                    <a:fillRect r="-3793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22">
              <a:extLst>
                <a:ext uri="{FF2B5EF4-FFF2-40B4-BE49-F238E27FC236}">
                  <a16:creationId xmlns:a16="http://schemas.microsoft.com/office/drawing/2014/main" id="{DC8DEB48-159A-432A-A563-D1E2F53D788D}"/>
                </a:ext>
              </a:extLst>
            </p:cNvPr>
            <p:cNvSpPr/>
            <p:nvPr/>
          </p:nvSpPr>
          <p:spPr>
            <a:xfrm>
              <a:off x="5220616" y="4852179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/>
                <p:nvPr/>
              </p:nvSpPr>
              <p:spPr>
                <a:xfrm>
                  <a:off x="5682303" y="3497724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303" y="3497724"/>
                  <a:ext cx="321504" cy="598657"/>
                </a:xfrm>
                <a:prstGeom prst="rect">
                  <a:avLst/>
                </a:prstGeom>
                <a:blipFill>
                  <a:blip r:embed="rId4"/>
                  <a:stretch>
                    <a:fillRect r="-51724" b="-181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/>
                <p:nvPr/>
              </p:nvSpPr>
              <p:spPr>
                <a:xfrm>
                  <a:off x="5200615" y="2429547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0615" y="2429547"/>
                  <a:ext cx="321504" cy="598657"/>
                </a:xfrm>
                <a:prstGeom prst="rect">
                  <a:avLst/>
                </a:prstGeom>
                <a:blipFill>
                  <a:blip r:embed="rId5"/>
                  <a:stretch>
                    <a:fillRect r="-275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DVO">
              <a:extLst>
                <a:ext uri="{FF2B5EF4-FFF2-40B4-BE49-F238E27FC236}">
                  <a16:creationId xmlns:a16="http://schemas.microsoft.com/office/drawing/2014/main" id="{602C53B1-114A-48C0-9D73-85F68ECA2FBE}"/>
                </a:ext>
              </a:extLst>
            </p:cNvPr>
            <p:cNvSpPr/>
            <p:nvPr/>
          </p:nvSpPr>
          <p:spPr>
            <a:xfrm flipH="1">
              <a:off x="4712309" y="2289422"/>
              <a:ext cx="1311980" cy="271808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5E8490D4-919C-4E37-805E-215BBF2F8C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3476" y="3639669"/>
              <a:ext cx="402652" cy="520683"/>
            </a:xfrm>
            <a:prstGeom prst="straightConnector1">
              <a:avLst/>
            </a:prstGeom>
            <a:ln w="53975">
              <a:solidFill>
                <a:srgbClr val="238109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2F8E52B4-3879-4A53-853D-37DC6B8692F9}"/>
                </a:ext>
              </a:extLst>
            </p:cNvPr>
            <p:cNvSpPr/>
            <p:nvPr/>
          </p:nvSpPr>
          <p:spPr>
            <a:xfrm>
              <a:off x="6534153" y="3495572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  <p:sp>
          <p:nvSpPr>
            <p:cNvPr id="22" name="Partial Circle 9">
              <a:extLst>
                <a:ext uri="{FF2B5EF4-FFF2-40B4-BE49-F238E27FC236}">
                  <a16:creationId xmlns:a16="http://schemas.microsoft.com/office/drawing/2014/main" id="{AE4539B5-558E-4EB9-B939-649312B60E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04126" y="3328761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accent5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5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5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2700000" scaled="1"/>
              <a:tileRect/>
            </a:gradFill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Straight Arrow Connector 7">
              <a:extLst>
                <a:ext uri="{FF2B5EF4-FFF2-40B4-BE49-F238E27FC236}">
                  <a16:creationId xmlns:a16="http://schemas.microsoft.com/office/drawing/2014/main" id="{36EC1456-E151-43D6-83EA-97600C49E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2789" y="2834235"/>
              <a:ext cx="3083" cy="810248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10">
                  <a:extLst>
                    <a:ext uri="{FF2B5EF4-FFF2-40B4-BE49-F238E27FC236}">
                      <a16:creationId xmlns:a16="http://schemas.microsoft.com/office/drawing/2014/main" id="{03023A76-ED64-483B-BE33-0798B5F5BD4A}"/>
                    </a:ext>
                  </a:extLst>
                </p:cNvPr>
                <p:cNvSpPr txBox="1"/>
                <p:nvPr/>
              </p:nvSpPr>
              <p:spPr>
                <a:xfrm>
                  <a:off x="5398430" y="2996971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solidFill>
                              <a:schemeClr val="accent1">
                                <a:lumMod val="40000"/>
                                <a:lumOff val="6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41" dirty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10">
                  <a:extLst>
                    <a:ext uri="{FF2B5EF4-FFF2-40B4-BE49-F238E27FC236}">
                      <a16:creationId xmlns:a16="http://schemas.microsoft.com/office/drawing/2014/main" id="{03023A76-ED64-483B-BE33-0798B5F5BD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8430" y="2996971"/>
                  <a:ext cx="321504" cy="598657"/>
                </a:xfrm>
                <a:prstGeom prst="rect">
                  <a:avLst/>
                </a:prstGeom>
                <a:blipFill>
                  <a:blip r:embed="rId6"/>
                  <a:stretch>
                    <a:fillRect l="-3448" r="-65517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19">
              <a:extLst>
                <a:ext uri="{FF2B5EF4-FFF2-40B4-BE49-F238E27FC236}">
                  <a16:creationId xmlns:a16="http://schemas.microsoft.com/office/drawing/2014/main" id="{2B4DD044-2A67-4570-938D-6F05AB6D2E0C}"/>
                </a:ext>
              </a:extLst>
            </p:cNvPr>
            <p:cNvCxnSpPr>
              <a:cxnSpLocks/>
            </p:cNvCxnSpPr>
            <p:nvPr/>
          </p:nvCxnSpPr>
          <p:spPr>
            <a:xfrm>
              <a:off x="5368214" y="3640512"/>
              <a:ext cx="355802" cy="284861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8">
              <a:extLst>
                <a:ext uri="{FF2B5EF4-FFF2-40B4-BE49-F238E27FC236}">
                  <a16:creationId xmlns:a16="http://schemas.microsoft.com/office/drawing/2014/main" id="{19BA3216-8E1C-4DF5-A108-33E0825003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5056896" y="3328917"/>
              <a:ext cx="0" cy="623190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17">
              <a:extLst>
                <a:ext uri="{FF2B5EF4-FFF2-40B4-BE49-F238E27FC236}">
                  <a16:creationId xmlns:a16="http://schemas.microsoft.com/office/drawing/2014/main" id="{A7A2F71B-ECD2-4F8F-B1A7-79F0E38300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51433" y="2829722"/>
              <a:ext cx="1039268" cy="817070"/>
            </a:xfrm>
            <a:prstGeom prst="straightConnector1">
              <a:avLst/>
            </a:prstGeom>
            <a:ln w="53975">
              <a:solidFill>
                <a:schemeClr val="accent5">
                  <a:lumMod val="75000"/>
                </a:schemeClr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8" name="Oval 20">
              <a:extLst>
                <a:ext uri="{FF2B5EF4-FFF2-40B4-BE49-F238E27FC236}">
                  <a16:creationId xmlns:a16="http://schemas.microsoft.com/office/drawing/2014/main" id="{C08F1200-1646-4E05-8061-9C6620047C71}"/>
                </a:ext>
              </a:extLst>
            </p:cNvPr>
            <p:cNvSpPr/>
            <p:nvPr/>
          </p:nvSpPr>
          <p:spPr>
            <a:xfrm>
              <a:off x="3909893" y="3495572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/>
            </a:p>
          </p:txBody>
        </p:sp>
        <p:sp>
          <p:nvSpPr>
            <p:cNvPr id="29" name="Oval 22">
              <a:extLst>
                <a:ext uri="{FF2B5EF4-FFF2-40B4-BE49-F238E27FC236}">
                  <a16:creationId xmlns:a16="http://schemas.microsoft.com/office/drawing/2014/main" id="{FA290670-5ADB-4445-9B33-122BE606D9A1}"/>
                </a:ext>
              </a:extLst>
            </p:cNvPr>
            <p:cNvSpPr/>
            <p:nvPr/>
          </p:nvSpPr>
          <p:spPr>
            <a:xfrm>
              <a:off x="5222764" y="2121313"/>
              <a:ext cx="295195" cy="305784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/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88F4F32B-7535-49A6-9366-1751B55D9F67}"/>
              </a:ext>
            </a:extLst>
          </p:cNvPr>
          <p:cNvGrpSpPr/>
          <p:nvPr/>
        </p:nvGrpSpPr>
        <p:grpSpPr>
          <a:xfrm>
            <a:off x="3250945" y="273308"/>
            <a:ext cx="1516706" cy="1514080"/>
            <a:chOff x="3159330" y="477156"/>
            <a:chExt cx="2756079" cy="2751307"/>
          </a:xfrm>
        </p:grpSpPr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B0EB9C93-CD1B-4804-8D05-87EF0F93F4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603" r="25951" b="9184"/>
            <a:stretch/>
          </p:blipFill>
          <p:spPr>
            <a:xfrm>
              <a:off x="3159330" y="477156"/>
              <a:ext cx="2756079" cy="2751307"/>
            </a:xfrm>
            <a:prstGeom prst="rect">
              <a:avLst/>
            </a:prstGeom>
          </p:spPr>
        </p:pic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4328340" y="95116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4328340" y="228759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988424" y="162851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649009" y="162851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849574" y="211468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849574" y="115351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803260" y="211468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803260" y="115351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459899" y="89357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459899" y="222752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780568" y="157559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981133" y="109359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981133" y="205607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934819" y="109359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934819" y="205607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5119984" y="157559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99" name="群組 98">
            <a:extLst>
              <a:ext uri="{FF2B5EF4-FFF2-40B4-BE49-F238E27FC236}">
                <a16:creationId xmlns:a16="http://schemas.microsoft.com/office/drawing/2014/main" id="{D1F44C08-89A1-4980-AE11-5E7A6241CF7F}"/>
              </a:ext>
            </a:extLst>
          </p:cNvPr>
          <p:cNvGrpSpPr/>
          <p:nvPr/>
        </p:nvGrpSpPr>
        <p:grpSpPr>
          <a:xfrm>
            <a:off x="3250945" y="4429774"/>
            <a:ext cx="1516706" cy="1514080"/>
            <a:chOff x="3036714" y="6709267"/>
            <a:chExt cx="2756079" cy="2751307"/>
          </a:xfrm>
        </p:grpSpPr>
        <p:pic>
          <p:nvPicPr>
            <p:cNvPr id="63" name="圖片 62">
              <a:extLst>
                <a:ext uri="{FF2B5EF4-FFF2-40B4-BE49-F238E27FC236}">
                  <a16:creationId xmlns:a16="http://schemas.microsoft.com/office/drawing/2014/main" id="{44A25E80-642C-418B-A893-C18ABE6AF2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603" r="25951" b="9184"/>
            <a:stretch/>
          </p:blipFill>
          <p:spPr>
            <a:xfrm>
              <a:off x="3036714" y="6709267"/>
              <a:ext cx="2756079" cy="2751307"/>
            </a:xfrm>
            <a:prstGeom prst="rect">
              <a:avLst/>
            </a:prstGeom>
          </p:spPr>
        </p:pic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4205724" y="7183273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4205724" y="851970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4865808" y="786062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3526393" y="786062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3726958" y="834680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3726958" y="7385621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4680644" y="834680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4680644" y="7385621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4337283" y="7125681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4337283" y="84596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3657952" y="780770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3858517" y="732570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3858517" y="8288187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4812203" y="732570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4812203" y="8288187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4997368" y="780770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00" name="群組 99">
            <a:extLst>
              <a:ext uri="{FF2B5EF4-FFF2-40B4-BE49-F238E27FC236}">
                <a16:creationId xmlns:a16="http://schemas.microsoft.com/office/drawing/2014/main" id="{D3815EEA-AC0C-4FCB-905D-7FDDB924B3A3}"/>
              </a:ext>
            </a:extLst>
          </p:cNvPr>
          <p:cNvGrpSpPr/>
          <p:nvPr/>
        </p:nvGrpSpPr>
        <p:grpSpPr>
          <a:xfrm>
            <a:off x="6164302" y="2298427"/>
            <a:ext cx="1517703" cy="1516706"/>
            <a:chOff x="6186178" y="3591039"/>
            <a:chExt cx="2757891" cy="2756079"/>
          </a:xfrm>
        </p:grpSpPr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AFC42FE9-D34C-4C10-AD5F-81BD57B8F7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430" r="25951" b="9185"/>
            <a:stretch/>
          </p:blipFill>
          <p:spPr>
            <a:xfrm rot="5400000">
              <a:off x="6187084" y="3590133"/>
              <a:ext cx="2756079" cy="2757891"/>
            </a:xfrm>
            <a:prstGeom prst="rect">
              <a:avLst/>
            </a:prstGeom>
          </p:spPr>
        </p:pic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6714397" y="48342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8019342" y="48342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8100000">
              <a:off x="6907323" y="4372048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8100000">
              <a:off x="7811426" y="531355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2700000">
              <a:off x="6907324" y="531355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2700000">
              <a:off x="7811425" y="437204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10800000">
              <a:off x="7349122" y="5501353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10800000">
              <a:off x="7349122" y="41716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37670FF9-C469-4DC6-9DCC-56769E587ABC}"/>
              </a:ext>
            </a:extLst>
          </p:cNvPr>
          <p:cNvGrpSpPr/>
          <p:nvPr/>
        </p:nvGrpSpPr>
        <p:grpSpPr>
          <a:xfrm>
            <a:off x="301848" y="2272723"/>
            <a:ext cx="1517703" cy="1516706"/>
            <a:chOff x="-39280" y="3524564"/>
            <a:chExt cx="2757891" cy="2756079"/>
          </a:xfrm>
        </p:grpSpPr>
        <p:pic>
          <p:nvPicPr>
            <p:cNvPr id="89" name="圖片 88">
              <a:extLst>
                <a:ext uri="{FF2B5EF4-FFF2-40B4-BE49-F238E27FC236}">
                  <a16:creationId xmlns:a16="http://schemas.microsoft.com/office/drawing/2014/main" id="{20B6DAE3-CAE3-4471-B17F-9AF1CD5A687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1443" t="18430" r="25951" b="9185"/>
            <a:stretch/>
          </p:blipFill>
          <p:spPr>
            <a:xfrm rot="5400000">
              <a:off x="-38374" y="3523658"/>
              <a:ext cx="2756079" cy="2757891"/>
            </a:xfrm>
            <a:prstGeom prst="rect">
              <a:avLst/>
            </a:prstGeom>
          </p:spPr>
        </p:pic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488939" y="476773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1793884" y="476773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 rot="13500000">
              <a:off x="681865" y="4305573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 rot="13500000">
              <a:off x="1585968" y="524708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 rot="8100000">
              <a:off x="681866" y="524708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 rot="8100000">
              <a:off x="1585967" y="430557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 rot="16200000">
              <a:off x="1123664" y="5434878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 rot="16200000">
              <a:off x="1123664" y="4105196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pic>
        <p:nvPicPr>
          <p:cNvPr id="103" name="圖片 102">
            <a:extLst>
              <a:ext uri="{FF2B5EF4-FFF2-40B4-BE49-F238E27FC236}">
                <a16:creationId xmlns:a16="http://schemas.microsoft.com/office/drawing/2014/main" id="{19B0ACFB-B907-46EA-A23F-96C9E0525BB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250" t="15604" r="25729" b="8729"/>
          <a:stretch/>
        </p:blipFill>
        <p:spPr>
          <a:xfrm>
            <a:off x="1993944" y="2237828"/>
            <a:ext cx="1544564" cy="1586498"/>
          </a:xfrm>
          <a:prstGeom prst="rect">
            <a:avLst/>
          </a:prstGeom>
        </p:spPr>
      </p:pic>
      <p:pic>
        <p:nvPicPr>
          <p:cNvPr id="105" name="圖片 104">
            <a:extLst>
              <a:ext uri="{FF2B5EF4-FFF2-40B4-BE49-F238E27FC236}">
                <a16:creationId xmlns:a16="http://schemas.microsoft.com/office/drawing/2014/main" id="{B5569F76-3F7B-4A88-93E5-A399660A1B8E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191" t="16462" r="25702" b="9253"/>
          <a:stretch/>
        </p:blipFill>
        <p:spPr>
          <a:xfrm>
            <a:off x="4870909" y="247727"/>
            <a:ext cx="1550305" cy="1557543"/>
          </a:xfrm>
          <a:prstGeom prst="rect">
            <a:avLst/>
          </a:prstGeom>
        </p:spPr>
      </p:pic>
      <p:pic>
        <p:nvPicPr>
          <p:cNvPr id="109" name="圖片 108">
            <a:extLst>
              <a:ext uri="{FF2B5EF4-FFF2-40B4-BE49-F238E27FC236}">
                <a16:creationId xmlns:a16="http://schemas.microsoft.com/office/drawing/2014/main" id="{DAFC6DBC-E535-4465-BB9B-E6B5B127E437}"/>
              </a:ext>
            </a:extLst>
          </p:cNvPr>
          <p:cNvPicPr>
            <a:picLocks noChangeAspect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10" t="15699" r="25714" b="8873"/>
          <a:stretch/>
        </p:blipFill>
        <p:spPr>
          <a:xfrm>
            <a:off x="7751069" y="2242821"/>
            <a:ext cx="1541568" cy="1581505"/>
          </a:xfrm>
          <a:prstGeom prst="rect">
            <a:avLst/>
          </a:prstGeom>
        </p:spPr>
      </p:pic>
      <p:pic>
        <p:nvPicPr>
          <p:cNvPr id="111" name="圖片 110">
            <a:extLst>
              <a:ext uri="{FF2B5EF4-FFF2-40B4-BE49-F238E27FC236}">
                <a16:creationId xmlns:a16="http://schemas.microsoft.com/office/drawing/2014/main" id="{19769F14-9391-4019-89D7-A4AEB224F2DC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09" t="17604" r="26072" b="9253"/>
          <a:stretch/>
        </p:blipFill>
        <p:spPr>
          <a:xfrm>
            <a:off x="4888737" y="4410268"/>
            <a:ext cx="1517606" cy="153358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2F9AB9D4-049A-42C4-8837-5708D30DFB59}"/>
                  </a:ext>
                </a:extLst>
              </p:cNvPr>
              <p:cNvSpPr txBox="1"/>
              <p:nvPr/>
            </p:nvSpPr>
            <p:spPr>
              <a:xfrm>
                <a:off x="4527405" y="-488244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2" name="文字方塊 111">
                <a:extLst>
                  <a:ext uri="{FF2B5EF4-FFF2-40B4-BE49-F238E27FC236}">
                    <a16:creationId xmlns:a16="http://schemas.microsoft.com/office/drawing/2014/main" id="{2F9AB9D4-049A-42C4-8837-5708D30DF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7405" y="-488244"/>
                <a:ext cx="812954" cy="181140"/>
              </a:xfrm>
              <a:prstGeom prst="rect">
                <a:avLst/>
              </a:prstGeom>
              <a:blipFill>
                <a:blip r:embed="rId12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4497279" y="3810505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7279" y="3810505"/>
                <a:ext cx="812954" cy="181140"/>
              </a:xfrm>
              <a:prstGeom prst="rect">
                <a:avLst/>
              </a:prstGeom>
              <a:blipFill>
                <a:blip r:embed="rId13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3692737" y="-402205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2737" y="-402205"/>
                <a:ext cx="812954" cy="181140"/>
              </a:xfrm>
              <a:prstGeom prst="rect">
                <a:avLst/>
              </a:prstGeom>
              <a:blipFill>
                <a:blip r:embed="rId14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6122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587960" y="2536"/>
            <a:ext cx="6219610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4825179" y="4955619"/>
            <a:ext cx="762458" cy="762458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BF94BE1F-3691-4B5F-9AF0-5D5F4535D47C}"/>
              </a:ext>
            </a:extLst>
          </p:cNvPr>
          <p:cNvGrpSpPr/>
          <p:nvPr/>
        </p:nvGrpSpPr>
        <p:grpSpPr>
          <a:xfrm>
            <a:off x="6504975" y="2733661"/>
            <a:ext cx="762458" cy="762458"/>
            <a:chOff x="3463278" y="4507593"/>
            <a:chExt cx="1150186" cy="1150186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7174BC2A-1B9F-4151-AE65-69868F38E2CE}"/>
              </a:ext>
            </a:extLst>
          </p:cNvPr>
          <p:cNvGrpSpPr/>
          <p:nvPr/>
        </p:nvGrpSpPr>
        <p:grpSpPr>
          <a:xfrm>
            <a:off x="3166976" y="3766969"/>
            <a:ext cx="762458" cy="762458"/>
            <a:chOff x="389151" y="2161357"/>
            <a:chExt cx="1150186" cy="1150186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4391703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3" y="4475662"/>
                <a:ext cx="812954" cy="338554"/>
              </a:xfrm>
              <a:prstGeom prst="rect">
                <a:avLst/>
              </a:prstGeom>
              <a:blipFill>
                <a:blip r:embed="rId2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圖片 31">
            <a:extLst>
              <a:ext uri="{FF2B5EF4-FFF2-40B4-BE49-F238E27FC236}">
                <a16:creationId xmlns:a16="http://schemas.microsoft.com/office/drawing/2014/main" id="{AA50D0C9-379E-4B88-BFAB-45F8554B4F9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848067" y="1509842"/>
            <a:ext cx="867580" cy="852322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09E37AD3-84C7-4EB4-B06B-7110E29A5E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2269811" y="3726325"/>
            <a:ext cx="867580" cy="852322"/>
          </a:xfrm>
          <a:prstGeom prst="rect">
            <a:avLst/>
          </a:prstGeom>
        </p:spPr>
      </p:pic>
      <p:pic>
        <p:nvPicPr>
          <p:cNvPr id="132" name="圖片 131">
            <a:extLst>
              <a:ext uri="{FF2B5EF4-FFF2-40B4-BE49-F238E27FC236}">
                <a16:creationId xmlns:a16="http://schemas.microsoft.com/office/drawing/2014/main" id="{08E3CD1A-4342-4058-BB78-8709BF5E63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5621714" y="2678989"/>
            <a:ext cx="867580" cy="852322"/>
          </a:xfrm>
          <a:prstGeom prst="rect">
            <a:avLst/>
          </a:prstGeom>
        </p:spPr>
      </p:pic>
      <p:pic>
        <p:nvPicPr>
          <p:cNvPr id="133" name="圖片 132">
            <a:extLst>
              <a:ext uri="{FF2B5EF4-FFF2-40B4-BE49-F238E27FC236}">
                <a16:creationId xmlns:a16="http://schemas.microsoft.com/office/drawing/2014/main" id="{7A5486C3-2624-48BB-83FE-832C13E6A68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911098" y="4917676"/>
            <a:ext cx="867580" cy="852322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4283117" y="1859783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4109701" y="1463430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9701" y="1463430"/>
                <a:ext cx="290616" cy="424283"/>
              </a:xfrm>
              <a:prstGeom prst="rect">
                <a:avLst/>
              </a:prstGeom>
              <a:blipFill>
                <a:blip r:embed="rId4"/>
                <a:stretch>
                  <a:fillRect r="-41667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4290134" y="1696233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134" y="1696233"/>
                <a:ext cx="257490" cy="400110"/>
              </a:xfrm>
              <a:prstGeom prst="rect">
                <a:avLst/>
              </a:prstGeom>
              <a:blipFill>
                <a:blip r:embed="rId5"/>
                <a:stretch>
                  <a:fillRect r="-50000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5015393" y="1533808"/>
            <a:ext cx="762458" cy="762458"/>
            <a:chOff x="3481679" y="1553308"/>
            <a:chExt cx="1150186" cy="115018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850181" y="1558040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0181" y="1558040"/>
                  <a:ext cx="411859" cy="357983"/>
                </a:xfrm>
                <a:prstGeom prst="rect">
                  <a:avLst/>
                </a:prstGeom>
                <a:blipFill>
                  <a:blip r:embed="rId6"/>
                  <a:stretch>
                    <a:fillRect r="-24444" b="-5641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048976" y="1831735"/>
                  <a:ext cx="348842" cy="33855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8976" y="1831735"/>
                  <a:ext cx="348842" cy="338553"/>
                </a:xfrm>
                <a:prstGeom prst="rect">
                  <a:avLst/>
                </a:prstGeom>
                <a:blipFill>
                  <a:blip r:embed="rId7"/>
                  <a:stretch>
                    <a:fillRect r="-39474" b="-5405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838823" y="2015385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823" y="2015385"/>
                <a:ext cx="432414" cy="338554"/>
              </a:xfrm>
              <a:prstGeom prst="rect">
                <a:avLst/>
              </a:prstGeom>
              <a:blipFill>
                <a:blip r:embed="rId8"/>
                <a:stretch>
                  <a:fillRect r="-38028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3061041" y="116393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3948682" y="1162782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682" y="1162782"/>
                <a:ext cx="1673596" cy="338554"/>
              </a:xfrm>
              <a:prstGeom prst="rect">
                <a:avLst/>
              </a:prstGeom>
              <a:blipFill>
                <a:blip r:embed="rId9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2113029" y="368240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3029" y="3682401"/>
                <a:ext cx="1150186" cy="338554"/>
              </a:xfrm>
              <a:prstGeom prst="rect">
                <a:avLst/>
              </a:prstGeom>
              <a:blipFill>
                <a:blip r:embed="rId1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475257" y="263506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5257" y="2635065"/>
                <a:ext cx="1150186" cy="338554"/>
              </a:xfrm>
              <a:prstGeom prst="rect">
                <a:avLst/>
              </a:prstGeom>
              <a:blipFill>
                <a:blip r:embed="rId1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3769795" y="4877288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795" y="4877288"/>
                <a:ext cx="1150186" cy="33855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4732624" y="1478030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4634677" y="2257752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677" y="2257752"/>
                <a:ext cx="317078" cy="307777"/>
              </a:xfrm>
              <a:prstGeom prst="rect">
                <a:avLst/>
              </a:prstGeom>
              <a:blipFill>
                <a:blip r:embed="rId1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圖片 2">
            <a:extLst>
              <a:ext uri="{FF2B5EF4-FFF2-40B4-BE49-F238E27FC236}">
                <a16:creationId xmlns:a16="http://schemas.microsoft.com/office/drawing/2014/main" id="{1D29E37C-B71A-4C81-A9AE-9E3848B7874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435760" y="595772"/>
            <a:ext cx="2381212" cy="589010"/>
          </a:xfrm>
          <a:prstGeom prst="rect">
            <a:avLst/>
          </a:prstGeom>
        </p:spPr>
      </p:pic>
      <p:grpSp>
        <p:nvGrpSpPr>
          <p:cNvPr id="11" name="群組 10">
            <a:extLst>
              <a:ext uri="{FF2B5EF4-FFF2-40B4-BE49-F238E27FC236}">
                <a16:creationId xmlns:a16="http://schemas.microsoft.com/office/drawing/2014/main" id="{BE783C45-7EFF-4CAC-88CC-AE391F56F0C1}"/>
              </a:ext>
            </a:extLst>
          </p:cNvPr>
          <p:cNvGrpSpPr/>
          <p:nvPr/>
        </p:nvGrpSpPr>
        <p:grpSpPr>
          <a:xfrm>
            <a:off x="4016212" y="2591714"/>
            <a:ext cx="1606614" cy="1897869"/>
            <a:chOff x="1768312" y="2591714"/>
            <a:chExt cx="1606614" cy="189786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/>
                <p:nvPr/>
              </p:nvSpPr>
              <p:spPr>
                <a:xfrm>
                  <a:off x="2160599" y="2591714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 xmlns="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0599" y="2591714"/>
                  <a:ext cx="812954" cy="338554"/>
                </a:xfrm>
                <a:prstGeom prst="rect">
                  <a:avLst/>
                </a:prstGeom>
                <a:blipFill>
                  <a:blip r:embed="rId16"/>
                  <a:stretch>
                    <a:fillRect t="-108929" r="-36567" b="-167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14">
              <a:extLst>
                <a:ext uri="{FF2B5EF4-FFF2-40B4-BE49-F238E27FC236}">
                  <a16:creationId xmlns:a16="http://schemas.microsoft.com/office/drawing/2014/main" id="{7F5221CE-37EE-40D8-BC56-84C6BB77B026}"/>
                </a:ext>
              </a:extLst>
            </p:cNvPr>
            <p:cNvSpPr/>
            <p:nvPr/>
          </p:nvSpPr>
          <p:spPr>
            <a:xfrm>
              <a:off x="2490566" y="2826349"/>
              <a:ext cx="162450" cy="168277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CDA31535-4AC8-4BAD-BE8E-AFCF3A5C1DFF}"/>
                </a:ext>
              </a:extLst>
            </p:cNvPr>
            <p:cNvSpPr/>
            <p:nvPr/>
          </p:nvSpPr>
          <p:spPr>
            <a:xfrm>
              <a:off x="1851984" y="2910487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1B9C275D-D4F9-404B-9759-D3137F20859E}"/>
                </a:ext>
              </a:extLst>
            </p:cNvPr>
            <p:cNvSpPr/>
            <p:nvPr/>
          </p:nvSpPr>
          <p:spPr>
            <a:xfrm>
              <a:off x="2490566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8" name="SHO">
              <a:extLst>
                <a:ext uri="{FF2B5EF4-FFF2-40B4-BE49-F238E27FC236}">
                  <a16:creationId xmlns:a16="http://schemas.microsoft.com/office/drawing/2014/main" id="{A12C8863-94E3-49F7-8C57-91B9A2E1BDE3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SVO">
              <a:extLst>
                <a:ext uri="{FF2B5EF4-FFF2-40B4-BE49-F238E27FC236}">
                  <a16:creationId xmlns:a16="http://schemas.microsoft.com/office/drawing/2014/main" id="{BC0941FF-C00B-42D1-B1F2-D6E6CE090459}"/>
                </a:ext>
              </a:extLst>
            </p:cNvPr>
            <p:cNvSpPr/>
            <p:nvPr/>
          </p:nvSpPr>
          <p:spPr>
            <a:xfrm>
              <a:off x="2209892" y="2910988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3B7219CA-A385-4095-B7EA-6C247B36BEF6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/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22">
              <a:extLst>
                <a:ext uri="{FF2B5EF4-FFF2-40B4-BE49-F238E27FC236}">
                  <a16:creationId xmlns:a16="http://schemas.microsoft.com/office/drawing/2014/main" id="{DC8DEB48-159A-432A-A563-D1E2F53D788D}"/>
                </a:ext>
              </a:extLst>
            </p:cNvPr>
            <p:cNvSpPr/>
            <p:nvPr/>
          </p:nvSpPr>
          <p:spPr>
            <a:xfrm>
              <a:off x="2489620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/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51724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/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DVO">
              <a:extLst>
                <a:ext uri="{FF2B5EF4-FFF2-40B4-BE49-F238E27FC236}">
                  <a16:creationId xmlns:a16="http://schemas.microsoft.com/office/drawing/2014/main" id="{602C53B1-114A-48C0-9D73-85F68ECA2FBE}"/>
                </a:ext>
              </a:extLst>
            </p:cNvPr>
            <p:cNvSpPr/>
            <p:nvPr/>
          </p:nvSpPr>
          <p:spPr>
            <a:xfrm flipH="1">
              <a:off x="2209892" y="2910988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2F8E52B4-3879-4A53-853D-37DC6B8692F9}"/>
                </a:ext>
              </a:extLst>
            </p:cNvPr>
            <p:cNvSpPr/>
            <p:nvPr/>
          </p:nvSpPr>
          <p:spPr>
            <a:xfrm>
              <a:off x="3212476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3" name="Straight Arrow Connector 7">
              <a:extLst>
                <a:ext uri="{FF2B5EF4-FFF2-40B4-BE49-F238E27FC236}">
                  <a16:creationId xmlns:a16="http://schemas.microsoft.com/office/drawing/2014/main" id="{36EC1456-E151-43D6-83EA-97600C49E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7860" y="3210805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19">
              <a:extLst>
                <a:ext uri="{FF2B5EF4-FFF2-40B4-BE49-F238E27FC236}">
                  <a16:creationId xmlns:a16="http://schemas.microsoft.com/office/drawing/2014/main" id="{2B4DD044-2A67-4570-938D-6F05AB6D2E0C}"/>
                </a:ext>
              </a:extLst>
            </p:cNvPr>
            <p:cNvCxnSpPr>
              <a:cxnSpLocks/>
            </p:cNvCxnSpPr>
            <p:nvPr/>
          </p:nvCxnSpPr>
          <p:spPr>
            <a:xfrm>
              <a:off x="2570845" y="3654510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8">
              <a:extLst>
                <a:ext uri="{FF2B5EF4-FFF2-40B4-BE49-F238E27FC236}">
                  <a16:creationId xmlns:a16="http://schemas.microsoft.com/office/drawing/2014/main" id="{19BA3216-8E1C-4DF5-A108-33E0825003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399523" y="3483035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Oval 20">
              <a:extLst>
                <a:ext uri="{FF2B5EF4-FFF2-40B4-BE49-F238E27FC236}">
                  <a16:creationId xmlns:a16="http://schemas.microsoft.com/office/drawing/2014/main" id="{C08F1200-1646-4E05-8061-9C6620047C71}"/>
                </a:ext>
              </a:extLst>
            </p:cNvPr>
            <p:cNvSpPr/>
            <p:nvPr/>
          </p:nvSpPr>
          <p:spPr>
            <a:xfrm>
              <a:off x="1768312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9" name="Oval 22">
              <a:extLst>
                <a:ext uri="{FF2B5EF4-FFF2-40B4-BE49-F238E27FC236}">
                  <a16:creationId xmlns:a16="http://schemas.microsoft.com/office/drawing/2014/main" id="{FA290670-5ADB-4445-9B33-122BE606D9A1}"/>
                </a:ext>
              </a:extLst>
            </p:cNvPr>
            <p:cNvSpPr/>
            <p:nvPr/>
          </p:nvSpPr>
          <p:spPr>
            <a:xfrm>
              <a:off x="2490802" y="2818475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0" name="Partial Circle 9">
              <a:extLst>
                <a:ext uri="{FF2B5EF4-FFF2-40B4-BE49-F238E27FC236}">
                  <a16:creationId xmlns:a16="http://schemas.microsoft.com/office/drawing/2014/main" id="{44538DF5-DE96-4104-B849-41515C1FF37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05459" y="3560358"/>
              <a:ext cx="102408" cy="19772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/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2" name="Straight Arrow Connector 17">
              <a:extLst>
                <a:ext uri="{FF2B5EF4-FFF2-40B4-BE49-F238E27FC236}">
                  <a16:creationId xmlns:a16="http://schemas.microsoft.com/office/drawing/2014/main" id="{9118E4FA-F32D-4FFA-A291-5D7406EE0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8711" y="3660429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3" name="Partial Circle 9">
              <a:extLst>
                <a:ext uri="{FF2B5EF4-FFF2-40B4-BE49-F238E27FC236}">
                  <a16:creationId xmlns:a16="http://schemas.microsoft.com/office/drawing/2014/main" id="{E3086480-D87C-44BE-A5FD-FCCCBCB51C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2736" y="3523137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/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blipFill>
                  <a:blip r:embed="rId21"/>
                  <a:stretch>
                    <a:fillRect r="-4082"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Straight Arrow Connector 17">
              <a:extLst>
                <a:ext uri="{FF2B5EF4-FFF2-40B4-BE49-F238E27FC236}">
                  <a16:creationId xmlns:a16="http://schemas.microsoft.com/office/drawing/2014/main" id="{4E3FCC2D-106E-4711-AEA1-A315AFE9C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08" y="3214704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6" name="Oval 23">
              <a:extLst>
                <a:ext uri="{FF2B5EF4-FFF2-40B4-BE49-F238E27FC236}">
                  <a16:creationId xmlns:a16="http://schemas.microsoft.com/office/drawing/2014/main" id="{BD6C54FF-0932-46E0-AAF1-1EE5D8BEBA20}"/>
                </a:ext>
              </a:extLst>
            </p:cNvPr>
            <p:cNvSpPr/>
            <p:nvPr/>
          </p:nvSpPr>
          <p:spPr>
            <a:xfrm>
              <a:off x="2831476" y="38509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7" name="Oval 23">
              <a:extLst>
                <a:ext uri="{FF2B5EF4-FFF2-40B4-BE49-F238E27FC236}">
                  <a16:creationId xmlns:a16="http://schemas.microsoft.com/office/drawing/2014/main" id="{21C2D51D-46D6-42F1-ACC3-976D84AA89E7}"/>
                </a:ext>
              </a:extLst>
            </p:cNvPr>
            <p:cNvSpPr/>
            <p:nvPr/>
          </p:nvSpPr>
          <p:spPr>
            <a:xfrm>
              <a:off x="2145676" y="33175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1538843" y="3777795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38843" y="3777795"/>
                <a:ext cx="1356462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686BDA7B-879F-450E-8151-2976E8551AA0}"/>
              </a:ext>
            </a:extLst>
          </p:cNvPr>
          <p:cNvPicPr>
            <a:picLocks noChangeAspect="1"/>
          </p:cNvPicPr>
          <p:nvPr/>
        </p:nvPicPr>
        <p:blipFill rotWithShape="1">
          <a:blip r:embed="rId23"/>
          <a:srcRect l="8628" t="17664" r="9063" b="16864"/>
          <a:stretch/>
        </p:blipFill>
        <p:spPr>
          <a:xfrm>
            <a:off x="3765549" y="702311"/>
            <a:ext cx="771657" cy="165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7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0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712681" y="4918062"/>
            <a:ext cx="1150186" cy="1150186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BF94BE1F-3691-4B5F-9AF0-5D5F4535D47C}"/>
              </a:ext>
            </a:extLst>
          </p:cNvPr>
          <p:cNvGrpSpPr/>
          <p:nvPr/>
        </p:nvGrpSpPr>
        <p:grpSpPr>
          <a:xfrm>
            <a:off x="3463278" y="4421229"/>
            <a:ext cx="1150186" cy="1150186"/>
            <a:chOff x="3463278" y="4507593"/>
            <a:chExt cx="1150186" cy="1150186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3463278" y="4507593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3570206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4288335" y="499751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5400000">
              <a:off x="3676376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5400000">
              <a:off x="417391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5400000">
              <a:off x="3676376" y="5261300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5400000">
              <a:off x="4173915" y="474317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 rot="5400000">
              <a:off x="3919504" y="5364647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 rot="5400000">
              <a:off x="3919504" y="4632905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7174BC2A-1B9F-4151-AE65-69868F38E2CE}"/>
              </a:ext>
            </a:extLst>
          </p:cNvPr>
          <p:cNvGrpSpPr/>
          <p:nvPr/>
        </p:nvGrpSpPr>
        <p:grpSpPr>
          <a:xfrm>
            <a:off x="389151" y="1922593"/>
            <a:ext cx="1150186" cy="1150186"/>
            <a:chOff x="389151" y="2161357"/>
            <a:chExt cx="1150186" cy="1150186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494862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1212991" y="267653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>
              <a:off x="601033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>
              <a:off x="1098571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>
              <a:off x="844160" y="3043671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>
              <a:off x="844160" y="231192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2"/>
                <a:ext cx="812954" cy="338554"/>
              </a:xfrm>
              <a:prstGeom prst="rect">
                <a:avLst/>
              </a:prstGeom>
              <a:blipFill>
                <a:blip r:embed="rId2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91714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圖片 31">
            <a:extLst>
              <a:ext uri="{FF2B5EF4-FFF2-40B4-BE49-F238E27FC236}">
                <a16:creationId xmlns:a16="http://schemas.microsoft.com/office/drawing/2014/main" id="{AA50D0C9-379E-4B88-BFAB-45F8554B4F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87575" y="1293130"/>
            <a:ext cx="1308764" cy="1285746"/>
          </a:xfrm>
          <a:prstGeom prst="rect">
            <a:avLst/>
          </a:prstGeom>
        </p:spPr>
      </p:pic>
      <p:pic>
        <p:nvPicPr>
          <p:cNvPr id="131" name="圖片 130">
            <a:extLst>
              <a:ext uri="{FF2B5EF4-FFF2-40B4-BE49-F238E27FC236}">
                <a16:creationId xmlns:a16="http://schemas.microsoft.com/office/drawing/2014/main" id="{09E37AD3-84C7-4EB4-B06B-7110E29A5E6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17135" y="3118843"/>
            <a:ext cx="1308764" cy="1285746"/>
          </a:xfrm>
          <a:prstGeom prst="rect">
            <a:avLst/>
          </a:prstGeom>
        </p:spPr>
      </p:pic>
      <p:pic>
        <p:nvPicPr>
          <p:cNvPr id="132" name="圖片 131">
            <a:extLst>
              <a:ext uri="{FF2B5EF4-FFF2-40B4-BE49-F238E27FC236}">
                <a16:creationId xmlns:a16="http://schemas.microsoft.com/office/drawing/2014/main" id="{08E3CD1A-4342-4058-BB78-8709BF5E63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3389535" y="3118843"/>
            <a:ext cx="1308764" cy="1285746"/>
          </a:xfrm>
          <a:prstGeom prst="rect">
            <a:avLst/>
          </a:prstGeom>
        </p:spPr>
      </p:pic>
      <p:pic>
        <p:nvPicPr>
          <p:cNvPr id="133" name="圖片 132">
            <a:extLst>
              <a:ext uri="{FF2B5EF4-FFF2-40B4-BE49-F238E27FC236}">
                <a16:creationId xmlns:a16="http://schemas.microsoft.com/office/drawing/2014/main" id="{7A5486C3-2624-48BB-83FE-832C13E6A68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226" t="20373" r="28237" b="11922"/>
          <a:stretch/>
        </p:blipFill>
        <p:spPr>
          <a:xfrm>
            <a:off x="1895898" y="4857271"/>
            <a:ext cx="1308764" cy="1285746"/>
          </a:xfrm>
          <a:prstGeom prst="rect">
            <a:avLst/>
          </a:prstGeom>
        </p:spPr>
      </p:pic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4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7"/>
                <a:ext cx="438402" cy="424283"/>
              </a:xfrm>
              <a:prstGeom prst="rect">
                <a:avLst/>
              </a:prstGeom>
              <a:blipFill>
                <a:blip r:embed="rId5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0" y="1746270"/>
                <a:ext cx="388427" cy="400110"/>
              </a:xfrm>
              <a:prstGeom prst="rect">
                <a:avLst/>
              </a:prstGeom>
              <a:blipFill>
                <a:blip r:embed="rId6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3595979" y="1339944"/>
            <a:ext cx="1150186" cy="1150186"/>
            <a:chOff x="3481679" y="1553308"/>
            <a:chExt cx="1150186" cy="1150186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3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57671" y="2031019"/>
              <a:ext cx="115586" cy="110880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1603" y="1730465"/>
                  <a:ext cx="411859" cy="357983"/>
                </a:xfrm>
                <a:prstGeom prst="rect">
                  <a:avLst/>
                </a:prstGeom>
                <a:blipFill>
                  <a:blip r:embed="rId7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240" y="1908368"/>
                  <a:ext cx="348841" cy="338554"/>
                </a:xfrm>
                <a:prstGeom prst="rect">
                  <a:avLst/>
                </a:prstGeom>
                <a:blipFill>
                  <a:blip r:embed="rId8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7"/>
                <a:ext cx="652306" cy="338554"/>
              </a:xfrm>
              <a:prstGeom prst="rect">
                <a:avLst/>
              </a:prstGeom>
              <a:blipFill>
                <a:blip r:embed="rId9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3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7"/>
                <a:ext cx="1673596" cy="338554"/>
              </a:xfrm>
              <a:prstGeom prst="rect">
                <a:avLst/>
              </a:prstGeom>
              <a:blipFill>
                <a:blip r:embed="rId10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1"/>
                <a:ext cx="1150186" cy="338554"/>
              </a:xfrm>
              <a:prstGeom prst="rect">
                <a:avLst/>
              </a:prstGeom>
              <a:blipFill>
                <a:blip r:embed="rId1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1"/>
                <a:ext cx="1150186" cy="338554"/>
              </a:xfrm>
              <a:prstGeom prst="rect">
                <a:avLst/>
              </a:prstGeom>
              <a:blipFill>
                <a:blip r:embed="rId1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5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4" name="圖片 223">
            <a:extLst>
              <a:ext uri="{FF2B5EF4-FFF2-40B4-BE49-F238E27FC236}">
                <a16:creationId xmlns:a16="http://schemas.microsoft.com/office/drawing/2014/main" id="{4EA54F6C-70B5-4267-BECD-E6E6C07FBDE8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083"/>
          <a:stretch/>
        </p:blipFill>
        <p:spPr>
          <a:xfrm>
            <a:off x="1399921" y="515896"/>
            <a:ext cx="2300718" cy="620437"/>
          </a:xfrm>
          <a:prstGeom prst="rect">
            <a:avLst/>
          </a:prstGeom>
        </p:spPr>
      </p:pic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0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1" y="233922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49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4" y="2910487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6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88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5" y="2936886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5"/>
                <a:ext cx="176928" cy="338554"/>
              </a:xfrm>
              <a:prstGeom prst="rect">
                <a:avLst/>
              </a:prstGeom>
              <a:blipFill>
                <a:blip r:embed="rId17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6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2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2" y="2946190"/>
                <a:ext cx="256967" cy="338554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88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0" y="3210805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0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5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4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8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8"/>
                <a:ext cx="315234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1" y="366042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7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0"/>
                <a:ext cx="297046" cy="338554"/>
              </a:xfrm>
              <a:prstGeom prst="rect">
                <a:avLst/>
              </a:prstGeom>
              <a:blipFill>
                <a:blip r:embed="rId21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8" y="321470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blipFill>
                <a:blip r:embed="rId22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36842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8" name="圖片 207">
            <a:extLst>
              <a:ext uri="{FF2B5EF4-FFF2-40B4-BE49-F238E27FC236}">
                <a16:creationId xmlns:a16="http://schemas.microsoft.com/office/drawing/2014/main" id="{78D82BF4-13A5-45FF-B9A2-9375B9FE926C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95" t="13543" r="38773" b="2524"/>
          <a:stretch/>
        </p:blipFill>
        <p:spPr>
          <a:xfrm>
            <a:off x="6764229" y="1294531"/>
            <a:ext cx="1292876" cy="1282944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C9751448-EBCD-4B26-A30A-607AD48C72A0}"/>
              </a:ext>
            </a:extLst>
          </p:cNvPr>
          <p:cNvPicPr>
            <a:picLocks noChangeAspect="1"/>
          </p:cNvPicPr>
          <p:nvPr/>
        </p:nvPicPr>
        <p:blipFill rotWithShape="1">
          <a:blip r:embed="rId2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13440" r="38701" b="1703"/>
          <a:stretch/>
        </p:blipFill>
        <p:spPr>
          <a:xfrm>
            <a:off x="6767966" y="4851605"/>
            <a:ext cx="1285402" cy="1297078"/>
          </a:xfrm>
          <a:prstGeom prst="rect">
            <a:avLst/>
          </a:prstGeom>
        </p:spPr>
      </p:pic>
      <p:pic>
        <p:nvPicPr>
          <p:cNvPr id="210" name="圖片 209">
            <a:extLst>
              <a:ext uri="{FF2B5EF4-FFF2-40B4-BE49-F238E27FC236}">
                <a16:creationId xmlns:a16="http://schemas.microsoft.com/office/drawing/2014/main" id="{974A8271-7062-41BF-812F-7BEA57BAB9E7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62" t="13456" r="38352" b="3300"/>
          <a:stretch/>
        </p:blipFill>
        <p:spPr>
          <a:xfrm>
            <a:off x="5216814" y="3119422"/>
            <a:ext cx="1300348" cy="1272418"/>
          </a:xfrm>
          <a:prstGeom prst="rect">
            <a:avLst/>
          </a:prstGeom>
        </p:spPr>
      </p:pic>
      <p:pic>
        <p:nvPicPr>
          <p:cNvPr id="211" name="圖片 210">
            <a:extLst>
              <a:ext uri="{FF2B5EF4-FFF2-40B4-BE49-F238E27FC236}">
                <a16:creationId xmlns:a16="http://schemas.microsoft.com/office/drawing/2014/main" id="{FCFA52FF-0D4E-4B9B-A77C-EA8292B51925}"/>
              </a:ext>
            </a:extLst>
          </p:cNvPr>
          <p:cNvPicPr>
            <a:picLocks noChangeAspect="1"/>
          </p:cNvPicPr>
          <p:nvPr/>
        </p:nvPicPr>
        <p:blipFill rotWithShape="1">
          <a:blip r:embed="rId2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59" t="13318" r="38456" b="2874"/>
          <a:stretch/>
        </p:blipFill>
        <p:spPr>
          <a:xfrm>
            <a:off x="8288152" y="3119049"/>
            <a:ext cx="1300348" cy="1281010"/>
          </a:xfrm>
          <a:prstGeom prst="rect">
            <a:avLst/>
          </a:prstGeom>
        </p:spPr>
      </p:pic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0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3"/>
                <a:ext cx="438402" cy="424283"/>
              </a:xfrm>
              <a:prstGeom prst="rect">
                <a:avLst/>
              </a:prstGeom>
              <a:blipFill>
                <a:blip r:embed="rId28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3" y="1704336"/>
                <a:ext cx="388427" cy="400110"/>
              </a:xfrm>
              <a:prstGeom prst="rect">
                <a:avLst/>
              </a:prstGeom>
              <a:blipFill>
                <a:blip r:embed="rId29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8"/>
                <a:ext cx="652306" cy="338554"/>
              </a:xfrm>
              <a:prstGeom prst="rect">
                <a:avLst/>
              </a:prstGeom>
              <a:blipFill>
                <a:blip r:embed="rId30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0" name="圖片 229">
            <a:extLst>
              <a:ext uri="{FF2B5EF4-FFF2-40B4-BE49-F238E27FC236}">
                <a16:creationId xmlns:a16="http://schemas.microsoft.com/office/drawing/2014/main" id="{78DD5379-389F-4B1B-AD61-D7F44D0D3FC7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4"/>
                <a:ext cx="1673596" cy="338554"/>
              </a:xfrm>
              <a:prstGeom prst="rect">
                <a:avLst/>
              </a:prstGeom>
              <a:blipFill>
                <a:blip r:embed="rId31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blipFill>
                <a:blip r:embed="rId32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blipFill>
                <a:blip r:embed="rId3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4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0" y="2332876"/>
                <a:ext cx="478319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2" y="292671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3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blipFill>
                <a:blip r:embed="rId36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3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blipFill>
                <a:blip r:embed="rId37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8" y="3227037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7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0" y="357585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1" y="367592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0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blipFill>
                <a:blip r:embed="rId40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59" y="3230198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89422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402</TotalTime>
  <Words>96</Words>
  <Application>Microsoft Office PowerPoint</Application>
  <PresentationFormat>自訂</PresentationFormat>
  <Paragraphs>61</Paragraphs>
  <Slides>3</Slides>
  <Notes>0</Notes>
  <HiddenSlides>3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0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43</cp:revision>
  <dcterms:created xsi:type="dcterms:W3CDTF">2026-04-27T03:03:02Z</dcterms:created>
  <dcterms:modified xsi:type="dcterms:W3CDTF">2026-06-19T13:02:19Z</dcterms:modified>
</cp:coreProperties>
</file>