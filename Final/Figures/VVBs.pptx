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  <p:sldId id="257" r:id="rId3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5098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287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75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75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75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759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5683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584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93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6350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2560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880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711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2480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20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6.png"/><Relationship Id="rId26" Type="http://schemas.openxmlformats.org/officeDocument/2006/relationships/image" Target="../media/image38.png"/><Relationship Id="rId39" Type="http://schemas.openxmlformats.org/officeDocument/2006/relationships/image" Target="../media/image23.png"/><Relationship Id="rId13" Type="http://schemas.openxmlformats.org/officeDocument/2006/relationships/image" Target="../media/image250.png"/><Relationship Id="rId21" Type="http://schemas.openxmlformats.org/officeDocument/2006/relationships/image" Target="../media/image33.png"/><Relationship Id="rId34" Type="http://schemas.openxmlformats.org/officeDocument/2006/relationships/image" Target="../media/image46.png"/><Relationship Id="rId42" Type="http://schemas.openxmlformats.org/officeDocument/2006/relationships/image" Target="../media/image24.png"/><Relationship Id="rId7" Type="http://schemas.openxmlformats.org/officeDocument/2006/relationships/image" Target="../media/image19.png"/><Relationship Id="rId16" Type="http://schemas.openxmlformats.org/officeDocument/2006/relationships/image" Target="../media/image28.png"/><Relationship Id="rId20" Type="http://schemas.openxmlformats.org/officeDocument/2006/relationships/image" Target="../media/image18.png"/><Relationship Id="rId29" Type="http://schemas.openxmlformats.org/officeDocument/2006/relationships/image" Target="../media/image41.png"/><Relationship Id="rId41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36.png"/><Relationship Id="rId32" Type="http://schemas.openxmlformats.org/officeDocument/2006/relationships/image" Target="../media/image44.png"/><Relationship Id="rId37" Type="http://schemas.openxmlformats.org/officeDocument/2006/relationships/image" Target="../media/image49.png"/><Relationship Id="rId40" Type="http://schemas.openxmlformats.org/officeDocument/2006/relationships/image" Target="../media/image52.png"/><Relationship Id="rId11" Type="http://schemas.openxmlformats.org/officeDocument/2006/relationships/image" Target="../media/image230.png"/><Relationship Id="rId45" Type="http://schemas.openxmlformats.org/officeDocument/2006/relationships/image" Target="../media/image29.png"/><Relationship Id="rId15" Type="http://schemas.openxmlformats.org/officeDocument/2006/relationships/image" Target="../media/image27.png"/><Relationship Id="rId23" Type="http://schemas.openxmlformats.org/officeDocument/2006/relationships/image" Target="../media/image35.png"/><Relationship Id="rId28" Type="http://schemas.openxmlformats.org/officeDocument/2006/relationships/image" Target="../media/image40.png"/><Relationship Id="rId36" Type="http://schemas.openxmlformats.org/officeDocument/2006/relationships/image" Target="../media/image48.png"/><Relationship Id="rId5" Type="http://schemas.openxmlformats.org/officeDocument/2006/relationships/image" Target="../media/image170.png"/><Relationship Id="rId19" Type="http://schemas.openxmlformats.org/officeDocument/2006/relationships/image" Target="../media/image17.png"/><Relationship Id="rId31" Type="http://schemas.openxmlformats.org/officeDocument/2006/relationships/image" Target="../media/image43.png"/><Relationship Id="rId44" Type="http://schemas.openxmlformats.org/officeDocument/2006/relationships/image" Target="../media/image26.png"/><Relationship Id="rId9" Type="http://schemas.openxmlformats.org/officeDocument/2006/relationships/image" Target="../media/image14.png"/><Relationship Id="rId22" Type="http://schemas.openxmlformats.org/officeDocument/2006/relationships/image" Target="../media/image34.png"/><Relationship Id="rId27" Type="http://schemas.openxmlformats.org/officeDocument/2006/relationships/image" Target="../media/image39.png"/><Relationship Id="rId30" Type="http://schemas.openxmlformats.org/officeDocument/2006/relationships/image" Target="../media/image42.png"/><Relationship Id="rId35" Type="http://schemas.openxmlformats.org/officeDocument/2006/relationships/image" Target="../media/image47.png"/><Relationship Id="rId4" Type="http://schemas.openxmlformats.org/officeDocument/2006/relationships/image" Target="../media/image160.png"/><Relationship Id="rId43" Type="http://schemas.openxmlformats.org/officeDocument/2006/relationships/image" Target="../media/image25.png"/><Relationship Id="rId8" Type="http://schemas.openxmlformats.org/officeDocument/2006/relationships/image" Target="../media/image20.png"/><Relationship Id="rId3" Type="http://schemas.openxmlformats.org/officeDocument/2006/relationships/image" Target="../media/image150.png"/><Relationship Id="rId17" Type="http://schemas.openxmlformats.org/officeDocument/2006/relationships/image" Target="../media/image15.png"/><Relationship Id="rId25" Type="http://schemas.openxmlformats.org/officeDocument/2006/relationships/image" Target="../media/image37.png"/><Relationship Id="rId33" Type="http://schemas.openxmlformats.org/officeDocument/2006/relationships/image" Target="../media/image21.png"/><Relationship Id="rId38" Type="http://schemas.openxmlformats.org/officeDocument/2006/relationships/image" Target="../media/image22.png"/><Relationship Id="rId12" Type="http://schemas.openxmlformats.org/officeDocument/2006/relationships/image" Target="../media/image2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902DE7EA-F635-4EC2-8FC2-5B9B9E617B88}"/>
              </a:ext>
            </a:extLst>
          </p:cNvPr>
          <p:cNvGrpSpPr/>
          <p:nvPr/>
        </p:nvGrpSpPr>
        <p:grpSpPr>
          <a:xfrm>
            <a:off x="7369802" y="3670261"/>
            <a:ext cx="2919455" cy="3036650"/>
            <a:chOff x="3909893" y="2121313"/>
            <a:chExt cx="2919455" cy="3036650"/>
          </a:xfrm>
        </p:grpSpPr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5222336" y="2135621"/>
              <a:ext cx="295195" cy="305784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4061937" y="2288513"/>
              <a:ext cx="2623960" cy="271808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5222336" y="4852179"/>
              <a:ext cx="295195" cy="305784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4804171" y="2336484"/>
              <a:ext cx="1131525" cy="2623960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4712309" y="2289422"/>
              <a:ext cx="1311980" cy="271808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4804171" y="2336484"/>
              <a:ext cx="1131525" cy="2623960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Partial Circle 9">
              <a:extLst>
                <a:ext uri="{FF2B5EF4-FFF2-40B4-BE49-F238E27FC236}">
                  <a16:creationId xmlns:a16="http://schemas.microsoft.com/office/drawing/2014/main" id="{446DF47F-7EAC-4839-8813-F7266AF991D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149911" y="3221394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rgbClr val="007E00"/>
                </a:gs>
                <a:gs pos="36000">
                  <a:srgbClr val="45C845">
                    <a:alpha val="60000"/>
                  </a:srgbClr>
                </a:gs>
                <a:gs pos="100000">
                  <a:srgbClr val="B9FFB9">
                    <a:alpha val="60000"/>
                  </a:srgbClr>
                </a:gs>
              </a:gsLst>
              <a:lin ang="2700000" scaled="1"/>
              <a:tileRect/>
            </a:gradFill>
            <a:ln w="19050">
              <a:solidFill>
                <a:srgbClr val="319B1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0">
                  <a:extLst>
                    <a:ext uri="{FF2B5EF4-FFF2-40B4-BE49-F238E27FC236}">
                      <a16:creationId xmlns:a16="http://schemas.microsoft.com/office/drawing/2014/main" id="{26699C68-A443-487C-97DC-E3EB498C2D1B}"/>
                    </a:ext>
                  </a:extLst>
                </p:cNvPr>
                <p:cNvSpPr txBox="1"/>
                <p:nvPr/>
              </p:nvSpPr>
              <p:spPr>
                <a:xfrm>
                  <a:off x="4690464" y="3556134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0">
                  <a:extLst>
                    <a:ext uri="{FF2B5EF4-FFF2-40B4-BE49-F238E27FC236}">
                      <a16:creationId xmlns:a16="http://schemas.microsoft.com/office/drawing/2014/main" id="{26699C68-A443-487C-97DC-E3EB498C2D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0464" y="3556134"/>
                  <a:ext cx="321504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4440286" y="3358991"/>
                  <a:ext cx="32150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0286" y="3358991"/>
                  <a:ext cx="321505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5220616" y="4852179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5682303" y="3497725"/>
                  <a:ext cx="32150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303" y="3497725"/>
                  <a:ext cx="32150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5200614" y="2429547"/>
                  <a:ext cx="32150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0614" y="2429547"/>
                  <a:ext cx="321505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4712309" y="2289422"/>
              <a:ext cx="1311980" cy="271808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E8490D4-919C-4E37-805E-215BBF2F8C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3476" y="3639669"/>
              <a:ext cx="402652" cy="520683"/>
            </a:xfrm>
            <a:prstGeom prst="straightConnector1">
              <a:avLst/>
            </a:prstGeom>
            <a:ln w="53975">
              <a:solidFill>
                <a:srgbClr val="238109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6534153" y="3495572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Partial Circle 9">
              <a:extLst>
                <a:ext uri="{FF2B5EF4-FFF2-40B4-BE49-F238E27FC236}">
                  <a16:creationId xmlns:a16="http://schemas.microsoft.com/office/drawing/2014/main" id="{AE4539B5-558E-4EB9-B939-649312B60E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04126" y="3328761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accent5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5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5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2789" y="2834235"/>
              <a:ext cx="3083" cy="810248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10">
                  <a:extLst>
                    <a:ext uri="{FF2B5EF4-FFF2-40B4-BE49-F238E27FC236}">
                      <a16:creationId xmlns:a16="http://schemas.microsoft.com/office/drawing/2014/main" id="{03023A76-ED64-483B-BE33-0798B5F5BD4A}"/>
                    </a:ext>
                  </a:extLst>
                </p:cNvPr>
                <p:cNvSpPr txBox="1"/>
                <p:nvPr/>
              </p:nvSpPr>
              <p:spPr>
                <a:xfrm>
                  <a:off x="5398429" y="2996971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1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10">
                  <a:extLst>
                    <a:ext uri="{FF2B5EF4-FFF2-40B4-BE49-F238E27FC236}">
                      <a16:creationId xmlns:a16="http://schemas.microsoft.com/office/drawing/2014/main" id="{03023A76-ED64-483B-BE33-0798B5F5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8429" y="2996971"/>
                  <a:ext cx="321504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5368214" y="3640512"/>
              <a:ext cx="355802" cy="284861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5056896" y="3328917"/>
              <a:ext cx="0" cy="62319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17">
              <a:extLst>
                <a:ext uri="{FF2B5EF4-FFF2-40B4-BE49-F238E27FC236}">
                  <a16:creationId xmlns:a16="http://schemas.microsoft.com/office/drawing/2014/main" id="{A7A2F71B-ECD2-4F8F-B1A7-79F0E38300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51433" y="2829722"/>
              <a:ext cx="1039268" cy="817070"/>
            </a:xfrm>
            <a:prstGeom prst="straightConnector1">
              <a:avLst/>
            </a:prstGeom>
            <a:ln w="53975">
              <a:solidFill>
                <a:schemeClr val="accent5">
                  <a:lumMod val="75000"/>
                </a:schemeClr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3909893" y="3495572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5222764" y="2121313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88F4F32B-7535-49A6-9366-1751B55D9F67}"/>
              </a:ext>
            </a:extLst>
          </p:cNvPr>
          <p:cNvGrpSpPr/>
          <p:nvPr/>
        </p:nvGrpSpPr>
        <p:grpSpPr>
          <a:xfrm>
            <a:off x="5907445" y="254006"/>
            <a:ext cx="2756079" cy="2751307"/>
            <a:chOff x="3159330" y="477156"/>
            <a:chExt cx="2756079" cy="2751307"/>
          </a:xfrm>
        </p:grpSpPr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B0EB9C93-CD1B-4804-8D05-87EF0F93F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603" r="25951" b="9184"/>
            <a:stretch/>
          </p:blipFill>
          <p:spPr>
            <a:xfrm>
              <a:off x="3159330" y="477156"/>
              <a:ext cx="2756079" cy="2751307"/>
            </a:xfrm>
            <a:prstGeom prst="rect">
              <a:avLst/>
            </a:prstGeom>
          </p:spPr>
        </p:pic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4328340" y="95116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4328340" y="228759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988424" y="162851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649009" y="162851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849574" y="211468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849574" y="115351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803260" y="211468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803260" y="115351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459899" y="89357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459899" y="222752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780568" y="157559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981133" y="109359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981133" y="205607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934819" y="109359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934819" y="205607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5119984" y="157559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99" name="群組 98">
            <a:extLst>
              <a:ext uri="{FF2B5EF4-FFF2-40B4-BE49-F238E27FC236}">
                <a16:creationId xmlns:a16="http://schemas.microsoft.com/office/drawing/2014/main" id="{D1F44C08-89A1-4980-AE11-5E7A6241CF7F}"/>
              </a:ext>
            </a:extLst>
          </p:cNvPr>
          <p:cNvGrpSpPr/>
          <p:nvPr/>
        </p:nvGrpSpPr>
        <p:grpSpPr>
          <a:xfrm>
            <a:off x="5907445" y="7806917"/>
            <a:ext cx="2756079" cy="2751307"/>
            <a:chOff x="3036714" y="6709267"/>
            <a:chExt cx="2756079" cy="2751307"/>
          </a:xfrm>
        </p:grpSpPr>
        <p:pic>
          <p:nvPicPr>
            <p:cNvPr id="63" name="圖片 62">
              <a:extLst>
                <a:ext uri="{FF2B5EF4-FFF2-40B4-BE49-F238E27FC236}">
                  <a16:creationId xmlns:a16="http://schemas.microsoft.com/office/drawing/2014/main" id="{44A25E80-642C-418B-A893-C18ABE6AF2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603" r="25951" b="9184"/>
            <a:stretch/>
          </p:blipFill>
          <p:spPr>
            <a:xfrm>
              <a:off x="3036714" y="6709267"/>
              <a:ext cx="2756079" cy="2751307"/>
            </a:xfrm>
            <a:prstGeom prst="rect">
              <a:avLst/>
            </a:prstGeom>
          </p:spPr>
        </p:pic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205724" y="7183273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205724" y="851970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65808" y="786062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526393" y="786062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726958" y="834680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726958" y="7385621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80644" y="834680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80644" y="7385621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37283" y="7125681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37283" y="84596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57952" y="780770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58517" y="732570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58517" y="8288187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812203" y="732570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812203" y="8288187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97368" y="780770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100" name="群組 99">
            <a:extLst>
              <a:ext uri="{FF2B5EF4-FFF2-40B4-BE49-F238E27FC236}">
                <a16:creationId xmlns:a16="http://schemas.microsoft.com/office/drawing/2014/main" id="{D3815EEA-AC0C-4FCB-905D-7FDDB924B3A3}"/>
              </a:ext>
            </a:extLst>
          </p:cNvPr>
          <p:cNvGrpSpPr/>
          <p:nvPr/>
        </p:nvGrpSpPr>
        <p:grpSpPr>
          <a:xfrm>
            <a:off x="11201437" y="3933946"/>
            <a:ext cx="2757891" cy="2756079"/>
            <a:chOff x="6186178" y="3591039"/>
            <a:chExt cx="2757891" cy="2756079"/>
          </a:xfrm>
        </p:grpSpPr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AFC42FE9-D34C-4C10-AD5F-81BD57B8F7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430" r="25951" b="9185"/>
            <a:stretch/>
          </p:blipFill>
          <p:spPr>
            <a:xfrm rot="5400000">
              <a:off x="6187084" y="3590133"/>
              <a:ext cx="2756079" cy="2757891"/>
            </a:xfrm>
            <a:prstGeom prst="rect">
              <a:avLst/>
            </a:prstGeom>
          </p:spPr>
        </p:pic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6714397" y="48342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8019342" y="48342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8100000">
              <a:off x="6907323" y="4372048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8100000">
              <a:off x="7811426" y="531355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2700000">
              <a:off x="6907324" y="531355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2700000">
              <a:off x="7811425" y="437204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10800000">
              <a:off x="7349122" y="5501353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10800000">
              <a:off x="7349122" y="41716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37670FF9-C469-4DC6-9DCC-56769E587ABC}"/>
              </a:ext>
            </a:extLst>
          </p:cNvPr>
          <p:cNvGrpSpPr/>
          <p:nvPr/>
        </p:nvGrpSpPr>
        <p:grpSpPr>
          <a:xfrm>
            <a:off x="548493" y="3887238"/>
            <a:ext cx="2757891" cy="2756079"/>
            <a:chOff x="-39280" y="3524564"/>
            <a:chExt cx="2757891" cy="2756079"/>
          </a:xfrm>
        </p:grpSpPr>
        <p:pic>
          <p:nvPicPr>
            <p:cNvPr id="89" name="圖片 88">
              <a:extLst>
                <a:ext uri="{FF2B5EF4-FFF2-40B4-BE49-F238E27FC236}">
                  <a16:creationId xmlns:a16="http://schemas.microsoft.com/office/drawing/2014/main" id="{20B6DAE3-CAE3-4471-B17F-9AF1CD5A68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430" r="25951" b="9185"/>
            <a:stretch/>
          </p:blipFill>
          <p:spPr>
            <a:xfrm rot="5400000">
              <a:off x="-38374" y="3523658"/>
              <a:ext cx="2756079" cy="2757891"/>
            </a:xfrm>
            <a:prstGeom prst="rect">
              <a:avLst/>
            </a:prstGeom>
          </p:spPr>
        </p:pic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88939" y="476773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793884" y="476773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 rot="13500000">
              <a:off x="681865" y="4305573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 rot="13500000">
              <a:off x="1585968" y="524708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 rot="8100000">
              <a:off x="681866" y="524708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 rot="8100000">
              <a:off x="1585967" y="430557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 rot="16200000">
              <a:off x="1123664" y="5434878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 rot="16200000">
              <a:off x="1123664" y="410519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pic>
        <p:nvPicPr>
          <p:cNvPr id="103" name="圖片 102">
            <a:extLst>
              <a:ext uri="{FF2B5EF4-FFF2-40B4-BE49-F238E27FC236}">
                <a16:creationId xmlns:a16="http://schemas.microsoft.com/office/drawing/2014/main" id="{19B0ACFB-B907-46EA-A23F-96C9E0525BB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50" t="15604" r="25729" b="8729"/>
          <a:stretch/>
        </p:blipFill>
        <p:spPr>
          <a:xfrm>
            <a:off x="3623291" y="3823828"/>
            <a:ext cx="2806700" cy="2882901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B5569F76-3F7B-4A88-93E5-A399660A1B8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91" t="16462" r="25702" b="9253"/>
          <a:stretch/>
        </p:blipFill>
        <p:spPr>
          <a:xfrm>
            <a:off x="8851152" y="207515"/>
            <a:ext cx="2817132" cy="2830286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DAFC6DBC-E535-4465-BB9B-E6B5B127E43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0" t="15699" r="25714" b="8873"/>
          <a:stretch/>
        </p:blipFill>
        <p:spPr>
          <a:xfrm>
            <a:off x="14084834" y="3832894"/>
            <a:ext cx="2801257" cy="2873828"/>
          </a:xfrm>
          <a:prstGeom prst="rect">
            <a:avLst/>
          </a:prstGeom>
        </p:spPr>
      </p:pic>
      <p:pic>
        <p:nvPicPr>
          <p:cNvPr id="111" name="圖片 110">
            <a:extLst>
              <a:ext uri="{FF2B5EF4-FFF2-40B4-BE49-F238E27FC236}">
                <a16:creationId xmlns:a16="http://schemas.microsoft.com/office/drawing/2014/main" id="{19769F14-9391-4019-89D7-A4AEB224F2D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09" t="17604" r="26072" b="9253"/>
          <a:stretch/>
        </p:blipFill>
        <p:spPr>
          <a:xfrm>
            <a:off x="8883555" y="7771473"/>
            <a:ext cx="2757714" cy="27867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2F9AB9D4-049A-42C4-8837-5708D30DFB59}"/>
                  </a:ext>
                </a:extLst>
              </p:cNvPr>
              <p:cNvSpPr txBox="1"/>
              <p:nvPr/>
            </p:nvSpPr>
            <p:spPr>
              <a:xfrm>
                <a:off x="8226961" y="-887210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2F9AB9D4-049A-42C4-8837-5708D30DF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6961" y="-887210"/>
                <a:ext cx="1477257" cy="369332"/>
              </a:xfrm>
              <a:prstGeom prst="rect">
                <a:avLst/>
              </a:prstGeom>
              <a:blipFill>
                <a:blip r:embed="rId12"/>
                <a:stretch>
                  <a:fillRect t="-119672" r="-6612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8172218" y="6681615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218" y="6681615"/>
                <a:ext cx="1477257" cy="369332"/>
              </a:xfrm>
              <a:prstGeom prst="rect">
                <a:avLst/>
              </a:prstGeom>
              <a:blipFill>
                <a:blip r:embed="rId13"/>
                <a:stretch>
                  <a:fillRect t="-119672" r="-12397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6710247" y="-224597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247" y="-224597"/>
                <a:ext cx="1477257" cy="369332"/>
              </a:xfrm>
              <a:prstGeom prst="rect">
                <a:avLst/>
              </a:prstGeom>
              <a:blipFill>
                <a:blip r:embed="rId14"/>
                <a:stretch>
                  <a:fillRect t="-119672" r="-6612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6122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矩形: 圓角 218">
            <a:extLst>
              <a:ext uri="{FF2B5EF4-FFF2-40B4-BE49-F238E27FC236}">
                <a16:creationId xmlns:a16="http://schemas.microsoft.com/office/drawing/2014/main" id="{BB370057-6AA8-4B59-9446-BFD4000C304D}"/>
              </a:ext>
            </a:extLst>
          </p:cNvPr>
          <p:cNvSpPr/>
          <p:nvPr/>
        </p:nvSpPr>
        <p:spPr>
          <a:xfrm>
            <a:off x="9145285" y="159292"/>
            <a:ext cx="8688540" cy="10481187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dirty="0"/>
          </a:p>
        </p:txBody>
      </p: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A41F267B-5869-46A3-BE58-3F2D6B675712}"/>
              </a:ext>
            </a:extLst>
          </p:cNvPr>
          <p:cNvSpPr/>
          <p:nvPr/>
        </p:nvSpPr>
        <p:spPr>
          <a:xfrm>
            <a:off x="166837" y="159292"/>
            <a:ext cx="8688540" cy="10481187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dirty="0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504E6472-D541-42B6-AAE9-F372792CF901}"/>
              </a:ext>
            </a:extLst>
          </p:cNvPr>
          <p:cNvGrpSpPr/>
          <p:nvPr/>
        </p:nvGrpSpPr>
        <p:grpSpPr>
          <a:xfrm>
            <a:off x="6326724" y="1991471"/>
            <a:ext cx="2090057" cy="2090057"/>
            <a:chOff x="7369987" y="1465126"/>
            <a:chExt cx="2090057" cy="209005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57E41D4F-4C5E-48C8-B193-DCF0EB2677CC}"/>
              </a:ext>
            </a:extLst>
          </p:cNvPr>
          <p:cNvGrpSpPr/>
          <p:nvPr/>
        </p:nvGrpSpPr>
        <p:grpSpPr>
          <a:xfrm>
            <a:off x="1456590" y="8193429"/>
            <a:ext cx="2090057" cy="2090057"/>
            <a:chOff x="3321304" y="8992368"/>
            <a:chExt cx="2090057" cy="2090057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AE83754-BBDC-42C7-9EB0-2DE583397011}"/>
              </a:ext>
            </a:extLst>
          </p:cNvPr>
          <p:cNvGrpSpPr/>
          <p:nvPr/>
        </p:nvGrpSpPr>
        <p:grpSpPr>
          <a:xfrm>
            <a:off x="6293287" y="7359843"/>
            <a:ext cx="2090057" cy="2090057"/>
            <a:chOff x="8631015" y="5186974"/>
            <a:chExt cx="2090057" cy="2090057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54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54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54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54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5400000"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5400000"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35A9C3FA-3175-41A5-A2FC-580464197AB0}"/>
              </a:ext>
            </a:extLst>
          </p:cNvPr>
          <p:cNvGrpSpPr/>
          <p:nvPr/>
        </p:nvGrpSpPr>
        <p:grpSpPr>
          <a:xfrm>
            <a:off x="707144" y="3096386"/>
            <a:ext cx="2090057" cy="2090057"/>
            <a:chOff x="-756975" y="5254023"/>
            <a:chExt cx="2090057" cy="2090057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3895605" y="7597223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605" y="7597223"/>
                <a:ext cx="1477257" cy="369332"/>
              </a:xfrm>
              <a:prstGeom prst="rect">
                <a:avLst/>
              </a:prstGeom>
              <a:blipFill>
                <a:blip r:embed="rId7"/>
                <a:stretch>
                  <a:fillRect t="-119672" r="-1281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3926126" y="4173812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126" y="4173812"/>
                <a:ext cx="1477257" cy="369332"/>
              </a:xfrm>
              <a:prstGeom prst="rect">
                <a:avLst/>
              </a:prstGeom>
              <a:blipFill>
                <a:blip r:embed="rId8"/>
                <a:stretch>
                  <a:fillRect t="-121667" r="-7025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圖片 31">
            <a:extLst>
              <a:ext uri="{FF2B5EF4-FFF2-40B4-BE49-F238E27FC236}">
                <a16:creationId xmlns:a16="http://schemas.microsoft.com/office/drawing/2014/main" id="{AA50D0C9-379E-4B88-BFAB-45F8554B4F98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533487" y="2008071"/>
            <a:ext cx="2171243" cy="2133056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09E37AD3-84C7-4EB4-B06B-7110E29A5E6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79767" y="5233348"/>
            <a:ext cx="2171243" cy="2133056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08E3CD1A-4342-4058-BB78-8709BF5E63E0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6262771" y="5233348"/>
            <a:ext cx="2171243" cy="2133056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7A5486C3-2624-48BB-83FE-832C13E6A682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548612" y="8184629"/>
            <a:ext cx="2171243" cy="21330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/>
              <p:nvPr/>
            </p:nvSpPr>
            <p:spPr>
              <a:xfrm>
                <a:off x="12727645" y="7626719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7645" y="7626719"/>
                <a:ext cx="1477257" cy="369332"/>
              </a:xfrm>
              <a:prstGeom prst="rect">
                <a:avLst/>
              </a:prstGeom>
              <a:blipFill>
                <a:blip r:embed="rId15"/>
                <a:stretch>
                  <a:fillRect t="-119672" r="-12397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/>
              <p:nvPr/>
            </p:nvSpPr>
            <p:spPr>
              <a:xfrm>
                <a:off x="12727645" y="4203308"/>
                <a:ext cx="14772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7645" y="4203308"/>
                <a:ext cx="1477257" cy="369332"/>
              </a:xfrm>
              <a:prstGeom prst="rect">
                <a:avLst/>
              </a:prstGeom>
              <a:blipFill>
                <a:blip r:embed="rId16"/>
                <a:stretch>
                  <a:fillRect t="-121667" r="-6612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5" name="圖片 184">
            <a:extLst>
              <a:ext uri="{FF2B5EF4-FFF2-40B4-BE49-F238E27FC236}">
                <a16:creationId xmlns:a16="http://schemas.microsoft.com/office/drawing/2014/main" id="{49186D5F-BEB3-40C6-8FCE-FCF1A3E8D648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12393832" y="2010397"/>
            <a:ext cx="2144883" cy="2128404"/>
          </a:xfrm>
          <a:prstGeom prst="rect">
            <a:avLst/>
          </a:prstGeom>
        </p:spPr>
      </p:pic>
      <p:pic>
        <p:nvPicPr>
          <p:cNvPr id="186" name="圖片 185">
            <a:extLst>
              <a:ext uri="{FF2B5EF4-FFF2-40B4-BE49-F238E27FC236}">
                <a16:creationId xmlns:a16="http://schemas.microsoft.com/office/drawing/2014/main" id="{B8F8C395-E261-4A45-9715-CCB4784B866F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12400031" y="8175230"/>
            <a:ext cx="2132485" cy="2151854"/>
          </a:xfrm>
          <a:prstGeom prst="rect">
            <a:avLst/>
          </a:prstGeom>
        </p:spPr>
      </p:pic>
      <p:pic>
        <p:nvPicPr>
          <p:cNvPr id="187" name="圖片 186">
            <a:extLst>
              <a:ext uri="{FF2B5EF4-FFF2-40B4-BE49-F238E27FC236}">
                <a16:creationId xmlns:a16="http://schemas.microsoft.com/office/drawing/2014/main" id="{6B490376-A234-421F-83ED-8217CF774EC6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9582541" y="5233348"/>
            <a:ext cx="2157281" cy="2110943"/>
          </a:xfrm>
          <a:prstGeom prst="rect">
            <a:avLst/>
          </a:prstGeom>
        </p:spPr>
      </p:pic>
      <p:pic>
        <p:nvPicPr>
          <p:cNvPr id="188" name="圖片 187">
            <a:extLst>
              <a:ext uri="{FF2B5EF4-FFF2-40B4-BE49-F238E27FC236}">
                <a16:creationId xmlns:a16="http://schemas.microsoft.com/office/drawing/2014/main" id="{BDB03953-3430-4FC0-BCA4-6756E85CD1C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15163615" y="5233348"/>
            <a:ext cx="2157281" cy="2125201"/>
          </a:xfrm>
          <a:prstGeom prst="rect">
            <a:avLst/>
          </a:prstGeom>
        </p:spPr>
      </p:pic>
      <p:grpSp>
        <p:nvGrpSpPr>
          <p:cNvPr id="190" name="群組 189">
            <a:extLst>
              <a:ext uri="{FF2B5EF4-FFF2-40B4-BE49-F238E27FC236}">
                <a16:creationId xmlns:a16="http://schemas.microsoft.com/office/drawing/2014/main" id="{B893DE33-FAFB-49B0-93C2-2E631CACB533}"/>
              </a:ext>
            </a:extLst>
          </p:cNvPr>
          <p:cNvGrpSpPr/>
          <p:nvPr/>
        </p:nvGrpSpPr>
        <p:grpSpPr>
          <a:xfrm>
            <a:off x="4465091" y="2560201"/>
            <a:ext cx="528454" cy="687439"/>
            <a:chOff x="6721063" y="1832108"/>
            <a:chExt cx="909417" cy="1183013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blipFill>
                  <a:blip r:embed="rId21"/>
                  <a:stretch>
                    <a:fillRect r="-55000" b="-312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blipFill>
                  <a:blip r:embed="rId22"/>
                  <a:stretch>
                    <a:fillRect r="-47500" b="-65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E4197EFF-A05F-4595-B762-ACA9189A43F6}"/>
              </a:ext>
            </a:extLst>
          </p:cNvPr>
          <p:cNvGrpSpPr/>
          <p:nvPr/>
        </p:nvGrpSpPr>
        <p:grpSpPr>
          <a:xfrm>
            <a:off x="7321712" y="2590325"/>
            <a:ext cx="490354" cy="618561"/>
            <a:chOff x="6721063" y="1897673"/>
            <a:chExt cx="843851" cy="1064482"/>
          </a:xfrm>
        </p:grpSpPr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6721063" y="1897673"/>
                  <a:ext cx="416138" cy="61605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97673"/>
                  <a:ext cx="416138" cy="616053"/>
                </a:xfrm>
                <a:prstGeom prst="rect">
                  <a:avLst/>
                </a:prstGeom>
                <a:blipFill>
                  <a:blip r:embed="rId23"/>
                  <a:stretch>
                    <a:fillRect r="-40000"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7148776" y="2379537"/>
                  <a:ext cx="416138" cy="5826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8776" y="2379537"/>
                  <a:ext cx="416138" cy="582618"/>
                </a:xfrm>
                <a:prstGeom prst="rect">
                  <a:avLst/>
                </a:prstGeom>
                <a:blipFill>
                  <a:blip r:embed="rId24"/>
                  <a:stretch>
                    <a:fillRect r="-30000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D2DFB305-BF8C-4703-A5A8-8CFFA97BD783}"/>
              </a:ext>
            </a:extLst>
          </p:cNvPr>
          <p:cNvGrpSpPr/>
          <p:nvPr/>
        </p:nvGrpSpPr>
        <p:grpSpPr>
          <a:xfrm>
            <a:off x="13324980" y="2484001"/>
            <a:ext cx="528454" cy="687439"/>
            <a:chOff x="6721063" y="1832108"/>
            <a:chExt cx="909417" cy="1183013"/>
          </a:xfrm>
        </p:grpSpPr>
        <p:grpSp>
          <p:nvGrpSpPr>
            <p:cNvPr id="203" name="群組 202">
              <a:extLst>
                <a:ext uri="{FF2B5EF4-FFF2-40B4-BE49-F238E27FC236}">
                  <a16:creationId xmlns:a16="http://schemas.microsoft.com/office/drawing/2014/main" id="{6A2CD88E-89F0-434C-8214-077B2991D25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6" name="箭號: 向右 205">
                <a:extLst>
                  <a:ext uri="{FF2B5EF4-FFF2-40B4-BE49-F238E27FC236}">
                    <a16:creationId xmlns:a16="http://schemas.microsoft.com/office/drawing/2014/main" id="{19FB514E-20DF-49F9-8CE6-8F8A49F714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箭號: 向右 206">
                <a:extLst>
                  <a:ext uri="{FF2B5EF4-FFF2-40B4-BE49-F238E27FC236}">
                    <a16:creationId xmlns:a16="http://schemas.microsoft.com/office/drawing/2014/main" id="{54ED0251-8152-4E6C-B150-3A671D2B309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8" cy="673321"/>
                </a:xfrm>
                <a:prstGeom prst="rect">
                  <a:avLst/>
                </a:prstGeom>
                <a:blipFill>
                  <a:blip r:embed="rId25"/>
                  <a:stretch>
                    <a:fillRect r="-55000" b="-30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/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2" y="2379536"/>
                  <a:ext cx="416138" cy="635585"/>
                </a:xfrm>
                <a:prstGeom prst="rect">
                  <a:avLst/>
                </a:prstGeom>
                <a:blipFill>
                  <a:blip r:embed="rId26"/>
                  <a:stretch>
                    <a:fillRect r="-45000" b="-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577916" y="3568634"/>
                <a:ext cx="524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916" y="3568634"/>
                <a:ext cx="524184" cy="369332"/>
              </a:xfrm>
              <a:prstGeom prst="rect">
                <a:avLst/>
              </a:prstGeom>
              <a:blipFill>
                <a:blip r:embed="rId27"/>
                <a:stretch>
                  <a:fillRect r="-27907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文字方塊 214">
                <a:extLst>
                  <a:ext uri="{FF2B5EF4-FFF2-40B4-BE49-F238E27FC236}">
                    <a16:creationId xmlns:a16="http://schemas.microsoft.com/office/drawing/2014/main" id="{0B34583A-1301-4D06-A1AC-75886612B503}"/>
                  </a:ext>
                </a:extLst>
              </p:cNvPr>
              <p:cNvSpPr txBox="1"/>
              <p:nvPr/>
            </p:nvSpPr>
            <p:spPr>
              <a:xfrm>
                <a:off x="12456855" y="3555934"/>
                <a:ext cx="524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215" name="文字方塊 214">
                <a:extLst>
                  <a:ext uri="{FF2B5EF4-FFF2-40B4-BE49-F238E27FC236}">
                    <a16:creationId xmlns:a16="http://schemas.microsoft.com/office/drawing/2014/main" id="{0B34583A-1301-4D06-A1AC-75886612B5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6855" y="3555934"/>
                <a:ext cx="524184" cy="369332"/>
              </a:xfrm>
              <a:prstGeom prst="rect">
                <a:avLst/>
              </a:prstGeom>
              <a:blipFill>
                <a:blip r:embed="rId28"/>
                <a:stretch>
                  <a:fillRect r="-29070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2793064" y="364822"/>
            <a:ext cx="36823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4E8161BD-6F61-4F15-B6B2-FB3C142EE141}"/>
              </a:ext>
            </a:extLst>
          </p:cNvPr>
          <p:cNvSpPr txBox="1"/>
          <p:nvPr/>
        </p:nvSpPr>
        <p:spPr>
          <a:xfrm>
            <a:off x="11497730" y="364822"/>
            <a:ext cx="3937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589205" y="2021479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9205" y="2021479"/>
                <a:ext cx="2090057" cy="369332"/>
              </a:xfrm>
              <a:prstGeom prst="rect">
                <a:avLst/>
              </a:prstGeom>
              <a:blipFill>
                <a:blip r:embed="rId2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692233" y="523334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33" y="5233348"/>
                <a:ext cx="2090057" cy="369332"/>
              </a:xfrm>
              <a:prstGeom prst="rect">
                <a:avLst/>
              </a:prstGeom>
              <a:blipFill>
                <a:blip r:embed="rId3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6293998" y="523334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3998" y="5233348"/>
                <a:ext cx="2090057" cy="369332"/>
              </a:xfrm>
              <a:prstGeom prst="rect">
                <a:avLst/>
              </a:prstGeom>
              <a:blipFill>
                <a:blip r:embed="rId3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589205" y="821874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9205" y="8218748"/>
                <a:ext cx="2090057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4" name="圖片 223">
            <a:extLst>
              <a:ext uri="{FF2B5EF4-FFF2-40B4-BE49-F238E27FC236}">
                <a16:creationId xmlns:a16="http://schemas.microsoft.com/office/drawing/2014/main" id="{4EA54F6C-70B5-4267-BECD-E6E6C07FBDE8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083"/>
          <a:stretch/>
        </p:blipFill>
        <p:spPr>
          <a:xfrm>
            <a:off x="2543862" y="770988"/>
            <a:ext cx="4180743" cy="1127426"/>
          </a:xfrm>
          <a:prstGeom prst="rect">
            <a:avLst/>
          </a:prstGeom>
        </p:spPr>
      </p:pic>
      <p:pic>
        <p:nvPicPr>
          <p:cNvPr id="225" name="圖片 224">
            <a:extLst>
              <a:ext uri="{FF2B5EF4-FFF2-40B4-BE49-F238E27FC236}">
                <a16:creationId xmlns:a16="http://schemas.microsoft.com/office/drawing/2014/main" id="{98B71852-4AE3-4814-9BDA-5E8E8F40C696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11375902" y="875972"/>
            <a:ext cx="4180743" cy="8545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/>
              <p:nvPr/>
            </p:nvSpPr>
            <p:spPr>
              <a:xfrm>
                <a:off x="12421245" y="2037192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245" y="2037192"/>
                <a:ext cx="2090057" cy="369332"/>
              </a:xfrm>
              <a:prstGeom prst="rect">
                <a:avLst/>
              </a:prstGeom>
              <a:blipFill>
                <a:blip r:embed="rId3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/>
              <p:nvPr/>
            </p:nvSpPr>
            <p:spPr>
              <a:xfrm>
                <a:off x="9582541" y="523334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2541" y="5233348"/>
                <a:ext cx="2090057" cy="369332"/>
              </a:xfrm>
              <a:prstGeom prst="rect">
                <a:avLst/>
              </a:prstGeom>
              <a:blipFill>
                <a:blip r:embed="rId3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/>
              <p:nvPr/>
            </p:nvSpPr>
            <p:spPr>
              <a:xfrm>
                <a:off x="15184306" y="5233348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306" y="5233348"/>
                <a:ext cx="2090057" cy="369332"/>
              </a:xfrm>
              <a:prstGeom prst="rect">
                <a:avLst/>
              </a:prstGeom>
              <a:blipFill>
                <a:blip r:embed="rId3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/>
              <p:nvPr/>
            </p:nvSpPr>
            <p:spPr>
              <a:xfrm>
                <a:off x="12421245" y="8196361"/>
                <a:ext cx="2090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245" y="8196361"/>
                <a:ext cx="2090057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5667662" y="1934536"/>
            <a:ext cx="704851" cy="2247900"/>
          </a:xfrm>
          <a:prstGeom prst="rect">
            <a:avLst/>
          </a:prstGeom>
        </p:spPr>
      </p:pic>
      <p:pic>
        <p:nvPicPr>
          <p:cNvPr id="154" name="圖片 153">
            <a:extLst>
              <a:ext uri="{FF2B5EF4-FFF2-40B4-BE49-F238E27FC236}">
                <a16:creationId xmlns:a16="http://schemas.microsoft.com/office/drawing/2014/main" id="{EAB4FFF6-7693-4FD7-AEEA-9EA0D4A0F1DD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14519048" y="1931361"/>
            <a:ext cx="685801" cy="22288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5673372" y="3784238"/>
                <a:ext cx="538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3372" y="3784238"/>
                <a:ext cx="538983" cy="3693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5FA86A56-C138-4F6C-B2C8-FB83AC8BADE4}"/>
                  </a:ext>
                </a:extLst>
              </p:cNvPr>
              <p:cNvSpPr txBox="1"/>
              <p:nvPr/>
            </p:nvSpPr>
            <p:spPr>
              <a:xfrm>
                <a:off x="14499872" y="3758838"/>
                <a:ext cx="538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5FA86A56-C138-4F6C-B2C8-FB83AC8BA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9872" y="3758838"/>
                <a:ext cx="538983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076A372C-2E83-4D1E-993F-BBAD89D1EB7C}"/>
              </a:ext>
            </a:extLst>
          </p:cNvPr>
          <p:cNvGrpSpPr/>
          <p:nvPr/>
        </p:nvGrpSpPr>
        <p:grpSpPr>
          <a:xfrm>
            <a:off x="3213282" y="4585869"/>
            <a:ext cx="2919455" cy="3036650"/>
            <a:chOff x="3213282" y="4585869"/>
            <a:chExt cx="2919455" cy="3036650"/>
          </a:xfrm>
        </p:grpSpPr>
        <p:grpSp>
          <p:nvGrpSpPr>
            <p:cNvPr id="4" name="群組 3">
              <a:extLst>
                <a:ext uri="{FF2B5EF4-FFF2-40B4-BE49-F238E27FC236}">
                  <a16:creationId xmlns:a16="http://schemas.microsoft.com/office/drawing/2014/main" id="{902DE7EA-F635-4EC2-8FC2-5B9B9E617B88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5" name="Oval 14">
                <a:extLst>
                  <a:ext uri="{FF2B5EF4-FFF2-40B4-BE49-F238E27FC236}">
                    <a16:creationId xmlns:a16="http://schemas.microsoft.com/office/drawing/2014/main" id="{7F5221CE-37EE-40D8-BC56-84C6BB77B026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Oval 4">
                <a:extLst>
                  <a:ext uri="{FF2B5EF4-FFF2-40B4-BE49-F238E27FC236}">
                    <a16:creationId xmlns:a16="http://schemas.microsoft.com/office/drawing/2014/main" id="{CDA31535-4AC8-4BAD-BE8E-AFCF3A5C1DFF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15">
                <a:extLst>
                  <a:ext uri="{FF2B5EF4-FFF2-40B4-BE49-F238E27FC236}">
                    <a16:creationId xmlns:a16="http://schemas.microsoft.com/office/drawing/2014/main" id="{1B9C275D-D4F9-404B-9759-D3137F20859E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SHO">
                <a:extLst>
                  <a:ext uri="{FF2B5EF4-FFF2-40B4-BE49-F238E27FC236}">
                    <a16:creationId xmlns:a16="http://schemas.microsoft.com/office/drawing/2014/main" id="{A12C8863-94E3-49F7-8C57-91B9A2E1BDE3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SVO">
                <a:extLst>
                  <a:ext uri="{FF2B5EF4-FFF2-40B4-BE49-F238E27FC236}">
                    <a16:creationId xmlns:a16="http://schemas.microsoft.com/office/drawing/2014/main" id="{BC0941FF-C00B-42D1-B1F2-D6E6CE090459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6">
                <a:extLst>
                  <a:ext uri="{FF2B5EF4-FFF2-40B4-BE49-F238E27FC236}">
                    <a16:creationId xmlns:a16="http://schemas.microsoft.com/office/drawing/2014/main" id="{3B7219CA-A385-4095-B7EA-6C247B36BEF6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Oval 22">
                <a:extLst>
                  <a:ext uri="{FF2B5EF4-FFF2-40B4-BE49-F238E27FC236}">
                    <a16:creationId xmlns:a16="http://schemas.microsoft.com/office/drawing/2014/main" id="{DC8DEB48-159A-432A-A563-D1E2F53D788D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DVO">
                <a:extLst>
                  <a:ext uri="{FF2B5EF4-FFF2-40B4-BE49-F238E27FC236}">
                    <a16:creationId xmlns:a16="http://schemas.microsoft.com/office/drawing/2014/main" id="{602C53B1-114A-48C0-9D73-85F68ECA2FBE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3">
                <a:extLst>
                  <a:ext uri="{FF2B5EF4-FFF2-40B4-BE49-F238E27FC236}">
                    <a16:creationId xmlns:a16="http://schemas.microsoft.com/office/drawing/2014/main" id="{2F8E52B4-3879-4A53-853D-37DC6B8692F9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3" name="Straight Arrow Connector 7">
                <a:extLst>
                  <a:ext uri="{FF2B5EF4-FFF2-40B4-BE49-F238E27FC236}">
                    <a16:creationId xmlns:a16="http://schemas.microsoft.com/office/drawing/2014/main" id="{36EC1456-E151-43D6-83EA-97600C49E1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19">
                <a:extLst>
                  <a:ext uri="{FF2B5EF4-FFF2-40B4-BE49-F238E27FC236}">
                    <a16:creationId xmlns:a16="http://schemas.microsoft.com/office/drawing/2014/main" id="{2B4DD044-2A67-4570-938D-6F05AB6D2E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18">
                <a:extLst>
                  <a:ext uri="{FF2B5EF4-FFF2-40B4-BE49-F238E27FC236}">
                    <a16:creationId xmlns:a16="http://schemas.microsoft.com/office/drawing/2014/main" id="{19BA3216-8E1C-4DF5-A108-33E08250036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0">
                <a:extLst>
                  <a:ext uri="{FF2B5EF4-FFF2-40B4-BE49-F238E27FC236}">
                    <a16:creationId xmlns:a16="http://schemas.microsoft.com/office/drawing/2014/main" id="{C08F1200-1646-4E05-8061-9C6620047C71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2">
                <a:extLst>
                  <a:ext uri="{FF2B5EF4-FFF2-40B4-BE49-F238E27FC236}">
                    <a16:creationId xmlns:a16="http://schemas.microsoft.com/office/drawing/2014/main" id="{FA290670-5ADB-4445-9B33-122BE606D9A1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40" name="Partial Circle 9">
              <a:extLst>
                <a:ext uri="{FF2B5EF4-FFF2-40B4-BE49-F238E27FC236}">
                  <a16:creationId xmlns:a16="http://schemas.microsoft.com/office/drawing/2014/main" id="{44538DF5-DE96-4104-B849-41515C1FF37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/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2" name="Straight Arrow Connector 17">
              <a:extLst>
                <a:ext uri="{FF2B5EF4-FFF2-40B4-BE49-F238E27FC236}">
                  <a16:creationId xmlns:a16="http://schemas.microsoft.com/office/drawing/2014/main" id="{9118E4FA-F32D-4FFA-A291-5D7406EE0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3" name="Partial Circle 9">
              <a:extLst>
                <a:ext uri="{FF2B5EF4-FFF2-40B4-BE49-F238E27FC236}">
                  <a16:creationId xmlns:a16="http://schemas.microsoft.com/office/drawing/2014/main" id="{E3086480-D87C-44BE-A5FD-FCCCBCB51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/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Straight Arrow Connector 17">
              <a:extLst>
                <a:ext uri="{FF2B5EF4-FFF2-40B4-BE49-F238E27FC236}">
                  <a16:creationId xmlns:a16="http://schemas.microsoft.com/office/drawing/2014/main" id="{4E3FCC2D-106E-4711-AEA1-A315AFE9C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FCF1F0D5-649F-4FA3-8707-F4A1A9F8EAC9}"/>
              </a:ext>
            </a:extLst>
          </p:cNvPr>
          <p:cNvGrpSpPr/>
          <p:nvPr/>
        </p:nvGrpSpPr>
        <p:grpSpPr>
          <a:xfrm>
            <a:off x="12002548" y="4615365"/>
            <a:ext cx="2919455" cy="3036650"/>
            <a:chOff x="12002548" y="4615365"/>
            <a:chExt cx="2919455" cy="3036650"/>
          </a:xfrm>
        </p:grpSpPr>
        <p:grpSp>
          <p:nvGrpSpPr>
            <p:cNvPr id="159" name="群組 158">
              <a:extLst>
                <a:ext uri="{FF2B5EF4-FFF2-40B4-BE49-F238E27FC236}">
                  <a16:creationId xmlns:a16="http://schemas.microsoft.com/office/drawing/2014/main" id="{BED5EA22-07F0-43CC-93AD-5F6C15F05BFA}"/>
                </a:ext>
              </a:extLst>
            </p:cNvPr>
            <p:cNvGrpSpPr/>
            <p:nvPr/>
          </p:nvGrpSpPr>
          <p:grpSpPr>
            <a:xfrm>
              <a:off x="12002548" y="4615365"/>
              <a:ext cx="2919455" cy="3036650"/>
              <a:chOff x="3909893" y="2121313"/>
              <a:chExt cx="2919455" cy="3036650"/>
            </a:xfrm>
          </p:grpSpPr>
          <p:sp>
            <p:nvSpPr>
              <p:cNvPr id="160" name="Oval 14">
                <a:extLst>
                  <a:ext uri="{FF2B5EF4-FFF2-40B4-BE49-F238E27FC236}">
                    <a16:creationId xmlns:a16="http://schemas.microsoft.com/office/drawing/2014/main" id="{B365742F-0A30-45D5-B483-9BFDB7F53CA1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1" name="Oval 4">
                <a:extLst>
                  <a:ext uri="{FF2B5EF4-FFF2-40B4-BE49-F238E27FC236}">
                    <a16:creationId xmlns:a16="http://schemas.microsoft.com/office/drawing/2014/main" id="{4F369CBE-494B-48EF-A240-B0F79A586909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2" name="Oval 15">
                <a:extLst>
                  <a:ext uri="{FF2B5EF4-FFF2-40B4-BE49-F238E27FC236}">
                    <a16:creationId xmlns:a16="http://schemas.microsoft.com/office/drawing/2014/main" id="{4B3E9AB8-9C70-4825-AB0D-8B18FC1D099E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3" name="SHO">
                <a:extLst>
                  <a:ext uri="{FF2B5EF4-FFF2-40B4-BE49-F238E27FC236}">
                    <a16:creationId xmlns:a16="http://schemas.microsoft.com/office/drawing/2014/main" id="{24C5726C-41A8-4DB2-9927-2C65FD5B53EE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4" name="SVO">
                <a:extLst>
                  <a:ext uri="{FF2B5EF4-FFF2-40B4-BE49-F238E27FC236}">
                    <a16:creationId xmlns:a16="http://schemas.microsoft.com/office/drawing/2014/main" id="{F6740C41-0541-421D-8CCE-E5FA3B85BA5A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6">
                <a:extLst>
                  <a:ext uri="{FF2B5EF4-FFF2-40B4-BE49-F238E27FC236}">
                    <a16:creationId xmlns:a16="http://schemas.microsoft.com/office/drawing/2014/main" id="{7B28F7C0-27E8-45A6-8EFC-AAFD44468587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TextBox 11">
                    <a:extLst>
                      <a:ext uri="{FF2B5EF4-FFF2-40B4-BE49-F238E27FC236}">
                        <a16:creationId xmlns:a16="http://schemas.microsoft.com/office/drawing/2014/main" id="{9EAFF765-5BD4-496D-B817-A2DA216905C3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8" name="TextBox 11">
                    <a:extLst>
                      <a:ext uri="{FF2B5EF4-FFF2-40B4-BE49-F238E27FC236}">
                        <a16:creationId xmlns:a16="http://schemas.microsoft.com/office/drawing/2014/main" id="{9EAFF765-5BD4-496D-B817-A2DA216905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9" name="Oval 22">
                <a:extLst>
                  <a:ext uri="{FF2B5EF4-FFF2-40B4-BE49-F238E27FC236}">
                    <a16:creationId xmlns:a16="http://schemas.microsoft.com/office/drawing/2014/main" id="{C4857D6A-B0F6-4CA1-AC2F-6D9F3BA7BCE7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TextBox 12">
                    <a:extLst>
                      <a:ext uri="{FF2B5EF4-FFF2-40B4-BE49-F238E27FC236}">
                        <a16:creationId xmlns:a16="http://schemas.microsoft.com/office/drawing/2014/main" id="{482FDF7B-4228-44D7-9AD1-2019BC8B5D26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70" name="TextBox 12">
                    <a:extLst>
                      <a:ext uri="{FF2B5EF4-FFF2-40B4-BE49-F238E27FC236}">
                        <a16:creationId xmlns:a16="http://schemas.microsoft.com/office/drawing/2014/main" id="{482FDF7B-4228-44D7-9AD1-2019BC8B5D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3">
                    <a:extLst>
                      <a:ext uri="{FF2B5EF4-FFF2-40B4-BE49-F238E27FC236}">
                        <a16:creationId xmlns:a16="http://schemas.microsoft.com/office/drawing/2014/main" id="{A9337A4F-C6EE-4718-A998-FE49B9EE604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71" name="TextBox 13">
                    <a:extLst>
                      <a:ext uri="{FF2B5EF4-FFF2-40B4-BE49-F238E27FC236}">
                        <a16:creationId xmlns:a16="http://schemas.microsoft.com/office/drawing/2014/main" id="{A9337A4F-C6EE-4718-A998-FE49B9EE60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2" name="DVO">
                <a:extLst>
                  <a:ext uri="{FF2B5EF4-FFF2-40B4-BE49-F238E27FC236}">
                    <a16:creationId xmlns:a16="http://schemas.microsoft.com/office/drawing/2014/main" id="{93B26F11-6953-40B1-8D06-82F89BC9F425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4" name="Oval 23">
                <a:extLst>
                  <a:ext uri="{FF2B5EF4-FFF2-40B4-BE49-F238E27FC236}">
                    <a16:creationId xmlns:a16="http://schemas.microsoft.com/office/drawing/2014/main" id="{B49E0E8E-9383-4A6D-B00E-581130B478DD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76" name="Straight Arrow Connector 7">
                <a:extLst>
                  <a:ext uri="{FF2B5EF4-FFF2-40B4-BE49-F238E27FC236}">
                    <a16:creationId xmlns:a16="http://schemas.microsoft.com/office/drawing/2014/main" id="{37356BB4-C5AB-469F-BC26-4A6ED2E29E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Arrow Connector 19">
                <a:extLst>
                  <a:ext uri="{FF2B5EF4-FFF2-40B4-BE49-F238E27FC236}">
                    <a16:creationId xmlns:a16="http://schemas.microsoft.com/office/drawing/2014/main" id="{F5B2B0B3-1F54-4318-AC2E-3F2D8F06F4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Arrow Connector 18">
                <a:extLst>
                  <a:ext uri="{FF2B5EF4-FFF2-40B4-BE49-F238E27FC236}">
                    <a16:creationId xmlns:a16="http://schemas.microsoft.com/office/drawing/2014/main" id="{6E0C4314-4A87-4A71-9A19-03025C115D5C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1" name="Oval 20">
                <a:extLst>
                  <a:ext uri="{FF2B5EF4-FFF2-40B4-BE49-F238E27FC236}">
                    <a16:creationId xmlns:a16="http://schemas.microsoft.com/office/drawing/2014/main" id="{38B8E88D-F43E-4643-A1D9-0863CBB54BB7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Oval 22">
                <a:extLst>
                  <a:ext uri="{FF2B5EF4-FFF2-40B4-BE49-F238E27FC236}">
                    <a16:creationId xmlns:a16="http://schemas.microsoft.com/office/drawing/2014/main" id="{400604BF-0E02-41C0-BDF4-6EB176AD7B6F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46" name="Partial Circle 9">
              <a:extLst>
                <a:ext uri="{FF2B5EF4-FFF2-40B4-BE49-F238E27FC236}">
                  <a16:creationId xmlns:a16="http://schemas.microsoft.com/office/drawing/2014/main" id="{6B954867-B7E7-4344-8031-D9D53808535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3246383" y="5725702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47FD4898-E54B-46CF-833E-E3E12E39530B}"/>
                    </a:ext>
                  </a:extLst>
                </p:cNvPr>
                <p:cNvSpPr txBox="1"/>
                <p:nvPr/>
              </p:nvSpPr>
              <p:spPr>
                <a:xfrm>
                  <a:off x="12786936" y="6060443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47FD4898-E54B-46CF-833E-E3E12E395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6936" y="6060443"/>
                  <a:ext cx="321504" cy="523220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8" name="Straight Arrow Connector 17">
              <a:extLst>
                <a:ext uri="{FF2B5EF4-FFF2-40B4-BE49-F238E27FC236}">
                  <a16:creationId xmlns:a16="http://schemas.microsoft.com/office/drawing/2014/main" id="{2A3E9FBF-0949-4F7F-9F95-00D8DCA7A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059948" y="6143977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9" name="Partial Circle 9">
              <a:extLst>
                <a:ext uri="{FF2B5EF4-FFF2-40B4-BE49-F238E27FC236}">
                  <a16:creationId xmlns:a16="http://schemas.microsoft.com/office/drawing/2014/main" id="{2A8A9420-3D7F-4402-BA27-7298F968D9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10122" y="5833069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A6A0DB3C-3135-4073-959E-B3AD6B768C05}"/>
                    </a:ext>
                  </a:extLst>
                </p:cNvPr>
                <p:cNvSpPr txBox="1"/>
                <p:nvPr/>
              </p:nvSpPr>
              <p:spPr>
                <a:xfrm>
                  <a:off x="13513951" y="548857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A6A0DB3C-3135-4073-959E-B3AD6B768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13951" y="5488579"/>
                  <a:ext cx="321504" cy="523220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Straight Arrow Connector 17">
              <a:extLst>
                <a:ext uri="{FF2B5EF4-FFF2-40B4-BE49-F238E27FC236}">
                  <a16:creationId xmlns:a16="http://schemas.microsoft.com/office/drawing/2014/main" id="{0803CF02-E962-4018-9421-E87FB37936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47905" y="5334030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7604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</TotalTime>
  <Words>61</Words>
  <Application>Microsoft Office PowerPoint</Application>
  <PresentationFormat>自訂</PresentationFormat>
  <Paragraphs>42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26</cp:revision>
  <dcterms:created xsi:type="dcterms:W3CDTF">2026-04-27T03:03:02Z</dcterms:created>
  <dcterms:modified xsi:type="dcterms:W3CDTF">2026-05-06T06:19:41Z</dcterms:modified>
</cp:coreProperties>
</file>