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  <p:sldId id="260" r:id="rId3"/>
    <p:sldId id="263" r:id="rId4"/>
    <p:sldId id="262" r:id="rId5"/>
    <p:sldId id="257" r:id="rId6"/>
    <p:sldId id="259" r:id="rId7"/>
    <p:sldId id="261" r:id="rId8"/>
  </p:sldIdLst>
  <p:sldSz cx="9906000" cy="62103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F1F1"/>
    <a:srgbClr val="85C485"/>
    <a:srgbClr val="238109"/>
    <a:srgbClr val="2E75B6"/>
    <a:srgbClr val="F47A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503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12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8250" y="1016362"/>
            <a:ext cx="7429500" cy="2162104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261846"/>
            <a:ext cx="7429500" cy="1499384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5771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149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8" y="1548263"/>
            <a:ext cx="8543925" cy="2583312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8" y="4156014"/>
            <a:ext cx="8543925" cy="1358503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1281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653205"/>
            <a:ext cx="4210050" cy="394037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653205"/>
            <a:ext cx="4210050" cy="394037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6511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30641"/>
            <a:ext cx="8543925" cy="1200371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8" y="1522387"/>
            <a:ext cx="4190702" cy="746098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8" y="2268485"/>
            <a:ext cx="4190702" cy="3336599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522387"/>
            <a:ext cx="4211340" cy="746098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268485"/>
            <a:ext cx="4211340" cy="3336599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1821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434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4901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14020"/>
            <a:ext cx="3194943" cy="144907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894169"/>
            <a:ext cx="5014913" cy="4413338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1863090"/>
            <a:ext cx="3194943" cy="3451605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7643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14020"/>
            <a:ext cx="3194943" cy="144907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894169"/>
            <a:ext cx="5014913" cy="4413338"/>
          </a:xfrm>
        </p:spPr>
        <p:txBody>
          <a:bodyPr anchor="t"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1863090"/>
            <a:ext cx="3194943" cy="3451605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720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7070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1" y="330641"/>
            <a:ext cx="2135981" cy="526294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7" y="330641"/>
            <a:ext cx="6284119" cy="526294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1375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30641"/>
            <a:ext cx="8543925" cy="12003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653205"/>
            <a:ext cx="8543925" cy="39403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5756028"/>
            <a:ext cx="2228850" cy="3306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94E92E-A8AC-429E-9EB5-C3F29BFFE487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5756028"/>
            <a:ext cx="3343275" cy="3306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5756028"/>
            <a:ext cx="2228850" cy="3306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7432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18" Type="http://schemas.openxmlformats.org/officeDocument/2006/relationships/image" Target="../media/image30.png"/><Relationship Id="rId3" Type="http://schemas.openxmlformats.org/officeDocument/2006/relationships/image" Target="../media/image15.png"/><Relationship Id="rId21" Type="http://schemas.openxmlformats.org/officeDocument/2006/relationships/image" Target="../media/image33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17" Type="http://schemas.openxmlformats.org/officeDocument/2006/relationships/image" Target="../media/image29.png"/><Relationship Id="rId2" Type="http://schemas.openxmlformats.org/officeDocument/2006/relationships/image" Target="../media/image14.png"/><Relationship Id="rId16" Type="http://schemas.openxmlformats.org/officeDocument/2006/relationships/image" Target="../media/image28.png"/><Relationship Id="rId20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10" Type="http://schemas.openxmlformats.org/officeDocument/2006/relationships/image" Target="../media/image22.png"/><Relationship Id="rId19" Type="http://schemas.openxmlformats.org/officeDocument/2006/relationships/image" Target="../media/image31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Relationship Id="rId22" Type="http://schemas.openxmlformats.org/officeDocument/2006/relationships/image" Target="../media/image34.png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8.png"/><Relationship Id="rId39" Type="http://schemas.openxmlformats.org/officeDocument/2006/relationships/image" Target="../media/image50.png"/><Relationship Id="rId34" Type="http://schemas.openxmlformats.org/officeDocument/2006/relationships/image" Target="../media/image46.png"/><Relationship Id="rId42" Type="http://schemas.openxmlformats.org/officeDocument/2006/relationships/image" Target="../media/image53.png"/><Relationship Id="rId25" Type="http://schemas.openxmlformats.org/officeDocument/2006/relationships/image" Target="../media/image37.png"/><Relationship Id="rId33" Type="http://schemas.openxmlformats.org/officeDocument/2006/relationships/image" Target="../media/image45.png"/><Relationship Id="rId38" Type="http://schemas.openxmlformats.org/officeDocument/2006/relationships/image" Target="../media/image49.png"/><Relationship Id="rId2" Type="http://schemas.openxmlformats.org/officeDocument/2006/relationships/image" Target="../media/image35.png"/><Relationship Id="rId29" Type="http://schemas.openxmlformats.org/officeDocument/2006/relationships/image" Target="../media/image41.png"/><Relationship Id="rId41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24" Type="http://schemas.openxmlformats.org/officeDocument/2006/relationships/image" Target="../media/image36.png"/><Relationship Id="rId32" Type="http://schemas.openxmlformats.org/officeDocument/2006/relationships/image" Target="../media/image44.png"/><Relationship Id="rId37" Type="http://schemas.openxmlformats.org/officeDocument/2006/relationships/image" Target="../media/image480.png"/><Relationship Id="rId40" Type="http://schemas.openxmlformats.org/officeDocument/2006/relationships/image" Target="../media/image51.png"/><Relationship Id="rId23" Type="http://schemas.openxmlformats.org/officeDocument/2006/relationships/image" Target="../media/image350.png"/><Relationship Id="rId28" Type="http://schemas.openxmlformats.org/officeDocument/2006/relationships/image" Target="../media/image40.png"/><Relationship Id="rId36" Type="http://schemas.openxmlformats.org/officeDocument/2006/relationships/image" Target="../media/image48.png"/><Relationship Id="rId31" Type="http://schemas.openxmlformats.org/officeDocument/2006/relationships/image" Target="../media/image43.png"/><Relationship Id="rId22" Type="http://schemas.openxmlformats.org/officeDocument/2006/relationships/image" Target="../media/image340.png"/><Relationship Id="rId27" Type="http://schemas.openxmlformats.org/officeDocument/2006/relationships/image" Target="../media/image39.png"/><Relationship Id="rId30" Type="http://schemas.openxmlformats.org/officeDocument/2006/relationships/image" Target="../media/image42.png"/><Relationship Id="rId35" Type="http://schemas.openxmlformats.org/officeDocument/2006/relationships/image" Target="../media/image47.png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8.png"/><Relationship Id="rId39" Type="http://schemas.openxmlformats.org/officeDocument/2006/relationships/image" Target="../media/image50.png"/><Relationship Id="rId34" Type="http://schemas.openxmlformats.org/officeDocument/2006/relationships/image" Target="../media/image46.png"/><Relationship Id="rId42" Type="http://schemas.openxmlformats.org/officeDocument/2006/relationships/image" Target="../media/image53.png"/><Relationship Id="rId25" Type="http://schemas.openxmlformats.org/officeDocument/2006/relationships/image" Target="../media/image37.png"/><Relationship Id="rId33" Type="http://schemas.openxmlformats.org/officeDocument/2006/relationships/image" Target="../media/image45.png"/><Relationship Id="rId38" Type="http://schemas.openxmlformats.org/officeDocument/2006/relationships/image" Target="../media/image49.png"/><Relationship Id="rId2" Type="http://schemas.openxmlformats.org/officeDocument/2006/relationships/image" Target="../media/image35.png"/><Relationship Id="rId29" Type="http://schemas.openxmlformats.org/officeDocument/2006/relationships/image" Target="../media/image41.png"/><Relationship Id="rId41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24" Type="http://schemas.openxmlformats.org/officeDocument/2006/relationships/image" Target="../media/image36.png"/><Relationship Id="rId32" Type="http://schemas.openxmlformats.org/officeDocument/2006/relationships/image" Target="../media/image44.png"/><Relationship Id="rId37" Type="http://schemas.openxmlformats.org/officeDocument/2006/relationships/image" Target="../media/image480.png"/><Relationship Id="rId40" Type="http://schemas.openxmlformats.org/officeDocument/2006/relationships/image" Target="../media/image51.png"/><Relationship Id="rId23" Type="http://schemas.openxmlformats.org/officeDocument/2006/relationships/image" Target="../media/image350.png"/><Relationship Id="rId28" Type="http://schemas.openxmlformats.org/officeDocument/2006/relationships/image" Target="../media/image40.png"/><Relationship Id="rId36" Type="http://schemas.openxmlformats.org/officeDocument/2006/relationships/image" Target="../media/image48.png"/><Relationship Id="rId31" Type="http://schemas.openxmlformats.org/officeDocument/2006/relationships/image" Target="../media/image43.png"/><Relationship Id="rId22" Type="http://schemas.openxmlformats.org/officeDocument/2006/relationships/image" Target="../media/image340.png"/><Relationship Id="rId27" Type="http://schemas.openxmlformats.org/officeDocument/2006/relationships/image" Target="../media/image39.png"/><Relationship Id="rId30" Type="http://schemas.openxmlformats.org/officeDocument/2006/relationships/image" Target="../media/image42.png"/><Relationship Id="rId35" Type="http://schemas.openxmlformats.org/officeDocument/2006/relationships/image" Target="../media/image47.png"/></Relationships>
</file>

<file path=ppt/slides/_rels/slide5.xml.rels><?xml version="1.0" encoding="UTF-8" standalone="yes"?>
<Relationships xmlns="http://schemas.openxmlformats.org/package/2006/relationships"><Relationship Id="rId39" Type="http://schemas.openxmlformats.org/officeDocument/2006/relationships/image" Target="../media/image50.png"/><Relationship Id="rId3" Type="http://schemas.openxmlformats.org/officeDocument/2006/relationships/image" Target="../media/image55.png"/><Relationship Id="rId34" Type="http://schemas.openxmlformats.org/officeDocument/2006/relationships/image" Target="../media/image450.png"/><Relationship Id="rId42" Type="http://schemas.openxmlformats.org/officeDocument/2006/relationships/image" Target="../media/image57.png"/><Relationship Id="rId47" Type="http://schemas.openxmlformats.org/officeDocument/2006/relationships/image" Target="../media/image61.png"/><Relationship Id="rId33" Type="http://schemas.openxmlformats.org/officeDocument/2006/relationships/image" Target="../media/image440.png"/><Relationship Id="rId38" Type="http://schemas.openxmlformats.org/officeDocument/2006/relationships/image" Target="../media/image49.png"/><Relationship Id="rId46" Type="http://schemas.openxmlformats.org/officeDocument/2006/relationships/image" Target="../media/image60.png"/><Relationship Id="rId2" Type="http://schemas.openxmlformats.org/officeDocument/2006/relationships/image" Target="../media/image54.png"/><Relationship Id="rId41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24" Type="http://schemas.openxmlformats.org/officeDocument/2006/relationships/image" Target="../media/image53.png"/><Relationship Id="rId37" Type="http://schemas.openxmlformats.org/officeDocument/2006/relationships/image" Target="../media/image480.png"/><Relationship Id="rId40" Type="http://schemas.openxmlformats.org/officeDocument/2006/relationships/image" Target="../media/image51.png"/><Relationship Id="rId45" Type="http://schemas.openxmlformats.org/officeDocument/2006/relationships/image" Target="../media/image59.png"/><Relationship Id="rId23" Type="http://schemas.openxmlformats.org/officeDocument/2006/relationships/image" Target="../media/image350.png"/><Relationship Id="rId44" Type="http://schemas.openxmlformats.org/officeDocument/2006/relationships/image" Target="../media/image58.png"/><Relationship Id="rId4" Type="http://schemas.openxmlformats.org/officeDocument/2006/relationships/image" Target="../media/image56.png"/><Relationship Id="rId22" Type="http://schemas.openxmlformats.org/officeDocument/2006/relationships/image" Target="../media/image340.png"/><Relationship Id="rId35" Type="http://schemas.openxmlformats.org/officeDocument/2006/relationships/image" Target="../media/image46.png"/><Relationship Id="rId43" Type="http://schemas.openxmlformats.org/officeDocument/2006/relationships/image" Target="../media/image57.png"/><Relationship Id="rId48" Type="http://schemas.openxmlformats.org/officeDocument/2006/relationships/image" Target="../media/image62.png"/></Relationships>
</file>

<file path=ppt/slides/_rels/slide6.xml.rels><?xml version="1.0" encoding="UTF-8" standalone="yes"?>
<Relationships xmlns="http://schemas.openxmlformats.org/package/2006/relationships"><Relationship Id="rId39" Type="http://schemas.openxmlformats.org/officeDocument/2006/relationships/image" Target="../media/image50.png"/><Relationship Id="rId3" Type="http://schemas.openxmlformats.org/officeDocument/2006/relationships/image" Target="../media/image64.png"/><Relationship Id="rId34" Type="http://schemas.openxmlformats.org/officeDocument/2006/relationships/image" Target="../media/image450.png"/><Relationship Id="rId42" Type="http://schemas.openxmlformats.org/officeDocument/2006/relationships/image" Target="../media/image66.png"/><Relationship Id="rId47" Type="http://schemas.openxmlformats.org/officeDocument/2006/relationships/image" Target="../media/image60.png"/><Relationship Id="rId33" Type="http://schemas.openxmlformats.org/officeDocument/2006/relationships/image" Target="../media/image440.png"/><Relationship Id="rId38" Type="http://schemas.openxmlformats.org/officeDocument/2006/relationships/image" Target="../media/image49.png"/><Relationship Id="rId46" Type="http://schemas.openxmlformats.org/officeDocument/2006/relationships/image" Target="../media/image59.png"/><Relationship Id="rId2" Type="http://schemas.openxmlformats.org/officeDocument/2006/relationships/image" Target="../media/image63.png"/><Relationship Id="rId41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24" Type="http://schemas.openxmlformats.org/officeDocument/2006/relationships/image" Target="../media/image53.png"/><Relationship Id="rId37" Type="http://schemas.openxmlformats.org/officeDocument/2006/relationships/image" Target="../media/image480.png"/><Relationship Id="rId40" Type="http://schemas.openxmlformats.org/officeDocument/2006/relationships/image" Target="../media/image51.png"/><Relationship Id="rId45" Type="http://schemas.openxmlformats.org/officeDocument/2006/relationships/image" Target="../media/image67.png"/><Relationship Id="rId23" Type="http://schemas.openxmlformats.org/officeDocument/2006/relationships/image" Target="../media/image350.png"/><Relationship Id="rId49" Type="http://schemas.openxmlformats.org/officeDocument/2006/relationships/image" Target="../media/image62.png"/><Relationship Id="rId44" Type="http://schemas.openxmlformats.org/officeDocument/2006/relationships/image" Target="../media/image66.png"/><Relationship Id="rId4" Type="http://schemas.openxmlformats.org/officeDocument/2006/relationships/image" Target="../media/image65.png"/><Relationship Id="rId22" Type="http://schemas.openxmlformats.org/officeDocument/2006/relationships/image" Target="../media/image340.png"/><Relationship Id="rId35" Type="http://schemas.openxmlformats.org/officeDocument/2006/relationships/image" Target="../media/image46.png"/><Relationship Id="rId43" Type="http://schemas.openxmlformats.org/officeDocument/2006/relationships/image" Target="../media/image57.png"/><Relationship Id="rId48" Type="http://schemas.openxmlformats.org/officeDocument/2006/relationships/image" Target="../media/image61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50.png"/><Relationship Id="rId18" Type="http://schemas.openxmlformats.org/officeDocument/2006/relationships/image" Target="../media/image300.png"/><Relationship Id="rId26" Type="http://schemas.openxmlformats.org/officeDocument/2006/relationships/image" Target="../media/image38.png"/><Relationship Id="rId39" Type="http://schemas.openxmlformats.org/officeDocument/2006/relationships/image" Target="../media/image51.png"/><Relationship Id="rId21" Type="http://schemas.openxmlformats.org/officeDocument/2006/relationships/image" Target="../media/image330.png"/><Relationship Id="rId34" Type="http://schemas.openxmlformats.org/officeDocument/2006/relationships/image" Target="../media/image46.png"/><Relationship Id="rId7" Type="http://schemas.openxmlformats.org/officeDocument/2006/relationships/image" Target="../media/image47.png"/><Relationship Id="rId12" Type="http://schemas.openxmlformats.org/officeDocument/2006/relationships/image" Target="../media/image240.png"/><Relationship Id="rId17" Type="http://schemas.openxmlformats.org/officeDocument/2006/relationships/image" Target="../media/image290.png"/><Relationship Id="rId25" Type="http://schemas.openxmlformats.org/officeDocument/2006/relationships/image" Target="../media/image37.png"/><Relationship Id="rId33" Type="http://schemas.openxmlformats.org/officeDocument/2006/relationships/image" Target="../media/image450.png"/><Relationship Id="rId38" Type="http://schemas.openxmlformats.org/officeDocument/2006/relationships/image" Target="../media/image50.png"/><Relationship Id="rId2" Type="http://schemas.openxmlformats.org/officeDocument/2006/relationships/image" Target="../media/image140.png"/><Relationship Id="rId16" Type="http://schemas.openxmlformats.org/officeDocument/2006/relationships/image" Target="../media/image280.png"/><Relationship Id="rId20" Type="http://schemas.openxmlformats.org/officeDocument/2006/relationships/image" Target="../media/image320.png"/><Relationship Id="rId29" Type="http://schemas.openxmlformats.org/officeDocument/2006/relationships/image" Target="../media/image4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11" Type="http://schemas.openxmlformats.org/officeDocument/2006/relationships/image" Target="../media/image230.png"/><Relationship Id="rId24" Type="http://schemas.openxmlformats.org/officeDocument/2006/relationships/image" Target="../media/image36.png"/><Relationship Id="rId32" Type="http://schemas.openxmlformats.org/officeDocument/2006/relationships/image" Target="../media/image440.png"/><Relationship Id="rId37" Type="http://schemas.openxmlformats.org/officeDocument/2006/relationships/image" Target="../media/image49.png"/><Relationship Id="rId40" Type="http://schemas.openxmlformats.org/officeDocument/2006/relationships/image" Target="../media/image52.png"/><Relationship Id="rId5" Type="http://schemas.openxmlformats.org/officeDocument/2006/relationships/image" Target="../media/image170.png"/><Relationship Id="rId15" Type="http://schemas.openxmlformats.org/officeDocument/2006/relationships/image" Target="../media/image25.png"/><Relationship Id="rId23" Type="http://schemas.openxmlformats.org/officeDocument/2006/relationships/image" Target="../media/image350.png"/><Relationship Id="rId28" Type="http://schemas.openxmlformats.org/officeDocument/2006/relationships/image" Target="../media/image400.png"/><Relationship Id="rId36" Type="http://schemas.openxmlformats.org/officeDocument/2006/relationships/image" Target="../media/image480.png"/><Relationship Id="rId10" Type="http://schemas.openxmlformats.org/officeDocument/2006/relationships/image" Target="../media/image220.png"/><Relationship Id="rId19" Type="http://schemas.openxmlformats.org/officeDocument/2006/relationships/image" Target="../media/image310.png"/><Relationship Id="rId31" Type="http://schemas.openxmlformats.org/officeDocument/2006/relationships/image" Target="../media/image430.png"/><Relationship Id="rId4" Type="http://schemas.openxmlformats.org/officeDocument/2006/relationships/image" Target="../media/image15.png"/><Relationship Id="rId9" Type="http://schemas.openxmlformats.org/officeDocument/2006/relationships/image" Target="../media/image210.png"/><Relationship Id="rId14" Type="http://schemas.openxmlformats.org/officeDocument/2006/relationships/image" Target="../media/image68.png"/><Relationship Id="rId22" Type="http://schemas.openxmlformats.org/officeDocument/2006/relationships/image" Target="../media/image340.png"/><Relationship Id="rId27" Type="http://schemas.openxmlformats.org/officeDocument/2006/relationships/image" Target="../media/image39.png"/><Relationship Id="rId30" Type="http://schemas.openxmlformats.org/officeDocument/2006/relationships/image" Target="../media/image420.png"/><Relationship Id="rId35" Type="http://schemas.openxmlformats.org/officeDocument/2006/relationships/image" Target="../media/image47.png"/><Relationship Id="rId8" Type="http://schemas.openxmlformats.org/officeDocument/2006/relationships/image" Target="../media/image200.png"/><Relationship Id="rId3" Type="http://schemas.openxmlformats.org/officeDocument/2006/relationships/image" Target="../media/image1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群組 3">
            <a:extLst>
              <a:ext uri="{FF2B5EF4-FFF2-40B4-BE49-F238E27FC236}">
                <a16:creationId xmlns:a16="http://schemas.microsoft.com/office/drawing/2014/main" id="{902DE7EA-F635-4EC2-8FC2-5B9B9E617B88}"/>
              </a:ext>
            </a:extLst>
          </p:cNvPr>
          <p:cNvGrpSpPr/>
          <p:nvPr/>
        </p:nvGrpSpPr>
        <p:grpSpPr>
          <a:xfrm>
            <a:off x="4055699" y="2153318"/>
            <a:ext cx="1606614" cy="1671108"/>
            <a:chOff x="3909893" y="2121313"/>
            <a:chExt cx="2919455" cy="3036650"/>
          </a:xfrm>
        </p:grpSpPr>
        <p:sp>
          <p:nvSpPr>
            <p:cNvPr id="5" name="Oval 14">
              <a:extLst>
                <a:ext uri="{FF2B5EF4-FFF2-40B4-BE49-F238E27FC236}">
                  <a16:creationId xmlns:a16="http://schemas.microsoft.com/office/drawing/2014/main" id="{7F5221CE-37EE-40D8-BC56-84C6BB77B026}"/>
                </a:ext>
              </a:extLst>
            </p:cNvPr>
            <p:cNvSpPr/>
            <p:nvPr/>
          </p:nvSpPr>
          <p:spPr>
            <a:xfrm>
              <a:off x="5222336" y="2135621"/>
              <a:ext cx="295195" cy="305784"/>
            </a:xfrm>
            <a:prstGeom prst="ellipse">
              <a:avLst/>
            </a:prstGeom>
            <a:gradFill flip="none" rotWithShape="1">
              <a:gsLst>
                <a:gs pos="0">
                  <a:srgbClr val="D1D1D1"/>
                </a:gs>
                <a:gs pos="23000">
                  <a:schemeClr val="bg1">
                    <a:lumMod val="85000"/>
                  </a:schemeClr>
                </a:gs>
                <a:gs pos="69000">
                  <a:schemeClr val="accent3">
                    <a:lumMod val="75000"/>
                  </a:schemeClr>
                </a:gs>
                <a:gs pos="97000">
                  <a:schemeClr val="accent3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577" dirty="0"/>
            </a:p>
          </p:txBody>
        </p:sp>
        <p:sp>
          <p:nvSpPr>
            <p:cNvPr id="6" name="Oval 4">
              <a:extLst>
                <a:ext uri="{FF2B5EF4-FFF2-40B4-BE49-F238E27FC236}">
                  <a16:creationId xmlns:a16="http://schemas.microsoft.com/office/drawing/2014/main" id="{CDA31535-4AC8-4BAD-BE8E-AFCF3A5C1DFF}"/>
                </a:ext>
              </a:extLst>
            </p:cNvPr>
            <p:cNvSpPr/>
            <p:nvPr/>
          </p:nvSpPr>
          <p:spPr>
            <a:xfrm>
              <a:off x="4061937" y="2288513"/>
              <a:ext cx="2623960" cy="2718084"/>
            </a:xfrm>
            <a:prstGeom prst="ellipse">
              <a:avLst/>
            </a:prstGeom>
            <a:gradFill flip="none" rotWithShape="1">
              <a:gsLst>
                <a:gs pos="100000">
                  <a:schemeClr val="accent3">
                    <a:lumMod val="60000"/>
                    <a:lumOff val="40000"/>
                    <a:alpha val="60000"/>
                  </a:schemeClr>
                </a:gs>
                <a:gs pos="55000">
                  <a:schemeClr val="accent3">
                    <a:lumMod val="40000"/>
                    <a:lumOff val="60000"/>
                    <a:alpha val="60000"/>
                  </a:schemeClr>
                </a:gs>
                <a:gs pos="0">
                  <a:schemeClr val="bg1">
                    <a:alpha val="60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 w="57150">
              <a:solidFill>
                <a:srgbClr val="D5D7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577" dirty="0"/>
            </a:p>
          </p:txBody>
        </p:sp>
        <p:sp>
          <p:nvSpPr>
            <p:cNvPr id="7" name="Oval 15">
              <a:extLst>
                <a:ext uri="{FF2B5EF4-FFF2-40B4-BE49-F238E27FC236}">
                  <a16:creationId xmlns:a16="http://schemas.microsoft.com/office/drawing/2014/main" id="{1B9C275D-D4F9-404B-9759-D3137F20859E}"/>
                </a:ext>
              </a:extLst>
            </p:cNvPr>
            <p:cNvSpPr/>
            <p:nvPr/>
          </p:nvSpPr>
          <p:spPr>
            <a:xfrm>
              <a:off x="5222336" y="4852179"/>
              <a:ext cx="295195" cy="305784"/>
            </a:xfrm>
            <a:prstGeom prst="ellipse">
              <a:avLst/>
            </a:prstGeom>
            <a:gradFill flip="none" rotWithShape="1">
              <a:gsLst>
                <a:gs pos="17000">
                  <a:srgbClr val="D1D1D1"/>
                </a:gs>
                <a:gs pos="0">
                  <a:schemeClr val="bg1">
                    <a:lumMod val="85000"/>
                  </a:schemeClr>
                </a:gs>
                <a:gs pos="60000">
                  <a:schemeClr val="accent3">
                    <a:lumMod val="75000"/>
                  </a:schemeClr>
                </a:gs>
                <a:gs pos="97000">
                  <a:schemeClr val="accent3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577" dirty="0"/>
            </a:p>
          </p:txBody>
        </p:sp>
        <p:sp>
          <p:nvSpPr>
            <p:cNvPr id="8" name="SHO">
              <a:extLst>
                <a:ext uri="{FF2B5EF4-FFF2-40B4-BE49-F238E27FC236}">
                  <a16:creationId xmlns:a16="http://schemas.microsoft.com/office/drawing/2014/main" id="{A12C8863-94E3-49F7-8C57-91B9A2E1BDE3}"/>
                </a:ext>
              </a:extLst>
            </p:cNvPr>
            <p:cNvSpPr/>
            <p:nvPr/>
          </p:nvSpPr>
          <p:spPr>
            <a:xfrm rot="16200000">
              <a:off x="4804171" y="2336484"/>
              <a:ext cx="1131525" cy="2623960"/>
            </a:xfrm>
            <a:prstGeom prst="arc">
              <a:avLst>
                <a:gd name="adj1" fmla="val 5396867"/>
                <a:gd name="adj2" fmla="val 5395779"/>
              </a:avLst>
            </a:prstGeom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47000">
                  <a:schemeClr val="bg1">
                    <a:lumMod val="50000"/>
                  </a:schemeClr>
                </a:gs>
                <a:gs pos="97000">
                  <a:srgbClr val="5E5E5E"/>
                </a:gs>
              </a:gsLst>
              <a:path path="circle">
                <a:fillToRect l="50000" t="50000" r="50000" b="50000"/>
              </a:path>
              <a:tileRect/>
            </a:gradFill>
            <a:ln w="3175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577" dirty="0"/>
            </a:p>
          </p:txBody>
        </p:sp>
        <p:sp>
          <p:nvSpPr>
            <p:cNvPr id="9" name="SVO">
              <a:extLst>
                <a:ext uri="{FF2B5EF4-FFF2-40B4-BE49-F238E27FC236}">
                  <a16:creationId xmlns:a16="http://schemas.microsoft.com/office/drawing/2014/main" id="{BC0941FF-C00B-42D1-B1F2-D6E6CE090459}"/>
                </a:ext>
              </a:extLst>
            </p:cNvPr>
            <p:cNvSpPr/>
            <p:nvPr/>
          </p:nvSpPr>
          <p:spPr>
            <a:xfrm>
              <a:off x="4712309" y="2289422"/>
              <a:ext cx="1311980" cy="2718084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577"/>
            </a:p>
          </p:txBody>
        </p:sp>
        <p:sp>
          <p:nvSpPr>
            <p:cNvPr id="10" name="Oval 6">
              <a:extLst>
                <a:ext uri="{FF2B5EF4-FFF2-40B4-BE49-F238E27FC236}">
                  <a16:creationId xmlns:a16="http://schemas.microsoft.com/office/drawing/2014/main" id="{3B7219CA-A385-4095-B7EA-6C247B36BEF6}"/>
                </a:ext>
              </a:extLst>
            </p:cNvPr>
            <p:cNvSpPr/>
            <p:nvPr/>
          </p:nvSpPr>
          <p:spPr>
            <a:xfrm rot="16200000">
              <a:off x="4804171" y="2336484"/>
              <a:ext cx="1131525" cy="2623960"/>
            </a:xfrm>
            <a:prstGeom prst="ellipse">
              <a:avLst/>
            </a:prstGeom>
            <a:noFill/>
            <a:ln w="38100">
              <a:solidFill>
                <a:schemeClr val="tx1">
                  <a:alpha val="6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577" dirty="0"/>
            </a:p>
          </p:txBody>
        </p:sp>
        <p:sp>
          <p:nvSpPr>
            <p:cNvPr id="11" name="Partial Circle 9">
              <a:extLst>
                <a:ext uri="{FF2B5EF4-FFF2-40B4-BE49-F238E27FC236}">
                  <a16:creationId xmlns:a16="http://schemas.microsoft.com/office/drawing/2014/main" id="{446DF47F-7EAC-4839-8813-F7266AF991DA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5149911" y="3221394"/>
              <a:ext cx="431715" cy="833530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rgbClr val="007E00"/>
                </a:gs>
                <a:gs pos="36000">
                  <a:srgbClr val="45C845">
                    <a:alpha val="60000"/>
                  </a:srgbClr>
                </a:gs>
                <a:gs pos="100000">
                  <a:srgbClr val="B9FFB9">
                    <a:alpha val="60000"/>
                  </a:srgbClr>
                </a:gs>
              </a:gsLst>
              <a:lin ang="2700000" scaled="1"/>
              <a:tileRect/>
            </a:gradFill>
            <a:ln w="19050">
              <a:solidFill>
                <a:srgbClr val="319B1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577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0">
                  <a:extLst>
                    <a:ext uri="{FF2B5EF4-FFF2-40B4-BE49-F238E27FC236}">
                      <a16:creationId xmlns:a16="http://schemas.microsoft.com/office/drawing/2014/main" id="{26699C68-A443-487C-97DC-E3EB498C2D1B}"/>
                    </a:ext>
                  </a:extLst>
                </p:cNvPr>
                <p:cNvSpPr txBox="1"/>
                <p:nvPr/>
              </p:nvSpPr>
              <p:spPr>
                <a:xfrm>
                  <a:off x="4690463" y="3556135"/>
                  <a:ext cx="321504" cy="59865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541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n-US" sz="154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2" name="TextBox 10">
                  <a:extLst>
                    <a:ext uri="{FF2B5EF4-FFF2-40B4-BE49-F238E27FC236}">
                      <a16:creationId xmlns:a16="http://schemas.microsoft.com/office/drawing/2014/main" id="{26699C68-A443-487C-97DC-E3EB498C2D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90463" y="3556135"/>
                  <a:ext cx="321504" cy="598657"/>
                </a:xfrm>
                <a:prstGeom prst="rect">
                  <a:avLst/>
                </a:prstGeom>
                <a:blipFill>
                  <a:blip r:embed="rId2"/>
                  <a:stretch>
                    <a:fillRect r="-4137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1">
                  <a:extLst>
                    <a:ext uri="{FF2B5EF4-FFF2-40B4-BE49-F238E27FC236}">
                      <a16:creationId xmlns:a16="http://schemas.microsoft.com/office/drawing/2014/main" id="{B7A5A3D7-6CE8-4726-9BEB-8C30B332BFDE}"/>
                    </a:ext>
                  </a:extLst>
                </p:cNvPr>
                <p:cNvSpPr txBox="1"/>
                <p:nvPr/>
              </p:nvSpPr>
              <p:spPr>
                <a:xfrm>
                  <a:off x="4440286" y="3358990"/>
                  <a:ext cx="321504" cy="59865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541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1541" dirty="0"/>
                </a:p>
              </p:txBody>
            </p:sp>
          </mc:Choice>
          <mc:Fallback xmlns="">
            <p:sp>
              <p:nvSpPr>
                <p:cNvPr id="13" name="TextBox 11">
                  <a:extLst>
                    <a:ext uri="{FF2B5EF4-FFF2-40B4-BE49-F238E27FC236}">
                      <a16:creationId xmlns:a16="http://schemas.microsoft.com/office/drawing/2014/main" id="{B7A5A3D7-6CE8-4726-9BEB-8C30B332BF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40286" y="3358990"/>
                  <a:ext cx="321504" cy="598657"/>
                </a:xfrm>
                <a:prstGeom prst="rect">
                  <a:avLst/>
                </a:prstGeom>
                <a:blipFill>
                  <a:blip r:embed="rId3"/>
                  <a:stretch>
                    <a:fillRect r="-3793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Oval 22">
              <a:extLst>
                <a:ext uri="{FF2B5EF4-FFF2-40B4-BE49-F238E27FC236}">
                  <a16:creationId xmlns:a16="http://schemas.microsoft.com/office/drawing/2014/main" id="{DC8DEB48-159A-432A-A563-D1E2F53D788D}"/>
                </a:ext>
              </a:extLst>
            </p:cNvPr>
            <p:cNvSpPr/>
            <p:nvPr/>
          </p:nvSpPr>
          <p:spPr>
            <a:xfrm>
              <a:off x="5220616" y="4852179"/>
              <a:ext cx="295195" cy="305784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577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2">
                  <a:extLst>
                    <a:ext uri="{FF2B5EF4-FFF2-40B4-BE49-F238E27FC236}">
                      <a16:creationId xmlns:a16="http://schemas.microsoft.com/office/drawing/2014/main" id="{C30F96C9-2DED-45AF-B673-D98C394280FB}"/>
                    </a:ext>
                  </a:extLst>
                </p:cNvPr>
                <p:cNvSpPr txBox="1"/>
                <p:nvPr/>
              </p:nvSpPr>
              <p:spPr>
                <a:xfrm>
                  <a:off x="5682303" y="3497724"/>
                  <a:ext cx="321504" cy="59865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541" i="1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sz="1541" dirty="0"/>
                </a:p>
              </p:txBody>
            </p:sp>
          </mc:Choice>
          <mc:Fallback xmlns="">
            <p:sp>
              <p:nvSpPr>
                <p:cNvPr id="15" name="TextBox 12">
                  <a:extLst>
                    <a:ext uri="{FF2B5EF4-FFF2-40B4-BE49-F238E27FC236}">
                      <a16:creationId xmlns:a16="http://schemas.microsoft.com/office/drawing/2014/main" id="{C30F96C9-2DED-45AF-B673-D98C394280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2303" y="3497724"/>
                  <a:ext cx="321504" cy="598657"/>
                </a:xfrm>
                <a:prstGeom prst="rect">
                  <a:avLst/>
                </a:prstGeom>
                <a:blipFill>
                  <a:blip r:embed="rId4"/>
                  <a:stretch>
                    <a:fillRect r="-51724" b="-181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3">
                  <a:extLst>
                    <a:ext uri="{FF2B5EF4-FFF2-40B4-BE49-F238E27FC236}">
                      <a16:creationId xmlns:a16="http://schemas.microsoft.com/office/drawing/2014/main" id="{34AEE752-FCEC-49A9-B464-EE05AB88A4CD}"/>
                    </a:ext>
                  </a:extLst>
                </p:cNvPr>
                <p:cNvSpPr txBox="1"/>
                <p:nvPr/>
              </p:nvSpPr>
              <p:spPr>
                <a:xfrm>
                  <a:off x="5200615" y="2429547"/>
                  <a:ext cx="321504" cy="59865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541" i="1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US" sz="1541" dirty="0"/>
                </a:p>
              </p:txBody>
            </p:sp>
          </mc:Choice>
          <mc:Fallback xmlns="">
            <p:sp>
              <p:nvSpPr>
                <p:cNvPr id="16" name="TextBox 13">
                  <a:extLst>
                    <a:ext uri="{FF2B5EF4-FFF2-40B4-BE49-F238E27FC236}">
                      <a16:creationId xmlns:a16="http://schemas.microsoft.com/office/drawing/2014/main" id="{34AEE752-FCEC-49A9-B464-EE05AB88A4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00615" y="2429547"/>
                  <a:ext cx="321504" cy="598657"/>
                </a:xfrm>
                <a:prstGeom prst="rect">
                  <a:avLst/>
                </a:prstGeom>
                <a:blipFill>
                  <a:blip r:embed="rId5"/>
                  <a:stretch>
                    <a:fillRect r="-2758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DVO">
              <a:extLst>
                <a:ext uri="{FF2B5EF4-FFF2-40B4-BE49-F238E27FC236}">
                  <a16:creationId xmlns:a16="http://schemas.microsoft.com/office/drawing/2014/main" id="{602C53B1-114A-48C0-9D73-85F68ECA2FBE}"/>
                </a:ext>
              </a:extLst>
            </p:cNvPr>
            <p:cNvSpPr/>
            <p:nvPr/>
          </p:nvSpPr>
          <p:spPr>
            <a:xfrm flipH="1">
              <a:off x="4712309" y="2289422"/>
              <a:ext cx="1311980" cy="2718084"/>
            </a:xfrm>
            <a:prstGeom prst="arc">
              <a:avLst>
                <a:gd name="adj1" fmla="val 5396867"/>
                <a:gd name="adj2" fmla="val 16170484"/>
              </a:avLst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577" dirty="0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5E8490D4-919C-4E37-805E-215BBF2F8C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3476" y="3639669"/>
              <a:ext cx="402652" cy="520683"/>
            </a:xfrm>
            <a:prstGeom prst="straightConnector1">
              <a:avLst/>
            </a:prstGeom>
            <a:ln w="53975">
              <a:solidFill>
                <a:srgbClr val="238109"/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21" name="Oval 23">
              <a:extLst>
                <a:ext uri="{FF2B5EF4-FFF2-40B4-BE49-F238E27FC236}">
                  <a16:creationId xmlns:a16="http://schemas.microsoft.com/office/drawing/2014/main" id="{2F8E52B4-3879-4A53-853D-37DC6B8692F9}"/>
                </a:ext>
              </a:extLst>
            </p:cNvPr>
            <p:cNvSpPr/>
            <p:nvPr/>
          </p:nvSpPr>
          <p:spPr>
            <a:xfrm>
              <a:off x="6534153" y="3495572"/>
              <a:ext cx="295195" cy="305784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577" dirty="0"/>
            </a:p>
          </p:txBody>
        </p:sp>
        <p:sp>
          <p:nvSpPr>
            <p:cNvPr id="22" name="Partial Circle 9">
              <a:extLst>
                <a:ext uri="{FF2B5EF4-FFF2-40B4-BE49-F238E27FC236}">
                  <a16:creationId xmlns:a16="http://schemas.microsoft.com/office/drawing/2014/main" id="{AE4539B5-558E-4EB9-B939-649312B60E5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04126" y="3328761"/>
              <a:ext cx="301557" cy="609055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chemeClr val="accent5">
                    <a:lumMod val="60000"/>
                    <a:lumOff val="40000"/>
                    <a:shade val="30000"/>
                    <a:satMod val="115000"/>
                  </a:schemeClr>
                </a:gs>
                <a:gs pos="50000">
                  <a:schemeClr val="accent5">
                    <a:lumMod val="60000"/>
                    <a:lumOff val="40000"/>
                    <a:shade val="67500"/>
                    <a:satMod val="115000"/>
                  </a:schemeClr>
                </a:gs>
                <a:gs pos="100000">
                  <a:schemeClr val="accent5">
                    <a:lumMod val="60000"/>
                    <a:lumOff val="40000"/>
                    <a:shade val="100000"/>
                    <a:satMod val="115000"/>
                  </a:schemeClr>
                </a:gs>
              </a:gsLst>
              <a:lin ang="2700000" scaled="1"/>
              <a:tileRect/>
            </a:gradFill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577" dirty="0">
                <a:solidFill>
                  <a:schemeClr val="tx1"/>
                </a:solidFill>
              </a:endParaRPr>
            </a:p>
          </p:txBody>
        </p:sp>
        <p:cxnSp>
          <p:nvCxnSpPr>
            <p:cNvPr id="23" name="Straight Arrow Connector 7">
              <a:extLst>
                <a:ext uri="{FF2B5EF4-FFF2-40B4-BE49-F238E27FC236}">
                  <a16:creationId xmlns:a16="http://schemas.microsoft.com/office/drawing/2014/main" id="{36EC1456-E151-43D6-83EA-97600C49E1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62789" y="2834235"/>
              <a:ext cx="3083" cy="810248"/>
            </a:xfrm>
            <a:prstGeom prst="straightConnector1">
              <a:avLst/>
            </a:prstGeom>
            <a:ln w="3492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10">
                  <a:extLst>
                    <a:ext uri="{FF2B5EF4-FFF2-40B4-BE49-F238E27FC236}">
                      <a16:creationId xmlns:a16="http://schemas.microsoft.com/office/drawing/2014/main" id="{03023A76-ED64-483B-BE33-0798B5F5BD4A}"/>
                    </a:ext>
                  </a:extLst>
                </p:cNvPr>
                <p:cNvSpPr txBox="1"/>
                <p:nvPr/>
              </p:nvSpPr>
              <p:spPr>
                <a:xfrm>
                  <a:off x="5398430" y="2996971"/>
                  <a:ext cx="321504" cy="59865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541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en-US" sz="1541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10">
                  <a:extLst>
                    <a:ext uri="{FF2B5EF4-FFF2-40B4-BE49-F238E27FC236}">
                      <a16:creationId xmlns:a16="http://schemas.microsoft.com/office/drawing/2014/main" id="{03023A76-ED64-483B-BE33-0798B5F5BD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98430" y="2996971"/>
                  <a:ext cx="321504" cy="598657"/>
                </a:xfrm>
                <a:prstGeom prst="rect">
                  <a:avLst/>
                </a:prstGeom>
                <a:blipFill>
                  <a:blip r:embed="rId6"/>
                  <a:stretch>
                    <a:fillRect l="-3448" r="-65517" b="-1111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" name="Straight Arrow Connector 19">
              <a:extLst>
                <a:ext uri="{FF2B5EF4-FFF2-40B4-BE49-F238E27FC236}">
                  <a16:creationId xmlns:a16="http://schemas.microsoft.com/office/drawing/2014/main" id="{2B4DD044-2A67-4570-938D-6F05AB6D2E0C}"/>
                </a:ext>
              </a:extLst>
            </p:cNvPr>
            <p:cNvCxnSpPr>
              <a:cxnSpLocks/>
            </p:cNvCxnSpPr>
            <p:nvPr/>
          </p:nvCxnSpPr>
          <p:spPr>
            <a:xfrm>
              <a:off x="5368214" y="3640512"/>
              <a:ext cx="355802" cy="284861"/>
            </a:xfrm>
            <a:prstGeom prst="straightConnector1">
              <a:avLst/>
            </a:prstGeom>
            <a:ln w="3492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18">
              <a:extLst>
                <a:ext uri="{FF2B5EF4-FFF2-40B4-BE49-F238E27FC236}">
                  <a16:creationId xmlns:a16="http://schemas.microsoft.com/office/drawing/2014/main" id="{19BA3216-8E1C-4DF5-A108-33E08250036A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5056896" y="3328917"/>
              <a:ext cx="0" cy="623190"/>
            </a:xfrm>
            <a:prstGeom prst="straightConnector1">
              <a:avLst/>
            </a:prstGeom>
            <a:ln w="3492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17">
              <a:extLst>
                <a:ext uri="{FF2B5EF4-FFF2-40B4-BE49-F238E27FC236}">
                  <a16:creationId xmlns:a16="http://schemas.microsoft.com/office/drawing/2014/main" id="{A7A2F71B-ECD2-4F8F-B1A7-79F0E38300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51433" y="2829722"/>
              <a:ext cx="1039268" cy="817070"/>
            </a:xfrm>
            <a:prstGeom prst="straightConnector1">
              <a:avLst/>
            </a:prstGeom>
            <a:ln w="53975">
              <a:solidFill>
                <a:schemeClr val="accent5">
                  <a:lumMod val="75000"/>
                </a:schemeClr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28" name="Oval 20">
              <a:extLst>
                <a:ext uri="{FF2B5EF4-FFF2-40B4-BE49-F238E27FC236}">
                  <a16:creationId xmlns:a16="http://schemas.microsoft.com/office/drawing/2014/main" id="{C08F1200-1646-4E05-8061-9C6620047C71}"/>
                </a:ext>
              </a:extLst>
            </p:cNvPr>
            <p:cNvSpPr/>
            <p:nvPr/>
          </p:nvSpPr>
          <p:spPr>
            <a:xfrm>
              <a:off x="3909893" y="3495572"/>
              <a:ext cx="295195" cy="305784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577"/>
            </a:p>
          </p:txBody>
        </p:sp>
        <p:sp>
          <p:nvSpPr>
            <p:cNvPr id="29" name="Oval 22">
              <a:extLst>
                <a:ext uri="{FF2B5EF4-FFF2-40B4-BE49-F238E27FC236}">
                  <a16:creationId xmlns:a16="http://schemas.microsoft.com/office/drawing/2014/main" id="{FA290670-5ADB-4445-9B33-122BE606D9A1}"/>
                </a:ext>
              </a:extLst>
            </p:cNvPr>
            <p:cNvSpPr/>
            <p:nvPr/>
          </p:nvSpPr>
          <p:spPr>
            <a:xfrm>
              <a:off x="5222764" y="2121313"/>
              <a:ext cx="295195" cy="305784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577" dirty="0"/>
            </a:p>
          </p:txBody>
        </p:sp>
      </p:grpSp>
      <p:grpSp>
        <p:nvGrpSpPr>
          <p:cNvPr id="101" name="群組 100">
            <a:extLst>
              <a:ext uri="{FF2B5EF4-FFF2-40B4-BE49-F238E27FC236}">
                <a16:creationId xmlns:a16="http://schemas.microsoft.com/office/drawing/2014/main" id="{88F4F32B-7535-49A6-9366-1751B55D9F67}"/>
              </a:ext>
            </a:extLst>
          </p:cNvPr>
          <p:cNvGrpSpPr/>
          <p:nvPr/>
        </p:nvGrpSpPr>
        <p:grpSpPr>
          <a:xfrm>
            <a:off x="3250945" y="273308"/>
            <a:ext cx="1516706" cy="1514080"/>
            <a:chOff x="3159330" y="477156"/>
            <a:chExt cx="2756079" cy="2751307"/>
          </a:xfrm>
        </p:grpSpPr>
        <p:pic>
          <p:nvPicPr>
            <p:cNvPr id="44" name="圖片 43">
              <a:extLst>
                <a:ext uri="{FF2B5EF4-FFF2-40B4-BE49-F238E27FC236}">
                  <a16:creationId xmlns:a16="http://schemas.microsoft.com/office/drawing/2014/main" id="{B0EB9C93-CD1B-4804-8D05-87EF0F93F4A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443" t="18603" r="25951" b="9184"/>
            <a:stretch/>
          </p:blipFill>
          <p:spPr>
            <a:xfrm>
              <a:off x="3159330" y="477156"/>
              <a:ext cx="2756079" cy="2751307"/>
            </a:xfrm>
            <a:prstGeom prst="rect">
              <a:avLst/>
            </a:prstGeom>
          </p:spPr>
        </p:pic>
        <p:sp>
          <p:nvSpPr>
            <p:cNvPr id="45" name="橢圓 44">
              <a:extLst>
                <a:ext uri="{FF2B5EF4-FFF2-40B4-BE49-F238E27FC236}">
                  <a16:creationId xmlns:a16="http://schemas.microsoft.com/office/drawing/2014/main" id="{BFD12D8F-18EF-4CE2-B5CB-EF9D62E97FAF}"/>
                </a:ext>
              </a:extLst>
            </p:cNvPr>
            <p:cNvSpPr/>
            <p:nvPr/>
          </p:nvSpPr>
          <p:spPr>
            <a:xfrm>
              <a:off x="4328340" y="951162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46" name="橢圓 45">
              <a:extLst>
                <a:ext uri="{FF2B5EF4-FFF2-40B4-BE49-F238E27FC236}">
                  <a16:creationId xmlns:a16="http://schemas.microsoft.com/office/drawing/2014/main" id="{1C220D7D-D2E4-4B02-848B-A30F57AC6D7C}"/>
                </a:ext>
              </a:extLst>
            </p:cNvPr>
            <p:cNvSpPr/>
            <p:nvPr/>
          </p:nvSpPr>
          <p:spPr>
            <a:xfrm>
              <a:off x="4328340" y="2287596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47" name="橢圓 46">
              <a:extLst>
                <a:ext uri="{FF2B5EF4-FFF2-40B4-BE49-F238E27FC236}">
                  <a16:creationId xmlns:a16="http://schemas.microsoft.com/office/drawing/2014/main" id="{C03BE9E6-CBE4-4CDE-B6BE-D37200A1F03D}"/>
                </a:ext>
              </a:extLst>
            </p:cNvPr>
            <p:cNvSpPr/>
            <p:nvPr/>
          </p:nvSpPr>
          <p:spPr>
            <a:xfrm>
              <a:off x="4988424" y="1628517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48" name="橢圓 47">
              <a:extLst>
                <a:ext uri="{FF2B5EF4-FFF2-40B4-BE49-F238E27FC236}">
                  <a16:creationId xmlns:a16="http://schemas.microsoft.com/office/drawing/2014/main" id="{954ADC9E-6B01-44E0-B4CA-5C696A915190}"/>
                </a:ext>
              </a:extLst>
            </p:cNvPr>
            <p:cNvSpPr/>
            <p:nvPr/>
          </p:nvSpPr>
          <p:spPr>
            <a:xfrm>
              <a:off x="3649009" y="1628517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49" name="橢圓 48">
              <a:extLst>
                <a:ext uri="{FF2B5EF4-FFF2-40B4-BE49-F238E27FC236}">
                  <a16:creationId xmlns:a16="http://schemas.microsoft.com/office/drawing/2014/main" id="{E67DCB90-0A7F-481B-BABD-D05B6C89D6F4}"/>
                </a:ext>
              </a:extLst>
            </p:cNvPr>
            <p:cNvSpPr/>
            <p:nvPr/>
          </p:nvSpPr>
          <p:spPr>
            <a:xfrm>
              <a:off x="3849574" y="2114689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0" name="橢圓 49">
              <a:extLst>
                <a:ext uri="{FF2B5EF4-FFF2-40B4-BE49-F238E27FC236}">
                  <a16:creationId xmlns:a16="http://schemas.microsoft.com/office/drawing/2014/main" id="{CD4D6430-3860-4CDC-834E-87A1CB379DB5}"/>
                </a:ext>
              </a:extLst>
            </p:cNvPr>
            <p:cNvSpPr/>
            <p:nvPr/>
          </p:nvSpPr>
          <p:spPr>
            <a:xfrm>
              <a:off x="3849574" y="1153510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1" name="橢圓 50">
              <a:extLst>
                <a:ext uri="{FF2B5EF4-FFF2-40B4-BE49-F238E27FC236}">
                  <a16:creationId xmlns:a16="http://schemas.microsoft.com/office/drawing/2014/main" id="{6E7FB9E9-E437-426C-8FE1-FFF8C37BEA31}"/>
                </a:ext>
              </a:extLst>
            </p:cNvPr>
            <p:cNvSpPr/>
            <p:nvPr/>
          </p:nvSpPr>
          <p:spPr>
            <a:xfrm>
              <a:off x="4803260" y="2114689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52" name="橢圓 51">
              <a:extLst>
                <a:ext uri="{FF2B5EF4-FFF2-40B4-BE49-F238E27FC236}">
                  <a16:creationId xmlns:a16="http://schemas.microsoft.com/office/drawing/2014/main" id="{6211590B-91FC-4104-932A-C4B35F040F5B}"/>
                </a:ext>
              </a:extLst>
            </p:cNvPr>
            <p:cNvSpPr/>
            <p:nvPr/>
          </p:nvSpPr>
          <p:spPr>
            <a:xfrm>
              <a:off x="4803260" y="1153510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3" name="等腰三角形 52">
              <a:extLst>
                <a:ext uri="{FF2B5EF4-FFF2-40B4-BE49-F238E27FC236}">
                  <a16:creationId xmlns:a16="http://schemas.microsoft.com/office/drawing/2014/main" id="{039E01BD-05C8-4311-BDAA-A5DEFBD09F4A}"/>
                </a:ext>
              </a:extLst>
            </p:cNvPr>
            <p:cNvSpPr/>
            <p:nvPr/>
          </p:nvSpPr>
          <p:spPr>
            <a:xfrm rot="16200000">
              <a:off x="4459899" y="893570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4" name="等腰三角形 53">
              <a:extLst>
                <a:ext uri="{FF2B5EF4-FFF2-40B4-BE49-F238E27FC236}">
                  <a16:creationId xmlns:a16="http://schemas.microsoft.com/office/drawing/2014/main" id="{AEF80FE7-E823-4210-9AA1-694E9506974B}"/>
                </a:ext>
              </a:extLst>
            </p:cNvPr>
            <p:cNvSpPr/>
            <p:nvPr/>
          </p:nvSpPr>
          <p:spPr>
            <a:xfrm rot="16200000">
              <a:off x="4459899" y="2227524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5" name="等腰三角形 54">
              <a:extLst>
                <a:ext uri="{FF2B5EF4-FFF2-40B4-BE49-F238E27FC236}">
                  <a16:creationId xmlns:a16="http://schemas.microsoft.com/office/drawing/2014/main" id="{B94407FE-F407-43E6-987A-5EB6347AD5D1}"/>
                </a:ext>
              </a:extLst>
            </p:cNvPr>
            <p:cNvSpPr/>
            <p:nvPr/>
          </p:nvSpPr>
          <p:spPr>
            <a:xfrm rot="16200000">
              <a:off x="3780568" y="1575594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6" name="等腰三角形 55">
              <a:extLst>
                <a:ext uri="{FF2B5EF4-FFF2-40B4-BE49-F238E27FC236}">
                  <a16:creationId xmlns:a16="http://schemas.microsoft.com/office/drawing/2014/main" id="{2858E61A-4EEA-448B-AF67-5B5C3564BF86}"/>
                </a:ext>
              </a:extLst>
            </p:cNvPr>
            <p:cNvSpPr/>
            <p:nvPr/>
          </p:nvSpPr>
          <p:spPr>
            <a:xfrm rot="16200000">
              <a:off x="3981133" y="1093595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7" name="等腰三角形 56">
              <a:extLst>
                <a:ext uri="{FF2B5EF4-FFF2-40B4-BE49-F238E27FC236}">
                  <a16:creationId xmlns:a16="http://schemas.microsoft.com/office/drawing/2014/main" id="{2D902AEF-584D-4324-B24B-F33B7E7C59DD}"/>
                </a:ext>
              </a:extLst>
            </p:cNvPr>
            <p:cNvSpPr/>
            <p:nvPr/>
          </p:nvSpPr>
          <p:spPr>
            <a:xfrm rot="16200000">
              <a:off x="3981133" y="2056076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60" name="等腰三角形 59">
              <a:extLst>
                <a:ext uri="{FF2B5EF4-FFF2-40B4-BE49-F238E27FC236}">
                  <a16:creationId xmlns:a16="http://schemas.microsoft.com/office/drawing/2014/main" id="{535CC7B3-FEE4-4F08-8939-BA239AB4958F}"/>
                </a:ext>
              </a:extLst>
            </p:cNvPr>
            <p:cNvSpPr/>
            <p:nvPr/>
          </p:nvSpPr>
          <p:spPr>
            <a:xfrm rot="16200000">
              <a:off x="4934819" y="1093595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61" name="等腰三角形 60">
              <a:extLst>
                <a:ext uri="{FF2B5EF4-FFF2-40B4-BE49-F238E27FC236}">
                  <a16:creationId xmlns:a16="http://schemas.microsoft.com/office/drawing/2014/main" id="{0F46E098-9168-4FAD-B9EC-73C08F7C4774}"/>
                </a:ext>
              </a:extLst>
            </p:cNvPr>
            <p:cNvSpPr/>
            <p:nvPr/>
          </p:nvSpPr>
          <p:spPr>
            <a:xfrm rot="16200000">
              <a:off x="4934819" y="2056076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62" name="等腰三角形 61">
              <a:extLst>
                <a:ext uri="{FF2B5EF4-FFF2-40B4-BE49-F238E27FC236}">
                  <a16:creationId xmlns:a16="http://schemas.microsoft.com/office/drawing/2014/main" id="{0FDF0A34-5E11-4D28-A6CE-C4297F577CE8}"/>
                </a:ext>
              </a:extLst>
            </p:cNvPr>
            <p:cNvSpPr/>
            <p:nvPr/>
          </p:nvSpPr>
          <p:spPr>
            <a:xfrm rot="16200000">
              <a:off x="5119984" y="1575594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p:grpSp>
        <p:nvGrpSpPr>
          <p:cNvPr id="99" name="群組 98">
            <a:extLst>
              <a:ext uri="{FF2B5EF4-FFF2-40B4-BE49-F238E27FC236}">
                <a16:creationId xmlns:a16="http://schemas.microsoft.com/office/drawing/2014/main" id="{D1F44C08-89A1-4980-AE11-5E7A6241CF7F}"/>
              </a:ext>
            </a:extLst>
          </p:cNvPr>
          <p:cNvGrpSpPr/>
          <p:nvPr/>
        </p:nvGrpSpPr>
        <p:grpSpPr>
          <a:xfrm>
            <a:off x="3250945" y="4429774"/>
            <a:ext cx="1516706" cy="1514080"/>
            <a:chOff x="3036714" y="6709267"/>
            <a:chExt cx="2756079" cy="2751307"/>
          </a:xfrm>
        </p:grpSpPr>
        <p:pic>
          <p:nvPicPr>
            <p:cNvPr id="63" name="圖片 62">
              <a:extLst>
                <a:ext uri="{FF2B5EF4-FFF2-40B4-BE49-F238E27FC236}">
                  <a16:creationId xmlns:a16="http://schemas.microsoft.com/office/drawing/2014/main" id="{44A25E80-642C-418B-A893-C18ABE6AF2E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443" t="18603" r="25951" b="9184"/>
            <a:stretch/>
          </p:blipFill>
          <p:spPr>
            <a:xfrm>
              <a:off x="3036714" y="6709267"/>
              <a:ext cx="2756079" cy="2751307"/>
            </a:xfrm>
            <a:prstGeom prst="rect">
              <a:avLst/>
            </a:prstGeom>
          </p:spPr>
        </p:pic>
        <p:sp>
          <p:nvSpPr>
            <p:cNvPr id="64" name="橢圓 63">
              <a:extLst>
                <a:ext uri="{FF2B5EF4-FFF2-40B4-BE49-F238E27FC236}">
                  <a16:creationId xmlns:a16="http://schemas.microsoft.com/office/drawing/2014/main" id="{EC5B6F29-1474-4CFA-B8E3-262BF4573A66}"/>
                </a:ext>
              </a:extLst>
            </p:cNvPr>
            <p:cNvSpPr/>
            <p:nvPr/>
          </p:nvSpPr>
          <p:spPr>
            <a:xfrm>
              <a:off x="4205724" y="7183273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65" name="橢圓 64">
              <a:extLst>
                <a:ext uri="{FF2B5EF4-FFF2-40B4-BE49-F238E27FC236}">
                  <a16:creationId xmlns:a16="http://schemas.microsoft.com/office/drawing/2014/main" id="{DE11110E-D0C1-484B-8789-647E2582B8F3}"/>
                </a:ext>
              </a:extLst>
            </p:cNvPr>
            <p:cNvSpPr/>
            <p:nvPr/>
          </p:nvSpPr>
          <p:spPr>
            <a:xfrm>
              <a:off x="4205724" y="8519707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66" name="橢圓 65">
              <a:extLst>
                <a:ext uri="{FF2B5EF4-FFF2-40B4-BE49-F238E27FC236}">
                  <a16:creationId xmlns:a16="http://schemas.microsoft.com/office/drawing/2014/main" id="{4973AC85-68A3-4542-BA7F-9D4B68A203AE}"/>
                </a:ext>
              </a:extLst>
            </p:cNvPr>
            <p:cNvSpPr/>
            <p:nvPr/>
          </p:nvSpPr>
          <p:spPr>
            <a:xfrm>
              <a:off x="4865808" y="7860628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67" name="橢圓 66">
              <a:extLst>
                <a:ext uri="{FF2B5EF4-FFF2-40B4-BE49-F238E27FC236}">
                  <a16:creationId xmlns:a16="http://schemas.microsoft.com/office/drawing/2014/main" id="{77EA9BD2-7763-47C9-8A62-F043AF3E9BD2}"/>
                </a:ext>
              </a:extLst>
            </p:cNvPr>
            <p:cNvSpPr/>
            <p:nvPr/>
          </p:nvSpPr>
          <p:spPr>
            <a:xfrm>
              <a:off x="3526393" y="7860628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68" name="橢圓 67">
              <a:extLst>
                <a:ext uri="{FF2B5EF4-FFF2-40B4-BE49-F238E27FC236}">
                  <a16:creationId xmlns:a16="http://schemas.microsoft.com/office/drawing/2014/main" id="{A93CB31D-6BCE-4617-BE71-E1F7B1239A1F}"/>
                </a:ext>
              </a:extLst>
            </p:cNvPr>
            <p:cNvSpPr/>
            <p:nvPr/>
          </p:nvSpPr>
          <p:spPr>
            <a:xfrm>
              <a:off x="3726958" y="8346800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69" name="橢圓 68">
              <a:extLst>
                <a:ext uri="{FF2B5EF4-FFF2-40B4-BE49-F238E27FC236}">
                  <a16:creationId xmlns:a16="http://schemas.microsoft.com/office/drawing/2014/main" id="{72EE7746-CB46-409C-9043-A05A8C5FAE57}"/>
                </a:ext>
              </a:extLst>
            </p:cNvPr>
            <p:cNvSpPr/>
            <p:nvPr/>
          </p:nvSpPr>
          <p:spPr>
            <a:xfrm>
              <a:off x="3726958" y="7385621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70" name="橢圓 69">
              <a:extLst>
                <a:ext uri="{FF2B5EF4-FFF2-40B4-BE49-F238E27FC236}">
                  <a16:creationId xmlns:a16="http://schemas.microsoft.com/office/drawing/2014/main" id="{23FABD83-7310-4179-8DDD-462F0769E415}"/>
                </a:ext>
              </a:extLst>
            </p:cNvPr>
            <p:cNvSpPr/>
            <p:nvPr/>
          </p:nvSpPr>
          <p:spPr>
            <a:xfrm>
              <a:off x="4680644" y="8346800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71" name="橢圓 70">
              <a:extLst>
                <a:ext uri="{FF2B5EF4-FFF2-40B4-BE49-F238E27FC236}">
                  <a16:creationId xmlns:a16="http://schemas.microsoft.com/office/drawing/2014/main" id="{89C81756-7ED8-4066-B463-89FC9AEBCA10}"/>
                </a:ext>
              </a:extLst>
            </p:cNvPr>
            <p:cNvSpPr/>
            <p:nvPr/>
          </p:nvSpPr>
          <p:spPr>
            <a:xfrm>
              <a:off x="4680644" y="7385621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72" name="等腰三角形 71">
              <a:extLst>
                <a:ext uri="{FF2B5EF4-FFF2-40B4-BE49-F238E27FC236}">
                  <a16:creationId xmlns:a16="http://schemas.microsoft.com/office/drawing/2014/main" id="{BB55E2A2-A461-4F17-BD94-5680C302370E}"/>
                </a:ext>
              </a:extLst>
            </p:cNvPr>
            <p:cNvSpPr/>
            <p:nvPr/>
          </p:nvSpPr>
          <p:spPr>
            <a:xfrm rot="5400000" flipH="1">
              <a:off x="4337283" y="7125681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73" name="等腰三角形 72">
              <a:extLst>
                <a:ext uri="{FF2B5EF4-FFF2-40B4-BE49-F238E27FC236}">
                  <a16:creationId xmlns:a16="http://schemas.microsoft.com/office/drawing/2014/main" id="{70B47730-1AFC-443E-AA3E-DBD84767B180}"/>
                </a:ext>
              </a:extLst>
            </p:cNvPr>
            <p:cNvSpPr/>
            <p:nvPr/>
          </p:nvSpPr>
          <p:spPr>
            <a:xfrm rot="5400000" flipH="1">
              <a:off x="4337283" y="8459635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74" name="等腰三角形 73">
              <a:extLst>
                <a:ext uri="{FF2B5EF4-FFF2-40B4-BE49-F238E27FC236}">
                  <a16:creationId xmlns:a16="http://schemas.microsoft.com/office/drawing/2014/main" id="{FF7D7A52-1610-46C7-983C-8B0CF9A61B7E}"/>
                </a:ext>
              </a:extLst>
            </p:cNvPr>
            <p:cNvSpPr/>
            <p:nvPr/>
          </p:nvSpPr>
          <p:spPr>
            <a:xfrm rot="5400000" flipH="1">
              <a:off x="3657952" y="7807705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75" name="等腰三角形 74">
              <a:extLst>
                <a:ext uri="{FF2B5EF4-FFF2-40B4-BE49-F238E27FC236}">
                  <a16:creationId xmlns:a16="http://schemas.microsoft.com/office/drawing/2014/main" id="{8DC42994-2580-4E83-A94A-0D6D58E6AFA1}"/>
                </a:ext>
              </a:extLst>
            </p:cNvPr>
            <p:cNvSpPr/>
            <p:nvPr/>
          </p:nvSpPr>
          <p:spPr>
            <a:xfrm rot="5400000" flipH="1">
              <a:off x="3858517" y="7325706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76" name="等腰三角形 75">
              <a:extLst>
                <a:ext uri="{FF2B5EF4-FFF2-40B4-BE49-F238E27FC236}">
                  <a16:creationId xmlns:a16="http://schemas.microsoft.com/office/drawing/2014/main" id="{61CC7E32-1CDA-4EE2-9F3C-915BC3EEBB6D}"/>
                </a:ext>
              </a:extLst>
            </p:cNvPr>
            <p:cNvSpPr/>
            <p:nvPr/>
          </p:nvSpPr>
          <p:spPr>
            <a:xfrm rot="5400000" flipH="1">
              <a:off x="3858517" y="8288187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77" name="等腰三角形 76">
              <a:extLst>
                <a:ext uri="{FF2B5EF4-FFF2-40B4-BE49-F238E27FC236}">
                  <a16:creationId xmlns:a16="http://schemas.microsoft.com/office/drawing/2014/main" id="{F032D4F5-4127-42D6-8644-C4E6AA934D86}"/>
                </a:ext>
              </a:extLst>
            </p:cNvPr>
            <p:cNvSpPr/>
            <p:nvPr/>
          </p:nvSpPr>
          <p:spPr>
            <a:xfrm rot="5400000" flipH="1">
              <a:off x="4812203" y="7325706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78" name="等腰三角形 77">
              <a:extLst>
                <a:ext uri="{FF2B5EF4-FFF2-40B4-BE49-F238E27FC236}">
                  <a16:creationId xmlns:a16="http://schemas.microsoft.com/office/drawing/2014/main" id="{4AB18EB2-6677-4448-A729-D38143E95FBF}"/>
                </a:ext>
              </a:extLst>
            </p:cNvPr>
            <p:cNvSpPr/>
            <p:nvPr/>
          </p:nvSpPr>
          <p:spPr>
            <a:xfrm rot="5400000" flipH="1">
              <a:off x="4812203" y="8288187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79" name="等腰三角形 78">
              <a:extLst>
                <a:ext uri="{FF2B5EF4-FFF2-40B4-BE49-F238E27FC236}">
                  <a16:creationId xmlns:a16="http://schemas.microsoft.com/office/drawing/2014/main" id="{8C63E15B-762B-4188-BC2D-DA796D1434E1}"/>
                </a:ext>
              </a:extLst>
            </p:cNvPr>
            <p:cNvSpPr/>
            <p:nvPr/>
          </p:nvSpPr>
          <p:spPr>
            <a:xfrm rot="5400000" flipH="1">
              <a:off x="4997368" y="7807705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p:grpSp>
        <p:nvGrpSpPr>
          <p:cNvPr id="100" name="群組 99">
            <a:extLst>
              <a:ext uri="{FF2B5EF4-FFF2-40B4-BE49-F238E27FC236}">
                <a16:creationId xmlns:a16="http://schemas.microsoft.com/office/drawing/2014/main" id="{D3815EEA-AC0C-4FCB-905D-7FDDB924B3A3}"/>
              </a:ext>
            </a:extLst>
          </p:cNvPr>
          <p:cNvGrpSpPr/>
          <p:nvPr/>
        </p:nvGrpSpPr>
        <p:grpSpPr>
          <a:xfrm>
            <a:off x="6164302" y="2298427"/>
            <a:ext cx="1517703" cy="1516706"/>
            <a:chOff x="6186178" y="3591039"/>
            <a:chExt cx="2757891" cy="2756079"/>
          </a:xfrm>
        </p:grpSpPr>
        <p:pic>
          <p:nvPicPr>
            <p:cNvPr id="80" name="圖片 79">
              <a:extLst>
                <a:ext uri="{FF2B5EF4-FFF2-40B4-BE49-F238E27FC236}">
                  <a16:creationId xmlns:a16="http://schemas.microsoft.com/office/drawing/2014/main" id="{AFC42FE9-D34C-4C10-AD5F-81BD57B8F7A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443" t="18430" r="25951" b="9185"/>
            <a:stretch/>
          </p:blipFill>
          <p:spPr>
            <a:xfrm rot="5400000">
              <a:off x="6187084" y="3590133"/>
              <a:ext cx="2756079" cy="2757891"/>
            </a:xfrm>
            <a:prstGeom prst="rect">
              <a:avLst/>
            </a:prstGeom>
          </p:spPr>
        </p:pic>
        <p:sp>
          <p:nvSpPr>
            <p:cNvPr id="81" name="箭號: 左-右雙向 80">
              <a:extLst>
                <a:ext uri="{FF2B5EF4-FFF2-40B4-BE49-F238E27FC236}">
                  <a16:creationId xmlns:a16="http://schemas.microsoft.com/office/drawing/2014/main" id="{05D7B791-A1EF-44BC-9A11-06C1AB8C1CB8}"/>
                </a:ext>
              </a:extLst>
            </p:cNvPr>
            <p:cNvSpPr/>
            <p:nvPr/>
          </p:nvSpPr>
          <p:spPr>
            <a:xfrm rot="5400000">
              <a:off x="6714397" y="4834211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82" name="箭號: 左-右雙向 81">
              <a:extLst>
                <a:ext uri="{FF2B5EF4-FFF2-40B4-BE49-F238E27FC236}">
                  <a16:creationId xmlns:a16="http://schemas.microsoft.com/office/drawing/2014/main" id="{E21E3599-A113-48A6-A6E1-E5EE1AD4BDFC}"/>
                </a:ext>
              </a:extLst>
            </p:cNvPr>
            <p:cNvSpPr/>
            <p:nvPr/>
          </p:nvSpPr>
          <p:spPr>
            <a:xfrm rot="5400000">
              <a:off x="8019342" y="4834211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83" name="箭號: 左-右雙向 82">
              <a:extLst>
                <a:ext uri="{FF2B5EF4-FFF2-40B4-BE49-F238E27FC236}">
                  <a16:creationId xmlns:a16="http://schemas.microsoft.com/office/drawing/2014/main" id="{42D1021F-2AB3-4D5D-8853-8149A2082D5D}"/>
                </a:ext>
              </a:extLst>
            </p:cNvPr>
            <p:cNvSpPr/>
            <p:nvPr/>
          </p:nvSpPr>
          <p:spPr>
            <a:xfrm rot="8100000">
              <a:off x="6907323" y="4372048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84" name="箭號: 左-右雙向 83">
              <a:extLst>
                <a:ext uri="{FF2B5EF4-FFF2-40B4-BE49-F238E27FC236}">
                  <a16:creationId xmlns:a16="http://schemas.microsoft.com/office/drawing/2014/main" id="{63A1FEF8-8BDF-4FB8-B45A-1D49216C701E}"/>
                </a:ext>
              </a:extLst>
            </p:cNvPr>
            <p:cNvSpPr/>
            <p:nvPr/>
          </p:nvSpPr>
          <p:spPr>
            <a:xfrm rot="8100000">
              <a:off x="7811426" y="5313556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85" name="箭號: 左-右雙向 84">
              <a:extLst>
                <a:ext uri="{FF2B5EF4-FFF2-40B4-BE49-F238E27FC236}">
                  <a16:creationId xmlns:a16="http://schemas.microsoft.com/office/drawing/2014/main" id="{F59B9D53-190E-495D-B0E1-273637D7645A}"/>
                </a:ext>
              </a:extLst>
            </p:cNvPr>
            <p:cNvSpPr/>
            <p:nvPr/>
          </p:nvSpPr>
          <p:spPr>
            <a:xfrm rot="2700000">
              <a:off x="6907324" y="5313557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86" name="箭號: 左-右雙向 85">
              <a:extLst>
                <a:ext uri="{FF2B5EF4-FFF2-40B4-BE49-F238E27FC236}">
                  <a16:creationId xmlns:a16="http://schemas.microsoft.com/office/drawing/2014/main" id="{D1679020-6196-46BB-BAF1-FC9954E0FF4B}"/>
                </a:ext>
              </a:extLst>
            </p:cNvPr>
            <p:cNvSpPr/>
            <p:nvPr/>
          </p:nvSpPr>
          <p:spPr>
            <a:xfrm rot="2700000">
              <a:off x="7811425" y="4372047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87" name="箭號: 左-右雙向 86">
              <a:extLst>
                <a:ext uri="{FF2B5EF4-FFF2-40B4-BE49-F238E27FC236}">
                  <a16:creationId xmlns:a16="http://schemas.microsoft.com/office/drawing/2014/main" id="{EA521358-79D5-4481-B616-3A2FDBA114D9}"/>
                </a:ext>
              </a:extLst>
            </p:cNvPr>
            <p:cNvSpPr/>
            <p:nvPr/>
          </p:nvSpPr>
          <p:spPr>
            <a:xfrm rot="10800000">
              <a:off x="7349122" y="5501353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88" name="箭號: 左-右雙向 87">
              <a:extLst>
                <a:ext uri="{FF2B5EF4-FFF2-40B4-BE49-F238E27FC236}">
                  <a16:creationId xmlns:a16="http://schemas.microsoft.com/office/drawing/2014/main" id="{6064CD01-BF47-4A51-90C6-CDC67131DBAB}"/>
                </a:ext>
              </a:extLst>
            </p:cNvPr>
            <p:cNvSpPr/>
            <p:nvPr/>
          </p:nvSpPr>
          <p:spPr>
            <a:xfrm rot="10800000">
              <a:off x="7349122" y="4171671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p:grpSp>
        <p:nvGrpSpPr>
          <p:cNvPr id="98" name="群組 97">
            <a:extLst>
              <a:ext uri="{FF2B5EF4-FFF2-40B4-BE49-F238E27FC236}">
                <a16:creationId xmlns:a16="http://schemas.microsoft.com/office/drawing/2014/main" id="{37670FF9-C469-4DC6-9DCC-56769E587ABC}"/>
              </a:ext>
            </a:extLst>
          </p:cNvPr>
          <p:cNvGrpSpPr/>
          <p:nvPr/>
        </p:nvGrpSpPr>
        <p:grpSpPr>
          <a:xfrm>
            <a:off x="301848" y="2272723"/>
            <a:ext cx="1517703" cy="1516706"/>
            <a:chOff x="-39280" y="3524564"/>
            <a:chExt cx="2757891" cy="2756079"/>
          </a:xfrm>
        </p:grpSpPr>
        <p:pic>
          <p:nvPicPr>
            <p:cNvPr id="89" name="圖片 88">
              <a:extLst>
                <a:ext uri="{FF2B5EF4-FFF2-40B4-BE49-F238E27FC236}">
                  <a16:creationId xmlns:a16="http://schemas.microsoft.com/office/drawing/2014/main" id="{20B6DAE3-CAE3-4471-B17F-9AF1CD5A687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443" t="18430" r="25951" b="9185"/>
            <a:stretch/>
          </p:blipFill>
          <p:spPr>
            <a:xfrm rot="5400000">
              <a:off x="-38374" y="3523658"/>
              <a:ext cx="2756079" cy="2757891"/>
            </a:xfrm>
            <a:prstGeom prst="rect">
              <a:avLst/>
            </a:prstGeom>
          </p:spPr>
        </p:pic>
        <p:sp>
          <p:nvSpPr>
            <p:cNvPr id="90" name="箭號: 左-右雙向 89">
              <a:extLst>
                <a:ext uri="{FF2B5EF4-FFF2-40B4-BE49-F238E27FC236}">
                  <a16:creationId xmlns:a16="http://schemas.microsoft.com/office/drawing/2014/main" id="{E64B9AE0-9328-44CB-B79C-DC3875153546}"/>
                </a:ext>
              </a:extLst>
            </p:cNvPr>
            <p:cNvSpPr/>
            <p:nvPr/>
          </p:nvSpPr>
          <p:spPr>
            <a:xfrm rot="10800000">
              <a:off x="488939" y="4767736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91" name="箭號: 左-右雙向 90">
              <a:extLst>
                <a:ext uri="{FF2B5EF4-FFF2-40B4-BE49-F238E27FC236}">
                  <a16:creationId xmlns:a16="http://schemas.microsoft.com/office/drawing/2014/main" id="{EB4C84A6-FE54-42E1-8180-684A7283A1A9}"/>
                </a:ext>
              </a:extLst>
            </p:cNvPr>
            <p:cNvSpPr/>
            <p:nvPr/>
          </p:nvSpPr>
          <p:spPr>
            <a:xfrm rot="10800000">
              <a:off x="1793884" y="4767736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92" name="箭號: 左-右雙向 91">
              <a:extLst>
                <a:ext uri="{FF2B5EF4-FFF2-40B4-BE49-F238E27FC236}">
                  <a16:creationId xmlns:a16="http://schemas.microsoft.com/office/drawing/2014/main" id="{DC4B2C4F-0F38-4B30-A91F-18556FC423F7}"/>
                </a:ext>
              </a:extLst>
            </p:cNvPr>
            <p:cNvSpPr/>
            <p:nvPr/>
          </p:nvSpPr>
          <p:spPr>
            <a:xfrm rot="13500000">
              <a:off x="681865" y="4305573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93" name="箭號: 左-右雙向 92">
              <a:extLst>
                <a:ext uri="{FF2B5EF4-FFF2-40B4-BE49-F238E27FC236}">
                  <a16:creationId xmlns:a16="http://schemas.microsoft.com/office/drawing/2014/main" id="{1CF9B053-1A19-4B04-8316-81E4FD56B2AB}"/>
                </a:ext>
              </a:extLst>
            </p:cNvPr>
            <p:cNvSpPr/>
            <p:nvPr/>
          </p:nvSpPr>
          <p:spPr>
            <a:xfrm rot="13500000">
              <a:off x="1585968" y="5247081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94" name="箭號: 左-右雙向 93">
              <a:extLst>
                <a:ext uri="{FF2B5EF4-FFF2-40B4-BE49-F238E27FC236}">
                  <a16:creationId xmlns:a16="http://schemas.microsoft.com/office/drawing/2014/main" id="{34996541-5BC9-4E89-8980-E6D6444437CA}"/>
                </a:ext>
              </a:extLst>
            </p:cNvPr>
            <p:cNvSpPr/>
            <p:nvPr/>
          </p:nvSpPr>
          <p:spPr>
            <a:xfrm rot="8100000">
              <a:off x="681866" y="5247082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95" name="箭號: 左-右雙向 94">
              <a:extLst>
                <a:ext uri="{FF2B5EF4-FFF2-40B4-BE49-F238E27FC236}">
                  <a16:creationId xmlns:a16="http://schemas.microsoft.com/office/drawing/2014/main" id="{73E6DCEE-851F-47E2-913E-FF55A7FB4C47}"/>
                </a:ext>
              </a:extLst>
            </p:cNvPr>
            <p:cNvSpPr/>
            <p:nvPr/>
          </p:nvSpPr>
          <p:spPr>
            <a:xfrm rot="8100000">
              <a:off x="1585967" y="4305572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96" name="箭號: 左-右雙向 95">
              <a:extLst>
                <a:ext uri="{FF2B5EF4-FFF2-40B4-BE49-F238E27FC236}">
                  <a16:creationId xmlns:a16="http://schemas.microsoft.com/office/drawing/2014/main" id="{F4130B0D-A554-4785-9D95-AB0479A2027D}"/>
                </a:ext>
              </a:extLst>
            </p:cNvPr>
            <p:cNvSpPr/>
            <p:nvPr/>
          </p:nvSpPr>
          <p:spPr>
            <a:xfrm rot="16200000">
              <a:off x="1123664" y="5434878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97" name="箭號: 左-右雙向 96">
              <a:extLst>
                <a:ext uri="{FF2B5EF4-FFF2-40B4-BE49-F238E27FC236}">
                  <a16:creationId xmlns:a16="http://schemas.microsoft.com/office/drawing/2014/main" id="{3B2FEE22-1AD5-48AF-80D0-9896692AA9E1}"/>
                </a:ext>
              </a:extLst>
            </p:cNvPr>
            <p:cNvSpPr/>
            <p:nvPr/>
          </p:nvSpPr>
          <p:spPr>
            <a:xfrm rot="16200000">
              <a:off x="1123664" y="4105196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p:pic>
        <p:nvPicPr>
          <p:cNvPr id="103" name="圖片 102">
            <a:extLst>
              <a:ext uri="{FF2B5EF4-FFF2-40B4-BE49-F238E27FC236}">
                <a16:creationId xmlns:a16="http://schemas.microsoft.com/office/drawing/2014/main" id="{19B0ACFB-B907-46EA-A23F-96C9E0525BB0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250" t="15604" r="25729" b="8729"/>
          <a:stretch/>
        </p:blipFill>
        <p:spPr>
          <a:xfrm>
            <a:off x="1993944" y="2237828"/>
            <a:ext cx="1544564" cy="1586498"/>
          </a:xfrm>
          <a:prstGeom prst="rect">
            <a:avLst/>
          </a:prstGeom>
        </p:spPr>
      </p:pic>
      <p:pic>
        <p:nvPicPr>
          <p:cNvPr id="105" name="圖片 104">
            <a:extLst>
              <a:ext uri="{FF2B5EF4-FFF2-40B4-BE49-F238E27FC236}">
                <a16:creationId xmlns:a16="http://schemas.microsoft.com/office/drawing/2014/main" id="{B5569F76-3F7B-4A88-93E5-A399660A1B8E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91" t="16462" r="25702" b="9253"/>
          <a:stretch/>
        </p:blipFill>
        <p:spPr>
          <a:xfrm>
            <a:off x="4870909" y="247727"/>
            <a:ext cx="1550305" cy="1557543"/>
          </a:xfrm>
          <a:prstGeom prst="rect">
            <a:avLst/>
          </a:prstGeom>
        </p:spPr>
      </p:pic>
      <p:pic>
        <p:nvPicPr>
          <p:cNvPr id="109" name="圖片 108">
            <a:extLst>
              <a:ext uri="{FF2B5EF4-FFF2-40B4-BE49-F238E27FC236}">
                <a16:creationId xmlns:a16="http://schemas.microsoft.com/office/drawing/2014/main" id="{DAFC6DBC-E535-4465-BB9B-E6B5B127E437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10" t="15699" r="25714" b="8873"/>
          <a:stretch/>
        </p:blipFill>
        <p:spPr>
          <a:xfrm>
            <a:off x="7751069" y="2242821"/>
            <a:ext cx="1541568" cy="1581505"/>
          </a:xfrm>
          <a:prstGeom prst="rect">
            <a:avLst/>
          </a:prstGeom>
        </p:spPr>
      </p:pic>
      <p:pic>
        <p:nvPicPr>
          <p:cNvPr id="111" name="圖片 110">
            <a:extLst>
              <a:ext uri="{FF2B5EF4-FFF2-40B4-BE49-F238E27FC236}">
                <a16:creationId xmlns:a16="http://schemas.microsoft.com/office/drawing/2014/main" id="{19769F14-9391-4019-89D7-A4AEB224F2DC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09" t="17604" r="26072" b="9253"/>
          <a:stretch/>
        </p:blipFill>
        <p:spPr>
          <a:xfrm>
            <a:off x="4888737" y="4410268"/>
            <a:ext cx="1517606" cy="153358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文字方塊 111">
                <a:extLst>
                  <a:ext uri="{FF2B5EF4-FFF2-40B4-BE49-F238E27FC236}">
                    <a16:creationId xmlns:a16="http://schemas.microsoft.com/office/drawing/2014/main" id="{2F9AB9D4-049A-42C4-8837-5708D30DFB59}"/>
                  </a:ext>
                </a:extLst>
              </p:cNvPr>
              <p:cNvSpPr txBox="1"/>
              <p:nvPr/>
            </p:nvSpPr>
            <p:spPr>
              <a:xfrm>
                <a:off x="4527405" y="-488244"/>
                <a:ext cx="812954" cy="1811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577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57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577" i="1">
                              <a:latin typeface="Cambria Math" panose="02040503050406030204" pitchFamily="18" charset="0"/>
                            </a:rPr>
                            <m:t>1, 0</m:t>
                          </m:r>
                        </m:e>
                      </m:d>
                    </m:oMath>
                  </m:oMathPara>
                </a14:m>
                <a:endParaRPr lang="zh-TW" altLang="en-US" sz="577" dirty="0"/>
              </a:p>
            </p:txBody>
          </p:sp>
        </mc:Choice>
        <mc:Fallback xmlns="">
          <p:sp>
            <p:nvSpPr>
              <p:cNvPr id="112" name="文字方塊 111">
                <a:extLst>
                  <a:ext uri="{FF2B5EF4-FFF2-40B4-BE49-F238E27FC236}">
                    <a16:creationId xmlns:a16="http://schemas.microsoft.com/office/drawing/2014/main" id="{2F9AB9D4-049A-42C4-8837-5708D30DFB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7405" y="-488244"/>
                <a:ext cx="812954" cy="181140"/>
              </a:xfrm>
              <a:prstGeom prst="rect">
                <a:avLst/>
              </a:prstGeom>
              <a:blipFill>
                <a:blip r:embed="rId12"/>
                <a:stretch>
                  <a:fillRect t="-73333" b="-11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文字方塊 112">
                <a:extLst>
                  <a:ext uri="{FF2B5EF4-FFF2-40B4-BE49-F238E27FC236}">
                    <a16:creationId xmlns:a16="http://schemas.microsoft.com/office/drawing/2014/main" id="{BD7D3F58-D2E2-42DB-8B1B-53D87DE0B9E9}"/>
                  </a:ext>
                </a:extLst>
              </p:cNvPr>
              <p:cNvSpPr txBox="1"/>
              <p:nvPr/>
            </p:nvSpPr>
            <p:spPr>
              <a:xfrm>
                <a:off x="4497279" y="3810505"/>
                <a:ext cx="812954" cy="1811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577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57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577" i="1">
                              <a:latin typeface="Cambria Math" panose="02040503050406030204" pitchFamily="18" charset="0"/>
                            </a:rPr>
                            <m:t>−1, 0</m:t>
                          </m:r>
                        </m:e>
                      </m:d>
                    </m:oMath>
                  </m:oMathPara>
                </a14:m>
                <a:endParaRPr lang="zh-TW" altLang="en-US" sz="577" dirty="0"/>
              </a:p>
            </p:txBody>
          </p:sp>
        </mc:Choice>
        <mc:Fallback xmlns="">
          <p:sp>
            <p:nvSpPr>
              <p:cNvPr id="113" name="文字方塊 112">
                <a:extLst>
                  <a:ext uri="{FF2B5EF4-FFF2-40B4-BE49-F238E27FC236}">
                    <a16:creationId xmlns:a16="http://schemas.microsoft.com/office/drawing/2014/main" id="{BD7D3F58-D2E2-42DB-8B1B-53D87DE0B9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7279" y="3810505"/>
                <a:ext cx="812954" cy="181140"/>
              </a:xfrm>
              <a:prstGeom prst="rect">
                <a:avLst/>
              </a:prstGeom>
              <a:blipFill>
                <a:blip r:embed="rId13"/>
                <a:stretch>
                  <a:fillRect t="-73333" b="-11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文字方塊 113">
                <a:extLst>
                  <a:ext uri="{FF2B5EF4-FFF2-40B4-BE49-F238E27FC236}">
                    <a16:creationId xmlns:a16="http://schemas.microsoft.com/office/drawing/2014/main" id="{597F4F6E-837A-4FE6-9C6C-CE22102694D1}"/>
                  </a:ext>
                </a:extLst>
              </p:cNvPr>
              <p:cNvSpPr txBox="1"/>
              <p:nvPr/>
            </p:nvSpPr>
            <p:spPr>
              <a:xfrm>
                <a:off x="3692737" y="-402205"/>
                <a:ext cx="812954" cy="1811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577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57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577" i="1">
                              <a:latin typeface="Cambria Math" panose="02040503050406030204" pitchFamily="18" charset="0"/>
                            </a:rPr>
                            <m:t>1, 0</m:t>
                          </m:r>
                        </m:e>
                      </m:d>
                    </m:oMath>
                  </m:oMathPara>
                </a14:m>
                <a:endParaRPr lang="zh-TW" altLang="en-US" sz="577" dirty="0"/>
              </a:p>
            </p:txBody>
          </p:sp>
        </mc:Choice>
        <mc:Fallback xmlns="">
          <p:sp>
            <p:nvSpPr>
              <p:cNvPr id="114" name="文字方塊 113">
                <a:extLst>
                  <a:ext uri="{FF2B5EF4-FFF2-40B4-BE49-F238E27FC236}">
                    <a16:creationId xmlns:a16="http://schemas.microsoft.com/office/drawing/2014/main" id="{597F4F6E-837A-4FE6-9C6C-CE22102694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2737" y="-402205"/>
                <a:ext cx="812954" cy="181140"/>
              </a:xfrm>
              <a:prstGeom prst="rect">
                <a:avLst/>
              </a:prstGeom>
              <a:blipFill>
                <a:blip r:embed="rId14"/>
                <a:stretch>
                  <a:fillRect t="-73333" b="-11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6122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矩形: 圓角 174">
            <a:extLst>
              <a:ext uri="{FF2B5EF4-FFF2-40B4-BE49-F238E27FC236}">
                <a16:creationId xmlns:a16="http://schemas.microsoft.com/office/drawing/2014/main" id="{BF09B052-4C3F-4EC6-A337-45ED454E80E1}"/>
              </a:ext>
            </a:extLst>
          </p:cNvPr>
          <p:cNvSpPr/>
          <p:nvPr/>
        </p:nvSpPr>
        <p:spPr>
          <a:xfrm>
            <a:off x="1587960" y="2536"/>
            <a:ext cx="6219610" cy="6179835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F111E595-CBD6-4A37-A812-559483B3BC18}"/>
              </a:ext>
            </a:extLst>
          </p:cNvPr>
          <p:cNvGrpSpPr/>
          <p:nvPr/>
        </p:nvGrpSpPr>
        <p:grpSpPr>
          <a:xfrm>
            <a:off x="4825179" y="4955619"/>
            <a:ext cx="762458" cy="762458"/>
            <a:chOff x="801581" y="4966326"/>
            <a:chExt cx="1150186" cy="1150186"/>
          </a:xfrm>
        </p:grpSpPr>
        <p:sp>
          <p:nvSpPr>
            <p:cNvPr id="128" name="矩形: 圓角 127">
              <a:extLst>
                <a:ext uri="{FF2B5EF4-FFF2-40B4-BE49-F238E27FC236}">
                  <a16:creationId xmlns:a16="http://schemas.microsoft.com/office/drawing/2014/main" id="{2F5A42B8-06A5-4158-B8B4-858406CBC6BD}"/>
                </a:ext>
              </a:extLst>
            </p:cNvPr>
            <p:cNvSpPr/>
            <p:nvPr/>
          </p:nvSpPr>
          <p:spPr>
            <a:xfrm>
              <a:off x="801581" y="4966326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64" name="橢圓 63">
              <a:extLst>
                <a:ext uri="{FF2B5EF4-FFF2-40B4-BE49-F238E27FC236}">
                  <a16:creationId xmlns:a16="http://schemas.microsoft.com/office/drawing/2014/main" id="{EC5B6F29-1474-4CFA-B8E3-262BF4573A66}"/>
                </a:ext>
              </a:extLst>
            </p:cNvPr>
            <p:cNvSpPr/>
            <p:nvPr/>
          </p:nvSpPr>
          <p:spPr>
            <a:xfrm>
              <a:off x="1269795" y="5070149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5" name="橢圓 64">
              <a:extLst>
                <a:ext uri="{FF2B5EF4-FFF2-40B4-BE49-F238E27FC236}">
                  <a16:creationId xmlns:a16="http://schemas.microsoft.com/office/drawing/2014/main" id="{DE11110E-D0C1-484B-8789-647E2582B8F3}"/>
                </a:ext>
              </a:extLst>
            </p:cNvPr>
            <p:cNvSpPr/>
            <p:nvPr/>
          </p:nvSpPr>
          <p:spPr>
            <a:xfrm>
              <a:off x="1269795" y="5805606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6" name="橢圓 65">
              <a:extLst>
                <a:ext uri="{FF2B5EF4-FFF2-40B4-BE49-F238E27FC236}">
                  <a16:creationId xmlns:a16="http://schemas.microsoft.com/office/drawing/2014/main" id="{4973AC85-68A3-4542-BA7F-9D4B68A203AE}"/>
                </a:ext>
              </a:extLst>
            </p:cNvPr>
            <p:cNvSpPr/>
            <p:nvPr/>
          </p:nvSpPr>
          <p:spPr>
            <a:xfrm>
              <a:off x="1633048" y="5442907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7" name="橢圓 66">
              <a:extLst>
                <a:ext uri="{FF2B5EF4-FFF2-40B4-BE49-F238E27FC236}">
                  <a16:creationId xmlns:a16="http://schemas.microsoft.com/office/drawing/2014/main" id="{77EA9BD2-7763-47C9-8A62-F043AF3E9BD2}"/>
                </a:ext>
              </a:extLst>
            </p:cNvPr>
            <p:cNvSpPr/>
            <p:nvPr/>
          </p:nvSpPr>
          <p:spPr>
            <a:xfrm>
              <a:off x="895950" y="5442907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8" name="橢圓 67">
              <a:extLst>
                <a:ext uri="{FF2B5EF4-FFF2-40B4-BE49-F238E27FC236}">
                  <a16:creationId xmlns:a16="http://schemas.microsoft.com/office/drawing/2014/main" id="{A93CB31D-6BCE-4617-BE71-E1F7B1239A1F}"/>
                </a:ext>
              </a:extLst>
            </p:cNvPr>
            <p:cNvSpPr/>
            <p:nvPr/>
          </p:nvSpPr>
          <p:spPr>
            <a:xfrm>
              <a:off x="1006324" y="571045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9" name="橢圓 68">
              <a:extLst>
                <a:ext uri="{FF2B5EF4-FFF2-40B4-BE49-F238E27FC236}">
                  <a16:creationId xmlns:a16="http://schemas.microsoft.com/office/drawing/2014/main" id="{72EE7746-CB46-409C-9043-A05A8C5FAE57}"/>
                </a:ext>
              </a:extLst>
            </p:cNvPr>
            <p:cNvSpPr/>
            <p:nvPr/>
          </p:nvSpPr>
          <p:spPr>
            <a:xfrm>
              <a:off x="1006324" y="5181504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0" name="橢圓 69">
              <a:extLst>
                <a:ext uri="{FF2B5EF4-FFF2-40B4-BE49-F238E27FC236}">
                  <a16:creationId xmlns:a16="http://schemas.microsoft.com/office/drawing/2014/main" id="{23FABD83-7310-4179-8DDD-462F0769E415}"/>
                </a:ext>
              </a:extLst>
            </p:cNvPr>
            <p:cNvSpPr/>
            <p:nvPr/>
          </p:nvSpPr>
          <p:spPr>
            <a:xfrm>
              <a:off x="1531150" y="571045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71" name="橢圓 70">
              <a:extLst>
                <a:ext uri="{FF2B5EF4-FFF2-40B4-BE49-F238E27FC236}">
                  <a16:creationId xmlns:a16="http://schemas.microsoft.com/office/drawing/2014/main" id="{89C81756-7ED8-4066-B463-89FC9AEBCA10}"/>
                </a:ext>
              </a:extLst>
            </p:cNvPr>
            <p:cNvSpPr/>
            <p:nvPr/>
          </p:nvSpPr>
          <p:spPr>
            <a:xfrm>
              <a:off x="1531150" y="5181504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2" name="等腰三角形 71">
              <a:extLst>
                <a:ext uri="{FF2B5EF4-FFF2-40B4-BE49-F238E27FC236}">
                  <a16:creationId xmlns:a16="http://schemas.microsoft.com/office/drawing/2014/main" id="{BB55E2A2-A461-4F17-BD94-5680C302370E}"/>
                </a:ext>
              </a:extLst>
            </p:cNvPr>
            <p:cNvSpPr/>
            <p:nvPr/>
          </p:nvSpPr>
          <p:spPr>
            <a:xfrm rot="5400000" flipH="1">
              <a:off x="1342194" y="5038456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3" name="等腰三角形 72">
              <a:extLst>
                <a:ext uri="{FF2B5EF4-FFF2-40B4-BE49-F238E27FC236}">
                  <a16:creationId xmlns:a16="http://schemas.microsoft.com/office/drawing/2014/main" id="{70B47730-1AFC-443E-AA3E-DBD84767B180}"/>
                </a:ext>
              </a:extLst>
            </p:cNvPr>
            <p:cNvSpPr/>
            <p:nvPr/>
          </p:nvSpPr>
          <p:spPr>
            <a:xfrm rot="5400000" flipH="1">
              <a:off x="1342194" y="577254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4" name="等腰三角形 73">
              <a:extLst>
                <a:ext uri="{FF2B5EF4-FFF2-40B4-BE49-F238E27FC236}">
                  <a16:creationId xmlns:a16="http://schemas.microsoft.com/office/drawing/2014/main" id="{FF7D7A52-1610-46C7-983C-8B0CF9A61B7E}"/>
                </a:ext>
              </a:extLst>
            </p:cNvPr>
            <p:cNvSpPr/>
            <p:nvPr/>
          </p:nvSpPr>
          <p:spPr>
            <a:xfrm rot="5400000" flipH="1">
              <a:off x="968349" y="541378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5" name="等腰三角形 74">
              <a:extLst>
                <a:ext uri="{FF2B5EF4-FFF2-40B4-BE49-F238E27FC236}">
                  <a16:creationId xmlns:a16="http://schemas.microsoft.com/office/drawing/2014/main" id="{8DC42994-2580-4E83-A94A-0D6D58E6AFA1}"/>
                </a:ext>
              </a:extLst>
            </p:cNvPr>
            <p:cNvSpPr/>
            <p:nvPr/>
          </p:nvSpPr>
          <p:spPr>
            <a:xfrm rot="5400000" flipH="1">
              <a:off x="1078723" y="514853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6" name="等腰三角形 75">
              <a:extLst>
                <a:ext uri="{FF2B5EF4-FFF2-40B4-BE49-F238E27FC236}">
                  <a16:creationId xmlns:a16="http://schemas.microsoft.com/office/drawing/2014/main" id="{61CC7E32-1CDA-4EE2-9F3C-915BC3EEBB6D}"/>
                </a:ext>
              </a:extLst>
            </p:cNvPr>
            <p:cNvSpPr/>
            <p:nvPr/>
          </p:nvSpPr>
          <p:spPr>
            <a:xfrm rot="5400000" flipH="1">
              <a:off x="1078723" y="567819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7" name="等腰三角形 76">
              <a:extLst>
                <a:ext uri="{FF2B5EF4-FFF2-40B4-BE49-F238E27FC236}">
                  <a16:creationId xmlns:a16="http://schemas.microsoft.com/office/drawing/2014/main" id="{F032D4F5-4127-42D6-8644-C4E6AA934D86}"/>
                </a:ext>
              </a:extLst>
            </p:cNvPr>
            <p:cNvSpPr/>
            <p:nvPr/>
          </p:nvSpPr>
          <p:spPr>
            <a:xfrm rot="5400000" flipH="1">
              <a:off x="1603549" y="514853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8" name="等腰三角形 77">
              <a:extLst>
                <a:ext uri="{FF2B5EF4-FFF2-40B4-BE49-F238E27FC236}">
                  <a16:creationId xmlns:a16="http://schemas.microsoft.com/office/drawing/2014/main" id="{4AB18EB2-6677-4448-A729-D38143E95FBF}"/>
                </a:ext>
              </a:extLst>
            </p:cNvPr>
            <p:cNvSpPr/>
            <p:nvPr/>
          </p:nvSpPr>
          <p:spPr>
            <a:xfrm rot="5400000" flipH="1">
              <a:off x="1603549" y="567819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9" name="等腰三角形 78">
              <a:extLst>
                <a:ext uri="{FF2B5EF4-FFF2-40B4-BE49-F238E27FC236}">
                  <a16:creationId xmlns:a16="http://schemas.microsoft.com/office/drawing/2014/main" id="{8C63E15B-762B-4188-BC2D-DA796D1434E1}"/>
                </a:ext>
              </a:extLst>
            </p:cNvPr>
            <p:cNvSpPr/>
            <p:nvPr/>
          </p:nvSpPr>
          <p:spPr>
            <a:xfrm rot="5400000" flipH="1">
              <a:off x="1705447" y="541378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grpSp>
        <p:nvGrpSpPr>
          <p:cNvPr id="27" name="群組 26">
            <a:extLst>
              <a:ext uri="{FF2B5EF4-FFF2-40B4-BE49-F238E27FC236}">
                <a16:creationId xmlns:a16="http://schemas.microsoft.com/office/drawing/2014/main" id="{BF94BE1F-3691-4B5F-9AF0-5D5F4535D47C}"/>
              </a:ext>
            </a:extLst>
          </p:cNvPr>
          <p:cNvGrpSpPr/>
          <p:nvPr/>
        </p:nvGrpSpPr>
        <p:grpSpPr>
          <a:xfrm>
            <a:off x="6504975" y="2733661"/>
            <a:ext cx="762458" cy="762458"/>
            <a:chOff x="3463278" y="4507593"/>
            <a:chExt cx="1150186" cy="1150186"/>
          </a:xfrm>
        </p:grpSpPr>
        <p:sp>
          <p:nvSpPr>
            <p:cNvPr id="129" name="矩形: 圓角 128">
              <a:extLst>
                <a:ext uri="{FF2B5EF4-FFF2-40B4-BE49-F238E27FC236}">
                  <a16:creationId xmlns:a16="http://schemas.microsoft.com/office/drawing/2014/main" id="{2D038D8C-0BDF-42F2-9612-7A8BE01DE865}"/>
                </a:ext>
              </a:extLst>
            </p:cNvPr>
            <p:cNvSpPr/>
            <p:nvPr/>
          </p:nvSpPr>
          <p:spPr>
            <a:xfrm>
              <a:off x="3463278" y="4507593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81" name="箭號: 左-右雙向 80">
              <a:extLst>
                <a:ext uri="{FF2B5EF4-FFF2-40B4-BE49-F238E27FC236}">
                  <a16:creationId xmlns:a16="http://schemas.microsoft.com/office/drawing/2014/main" id="{05D7B791-A1EF-44BC-9A11-06C1AB8C1CB8}"/>
                </a:ext>
              </a:extLst>
            </p:cNvPr>
            <p:cNvSpPr/>
            <p:nvPr/>
          </p:nvSpPr>
          <p:spPr>
            <a:xfrm rot="5400000">
              <a:off x="3570206" y="4997510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82" name="箭號: 左-右雙向 81">
              <a:extLst>
                <a:ext uri="{FF2B5EF4-FFF2-40B4-BE49-F238E27FC236}">
                  <a16:creationId xmlns:a16="http://schemas.microsoft.com/office/drawing/2014/main" id="{E21E3599-A113-48A6-A6E1-E5EE1AD4BDFC}"/>
                </a:ext>
              </a:extLst>
            </p:cNvPr>
            <p:cNvSpPr/>
            <p:nvPr/>
          </p:nvSpPr>
          <p:spPr>
            <a:xfrm rot="5400000">
              <a:off x="4288335" y="4997510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3" name="箭號: 左-右雙向 82">
              <a:extLst>
                <a:ext uri="{FF2B5EF4-FFF2-40B4-BE49-F238E27FC236}">
                  <a16:creationId xmlns:a16="http://schemas.microsoft.com/office/drawing/2014/main" id="{42D1021F-2AB3-4D5D-8853-8149A2082D5D}"/>
                </a:ext>
              </a:extLst>
            </p:cNvPr>
            <p:cNvSpPr/>
            <p:nvPr/>
          </p:nvSpPr>
          <p:spPr>
            <a:xfrm rot="5400000">
              <a:off x="3676376" y="4743175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4" name="箭號: 左-右雙向 83">
              <a:extLst>
                <a:ext uri="{FF2B5EF4-FFF2-40B4-BE49-F238E27FC236}">
                  <a16:creationId xmlns:a16="http://schemas.microsoft.com/office/drawing/2014/main" id="{63A1FEF8-8BDF-4FB8-B45A-1D49216C701E}"/>
                </a:ext>
              </a:extLst>
            </p:cNvPr>
            <p:cNvSpPr/>
            <p:nvPr/>
          </p:nvSpPr>
          <p:spPr>
            <a:xfrm rot="5400000">
              <a:off x="4173916" y="5261300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5" name="箭號: 左-右雙向 84">
              <a:extLst>
                <a:ext uri="{FF2B5EF4-FFF2-40B4-BE49-F238E27FC236}">
                  <a16:creationId xmlns:a16="http://schemas.microsoft.com/office/drawing/2014/main" id="{F59B9D53-190E-495D-B0E1-273637D7645A}"/>
                </a:ext>
              </a:extLst>
            </p:cNvPr>
            <p:cNvSpPr/>
            <p:nvPr/>
          </p:nvSpPr>
          <p:spPr>
            <a:xfrm rot="5400000">
              <a:off x="3676376" y="5261300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86" name="箭號: 左-右雙向 85">
              <a:extLst>
                <a:ext uri="{FF2B5EF4-FFF2-40B4-BE49-F238E27FC236}">
                  <a16:creationId xmlns:a16="http://schemas.microsoft.com/office/drawing/2014/main" id="{D1679020-6196-46BB-BAF1-FC9954E0FF4B}"/>
                </a:ext>
              </a:extLst>
            </p:cNvPr>
            <p:cNvSpPr/>
            <p:nvPr/>
          </p:nvSpPr>
          <p:spPr>
            <a:xfrm rot="5400000">
              <a:off x="4173915" y="4743175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7" name="箭號: 左-右雙向 86">
              <a:extLst>
                <a:ext uri="{FF2B5EF4-FFF2-40B4-BE49-F238E27FC236}">
                  <a16:creationId xmlns:a16="http://schemas.microsoft.com/office/drawing/2014/main" id="{EA521358-79D5-4481-B616-3A2FDBA114D9}"/>
                </a:ext>
              </a:extLst>
            </p:cNvPr>
            <p:cNvSpPr/>
            <p:nvPr/>
          </p:nvSpPr>
          <p:spPr>
            <a:xfrm rot="5400000">
              <a:off x="3919504" y="5364647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8" name="箭號: 左-右雙向 87">
              <a:extLst>
                <a:ext uri="{FF2B5EF4-FFF2-40B4-BE49-F238E27FC236}">
                  <a16:creationId xmlns:a16="http://schemas.microsoft.com/office/drawing/2014/main" id="{6064CD01-BF47-4A51-90C6-CDC67131DBAB}"/>
                </a:ext>
              </a:extLst>
            </p:cNvPr>
            <p:cNvSpPr/>
            <p:nvPr/>
          </p:nvSpPr>
          <p:spPr>
            <a:xfrm rot="5400000">
              <a:off x="3919504" y="4632905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7174BC2A-1B9F-4151-AE65-69868F38E2CE}"/>
              </a:ext>
            </a:extLst>
          </p:cNvPr>
          <p:cNvGrpSpPr/>
          <p:nvPr/>
        </p:nvGrpSpPr>
        <p:grpSpPr>
          <a:xfrm>
            <a:off x="3166976" y="3766969"/>
            <a:ext cx="762458" cy="762458"/>
            <a:chOff x="389151" y="2161357"/>
            <a:chExt cx="1150186" cy="1150186"/>
          </a:xfrm>
        </p:grpSpPr>
        <p:sp>
          <p:nvSpPr>
            <p:cNvPr id="127" name="矩形: 圓角 126">
              <a:extLst>
                <a:ext uri="{FF2B5EF4-FFF2-40B4-BE49-F238E27FC236}">
                  <a16:creationId xmlns:a16="http://schemas.microsoft.com/office/drawing/2014/main" id="{611036DC-FA7F-4C36-88D5-80568EB37EAF}"/>
                </a:ext>
              </a:extLst>
            </p:cNvPr>
            <p:cNvSpPr/>
            <p:nvPr/>
          </p:nvSpPr>
          <p:spPr>
            <a:xfrm>
              <a:off x="389151" y="2161357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90" name="箭號: 左-右雙向 89">
              <a:extLst>
                <a:ext uri="{FF2B5EF4-FFF2-40B4-BE49-F238E27FC236}">
                  <a16:creationId xmlns:a16="http://schemas.microsoft.com/office/drawing/2014/main" id="{E64B9AE0-9328-44CB-B79C-DC3875153546}"/>
                </a:ext>
              </a:extLst>
            </p:cNvPr>
            <p:cNvSpPr/>
            <p:nvPr/>
          </p:nvSpPr>
          <p:spPr>
            <a:xfrm rot="10800000">
              <a:off x="494862" y="267653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91" name="箭號: 左-右雙向 90">
              <a:extLst>
                <a:ext uri="{FF2B5EF4-FFF2-40B4-BE49-F238E27FC236}">
                  <a16:creationId xmlns:a16="http://schemas.microsoft.com/office/drawing/2014/main" id="{EB4C84A6-FE54-42E1-8180-684A7283A1A9}"/>
                </a:ext>
              </a:extLst>
            </p:cNvPr>
            <p:cNvSpPr/>
            <p:nvPr/>
          </p:nvSpPr>
          <p:spPr>
            <a:xfrm rot="10800000">
              <a:off x="1212991" y="267653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92" name="箭號: 左-右雙向 91">
              <a:extLst>
                <a:ext uri="{FF2B5EF4-FFF2-40B4-BE49-F238E27FC236}">
                  <a16:creationId xmlns:a16="http://schemas.microsoft.com/office/drawing/2014/main" id="{DC4B2C4F-0F38-4B30-A91F-18556FC423F7}"/>
                </a:ext>
              </a:extLst>
            </p:cNvPr>
            <p:cNvSpPr/>
            <p:nvPr/>
          </p:nvSpPr>
          <p:spPr>
            <a:xfrm>
              <a:off x="601032" y="2422199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93" name="箭號: 左-右雙向 92">
              <a:extLst>
                <a:ext uri="{FF2B5EF4-FFF2-40B4-BE49-F238E27FC236}">
                  <a16:creationId xmlns:a16="http://schemas.microsoft.com/office/drawing/2014/main" id="{1CF9B053-1A19-4B04-8316-81E4FD56B2AB}"/>
                </a:ext>
              </a:extLst>
            </p:cNvPr>
            <p:cNvSpPr/>
            <p:nvPr/>
          </p:nvSpPr>
          <p:spPr>
            <a:xfrm>
              <a:off x="1098572" y="294032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94" name="箭號: 左-右雙向 93">
              <a:extLst>
                <a:ext uri="{FF2B5EF4-FFF2-40B4-BE49-F238E27FC236}">
                  <a16:creationId xmlns:a16="http://schemas.microsoft.com/office/drawing/2014/main" id="{34996541-5BC9-4E89-8980-E6D6444437CA}"/>
                </a:ext>
              </a:extLst>
            </p:cNvPr>
            <p:cNvSpPr/>
            <p:nvPr/>
          </p:nvSpPr>
          <p:spPr>
            <a:xfrm>
              <a:off x="601033" y="294032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95" name="箭號: 左-右雙向 94">
              <a:extLst>
                <a:ext uri="{FF2B5EF4-FFF2-40B4-BE49-F238E27FC236}">
                  <a16:creationId xmlns:a16="http://schemas.microsoft.com/office/drawing/2014/main" id="{73E6DCEE-851F-47E2-913E-FF55A7FB4C47}"/>
                </a:ext>
              </a:extLst>
            </p:cNvPr>
            <p:cNvSpPr/>
            <p:nvPr/>
          </p:nvSpPr>
          <p:spPr>
            <a:xfrm>
              <a:off x="1098571" y="2422199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96" name="箭號: 左-右雙向 95">
              <a:extLst>
                <a:ext uri="{FF2B5EF4-FFF2-40B4-BE49-F238E27FC236}">
                  <a16:creationId xmlns:a16="http://schemas.microsoft.com/office/drawing/2014/main" id="{F4130B0D-A554-4785-9D95-AB0479A2027D}"/>
                </a:ext>
              </a:extLst>
            </p:cNvPr>
            <p:cNvSpPr/>
            <p:nvPr/>
          </p:nvSpPr>
          <p:spPr>
            <a:xfrm>
              <a:off x="844160" y="3043671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97" name="箭號: 左-右雙向 96">
              <a:extLst>
                <a:ext uri="{FF2B5EF4-FFF2-40B4-BE49-F238E27FC236}">
                  <a16:creationId xmlns:a16="http://schemas.microsoft.com/office/drawing/2014/main" id="{3B2FEE22-1AD5-48AF-80D0-9896692AA9E1}"/>
                </a:ext>
              </a:extLst>
            </p:cNvPr>
            <p:cNvSpPr/>
            <p:nvPr/>
          </p:nvSpPr>
          <p:spPr>
            <a:xfrm>
              <a:off x="844160" y="2311929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13" name="文字方塊 112">
                <a:extLst>
                  <a:ext uri="{FF2B5EF4-FFF2-40B4-BE49-F238E27FC236}">
                    <a16:creationId xmlns:a16="http://schemas.microsoft.com/office/drawing/2014/main" id="{BD7D3F58-D2E2-42DB-8B1B-53D87DE0B9E9}"/>
                  </a:ext>
                </a:extLst>
              </p:cNvPr>
              <p:cNvSpPr txBox="1"/>
              <p:nvPr/>
            </p:nvSpPr>
            <p:spPr>
              <a:xfrm>
                <a:off x="4391703" y="4475662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−1, 0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113" name="文字方塊 112">
                <a:extLst>
                  <a:ext uri="{FF2B5EF4-FFF2-40B4-BE49-F238E27FC236}">
                    <a16:creationId xmlns:a16="http://schemas.microsoft.com/office/drawing/2014/main" id="{BD7D3F58-D2E2-42DB-8B1B-53D87DE0B9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1703" y="4475662"/>
                <a:ext cx="812954" cy="338554"/>
              </a:xfrm>
              <a:prstGeom prst="rect">
                <a:avLst/>
              </a:prstGeom>
              <a:blipFill>
                <a:blip r:embed="rId2"/>
                <a:stretch>
                  <a:fillRect t="-108929" r="-46269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2" name="圖片 31">
            <a:extLst>
              <a:ext uri="{FF2B5EF4-FFF2-40B4-BE49-F238E27FC236}">
                <a16:creationId xmlns:a16="http://schemas.microsoft.com/office/drawing/2014/main" id="{AA50D0C9-379E-4B88-BFAB-45F8554B4F9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26" t="20373" r="28237" b="11922"/>
          <a:stretch/>
        </p:blipFill>
        <p:spPr>
          <a:xfrm>
            <a:off x="3848067" y="1509842"/>
            <a:ext cx="867580" cy="852322"/>
          </a:xfrm>
          <a:prstGeom prst="rect">
            <a:avLst/>
          </a:prstGeom>
        </p:spPr>
      </p:pic>
      <p:pic>
        <p:nvPicPr>
          <p:cNvPr id="131" name="圖片 130">
            <a:extLst>
              <a:ext uri="{FF2B5EF4-FFF2-40B4-BE49-F238E27FC236}">
                <a16:creationId xmlns:a16="http://schemas.microsoft.com/office/drawing/2014/main" id="{09E37AD3-84C7-4EB4-B06B-7110E29A5E6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26" t="20373" r="28237" b="11922"/>
          <a:stretch/>
        </p:blipFill>
        <p:spPr>
          <a:xfrm>
            <a:off x="2269811" y="3726325"/>
            <a:ext cx="867580" cy="852322"/>
          </a:xfrm>
          <a:prstGeom prst="rect">
            <a:avLst/>
          </a:prstGeom>
        </p:spPr>
      </p:pic>
      <p:pic>
        <p:nvPicPr>
          <p:cNvPr id="132" name="圖片 131">
            <a:extLst>
              <a:ext uri="{FF2B5EF4-FFF2-40B4-BE49-F238E27FC236}">
                <a16:creationId xmlns:a16="http://schemas.microsoft.com/office/drawing/2014/main" id="{08E3CD1A-4342-4058-BB78-8709BF5E63E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26" t="20373" r="28237" b="11922"/>
          <a:stretch/>
        </p:blipFill>
        <p:spPr>
          <a:xfrm>
            <a:off x="5621714" y="2678989"/>
            <a:ext cx="867580" cy="852322"/>
          </a:xfrm>
          <a:prstGeom prst="rect">
            <a:avLst/>
          </a:prstGeom>
        </p:spPr>
      </p:pic>
      <p:pic>
        <p:nvPicPr>
          <p:cNvPr id="133" name="圖片 132">
            <a:extLst>
              <a:ext uri="{FF2B5EF4-FFF2-40B4-BE49-F238E27FC236}">
                <a16:creationId xmlns:a16="http://schemas.microsoft.com/office/drawing/2014/main" id="{7A5486C3-2624-48BB-83FE-832C13E6A68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26" t="20373" r="28237" b="11922"/>
          <a:stretch/>
        </p:blipFill>
        <p:spPr>
          <a:xfrm>
            <a:off x="3911098" y="4917676"/>
            <a:ext cx="867580" cy="852322"/>
          </a:xfrm>
          <a:prstGeom prst="rect">
            <a:avLst/>
          </a:prstGeom>
        </p:spPr>
      </p:pic>
      <p:grpSp>
        <p:nvGrpSpPr>
          <p:cNvPr id="191" name="群組 190">
            <a:extLst>
              <a:ext uri="{FF2B5EF4-FFF2-40B4-BE49-F238E27FC236}">
                <a16:creationId xmlns:a16="http://schemas.microsoft.com/office/drawing/2014/main" id="{12A3856D-C8EE-4E5C-9371-C38BC0FAAC9C}"/>
              </a:ext>
            </a:extLst>
          </p:cNvPr>
          <p:cNvGrpSpPr/>
          <p:nvPr/>
        </p:nvGrpSpPr>
        <p:grpSpPr>
          <a:xfrm>
            <a:off x="4283117" y="1859783"/>
            <a:ext cx="76622" cy="73502"/>
            <a:chOff x="1373392" y="2391862"/>
            <a:chExt cx="479433" cy="476535"/>
          </a:xfrm>
        </p:grpSpPr>
        <p:sp>
          <p:nvSpPr>
            <p:cNvPr id="194" name="箭號: 向右 193">
              <a:extLst>
                <a:ext uri="{FF2B5EF4-FFF2-40B4-BE49-F238E27FC236}">
                  <a16:creationId xmlns:a16="http://schemas.microsoft.com/office/drawing/2014/main" id="{5A9976EA-DC90-4C92-81FF-F86EA39FDC9B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95" name="箭號: 向右 194">
              <a:extLst>
                <a:ext uri="{FF2B5EF4-FFF2-40B4-BE49-F238E27FC236}">
                  <a16:creationId xmlns:a16="http://schemas.microsoft.com/office/drawing/2014/main" id="{916F6971-5A5A-43BC-B03E-319A01E32168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92" name="文字方塊 191">
                <a:extLst>
                  <a:ext uri="{FF2B5EF4-FFF2-40B4-BE49-F238E27FC236}">
                    <a16:creationId xmlns:a16="http://schemas.microsoft.com/office/drawing/2014/main" id="{882169EE-BA39-4323-A236-BF2A8F339107}"/>
                  </a:ext>
                </a:extLst>
              </p:cNvPr>
              <p:cNvSpPr txBox="1"/>
              <p:nvPr/>
            </p:nvSpPr>
            <p:spPr>
              <a:xfrm>
                <a:off x="4109701" y="1463430"/>
                <a:ext cx="290616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>
          <p:sp>
            <p:nvSpPr>
              <p:cNvPr id="192" name="文字方塊 191">
                <a:extLst>
                  <a:ext uri="{FF2B5EF4-FFF2-40B4-BE49-F238E27FC236}">
                    <a16:creationId xmlns:a16="http://schemas.microsoft.com/office/drawing/2014/main" id="{882169EE-BA39-4323-A236-BF2A8F3391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9701" y="1463430"/>
                <a:ext cx="290616" cy="424283"/>
              </a:xfrm>
              <a:prstGeom prst="rect">
                <a:avLst/>
              </a:prstGeom>
              <a:blipFill>
                <a:blip r:embed="rId4"/>
                <a:stretch>
                  <a:fillRect r="-41667" b="-57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3" name="文字方塊 192">
                <a:extLst>
                  <a:ext uri="{FF2B5EF4-FFF2-40B4-BE49-F238E27FC236}">
                    <a16:creationId xmlns:a16="http://schemas.microsoft.com/office/drawing/2014/main" id="{314BEA76-4D8E-4B0B-B6FB-45880D221837}"/>
                  </a:ext>
                </a:extLst>
              </p:cNvPr>
              <p:cNvSpPr txBox="1"/>
              <p:nvPr/>
            </p:nvSpPr>
            <p:spPr>
              <a:xfrm>
                <a:off x="4290134" y="1696233"/>
                <a:ext cx="25749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>
          <p:sp>
            <p:nvSpPr>
              <p:cNvPr id="193" name="文字方塊 192">
                <a:extLst>
                  <a:ext uri="{FF2B5EF4-FFF2-40B4-BE49-F238E27FC236}">
                    <a16:creationId xmlns:a16="http://schemas.microsoft.com/office/drawing/2014/main" id="{314BEA76-4D8E-4B0B-B6FB-45880D2218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0134" y="1696233"/>
                <a:ext cx="257490" cy="400110"/>
              </a:xfrm>
              <a:prstGeom prst="rect">
                <a:avLst/>
              </a:prstGeom>
              <a:blipFill>
                <a:blip r:embed="rId5"/>
                <a:stretch>
                  <a:fillRect r="-50000"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群組 30">
            <a:extLst>
              <a:ext uri="{FF2B5EF4-FFF2-40B4-BE49-F238E27FC236}">
                <a16:creationId xmlns:a16="http://schemas.microsoft.com/office/drawing/2014/main" id="{F80A0570-8D7F-4088-A36E-EDFA2AEC7B7B}"/>
              </a:ext>
            </a:extLst>
          </p:cNvPr>
          <p:cNvGrpSpPr/>
          <p:nvPr/>
        </p:nvGrpSpPr>
        <p:grpSpPr>
          <a:xfrm>
            <a:off x="5015393" y="1533808"/>
            <a:ext cx="762458" cy="762458"/>
            <a:chOff x="3481679" y="1553308"/>
            <a:chExt cx="1150186" cy="1150186"/>
          </a:xfrm>
        </p:grpSpPr>
        <p:sp>
          <p:nvSpPr>
            <p:cNvPr id="2" name="矩形: 圓角 1">
              <a:extLst>
                <a:ext uri="{FF2B5EF4-FFF2-40B4-BE49-F238E27FC236}">
                  <a16:creationId xmlns:a16="http://schemas.microsoft.com/office/drawing/2014/main" id="{877AF323-90EC-4DA0-9D2C-44F10B312DE5}"/>
                </a:ext>
              </a:extLst>
            </p:cNvPr>
            <p:cNvSpPr/>
            <p:nvPr/>
          </p:nvSpPr>
          <p:spPr>
            <a:xfrm>
              <a:off x="3481679" y="1553308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45" name="橢圓 44">
              <a:extLst>
                <a:ext uri="{FF2B5EF4-FFF2-40B4-BE49-F238E27FC236}">
                  <a16:creationId xmlns:a16="http://schemas.microsoft.com/office/drawing/2014/main" id="{BFD12D8F-18EF-4CE2-B5CB-EF9D62E97FAF}"/>
                </a:ext>
              </a:extLst>
            </p:cNvPr>
            <p:cNvSpPr/>
            <p:nvPr/>
          </p:nvSpPr>
          <p:spPr>
            <a:xfrm>
              <a:off x="3940548" y="1642556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46" name="橢圓 45">
              <a:extLst>
                <a:ext uri="{FF2B5EF4-FFF2-40B4-BE49-F238E27FC236}">
                  <a16:creationId xmlns:a16="http://schemas.microsoft.com/office/drawing/2014/main" id="{1C220D7D-D2E4-4B02-848B-A30F57AC6D7C}"/>
                </a:ext>
              </a:extLst>
            </p:cNvPr>
            <p:cNvSpPr/>
            <p:nvPr/>
          </p:nvSpPr>
          <p:spPr>
            <a:xfrm>
              <a:off x="3940548" y="23780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47" name="橢圓 46">
              <a:extLst>
                <a:ext uri="{FF2B5EF4-FFF2-40B4-BE49-F238E27FC236}">
                  <a16:creationId xmlns:a16="http://schemas.microsoft.com/office/drawing/2014/main" id="{C03BE9E6-CBE4-4CDE-B6BE-D37200A1F03D}"/>
                </a:ext>
              </a:extLst>
            </p:cNvPr>
            <p:cNvSpPr/>
            <p:nvPr/>
          </p:nvSpPr>
          <p:spPr>
            <a:xfrm>
              <a:off x="4303801" y="20153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48" name="橢圓 47">
              <a:extLst>
                <a:ext uri="{FF2B5EF4-FFF2-40B4-BE49-F238E27FC236}">
                  <a16:creationId xmlns:a16="http://schemas.microsoft.com/office/drawing/2014/main" id="{954ADC9E-6B01-44E0-B4CA-5C696A915190}"/>
                </a:ext>
              </a:extLst>
            </p:cNvPr>
            <p:cNvSpPr/>
            <p:nvPr/>
          </p:nvSpPr>
          <p:spPr>
            <a:xfrm>
              <a:off x="3566703" y="20153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9" name="橢圓 48">
              <a:extLst>
                <a:ext uri="{FF2B5EF4-FFF2-40B4-BE49-F238E27FC236}">
                  <a16:creationId xmlns:a16="http://schemas.microsoft.com/office/drawing/2014/main" id="{E67DCB90-0A7F-481B-BABD-D05B6C89D6F4}"/>
                </a:ext>
              </a:extLst>
            </p:cNvPr>
            <p:cNvSpPr/>
            <p:nvPr/>
          </p:nvSpPr>
          <p:spPr>
            <a:xfrm>
              <a:off x="3677077" y="228286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0" name="橢圓 49">
              <a:extLst>
                <a:ext uri="{FF2B5EF4-FFF2-40B4-BE49-F238E27FC236}">
                  <a16:creationId xmlns:a16="http://schemas.microsoft.com/office/drawing/2014/main" id="{CD4D6430-3860-4CDC-834E-87A1CB379DB5}"/>
                </a:ext>
              </a:extLst>
            </p:cNvPr>
            <p:cNvSpPr/>
            <p:nvPr/>
          </p:nvSpPr>
          <p:spPr>
            <a:xfrm>
              <a:off x="3677077" y="175391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1" name="橢圓 50">
              <a:extLst>
                <a:ext uri="{FF2B5EF4-FFF2-40B4-BE49-F238E27FC236}">
                  <a16:creationId xmlns:a16="http://schemas.microsoft.com/office/drawing/2014/main" id="{6E7FB9E9-E437-426C-8FE1-FFF8C37BEA31}"/>
                </a:ext>
              </a:extLst>
            </p:cNvPr>
            <p:cNvSpPr/>
            <p:nvPr/>
          </p:nvSpPr>
          <p:spPr>
            <a:xfrm>
              <a:off x="4201903" y="228286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 dirty="0"/>
            </a:p>
          </p:txBody>
        </p:sp>
        <p:sp>
          <p:nvSpPr>
            <p:cNvPr id="52" name="橢圓 51">
              <a:extLst>
                <a:ext uri="{FF2B5EF4-FFF2-40B4-BE49-F238E27FC236}">
                  <a16:creationId xmlns:a16="http://schemas.microsoft.com/office/drawing/2014/main" id="{6211590B-91FC-4104-932A-C4B35F040F5B}"/>
                </a:ext>
              </a:extLst>
            </p:cNvPr>
            <p:cNvSpPr/>
            <p:nvPr/>
          </p:nvSpPr>
          <p:spPr>
            <a:xfrm>
              <a:off x="4201903" y="175391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53" name="等腰三角形 52">
              <a:extLst>
                <a:ext uri="{FF2B5EF4-FFF2-40B4-BE49-F238E27FC236}">
                  <a16:creationId xmlns:a16="http://schemas.microsoft.com/office/drawing/2014/main" id="{039E01BD-05C8-4311-BDAA-A5DEFBD09F4A}"/>
                </a:ext>
              </a:extLst>
            </p:cNvPr>
            <p:cNvSpPr/>
            <p:nvPr/>
          </p:nvSpPr>
          <p:spPr>
            <a:xfrm rot="16200000">
              <a:off x="4012947" y="161086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54" name="等腰三角形 53">
              <a:extLst>
                <a:ext uri="{FF2B5EF4-FFF2-40B4-BE49-F238E27FC236}">
                  <a16:creationId xmlns:a16="http://schemas.microsoft.com/office/drawing/2014/main" id="{AEF80FE7-E823-4210-9AA1-694E9506974B}"/>
                </a:ext>
              </a:extLst>
            </p:cNvPr>
            <p:cNvSpPr/>
            <p:nvPr/>
          </p:nvSpPr>
          <p:spPr>
            <a:xfrm rot="16200000">
              <a:off x="4012947" y="234495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55" name="等腰三角形 54">
              <a:extLst>
                <a:ext uri="{FF2B5EF4-FFF2-40B4-BE49-F238E27FC236}">
                  <a16:creationId xmlns:a16="http://schemas.microsoft.com/office/drawing/2014/main" id="{B94407FE-F407-43E6-987A-5EB6347AD5D1}"/>
                </a:ext>
              </a:extLst>
            </p:cNvPr>
            <p:cNvSpPr/>
            <p:nvPr/>
          </p:nvSpPr>
          <p:spPr>
            <a:xfrm rot="16200000">
              <a:off x="3639102" y="1986189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6" name="等腰三角形 55">
              <a:extLst>
                <a:ext uri="{FF2B5EF4-FFF2-40B4-BE49-F238E27FC236}">
                  <a16:creationId xmlns:a16="http://schemas.microsoft.com/office/drawing/2014/main" id="{2858E61A-4EEA-448B-AF67-5B5C3564BF86}"/>
                </a:ext>
              </a:extLst>
            </p:cNvPr>
            <p:cNvSpPr/>
            <p:nvPr/>
          </p:nvSpPr>
          <p:spPr>
            <a:xfrm rot="16200000">
              <a:off x="3749476" y="172093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57" name="等腰三角形 56">
              <a:extLst>
                <a:ext uri="{FF2B5EF4-FFF2-40B4-BE49-F238E27FC236}">
                  <a16:creationId xmlns:a16="http://schemas.microsoft.com/office/drawing/2014/main" id="{2D902AEF-584D-4324-B24B-F33B7E7C59DD}"/>
                </a:ext>
              </a:extLst>
            </p:cNvPr>
            <p:cNvSpPr/>
            <p:nvPr/>
          </p:nvSpPr>
          <p:spPr>
            <a:xfrm rot="16200000">
              <a:off x="3749476" y="225060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60" name="等腰三角形 59">
              <a:extLst>
                <a:ext uri="{FF2B5EF4-FFF2-40B4-BE49-F238E27FC236}">
                  <a16:creationId xmlns:a16="http://schemas.microsoft.com/office/drawing/2014/main" id="{535CC7B3-FEE4-4F08-8939-BA239AB4958F}"/>
                </a:ext>
              </a:extLst>
            </p:cNvPr>
            <p:cNvSpPr/>
            <p:nvPr/>
          </p:nvSpPr>
          <p:spPr>
            <a:xfrm rot="16200000">
              <a:off x="4274302" y="172093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61" name="等腰三角形 60">
              <a:extLst>
                <a:ext uri="{FF2B5EF4-FFF2-40B4-BE49-F238E27FC236}">
                  <a16:creationId xmlns:a16="http://schemas.microsoft.com/office/drawing/2014/main" id="{0F46E098-9168-4FAD-B9EC-73C08F7C4774}"/>
                </a:ext>
              </a:extLst>
            </p:cNvPr>
            <p:cNvSpPr/>
            <p:nvPr/>
          </p:nvSpPr>
          <p:spPr>
            <a:xfrm rot="16200000">
              <a:off x="4274302" y="225060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62" name="等腰三角形 61">
              <a:extLst>
                <a:ext uri="{FF2B5EF4-FFF2-40B4-BE49-F238E27FC236}">
                  <a16:creationId xmlns:a16="http://schemas.microsoft.com/office/drawing/2014/main" id="{0FDF0A34-5E11-4D28-A6CE-C4297F577CE8}"/>
                </a:ext>
              </a:extLst>
            </p:cNvPr>
            <p:cNvSpPr/>
            <p:nvPr/>
          </p:nvSpPr>
          <p:spPr>
            <a:xfrm rot="16200000">
              <a:off x="4376200" y="1986189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grpSp>
          <p:nvGrpSpPr>
            <p:cNvPr id="197" name="群組 196">
              <a:extLst>
                <a:ext uri="{FF2B5EF4-FFF2-40B4-BE49-F238E27FC236}">
                  <a16:creationId xmlns:a16="http://schemas.microsoft.com/office/drawing/2014/main" id="{64572B81-FCEE-489A-BCAF-0F86A81819B7}"/>
                </a:ext>
              </a:extLst>
            </p:cNvPr>
            <p:cNvGrpSpPr/>
            <p:nvPr/>
          </p:nvGrpSpPr>
          <p:grpSpPr>
            <a:xfrm>
              <a:off x="4057671" y="2031019"/>
              <a:ext cx="115586" cy="110880"/>
              <a:chOff x="1373392" y="2391862"/>
              <a:chExt cx="479433" cy="476535"/>
            </a:xfrm>
          </p:grpSpPr>
          <p:sp>
            <p:nvSpPr>
              <p:cNvPr id="200" name="箭號: 向右 199">
                <a:extLst>
                  <a:ext uri="{FF2B5EF4-FFF2-40B4-BE49-F238E27FC236}">
                    <a16:creationId xmlns:a16="http://schemas.microsoft.com/office/drawing/2014/main" id="{4BF31411-8F4A-4F23-8A60-5C1E37F03CE5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600">
                  <a:solidFill>
                    <a:schemeClr val="bg1"/>
                  </a:solidFill>
                </a:endParaRPr>
              </a:p>
            </p:txBody>
          </p:sp>
          <p:sp>
            <p:nvSpPr>
              <p:cNvPr id="201" name="箭號: 向右 200">
                <a:extLst>
                  <a:ext uri="{FF2B5EF4-FFF2-40B4-BE49-F238E27FC236}">
                    <a16:creationId xmlns:a16="http://schemas.microsoft.com/office/drawing/2014/main" id="{AA185A28-BD2D-474C-A576-226BFFE361A3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60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8" name="文字方塊 197">
                  <a:extLst>
                    <a:ext uri="{FF2B5EF4-FFF2-40B4-BE49-F238E27FC236}">
                      <a16:creationId xmlns:a16="http://schemas.microsoft.com/office/drawing/2014/main" id="{A158A9CD-C3A5-4146-A816-D6FA568EB476}"/>
                    </a:ext>
                  </a:extLst>
                </p:cNvPr>
                <p:cNvSpPr txBox="1"/>
                <p:nvPr/>
              </p:nvSpPr>
              <p:spPr>
                <a:xfrm>
                  <a:off x="3850181" y="1558040"/>
                  <a:ext cx="411859" cy="3579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198" name="文字方塊 197">
                  <a:extLst>
                    <a:ext uri="{FF2B5EF4-FFF2-40B4-BE49-F238E27FC236}">
                      <a16:creationId xmlns:a16="http://schemas.microsoft.com/office/drawing/2014/main" id="{A158A9CD-C3A5-4146-A816-D6FA568EB4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50181" y="1558040"/>
                  <a:ext cx="411859" cy="357983"/>
                </a:xfrm>
                <a:prstGeom prst="rect">
                  <a:avLst/>
                </a:prstGeom>
                <a:blipFill>
                  <a:blip r:embed="rId6"/>
                  <a:stretch>
                    <a:fillRect r="-24444" b="-5641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9" name="文字方塊 198">
                  <a:extLst>
                    <a:ext uri="{FF2B5EF4-FFF2-40B4-BE49-F238E27FC236}">
                      <a16:creationId xmlns:a16="http://schemas.microsoft.com/office/drawing/2014/main" id="{9F8B6938-D760-409B-B56E-F2C58D701FE9}"/>
                    </a:ext>
                  </a:extLst>
                </p:cNvPr>
                <p:cNvSpPr txBox="1"/>
                <p:nvPr/>
              </p:nvSpPr>
              <p:spPr>
                <a:xfrm>
                  <a:off x="4048976" y="1831735"/>
                  <a:ext cx="348842" cy="3385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199" name="文字方塊 198">
                  <a:extLst>
                    <a:ext uri="{FF2B5EF4-FFF2-40B4-BE49-F238E27FC236}">
                      <a16:creationId xmlns:a16="http://schemas.microsoft.com/office/drawing/2014/main" id="{9F8B6938-D760-409B-B56E-F2C58D701F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48976" y="1831735"/>
                  <a:ext cx="348842" cy="338553"/>
                </a:xfrm>
                <a:prstGeom prst="rect">
                  <a:avLst/>
                </a:prstGeom>
                <a:blipFill>
                  <a:blip r:embed="rId7"/>
                  <a:stretch>
                    <a:fillRect r="-39474" b="-5405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14" name="文字方塊 213">
                <a:extLst>
                  <a:ext uri="{FF2B5EF4-FFF2-40B4-BE49-F238E27FC236}">
                    <a16:creationId xmlns:a16="http://schemas.microsoft.com/office/drawing/2014/main" id="{EFDA59F8-F89D-4806-A636-5828FA46C3A1}"/>
                  </a:ext>
                </a:extLst>
              </p:cNvPr>
              <p:cNvSpPr txBox="1"/>
              <p:nvPr/>
            </p:nvSpPr>
            <p:spPr>
              <a:xfrm>
                <a:off x="3838823" y="2015385"/>
                <a:ext cx="43241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>
          <p:sp>
            <p:nvSpPr>
              <p:cNvPr id="214" name="文字方塊 213">
                <a:extLst>
                  <a:ext uri="{FF2B5EF4-FFF2-40B4-BE49-F238E27FC236}">
                    <a16:creationId xmlns:a16="http://schemas.microsoft.com/office/drawing/2014/main" id="{EFDA59F8-F89D-4806-A636-5828FA46C3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8823" y="2015385"/>
                <a:ext cx="432414" cy="338554"/>
              </a:xfrm>
              <a:prstGeom prst="rect">
                <a:avLst/>
              </a:prstGeom>
              <a:blipFill>
                <a:blip r:embed="rId8"/>
                <a:stretch>
                  <a:fillRect r="-38028" b="-7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6" name="文字方塊 215">
            <a:extLst>
              <a:ext uri="{FF2B5EF4-FFF2-40B4-BE49-F238E27FC236}">
                <a16:creationId xmlns:a16="http://schemas.microsoft.com/office/drawing/2014/main" id="{42C1D9B8-8446-4675-B219-B666A3F92AA7}"/>
              </a:ext>
            </a:extLst>
          </p:cNvPr>
          <p:cNvSpPr txBox="1"/>
          <p:nvPr/>
        </p:nvSpPr>
        <p:spPr>
          <a:xfrm>
            <a:off x="3061041" y="116393"/>
            <a:ext cx="347427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Transverse component</a:t>
            </a:r>
            <a:endParaRPr lang="zh-TW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9B50033E-DE33-4154-B5F1-8F9B5FFA7A61}"/>
                  </a:ext>
                </a:extLst>
              </p:cNvPr>
              <p:cNvSpPr txBox="1"/>
              <p:nvPr/>
            </p:nvSpPr>
            <p:spPr>
              <a:xfrm>
                <a:off x="3948682" y="1162782"/>
                <a:ext cx="167359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6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9B50033E-DE33-4154-B5F1-8F9B5FFA7A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8682" y="1162782"/>
                <a:ext cx="1673596" cy="338554"/>
              </a:xfrm>
              <a:prstGeom prst="rect">
                <a:avLst/>
              </a:prstGeom>
              <a:blipFill>
                <a:blip r:embed="rId9"/>
                <a:stretch>
                  <a:fillRect b="-109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1" name="文字方塊 220">
                <a:extLst>
                  <a:ext uri="{FF2B5EF4-FFF2-40B4-BE49-F238E27FC236}">
                    <a16:creationId xmlns:a16="http://schemas.microsoft.com/office/drawing/2014/main" id="{1F2AF2E0-5B21-4D02-9C04-810F49C1DE66}"/>
                  </a:ext>
                </a:extLst>
              </p:cNvPr>
              <p:cNvSpPr txBox="1"/>
              <p:nvPr/>
            </p:nvSpPr>
            <p:spPr>
              <a:xfrm>
                <a:off x="2113029" y="3682401"/>
                <a:ext cx="115018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221" name="文字方塊 220">
                <a:extLst>
                  <a:ext uri="{FF2B5EF4-FFF2-40B4-BE49-F238E27FC236}">
                    <a16:creationId xmlns:a16="http://schemas.microsoft.com/office/drawing/2014/main" id="{1F2AF2E0-5B21-4D02-9C04-810F49C1D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3029" y="3682401"/>
                <a:ext cx="1150186" cy="338554"/>
              </a:xfrm>
              <a:prstGeom prst="rect">
                <a:avLst/>
              </a:prstGeom>
              <a:blipFill>
                <a:blip r:embed="rId10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2" name="文字方塊 221">
                <a:extLst>
                  <a:ext uri="{FF2B5EF4-FFF2-40B4-BE49-F238E27FC236}">
                    <a16:creationId xmlns:a16="http://schemas.microsoft.com/office/drawing/2014/main" id="{5E07A889-321A-4082-9225-757B6BF06F3F}"/>
                  </a:ext>
                </a:extLst>
              </p:cNvPr>
              <p:cNvSpPr txBox="1"/>
              <p:nvPr/>
            </p:nvSpPr>
            <p:spPr>
              <a:xfrm>
                <a:off x="5475257" y="2635065"/>
                <a:ext cx="115018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222" name="文字方塊 221">
                <a:extLst>
                  <a:ext uri="{FF2B5EF4-FFF2-40B4-BE49-F238E27FC236}">
                    <a16:creationId xmlns:a16="http://schemas.microsoft.com/office/drawing/2014/main" id="{5E07A889-321A-4082-9225-757B6BF06F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5257" y="2635065"/>
                <a:ext cx="1150186" cy="338554"/>
              </a:xfrm>
              <a:prstGeom prst="rect">
                <a:avLst/>
              </a:prstGeom>
              <a:blipFill>
                <a:blip r:embed="rId11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3" name="文字方塊 222">
                <a:extLst>
                  <a:ext uri="{FF2B5EF4-FFF2-40B4-BE49-F238E27FC236}">
                    <a16:creationId xmlns:a16="http://schemas.microsoft.com/office/drawing/2014/main" id="{8E51661C-F95C-44C0-A8F0-38165630EE4E}"/>
                  </a:ext>
                </a:extLst>
              </p:cNvPr>
              <p:cNvSpPr txBox="1"/>
              <p:nvPr/>
            </p:nvSpPr>
            <p:spPr>
              <a:xfrm>
                <a:off x="3769795" y="4877288"/>
                <a:ext cx="115018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223" name="文字方塊 222">
                <a:extLst>
                  <a:ext uri="{FF2B5EF4-FFF2-40B4-BE49-F238E27FC236}">
                    <a16:creationId xmlns:a16="http://schemas.microsoft.com/office/drawing/2014/main" id="{8E51661C-F95C-44C0-A8F0-38165630EE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9795" y="4877288"/>
                <a:ext cx="1150186" cy="33855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3" name="圖片 152">
            <a:extLst>
              <a:ext uri="{FF2B5EF4-FFF2-40B4-BE49-F238E27FC236}">
                <a16:creationId xmlns:a16="http://schemas.microsoft.com/office/drawing/2014/main" id="{E70F1D4D-A58E-4BD6-A8D5-405865F16C15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781" t="8908" r="4868" b="70278"/>
          <a:stretch/>
        </p:blipFill>
        <p:spPr>
          <a:xfrm>
            <a:off x="4732624" y="1478030"/>
            <a:ext cx="281644" cy="89821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5" name="文字方塊 154">
                <a:extLst>
                  <a:ext uri="{FF2B5EF4-FFF2-40B4-BE49-F238E27FC236}">
                    <a16:creationId xmlns:a16="http://schemas.microsoft.com/office/drawing/2014/main" id="{6E2C7196-1BBD-4D80-A7AC-4190F3C5767C}"/>
                  </a:ext>
                </a:extLst>
              </p:cNvPr>
              <p:cNvSpPr txBox="1"/>
              <p:nvPr/>
            </p:nvSpPr>
            <p:spPr>
              <a:xfrm>
                <a:off x="4634677" y="2257752"/>
                <a:ext cx="31707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>
          <p:sp>
            <p:nvSpPr>
              <p:cNvPr id="155" name="文字方塊 154">
                <a:extLst>
                  <a:ext uri="{FF2B5EF4-FFF2-40B4-BE49-F238E27FC236}">
                    <a16:creationId xmlns:a16="http://schemas.microsoft.com/office/drawing/2014/main" id="{6E2C7196-1BBD-4D80-A7AC-4190F3C576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4677" y="2257752"/>
                <a:ext cx="317078" cy="307777"/>
              </a:xfrm>
              <a:prstGeom prst="rect">
                <a:avLst/>
              </a:prstGeom>
              <a:blipFill>
                <a:blip r:embed="rId14"/>
                <a:stretch>
                  <a:fillRect r="-230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圖片 2">
            <a:extLst>
              <a:ext uri="{FF2B5EF4-FFF2-40B4-BE49-F238E27FC236}">
                <a16:creationId xmlns:a16="http://schemas.microsoft.com/office/drawing/2014/main" id="{1D29E37C-B71A-4C81-A9AE-9E3848B7874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35760" y="595772"/>
            <a:ext cx="2381212" cy="589010"/>
          </a:xfrm>
          <a:prstGeom prst="rect">
            <a:avLst/>
          </a:prstGeom>
        </p:spPr>
      </p:pic>
      <p:grpSp>
        <p:nvGrpSpPr>
          <p:cNvPr id="11" name="群組 10">
            <a:extLst>
              <a:ext uri="{FF2B5EF4-FFF2-40B4-BE49-F238E27FC236}">
                <a16:creationId xmlns:a16="http://schemas.microsoft.com/office/drawing/2014/main" id="{BE783C45-7EFF-4CAC-88CC-AE391F56F0C1}"/>
              </a:ext>
            </a:extLst>
          </p:cNvPr>
          <p:cNvGrpSpPr/>
          <p:nvPr/>
        </p:nvGrpSpPr>
        <p:grpSpPr>
          <a:xfrm>
            <a:off x="4016212" y="2591714"/>
            <a:ext cx="1606614" cy="1897869"/>
            <a:chOff x="1768312" y="2591714"/>
            <a:chExt cx="1606614" cy="189786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4" name="文字方塊 113">
                  <a:extLst>
                    <a:ext uri="{FF2B5EF4-FFF2-40B4-BE49-F238E27FC236}">
                      <a16:creationId xmlns:a16="http://schemas.microsoft.com/office/drawing/2014/main" id="{597F4F6E-837A-4FE6-9C6C-CE22102694D1}"/>
                    </a:ext>
                  </a:extLst>
                </p:cNvPr>
                <p:cNvSpPr txBox="1"/>
                <p:nvPr/>
              </p:nvSpPr>
              <p:spPr>
                <a:xfrm>
                  <a:off x="2160599" y="2591714"/>
                  <a:ext cx="81295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00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altLang="zh-TW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600" i="1">
                                <a:latin typeface="Cambria Math" panose="02040503050406030204" pitchFamily="18" charset="0"/>
                              </a:rPr>
                              <m:t>1, 0</m:t>
                            </m:r>
                          </m:e>
                        </m:d>
                      </m:oMath>
                    </m:oMathPara>
                  </a14:m>
                  <a:endParaRPr lang="zh-TW" altLang="en-US" sz="1600" dirty="0"/>
                </a:p>
              </p:txBody>
            </p:sp>
          </mc:Choice>
          <mc:Fallback>
            <p:sp>
              <p:nvSpPr>
                <p:cNvPr id="114" name="文字方塊 113">
                  <a:extLst>
                    <a:ext uri="{FF2B5EF4-FFF2-40B4-BE49-F238E27FC236}">
                      <a16:creationId xmlns:a16="http://schemas.microsoft.com/office/drawing/2014/main" id="{597F4F6E-837A-4FE6-9C6C-CE22102694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0599" y="2591714"/>
                  <a:ext cx="812954" cy="338554"/>
                </a:xfrm>
                <a:prstGeom prst="rect">
                  <a:avLst/>
                </a:prstGeom>
                <a:blipFill>
                  <a:blip r:embed="rId16"/>
                  <a:stretch>
                    <a:fillRect t="-108929" r="-36567" b="-16785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Oval 14">
              <a:extLst>
                <a:ext uri="{FF2B5EF4-FFF2-40B4-BE49-F238E27FC236}">
                  <a16:creationId xmlns:a16="http://schemas.microsoft.com/office/drawing/2014/main" id="{7F5221CE-37EE-40D8-BC56-84C6BB77B026}"/>
                </a:ext>
              </a:extLst>
            </p:cNvPr>
            <p:cNvSpPr/>
            <p:nvPr/>
          </p:nvSpPr>
          <p:spPr>
            <a:xfrm>
              <a:off x="2490566" y="2826349"/>
              <a:ext cx="162450" cy="168277"/>
            </a:xfrm>
            <a:prstGeom prst="ellipse">
              <a:avLst/>
            </a:prstGeom>
            <a:gradFill flip="none" rotWithShape="1">
              <a:gsLst>
                <a:gs pos="0">
                  <a:srgbClr val="D1D1D1"/>
                </a:gs>
                <a:gs pos="23000">
                  <a:schemeClr val="bg1">
                    <a:lumMod val="85000"/>
                  </a:schemeClr>
                </a:gs>
                <a:gs pos="69000">
                  <a:schemeClr val="accent3">
                    <a:lumMod val="75000"/>
                  </a:schemeClr>
                </a:gs>
                <a:gs pos="97000">
                  <a:schemeClr val="accent3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/>
            </a:p>
          </p:txBody>
        </p:sp>
        <p:sp>
          <p:nvSpPr>
            <p:cNvPr id="6" name="Oval 4">
              <a:extLst>
                <a:ext uri="{FF2B5EF4-FFF2-40B4-BE49-F238E27FC236}">
                  <a16:creationId xmlns:a16="http://schemas.microsoft.com/office/drawing/2014/main" id="{CDA31535-4AC8-4BAD-BE8E-AFCF3A5C1DFF}"/>
                </a:ext>
              </a:extLst>
            </p:cNvPr>
            <p:cNvSpPr/>
            <p:nvPr/>
          </p:nvSpPr>
          <p:spPr>
            <a:xfrm>
              <a:off x="1851984" y="2910487"/>
              <a:ext cx="1443999" cy="1495797"/>
            </a:xfrm>
            <a:prstGeom prst="ellipse">
              <a:avLst/>
            </a:prstGeom>
            <a:gradFill flip="none" rotWithShape="1">
              <a:gsLst>
                <a:gs pos="100000">
                  <a:schemeClr val="accent3">
                    <a:lumMod val="60000"/>
                    <a:lumOff val="40000"/>
                    <a:alpha val="60000"/>
                  </a:schemeClr>
                </a:gs>
                <a:gs pos="55000">
                  <a:schemeClr val="accent3">
                    <a:lumMod val="40000"/>
                    <a:lumOff val="60000"/>
                    <a:alpha val="60000"/>
                  </a:schemeClr>
                </a:gs>
                <a:gs pos="0">
                  <a:schemeClr val="bg1">
                    <a:alpha val="60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 w="57150">
              <a:solidFill>
                <a:srgbClr val="D5D7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7" name="Oval 15">
              <a:extLst>
                <a:ext uri="{FF2B5EF4-FFF2-40B4-BE49-F238E27FC236}">
                  <a16:creationId xmlns:a16="http://schemas.microsoft.com/office/drawing/2014/main" id="{1B9C275D-D4F9-404B-9759-D3137F20859E}"/>
                </a:ext>
              </a:extLst>
            </p:cNvPr>
            <p:cNvSpPr/>
            <p:nvPr/>
          </p:nvSpPr>
          <p:spPr>
            <a:xfrm>
              <a:off x="2490566" y="4321306"/>
              <a:ext cx="162450" cy="168277"/>
            </a:xfrm>
            <a:prstGeom prst="ellipse">
              <a:avLst/>
            </a:prstGeom>
            <a:gradFill flip="none" rotWithShape="1">
              <a:gsLst>
                <a:gs pos="17000">
                  <a:srgbClr val="D1D1D1"/>
                </a:gs>
                <a:gs pos="0">
                  <a:schemeClr val="bg1">
                    <a:lumMod val="85000"/>
                  </a:schemeClr>
                </a:gs>
                <a:gs pos="60000">
                  <a:schemeClr val="accent3">
                    <a:lumMod val="75000"/>
                  </a:schemeClr>
                </a:gs>
                <a:gs pos="97000">
                  <a:schemeClr val="accent3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8" name="SHO">
              <a:extLst>
                <a:ext uri="{FF2B5EF4-FFF2-40B4-BE49-F238E27FC236}">
                  <a16:creationId xmlns:a16="http://schemas.microsoft.com/office/drawing/2014/main" id="{A12C8863-94E3-49F7-8C57-91B9A2E1BDE3}"/>
                </a:ext>
              </a:extLst>
            </p:cNvPr>
            <p:cNvSpPr/>
            <p:nvPr/>
          </p:nvSpPr>
          <p:spPr>
            <a:xfrm rot="16200000">
              <a:off x="2260445" y="2936886"/>
              <a:ext cx="622693" cy="1443999"/>
            </a:xfrm>
            <a:prstGeom prst="arc">
              <a:avLst>
                <a:gd name="adj1" fmla="val 5396867"/>
                <a:gd name="adj2" fmla="val 5395779"/>
              </a:avLst>
            </a:prstGeom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47000">
                  <a:schemeClr val="bg1">
                    <a:lumMod val="50000"/>
                  </a:schemeClr>
                </a:gs>
                <a:gs pos="97000">
                  <a:srgbClr val="5E5E5E"/>
                </a:gs>
              </a:gsLst>
              <a:path path="circle">
                <a:fillToRect l="50000" t="50000" r="50000" b="50000"/>
              </a:path>
              <a:tileRect/>
            </a:gradFill>
            <a:ln w="3175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9" name="SVO">
              <a:extLst>
                <a:ext uri="{FF2B5EF4-FFF2-40B4-BE49-F238E27FC236}">
                  <a16:creationId xmlns:a16="http://schemas.microsoft.com/office/drawing/2014/main" id="{BC0941FF-C00B-42D1-B1F2-D6E6CE090459}"/>
                </a:ext>
              </a:extLst>
            </p:cNvPr>
            <p:cNvSpPr/>
            <p:nvPr/>
          </p:nvSpPr>
          <p:spPr>
            <a:xfrm>
              <a:off x="2209892" y="2910988"/>
              <a:ext cx="722000" cy="1495797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0" name="Oval 6">
              <a:extLst>
                <a:ext uri="{FF2B5EF4-FFF2-40B4-BE49-F238E27FC236}">
                  <a16:creationId xmlns:a16="http://schemas.microsoft.com/office/drawing/2014/main" id="{3B7219CA-A385-4095-B7EA-6C247B36BEF6}"/>
                </a:ext>
              </a:extLst>
            </p:cNvPr>
            <p:cNvSpPr/>
            <p:nvPr/>
          </p:nvSpPr>
          <p:spPr>
            <a:xfrm rot="16200000">
              <a:off x="2260445" y="2936886"/>
              <a:ext cx="622693" cy="1443999"/>
            </a:xfrm>
            <a:prstGeom prst="ellipse">
              <a:avLst/>
            </a:prstGeom>
            <a:noFill/>
            <a:ln w="38100">
              <a:solidFill>
                <a:schemeClr val="tx1">
                  <a:alpha val="6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TextBox 11">
                  <a:extLst>
                    <a:ext uri="{FF2B5EF4-FFF2-40B4-BE49-F238E27FC236}">
                      <a16:creationId xmlns:a16="http://schemas.microsoft.com/office/drawing/2014/main" id="{B7A5A3D7-6CE8-4726-9BEB-8C30B332BFDE}"/>
                    </a:ext>
                  </a:extLst>
                </p:cNvPr>
                <p:cNvSpPr txBox="1"/>
                <p:nvPr/>
              </p:nvSpPr>
              <p:spPr>
                <a:xfrm>
                  <a:off x="2022094" y="3480535"/>
                  <a:ext cx="17692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>
            <p:sp>
              <p:nvSpPr>
                <p:cNvPr id="13" name="TextBox 11">
                  <a:extLst>
                    <a:ext uri="{FF2B5EF4-FFF2-40B4-BE49-F238E27FC236}">
                      <a16:creationId xmlns:a16="http://schemas.microsoft.com/office/drawing/2014/main" id="{B7A5A3D7-6CE8-4726-9BEB-8C30B332BF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2094" y="3480535"/>
                  <a:ext cx="176928" cy="338554"/>
                </a:xfrm>
                <a:prstGeom prst="rect">
                  <a:avLst/>
                </a:prstGeom>
                <a:blipFill>
                  <a:blip r:embed="rId17"/>
                  <a:stretch>
                    <a:fillRect r="-4137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Oval 22">
              <a:extLst>
                <a:ext uri="{FF2B5EF4-FFF2-40B4-BE49-F238E27FC236}">
                  <a16:creationId xmlns:a16="http://schemas.microsoft.com/office/drawing/2014/main" id="{DC8DEB48-159A-432A-A563-D1E2F53D788D}"/>
                </a:ext>
              </a:extLst>
            </p:cNvPr>
            <p:cNvSpPr/>
            <p:nvPr/>
          </p:nvSpPr>
          <p:spPr>
            <a:xfrm>
              <a:off x="2489620" y="4321306"/>
              <a:ext cx="162450" cy="168277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TextBox 12">
                  <a:extLst>
                    <a:ext uri="{FF2B5EF4-FFF2-40B4-BE49-F238E27FC236}">
                      <a16:creationId xmlns:a16="http://schemas.microsoft.com/office/drawing/2014/main" id="{C30F96C9-2DED-45AF-B673-D98C394280FB}"/>
                    </a:ext>
                  </a:extLst>
                </p:cNvPr>
                <p:cNvSpPr txBox="1"/>
                <p:nvPr/>
              </p:nvSpPr>
              <p:spPr>
                <a:xfrm>
                  <a:off x="2677017" y="3575932"/>
                  <a:ext cx="17692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>
            <p:sp>
              <p:nvSpPr>
                <p:cNvPr id="15" name="TextBox 12">
                  <a:extLst>
                    <a:ext uri="{FF2B5EF4-FFF2-40B4-BE49-F238E27FC236}">
                      <a16:creationId xmlns:a16="http://schemas.microsoft.com/office/drawing/2014/main" id="{C30F96C9-2DED-45AF-B673-D98C394280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77017" y="3575932"/>
                  <a:ext cx="176928" cy="338554"/>
                </a:xfrm>
                <a:prstGeom prst="rect">
                  <a:avLst/>
                </a:prstGeom>
                <a:blipFill>
                  <a:blip r:embed="rId18"/>
                  <a:stretch>
                    <a:fillRect r="-51724" b="-363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TextBox 13">
                  <a:extLst>
                    <a:ext uri="{FF2B5EF4-FFF2-40B4-BE49-F238E27FC236}">
                      <a16:creationId xmlns:a16="http://schemas.microsoft.com/office/drawing/2014/main" id="{34AEE752-FCEC-49A9-B464-EE05AB88A4CD}"/>
                    </a:ext>
                  </a:extLst>
                </p:cNvPr>
                <p:cNvSpPr txBox="1"/>
                <p:nvPr/>
              </p:nvSpPr>
              <p:spPr>
                <a:xfrm>
                  <a:off x="2432892" y="2946190"/>
                  <a:ext cx="25696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>
            <p:sp>
              <p:nvSpPr>
                <p:cNvPr id="16" name="TextBox 13">
                  <a:extLst>
                    <a:ext uri="{FF2B5EF4-FFF2-40B4-BE49-F238E27FC236}">
                      <a16:creationId xmlns:a16="http://schemas.microsoft.com/office/drawing/2014/main" id="{34AEE752-FCEC-49A9-B464-EE05AB88A4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32892" y="2946190"/>
                  <a:ext cx="256967" cy="338554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DVO">
              <a:extLst>
                <a:ext uri="{FF2B5EF4-FFF2-40B4-BE49-F238E27FC236}">
                  <a16:creationId xmlns:a16="http://schemas.microsoft.com/office/drawing/2014/main" id="{602C53B1-114A-48C0-9D73-85F68ECA2FBE}"/>
                </a:ext>
              </a:extLst>
            </p:cNvPr>
            <p:cNvSpPr/>
            <p:nvPr/>
          </p:nvSpPr>
          <p:spPr>
            <a:xfrm flipH="1">
              <a:off x="2209892" y="2910988"/>
              <a:ext cx="722000" cy="1495797"/>
            </a:xfrm>
            <a:prstGeom prst="arc">
              <a:avLst>
                <a:gd name="adj1" fmla="val 5396867"/>
                <a:gd name="adj2" fmla="val 16170484"/>
              </a:avLst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21" name="Oval 23">
              <a:extLst>
                <a:ext uri="{FF2B5EF4-FFF2-40B4-BE49-F238E27FC236}">
                  <a16:creationId xmlns:a16="http://schemas.microsoft.com/office/drawing/2014/main" id="{2F8E52B4-3879-4A53-853D-37DC6B8692F9}"/>
                </a:ext>
              </a:extLst>
            </p:cNvPr>
            <p:cNvSpPr/>
            <p:nvPr/>
          </p:nvSpPr>
          <p:spPr>
            <a:xfrm>
              <a:off x="3212476" y="3574748"/>
              <a:ext cx="162450" cy="168277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cxnSp>
          <p:nvCxnSpPr>
            <p:cNvPr id="23" name="Straight Arrow Connector 7">
              <a:extLst>
                <a:ext uri="{FF2B5EF4-FFF2-40B4-BE49-F238E27FC236}">
                  <a16:creationId xmlns:a16="http://schemas.microsoft.com/office/drawing/2014/main" id="{36EC1456-E151-43D6-83EA-97600C49E1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67860" y="3210805"/>
              <a:ext cx="1697" cy="44589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19">
              <a:extLst>
                <a:ext uri="{FF2B5EF4-FFF2-40B4-BE49-F238E27FC236}">
                  <a16:creationId xmlns:a16="http://schemas.microsoft.com/office/drawing/2014/main" id="{2B4DD044-2A67-4570-938D-6F05AB6D2E0C}"/>
                </a:ext>
              </a:extLst>
            </p:cNvPr>
            <p:cNvCxnSpPr>
              <a:cxnSpLocks/>
            </p:cNvCxnSpPr>
            <p:nvPr/>
          </p:nvCxnSpPr>
          <p:spPr>
            <a:xfrm>
              <a:off x="2570845" y="3654510"/>
              <a:ext cx="195802" cy="15676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18">
              <a:extLst>
                <a:ext uri="{FF2B5EF4-FFF2-40B4-BE49-F238E27FC236}">
                  <a16:creationId xmlns:a16="http://schemas.microsoft.com/office/drawing/2014/main" id="{19BA3216-8E1C-4DF5-A108-33E08250036A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2399523" y="3483035"/>
              <a:ext cx="0" cy="3429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Oval 20">
              <a:extLst>
                <a:ext uri="{FF2B5EF4-FFF2-40B4-BE49-F238E27FC236}">
                  <a16:creationId xmlns:a16="http://schemas.microsoft.com/office/drawing/2014/main" id="{C08F1200-1646-4E05-8061-9C6620047C71}"/>
                </a:ext>
              </a:extLst>
            </p:cNvPr>
            <p:cNvSpPr/>
            <p:nvPr/>
          </p:nvSpPr>
          <p:spPr>
            <a:xfrm>
              <a:off x="1768312" y="3574748"/>
              <a:ext cx="162450" cy="168277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29" name="Oval 22">
              <a:extLst>
                <a:ext uri="{FF2B5EF4-FFF2-40B4-BE49-F238E27FC236}">
                  <a16:creationId xmlns:a16="http://schemas.microsoft.com/office/drawing/2014/main" id="{FA290670-5ADB-4445-9B33-122BE606D9A1}"/>
                </a:ext>
              </a:extLst>
            </p:cNvPr>
            <p:cNvSpPr/>
            <p:nvPr/>
          </p:nvSpPr>
          <p:spPr>
            <a:xfrm>
              <a:off x="2490802" y="2818475"/>
              <a:ext cx="162450" cy="168277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/>
            </a:p>
          </p:txBody>
        </p:sp>
        <p:sp>
          <p:nvSpPr>
            <p:cNvPr id="240" name="Partial Circle 9">
              <a:extLst>
                <a:ext uri="{FF2B5EF4-FFF2-40B4-BE49-F238E27FC236}">
                  <a16:creationId xmlns:a16="http://schemas.microsoft.com/office/drawing/2014/main" id="{44538DF5-DE96-4104-B849-41515C1FF374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505459" y="3560358"/>
              <a:ext cx="102408" cy="197724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chemeClr val="tx1"/>
                </a:gs>
                <a:gs pos="50000">
                  <a:schemeClr val="tx1">
                    <a:lumMod val="50000"/>
                    <a:lumOff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27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1" name="TextBox 10">
                  <a:extLst>
                    <a:ext uri="{FF2B5EF4-FFF2-40B4-BE49-F238E27FC236}">
                      <a16:creationId xmlns:a16="http://schemas.microsoft.com/office/drawing/2014/main" id="{84F7F63B-75CC-4115-B39D-DAAE72357C14}"/>
                    </a:ext>
                  </a:extLst>
                </p:cNvPr>
                <p:cNvSpPr txBox="1"/>
                <p:nvPr/>
              </p:nvSpPr>
              <p:spPr>
                <a:xfrm>
                  <a:off x="2141443" y="3595408"/>
                  <a:ext cx="3152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>
            <p:sp>
              <p:nvSpPr>
                <p:cNvPr id="241" name="TextBox 10">
                  <a:extLst>
                    <a:ext uri="{FF2B5EF4-FFF2-40B4-BE49-F238E27FC236}">
                      <a16:creationId xmlns:a16="http://schemas.microsoft.com/office/drawing/2014/main" id="{84F7F63B-75CC-4115-B39D-DAAE72357C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41443" y="3595408"/>
                  <a:ext cx="315234" cy="338554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2" name="Straight Arrow Connector 17">
              <a:extLst>
                <a:ext uri="{FF2B5EF4-FFF2-40B4-BE49-F238E27FC236}">
                  <a16:creationId xmlns:a16="http://schemas.microsoft.com/office/drawing/2014/main" id="{9118E4FA-F32D-4FFA-A291-5D7406EE0F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48711" y="3660429"/>
              <a:ext cx="221585" cy="28653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243" name="Partial Circle 9">
              <a:extLst>
                <a:ext uri="{FF2B5EF4-FFF2-40B4-BE49-F238E27FC236}">
                  <a16:creationId xmlns:a16="http://schemas.microsoft.com/office/drawing/2014/main" id="{E3086480-D87C-44BE-A5FD-FCCCBCB51C1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492736" y="3523137"/>
              <a:ext cx="149214" cy="301366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chemeClr val="tx1"/>
                </a:gs>
                <a:gs pos="50000">
                  <a:schemeClr val="tx1">
                    <a:lumMod val="50000"/>
                    <a:lumOff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27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4" name="TextBox 10">
                  <a:extLst>
                    <a:ext uri="{FF2B5EF4-FFF2-40B4-BE49-F238E27FC236}">
                      <a16:creationId xmlns:a16="http://schemas.microsoft.com/office/drawing/2014/main" id="{88C10C99-5EFB-4159-8781-24325DAB3E66}"/>
                    </a:ext>
                  </a:extLst>
                </p:cNvPr>
                <p:cNvSpPr txBox="1"/>
                <p:nvPr/>
              </p:nvSpPr>
              <p:spPr>
                <a:xfrm>
                  <a:off x="2532514" y="3274990"/>
                  <a:ext cx="297046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>
            <p:sp>
              <p:nvSpPr>
                <p:cNvPr id="244" name="TextBox 10">
                  <a:extLst>
                    <a:ext uri="{FF2B5EF4-FFF2-40B4-BE49-F238E27FC236}">
                      <a16:creationId xmlns:a16="http://schemas.microsoft.com/office/drawing/2014/main" id="{88C10C99-5EFB-4159-8781-24325DAB3E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32514" y="3274990"/>
                  <a:ext cx="297046" cy="338554"/>
                </a:xfrm>
                <a:prstGeom prst="rect">
                  <a:avLst/>
                </a:prstGeom>
                <a:blipFill>
                  <a:blip r:embed="rId21"/>
                  <a:stretch>
                    <a:fillRect r="-4082" b="-892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5" name="Straight Arrow Connector 17">
              <a:extLst>
                <a:ext uri="{FF2B5EF4-FFF2-40B4-BE49-F238E27FC236}">
                  <a16:creationId xmlns:a16="http://schemas.microsoft.com/office/drawing/2014/main" id="{4E3FCC2D-106E-4711-AEA1-A315AFE9C0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62208" y="3214704"/>
              <a:ext cx="571923" cy="44964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56" name="Oval 23">
              <a:extLst>
                <a:ext uri="{FF2B5EF4-FFF2-40B4-BE49-F238E27FC236}">
                  <a16:creationId xmlns:a16="http://schemas.microsoft.com/office/drawing/2014/main" id="{BD6C54FF-0932-46E0-AAF1-1EE5D8BEBA20}"/>
                </a:ext>
              </a:extLst>
            </p:cNvPr>
            <p:cNvSpPr/>
            <p:nvPr/>
          </p:nvSpPr>
          <p:spPr>
            <a:xfrm>
              <a:off x="2831476" y="3850973"/>
              <a:ext cx="162450" cy="168277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157" name="Oval 23">
              <a:extLst>
                <a:ext uri="{FF2B5EF4-FFF2-40B4-BE49-F238E27FC236}">
                  <a16:creationId xmlns:a16="http://schemas.microsoft.com/office/drawing/2014/main" id="{21C2D51D-46D6-42F1-ACC3-976D84AA89E7}"/>
                </a:ext>
              </a:extLst>
            </p:cNvPr>
            <p:cNvSpPr/>
            <p:nvPr/>
          </p:nvSpPr>
          <p:spPr>
            <a:xfrm>
              <a:off x="2145676" y="3317573"/>
              <a:ext cx="162450" cy="168277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61" name="矩形 160">
                <a:extLst>
                  <a:ext uri="{FF2B5EF4-FFF2-40B4-BE49-F238E27FC236}">
                    <a16:creationId xmlns:a16="http://schemas.microsoft.com/office/drawing/2014/main" id="{750A7010-FFDC-44B9-8B58-B0B38D8B6E31}"/>
                  </a:ext>
                </a:extLst>
              </p:cNvPr>
              <p:cNvSpPr/>
              <p:nvPr/>
            </p:nvSpPr>
            <p:spPr>
              <a:xfrm>
                <a:off x="-1538843" y="3777795"/>
                <a:ext cx="1356462" cy="369332"/>
              </a:xfrm>
              <a:prstGeom prst="rect">
                <a:avLst/>
              </a:prstGeom>
              <a:solidFill>
                <a:srgbClr val="EFEFEF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1, −1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−1, 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61" name="矩形 160">
                <a:extLst>
                  <a:ext uri="{FF2B5EF4-FFF2-40B4-BE49-F238E27FC236}">
                    <a16:creationId xmlns:a16="http://schemas.microsoft.com/office/drawing/2014/main" id="{750A7010-FFDC-44B9-8B58-B0B38D8B6E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38843" y="3777795"/>
                <a:ext cx="1356462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>
            <a:extLst>
              <a:ext uri="{FF2B5EF4-FFF2-40B4-BE49-F238E27FC236}">
                <a16:creationId xmlns:a16="http://schemas.microsoft.com/office/drawing/2014/main" id="{686BDA7B-879F-450E-8151-2976E8551AA0}"/>
              </a:ext>
            </a:extLst>
          </p:cNvPr>
          <p:cNvPicPr>
            <a:picLocks noChangeAspect="1"/>
          </p:cNvPicPr>
          <p:nvPr/>
        </p:nvPicPr>
        <p:blipFill rotWithShape="1">
          <a:blip r:embed="rId22"/>
          <a:srcRect l="8628" t="17664" r="9063" b="16864"/>
          <a:stretch/>
        </p:blipFill>
        <p:spPr>
          <a:xfrm>
            <a:off x="3765549" y="702311"/>
            <a:ext cx="771657" cy="165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448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矩形: 圓角 176">
            <a:extLst>
              <a:ext uri="{FF2B5EF4-FFF2-40B4-BE49-F238E27FC236}">
                <a16:creationId xmlns:a16="http://schemas.microsoft.com/office/drawing/2014/main" id="{C0499F8D-22B8-4B76-B2A0-FC45B222262E}"/>
              </a:ext>
            </a:extLst>
          </p:cNvPr>
          <p:cNvSpPr/>
          <p:nvPr/>
        </p:nvSpPr>
        <p:spPr>
          <a:xfrm>
            <a:off x="4940957" y="2536"/>
            <a:ext cx="4899729" cy="6179835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158" name="圖片 157">
            <a:extLst>
              <a:ext uri="{FF2B5EF4-FFF2-40B4-BE49-F238E27FC236}">
                <a16:creationId xmlns:a16="http://schemas.microsoft.com/office/drawing/2014/main" id="{DC12D822-0A2B-4394-AF6F-CC4B114573E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79" t="9023" r="4888" b="70339"/>
          <a:stretch/>
        </p:blipFill>
        <p:spPr>
          <a:xfrm>
            <a:off x="7895835" y="1248404"/>
            <a:ext cx="413382" cy="13434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/>
              <p:nvPr/>
            </p:nvSpPr>
            <p:spPr>
              <a:xfrm>
                <a:off x="7004190" y="4491894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−1, 0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4190" y="4491894"/>
                <a:ext cx="812954" cy="338554"/>
              </a:xfrm>
              <a:prstGeom prst="rect">
                <a:avLst/>
              </a:prstGeom>
              <a:blipFill>
                <a:blip r:embed="rId22"/>
                <a:stretch>
                  <a:fillRect t="-110909" r="-46617" b="-1727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/>
              <p:nvPr/>
            </p:nvSpPr>
            <p:spPr>
              <a:xfrm>
                <a:off x="7004190" y="2607946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4190" y="2607946"/>
                <a:ext cx="812954" cy="338554"/>
              </a:xfrm>
              <a:prstGeom prst="rect">
                <a:avLst/>
              </a:prstGeom>
              <a:blipFill>
                <a:blip r:embed="rId23"/>
                <a:stretch>
                  <a:fillRect t="-110909" r="-36842" b="-1727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8" name="圖片 207">
            <a:extLst>
              <a:ext uri="{FF2B5EF4-FFF2-40B4-BE49-F238E27FC236}">
                <a16:creationId xmlns:a16="http://schemas.microsoft.com/office/drawing/2014/main" id="{78D82BF4-13A5-45FF-B9A2-9375B9FE926C}"/>
              </a:ext>
            </a:extLst>
          </p:cNvPr>
          <p:cNvPicPr>
            <a:picLocks noChangeAspect="1"/>
          </p:cNvPicPr>
          <p:nvPr/>
        </p:nvPicPr>
        <p:blipFill rotWithShape="1"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95" t="13543" r="38773" b="2524"/>
          <a:stretch/>
        </p:blipFill>
        <p:spPr>
          <a:xfrm>
            <a:off x="6564204" y="1294531"/>
            <a:ext cx="1292876" cy="1282944"/>
          </a:xfrm>
          <a:prstGeom prst="rect">
            <a:avLst/>
          </a:prstGeom>
        </p:spPr>
      </p:pic>
      <p:pic>
        <p:nvPicPr>
          <p:cNvPr id="209" name="圖片 208">
            <a:extLst>
              <a:ext uri="{FF2B5EF4-FFF2-40B4-BE49-F238E27FC236}">
                <a16:creationId xmlns:a16="http://schemas.microsoft.com/office/drawing/2014/main" id="{C9751448-EBCD-4B26-A30A-607AD48C72A0}"/>
              </a:ext>
            </a:extLst>
          </p:cNvPr>
          <p:cNvPicPr>
            <a:picLocks noChangeAspect="1"/>
          </p:cNvPicPr>
          <p:nvPr/>
        </p:nvPicPr>
        <p:blipFill rotWithShape="1">
          <a:blip r:embed="rId2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20" t="13440" r="38701" b="1703"/>
          <a:stretch/>
        </p:blipFill>
        <p:spPr>
          <a:xfrm>
            <a:off x="6767966" y="4851605"/>
            <a:ext cx="1285402" cy="1297078"/>
          </a:xfrm>
          <a:prstGeom prst="rect">
            <a:avLst/>
          </a:prstGeom>
        </p:spPr>
      </p:pic>
      <p:pic>
        <p:nvPicPr>
          <p:cNvPr id="210" name="圖片 209">
            <a:extLst>
              <a:ext uri="{FF2B5EF4-FFF2-40B4-BE49-F238E27FC236}">
                <a16:creationId xmlns:a16="http://schemas.microsoft.com/office/drawing/2014/main" id="{974A8271-7062-41BF-812F-7BEA57BAB9E7}"/>
              </a:ext>
            </a:extLst>
          </p:cNvPr>
          <p:cNvPicPr>
            <a:picLocks noChangeAspect="1"/>
          </p:cNvPicPr>
          <p:nvPr/>
        </p:nvPicPr>
        <p:blipFill rotWithShape="1">
          <a:blip r:embed="rId2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62" t="13456" r="38352" b="3300"/>
          <a:stretch/>
        </p:blipFill>
        <p:spPr>
          <a:xfrm>
            <a:off x="5216814" y="3709972"/>
            <a:ext cx="1300348" cy="1272418"/>
          </a:xfrm>
          <a:prstGeom prst="rect">
            <a:avLst/>
          </a:prstGeom>
        </p:spPr>
      </p:pic>
      <p:pic>
        <p:nvPicPr>
          <p:cNvPr id="211" name="圖片 210">
            <a:extLst>
              <a:ext uri="{FF2B5EF4-FFF2-40B4-BE49-F238E27FC236}">
                <a16:creationId xmlns:a16="http://schemas.microsoft.com/office/drawing/2014/main" id="{FCFA52FF-0D4E-4B9B-A77C-EA8292B51925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59" t="13318" r="38456" b="2874"/>
          <a:stretch/>
        </p:blipFill>
        <p:spPr>
          <a:xfrm>
            <a:off x="8354827" y="2442774"/>
            <a:ext cx="1300348" cy="1281010"/>
          </a:xfrm>
          <a:prstGeom prst="rect">
            <a:avLst/>
          </a:prstGeom>
        </p:spPr>
      </p:pic>
      <p:grpSp>
        <p:nvGrpSpPr>
          <p:cNvPr id="212" name="群組 211">
            <a:extLst>
              <a:ext uri="{FF2B5EF4-FFF2-40B4-BE49-F238E27FC236}">
                <a16:creationId xmlns:a16="http://schemas.microsoft.com/office/drawing/2014/main" id="{56BB1570-BE07-4CCA-B844-DD9F00E8733F}"/>
              </a:ext>
            </a:extLst>
          </p:cNvPr>
          <p:cNvGrpSpPr/>
          <p:nvPr/>
        </p:nvGrpSpPr>
        <p:grpSpPr>
          <a:xfrm>
            <a:off x="7199423" y="1799160"/>
            <a:ext cx="115586" cy="110880"/>
            <a:chOff x="1373392" y="2391862"/>
            <a:chExt cx="479433" cy="476535"/>
          </a:xfrm>
        </p:grpSpPr>
        <p:sp>
          <p:nvSpPr>
            <p:cNvPr id="213" name="箭號: 向右 212">
              <a:extLst>
                <a:ext uri="{FF2B5EF4-FFF2-40B4-BE49-F238E27FC236}">
                  <a16:creationId xmlns:a16="http://schemas.microsoft.com/office/drawing/2014/main" id="{D44EB9EF-73CA-404D-99EE-1F0CCE892A52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20" name="箭號: 向右 219">
              <a:extLst>
                <a:ext uri="{FF2B5EF4-FFF2-40B4-BE49-F238E27FC236}">
                  <a16:creationId xmlns:a16="http://schemas.microsoft.com/office/drawing/2014/main" id="{9F517533-ADEE-4B5D-BB6F-1F4159A610F9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/>
              <p:nvPr/>
            </p:nvSpPr>
            <p:spPr>
              <a:xfrm>
                <a:off x="7079546" y="1426183"/>
                <a:ext cx="438402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9546" y="1426183"/>
                <a:ext cx="438402" cy="424283"/>
              </a:xfrm>
              <a:prstGeom prst="rect">
                <a:avLst/>
              </a:prstGeom>
              <a:blipFill>
                <a:blip r:embed="rId28"/>
                <a:stretch>
                  <a:fillRect b="-42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/>
              <p:nvPr/>
            </p:nvSpPr>
            <p:spPr>
              <a:xfrm>
                <a:off x="7252528" y="1704336"/>
                <a:ext cx="3884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2528" y="1704336"/>
                <a:ext cx="388427" cy="400110"/>
              </a:xfrm>
              <a:prstGeom prst="rect">
                <a:avLst/>
              </a:prstGeom>
              <a:blipFill>
                <a:blip r:embed="rId29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/>
              <p:nvPr/>
            </p:nvSpPr>
            <p:spPr>
              <a:xfrm>
                <a:off x="6556086" y="2170408"/>
                <a:ext cx="6523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6086" y="2170408"/>
                <a:ext cx="652306" cy="338554"/>
              </a:xfrm>
              <a:prstGeom prst="rect">
                <a:avLst/>
              </a:prstGeom>
              <a:blipFill>
                <a:blip r:embed="rId30"/>
                <a:stretch>
                  <a:fillRect b="-53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9" name="文字方塊 228">
            <a:extLst>
              <a:ext uri="{FF2B5EF4-FFF2-40B4-BE49-F238E27FC236}">
                <a16:creationId xmlns:a16="http://schemas.microsoft.com/office/drawing/2014/main" id="{2693C9D3-A145-48F7-981C-9A9BF2A0A9A5}"/>
              </a:ext>
            </a:extLst>
          </p:cNvPr>
          <p:cNvSpPr txBox="1"/>
          <p:nvPr/>
        </p:nvSpPr>
        <p:spPr>
          <a:xfrm>
            <a:off x="5553351" y="116393"/>
            <a:ext cx="371463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component</a:t>
            </a:r>
            <a:endParaRPr lang="zh-TW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/>
              <p:nvPr/>
            </p:nvSpPr>
            <p:spPr>
              <a:xfrm>
                <a:off x="6373844" y="1276204"/>
                <a:ext cx="167359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6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3844" y="1276204"/>
                <a:ext cx="1673596" cy="338554"/>
              </a:xfrm>
              <a:prstGeom prst="rect">
                <a:avLst/>
              </a:prstGeom>
              <a:blipFill>
                <a:blip r:embed="rId31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/>
              <p:nvPr/>
            </p:nvSpPr>
            <p:spPr>
              <a:xfrm>
                <a:off x="5273398" y="3676441"/>
                <a:ext cx="115018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398" y="3676441"/>
                <a:ext cx="1150186" cy="338554"/>
              </a:xfrm>
              <a:prstGeom prst="rect">
                <a:avLst/>
              </a:prstGeom>
              <a:blipFill>
                <a:blip r:embed="rId32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/>
              <p:nvPr/>
            </p:nvSpPr>
            <p:spPr>
              <a:xfrm>
                <a:off x="8422797" y="2409616"/>
                <a:ext cx="115018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2797" y="2409616"/>
                <a:ext cx="1150186" cy="338554"/>
              </a:xfrm>
              <a:prstGeom prst="rect">
                <a:avLst/>
              </a:prstGeom>
              <a:blipFill>
                <a:blip r:embed="rId33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/>
              <p:nvPr/>
            </p:nvSpPr>
            <p:spPr>
              <a:xfrm>
                <a:off x="6835574" y="4830775"/>
                <a:ext cx="115018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574" y="4830775"/>
                <a:ext cx="1150186" cy="338554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5" name="圖片 234">
            <a:extLst>
              <a:ext uri="{FF2B5EF4-FFF2-40B4-BE49-F238E27FC236}">
                <a16:creationId xmlns:a16="http://schemas.microsoft.com/office/drawing/2014/main" id="{DF781A4C-9BC8-40C7-BF1A-E906699C28D4}"/>
              </a:ext>
            </a:extLst>
          </p:cNvPr>
          <p:cNvPicPr>
            <a:picLocks noChangeAspect="1"/>
          </p:cNvPicPr>
          <p:nvPr/>
        </p:nvPicPr>
        <p:blipFill rotWithShape="1">
          <a:blip r:embed="rId3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79" t="9023" r="4888" b="70339"/>
          <a:stretch/>
        </p:blipFill>
        <p:spPr>
          <a:xfrm>
            <a:off x="7886310" y="1248404"/>
            <a:ext cx="413382" cy="134348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/>
              <p:nvPr/>
            </p:nvSpPr>
            <p:spPr>
              <a:xfrm>
                <a:off x="7804845" y="2332876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4845" y="2332876"/>
                <a:ext cx="478319" cy="307777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7" name="Oval 14">
            <a:extLst>
              <a:ext uri="{FF2B5EF4-FFF2-40B4-BE49-F238E27FC236}">
                <a16:creationId xmlns:a16="http://schemas.microsoft.com/office/drawing/2014/main" id="{4D2E6476-8133-4C1A-80AA-96C2BBAD7538}"/>
              </a:ext>
            </a:extLst>
          </p:cNvPr>
          <p:cNvSpPr/>
          <p:nvPr/>
        </p:nvSpPr>
        <p:spPr>
          <a:xfrm>
            <a:off x="7327414" y="2842581"/>
            <a:ext cx="162450" cy="168277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38" name="Oval 4">
            <a:extLst>
              <a:ext uri="{FF2B5EF4-FFF2-40B4-BE49-F238E27FC236}">
                <a16:creationId xmlns:a16="http://schemas.microsoft.com/office/drawing/2014/main" id="{D0067B35-40A6-4446-8A95-C300D2678B59}"/>
              </a:ext>
            </a:extLst>
          </p:cNvPr>
          <p:cNvSpPr/>
          <p:nvPr/>
        </p:nvSpPr>
        <p:spPr>
          <a:xfrm>
            <a:off x="6688832" y="2926719"/>
            <a:ext cx="1443999" cy="1495797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39" name="Oval 15">
            <a:extLst>
              <a:ext uri="{FF2B5EF4-FFF2-40B4-BE49-F238E27FC236}">
                <a16:creationId xmlns:a16="http://schemas.microsoft.com/office/drawing/2014/main" id="{3ED95C10-549D-46A4-8427-E9004FB39400}"/>
              </a:ext>
            </a:extLst>
          </p:cNvPr>
          <p:cNvSpPr/>
          <p:nvPr/>
        </p:nvSpPr>
        <p:spPr>
          <a:xfrm>
            <a:off x="7327414" y="4337538"/>
            <a:ext cx="162450" cy="168277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2" name="SHO">
            <a:extLst>
              <a:ext uri="{FF2B5EF4-FFF2-40B4-BE49-F238E27FC236}">
                <a16:creationId xmlns:a16="http://schemas.microsoft.com/office/drawing/2014/main" id="{0845B616-2D49-4C5D-A47F-908796A33A53}"/>
              </a:ext>
            </a:extLst>
          </p:cNvPr>
          <p:cNvSpPr/>
          <p:nvPr/>
        </p:nvSpPr>
        <p:spPr>
          <a:xfrm rot="16200000">
            <a:off x="7097293" y="2953118"/>
            <a:ext cx="622693" cy="1443999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3" name="SVO">
            <a:extLst>
              <a:ext uri="{FF2B5EF4-FFF2-40B4-BE49-F238E27FC236}">
                <a16:creationId xmlns:a16="http://schemas.microsoft.com/office/drawing/2014/main" id="{28FBC70E-6464-4911-A7DC-D688B4A191B2}"/>
              </a:ext>
            </a:extLst>
          </p:cNvPr>
          <p:cNvSpPr/>
          <p:nvPr/>
        </p:nvSpPr>
        <p:spPr>
          <a:xfrm>
            <a:off x="7046740" y="2927220"/>
            <a:ext cx="722000" cy="1495797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54" name="Oval 6">
            <a:extLst>
              <a:ext uri="{FF2B5EF4-FFF2-40B4-BE49-F238E27FC236}">
                <a16:creationId xmlns:a16="http://schemas.microsoft.com/office/drawing/2014/main" id="{F7426249-BB1C-465F-BA24-177826BCA4FE}"/>
              </a:ext>
            </a:extLst>
          </p:cNvPr>
          <p:cNvSpPr/>
          <p:nvPr/>
        </p:nvSpPr>
        <p:spPr>
          <a:xfrm rot="16200000">
            <a:off x="7097293" y="2953118"/>
            <a:ext cx="622693" cy="1443999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/>
              <p:nvPr/>
            </p:nvSpPr>
            <p:spPr>
              <a:xfrm>
                <a:off x="6858942" y="3496767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942" y="3496767"/>
                <a:ext cx="176928" cy="338554"/>
              </a:xfrm>
              <a:prstGeom prst="rect">
                <a:avLst/>
              </a:prstGeom>
              <a:blipFill>
                <a:blip r:embed="rId37"/>
                <a:stretch>
                  <a:fillRect r="-413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" name="Oval 22">
            <a:extLst>
              <a:ext uri="{FF2B5EF4-FFF2-40B4-BE49-F238E27FC236}">
                <a16:creationId xmlns:a16="http://schemas.microsoft.com/office/drawing/2014/main" id="{F51F6D7A-CBDD-41AE-81A9-01A381888E10}"/>
              </a:ext>
            </a:extLst>
          </p:cNvPr>
          <p:cNvSpPr/>
          <p:nvPr/>
        </p:nvSpPr>
        <p:spPr>
          <a:xfrm>
            <a:off x="7326468" y="433753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/>
              <p:nvPr/>
            </p:nvSpPr>
            <p:spPr>
              <a:xfrm>
                <a:off x="7513865" y="3592164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3865" y="3592164"/>
                <a:ext cx="176928" cy="338554"/>
              </a:xfrm>
              <a:prstGeom prst="rect">
                <a:avLst/>
              </a:prstGeom>
              <a:blipFill>
                <a:blip r:embed="rId38"/>
                <a:stretch>
                  <a:fillRect r="-51724" b="-357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/>
              <p:nvPr/>
            </p:nvSpPr>
            <p:spPr>
              <a:xfrm>
                <a:off x="7269740" y="2962422"/>
                <a:ext cx="2569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9740" y="2962422"/>
                <a:ext cx="256967" cy="338554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9" name="DVO">
            <a:extLst>
              <a:ext uri="{FF2B5EF4-FFF2-40B4-BE49-F238E27FC236}">
                <a16:creationId xmlns:a16="http://schemas.microsoft.com/office/drawing/2014/main" id="{BD66E933-A9D1-416F-99A4-A2F56F384D96}"/>
              </a:ext>
            </a:extLst>
          </p:cNvPr>
          <p:cNvSpPr/>
          <p:nvPr/>
        </p:nvSpPr>
        <p:spPr>
          <a:xfrm flipH="1">
            <a:off x="7046740" y="2927220"/>
            <a:ext cx="722000" cy="1495797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60" name="Oval 23">
            <a:extLst>
              <a:ext uri="{FF2B5EF4-FFF2-40B4-BE49-F238E27FC236}">
                <a16:creationId xmlns:a16="http://schemas.microsoft.com/office/drawing/2014/main" id="{B1975880-4F20-4527-8AC1-67B4B5024B5F}"/>
              </a:ext>
            </a:extLst>
          </p:cNvPr>
          <p:cNvSpPr/>
          <p:nvPr/>
        </p:nvSpPr>
        <p:spPr>
          <a:xfrm>
            <a:off x="8049324" y="3590980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261" name="Straight Arrow Connector 7">
            <a:extLst>
              <a:ext uri="{FF2B5EF4-FFF2-40B4-BE49-F238E27FC236}">
                <a16:creationId xmlns:a16="http://schemas.microsoft.com/office/drawing/2014/main" id="{33161F97-7212-47BE-BA7D-6FC7B9147369}"/>
              </a:ext>
            </a:extLst>
          </p:cNvPr>
          <p:cNvCxnSpPr>
            <a:cxnSpLocks/>
          </p:cNvCxnSpPr>
          <p:nvPr/>
        </p:nvCxnSpPr>
        <p:spPr>
          <a:xfrm flipV="1">
            <a:off x="7404708" y="3227037"/>
            <a:ext cx="1697" cy="44589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Arrow Connector 19">
            <a:extLst>
              <a:ext uri="{FF2B5EF4-FFF2-40B4-BE49-F238E27FC236}">
                <a16:creationId xmlns:a16="http://schemas.microsoft.com/office/drawing/2014/main" id="{240911C2-AE74-4914-B8DB-470C2315C461}"/>
              </a:ext>
            </a:extLst>
          </p:cNvPr>
          <p:cNvCxnSpPr>
            <a:cxnSpLocks/>
          </p:cNvCxnSpPr>
          <p:nvPr/>
        </p:nvCxnSpPr>
        <p:spPr>
          <a:xfrm>
            <a:off x="7407693" y="3670742"/>
            <a:ext cx="195802" cy="15676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Arrow Connector 18">
            <a:extLst>
              <a:ext uri="{FF2B5EF4-FFF2-40B4-BE49-F238E27FC236}">
                <a16:creationId xmlns:a16="http://schemas.microsoft.com/office/drawing/2014/main" id="{168B960E-43A1-4542-B03F-41153CC41797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7236371" y="3499267"/>
            <a:ext cx="0" cy="34295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0">
            <a:extLst>
              <a:ext uri="{FF2B5EF4-FFF2-40B4-BE49-F238E27FC236}">
                <a16:creationId xmlns:a16="http://schemas.microsoft.com/office/drawing/2014/main" id="{24DEE888-55C9-4D4C-B18D-808F9AA85CCB}"/>
              </a:ext>
            </a:extLst>
          </p:cNvPr>
          <p:cNvSpPr/>
          <p:nvPr/>
        </p:nvSpPr>
        <p:spPr>
          <a:xfrm>
            <a:off x="6605160" y="3590980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65" name="Oval 22">
            <a:extLst>
              <a:ext uri="{FF2B5EF4-FFF2-40B4-BE49-F238E27FC236}">
                <a16:creationId xmlns:a16="http://schemas.microsoft.com/office/drawing/2014/main" id="{EF01816B-7066-4916-A520-954D092BE6FE}"/>
              </a:ext>
            </a:extLst>
          </p:cNvPr>
          <p:cNvSpPr/>
          <p:nvPr/>
        </p:nvSpPr>
        <p:spPr>
          <a:xfrm>
            <a:off x="7327650" y="28347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66" name="Partial Circle 9">
            <a:extLst>
              <a:ext uri="{FF2B5EF4-FFF2-40B4-BE49-F238E27FC236}">
                <a16:creationId xmlns:a16="http://schemas.microsoft.com/office/drawing/2014/main" id="{95E3D0C0-F471-47D7-9B54-CC1B9F289F59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7343810" y="3575854"/>
            <a:ext cx="102407" cy="197721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/>
              <p:nvPr/>
            </p:nvSpPr>
            <p:spPr>
              <a:xfrm>
                <a:off x="6979793" y="3610901"/>
                <a:ext cx="3152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9793" y="3610901"/>
                <a:ext cx="315234" cy="338554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8" name="Straight Arrow Connector 17">
            <a:extLst>
              <a:ext uri="{FF2B5EF4-FFF2-40B4-BE49-F238E27FC236}">
                <a16:creationId xmlns:a16="http://schemas.microsoft.com/office/drawing/2014/main" id="{230BB7BA-7677-4C8C-B5E4-B82B7D463931}"/>
              </a:ext>
            </a:extLst>
          </p:cNvPr>
          <p:cNvCxnSpPr>
            <a:cxnSpLocks/>
          </p:cNvCxnSpPr>
          <p:nvPr/>
        </p:nvCxnSpPr>
        <p:spPr>
          <a:xfrm flipH="1">
            <a:off x="7187061" y="3675922"/>
            <a:ext cx="221585" cy="286539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69" name="Partial Circle 9">
            <a:extLst>
              <a:ext uri="{FF2B5EF4-FFF2-40B4-BE49-F238E27FC236}">
                <a16:creationId xmlns:a16="http://schemas.microsoft.com/office/drawing/2014/main" id="{E72D69FE-BCE2-4231-B5B8-E4BAB5150F43}"/>
              </a:ext>
            </a:extLst>
          </p:cNvPr>
          <p:cNvSpPr>
            <a:spLocks noChangeAspect="1"/>
          </p:cNvSpPr>
          <p:nvPr/>
        </p:nvSpPr>
        <p:spPr>
          <a:xfrm>
            <a:off x="7331086" y="3538630"/>
            <a:ext cx="149214" cy="3013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/>
              <p:nvPr/>
            </p:nvSpPr>
            <p:spPr>
              <a:xfrm>
                <a:off x="7370865" y="3290483"/>
                <a:ext cx="29704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0865" y="3290483"/>
                <a:ext cx="297046" cy="338554"/>
              </a:xfrm>
              <a:prstGeom prst="rect">
                <a:avLst/>
              </a:prstGeom>
              <a:blipFill>
                <a:blip r:embed="rId41"/>
                <a:stretch>
                  <a:fillRect r="-4082" b="-109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1" name="Straight Arrow Connector 17">
            <a:extLst>
              <a:ext uri="{FF2B5EF4-FFF2-40B4-BE49-F238E27FC236}">
                <a16:creationId xmlns:a16="http://schemas.microsoft.com/office/drawing/2014/main" id="{050CD12B-2348-4EAE-8F7E-7F476F6AB6E3}"/>
              </a:ext>
            </a:extLst>
          </p:cNvPr>
          <p:cNvCxnSpPr>
            <a:cxnSpLocks/>
          </p:cNvCxnSpPr>
          <p:nvPr/>
        </p:nvCxnSpPr>
        <p:spPr>
          <a:xfrm flipV="1">
            <a:off x="7400559" y="3230198"/>
            <a:ext cx="571923" cy="449644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54" name="圖片 153">
            <a:extLst>
              <a:ext uri="{FF2B5EF4-FFF2-40B4-BE49-F238E27FC236}">
                <a16:creationId xmlns:a16="http://schemas.microsoft.com/office/drawing/2014/main" id="{5368AE6D-A3DC-43C8-A404-FA0DF3DAF8CD}"/>
              </a:ext>
            </a:extLst>
          </p:cNvPr>
          <p:cNvPicPr>
            <a:picLocks noChangeAspect="1"/>
          </p:cNvPicPr>
          <p:nvPr/>
        </p:nvPicPr>
        <p:blipFill rotWithShape="1">
          <a:blip r:embed="rId4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1405"/>
          <a:stretch/>
        </p:blipFill>
        <p:spPr>
          <a:xfrm>
            <a:off x="6260308" y="573670"/>
            <a:ext cx="2300718" cy="470285"/>
          </a:xfrm>
          <a:prstGeom prst="rect">
            <a:avLst/>
          </a:prstGeom>
        </p:spPr>
      </p:pic>
      <p:sp>
        <p:nvSpPr>
          <p:cNvPr id="159" name="Oval 23">
            <a:extLst>
              <a:ext uri="{FF2B5EF4-FFF2-40B4-BE49-F238E27FC236}">
                <a16:creationId xmlns:a16="http://schemas.microsoft.com/office/drawing/2014/main" id="{C2DEDDC3-3971-4ABD-805E-047DECEED070}"/>
              </a:ext>
            </a:extLst>
          </p:cNvPr>
          <p:cNvSpPr/>
          <p:nvPr/>
        </p:nvSpPr>
        <p:spPr>
          <a:xfrm>
            <a:off x="7660651" y="38985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60" name="Oval 23">
            <a:extLst>
              <a:ext uri="{FF2B5EF4-FFF2-40B4-BE49-F238E27FC236}">
                <a16:creationId xmlns:a16="http://schemas.microsoft.com/office/drawing/2014/main" id="{B22F5121-B9C4-46FF-BCF2-AD19E2E0D30B}"/>
              </a:ext>
            </a:extLst>
          </p:cNvPr>
          <p:cNvSpPr/>
          <p:nvPr/>
        </p:nvSpPr>
        <p:spPr>
          <a:xfrm>
            <a:off x="7022476" y="3298523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1" name="矩形 160">
                <a:extLst>
                  <a:ext uri="{FF2B5EF4-FFF2-40B4-BE49-F238E27FC236}">
                    <a16:creationId xmlns:a16="http://schemas.microsoft.com/office/drawing/2014/main" id="{750A7010-FFDC-44B9-8B58-B0B38D8B6E31}"/>
                  </a:ext>
                </a:extLst>
              </p:cNvPr>
              <p:cNvSpPr/>
              <p:nvPr/>
            </p:nvSpPr>
            <p:spPr>
              <a:xfrm>
                <a:off x="-1538843" y="3777795"/>
                <a:ext cx="1356462" cy="369332"/>
              </a:xfrm>
              <a:prstGeom prst="rect">
                <a:avLst/>
              </a:prstGeom>
              <a:solidFill>
                <a:srgbClr val="EFEFEF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1, −1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−1, 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61" name="矩形 160">
                <a:extLst>
                  <a:ext uri="{FF2B5EF4-FFF2-40B4-BE49-F238E27FC236}">
                    <a16:creationId xmlns:a16="http://schemas.microsoft.com/office/drawing/2014/main" id="{750A7010-FFDC-44B9-8B58-B0B38D8B6E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38843" y="3777795"/>
                <a:ext cx="1356462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2" name="圖片 161">
            <a:extLst>
              <a:ext uri="{FF2B5EF4-FFF2-40B4-BE49-F238E27FC236}">
                <a16:creationId xmlns:a16="http://schemas.microsoft.com/office/drawing/2014/main" id="{3FC2F9FB-9932-44A9-B4E0-9087993892E2}"/>
              </a:ext>
            </a:extLst>
          </p:cNvPr>
          <p:cNvPicPr>
            <a:picLocks noChangeAspect="1"/>
          </p:cNvPicPr>
          <p:nvPr/>
        </p:nvPicPr>
        <p:blipFill rotWithShape="1">
          <a:blip r:embed="rId22"/>
          <a:srcRect l="8628" t="17665" r="9063" b="10912"/>
          <a:stretch/>
        </p:blipFill>
        <p:spPr>
          <a:xfrm>
            <a:off x="6603207" y="661988"/>
            <a:ext cx="711331" cy="166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256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矩形: 圓角 176">
            <a:extLst>
              <a:ext uri="{FF2B5EF4-FFF2-40B4-BE49-F238E27FC236}">
                <a16:creationId xmlns:a16="http://schemas.microsoft.com/office/drawing/2014/main" id="{C0499F8D-22B8-4B76-B2A0-FC45B222262E}"/>
              </a:ext>
            </a:extLst>
          </p:cNvPr>
          <p:cNvSpPr/>
          <p:nvPr/>
        </p:nvSpPr>
        <p:spPr>
          <a:xfrm>
            <a:off x="4940957" y="2536"/>
            <a:ext cx="4899729" cy="6179835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158" name="圖片 157">
            <a:extLst>
              <a:ext uri="{FF2B5EF4-FFF2-40B4-BE49-F238E27FC236}">
                <a16:creationId xmlns:a16="http://schemas.microsoft.com/office/drawing/2014/main" id="{DC12D822-0A2B-4394-AF6F-CC4B114573E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79" t="9023" r="4888" b="70339"/>
          <a:stretch/>
        </p:blipFill>
        <p:spPr>
          <a:xfrm>
            <a:off x="7895835" y="1248404"/>
            <a:ext cx="413382" cy="13434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/>
              <p:nvPr/>
            </p:nvSpPr>
            <p:spPr>
              <a:xfrm>
                <a:off x="7004190" y="4491894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−1, 0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4190" y="4491894"/>
                <a:ext cx="812954" cy="338554"/>
              </a:xfrm>
              <a:prstGeom prst="rect">
                <a:avLst/>
              </a:prstGeom>
              <a:blipFill>
                <a:blip r:embed="rId22"/>
                <a:stretch>
                  <a:fillRect t="-110909" r="-46617" b="-1727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/>
              <p:nvPr/>
            </p:nvSpPr>
            <p:spPr>
              <a:xfrm>
                <a:off x="7004190" y="2607946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4190" y="2607946"/>
                <a:ext cx="812954" cy="338554"/>
              </a:xfrm>
              <a:prstGeom prst="rect">
                <a:avLst/>
              </a:prstGeom>
              <a:blipFill>
                <a:blip r:embed="rId23"/>
                <a:stretch>
                  <a:fillRect t="-110909" r="-36842" b="-1727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8" name="圖片 207">
            <a:extLst>
              <a:ext uri="{FF2B5EF4-FFF2-40B4-BE49-F238E27FC236}">
                <a16:creationId xmlns:a16="http://schemas.microsoft.com/office/drawing/2014/main" id="{78D82BF4-13A5-45FF-B9A2-9375B9FE926C}"/>
              </a:ext>
            </a:extLst>
          </p:cNvPr>
          <p:cNvPicPr>
            <a:picLocks noChangeAspect="1"/>
          </p:cNvPicPr>
          <p:nvPr/>
        </p:nvPicPr>
        <p:blipFill rotWithShape="1"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95" t="13543" r="38773" b="2524"/>
          <a:stretch/>
        </p:blipFill>
        <p:spPr>
          <a:xfrm>
            <a:off x="6564204" y="1294531"/>
            <a:ext cx="1292876" cy="1282944"/>
          </a:xfrm>
          <a:prstGeom prst="rect">
            <a:avLst/>
          </a:prstGeom>
        </p:spPr>
      </p:pic>
      <p:pic>
        <p:nvPicPr>
          <p:cNvPr id="209" name="圖片 208">
            <a:extLst>
              <a:ext uri="{FF2B5EF4-FFF2-40B4-BE49-F238E27FC236}">
                <a16:creationId xmlns:a16="http://schemas.microsoft.com/office/drawing/2014/main" id="{C9751448-EBCD-4B26-A30A-607AD48C72A0}"/>
              </a:ext>
            </a:extLst>
          </p:cNvPr>
          <p:cNvPicPr>
            <a:picLocks noChangeAspect="1"/>
          </p:cNvPicPr>
          <p:nvPr/>
        </p:nvPicPr>
        <p:blipFill rotWithShape="1">
          <a:blip r:embed="rId2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20" t="13440" r="38701" b="1703"/>
          <a:stretch/>
        </p:blipFill>
        <p:spPr>
          <a:xfrm>
            <a:off x="6767966" y="4851605"/>
            <a:ext cx="1285402" cy="1297078"/>
          </a:xfrm>
          <a:prstGeom prst="rect">
            <a:avLst/>
          </a:prstGeom>
        </p:spPr>
      </p:pic>
      <p:pic>
        <p:nvPicPr>
          <p:cNvPr id="210" name="圖片 209">
            <a:extLst>
              <a:ext uri="{FF2B5EF4-FFF2-40B4-BE49-F238E27FC236}">
                <a16:creationId xmlns:a16="http://schemas.microsoft.com/office/drawing/2014/main" id="{974A8271-7062-41BF-812F-7BEA57BAB9E7}"/>
              </a:ext>
            </a:extLst>
          </p:cNvPr>
          <p:cNvPicPr>
            <a:picLocks noChangeAspect="1"/>
          </p:cNvPicPr>
          <p:nvPr/>
        </p:nvPicPr>
        <p:blipFill rotWithShape="1">
          <a:blip r:embed="rId2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62" t="13456" r="38352" b="3300"/>
          <a:stretch/>
        </p:blipFill>
        <p:spPr>
          <a:xfrm>
            <a:off x="5216814" y="3709972"/>
            <a:ext cx="1300348" cy="1272418"/>
          </a:xfrm>
          <a:prstGeom prst="rect">
            <a:avLst/>
          </a:prstGeom>
        </p:spPr>
      </p:pic>
      <p:pic>
        <p:nvPicPr>
          <p:cNvPr id="211" name="圖片 210">
            <a:extLst>
              <a:ext uri="{FF2B5EF4-FFF2-40B4-BE49-F238E27FC236}">
                <a16:creationId xmlns:a16="http://schemas.microsoft.com/office/drawing/2014/main" id="{FCFA52FF-0D4E-4B9B-A77C-EA8292B51925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59" t="13318" r="38456" b="2874"/>
          <a:stretch/>
        </p:blipFill>
        <p:spPr>
          <a:xfrm>
            <a:off x="8354827" y="2442774"/>
            <a:ext cx="1300348" cy="1281010"/>
          </a:xfrm>
          <a:prstGeom prst="rect">
            <a:avLst/>
          </a:prstGeom>
        </p:spPr>
      </p:pic>
      <p:grpSp>
        <p:nvGrpSpPr>
          <p:cNvPr id="212" name="群組 211">
            <a:extLst>
              <a:ext uri="{FF2B5EF4-FFF2-40B4-BE49-F238E27FC236}">
                <a16:creationId xmlns:a16="http://schemas.microsoft.com/office/drawing/2014/main" id="{56BB1570-BE07-4CCA-B844-DD9F00E8733F}"/>
              </a:ext>
            </a:extLst>
          </p:cNvPr>
          <p:cNvGrpSpPr/>
          <p:nvPr/>
        </p:nvGrpSpPr>
        <p:grpSpPr>
          <a:xfrm>
            <a:off x="7199423" y="1799160"/>
            <a:ext cx="115586" cy="110880"/>
            <a:chOff x="1373392" y="2391862"/>
            <a:chExt cx="479433" cy="476535"/>
          </a:xfrm>
        </p:grpSpPr>
        <p:sp>
          <p:nvSpPr>
            <p:cNvPr id="213" name="箭號: 向右 212">
              <a:extLst>
                <a:ext uri="{FF2B5EF4-FFF2-40B4-BE49-F238E27FC236}">
                  <a16:creationId xmlns:a16="http://schemas.microsoft.com/office/drawing/2014/main" id="{D44EB9EF-73CA-404D-99EE-1F0CCE892A52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20" name="箭號: 向右 219">
              <a:extLst>
                <a:ext uri="{FF2B5EF4-FFF2-40B4-BE49-F238E27FC236}">
                  <a16:creationId xmlns:a16="http://schemas.microsoft.com/office/drawing/2014/main" id="{9F517533-ADEE-4B5D-BB6F-1F4159A610F9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/>
              <p:nvPr/>
            </p:nvSpPr>
            <p:spPr>
              <a:xfrm>
                <a:off x="7079546" y="1426183"/>
                <a:ext cx="438402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9546" y="1426183"/>
                <a:ext cx="438402" cy="424283"/>
              </a:xfrm>
              <a:prstGeom prst="rect">
                <a:avLst/>
              </a:prstGeom>
              <a:blipFill>
                <a:blip r:embed="rId28"/>
                <a:stretch>
                  <a:fillRect b="-42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/>
              <p:nvPr/>
            </p:nvSpPr>
            <p:spPr>
              <a:xfrm>
                <a:off x="7252528" y="1704336"/>
                <a:ext cx="3884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2528" y="1704336"/>
                <a:ext cx="388427" cy="400110"/>
              </a:xfrm>
              <a:prstGeom prst="rect">
                <a:avLst/>
              </a:prstGeom>
              <a:blipFill>
                <a:blip r:embed="rId29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/>
              <p:nvPr/>
            </p:nvSpPr>
            <p:spPr>
              <a:xfrm>
                <a:off x="6556086" y="2170408"/>
                <a:ext cx="6523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6086" y="2170408"/>
                <a:ext cx="652306" cy="338554"/>
              </a:xfrm>
              <a:prstGeom prst="rect">
                <a:avLst/>
              </a:prstGeom>
              <a:blipFill>
                <a:blip r:embed="rId30"/>
                <a:stretch>
                  <a:fillRect b="-53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9" name="文字方塊 228">
            <a:extLst>
              <a:ext uri="{FF2B5EF4-FFF2-40B4-BE49-F238E27FC236}">
                <a16:creationId xmlns:a16="http://schemas.microsoft.com/office/drawing/2014/main" id="{2693C9D3-A145-48F7-981C-9A9BF2A0A9A5}"/>
              </a:ext>
            </a:extLst>
          </p:cNvPr>
          <p:cNvSpPr txBox="1"/>
          <p:nvPr/>
        </p:nvSpPr>
        <p:spPr>
          <a:xfrm>
            <a:off x="5553351" y="116393"/>
            <a:ext cx="371463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component</a:t>
            </a:r>
            <a:endParaRPr lang="zh-TW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/>
              <p:nvPr/>
            </p:nvSpPr>
            <p:spPr>
              <a:xfrm>
                <a:off x="6373844" y="1276204"/>
                <a:ext cx="167359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6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3844" y="1276204"/>
                <a:ext cx="1673596" cy="338554"/>
              </a:xfrm>
              <a:prstGeom prst="rect">
                <a:avLst/>
              </a:prstGeom>
              <a:blipFill>
                <a:blip r:embed="rId31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/>
              <p:nvPr/>
            </p:nvSpPr>
            <p:spPr>
              <a:xfrm>
                <a:off x="5273398" y="3676441"/>
                <a:ext cx="115018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398" y="3676441"/>
                <a:ext cx="1150186" cy="338554"/>
              </a:xfrm>
              <a:prstGeom prst="rect">
                <a:avLst/>
              </a:prstGeom>
              <a:blipFill>
                <a:blip r:embed="rId32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/>
              <p:nvPr/>
            </p:nvSpPr>
            <p:spPr>
              <a:xfrm>
                <a:off x="8422797" y="2409616"/>
                <a:ext cx="115018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2797" y="2409616"/>
                <a:ext cx="1150186" cy="338554"/>
              </a:xfrm>
              <a:prstGeom prst="rect">
                <a:avLst/>
              </a:prstGeom>
              <a:blipFill>
                <a:blip r:embed="rId33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/>
              <p:nvPr/>
            </p:nvSpPr>
            <p:spPr>
              <a:xfrm>
                <a:off x="6835574" y="4830775"/>
                <a:ext cx="115018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574" y="4830775"/>
                <a:ext cx="1150186" cy="338554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5" name="圖片 234">
            <a:extLst>
              <a:ext uri="{FF2B5EF4-FFF2-40B4-BE49-F238E27FC236}">
                <a16:creationId xmlns:a16="http://schemas.microsoft.com/office/drawing/2014/main" id="{DF781A4C-9BC8-40C7-BF1A-E906699C28D4}"/>
              </a:ext>
            </a:extLst>
          </p:cNvPr>
          <p:cNvPicPr>
            <a:picLocks noChangeAspect="1"/>
          </p:cNvPicPr>
          <p:nvPr/>
        </p:nvPicPr>
        <p:blipFill rotWithShape="1">
          <a:blip r:embed="rId3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79" t="9023" r="4888" b="70339"/>
          <a:stretch/>
        </p:blipFill>
        <p:spPr>
          <a:xfrm>
            <a:off x="7886310" y="1248404"/>
            <a:ext cx="413382" cy="134348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/>
              <p:nvPr/>
            </p:nvSpPr>
            <p:spPr>
              <a:xfrm>
                <a:off x="7804845" y="2332876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4845" y="2332876"/>
                <a:ext cx="478319" cy="307777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7" name="Oval 14">
            <a:extLst>
              <a:ext uri="{FF2B5EF4-FFF2-40B4-BE49-F238E27FC236}">
                <a16:creationId xmlns:a16="http://schemas.microsoft.com/office/drawing/2014/main" id="{4D2E6476-8133-4C1A-80AA-96C2BBAD7538}"/>
              </a:ext>
            </a:extLst>
          </p:cNvPr>
          <p:cNvSpPr/>
          <p:nvPr/>
        </p:nvSpPr>
        <p:spPr>
          <a:xfrm>
            <a:off x="7327414" y="2842581"/>
            <a:ext cx="162450" cy="168277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38" name="Oval 4">
            <a:extLst>
              <a:ext uri="{FF2B5EF4-FFF2-40B4-BE49-F238E27FC236}">
                <a16:creationId xmlns:a16="http://schemas.microsoft.com/office/drawing/2014/main" id="{D0067B35-40A6-4446-8A95-C300D2678B59}"/>
              </a:ext>
            </a:extLst>
          </p:cNvPr>
          <p:cNvSpPr/>
          <p:nvPr/>
        </p:nvSpPr>
        <p:spPr>
          <a:xfrm>
            <a:off x="6688832" y="2926719"/>
            <a:ext cx="1443999" cy="1495797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39" name="Oval 15">
            <a:extLst>
              <a:ext uri="{FF2B5EF4-FFF2-40B4-BE49-F238E27FC236}">
                <a16:creationId xmlns:a16="http://schemas.microsoft.com/office/drawing/2014/main" id="{3ED95C10-549D-46A4-8427-E9004FB39400}"/>
              </a:ext>
            </a:extLst>
          </p:cNvPr>
          <p:cNvSpPr/>
          <p:nvPr/>
        </p:nvSpPr>
        <p:spPr>
          <a:xfrm>
            <a:off x="7327414" y="4337538"/>
            <a:ext cx="162450" cy="168277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2" name="SHO">
            <a:extLst>
              <a:ext uri="{FF2B5EF4-FFF2-40B4-BE49-F238E27FC236}">
                <a16:creationId xmlns:a16="http://schemas.microsoft.com/office/drawing/2014/main" id="{0845B616-2D49-4C5D-A47F-908796A33A53}"/>
              </a:ext>
            </a:extLst>
          </p:cNvPr>
          <p:cNvSpPr/>
          <p:nvPr/>
        </p:nvSpPr>
        <p:spPr>
          <a:xfrm rot="16200000">
            <a:off x="7097293" y="2953118"/>
            <a:ext cx="622693" cy="1443999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3" name="SVO">
            <a:extLst>
              <a:ext uri="{FF2B5EF4-FFF2-40B4-BE49-F238E27FC236}">
                <a16:creationId xmlns:a16="http://schemas.microsoft.com/office/drawing/2014/main" id="{28FBC70E-6464-4911-A7DC-D688B4A191B2}"/>
              </a:ext>
            </a:extLst>
          </p:cNvPr>
          <p:cNvSpPr/>
          <p:nvPr/>
        </p:nvSpPr>
        <p:spPr>
          <a:xfrm>
            <a:off x="7046740" y="2927220"/>
            <a:ext cx="722000" cy="1495797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54" name="Oval 6">
            <a:extLst>
              <a:ext uri="{FF2B5EF4-FFF2-40B4-BE49-F238E27FC236}">
                <a16:creationId xmlns:a16="http://schemas.microsoft.com/office/drawing/2014/main" id="{F7426249-BB1C-465F-BA24-177826BCA4FE}"/>
              </a:ext>
            </a:extLst>
          </p:cNvPr>
          <p:cNvSpPr/>
          <p:nvPr/>
        </p:nvSpPr>
        <p:spPr>
          <a:xfrm rot="16200000">
            <a:off x="7097293" y="2953118"/>
            <a:ext cx="622693" cy="1443999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/>
              <p:nvPr/>
            </p:nvSpPr>
            <p:spPr>
              <a:xfrm>
                <a:off x="6858942" y="3496767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942" y="3496767"/>
                <a:ext cx="176928" cy="338554"/>
              </a:xfrm>
              <a:prstGeom prst="rect">
                <a:avLst/>
              </a:prstGeom>
              <a:blipFill>
                <a:blip r:embed="rId37"/>
                <a:stretch>
                  <a:fillRect r="-413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" name="Oval 22">
            <a:extLst>
              <a:ext uri="{FF2B5EF4-FFF2-40B4-BE49-F238E27FC236}">
                <a16:creationId xmlns:a16="http://schemas.microsoft.com/office/drawing/2014/main" id="{F51F6D7A-CBDD-41AE-81A9-01A381888E10}"/>
              </a:ext>
            </a:extLst>
          </p:cNvPr>
          <p:cNvSpPr/>
          <p:nvPr/>
        </p:nvSpPr>
        <p:spPr>
          <a:xfrm>
            <a:off x="7326468" y="433753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/>
              <p:nvPr/>
            </p:nvSpPr>
            <p:spPr>
              <a:xfrm>
                <a:off x="7513865" y="3592164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3865" y="3592164"/>
                <a:ext cx="176928" cy="338554"/>
              </a:xfrm>
              <a:prstGeom prst="rect">
                <a:avLst/>
              </a:prstGeom>
              <a:blipFill>
                <a:blip r:embed="rId38"/>
                <a:stretch>
                  <a:fillRect r="-51724" b="-357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/>
              <p:nvPr/>
            </p:nvSpPr>
            <p:spPr>
              <a:xfrm>
                <a:off x="7269740" y="2962422"/>
                <a:ext cx="2569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9740" y="2962422"/>
                <a:ext cx="256967" cy="338554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9" name="DVO">
            <a:extLst>
              <a:ext uri="{FF2B5EF4-FFF2-40B4-BE49-F238E27FC236}">
                <a16:creationId xmlns:a16="http://schemas.microsoft.com/office/drawing/2014/main" id="{BD66E933-A9D1-416F-99A4-A2F56F384D96}"/>
              </a:ext>
            </a:extLst>
          </p:cNvPr>
          <p:cNvSpPr/>
          <p:nvPr/>
        </p:nvSpPr>
        <p:spPr>
          <a:xfrm flipH="1">
            <a:off x="7046740" y="2927220"/>
            <a:ext cx="722000" cy="1495797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60" name="Oval 23">
            <a:extLst>
              <a:ext uri="{FF2B5EF4-FFF2-40B4-BE49-F238E27FC236}">
                <a16:creationId xmlns:a16="http://schemas.microsoft.com/office/drawing/2014/main" id="{B1975880-4F20-4527-8AC1-67B4B5024B5F}"/>
              </a:ext>
            </a:extLst>
          </p:cNvPr>
          <p:cNvSpPr/>
          <p:nvPr/>
        </p:nvSpPr>
        <p:spPr>
          <a:xfrm>
            <a:off x="8049324" y="3590980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261" name="Straight Arrow Connector 7">
            <a:extLst>
              <a:ext uri="{FF2B5EF4-FFF2-40B4-BE49-F238E27FC236}">
                <a16:creationId xmlns:a16="http://schemas.microsoft.com/office/drawing/2014/main" id="{33161F97-7212-47BE-BA7D-6FC7B9147369}"/>
              </a:ext>
            </a:extLst>
          </p:cNvPr>
          <p:cNvCxnSpPr>
            <a:cxnSpLocks/>
          </p:cNvCxnSpPr>
          <p:nvPr/>
        </p:nvCxnSpPr>
        <p:spPr>
          <a:xfrm flipV="1">
            <a:off x="7404708" y="3227037"/>
            <a:ext cx="1697" cy="44589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Arrow Connector 19">
            <a:extLst>
              <a:ext uri="{FF2B5EF4-FFF2-40B4-BE49-F238E27FC236}">
                <a16:creationId xmlns:a16="http://schemas.microsoft.com/office/drawing/2014/main" id="{240911C2-AE74-4914-B8DB-470C2315C461}"/>
              </a:ext>
            </a:extLst>
          </p:cNvPr>
          <p:cNvCxnSpPr>
            <a:cxnSpLocks/>
          </p:cNvCxnSpPr>
          <p:nvPr/>
        </p:nvCxnSpPr>
        <p:spPr>
          <a:xfrm>
            <a:off x="7407693" y="3670742"/>
            <a:ext cx="195802" cy="15676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Arrow Connector 18">
            <a:extLst>
              <a:ext uri="{FF2B5EF4-FFF2-40B4-BE49-F238E27FC236}">
                <a16:creationId xmlns:a16="http://schemas.microsoft.com/office/drawing/2014/main" id="{168B960E-43A1-4542-B03F-41153CC41797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7236371" y="3499267"/>
            <a:ext cx="0" cy="34295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0">
            <a:extLst>
              <a:ext uri="{FF2B5EF4-FFF2-40B4-BE49-F238E27FC236}">
                <a16:creationId xmlns:a16="http://schemas.microsoft.com/office/drawing/2014/main" id="{24DEE888-55C9-4D4C-B18D-808F9AA85CCB}"/>
              </a:ext>
            </a:extLst>
          </p:cNvPr>
          <p:cNvSpPr/>
          <p:nvPr/>
        </p:nvSpPr>
        <p:spPr>
          <a:xfrm>
            <a:off x="6605160" y="3590980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65" name="Oval 22">
            <a:extLst>
              <a:ext uri="{FF2B5EF4-FFF2-40B4-BE49-F238E27FC236}">
                <a16:creationId xmlns:a16="http://schemas.microsoft.com/office/drawing/2014/main" id="{EF01816B-7066-4916-A520-954D092BE6FE}"/>
              </a:ext>
            </a:extLst>
          </p:cNvPr>
          <p:cNvSpPr/>
          <p:nvPr/>
        </p:nvSpPr>
        <p:spPr>
          <a:xfrm>
            <a:off x="7327650" y="28347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66" name="Partial Circle 9">
            <a:extLst>
              <a:ext uri="{FF2B5EF4-FFF2-40B4-BE49-F238E27FC236}">
                <a16:creationId xmlns:a16="http://schemas.microsoft.com/office/drawing/2014/main" id="{95E3D0C0-F471-47D7-9B54-CC1B9F289F59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7343810" y="3575854"/>
            <a:ext cx="102407" cy="197721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/>
              <p:nvPr/>
            </p:nvSpPr>
            <p:spPr>
              <a:xfrm>
                <a:off x="6979793" y="3610901"/>
                <a:ext cx="3152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9793" y="3610901"/>
                <a:ext cx="315234" cy="338554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8" name="Straight Arrow Connector 17">
            <a:extLst>
              <a:ext uri="{FF2B5EF4-FFF2-40B4-BE49-F238E27FC236}">
                <a16:creationId xmlns:a16="http://schemas.microsoft.com/office/drawing/2014/main" id="{230BB7BA-7677-4C8C-B5E4-B82B7D463931}"/>
              </a:ext>
            </a:extLst>
          </p:cNvPr>
          <p:cNvCxnSpPr>
            <a:cxnSpLocks/>
          </p:cNvCxnSpPr>
          <p:nvPr/>
        </p:nvCxnSpPr>
        <p:spPr>
          <a:xfrm flipH="1">
            <a:off x="7187061" y="3675922"/>
            <a:ext cx="221585" cy="286539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69" name="Partial Circle 9">
            <a:extLst>
              <a:ext uri="{FF2B5EF4-FFF2-40B4-BE49-F238E27FC236}">
                <a16:creationId xmlns:a16="http://schemas.microsoft.com/office/drawing/2014/main" id="{E72D69FE-BCE2-4231-B5B8-E4BAB5150F43}"/>
              </a:ext>
            </a:extLst>
          </p:cNvPr>
          <p:cNvSpPr>
            <a:spLocks noChangeAspect="1"/>
          </p:cNvSpPr>
          <p:nvPr/>
        </p:nvSpPr>
        <p:spPr>
          <a:xfrm>
            <a:off x="7331086" y="3538630"/>
            <a:ext cx="149214" cy="3013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/>
              <p:nvPr/>
            </p:nvSpPr>
            <p:spPr>
              <a:xfrm>
                <a:off x="7370865" y="3290483"/>
                <a:ext cx="29704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0865" y="3290483"/>
                <a:ext cx="297046" cy="338554"/>
              </a:xfrm>
              <a:prstGeom prst="rect">
                <a:avLst/>
              </a:prstGeom>
              <a:blipFill>
                <a:blip r:embed="rId41"/>
                <a:stretch>
                  <a:fillRect r="-4082" b="-109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1" name="Straight Arrow Connector 17">
            <a:extLst>
              <a:ext uri="{FF2B5EF4-FFF2-40B4-BE49-F238E27FC236}">
                <a16:creationId xmlns:a16="http://schemas.microsoft.com/office/drawing/2014/main" id="{050CD12B-2348-4EAE-8F7E-7F476F6AB6E3}"/>
              </a:ext>
            </a:extLst>
          </p:cNvPr>
          <p:cNvCxnSpPr>
            <a:cxnSpLocks/>
          </p:cNvCxnSpPr>
          <p:nvPr/>
        </p:nvCxnSpPr>
        <p:spPr>
          <a:xfrm flipV="1">
            <a:off x="7400559" y="3230198"/>
            <a:ext cx="571923" cy="449644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54" name="圖片 153">
            <a:extLst>
              <a:ext uri="{FF2B5EF4-FFF2-40B4-BE49-F238E27FC236}">
                <a16:creationId xmlns:a16="http://schemas.microsoft.com/office/drawing/2014/main" id="{5368AE6D-A3DC-43C8-A404-FA0DF3DAF8CD}"/>
              </a:ext>
            </a:extLst>
          </p:cNvPr>
          <p:cNvPicPr>
            <a:picLocks noChangeAspect="1"/>
          </p:cNvPicPr>
          <p:nvPr/>
        </p:nvPicPr>
        <p:blipFill rotWithShape="1">
          <a:blip r:embed="rId4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1405"/>
          <a:stretch/>
        </p:blipFill>
        <p:spPr>
          <a:xfrm>
            <a:off x="6260308" y="573670"/>
            <a:ext cx="2300718" cy="470285"/>
          </a:xfrm>
          <a:prstGeom prst="rect">
            <a:avLst/>
          </a:prstGeom>
        </p:spPr>
      </p:pic>
      <p:sp>
        <p:nvSpPr>
          <p:cNvPr id="159" name="Oval 23">
            <a:extLst>
              <a:ext uri="{FF2B5EF4-FFF2-40B4-BE49-F238E27FC236}">
                <a16:creationId xmlns:a16="http://schemas.microsoft.com/office/drawing/2014/main" id="{C2DEDDC3-3971-4ABD-805E-047DECEED070}"/>
              </a:ext>
            </a:extLst>
          </p:cNvPr>
          <p:cNvSpPr/>
          <p:nvPr/>
        </p:nvSpPr>
        <p:spPr>
          <a:xfrm>
            <a:off x="7660651" y="38985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60" name="Oval 23">
            <a:extLst>
              <a:ext uri="{FF2B5EF4-FFF2-40B4-BE49-F238E27FC236}">
                <a16:creationId xmlns:a16="http://schemas.microsoft.com/office/drawing/2014/main" id="{B22F5121-B9C4-46FF-BCF2-AD19E2E0D30B}"/>
              </a:ext>
            </a:extLst>
          </p:cNvPr>
          <p:cNvSpPr/>
          <p:nvPr/>
        </p:nvSpPr>
        <p:spPr>
          <a:xfrm>
            <a:off x="7022476" y="3298523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811478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矩形: 圓角 176">
            <a:extLst>
              <a:ext uri="{FF2B5EF4-FFF2-40B4-BE49-F238E27FC236}">
                <a16:creationId xmlns:a16="http://schemas.microsoft.com/office/drawing/2014/main" id="{C0499F8D-22B8-4B76-B2A0-FC45B222262E}"/>
              </a:ext>
            </a:extLst>
          </p:cNvPr>
          <p:cNvSpPr/>
          <p:nvPr/>
        </p:nvSpPr>
        <p:spPr>
          <a:xfrm>
            <a:off x="4940957" y="2536"/>
            <a:ext cx="4899729" cy="6179835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162" name="圖片 161">
            <a:extLst>
              <a:ext uri="{FF2B5EF4-FFF2-40B4-BE49-F238E27FC236}">
                <a16:creationId xmlns:a16="http://schemas.microsoft.com/office/drawing/2014/main" id="{EF92B136-0503-4961-8426-CBC64D27F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0813" y="4855398"/>
            <a:ext cx="1264637" cy="1261153"/>
          </a:xfrm>
          <a:prstGeom prst="rect">
            <a:avLst/>
          </a:prstGeom>
        </p:spPr>
      </p:pic>
      <p:pic>
        <p:nvPicPr>
          <p:cNvPr id="159" name="圖片 158">
            <a:extLst>
              <a:ext uri="{FF2B5EF4-FFF2-40B4-BE49-F238E27FC236}">
                <a16:creationId xmlns:a16="http://schemas.microsoft.com/office/drawing/2014/main" id="{A392AE8D-28AD-452F-A4A4-AE540BFC46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427" y="3124200"/>
            <a:ext cx="1262597" cy="1259128"/>
          </a:xfrm>
          <a:prstGeom prst="rect">
            <a:avLst/>
          </a:prstGeom>
        </p:spPr>
      </p:pic>
      <p:pic>
        <p:nvPicPr>
          <p:cNvPr id="158" name="圖片 157">
            <a:extLst>
              <a:ext uri="{FF2B5EF4-FFF2-40B4-BE49-F238E27FC236}">
                <a16:creationId xmlns:a16="http://schemas.microsoft.com/office/drawing/2014/main" id="{AB9EAB6B-D8CF-40AB-844E-03862560253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03" t="949" r="792" b="545"/>
          <a:stretch/>
        </p:blipFill>
        <p:spPr>
          <a:xfrm>
            <a:off x="8315325" y="3133725"/>
            <a:ext cx="1247775" cy="12477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/>
              <p:nvPr/>
            </p:nvSpPr>
            <p:spPr>
              <a:xfrm>
                <a:off x="7004190" y="4491894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−1, 0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4190" y="4491894"/>
                <a:ext cx="812954" cy="338554"/>
              </a:xfrm>
              <a:prstGeom prst="rect">
                <a:avLst/>
              </a:prstGeom>
              <a:blipFill>
                <a:blip r:embed="rId22"/>
                <a:stretch>
                  <a:fillRect t="-110909" r="-46617" b="-1727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/>
              <p:nvPr/>
            </p:nvSpPr>
            <p:spPr>
              <a:xfrm>
                <a:off x="7004190" y="2607946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4190" y="2607946"/>
                <a:ext cx="812954" cy="338554"/>
              </a:xfrm>
              <a:prstGeom prst="rect">
                <a:avLst/>
              </a:prstGeom>
              <a:blipFill>
                <a:blip r:embed="rId23"/>
                <a:stretch>
                  <a:fillRect t="-110909" r="-36842" b="-1727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9" name="文字方塊 228">
            <a:extLst>
              <a:ext uri="{FF2B5EF4-FFF2-40B4-BE49-F238E27FC236}">
                <a16:creationId xmlns:a16="http://schemas.microsoft.com/office/drawing/2014/main" id="{2693C9D3-A145-48F7-981C-9A9BF2A0A9A5}"/>
              </a:ext>
            </a:extLst>
          </p:cNvPr>
          <p:cNvSpPr txBox="1"/>
          <p:nvPr/>
        </p:nvSpPr>
        <p:spPr>
          <a:xfrm>
            <a:off x="5553351" y="116393"/>
            <a:ext cx="371463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component</a:t>
            </a:r>
            <a:endParaRPr lang="zh-TW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0" name="圖片 229">
            <a:extLst>
              <a:ext uri="{FF2B5EF4-FFF2-40B4-BE49-F238E27FC236}">
                <a16:creationId xmlns:a16="http://schemas.microsoft.com/office/drawing/2014/main" id="{78DD5379-389F-4B1B-AD61-D7F44D0D3FC7}"/>
              </a:ext>
            </a:extLst>
          </p:cNvPr>
          <p:cNvPicPr>
            <a:picLocks noChangeAspect="1"/>
          </p:cNvPicPr>
          <p:nvPr/>
        </p:nvPicPr>
        <p:blipFill rotWithShape="1"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1405"/>
          <a:stretch/>
        </p:blipFill>
        <p:spPr>
          <a:xfrm>
            <a:off x="6260308" y="573670"/>
            <a:ext cx="2300718" cy="4702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/>
              <p:nvPr/>
            </p:nvSpPr>
            <p:spPr>
              <a:xfrm>
                <a:off x="5273398" y="3085891"/>
                <a:ext cx="115018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398" y="3085891"/>
                <a:ext cx="1150186" cy="338554"/>
              </a:xfrm>
              <a:prstGeom prst="rect">
                <a:avLst/>
              </a:prstGeom>
              <a:blipFill>
                <a:blip r:embed="rId33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/>
              <p:nvPr/>
            </p:nvSpPr>
            <p:spPr>
              <a:xfrm>
                <a:off x="8356122" y="3085891"/>
                <a:ext cx="115018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6122" y="3085891"/>
                <a:ext cx="1150186" cy="338554"/>
              </a:xfrm>
              <a:prstGeom prst="rect">
                <a:avLst/>
              </a:prstGeom>
              <a:blipFill>
                <a:blip r:embed="rId34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/>
              <p:nvPr/>
            </p:nvSpPr>
            <p:spPr>
              <a:xfrm>
                <a:off x="6835574" y="4830775"/>
                <a:ext cx="115018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574" y="4830775"/>
                <a:ext cx="1150186" cy="338554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7" name="Oval 14">
            <a:extLst>
              <a:ext uri="{FF2B5EF4-FFF2-40B4-BE49-F238E27FC236}">
                <a16:creationId xmlns:a16="http://schemas.microsoft.com/office/drawing/2014/main" id="{4D2E6476-8133-4C1A-80AA-96C2BBAD7538}"/>
              </a:ext>
            </a:extLst>
          </p:cNvPr>
          <p:cNvSpPr/>
          <p:nvPr/>
        </p:nvSpPr>
        <p:spPr>
          <a:xfrm>
            <a:off x="7327414" y="2842581"/>
            <a:ext cx="162450" cy="168277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38" name="Oval 4">
            <a:extLst>
              <a:ext uri="{FF2B5EF4-FFF2-40B4-BE49-F238E27FC236}">
                <a16:creationId xmlns:a16="http://schemas.microsoft.com/office/drawing/2014/main" id="{D0067B35-40A6-4446-8A95-C300D2678B59}"/>
              </a:ext>
            </a:extLst>
          </p:cNvPr>
          <p:cNvSpPr/>
          <p:nvPr/>
        </p:nvSpPr>
        <p:spPr>
          <a:xfrm>
            <a:off x="6688832" y="2926719"/>
            <a:ext cx="1443999" cy="1495797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39" name="Oval 15">
            <a:extLst>
              <a:ext uri="{FF2B5EF4-FFF2-40B4-BE49-F238E27FC236}">
                <a16:creationId xmlns:a16="http://schemas.microsoft.com/office/drawing/2014/main" id="{3ED95C10-549D-46A4-8427-E9004FB39400}"/>
              </a:ext>
            </a:extLst>
          </p:cNvPr>
          <p:cNvSpPr/>
          <p:nvPr/>
        </p:nvSpPr>
        <p:spPr>
          <a:xfrm>
            <a:off x="7327414" y="4337538"/>
            <a:ext cx="162450" cy="168277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2" name="SHO">
            <a:extLst>
              <a:ext uri="{FF2B5EF4-FFF2-40B4-BE49-F238E27FC236}">
                <a16:creationId xmlns:a16="http://schemas.microsoft.com/office/drawing/2014/main" id="{0845B616-2D49-4C5D-A47F-908796A33A53}"/>
              </a:ext>
            </a:extLst>
          </p:cNvPr>
          <p:cNvSpPr/>
          <p:nvPr/>
        </p:nvSpPr>
        <p:spPr>
          <a:xfrm rot="16200000">
            <a:off x="7097293" y="2953118"/>
            <a:ext cx="622693" cy="1443999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3" name="SVO">
            <a:extLst>
              <a:ext uri="{FF2B5EF4-FFF2-40B4-BE49-F238E27FC236}">
                <a16:creationId xmlns:a16="http://schemas.microsoft.com/office/drawing/2014/main" id="{28FBC70E-6464-4911-A7DC-D688B4A191B2}"/>
              </a:ext>
            </a:extLst>
          </p:cNvPr>
          <p:cNvSpPr/>
          <p:nvPr/>
        </p:nvSpPr>
        <p:spPr>
          <a:xfrm>
            <a:off x="7046740" y="2927220"/>
            <a:ext cx="722000" cy="1495797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54" name="Oval 6">
            <a:extLst>
              <a:ext uri="{FF2B5EF4-FFF2-40B4-BE49-F238E27FC236}">
                <a16:creationId xmlns:a16="http://schemas.microsoft.com/office/drawing/2014/main" id="{F7426249-BB1C-465F-BA24-177826BCA4FE}"/>
              </a:ext>
            </a:extLst>
          </p:cNvPr>
          <p:cNvSpPr/>
          <p:nvPr/>
        </p:nvSpPr>
        <p:spPr>
          <a:xfrm rot="16200000">
            <a:off x="7097293" y="2953118"/>
            <a:ext cx="622693" cy="1443999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/>
              <p:nvPr/>
            </p:nvSpPr>
            <p:spPr>
              <a:xfrm>
                <a:off x="6858942" y="3496767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942" y="3496767"/>
                <a:ext cx="176928" cy="338554"/>
              </a:xfrm>
              <a:prstGeom prst="rect">
                <a:avLst/>
              </a:prstGeom>
              <a:blipFill>
                <a:blip r:embed="rId37"/>
                <a:stretch>
                  <a:fillRect r="-413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" name="Oval 22">
            <a:extLst>
              <a:ext uri="{FF2B5EF4-FFF2-40B4-BE49-F238E27FC236}">
                <a16:creationId xmlns:a16="http://schemas.microsoft.com/office/drawing/2014/main" id="{F51F6D7A-CBDD-41AE-81A9-01A381888E10}"/>
              </a:ext>
            </a:extLst>
          </p:cNvPr>
          <p:cNvSpPr/>
          <p:nvPr/>
        </p:nvSpPr>
        <p:spPr>
          <a:xfrm>
            <a:off x="7326468" y="433753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/>
              <p:nvPr/>
            </p:nvSpPr>
            <p:spPr>
              <a:xfrm>
                <a:off x="7513865" y="3592164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3865" y="3592164"/>
                <a:ext cx="176928" cy="338554"/>
              </a:xfrm>
              <a:prstGeom prst="rect">
                <a:avLst/>
              </a:prstGeom>
              <a:blipFill>
                <a:blip r:embed="rId38"/>
                <a:stretch>
                  <a:fillRect r="-51724" b="-357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/>
              <p:nvPr/>
            </p:nvSpPr>
            <p:spPr>
              <a:xfrm>
                <a:off x="7269740" y="2962422"/>
                <a:ext cx="2569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9740" y="2962422"/>
                <a:ext cx="256967" cy="338554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9" name="DVO">
            <a:extLst>
              <a:ext uri="{FF2B5EF4-FFF2-40B4-BE49-F238E27FC236}">
                <a16:creationId xmlns:a16="http://schemas.microsoft.com/office/drawing/2014/main" id="{BD66E933-A9D1-416F-99A4-A2F56F384D96}"/>
              </a:ext>
            </a:extLst>
          </p:cNvPr>
          <p:cNvSpPr/>
          <p:nvPr/>
        </p:nvSpPr>
        <p:spPr>
          <a:xfrm flipH="1">
            <a:off x="7046740" y="2927220"/>
            <a:ext cx="722000" cy="1495797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60" name="Oval 23">
            <a:extLst>
              <a:ext uri="{FF2B5EF4-FFF2-40B4-BE49-F238E27FC236}">
                <a16:creationId xmlns:a16="http://schemas.microsoft.com/office/drawing/2014/main" id="{B1975880-4F20-4527-8AC1-67B4B5024B5F}"/>
              </a:ext>
            </a:extLst>
          </p:cNvPr>
          <p:cNvSpPr/>
          <p:nvPr/>
        </p:nvSpPr>
        <p:spPr>
          <a:xfrm>
            <a:off x="8049324" y="3590980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261" name="Straight Arrow Connector 7">
            <a:extLst>
              <a:ext uri="{FF2B5EF4-FFF2-40B4-BE49-F238E27FC236}">
                <a16:creationId xmlns:a16="http://schemas.microsoft.com/office/drawing/2014/main" id="{33161F97-7212-47BE-BA7D-6FC7B9147369}"/>
              </a:ext>
            </a:extLst>
          </p:cNvPr>
          <p:cNvCxnSpPr>
            <a:cxnSpLocks/>
          </p:cNvCxnSpPr>
          <p:nvPr/>
        </p:nvCxnSpPr>
        <p:spPr>
          <a:xfrm flipV="1">
            <a:off x="7404708" y="3227037"/>
            <a:ext cx="1697" cy="44589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Arrow Connector 19">
            <a:extLst>
              <a:ext uri="{FF2B5EF4-FFF2-40B4-BE49-F238E27FC236}">
                <a16:creationId xmlns:a16="http://schemas.microsoft.com/office/drawing/2014/main" id="{240911C2-AE74-4914-B8DB-470C2315C461}"/>
              </a:ext>
            </a:extLst>
          </p:cNvPr>
          <p:cNvCxnSpPr>
            <a:cxnSpLocks/>
          </p:cNvCxnSpPr>
          <p:nvPr/>
        </p:nvCxnSpPr>
        <p:spPr>
          <a:xfrm>
            <a:off x="7407693" y="3670742"/>
            <a:ext cx="195802" cy="15676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Arrow Connector 18">
            <a:extLst>
              <a:ext uri="{FF2B5EF4-FFF2-40B4-BE49-F238E27FC236}">
                <a16:creationId xmlns:a16="http://schemas.microsoft.com/office/drawing/2014/main" id="{168B960E-43A1-4542-B03F-41153CC41797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7236371" y="3499267"/>
            <a:ext cx="0" cy="34295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0">
            <a:extLst>
              <a:ext uri="{FF2B5EF4-FFF2-40B4-BE49-F238E27FC236}">
                <a16:creationId xmlns:a16="http://schemas.microsoft.com/office/drawing/2014/main" id="{24DEE888-55C9-4D4C-B18D-808F9AA85CCB}"/>
              </a:ext>
            </a:extLst>
          </p:cNvPr>
          <p:cNvSpPr/>
          <p:nvPr/>
        </p:nvSpPr>
        <p:spPr>
          <a:xfrm>
            <a:off x="6605160" y="3590980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65" name="Oval 22">
            <a:extLst>
              <a:ext uri="{FF2B5EF4-FFF2-40B4-BE49-F238E27FC236}">
                <a16:creationId xmlns:a16="http://schemas.microsoft.com/office/drawing/2014/main" id="{EF01816B-7066-4916-A520-954D092BE6FE}"/>
              </a:ext>
            </a:extLst>
          </p:cNvPr>
          <p:cNvSpPr/>
          <p:nvPr/>
        </p:nvSpPr>
        <p:spPr>
          <a:xfrm>
            <a:off x="7327650" y="28347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66" name="Partial Circle 9">
            <a:extLst>
              <a:ext uri="{FF2B5EF4-FFF2-40B4-BE49-F238E27FC236}">
                <a16:creationId xmlns:a16="http://schemas.microsoft.com/office/drawing/2014/main" id="{95E3D0C0-F471-47D7-9B54-CC1B9F289F59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7343810" y="3575854"/>
            <a:ext cx="102407" cy="197721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/>
              <p:nvPr/>
            </p:nvSpPr>
            <p:spPr>
              <a:xfrm>
                <a:off x="6979793" y="3610901"/>
                <a:ext cx="3152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9793" y="3610901"/>
                <a:ext cx="315234" cy="338554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8" name="Straight Arrow Connector 17">
            <a:extLst>
              <a:ext uri="{FF2B5EF4-FFF2-40B4-BE49-F238E27FC236}">
                <a16:creationId xmlns:a16="http://schemas.microsoft.com/office/drawing/2014/main" id="{230BB7BA-7677-4C8C-B5E4-B82B7D463931}"/>
              </a:ext>
            </a:extLst>
          </p:cNvPr>
          <p:cNvCxnSpPr>
            <a:cxnSpLocks/>
          </p:cNvCxnSpPr>
          <p:nvPr/>
        </p:nvCxnSpPr>
        <p:spPr>
          <a:xfrm flipH="1">
            <a:off x="7187061" y="3675922"/>
            <a:ext cx="221585" cy="286539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69" name="Partial Circle 9">
            <a:extLst>
              <a:ext uri="{FF2B5EF4-FFF2-40B4-BE49-F238E27FC236}">
                <a16:creationId xmlns:a16="http://schemas.microsoft.com/office/drawing/2014/main" id="{E72D69FE-BCE2-4231-B5B8-E4BAB5150F43}"/>
              </a:ext>
            </a:extLst>
          </p:cNvPr>
          <p:cNvSpPr>
            <a:spLocks noChangeAspect="1"/>
          </p:cNvSpPr>
          <p:nvPr/>
        </p:nvSpPr>
        <p:spPr>
          <a:xfrm>
            <a:off x="7331086" y="3538630"/>
            <a:ext cx="149214" cy="3013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/>
              <p:nvPr/>
            </p:nvSpPr>
            <p:spPr>
              <a:xfrm>
                <a:off x="7370865" y="3290483"/>
                <a:ext cx="29704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0865" y="3290483"/>
                <a:ext cx="297046" cy="338554"/>
              </a:xfrm>
              <a:prstGeom prst="rect">
                <a:avLst/>
              </a:prstGeom>
              <a:blipFill>
                <a:blip r:embed="rId41"/>
                <a:stretch>
                  <a:fillRect r="-4082" b="-109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1" name="Straight Arrow Connector 17">
            <a:extLst>
              <a:ext uri="{FF2B5EF4-FFF2-40B4-BE49-F238E27FC236}">
                <a16:creationId xmlns:a16="http://schemas.microsoft.com/office/drawing/2014/main" id="{050CD12B-2348-4EAE-8F7E-7F476F6AB6E3}"/>
              </a:ext>
            </a:extLst>
          </p:cNvPr>
          <p:cNvCxnSpPr>
            <a:cxnSpLocks/>
          </p:cNvCxnSpPr>
          <p:nvPr/>
        </p:nvCxnSpPr>
        <p:spPr>
          <a:xfrm flipV="1">
            <a:off x="7400559" y="3230198"/>
            <a:ext cx="571923" cy="449644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A6B3D15C-2EAB-4430-95B3-283CF3D3F5DB}"/>
                  </a:ext>
                </a:extLst>
              </p:cNvPr>
              <p:cNvSpPr txBox="1"/>
              <p:nvPr/>
            </p:nvSpPr>
            <p:spPr>
              <a:xfrm>
                <a:off x="3810002" y="1087906"/>
                <a:ext cx="816767" cy="307777"/>
              </a:xfrm>
              <a:prstGeom prst="rect">
                <a:avLst/>
              </a:prstGeom>
              <a:solidFill>
                <a:srgbClr val="F1F1F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smtClean="0">
                          <a:latin typeface="Cambria Math" panose="02040503050406030204" pitchFamily="18" charset="0"/>
                        </a:rPr>
                        <m:t>1,0,−1, 2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A6B3D15C-2EAB-4430-95B3-283CF3D3F5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2" y="1087906"/>
                <a:ext cx="816767" cy="307777"/>
              </a:xfrm>
              <a:prstGeom prst="rect">
                <a:avLst/>
              </a:prstGeom>
              <a:blipFill>
                <a:blip r:embed="rId42"/>
                <a:stretch>
                  <a:fillRect r="-373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>
            <a:extLst>
              <a:ext uri="{FF2B5EF4-FFF2-40B4-BE49-F238E27FC236}">
                <a16:creationId xmlns:a16="http://schemas.microsoft.com/office/drawing/2014/main" id="{09CA91DB-926D-49D8-9D69-08A9E5C0199A}"/>
              </a:ext>
            </a:extLst>
          </p:cNvPr>
          <p:cNvPicPr>
            <a:picLocks noChangeAspect="1"/>
          </p:cNvPicPr>
          <p:nvPr/>
        </p:nvPicPr>
        <p:blipFill rotWithShape="1">
          <a:blip r:embed="rId43"/>
          <a:srcRect l="11715" t="25835" r="6795" b="19023"/>
          <a:stretch/>
        </p:blipFill>
        <p:spPr>
          <a:xfrm>
            <a:off x="6610441" y="650972"/>
            <a:ext cx="695234" cy="172610"/>
          </a:xfrm>
          <a:prstGeom prst="rect">
            <a:avLst/>
          </a:prstGeom>
        </p:spPr>
      </p:pic>
      <p:pic>
        <p:nvPicPr>
          <p:cNvPr id="48" name="圖片 47">
            <a:extLst>
              <a:ext uri="{FF2B5EF4-FFF2-40B4-BE49-F238E27FC236}">
                <a16:creationId xmlns:a16="http://schemas.microsoft.com/office/drawing/2014/main" id="{84473E3F-4119-442A-9D7F-0DB26EC08B0B}"/>
              </a:ext>
            </a:extLst>
          </p:cNvPr>
          <p:cNvPicPr>
            <a:picLocks noChangeAspect="1"/>
          </p:cNvPicPr>
          <p:nvPr/>
        </p:nvPicPr>
        <p:blipFill rotWithShape="1">
          <a:blip r:embed="rId44"/>
          <a:srcRect l="1905" b="2847"/>
          <a:stretch/>
        </p:blipFill>
        <p:spPr>
          <a:xfrm>
            <a:off x="6610350" y="1301749"/>
            <a:ext cx="1259872" cy="1247775"/>
          </a:xfrm>
          <a:prstGeom prst="rect">
            <a:avLst/>
          </a:prstGeom>
        </p:spPr>
      </p:pic>
      <p:grpSp>
        <p:nvGrpSpPr>
          <p:cNvPr id="49" name="群組 48">
            <a:extLst>
              <a:ext uri="{FF2B5EF4-FFF2-40B4-BE49-F238E27FC236}">
                <a16:creationId xmlns:a16="http://schemas.microsoft.com/office/drawing/2014/main" id="{1E04209E-AC40-4609-81E4-5C44E019FF0B}"/>
              </a:ext>
            </a:extLst>
          </p:cNvPr>
          <p:cNvGrpSpPr/>
          <p:nvPr/>
        </p:nvGrpSpPr>
        <p:grpSpPr>
          <a:xfrm>
            <a:off x="7218473" y="1799160"/>
            <a:ext cx="115586" cy="110880"/>
            <a:chOff x="1373392" y="2391862"/>
            <a:chExt cx="479433" cy="476535"/>
          </a:xfrm>
        </p:grpSpPr>
        <p:sp>
          <p:nvSpPr>
            <p:cNvPr id="50" name="箭號: 向右 49">
              <a:extLst>
                <a:ext uri="{FF2B5EF4-FFF2-40B4-BE49-F238E27FC236}">
                  <a16:creationId xmlns:a16="http://schemas.microsoft.com/office/drawing/2014/main" id="{6ED89264-6A2B-490C-9BCE-2C577D7CA6E4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51" name="箭號: 向右 50">
              <a:extLst>
                <a:ext uri="{FF2B5EF4-FFF2-40B4-BE49-F238E27FC236}">
                  <a16:creationId xmlns:a16="http://schemas.microsoft.com/office/drawing/2014/main" id="{35AE9BBB-D480-4C06-AE5E-2328B4C55C4D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5CFF2D90-4B31-45EE-9E14-64E8C61398BC}"/>
                  </a:ext>
                </a:extLst>
              </p:cNvPr>
              <p:cNvSpPr txBox="1"/>
              <p:nvPr/>
            </p:nvSpPr>
            <p:spPr>
              <a:xfrm>
                <a:off x="7098596" y="1426183"/>
                <a:ext cx="438402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5CFF2D90-4B31-45EE-9E14-64E8C6139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8596" y="1426183"/>
                <a:ext cx="438402" cy="424283"/>
              </a:xfrm>
              <a:prstGeom prst="rect">
                <a:avLst/>
              </a:prstGeom>
              <a:blipFill>
                <a:blip r:embed="rId45"/>
                <a:stretch>
                  <a:fillRect b="-42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文字方塊 52">
                <a:extLst>
                  <a:ext uri="{FF2B5EF4-FFF2-40B4-BE49-F238E27FC236}">
                    <a16:creationId xmlns:a16="http://schemas.microsoft.com/office/drawing/2014/main" id="{25E4BE15-FF88-4FCB-BEBB-343ADFB72534}"/>
                  </a:ext>
                </a:extLst>
              </p:cNvPr>
              <p:cNvSpPr txBox="1"/>
              <p:nvPr/>
            </p:nvSpPr>
            <p:spPr>
              <a:xfrm>
                <a:off x="7271578" y="1704336"/>
                <a:ext cx="3884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>
          <p:sp>
            <p:nvSpPr>
              <p:cNvPr id="53" name="文字方塊 52">
                <a:extLst>
                  <a:ext uri="{FF2B5EF4-FFF2-40B4-BE49-F238E27FC236}">
                    <a16:creationId xmlns:a16="http://schemas.microsoft.com/office/drawing/2014/main" id="{25E4BE15-FF88-4FCB-BEBB-343ADFB725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1578" y="1704336"/>
                <a:ext cx="388427" cy="400110"/>
              </a:xfrm>
              <a:prstGeom prst="rect">
                <a:avLst/>
              </a:prstGeom>
              <a:blipFill>
                <a:blip r:embed="rId46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49AB54F5-87C3-4392-911A-138C8DF16F33}"/>
                  </a:ext>
                </a:extLst>
              </p:cNvPr>
              <p:cNvSpPr txBox="1"/>
              <p:nvPr/>
            </p:nvSpPr>
            <p:spPr>
              <a:xfrm>
                <a:off x="6575136" y="2170408"/>
                <a:ext cx="6523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49AB54F5-87C3-4392-911A-138C8DF16F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5136" y="2170408"/>
                <a:ext cx="652306" cy="338554"/>
              </a:xfrm>
              <a:prstGeom prst="rect">
                <a:avLst/>
              </a:prstGeom>
              <a:blipFill>
                <a:blip r:embed="rId47"/>
                <a:stretch>
                  <a:fillRect b="-53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文字方塊 54">
                <a:extLst>
                  <a:ext uri="{FF2B5EF4-FFF2-40B4-BE49-F238E27FC236}">
                    <a16:creationId xmlns:a16="http://schemas.microsoft.com/office/drawing/2014/main" id="{7C58B1D5-2E8D-49C0-B35E-96A158D8F9A0}"/>
                  </a:ext>
                </a:extLst>
              </p:cNvPr>
              <p:cNvSpPr txBox="1"/>
              <p:nvPr/>
            </p:nvSpPr>
            <p:spPr>
              <a:xfrm>
                <a:off x="6392894" y="1276204"/>
                <a:ext cx="167359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6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55" name="文字方塊 54">
                <a:extLst>
                  <a:ext uri="{FF2B5EF4-FFF2-40B4-BE49-F238E27FC236}">
                    <a16:creationId xmlns:a16="http://schemas.microsoft.com/office/drawing/2014/main" id="{7C58B1D5-2E8D-49C0-B35E-96A158D8F9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2894" y="1276204"/>
                <a:ext cx="1673596" cy="338554"/>
              </a:xfrm>
              <a:prstGeom prst="rect">
                <a:avLst/>
              </a:prstGeom>
              <a:blipFill>
                <a:blip r:embed="rId48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6" name="圖片 55">
            <a:extLst>
              <a:ext uri="{FF2B5EF4-FFF2-40B4-BE49-F238E27FC236}">
                <a16:creationId xmlns:a16="http://schemas.microsoft.com/office/drawing/2014/main" id="{7247E2E5-6851-44F1-827C-154CC2226F24}"/>
              </a:ext>
            </a:extLst>
          </p:cNvPr>
          <p:cNvPicPr>
            <a:picLocks noChangeAspect="1"/>
          </p:cNvPicPr>
          <p:nvPr/>
        </p:nvPicPr>
        <p:blipFill rotWithShape="1">
          <a:blip r:embed="rId2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79" t="9023" r="4888" b="70339"/>
          <a:stretch/>
        </p:blipFill>
        <p:spPr>
          <a:xfrm>
            <a:off x="7905360" y="1248404"/>
            <a:ext cx="413382" cy="134348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C64A46E1-03B3-490C-81E5-F4122A7C1074}"/>
                  </a:ext>
                </a:extLst>
              </p:cNvPr>
              <p:cNvSpPr txBox="1"/>
              <p:nvPr/>
            </p:nvSpPr>
            <p:spPr>
              <a:xfrm>
                <a:off x="7823895" y="2332876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C64A46E1-03B3-490C-81E5-F4122A7C10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3895" y="2332876"/>
                <a:ext cx="478319" cy="307777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7604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矩形: 圓角 176">
            <a:extLst>
              <a:ext uri="{FF2B5EF4-FFF2-40B4-BE49-F238E27FC236}">
                <a16:creationId xmlns:a16="http://schemas.microsoft.com/office/drawing/2014/main" id="{C0499F8D-22B8-4B76-B2A0-FC45B222262E}"/>
              </a:ext>
            </a:extLst>
          </p:cNvPr>
          <p:cNvSpPr/>
          <p:nvPr/>
        </p:nvSpPr>
        <p:spPr>
          <a:xfrm>
            <a:off x="4940957" y="2536"/>
            <a:ext cx="4899729" cy="6179835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56" name="圖片 55">
            <a:extLst>
              <a:ext uri="{FF2B5EF4-FFF2-40B4-BE49-F238E27FC236}">
                <a16:creationId xmlns:a16="http://schemas.microsoft.com/office/drawing/2014/main" id="{D4E90395-E353-402F-8396-DE4257B09F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8497" y="3131344"/>
            <a:ext cx="1247495" cy="1247495"/>
          </a:xfrm>
          <a:prstGeom prst="rect">
            <a:avLst/>
          </a:prstGeom>
        </p:spPr>
      </p:pic>
      <p:pic>
        <p:nvPicPr>
          <p:cNvPr id="54" name="圖片 53">
            <a:extLst>
              <a:ext uri="{FF2B5EF4-FFF2-40B4-BE49-F238E27FC236}">
                <a16:creationId xmlns:a16="http://schemas.microsoft.com/office/drawing/2014/main" id="{7336BC0E-3681-4359-9DB8-944F359002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537" y="3117056"/>
            <a:ext cx="1265265" cy="1262350"/>
          </a:xfrm>
          <a:prstGeom prst="rect">
            <a:avLst/>
          </a:prstGeom>
        </p:spPr>
      </p:pic>
      <p:pic>
        <p:nvPicPr>
          <p:cNvPr id="52" name="圖片 51">
            <a:extLst>
              <a:ext uri="{FF2B5EF4-FFF2-40B4-BE49-F238E27FC236}">
                <a16:creationId xmlns:a16="http://schemas.microsoft.com/office/drawing/2014/main" id="{EE2C4879-8BF9-4B71-B8DD-10D2A488DA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180" y="4860883"/>
            <a:ext cx="1259683" cy="126259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/>
              <p:nvPr/>
            </p:nvSpPr>
            <p:spPr>
              <a:xfrm>
                <a:off x="7004190" y="4491894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−1, 0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4190" y="4491894"/>
                <a:ext cx="812954" cy="338554"/>
              </a:xfrm>
              <a:prstGeom prst="rect">
                <a:avLst/>
              </a:prstGeom>
              <a:blipFill>
                <a:blip r:embed="rId22"/>
                <a:stretch>
                  <a:fillRect t="-110909" r="-46617" b="-1727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/>
              <p:nvPr/>
            </p:nvSpPr>
            <p:spPr>
              <a:xfrm>
                <a:off x="7004190" y="2607946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4190" y="2607946"/>
                <a:ext cx="812954" cy="338554"/>
              </a:xfrm>
              <a:prstGeom prst="rect">
                <a:avLst/>
              </a:prstGeom>
              <a:blipFill>
                <a:blip r:embed="rId23"/>
                <a:stretch>
                  <a:fillRect t="-110909" r="-36842" b="-1727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9" name="文字方塊 228">
            <a:extLst>
              <a:ext uri="{FF2B5EF4-FFF2-40B4-BE49-F238E27FC236}">
                <a16:creationId xmlns:a16="http://schemas.microsoft.com/office/drawing/2014/main" id="{2693C9D3-A145-48F7-981C-9A9BF2A0A9A5}"/>
              </a:ext>
            </a:extLst>
          </p:cNvPr>
          <p:cNvSpPr txBox="1"/>
          <p:nvPr/>
        </p:nvSpPr>
        <p:spPr>
          <a:xfrm>
            <a:off x="5553351" y="116393"/>
            <a:ext cx="371463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component</a:t>
            </a:r>
            <a:endParaRPr lang="zh-TW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0" name="圖片 229">
            <a:extLst>
              <a:ext uri="{FF2B5EF4-FFF2-40B4-BE49-F238E27FC236}">
                <a16:creationId xmlns:a16="http://schemas.microsoft.com/office/drawing/2014/main" id="{78DD5379-389F-4B1B-AD61-D7F44D0D3FC7}"/>
              </a:ext>
            </a:extLst>
          </p:cNvPr>
          <p:cNvPicPr>
            <a:picLocks noChangeAspect="1"/>
          </p:cNvPicPr>
          <p:nvPr/>
        </p:nvPicPr>
        <p:blipFill rotWithShape="1"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1405"/>
          <a:stretch/>
        </p:blipFill>
        <p:spPr>
          <a:xfrm>
            <a:off x="6260308" y="573670"/>
            <a:ext cx="2300718" cy="4702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/>
              <p:nvPr/>
            </p:nvSpPr>
            <p:spPr>
              <a:xfrm>
                <a:off x="5273398" y="3085891"/>
                <a:ext cx="115018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398" y="3085891"/>
                <a:ext cx="1150186" cy="338554"/>
              </a:xfrm>
              <a:prstGeom prst="rect">
                <a:avLst/>
              </a:prstGeom>
              <a:blipFill>
                <a:blip r:embed="rId33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/>
              <p:nvPr/>
            </p:nvSpPr>
            <p:spPr>
              <a:xfrm>
                <a:off x="8356122" y="3085891"/>
                <a:ext cx="115018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6122" y="3085891"/>
                <a:ext cx="1150186" cy="338554"/>
              </a:xfrm>
              <a:prstGeom prst="rect">
                <a:avLst/>
              </a:prstGeom>
              <a:blipFill>
                <a:blip r:embed="rId34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/>
              <p:nvPr/>
            </p:nvSpPr>
            <p:spPr>
              <a:xfrm>
                <a:off x="6835574" y="4830775"/>
                <a:ext cx="115018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574" y="4830775"/>
                <a:ext cx="1150186" cy="338554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7" name="Oval 14">
            <a:extLst>
              <a:ext uri="{FF2B5EF4-FFF2-40B4-BE49-F238E27FC236}">
                <a16:creationId xmlns:a16="http://schemas.microsoft.com/office/drawing/2014/main" id="{4D2E6476-8133-4C1A-80AA-96C2BBAD7538}"/>
              </a:ext>
            </a:extLst>
          </p:cNvPr>
          <p:cNvSpPr/>
          <p:nvPr/>
        </p:nvSpPr>
        <p:spPr>
          <a:xfrm>
            <a:off x="7327414" y="2842581"/>
            <a:ext cx="162450" cy="168277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38" name="Oval 4">
            <a:extLst>
              <a:ext uri="{FF2B5EF4-FFF2-40B4-BE49-F238E27FC236}">
                <a16:creationId xmlns:a16="http://schemas.microsoft.com/office/drawing/2014/main" id="{D0067B35-40A6-4446-8A95-C300D2678B59}"/>
              </a:ext>
            </a:extLst>
          </p:cNvPr>
          <p:cNvSpPr/>
          <p:nvPr/>
        </p:nvSpPr>
        <p:spPr>
          <a:xfrm>
            <a:off x="6688832" y="2926719"/>
            <a:ext cx="1443999" cy="1495797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39" name="Oval 15">
            <a:extLst>
              <a:ext uri="{FF2B5EF4-FFF2-40B4-BE49-F238E27FC236}">
                <a16:creationId xmlns:a16="http://schemas.microsoft.com/office/drawing/2014/main" id="{3ED95C10-549D-46A4-8427-E9004FB39400}"/>
              </a:ext>
            </a:extLst>
          </p:cNvPr>
          <p:cNvSpPr/>
          <p:nvPr/>
        </p:nvSpPr>
        <p:spPr>
          <a:xfrm>
            <a:off x="7327414" y="4337538"/>
            <a:ext cx="162450" cy="168277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2" name="SHO">
            <a:extLst>
              <a:ext uri="{FF2B5EF4-FFF2-40B4-BE49-F238E27FC236}">
                <a16:creationId xmlns:a16="http://schemas.microsoft.com/office/drawing/2014/main" id="{0845B616-2D49-4C5D-A47F-908796A33A53}"/>
              </a:ext>
            </a:extLst>
          </p:cNvPr>
          <p:cNvSpPr/>
          <p:nvPr/>
        </p:nvSpPr>
        <p:spPr>
          <a:xfrm rot="16200000">
            <a:off x="7097293" y="2953118"/>
            <a:ext cx="622693" cy="1443999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3" name="SVO">
            <a:extLst>
              <a:ext uri="{FF2B5EF4-FFF2-40B4-BE49-F238E27FC236}">
                <a16:creationId xmlns:a16="http://schemas.microsoft.com/office/drawing/2014/main" id="{28FBC70E-6464-4911-A7DC-D688B4A191B2}"/>
              </a:ext>
            </a:extLst>
          </p:cNvPr>
          <p:cNvSpPr/>
          <p:nvPr/>
        </p:nvSpPr>
        <p:spPr>
          <a:xfrm>
            <a:off x="7046740" y="2927220"/>
            <a:ext cx="722000" cy="1495797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54" name="Oval 6">
            <a:extLst>
              <a:ext uri="{FF2B5EF4-FFF2-40B4-BE49-F238E27FC236}">
                <a16:creationId xmlns:a16="http://schemas.microsoft.com/office/drawing/2014/main" id="{F7426249-BB1C-465F-BA24-177826BCA4FE}"/>
              </a:ext>
            </a:extLst>
          </p:cNvPr>
          <p:cNvSpPr/>
          <p:nvPr/>
        </p:nvSpPr>
        <p:spPr>
          <a:xfrm rot="16200000">
            <a:off x="7097293" y="2953118"/>
            <a:ext cx="622693" cy="1443999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/>
              <p:nvPr/>
            </p:nvSpPr>
            <p:spPr>
              <a:xfrm>
                <a:off x="6858942" y="3496767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942" y="3496767"/>
                <a:ext cx="176928" cy="338554"/>
              </a:xfrm>
              <a:prstGeom prst="rect">
                <a:avLst/>
              </a:prstGeom>
              <a:blipFill>
                <a:blip r:embed="rId37"/>
                <a:stretch>
                  <a:fillRect r="-413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" name="Oval 22">
            <a:extLst>
              <a:ext uri="{FF2B5EF4-FFF2-40B4-BE49-F238E27FC236}">
                <a16:creationId xmlns:a16="http://schemas.microsoft.com/office/drawing/2014/main" id="{F51F6D7A-CBDD-41AE-81A9-01A381888E10}"/>
              </a:ext>
            </a:extLst>
          </p:cNvPr>
          <p:cNvSpPr/>
          <p:nvPr/>
        </p:nvSpPr>
        <p:spPr>
          <a:xfrm>
            <a:off x="7326468" y="433753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/>
              <p:nvPr/>
            </p:nvSpPr>
            <p:spPr>
              <a:xfrm>
                <a:off x="7513865" y="3592164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3865" y="3592164"/>
                <a:ext cx="176928" cy="338554"/>
              </a:xfrm>
              <a:prstGeom prst="rect">
                <a:avLst/>
              </a:prstGeom>
              <a:blipFill>
                <a:blip r:embed="rId38"/>
                <a:stretch>
                  <a:fillRect r="-51724" b="-357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/>
              <p:nvPr/>
            </p:nvSpPr>
            <p:spPr>
              <a:xfrm>
                <a:off x="7269740" y="2962422"/>
                <a:ext cx="2569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9740" y="2962422"/>
                <a:ext cx="256967" cy="338554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9" name="DVO">
            <a:extLst>
              <a:ext uri="{FF2B5EF4-FFF2-40B4-BE49-F238E27FC236}">
                <a16:creationId xmlns:a16="http://schemas.microsoft.com/office/drawing/2014/main" id="{BD66E933-A9D1-416F-99A4-A2F56F384D96}"/>
              </a:ext>
            </a:extLst>
          </p:cNvPr>
          <p:cNvSpPr/>
          <p:nvPr/>
        </p:nvSpPr>
        <p:spPr>
          <a:xfrm flipH="1">
            <a:off x="7046740" y="2927220"/>
            <a:ext cx="722000" cy="1495797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60" name="Oval 23">
            <a:extLst>
              <a:ext uri="{FF2B5EF4-FFF2-40B4-BE49-F238E27FC236}">
                <a16:creationId xmlns:a16="http://schemas.microsoft.com/office/drawing/2014/main" id="{B1975880-4F20-4527-8AC1-67B4B5024B5F}"/>
              </a:ext>
            </a:extLst>
          </p:cNvPr>
          <p:cNvSpPr/>
          <p:nvPr/>
        </p:nvSpPr>
        <p:spPr>
          <a:xfrm>
            <a:off x="8049324" y="3590980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261" name="Straight Arrow Connector 7">
            <a:extLst>
              <a:ext uri="{FF2B5EF4-FFF2-40B4-BE49-F238E27FC236}">
                <a16:creationId xmlns:a16="http://schemas.microsoft.com/office/drawing/2014/main" id="{33161F97-7212-47BE-BA7D-6FC7B9147369}"/>
              </a:ext>
            </a:extLst>
          </p:cNvPr>
          <p:cNvCxnSpPr>
            <a:cxnSpLocks/>
          </p:cNvCxnSpPr>
          <p:nvPr/>
        </p:nvCxnSpPr>
        <p:spPr>
          <a:xfrm flipV="1">
            <a:off x="7404708" y="3227037"/>
            <a:ext cx="1697" cy="44589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Arrow Connector 19">
            <a:extLst>
              <a:ext uri="{FF2B5EF4-FFF2-40B4-BE49-F238E27FC236}">
                <a16:creationId xmlns:a16="http://schemas.microsoft.com/office/drawing/2014/main" id="{240911C2-AE74-4914-B8DB-470C2315C461}"/>
              </a:ext>
            </a:extLst>
          </p:cNvPr>
          <p:cNvCxnSpPr>
            <a:cxnSpLocks/>
          </p:cNvCxnSpPr>
          <p:nvPr/>
        </p:nvCxnSpPr>
        <p:spPr>
          <a:xfrm>
            <a:off x="7407693" y="3670742"/>
            <a:ext cx="195802" cy="15676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Arrow Connector 18">
            <a:extLst>
              <a:ext uri="{FF2B5EF4-FFF2-40B4-BE49-F238E27FC236}">
                <a16:creationId xmlns:a16="http://schemas.microsoft.com/office/drawing/2014/main" id="{168B960E-43A1-4542-B03F-41153CC41797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7236371" y="3499267"/>
            <a:ext cx="0" cy="34295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0">
            <a:extLst>
              <a:ext uri="{FF2B5EF4-FFF2-40B4-BE49-F238E27FC236}">
                <a16:creationId xmlns:a16="http://schemas.microsoft.com/office/drawing/2014/main" id="{24DEE888-55C9-4D4C-B18D-808F9AA85CCB}"/>
              </a:ext>
            </a:extLst>
          </p:cNvPr>
          <p:cNvSpPr/>
          <p:nvPr/>
        </p:nvSpPr>
        <p:spPr>
          <a:xfrm>
            <a:off x="6605160" y="3590980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65" name="Oval 22">
            <a:extLst>
              <a:ext uri="{FF2B5EF4-FFF2-40B4-BE49-F238E27FC236}">
                <a16:creationId xmlns:a16="http://schemas.microsoft.com/office/drawing/2014/main" id="{EF01816B-7066-4916-A520-954D092BE6FE}"/>
              </a:ext>
            </a:extLst>
          </p:cNvPr>
          <p:cNvSpPr/>
          <p:nvPr/>
        </p:nvSpPr>
        <p:spPr>
          <a:xfrm>
            <a:off x="7327650" y="28347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66" name="Partial Circle 9">
            <a:extLst>
              <a:ext uri="{FF2B5EF4-FFF2-40B4-BE49-F238E27FC236}">
                <a16:creationId xmlns:a16="http://schemas.microsoft.com/office/drawing/2014/main" id="{95E3D0C0-F471-47D7-9B54-CC1B9F289F59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7343810" y="3575854"/>
            <a:ext cx="102407" cy="197721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/>
              <p:nvPr/>
            </p:nvSpPr>
            <p:spPr>
              <a:xfrm>
                <a:off x="6979793" y="3610901"/>
                <a:ext cx="3152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9793" y="3610901"/>
                <a:ext cx="315234" cy="338554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8" name="Straight Arrow Connector 17">
            <a:extLst>
              <a:ext uri="{FF2B5EF4-FFF2-40B4-BE49-F238E27FC236}">
                <a16:creationId xmlns:a16="http://schemas.microsoft.com/office/drawing/2014/main" id="{230BB7BA-7677-4C8C-B5E4-B82B7D463931}"/>
              </a:ext>
            </a:extLst>
          </p:cNvPr>
          <p:cNvCxnSpPr>
            <a:cxnSpLocks/>
          </p:cNvCxnSpPr>
          <p:nvPr/>
        </p:nvCxnSpPr>
        <p:spPr>
          <a:xfrm flipH="1">
            <a:off x="7187061" y="3675922"/>
            <a:ext cx="221585" cy="286539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69" name="Partial Circle 9">
            <a:extLst>
              <a:ext uri="{FF2B5EF4-FFF2-40B4-BE49-F238E27FC236}">
                <a16:creationId xmlns:a16="http://schemas.microsoft.com/office/drawing/2014/main" id="{E72D69FE-BCE2-4231-B5B8-E4BAB5150F43}"/>
              </a:ext>
            </a:extLst>
          </p:cNvPr>
          <p:cNvSpPr>
            <a:spLocks noChangeAspect="1"/>
          </p:cNvSpPr>
          <p:nvPr/>
        </p:nvSpPr>
        <p:spPr>
          <a:xfrm>
            <a:off x="7331086" y="3538630"/>
            <a:ext cx="149214" cy="3013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/>
              <p:nvPr/>
            </p:nvSpPr>
            <p:spPr>
              <a:xfrm>
                <a:off x="7370865" y="3290483"/>
                <a:ext cx="29704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0865" y="3290483"/>
                <a:ext cx="297046" cy="338554"/>
              </a:xfrm>
              <a:prstGeom prst="rect">
                <a:avLst/>
              </a:prstGeom>
              <a:blipFill>
                <a:blip r:embed="rId41"/>
                <a:stretch>
                  <a:fillRect r="-4082" b="-109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1" name="Straight Arrow Connector 17">
            <a:extLst>
              <a:ext uri="{FF2B5EF4-FFF2-40B4-BE49-F238E27FC236}">
                <a16:creationId xmlns:a16="http://schemas.microsoft.com/office/drawing/2014/main" id="{050CD12B-2348-4EAE-8F7E-7F476F6AB6E3}"/>
              </a:ext>
            </a:extLst>
          </p:cNvPr>
          <p:cNvCxnSpPr>
            <a:cxnSpLocks/>
          </p:cNvCxnSpPr>
          <p:nvPr/>
        </p:nvCxnSpPr>
        <p:spPr>
          <a:xfrm flipV="1">
            <a:off x="7400559" y="3230198"/>
            <a:ext cx="571923" cy="449644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A6B3D15C-2EAB-4430-95B3-283CF3D3F5DB}"/>
                  </a:ext>
                </a:extLst>
              </p:cNvPr>
              <p:cNvSpPr txBox="1"/>
              <p:nvPr/>
            </p:nvSpPr>
            <p:spPr>
              <a:xfrm>
                <a:off x="3810002" y="1087906"/>
                <a:ext cx="1041398" cy="307777"/>
              </a:xfrm>
              <a:prstGeom prst="rect">
                <a:avLst/>
              </a:prstGeom>
              <a:solidFill>
                <a:srgbClr val="F1F1F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smtClean="0">
                          <a:latin typeface="Cambria Math" panose="02040503050406030204" pitchFamily="18" charset="0"/>
                        </a:rPr>
                        <m:t>1,−1,−1, 2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A6B3D15C-2EAB-4430-95B3-283CF3D3F5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2" y="1087906"/>
                <a:ext cx="1041398" cy="307777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>
            <a:extLst>
              <a:ext uri="{FF2B5EF4-FFF2-40B4-BE49-F238E27FC236}">
                <a16:creationId xmlns:a16="http://schemas.microsoft.com/office/drawing/2014/main" id="{09CA91DB-926D-49D8-9D69-08A9E5C0199A}"/>
              </a:ext>
            </a:extLst>
          </p:cNvPr>
          <p:cNvPicPr>
            <a:picLocks noChangeAspect="1"/>
          </p:cNvPicPr>
          <p:nvPr/>
        </p:nvPicPr>
        <p:blipFill rotWithShape="1">
          <a:blip r:embed="rId43"/>
          <a:srcRect l="11715" t="25835" r="6795" b="19023"/>
          <a:stretch/>
        </p:blipFill>
        <p:spPr>
          <a:xfrm>
            <a:off x="6610441" y="650972"/>
            <a:ext cx="695234" cy="172610"/>
          </a:xfrm>
          <a:prstGeom prst="rect">
            <a:avLst/>
          </a:prstGeom>
        </p:spPr>
      </p:pic>
      <p:pic>
        <p:nvPicPr>
          <p:cNvPr id="2" name="圖片 1">
            <a:extLst>
              <a:ext uri="{FF2B5EF4-FFF2-40B4-BE49-F238E27FC236}">
                <a16:creationId xmlns:a16="http://schemas.microsoft.com/office/drawing/2014/main" id="{31CB424D-52D3-4BDF-89A3-ED038C3BE675}"/>
              </a:ext>
            </a:extLst>
          </p:cNvPr>
          <p:cNvPicPr>
            <a:picLocks noChangeAspect="1"/>
          </p:cNvPicPr>
          <p:nvPr/>
        </p:nvPicPr>
        <p:blipFill rotWithShape="1">
          <a:blip r:embed="rId44"/>
          <a:srcRect l="8885" t="22429" r="8429" b="17067"/>
          <a:stretch/>
        </p:blipFill>
        <p:spPr>
          <a:xfrm>
            <a:off x="6594476" y="650593"/>
            <a:ext cx="746918" cy="163002"/>
          </a:xfrm>
          <a:prstGeom prst="rect">
            <a:avLst/>
          </a:prstGeom>
        </p:spPr>
      </p:pic>
      <p:pic>
        <p:nvPicPr>
          <p:cNvPr id="49" name="圖片 48">
            <a:extLst>
              <a:ext uri="{FF2B5EF4-FFF2-40B4-BE49-F238E27FC236}">
                <a16:creationId xmlns:a16="http://schemas.microsoft.com/office/drawing/2014/main" id="{B4541F2E-8D5A-41B6-B5BD-405790999622}"/>
              </a:ext>
            </a:extLst>
          </p:cNvPr>
          <p:cNvPicPr>
            <a:picLocks noChangeAspect="1"/>
          </p:cNvPicPr>
          <p:nvPr/>
        </p:nvPicPr>
        <p:blipFill rotWithShape="1">
          <a:blip r:embed="rId45"/>
          <a:srcRect l="1" t="-1" r="559" b="1109"/>
          <a:stretch/>
        </p:blipFill>
        <p:spPr>
          <a:xfrm>
            <a:off x="6611804" y="1306051"/>
            <a:ext cx="1252672" cy="1249193"/>
          </a:xfrm>
          <a:prstGeom prst="rect">
            <a:avLst/>
          </a:prstGeom>
        </p:spPr>
      </p:pic>
      <p:grpSp>
        <p:nvGrpSpPr>
          <p:cNvPr id="51" name="群組 50">
            <a:extLst>
              <a:ext uri="{FF2B5EF4-FFF2-40B4-BE49-F238E27FC236}">
                <a16:creationId xmlns:a16="http://schemas.microsoft.com/office/drawing/2014/main" id="{29EAE113-CFDF-4C3C-B71E-5DDBBE675D00}"/>
              </a:ext>
            </a:extLst>
          </p:cNvPr>
          <p:cNvGrpSpPr/>
          <p:nvPr/>
        </p:nvGrpSpPr>
        <p:grpSpPr>
          <a:xfrm>
            <a:off x="7218473" y="1799160"/>
            <a:ext cx="115586" cy="110880"/>
            <a:chOff x="1373392" y="2391862"/>
            <a:chExt cx="479433" cy="476535"/>
          </a:xfrm>
        </p:grpSpPr>
        <p:sp>
          <p:nvSpPr>
            <p:cNvPr id="53" name="箭號: 向右 52">
              <a:extLst>
                <a:ext uri="{FF2B5EF4-FFF2-40B4-BE49-F238E27FC236}">
                  <a16:creationId xmlns:a16="http://schemas.microsoft.com/office/drawing/2014/main" id="{F54E0DC7-4887-4AF4-8E7A-07E2CD7D5C56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55" name="箭號: 向右 54">
              <a:extLst>
                <a:ext uri="{FF2B5EF4-FFF2-40B4-BE49-F238E27FC236}">
                  <a16:creationId xmlns:a16="http://schemas.microsoft.com/office/drawing/2014/main" id="{EF436FCC-3340-489F-93F7-7BFCCF8D86C5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E3BF5DE6-1E65-40FE-A4D3-8298C77C736D}"/>
                  </a:ext>
                </a:extLst>
              </p:cNvPr>
              <p:cNvSpPr txBox="1"/>
              <p:nvPr/>
            </p:nvSpPr>
            <p:spPr>
              <a:xfrm>
                <a:off x="7098596" y="1426183"/>
                <a:ext cx="438402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E3BF5DE6-1E65-40FE-A4D3-8298C77C73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8596" y="1426183"/>
                <a:ext cx="438402" cy="424283"/>
              </a:xfrm>
              <a:prstGeom prst="rect">
                <a:avLst/>
              </a:prstGeom>
              <a:blipFill>
                <a:blip r:embed="rId46"/>
                <a:stretch>
                  <a:fillRect b="-42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27F0AC45-DE48-4577-9F0B-12EE8C3E6C15}"/>
                  </a:ext>
                </a:extLst>
              </p:cNvPr>
              <p:cNvSpPr txBox="1"/>
              <p:nvPr/>
            </p:nvSpPr>
            <p:spPr>
              <a:xfrm>
                <a:off x="7271578" y="1704336"/>
                <a:ext cx="3884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27F0AC45-DE48-4577-9F0B-12EE8C3E6C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1578" y="1704336"/>
                <a:ext cx="388427" cy="400110"/>
              </a:xfrm>
              <a:prstGeom prst="rect">
                <a:avLst/>
              </a:prstGeom>
              <a:blipFill>
                <a:blip r:embed="rId47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文字方塊 58">
                <a:extLst>
                  <a:ext uri="{FF2B5EF4-FFF2-40B4-BE49-F238E27FC236}">
                    <a16:creationId xmlns:a16="http://schemas.microsoft.com/office/drawing/2014/main" id="{98626B5E-17D6-4AD0-A286-FA717AE96590}"/>
                  </a:ext>
                </a:extLst>
              </p:cNvPr>
              <p:cNvSpPr txBox="1"/>
              <p:nvPr/>
            </p:nvSpPr>
            <p:spPr>
              <a:xfrm>
                <a:off x="6575136" y="2170408"/>
                <a:ext cx="6523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>
          <p:sp>
            <p:nvSpPr>
              <p:cNvPr id="59" name="文字方塊 58">
                <a:extLst>
                  <a:ext uri="{FF2B5EF4-FFF2-40B4-BE49-F238E27FC236}">
                    <a16:creationId xmlns:a16="http://schemas.microsoft.com/office/drawing/2014/main" id="{98626B5E-17D6-4AD0-A286-FA717AE965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5136" y="2170408"/>
                <a:ext cx="652306" cy="338554"/>
              </a:xfrm>
              <a:prstGeom prst="rect">
                <a:avLst/>
              </a:prstGeom>
              <a:blipFill>
                <a:blip r:embed="rId48"/>
                <a:stretch>
                  <a:fillRect b="-53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文字方塊 59">
                <a:extLst>
                  <a:ext uri="{FF2B5EF4-FFF2-40B4-BE49-F238E27FC236}">
                    <a16:creationId xmlns:a16="http://schemas.microsoft.com/office/drawing/2014/main" id="{579D4DBF-CA7F-45FA-AADF-9819A39C2E0E}"/>
                  </a:ext>
                </a:extLst>
              </p:cNvPr>
              <p:cNvSpPr txBox="1"/>
              <p:nvPr/>
            </p:nvSpPr>
            <p:spPr>
              <a:xfrm>
                <a:off x="6392894" y="1276204"/>
                <a:ext cx="167359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6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60" name="文字方塊 59">
                <a:extLst>
                  <a:ext uri="{FF2B5EF4-FFF2-40B4-BE49-F238E27FC236}">
                    <a16:creationId xmlns:a16="http://schemas.microsoft.com/office/drawing/2014/main" id="{579D4DBF-CA7F-45FA-AADF-9819A39C2E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2894" y="1276204"/>
                <a:ext cx="1673596" cy="338554"/>
              </a:xfrm>
              <a:prstGeom prst="rect">
                <a:avLst/>
              </a:prstGeom>
              <a:blipFill>
                <a:blip r:embed="rId49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" name="圖片 60">
            <a:extLst>
              <a:ext uri="{FF2B5EF4-FFF2-40B4-BE49-F238E27FC236}">
                <a16:creationId xmlns:a16="http://schemas.microsoft.com/office/drawing/2014/main" id="{C2F30A2E-1711-4B72-BE68-A9D11C8D679F}"/>
              </a:ext>
            </a:extLst>
          </p:cNvPr>
          <p:cNvPicPr>
            <a:picLocks noChangeAspect="1"/>
          </p:cNvPicPr>
          <p:nvPr/>
        </p:nvPicPr>
        <p:blipFill rotWithShape="1">
          <a:blip r:embed="rId2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79" t="9023" r="4888" b="70339"/>
          <a:stretch/>
        </p:blipFill>
        <p:spPr>
          <a:xfrm>
            <a:off x="7905360" y="1248404"/>
            <a:ext cx="413382" cy="134348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90CDEC3B-AFBF-475B-9777-75658C61CF26}"/>
                  </a:ext>
                </a:extLst>
              </p:cNvPr>
              <p:cNvSpPr txBox="1"/>
              <p:nvPr/>
            </p:nvSpPr>
            <p:spPr>
              <a:xfrm>
                <a:off x="7823895" y="2332876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90CDEC3B-AFBF-475B-9777-75658C61CF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3895" y="2332876"/>
                <a:ext cx="478319" cy="307777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0254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矩形: 圓角 176">
            <a:extLst>
              <a:ext uri="{FF2B5EF4-FFF2-40B4-BE49-F238E27FC236}">
                <a16:creationId xmlns:a16="http://schemas.microsoft.com/office/drawing/2014/main" id="{C0499F8D-22B8-4B76-B2A0-FC45B222262E}"/>
              </a:ext>
            </a:extLst>
          </p:cNvPr>
          <p:cNvSpPr/>
          <p:nvPr/>
        </p:nvSpPr>
        <p:spPr>
          <a:xfrm>
            <a:off x="4940957" y="2536"/>
            <a:ext cx="4899729" cy="6179835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sp>
        <p:nvSpPr>
          <p:cNvPr id="175" name="矩形: 圓角 174">
            <a:extLst>
              <a:ext uri="{FF2B5EF4-FFF2-40B4-BE49-F238E27FC236}">
                <a16:creationId xmlns:a16="http://schemas.microsoft.com/office/drawing/2014/main" id="{BF09B052-4C3F-4EC6-A337-45ED454E80E1}"/>
              </a:ext>
            </a:extLst>
          </p:cNvPr>
          <p:cNvSpPr/>
          <p:nvPr/>
        </p:nvSpPr>
        <p:spPr>
          <a:xfrm>
            <a:off x="0" y="2536"/>
            <a:ext cx="4899729" cy="6179835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F111E595-CBD6-4A37-A812-559483B3BC18}"/>
              </a:ext>
            </a:extLst>
          </p:cNvPr>
          <p:cNvGrpSpPr/>
          <p:nvPr/>
        </p:nvGrpSpPr>
        <p:grpSpPr>
          <a:xfrm>
            <a:off x="712681" y="4918062"/>
            <a:ext cx="1150186" cy="1150186"/>
            <a:chOff x="801581" y="4966326"/>
            <a:chExt cx="1150186" cy="1150186"/>
          </a:xfrm>
        </p:grpSpPr>
        <p:sp>
          <p:nvSpPr>
            <p:cNvPr id="128" name="矩形: 圓角 127">
              <a:extLst>
                <a:ext uri="{FF2B5EF4-FFF2-40B4-BE49-F238E27FC236}">
                  <a16:creationId xmlns:a16="http://schemas.microsoft.com/office/drawing/2014/main" id="{2F5A42B8-06A5-4158-B8B4-858406CBC6BD}"/>
                </a:ext>
              </a:extLst>
            </p:cNvPr>
            <p:cNvSpPr/>
            <p:nvPr/>
          </p:nvSpPr>
          <p:spPr>
            <a:xfrm>
              <a:off x="801581" y="4966326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64" name="橢圓 63">
              <a:extLst>
                <a:ext uri="{FF2B5EF4-FFF2-40B4-BE49-F238E27FC236}">
                  <a16:creationId xmlns:a16="http://schemas.microsoft.com/office/drawing/2014/main" id="{EC5B6F29-1474-4CFA-B8E3-262BF4573A66}"/>
                </a:ext>
              </a:extLst>
            </p:cNvPr>
            <p:cNvSpPr/>
            <p:nvPr/>
          </p:nvSpPr>
          <p:spPr>
            <a:xfrm>
              <a:off x="1269795" y="5070149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5" name="橢圓 64">
              <a:extLst>
                <a:ext uri="{FF2B5EF4-FFF2-40B4-BE49-F238E27FC236}">
                  <a16:creationId xmlns:a16="http://schemas.microsoft.com/office/drawing/2014/main" id="{DE11110E-D0C1-484B-8789-647E2582B8F3}"/>
                </a:ext>
              </a:extLst>
            </p:cNvPr>
            <p:cNvSpPr/>
            <p:nvPr/>
          </p:nvSpPr>
          <p:spPr>
            <a:xfrm>
              <a:off x="1269795" y="5805606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6" name="橢圓 65">
              <a:extLst>
                <a:ext uri="{FF2B5EF4-FFF2-40B4-BE49-F238E27FC236}">
                  <a16:creationId xmlns:a16="http://schemas.microsoft.com/office/drawing/2014/main" id="{4973AC85-68A3-4542-BA7F-9D4B68A203AE}"/>
                </a:ext>
              </a:extLst>
            </p:cNvPr>
            <p:cNvSpPr/>
            <p:nvPr/>
          </p:nvSpPr>
          <p:spPr>
            <a:xfrm>
              <a:off x="1633048" y="5442907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7" name="橢圓 66">
              <a:extLst>
                <a:ext uri="{FF2B5EF4-FFF2-40B4-BE49-F238E27FC236}">
                  <a16:creationId xmlns:a16="http://schemas.microsoft.com/office/drawing/2014/main" id="{77EA9BD2-7763-47C9-8A62-F043AF3E9BD2}"/>
                </a:ext>
              </a:extLst>
            </p:cNvPr>
            <p:cNvSpPr/>
            <p:nvPr/>
          </p:nvSpPr>
          <p:spPr>
            <a:xfrm>
              <a:off x="895950" y="5442907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8" name="橢圓 67">
              <a:extLst>
                <a:ext uri="{FF2B5EF4-FFF2-40B4-BE49-F238E27FC236}">
                  <a16:creationId xmlns:a16="http://schemas.microsoft.com/office/drawing/2014/main" id="{A93CB31D-6BCE-4617-BE71-E1F7B1239A1F}"/>
                </a:ext>
              </a:extLst>
            </p:cNvPr>
            <p:cNvSpPr/>
            <p:nvPr/>
          </p:nvSpPr>
          <p:spPr>
            <a:xfrm>
              <a:off x="1006324" y="571045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9" name="橢圓 68">
              <a:extLst>
                <a:ext uri="{FF2B5EF4-FFF2-40B4-BE49-F238E27FC236}">
                  <a16:creationId xmlns:a16="http://schemas.microsoft.com/office/drawing/2014/main" id="{72EE7746-CB46-409C-9043-A05A8C5FAE57}"/>
                </a:ext>
              </a:extLst>
            </p:cNvPr>
            <p:cNvSpPr/>
            <p:nvPr/>
          </p:nvSpPr>
          <p:spPr>
            <a:xfrm>
              <a:off x="1006324" y="5181504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0" name="橢圓 69">
              <a:extLst>
                <a:ext uri="{FF2B5EF4-FFF2-40B4-BE49-F238E27FC236}">
                  <a16:creationId xmlns:a16="http://schemas.microsoft.com/office/drawing/2014/main" id="{23FABD83-7310-4179-8DDD-462F0769E415}"/>
                </a:ext>
              </a:extLst>
            </p:cNvPr>
            <p:cNvSpPr/>
            <p:nvPr/>
          </p:nvSpPr>
          <p:spPr>
            <a:xfrm>
              <a:off x="1531150" y="571045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71" name="橢圓 70">
              <a:extLst>
                <a:ext uri="{FF2B5EF4-FFF2-40B4-BE49-F238E27FC236}">
                  <a16:creationId xmlns:a16="http://schemas.microsoft.com/office/drawing/2014/main" id="{89C81756-7ED8-4066-B463-89FC9AEBCA10}"/>
                </a:ext>
              </a:extLst>
            </p:cNvPr>
            <p:cNvSpPr/>
            <p:nvPr/>
          </p:nvSpPr>
          <p:spPr>
            <a:xfrm>
              <a:off x="1531150" y="5181504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2" name="等腰三角形 71">
              <a:extLst>
                <a:ext uri="{FF2B5EF4-FFF2-40B4-BE49-F238E27FC236}">
                  <a16:creationId xmlns:a16="http://schemas.microsoft.com/office/drawing/2014/main" id="{BB55E2A2-A461-4F17-BD94-5680C302370E}"/>
                </a:ext>
              </a:extLst>
            </p:cNvPr>
            <p:cNvSpPr/>
            <p:nvPr/>
          </p:nvSpPr>
          <p:spPr>
            <a:xfrm rot="5400000" flipH="1">
              <a:off x="1342194" y="5038456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3" name="等腰三角形 72">
              <a:extLst>
                <a:ext uri="{FF2B5EF4-FFF2-40B4-BE49-F238E27FC236}">
                  <a16:creationId xmlns:a16="http://schemas.microsoft.com/office/drawing/2014/main" id="{70B47730-1AFC-443E-AA3E-DBD84767B180}"/>
                </a:ext>
              </a:extLst>
            </p:cNvPr>
            <p:cNvSpPr/>
            <p:nvPr/>
          </p:nvSpPr>
          <p:spPr>
            <a:xfrm rot="5400000" flipH="1">
              <a:off x="1342194" y="577254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4" name="等腰三角形 73">
              <a:extLst>
                <a:ext uri="{FF2B5EF4-FFF2-40B4-BE49-F238E27FC236}">
                  <a16:creationId xmlns:a16="http://schemas.microsoft.com/office/drawing/2014/main" id="{FF7D7A52-1610-46C7-983C-8B0CF9A61B7E}"/>
                </a:ext>
              </a:extLst>
            </p:cNvPr>
            <p:cNvSpPr/>
            <p:nvPr/>
          </p:nvSpPr>
          <p:spPr>
            <a:xfrm rot="5400000" flipH="1">
              <a:off x="968349" y="541378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5" name="等腰三角形 74">
              <a:extLst>
                <a:ext uri="{FF2B5EF4-FFF2-40B4-BE49-F238E27FC236}">
                  <a16:creationId xmlns:a16="http://schemas.microsoft.com/office/drawing/2014/main" id="{8DC42994-2580-4E83-A94A-0D6D58E6AFA1}"/>
                </a:ext>
              </a:extLst>
            </p:cNvPr>
            <p:cNvSpPr/>
            <p:nvPr/>
          </p:nvSpPr>
          <p:spPr>
            <a:xfrm rot="5400000" flipH="1">
              <a:off x="1078723" y="514853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6" name="等腰三角形 75">
              <a:extLst>
                <a:ext uri="{FF2B5EF4-FFF2-40B4-BE49-F238E27FC236}">
                  <a16:creationId xmlns:a16="http://schemas.microsoft.com/office/drawing/2014/main" id="{61CC7E32-1CDA-4EE2-9F3C-915BC3EEBB6D}"/>
                </a:ext>
              </a:extLst>
            </p:cNvPr>
            <p:cNvSpPr/>
            <p:nvPr/>
          </p:nvSpPr>
          <p:spPr>
            <a:xfrm rot="5400000" flipH="1">
              <a:off x="1078723" y="567819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7" name="等腰三角形 76">
              <a:extLst>
                <a:ext uri="{FF2B5EF4-FFF2-40B4-BE49-F238E27FC236}">
                  <a16:creationId xmlns:a16="http://schemas.microsoft.com/office/drawing/2014/main" id="{F032D4F5-4127-42D6-8644-C4E6AA934D86}"/>
                </a:ext>
              </a:extLst>
            </p:cNvPr>
            <p:cNvSpPr/>
            <p:nvPr/>
          </p:nvSpPr>
          <p:spPr>
            <a:xfrm rot="5400000" flipH="1">
              <a:off x="1603549" y="514853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8" name="等腰三角形 77">
              <a:extLst>
                <a:ext uri="{FF2B5EF4-FFF2-40B4-BE49-F238E27FC236}">
                  <a16:creationId xmlns:a16="http://schemas.microsoft.com/office/drawing/2014/main" id="{4AB18EB2-6677-4448-A729-D38143E95FBF}"/>
                </a:ext>
              </a:extLst>
            </p:cNvPr>
            <p:cNvSpPr/>
            <p:nvPr/>
          </p:nvSpPr>
          <p:spPr>
            <a:xfrm rot="5400000" flipH="1">
              <a:off x="1603549" y="567819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9" name="等腰三角形 78">
              <a:extLst>
                <a:ext uri="{FF2B5EF4-FFF2-40B4-BE49-F238E27FC236}">
                  <a16:creationId xmlns:a16="http://schemas.microsoft.com/office/drawing/2014/main" id="{8C63E15B-762B-4188-BC2D-DA796D1434E1}"/>
                </a:ext>
              </a:extLst>
            </p:cNvPr>
            <p:cNvSpPr/>
            <p:nvPr/>
          </p:nvSpPr>
          <p:spPr>
            <a:xfrm rot="5400000" flipH="1">
              <a:off x="1705447" y="541378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grpSp>
        <p:nvGrpSpPr>
          <p:cNvPr id="27" name="群組 26">
            <a:extLst>
              <a:ext uri="{FF2B5EF4-FFF2-40B4-BE49-F238E27FC236}">
                <a16:creationId xmlns:a16="http://schemas.microsoft.com/office/drawing/2014/main" id="{BF94BE1F-3691-4B5F-9AF0-5D5F4535D47C}"/>
              </a:ext>
            </a:extLst>
          </p:cNvPr>
          <p:cNvGrpSpPr/>
          <p:nvPr/>
        </p:nvGrpSpPr>
        <p:grpSpPr>
          <a:xfrm>
            <a:off x="3463278" y="4421229"/>
            <a:ext cx="1150186" cy="1150186"/>
            <a:chOff x="3463278" y="4507593"/>
            <a:chExt cx="1150186" cy="1150186"/>
          </a:xfrm>
        </p:grpSpPr>
        <p:sp>
          <p:nvSpPr>
            <p:cNvPr id="129" name="矩形: 圓角 128">
              <a:extLst>
                <a:ext uri="{FF2B5EF4-FFF2-40B4-BE49-F238E27FC236}">
                  <a16:creationId xmlns:a16="http://schemas.microsoft.com/office/drawing/2014/main" id="{2D038D8C-0BDF-42F2-9612-7A8BE01DE865}"/>
                </a:ext>
              </a:extLst>
            </p:cNvPr>
            <p:cNvSpPr/>
            <p:nvPr/>
          </p:nvSpPr>
          <p:spPr>
            <a:xfrm>
              <a:off x="3463278" y="4507593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81" name="箭號: 左-右雙向 80">
              <a:extLst>
                <a:ext uri="{FF2B5EF4-FFF2-40B4-BE49-F238E27FC236}">
                  <a16:creationId xmlns:a16="http://schemas.microsoft.com/office/drawing/2014/main" id="{05D7B791-A1EF-44BC-9A11-06C1AB8C1CB8}"/>
                </a:ext>
              </a:extLst>
            </p:cNvPr>
            <p:cNvSpPr/>
            <p:nvPr/>
          </p:nvSpPr>
          <p:spPr>
            <a:xfrm rot="5400000">
              <a:off x="3570206" y="4997510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82" name="箭號: 左-右雙向 81">
              <a:extLst>
                <a:ext uri="{FF2B5EF4-FFF2-40B4-BE49-F238E27FC236}">
                  <a16:creationId xmlns:a16="http://schemas.microsoft.com/office/drawing/2014/main" id="{E21E3599-A113-48A6-A6E1-E5EE1AD4BDFC}"/>
                </a:ext>
              </a:extLst>
            </p:cNvPr>
            <p:cNvSpPr/>
            <p:nvPr/>
          </p:nvSpPr>
          <p:spPr>
            <a:xfrm rot="5400000">
              <a:off x="4288335" y="4997510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3" name="箭號: 左-右雙向 82">
              <a:extLst>
                <a:ext uri="{FF2B5EF4-FFF2-40B4-BE49-F238E27FC236}">
                  <a16:creationId xmlns:a16="http://schemas.microsoft.com/office/drawing/2014/main" id="{42D1021F-2AB3-4D5D-8853-8149A2082D5D}"/>
                </a:ext>
              </a:extLst>
            </p:cNvPr>
            <p:cNvSpPr/>
            <p:nvPr/>
          </p:nvSpPr>
          <p:spPr>
            <a:xfrm rot="5400000">
              <a:off x="3676376" y="4743175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4" name="箭號: 左-右雙向 83">
              <a:extLst>
                <a:ext uri="{FF2B5EF4-FFF2-40B4-BE49-F238E27FC236}">
                  <a16:creationId xmlns:a16="http://schemas.microsoft.com/office/drawing/2014/main" id="{63A1FEF8-8BDF-4FB8-B45A-1D49216C701E}"/>
                </a:ext>
              </a:extLst>
            </p:cNvPr>
            <p:cNvSpPr/>
            <p:nvPr/>
          </p:nvSpPr>
          <p:spPr>
            <a:xfrm rot="5400000">
              <a:off x="4173916" y="5261300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5" name="箭號: 左-右雙向 84">
              <a:extLst>
                <a:ext uri="{FF2B5EF4-FFF2-40B4-BE49-F238E27FC236}">
                  <a16:creationId xmlns:a16="http://schemas.microsoft.com/office/drawing/2014/main" id="{F59B9D53-190E-495D-B0E1-273637D7645A}"/>
                </a:ext>
              </a:extLst>
            </p:cNvPr>
            <p:cNvSpPr/>
            <p:nvPr/>
          </p:nvSpPr>
          <p:spPr>
            <a:xfrm rot="5400000">
              <a:off x="3676376" y="5261300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86" name="箭號: 左-右雙向 85">
              <a:extLst>
                <a:ext uri="{FF2B5EF4-FFF2-40B4-BE49-F238E27FC236}">
                  <a16:creationId xmlns:a16="http://schemas.microsoft.com/office/drawing/2014/main" id="{D1679020-6196-46BB-BAF1-FC9954E0FF4B}"/>
                </a:ext>
              </a:extLst>
            </p:cNvPr>
            <p:cNvSpPr/>
            <p:nvPr/>
          </p:nvSpPr>
          <p:spPr>
            <a:xfrm rot="5400000">
              <a:off x="4173915" y="4743175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7" name="箭號: 左-右雙向 86">
              <a:extLst>
                <a:ext uri="{FF2B5EF4-FFF2-40B4-BE49-F238E27FC236}">
                  <a16:creationId xmlns:a16="http://schemas.microsoft.com/office/drawing/2014/main" id="{EA521358-79D5-4481-B616-3A2FDBA114D9}"/>
                </a:ext>
              </a:extLst>
            </p:cNvPr>
            <p:cNvSpPr/>
            <p:nvPr/>
          </p:nvSpPr>
          <p:spPr>
            <a:xfrm rot="5400000">
              <a:off x="3919504" y="5364647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8" name="箭號: 左-右雙向 87">
              <a:extLst>
                <a:ext uri="{FF2B5EF4-FFF2-40B4-BE49-F238E27FC236}">
                  <a16:creationId xmlns:a16="http://schemas.microsoft.com/office/drawing/2014/main" id="{6064CD01-BF47-4A51-90C6-CDC67131DBAB}"/>
                </a:ext>
              </a:extLst>
            </p:cNvPr>
            <p:cNvSpPr/>
            <p:nvPr/>
          </p:nvSpPr>
          <p:spPr>
            <a:xfrm rot="5400000">
              <a:off x="3919504" y="4632905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7174BC2A-1B9F-4151-AE65-69868F38E2CE}"/>
              </a:ext>
            </a:extLst>
          </p:cNvPr>
          <p:cNvGrpSpPr/>
          <p:nvPr/>
        </p:nvGrpSpPr>
        <p:grpSpPr>
          <a:xfrm>
            <a:off x="389151" y="1922593"/>
            <a:ext cx="1150186" cy="1150186"/>
            <a:chOff x="389151" y="2161357"/>
            <a:chExt cx="1150186" cy="1150186"/>
          </a:xfrm>
        </p:grpSpPr>
        <p:sp>
          <p:nvSpPr>
            <p:cNvPr id="127" name="矩形: 圓角 126">
              <a:extLst>
                <a:ext uri="{FF2B5EF4-FFF2-40B4-BE49-F238E27FC236}">
                  <a16:creationId xmlns:a16="http://schemas.microsoft.com/office/drawing/2014/main" id="{611036DC-FA7F-4C36-88D5-80568EB37EAF}"/>
                </a:ext>
              </a:extLst>
            </p:cNvPr>
            <p:cNvSpPr/>
            <p:nvPr/>
          </p:nvSpPr>
          <p:spPr>
            <a:xfrm>
              <a:off x="389151" y="2161357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90" name="箭號: 左-右雙向 89">
              <a:extLst>
                <a:ext uri="{FF2B5EF4-FFF2-40B4-BE49-F238E27FC236}">
                  <a16:creationId xmlns:a16="http://schemas.microsoft.com/office/drawing/2014/main" id="{E64B9AE0-9328-44CB-B79C-DC3875153546}"/>
                </a:ext>
              </a:extLst>
            </p:cNvPr>
            <p:cNvSpPr/>
            <p:nvPr/>
          </p:nvSpPr>
          <p:spPr>
            <a:xfrm rot="10800000">
              <a:off x="494862" y="267653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91" name="箭號: 左-右雙向 90">
              <a:extLst>
                <a:ext uri="{FF2B5EF4-FFF2-40B4-BE49-F238E27FC236}">
                  <a16:creationId xmlns:a16="http://schemas.microsoft.com/office/drawing/2014/main" id="{EB4C84A6-FE54-42E1-8180-684A7283A1A9}"/>
                </a:ext>
              </a:extLst>
            </p:cNvPr>
            <p:cNvSpPr/>
            <p:nvPr/>
          </p:nvSpPr>
          <p:spPr>
            <a:xfrm rot="10800000">
              <a:off x="1212991" y="267653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92" name="箭號: 左-右雙向 91">
              <a:extLst>
                <a:ext uri="{FF2B5EF4-FFF2-40B4-BE49-F238E27FC236}">
                  <a16:creationId xmlns:a16="http://schemas.microsoft.com/office/drawing/2014/main" id="{DC4B2C4F-0F38-4B30-A91F-18556FC423F7}"/>
                </a:ext>
              </a:extLst>
            </p:cNvPr>
            <p:cNvSpPr/>
            <p:nvPr/>
          </p:nvSpPr>
          <p:spPr>
            <a:xfrm>
              <a:off x="601032" y="2422199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93" name="箭號: 左-右雙向 92">
              <a:extLst>
                <a:ext uri="{FF2B5EF4-FFF2-40B4-BE49-F238E27FC236}">
                  <a16:creationId xmlns:a16="http://schemas.microsoft.com/office/drawing/2014/main" id="{1CF9B053-1A19-4B04-8316-81E4FD56B2AB}"/>
                </a:ext>
              </a:extLst>
            </p:cNvPr>
            <p:cNvSpPr/>
            <p:nvPr/>
          </p:nvSpPr>
          <p:spPr>
            <a:xfrm>
              <a:off x="1098572" y="294032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94" name="箭號: 左-右雙向 93">
              <a:extLst>
                <a:ext uri="{FF2B5EF4-FFF2-40B4-BE49-F238E27FC236}">
                  <a16:creationId xmlns:a16="http://schemas.microsoft.com/office/drawing/2014/main" id="{34996541-5BC9-4E89-8980-E6D6444437CA}"/>
                </a:ext>
              </a:extLst>
            </p:cNvPr>
            <p:cNvSpPr/>
            <p:nvPr/>
          </p:nvSpPr>
          <p:spPr>
            <a:xfrm>
              <a:off x="601033" y="294032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95" name="箭號: 左-右雙向 94">
              <a:extLst>
                <a:ext uri="{FF2B5EF4-FFF2-40B4-BE49-F238E27FC236}">
                  <a16:creationId xmlns:a16="http://schemas.microsoft.com/office/drawing/2014/main" id="{73E6DCEE-851F-47E2-913E-FF55A7FB4C47}"/>
                </a:ext>
              </a:extLst>
            </p:cNvPr>
            <p:cNvSpPr/>
            <p:nvPr/>
          </p:nvSpPr>
          <p:spPr>
            <a:xfrm>
              <a:off x="1098571" y="2422199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96" name="箭號: 左-右雙向 95">
              <a:extLst>
                <a:ext uri="{FF2B5EF4-FFF2-40B4-BE49-F238E27FC236}">
                  <a16:creationId xmlns:a16="http://schemas.microsoft.com/office/drawing/2014/main" id="{F4130B0D-A554-4785-9D95-AB0479A2027D}"/>
                </a:ext>
              </a:extLst>
            </p:cNvPr>
            <p:cNvSpPr/>
            <p:nvPr/>
          </p:nvSpPr>
          <p:spPr>
            <a:xfrm>
              <a:off x="844160" y="3043671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97" name="箭號: 左-右雙向 96">
              <a:extLst>
                <a:ext uri="{FF2B5EF4-FFF2-40B4-BE49-F238E27FC236}">
                  <a16:creationId xmlns:a16="http://schemas.microsoft.com/office/drawing/2014/main" id="{3B2FEE22-1AD5-48AF-80D0-9896692AA9E1}"/>
                </a:ext>
              </a:extLst>
            </p:cNvPr>
            <p:cNvSpPr/>
            <p:nvPr/>
          </p:nvSpPr>
          <p:spPr>
            <a:xfrm>
              <a:off x="844160" y="2311929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文字方塊 112">
                <a:extLst>
                  <a:ext uri="{FF2B5EF4-FFF2-40B4-BE49-F238E27FC236}">
                    <a16:creationId xmlns:a16="http://schemas.microsoft.com/office/drawing/2014/main" id="{BD7D3F58-D2E2-42DB-8B1B-53D87DE0B9E9}"/>
                  </a:ext>
                </a:extLst>
              </p:cNvPr>
              <p:cNvSpPr txBox="1"/>
              <p:nvPr/>
            </p:nvSpPr>
            <p:spPr>
              <a:xfrm>
                <a:off x="2143803" y="4475662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−1, 0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13" name="文字方塊 112">
                <a:extLst>
                  <a:ext uri="{FF2B5EF4-FFF2-40B4-BE49-F238E27FC236}">
                    <a16:creationId xmlns:a16="http://schemas.microsoft.com/office/drawing/2014/main" id="{BD7D3F58-D2E2-42DB-8B1B-53D87DE0B9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3803" y="4475662"/>
                <a:ext cx="812954" cy="338554"/>
              </a:xfrm>
              <a:prstGeom prst="rect">
                <a:avLst/>
              </a:prstGeom>
              <a:blipFill>
                <a:blip r:embed="rId2"/>
                <a:stretch>
                  <a:fillRect t="-108929" r="-46617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文字方塊 113">
                <a:extLst>
                  <a:ext uri="{FF2B5EF4-FFF2-40B4-BE49-F238E27FC236}">
                    <a16:creationId xmlns:a16="http://schemas.microsoft.com/office/drawing/2014/main" id="{597F4F6E-837A-4FE6-9C6C-CE22102694D1}"/>
                  </a:ext>
                </a:extLst>
              </p:cNvPr>
              <p:cNvSpPr txBox="1"/>
              <p:nvPr/>
            </p:nvSpPr>
            <p:spPr>
              <a:xfrm>
                <a:off x="2160599" y="2591714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14" name="文字方塊 113">
                <a:extLst>
                  <a:ext uri="{FF2B5EF4-FFF2-40B4-BE49-F238E27FC236}">
                    <a16:creationId xmlns:a16="http://schemas.microsoft.com/office/drawing/2014/main" id="{597F4F6E-837A-4FE6-9C6C-CE22102694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0599" y="2591714"/>
                <a:ext cx="812954" cy="338554"/>
              </a:xfrm>
              <a:prstGeom prst="rect">
                <a:avLst/>
              </a:prstGeom>
              <a:blipFill>
                <a:blip r:embed="rId3"/>
                <a:stretch>
                  <a:fillRect t="-108929" r="-36567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2" name="圖片 31">
            <a:extLst>
              <a:ext uri="{FF2B5EF4-FFF2-40B4-BE49-F238E27FC236}">
                <a16:creationId xmlns:a16="http://schemas.microsoft.com/office/drawing/2014/main" id="{AA50D0C9-379E-4B88-BFAB-45F8554B4F9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26" t="20373" r="28237" b="11922"/>
          <a:stretch/>
        </p:blipFill>
        <p:spPr>
          <a:xfrm>
            <a:off x="1887575" y="1293130"/>
            <a:ext cx="1308764" cy="1285746"/>
          </a:xfrm>
          <a:prstGeom prst="rect">
            <a:avLst/>
          </a:prstGeom>
        </p:spPr>
      </p:pic>
      <p:pic>
        <p:nvPicPr>
          <p:cNvPr id="131" name="圖片 130">
            <a:extLst>
              <a:ext uri="{FF2B5EF4-FFF2-40B4-BE49-F238E27FC236}">
                <a16:creationId xmlns:a16="http://schemas.microsoft.com/office/drawing/2014/main" id="{09E37AD3-84C7-4EB4-B06B-7110E29A5E6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26" t="20373" r="28237" b="11922"/>
          <a:stretch/>
        </p:blipFill>
        <p:spPr>
          <a:xfrm>
            <a:off x="317135" y="3118843"/>
            <a:ext cx="1308764" cy="1285746"/>
          </a:xfrm>
          <a:prstGeom prst="rect">
            <a:avLst/>
          </a:prstGeom>
        </p:spPr>
      </p:pic>
      <p:pic>
        <p:nvPicPr>
          <p:cNvPr id="132" name="圖片 131">
            <a:extLst>
              <a:ext uri="{FF2B5EF4-FFF2-40B4-BE49-F238E27FC236}">
                <a16:creationId xmlns:a16="http://schemas.microsoft.com/office/drawing/2014/main" id="{08E3CD1A-4342-4058-BB78-8709BF5E63E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26" t="20373" r="28237" b="11922"/>
          <a:stretch/>
        </p:blipFill>
        <p:spPr>
          <a:xfrm>
            <a:off x="3389535" y="3118843"/>
            <a:ext cx="1308764" cy="1285746"/>
          </a:xfrm>
          <a:prstGeom prst="rect">
            <a:avLst/>
          </a:prstGeom>
        </p:spPr>
      </p:pic>
      <p:pic>
        <p:nvPicPr>
          <p:cNvPr id="133" name="圖片 132">
            <a:extLst>
              <a:ext uri="{FF2B5EF4-FFF2-40B4-BE49-F238E27FC236}">
                <a16:creationId xmlns:a16="http://schemas.microsoft.com/office/drawing/2014/main" id="{7A5486C3-2624-48BB-83FE-832C13E6A68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26" t="20373" r="28237" b="11922"/>
          <a:stretch/>
        </p:blipFill>
        <p:spPr>
          <a:xfrm>
            <a:off x="1895898" y="4857271"/>
            <a:ext cx="1308764" cy="1285746"/>
          </a:xfrm>
          <a:prstGeom prst="rect">
            <a:avLst/>
          </a:prstGeom>
        </p:spPr>
      </p:pic>
      <p:grpSp>
        <p:nvGrpSpPr>
          <p:cNvPr id="191" name="群組 190">
            <a:extLst>
              <a:ext uri="{FF2B5EF4-FFF2-40B4-BE49-F238E27FC236}">
                <a16:creationId xmlns:a16="http://schemas.microsoft.com/office/drawing/2014/main" id="{12A3856D-C8EE-4E5C-9371-C38BC0FAAC9C}"/>
              </a:ext>
            </a:extLst>
          </p:cNvPr>
          <p:cNvGrpSpPr/>
          <p:nvPr/>
        </p:nvGrpSpPr>
        <p:grpSpPr>
          <a:xfrm>
            <a:off x="2523735" y="1841094"/>
            <a:ext cx="115586" cy="110880"/>
            <a:chOff x="1373392" y="2391862"/>
            <a:chExt cx="479433" cy="476535"/>
          </a:xfrm>
        </p:grpSpPr>
        <p:sp>
          <p:nvSpPr>
            <p:cNvPr id="194" name="箭號: 向右 193">
              <a:extLst>
                <a:ext uri="{FF2B5EF4-FFF2-40B4-BE49-F238E27FC236}">
                  <a16:creationId xmlns:a16="http://schemas.microsoft.com/office/drawing/2014/main" id="{5A9976EA-DC90-4C92-81FF-F86EA39FDC9B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95" name="箭號: 向右 194">
              <a:extLst>
                <a:ext uri="{FF2B5EF4-FFF2-40B4-BE49-F238E27FC236}">
                  <a16:creationId xmlns:a16="http://schemas.microsoft.com/office/drawing/2014/main" id="{916F6971-5A5A-43BC-B03E-319A01E32168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2" name="文字方塊 191">
                <a:extLst>
                  <a:ext uri="{FF2B5EF4-FFF2-40B4-BE49-F238E27FC236}">
                    <a16:creationId xmlns:a16="http://schemas.microsoft.com/office/drawing/2014/main" id="{882169EE-BA39-4323-A236-BF2A8F339107}"/>
                  </a:ext>
                </a:extLst>
              </p:cNvPr>
              <p:cNvSpPr txBox="1"/>
              <p:nvPr/>
            </p:nvSpPr>
            <p:spPr>
              <a:xfrm>
                <a:off x="2403858" y="1468117"/>
                <a:ext cx="438402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192" name="文字方塊 191">
                <a:extLst>
                  <a:ext uri="{FF2B5EF4-FFF2-40B4-BE49-F238E27FC236}">
                    <a16:creationId xmlns:a16="http://schemas.microsoft.com/office/drawing/2014/main" id="{882169EE-BA39-4323-A236-BF2A8F3391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3858" y="1468117"/>
                <a:ext cx="438402" cy="424283"/>
              </a:xfrm>
              <a:prstGeom prst="rect">
                <a:avLst/>
              </a:prstGeom>
              <a:blipFill>
                <a:blip r:embed="rId5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3" name="文字方塊 192">
                <a:extLst>
                  <a:ext uri="{FF2B5EF4-FFF2-40B4-BE49-F238E27FC236}">
                    <a16:creationId xmlns:a16="http://schemas.microsoft.com/office/drawing/2014/main" id="{314BEA76-4D8E-4B0B-B6FB-45880D221837}"/>
                  </a:ext>
                </a:extLst>
              </p:cNvPr>
              <p:cNvSpPr txBox="1"/>
              <p:nvPr/>
            </p:nvSpPr>
            <p:spPr>
              <a:xfrm>
                <a:off x="2576840" y="1746270"/>
                <a:ext cx="3884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193" name="文字方塊 192">
                <a:extLst>
                  <a:ext uri="{FF2B5EF4-FFF2-40B4-BE49-F238E27FC236}">
                    <a16:creationId xmlns:a16="http://schemas.microsoft.com/office/drawing/2014/main" id="{314BEA76-4D8E-4B0B-B6FB-45880D2218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6840" y="1746270"/>
                <a:ext cx="388427" cy="400110"/>
              </a:xfrm>
              <a:prstGeom prst="rect">
                <a:avLst/>
              </a:prstGeom>
              <a:blipFill>
                <a:blip r:embed="rId6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群組 30">
            <a:extLst>
              <a:ext uri="{FF2B5EF4-FFF2-40B4-BE49-F238E27FC236}">
                <a16:creationId xmlns:a16="http://schemas.microsoft.com/office/drawing/2014/main" id="{F80A0570-8D7F-4088-A36E-EDFA2AEC7B7B}"/>
              </a:ext>
            </a:extLst>
          </p:cNvPr>
          <p:cNvGrpSpPr/>
          <p:nvPr/>
        </p:nvGrpSpPr>
        <p:grpSpPr>
          <a:xfrm>
            <a:off x="3595979" y="1339944"/>
            <a:ext cx="1150186" cy="1150186"/>
            <a:chOff x="3481679" y="1553308"/>
            <a:chExt cx="1150186" cy="1150186"/>
          </a:xfrm>
        </p:grpSpPr>
        <p:sp>
          <p:nvSpPr>
            <p:cNvPr id="2" name="矩形: 圓角 1">
              <a:extLst>
                <a:ext uri="{FF2B5EF4-FFF2-40B4-BE49-F238E27FC236}">
                  <a16:creationId xmlns:a16="http://schemas.microsoft.com/office/drawing/2014/main" id="{877AF323-90EC-4DA0-9D2C-44F10B312DE5}"/>
                </a:ext>
              </a:extLst>
            </p:cNvPr>
            <p:cNvSpPr/>
            <p:nvPr/>
          </p:nvSpPr>
          <p:spPr>
            <a:xfrm>
              <a:off x="3481679" y="1553308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45" name="橢圓 44">
              <a:extLst>
                <a:ext uri="{FF2B5EF4-FFF2-40B4-BE49-F238E27FC236}">
                  <a16:creationId xmlns:a16="http://schemas.microsoft.com/office/drawing/2014/main" id="{BFD12D8F-18EF-4CE2-B5CB-EF9D62E97FAF}"/>
                </a:ext>
              </a:extLst>
            </p:cNvPr>
            <p:cNvSpPr/>
            <p:nvPr/>
          </p:nvSpPr>
          <p:spPr>
            <a:xfrm>
              <a:off x="3940548" y="1642556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46" name="橢圓 45">
              <a:extLst>
                <a:ext uri="{FF2B5EF4-FFF2-40B4-BE49-F238E27FC236}">
                  <a16:creationId xmlns:a16="http://schemas.microsoft.com/office/drawing/2014/main" id="{1C220D7D-D2E4-4B02-848B-A30F57AC6D7C}"/>
                </a:ext>
              </a:extLst>
            </p:cNvPr>
            <p:cNvSpPr/>
            <p:nvPr/>
          </p:nvSpPr>
          <p:spPr>
            <a:xfrm>
              <a:off x="3940548" y="23780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47" name="橢圓 46">
              <a:extLst>
                <a:ext uri="{FF2B5EF4-FFF2-40B4-BE49-F238E27FC236}">
                  <a16:creationId xmlns:a16="http://schemas.microsoft.com/office/drawing/2014/main" id="{C03BE9E6-CBE4-4CDE-B6BE-D37200A1F03D}"/>
                </a:ext>
              </a:extLst>
            </p:cNvPr>
            <p:cNvSpPr/>
            <p:nvPr/>
          </p:nvSpPr>
          <p:spPr>
            <a:xfrm>
              <a:off x="4303801" y="20153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48" name="橢圓 47">
              <a:extLst>
                <a:ext uri="{FF2B5EF4-FFF2-40B4-BE49-F238E27FC236}">
                  <a16:creationId xmlns:a16="http://schemas.microsoft.com/office/drawing/2014/main" id="{954ADC9E-6B01-44E0-B4CA-5C696A915190}"/>
                </a:ext>
              </a:extLst>
            </p:cNvPr>
            <p:cNvSpPr/>
            <p:nvPr/>
          </p:nvSpPr>
          <p:spPr>
            <a:xfrm>
              <a:off x="3566703" y="20153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9" name="橢圓 48">
              <a:extLst>
                <a:ext uri="{FF2B5EF4-FFF2-40B4-BE49-F238E27FC236}">
                  <a16:creationId xmlns:a16="http://schemas.microsoft.com/office/drawing/2014/main" id="{E67DCB90-0A7F-481B-BABD-D05B6C89D6F4}"/>
                </a:ext>
              </a:extLst>
            </p:cNvPr>
            <p:cNvSpPr/>
            <p:nvPr/>
          </p:nvSpPr>
          <p:spPr>
            <a:xfrm>
              <a:off x="3677077" y="228286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0" name="橢圓 49">
              <a:extLst>
                <a:ext uri="{FF2B5EF4-FFF2-40B4-BE49-F238E27FC236}">
                  <a16:creationId xmlns:a16="http://schemas.microsoft.com/office/drawing/2014/main" id="{CD4D6430-3860-4CDC-834E-87A1CB379DB5}"/>
                </a:ext>
              </a:extLst>
            </p:cNvPr>
            <p:cNvSpPr/>
            <p:nvPr/>
          </p:nvSpPr>
          <p:spPr>
            <a:xfrm>
              <a:off x="3677077" y="175391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1" name="橢圓 50">
              <a:extLst>
                <a:ext uri="{FF2B5EF4-FFF2-40B4-BE49-F238E27FC236}">
                  <a16:creationId xmlns:a16="http://schemas.microsoft.com/office/drawing/2014/main" id="{6E7FB9E9-E437-426C-8FE1-FFF8C37BEA31}"/>
                </a:ext>
              </a:extLst>
            </p:cNvPr>
            <p:cNvSpPr/>
            <p:nvPr/>
          </p:nvSpPr>
          <p:spPr>
            <a:xfrm>
              <a:off x="4201903" y="228286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 dirty="0"/>
            </a:p>
          </p:txBody>
        </p:sp>
        <p:sp>
          <p:nvSpPr>
            <p:cNvPr id="52" name="橢圓 51">
              <a:extLst>
                <a:ext uri="{FF2B5EF4-FFF2-40B4-BE49-F238E27FC236}">
                  <a16:creationId xmlns:a16="http://schemas.microsoft.com/office/drawing/2014/main" id="{6211590B-91FC-4104-932A-C4B35F040F5B}"/>
                </a:ext>
              </a:extLst>
            </p:cNvPr>
            <p:cNvSpPr/>
            <p:nvPr/>
          </p:nvSpPr>
          <p:spPr>
            <a:xfrm>
              <a:off x="4201903" y="175391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53" name="等腰三角形 52">
              <a:extLst>
                <a:ext uri="{FF2B5EF4-FFF2-40B4-BE49-F238E27FC236}">
                  <a16:creationId xmlns:a16="http://schemas.microsoft.com/office/drawing/2014/main" id="{039E01BD-05C8-4311-BDAA-A5DEFBD09F4A}"/>
                </a:ext>
              </a:extLst>
            </p:cNvPr>
            <p:cNvSpPr/>
            <p:nvPr/>
          </p:nvSpPr>
          <p:spPr>
            <a:xfrm rot="16200000">
              <a:off x="4012947" y="161086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54" name="等腰三角形 53">
              <a:extLst>
                <a:ext uri="{FF2B5EF4-FFF2-40B4-BE49-F238E27FC236}">
                  <a16:creationId xmlns:a16="http://schemas.microsoft.com/office/drawing/2014/main" id="{AEF80FE7-E823-4210-9AA1-694E9506974B}"/>
                </a:ext>
              </a:extLst>
            </p:cNvPr>
            <p:cNvSpPr/>
            <p:nvPr/>
          </p:nvSpPr>
          <p:spPr>
            <a:xfrm rot="16200000">
              <a:off x="4012947" y="234495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55" name="等腰三角形 54">
              <a:extLst>
                <a:ext uri="{FF2B5EF4-FFF2-40B4-BE49-F238E27FC236}">
                  <a16:creationId xmlns:a16="http://schemas.microsoft.com/office/drawing/2014/main" id="{B94407FE-F407-43E6-987A-5EB6347AD5D1}"/>
                </a:ext>
              </a:extLst>
            </p:cNvPr>
            <p:cNvSpPr/>
            <p:nvPr/>
          </p:nvSpPr>
          <p:spPr>
            <a:xfrm rot="16200000">
              <a:off x="3639102" y="1986189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6" name="等腰三角形 55">
              <a:extLst>
                <a:ext uri="{FF2B5EF4-FFF2-40B4-BE49-F238E27FC236}">
                  <a16:creationId xmlns:a16="http://schemas.microsoft.com/office/drawing/2014/main" id="{2858E61A-4EEA-448B-AF67-5B5C3564BF86}"/>
                </a:ext>
              </a:extLst>
            </p:cNvPr>
            <p:cNvSpPr/>
            <p:nvPr/>
          </p:nvSpPr>
          <p:spPr>
            <a:xfrm rot="16200000">
              <a:off x="3749476" y="172093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57" name="等腰三角形 56">
              <a:extLst>
                <a:ext uri="{FF2B5EF4-FFF2-40B4-BE49-F238E27FC236}">
                  <a16:creationId xmlns:a16="http://schemas.microsoft.com/office/drawing/2014/main" id="{2D902AEF-584D-4324-B24B-F33B7E7C59DD}"/>
                </a:ext>
              </a:extLst>
            </p:cNvPr>
            <p:cNvSpPr/>
            <p:nvPr/>
          </p:nvSpPr>
          <p:spPr>
            <a:xfrm rot="16200000">
              <a:off x="3749476" y="225060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60" name="等腰三角形 59">
              <a:extLst>
                <a:ext uri="{FF2B5EF4-FFF2-40B4-BE49-F238E27FC236}">
                  <a16:creationId xmlns:a16="http://schemas.microsoft.com/office/drawing/2014/main" id="{535CC7B3-FEE4-4F08-8939-BA239AB4958F}"/>
                </a:ext>
              </a:extLst>
            </p:cNvPr>
            <p:cNvSpPr/>
            <p:nvPr/>
          </p:nvSpPr>
          <p:spPr>
            <a:xfrm rot="16200000">
              <a:off x="4274302" y="172093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61" name="等腰三角形 60">
              <a:extLst>
                <a:ext uri="{FF2B5EF4-FFF2-40B4-BE49-F238E27FC236}">
                  <a16:creationId xmlns:a16="http://schemas.microsoft.com/office/drawing/2014/main" id="{0F46E098-9168-4FAD-B9EC-73C08F7C4774}"/>
                </a:ext>
              </a:extLst>
            </p:cNvPr>
            <p:cNvSpPr/>
            <p:nvPr/>
          </p:nvSpPr>
          <p:spPr>
            <a:xfrm rot="16200000">
              <a:off x="4274302" y="225060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62" name="等腰三角形 61">
              <a:extLst>
                <a:ext uri="{FF2B5EF4-FFF2-40B4-BE49-F238E27FC236}">
                  <a16:creationId xmlns:a16="http://schemas.microsoft.com/office/drawing/2014/main" id="{0FDF0A34-5E11-4D28-A6CE-C4297F577CE8}"/>
                </a:ext>
              </a:extLst>
            </p:cNvPr>
            <p:cNvSpPr/>
            <p:nvPr/>
          </p:nvSpPr>
          <p:spPr>
            <a:xfrm rot="16200000">
              <a:off x="4376200" y="1986189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grpSp>
          <p:nvGrpSpPr>
            <p:cNvPr id="197" name="群組 196">
              <a:extLst>
                <a:ext uri="{FF2B5EF4-FFF2-40B4-BE49-F238E27FC236}">
                  <a16:creationId xmlns:a16="http://schemas.microsoft.com/office/drawing/2014/main" id="{64572B81-FCEE-489A-BCAF-0F86A81819B7}"/>
                </a:ext>
              </a:extLst>
            </p:cNvPr>
            <p:cNvGrpSpPr/>
            <p:nvPr/>
          </p:nvGrpSpPr>
          <p:grpSpPr>
            <a:xfrm>
              <a:off x="4057671" y="2031019"/>
              <a:ext cx="115586" cy="110880"/>
              <a:chOff x="1373392" y="2391862"/>
              <a:chExt cx="479433" cy="476535"/>
            </a:xfrm>
          </p:grpSpPr>
          <p:sp>
            <p:nvSpPr>
              <p:cNvPr id="200" name="箭號: 向右 199">
                <a:extLst>
                  <a:ext uri="{FF2B5EF4-FFF2-40B4-BE49-F238E27FC236}">
                    <a16:creationId xmlns:a16="http://schemas.microsoft.com/office/drawing/2014/main" id="{4BF31411-8F4A-4F23-8A60-5C1E37F03CE5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600">
                  <a:solidFill>
                    <a:schemeClr val="bg1"/>
                  </a:solidFill>
                </a:endParaRPr>
              </a:p>
            </p:txBody>
          </p:sp>
          <p:sp>
            <p:nvSpPr>
              <p:cNvPr id="201" name="箭號: 向右 200">
                <a:extLst>
                  <a:ext uri="{FF2B5EF4-FFF2-40B4-BE49-F238E27FC236}">
                    <a16:creationId xmlns:a16="http://schemas.microsoft.com/office/drawing/2014/main" id="{AA185A28-BD2D-474C-A576-226BFFE361A3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60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8" name="文字方塊 197">
                  <a:extLst>
                    <a:ext uri="{FF2B5EF4-FFF2-40B4-BE49-F238E27FC236}">
                      <a16:creationId xmlns:a16="http://schemas.microsoft.com/office/drawing/2014/main" id="{A158A9CD-C3A5-4146-A816-D6FA568EB476}"/>
                    </a:ext>
                  </a:extLst>
                </p:cNvPr>
                <p:cNvSpPr txBox="1"/>
                <p:nvPr/>
              </p:nvSpPr>
              <p:spPr>
                <a:xfrm>
                  <a:off x="3931603" y="1730465"/>
                  <a:ext cx="411859" cy="3579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98" name="文字方塊 197">
                  <a:extLst>
                    <a:ext uri="{FF2B5EF4-FFF2-40B4-BE49-F238E27FC236}">
                      <a16:creationId xmlns:a16="http://schemas.microsoft.com/office/drawing/2014/main" id="{A158A9CD-C3A5-4146-A816-D6FA568EB4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1603" y="1730465"/>
                  <a:ext cx="411859" cy="357983"/>
                </a:xfrm>
                <a:prstGeom prst="rect">
                  <a:avLst/>
                </a:prstGeom>
                <a:blipFill>
                  <a:blip r:embed="rId7"/>
                  <a:stretch>
                    <a:fillRect b="-169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9" name="文字方塊 198">
                  <a:extLst>
                    <a:ext uri="{FF2B5EF4-FFF2-40B4-BE49-F238E27FC236}">
                      <a16:creationId xmlns:a16="http://schemas.microsoft.com/office/drawing/2014/main" id="{9F8B6938-D760-409B-B56E-F2C58D701FE9}"/>
                    </a:ext>
                  </a:extLst>
                </p:cNvPr>
                <p:cNvSpPr txBox="1"/>
                <p:nvPr/>
              </p:nvSpPr>
              <p:spPr>
                <a:xfrm>
                  <a:off x="4111240" y="1908368"/>
                  <a:ext cx="348841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99" name="文字方塊 198">
                  <a:extLst>
                    <a:ext uri="{FF2B5EF4-FFF2-40B4-BE49-F238E27FC236}">
                      <a16:creationId xmlns:a16="http://schemas.microsoft.com/office/drawing/2014/main" id="{9F8B6938-D760-409B-B56E-F2C58D701F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1240" y="1908368"/>
                  <a:ext cx="348841" cy="338554"/>
                </a:xfrm>
                <a:prstGeom prst="rect">
                  <a:avLst/>
                </a:prstGeom>
                <a:blipFill>
                  <a:blip r:embed="rId8"/>
                  <a:stretch>
                    <a:fillRect b="-357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4" name="文字方塊 213">
                <a:extLst>
                  <a:ext uri="{FF2B5EF4-FFF2-40B4-BE49-F238E27FC236}">
                    <a16:creationId xmlns:a16="http://schemas.microsoft.com/office/drawing/2014/main" id="{EFDA59F8-F89D-4806-A636-5828FA46C3A1}"/>
                  </a:ext>
                </a:extLst>
              </p:cNvPr>
              <p:cNvSpPr txBox="1"/>
              <p:nvPr/>
            </p:nvSpPr>
            <p:spPr>
              <a:xfrm>
                <a:off x="1869914" y="2177397"/>
                <a:ext cx="6523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 xmlns="">
          <p:sp>
            <p:nvSpPr>
              <p:cNvPr id="214" name="文字方塊 213">
                <a:extLst>
                  <a:ext uri="{FF2B5EF4-FFF2-40B4-BE49-F238E27FC236}">
                    <a16:creationId xmlns:a16="http://schemas.microsoft.com/office/drawing/2014/main" id="{EFDA59F8-F89D-4806-A636-5828FA46C3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9914" y="2177397"/>
                <a:ext cx="652306" cy="338554"/>
              </a:xfrm>
              <a:prstGeom prst="rect">
                <a:avLst/>
              </a:prstGeom>
              <a:blipFill>
                <a:blip r:embed="rId9"/>
                <a:stretch>
                  <a:fillRect b="-53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6" name="文字方塊 215">
            <a:extLst>
              <a:ext uri="{FF2B5EF4-FFF2-40B4-BE49-F238E27FC236}">
                <a16:creationId xmlns:a16="http://schemas.microsoft.com/office/drawing/2014/main" id="{42C1D9B8-8446-4675-B219-B666A3F92AA7}"/>
              </a:ext>
            </a:extLst>
          </p:cNvPr>
          <p:cNvSpPr txBox="1"/>
          <p:nvPr/>
        </p:nvSpPr>
        <p:spPr>
          <a:xfrm>
            <a:off x="813141" y="116393"/>
            <a:ext cx="347427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Transverse component</a:t>
            </a:r>
            <a:endParaRPr lang="zh-TW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9B50033E-DE33-4154-B5F1-8F9B5FFA7A61}"/>
                  </a:ext>
                </a:extLst>
              </p:cNvPr>
              <p:cNvSpPr txBox="1"/>
              <p:nvPr/>
            </p:nvSpPr>
            <p:spPr>
              <a:xfrm>
                <a:off x="1700782" y="1267557"/>
                <a:ext cx="167359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6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9B50033E-DE33-4154-B5F1-8F9B5FFA7A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0782" y="1267557"/>
                <a:ext cx="1673596" cy="338554"/>
              </a:xfrm>
              <a:prstGeom prst="rect">
                <a:avLst/>
              </a:prstGeom>
              <a:blipFill>
                <a:blip r:embed="rId10"/>
                <a:stretch>
                  <a:fillRect b="-109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1" name="文字方塊 220">
                <a:extLst>
                  <a:ext uri="{FF2B5EF4-FFF2-40B4-BE49-F238E27FC236}">
                    <a16:creationId xmlns:a16="http://schemas.microsoft.com/office/drawing/2014/main" id="{1F2AF2E0-5B21-4D02-9C04-810F49C1DE66}"/>
                  </a:ext>
                </a:extLst>
              </p:cNvPr>
              <p:cNvSpPr txBox="1"/>
              <p:nvPr/>
            </p:nvSpPr>
            <p:spPr>
              <a:xfrm>
                <a:off x="380945" y="3085891"/>
                <a:ext cx="115018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221" name="文字方塊 220">
                <a:extLst>
                  <a:ext uri="{FF2B5EF4-FFF2-40B4-BE49-F238E27FC236}">
                    <a16:creationId xmlns:a16="http://schemas.microsoft.com/office/drawing/2014/main" id="{1F2AF2E0-5B21-4D02-9C04-810F49C1D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945" y="3085891"/>
                <a:ext cx="1150186" cy="338554"/>
              </a:xfrm>
              <a:prstGeom prst="rect">
                <a:avLst/>
              </a:prstGeom>
              <a:blipFill>
                <a:blip r:embed="rId11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2" name="文字方塊 221">
                <a:extLst>
                  <a:ext uri="{FF2B5EF4-FFF2-40B4-BE49-F238E27FC236}">
                    <a16:creationId xmlns:a16="http://schemas.microsoft.com/office/drawing/2014/main" id="{5E07A889-321A-4082-9225-757B6BF06F3F}"/>
                  </a:ext>
                </a:extLst>
              </p:cNvPr>
              <p:cNvSpPr txBox="1"/>
              <p:nvPr/>
            </p:nvSpPr>
            <p:spPr>
              <a:xfrm>
                <a:off x="3463670" y="3085891"/>
                <a:ext cx="115018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222" name="文字方塊 221">
                <a:extLst>
                  <a:ext uri="{FF2B5EF4-FFF2-40B4-BE49-F238E27FC236}">
                    <a16:creationId xmlns:a16="http://schemas.microsoft.com/office/drawing/2014/main" id="{5E07A889-321A-4082-9225-757B6BF06F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3670" y="3085891"/>
                <a:ext cx="1150186" cy="338554"/>
              </a:xfrm>
              <a:prstGeom prst="rect">
                <a:avLst/>
              </a:prstGeom>
              <a:blipFill>
                <a:blip r:embed="rId12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3" name="文字方塊 222">
                <a:extLst>
                  <a:ext uri="{FF2B5EF4-FFF2-40B4-BE49-F238E27FC236}">
                    <a16:creationId xmlns:a16="http://schemas.microsoft.com/office/drawing/2014/main" id="{8E51661C-F95C-44C0-A8F0-38165630EE4E}"/>
                  </a:ext>
                </a:extLst>
              </p:cNvPr>
              <p:cNvSpPr txBox="1"/>
              <p:nvPr/>
            </p:nvSpPr>
            <p:spPr>
              <a:xfrm>
                <a:off x="1975187" y="4843095"/>
                <a:ext cx="115018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223" name="文字方塊 222">
                <a:extLst>
                  <a:ext uri="{FF2B5EF4-FFF2-40B4-BE49-F238E27FC236}">
                    <a16:creationId xmlns:a16="http://schemas.microsoft.com/office/drawing/2014/main" id="{8E51661C-F95C-44C0-A8F0-38165630EE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5187" y="4843095"/>
                <a:ext cx="1150186" cy="33855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4" name="圖片 223">
            <a:extLst>
              <a:ext uri="{FF2B5EF4-FFF2-40B4-BE49-F238E27FC236}">
                <a16:creationId xmlns:a16="http://schemas.microsoft.com/office/drawing/2014/main" id="{4EA54F6C-70B5-4267-BECD-E6E6C07FBDE8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49083"/>
          <a:stretch/>
        </p:blipFill>
        <p:spPr>
          <a:xfrm>
            <a:off x="1399921" y="515896"/>
            <a:ext cx="2300718" cy="620437"/>
          </a:xfrm>
          <a:prstGeom prst="rect">
            <a:avLst/>
          </a:prstGeom>
        </p:spPr>
      </p:pic>
      <p:pic>
        <p:nvPicPr>
          <p:cNvPr id="153" name="圖片 152">
            <a:extLst>
              <a:ext uri="{FF2B5EF4-FFF2-40B4-BE49-F238E27FC236}">
                <a16:creationId xmlns:a16="http://schemas.microsoft.com/office/drawing/2014/main" id="{E70F1D4D-A58E-4BD6-A8D5-405865F16C15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781" t="8908" r="4868" b="70278"/>
          <a:stretch/>
        </p:blipFill>
        <p:spPr>
          <a:xfrm>
            <a:off x="3202101" y="1249650"/>
            <a:ext cx="424866" cy="13549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文字方塊 154">
                <a:extLst>
                  <a:ext uri="{FF2B5EF4-FFF2-40B4-BE49-F238E27FC236}">
                    <a16:creationId xmlns:a16="http://schemas.microsoft.com/office/drawing/2014/main" id="{6E2C7196-1BBD-4D80-A7AC-4190F3C5767C}"/>
                  </a:ext>
                </a:extLst>
              </p:cNvPr>
              <p:cNvSpPr txBox="1"/>
              <p:nvPr/>
            </p:nvSpPr>
            <p:spPr>
              <a:xfrm>
                <a:off x="3128481" y="2339226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55" name="文字方塊 154">
                <a:extLst>
                  <a:ext uri="{FF2B5EF4-FFF2-40B4-BE49-F238E27FC236}">
                    <a16:creationId xmlns:a16="http://schemas.microsoft.com/office/drawing/2014/main" id="{6E2C7196-1BBD-4D80-A7AC-4190F3C576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8481" y="2339226"/>
                <a:ext cx="478319" cy="30777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14">
            <a:extLst>
              <a:ext uri="{FF2B5EF4-FFF2-40B4-BE49-F238E27FC236}">
                <a16:creationId xmlns:a16="http://schemas.microsoft.com/office/drawing/2014/main" id="{7F5221CE-37EE-40D8-BC56-84C6BB77B026}"/>
              </a:ext>
            </a:extLst>
          </p:cNvPr>
          <p:cNvSpPr/>
          <p:nvPr/>
        </p:nvSpPr>
        <p:spPr>
          <a:xfrm>
            <a:off x="2490566" y="2826349"/>
            <a:ext cx="162450" cy="168277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6" name="Oval 4">
            <a:extLst>
              <a:ext uri="{FF2B5EF4-FFF2-40B4-BE49-F238E27FC236}">
                <a16:creationId xmlns:a16="http://schemas.microsoft.com/office/drawing/2014/main" id="{CDA31535-4AC8-4BAD-BE8E-AFCF3A5C1DFF}"/>
              </a:ext>
            </a:extLst>
          </p:cNvPr>
          <p:cNvSpPr/>
          <p:nvPr/>
        </p:nvSpPr>
        <p:spPr>
          <a:xfrm>
            <a:off x="1851984" y="2910487"/>
            <a:ext cx="1443999" cy="1495797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7" name="Oval 15">
            <a:extLst>
              <a:ext uri="{FF2B5EF4-FFF2-40B4-BE49-F238E27FC236}">
                <a16:creationId xmlns:a16="http://schemas.microsoft.com/office/drawing/2014/main" id="{1B9C275D-D4F9-404B-9759-D3137F20859E}"/>
              </a:ext>
            </a:extLst>
          </p:cNvPr>
          <p:cNvSpPr/>
          <p:nvPr/>
        </p:nvSpPr>
        <p:spPr>
          <a:xfrm>
            <a:off x="2490566" y="4321306"/>
            <a:ext cx="162450" cy="168277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8" name="SHO">
            <a:extLst>
              <a:ext uri="{FF2B5EF4-FFF2-40B4-BE49-F238E27FC236}">
                <a16:creationId xmlns:a16="http://schemas.microsoft.com/office/drawing/2014/main" id="{A12C8863-94E3-49F7-8C57-91B9A2E1BDE3}"/>
              </a:ext>
            </a:extLst>
          </p:cNvPr>
          <p:cNvSpPr/>
          <p:nvPr/>
        </p:nvSpPr>
        <p:spPr>
          <a:xfrm rot="16200000">
            <a:off x="2260445" y="2936886"/>
            <a:ext cx="622693" cy="1443999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9" name="SVO">
            <a:extLst>
              <a:ext uri="{FF2B5EF4-FFF2-40B4-BE49-F238E27FC236}">
                <a16:creationId xmlns:a16="http://schemas.microsoft.com/office/drawing/2014/main" id="{BC0941FF-C00B-42D1-B1F2-D6E6CE090459}"/>
              </a:ext>
            </a:extLst>
          </p:cNvPr>
          <p:cNvSpPr/>
          <p:nvPr/>
        </p:nvSpPr>
        <p:spPr>
          <a:xfrm>
            <a:off x="2209892" y="2910988"/>
            <a:ext cx="722000" cy="1495797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0" name="Oval 6">
            <a:extLst>
              <a:ext uri="{FF2B5EF4-FFF2-40B4-BE49-F238E27FC236}">
                <a16:creationId xmlns:a16="http://schemas.microsoft.com/office/drawing/2014/main" id="{3B7219CA-A385-4095-B7EA-6C247B36BEF6}"/>
              </a:ext>
            </a:extLst>
          </p:cNvPr>
          <p:cNvSpPr/>
          <p:nvPr/>
        </p:nvSpPr>
        <p:spPr>
          <a:xfrm rot="16200000">
            <a:off x="2260445" y="2936886"/>
            <a:ext cx="622693" cy="1443999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1">
                <a:extLst>
                  <a:ext uri="{FF2B5EF4-FFF2-40B4-BE49-F238E27FC236}">
                    <a16:creationId xmlns:a16="http://schemas.microsoft.com/office/drawing/2014/main" id="{B7A5A3D7-6CE8-4726-9BEB-8C30B332BFDE}"/>
                  </a:ext>
                </a:extLst>
              </p:cNvPr>
              <p:cNvSpPr txBox="1"/>
              <p:nvPr/>
            </p:nvSpPr>
            <p:spPr>
              <a:xfrm>
                <a:off x="2022094" y="3480535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3" name="TextBox 11">
                <a:extLst>
                  <a:ext uri="{FF2B5EF4-FFF2-40B4-BE49-F238E27FC236}">
                    <a16:creationId xmlns:a16="http://schemas.microsoft.com/office/drawing/2014/main" id="{B7A5A3D7-6CE8-4726-9BEB-8C30B332BF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2094" y="3480535"/>
                <a:ext cx="176928" cy="338554"/>
              </a:xfrm>
              <a:prstGeom prst="rect">
                <a:avLst/>
              </a:prstGeom>
              <a:blipFill>
                <a:blip r:embed="rId17"/>
                <a:stretch>
                  <a:fillRect r="-413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Oval 22">
            <a:extLst>
              <a:ext uri="{FF2B5EF4-FFF2-40B4-BE49-F238E27FC236}">
                <a16:creationId xmlns:a16="http://schemas.microsoft.com/office/drawing/2014/main" id="{DC8DEB48-159A-432A-A563-D1E2F53D788D}"/>
              </a:ext>
            </a:extLst>
          </p:cNvPr>
          <p:cNvSpPr/>
          <p:nvPr/>
        </p:nvSpPr>
        <p:spPr>
          <a:xfrm>
            <a:off x="2489620" y="4321306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2">
                <a:extLst>
                  <a:ext uri="{FF2B5EF4-FFF2-40B4-BE49-F238E27FC236}">
                    <a16:creationId xmlns:a16="http://schemas.microsoft.com/office/drawing/2014/main" id="{C30F96C9-2DED-45AF-B673-D98C394280FB}"/>
                  </a:ext>
                </a:extLst>
              </p:cNvPr>
              <p:cNvSpPr txBox="1"/>
              <p:nvPr/>
            </p:nvSpPr>
            <p:spPr>
              <a:xfrm>
                <a:off x="2677017" y="3575932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5" name="TextBox 12">
                <a:extLst>
                  <a:ext uri="{FF2B5EF4-FFF2-40B4-BE49-F238E27FC236}">
                    <a16:creationId xmlns:a16="http://schemas.microsoft.com/office/drawing/2014/main" id="{C30F96C9-2DED-45AF-B673-D98C394280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7017" y="3575932"/>
                <a:ext cx="176928" cy="338554"/>
              </a:xfrm>
              <a:prstGeom prst="rect">
                <a:avLst/>
              </a:prstGeom>
              <a:blipFill>
                <a:blip r:embed="rId18"/>
                <a:stretch>
                  <a:fillRect r="-55172" b="-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3">
                <a:extLst>
                  <a:ext uri="{FF2B5EF4-FFF2-40B4-BE49-F238E27FC236}">
                    <a16:creationId xmlns:a16="http://schemas.microsoft.com/office/drawing/2014/main" id="{34AEE752-FCEC-49A9-B464-EE05AB88A4CD}"/>
                  </a:ext>
                </a:extLst>
              </p:cNvPr>
              <p:cNvSpPr txBox="1"/>
              <p:nvPr/>
            </p:nvSpPr>
            <p:spPr>
              <a:xfrm>
                <a:off x="2432892" y="2946190"/>
                <a:ext cx="2569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6" name="TextBox 13">
                <a:extLst>
                  <a:ext uri="{FF2B5EF4-FFF2-40B4-BE49-F238E27FC236}">
                    <a16:creationId xmlns:a16="http://schemas.microsoft.com/office/drawing/2014/main" id="{34AEE752-FCEC-49A9-B464-EE05AB88A4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2892" y="2946190"/>
                <a:ext cx="256967" cy="33855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DVO">
            <a:extLst>
              <a:ext uri="{FF2B5EF4-FFF2-40B4-BE49-F238E27FC236}">
                <a16:creationId xmlns:a16="http://schemas.microsoft.com/office/drawing/2014/main" id="{602C53B1-114A-48C0-9D73-85F68ECA2FBE}"/>
              </a:ext>
            </a:extLst>
          </p:cNvPr>
          <p:cNvSpPr/>
          <p:nvPr/>
        </p:nvSpPr>
        <p:spPr>
          <a:xfrm flipH="1">
            <a:off x="2209892" y="2910988"/>
            <a:ext cx="722000" cy="1495797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1" name="Oval 23">
            <a:extLst>
              <a:ext uri="{FF2B5EF4-FFF2-40B4-BE49-F238E27FC236}">
                <a16:creationId xmlns:a16="http://schemas.microsoft.com/office/drawing/2014/main" id="{2F8E52B4-3879-4A53-853D-37DC6B8692F9}"/>
              </a:ext>
            </a:extLst>
          </p:cNvPr>
          <p:cNvSpPr/>
          <p:nvPr/>
        </p:nvSpPr>
        <p:spPr>
          <a:xfrm>
            <a:off x="3212476" y="357474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23" name="Straight Arrow Connector 7">
            <a:extLst>
              <a:ext uri="{FF2B5EF4-FFF2-40B4-BE49-F238E27FC236}">
                <a16:creationId xmlns:a16="http://schemas.microsoft.com/office/drawing/2014/main" id="{36EC1456-E151-43D6-83EA-97600C49E115}"/>
              </a:ext>
            </a:extLst>
          </p:cNvPr>
          <p:cNvCxnSpPr>
            <a:cxnSpLocks/>
          </p:cNvCxnSpPr>
          <p:nvPr/>
        </p:nvCxnSpPr>
        <p:spPr>
          <a:xfrm flipV="1">
            <a:off x="2567860" y="3210805"/>
            <a:ext cx="1697" cy="44589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19">
            <a:extLst>
              <a:ext uri="{FF2B5EF4-FFF2-40B4-BE49-F238E27FC236}">
                <a16:creationId xmlns:a16="http://schemas.microsoft.com/office/drawing/2014/main" id="{2B4DD044-2A67-4570-938D-6F05AB6D2E0C}"/>
              </a:ext>
            </a:extLst>
          </p:cNvPr>
          <p:cNvCxnSpPr>
            <a:cxnSpLocks/>
          </p:cNvCxnSpPr>
          <p:nvPr/>
        </p:nvCxnSpPr>
        <p:spPr>
          <a:xfrm>
            <a:off x="2570845" y="3654510"/>
            <a:ext cx="195802" cy="15676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18">
            <a:extLst>
              <a:ext uri="{FF2B5EF4-FFF2-40B4-BE49-F238E27FC236}">
                <a16:creationId xmlns:a16="http://schemas.microsoft.com/office/drawing/2014/main" id="{19BA3216-8E1C-4DF5-A108-33E08250036A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2399523" y="3483035"/>
            <a:ext cx="0" cy="34295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0">
            <a:extLst>
              <a:ext uri="{FF2B5EF4-FFF2-40B4-BE49-F238E27FC236}">
                <a16:creationId xmlns:a16="http://schemas.microsoft.com/office/drawing/2014/main" id="{C08F1200-1646-4E05-8061-9C6620047C71}"/>
              </a:ext>
            </a:extLst>
          </p:cNvPr>
          <p:cNvSpPr/>
          <p:nvPr/>
        </p:nvSpPr>
        <p:spPr>
          <a:xfrm>
            <a:off x="1768312" y="357474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9" name="Oval 22">
            <a:extLst>
              <a:ext uri="{FF2B5EF4-FFF2-40B4-BE49-F238E27FC236}">
                <a16:creationId xmlns:a16="http://schemas.microsoft.com/office/drawing/2014/main" id="{FA290670-5ADB-4445-9B33-122BE606D9A1}"/>
              </a:ext>
            </a:extLst>
          </p:cNvPr>
          <p:cNvSpPr/>
          <p:nvPr/>
        </p:nvSpPr>
        <p:spPr>
          <a:xfrm>
            <a:off x="2490802" y="2818475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40" name="Partial Circle 9">
            <a:extLst>
              <a:ext uri="{FF2B5EF4-FFF2-40B4-BE49-F238E27FC236}">
                <a16:creationId xmlns:a16="http://schemas.microsoft.com/office/drawing/2014/main" id="{44538DF5-DE96-4104-B849-41515C1FF374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2505459" y="3560358"/>
            <a:ext cx="102408" cy="197724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1" name="TextBox 10">
                <a:extLst>
                  <a:ext uri="{FF2B5EF4-FFF2-40B4-BE49-F238E27FC236}">
                    <a16:creationId xmlns:a16="http://schemas.microsoft.com/office/drawing/2014/main" id="{84F7F63B-75CC-4115-B39D-DAAE72357C14}"/>
                  </a:ext>
                </a:extLst>
              </p:cNvPr>
              <p:cNvSpPr txBox="1"/>
              <p:nvPr/>
            </p:nvSpPr>
            <p:spPr>
              <a:xfrm>
                <a:off x="2141443" y="3595408"/>
                <a:ext cx="3152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41" name="TextBox 10">
                <a:extLst>
                  <a:ext uri="{FF2B5EF4-FFF2-40B4-BE49-F238E27FC236}">
                    <a16:creationId xmlns:a16="http://schemas.microsoft.com/office/drawing/2014/main" id="{84F7F63B-75CC-4115-B39D-DAAE72357C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1443" y="3595408"/>
                <a:ext cx="315234" cy="33855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2" name="Straight Arrow Connector 17">
            <a:extLst>
              <a:ext uri="{FF2B5EF4-FFF2-40B4-BE49-F238E27FC236}">
                <a16:creationId xmlns:a16="http://schemas.microsoft.com/office/drawing/2014/main" id="{9118E4FA-F32D-4FFA-A291-5D7406EE0F0F}"/>
              </a:ext>
            </a:extLst>
          </p:cNvPr>
          <p:cNvCxnSpPr>
            <a:cxnSpLocks/>
          </p:cNvCxnSpPr>
          <p:nvPr/>
        </p:nvCxnSpPr>
        <p:spPr>
          <a:xfrm flipH="1">
            <a:off x="2348711" y="3660429"/>
            <a:ext cx="221585" cy="286539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43" name="Partial Circle 9">
            <a:extLst>
              <a:ext uri="{FF2B5EF4-FFF2-40B4-BE49-F238E27FC236}">
                <a16:creationId xmlns:a16="http://schemas.microsoft.com/office/drawing/2014/main" id="{E3086480-D87C-44BE-A5FD-FCCCBCB51C1D}"/>
              </a:ext>
            </a:extLst>
          </p:cNvPr>
          <p:cNvSpPr>
            <a:spLocks noChangeAspect="1"/>
          </p:cNvSpPr>
          <p:nvPr/>
        </p:nvSpPr>
        <p:spPr>
          <a:xfrm>
            <a:off x="2492736" y="3523137"/>
            <a:ext cx="149214" cy="3013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4" name="TextBox 10">
                <a:extLst>
                  <a:ext uri="{FF2B5EF4-FFF2-40B4-BE49-F238E27FC236}">
                    <a16:creationId xmlns:a16="http://schemas.microsoft.com/office/drawing/2014/main" id="{88C10C99-5EFB-4159-8781-24325DAB3E66}"/>
                  </a:ext>
                </a:extLst>
              </p:cNvPr>
              <p:cNvSpPr txBox="1"/>
              <p:nvPr/>
            </p:nvSpPr>
            <p:spPr>
              <a:xfrm>
                <a:off x="2532514" y="3274990"/>
                <a:ext cx="29704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44" name="TextBox 10">
                <a:extLst>
                  <a:ext uri="{FF2B5EF4-FFF2-40B4-BE49-F238E27FC236}">
                    <a16:creationId xmlns:a16="http://schemas.microsoft.com/office/drawing/2014/main" id="{88C10C99-5EFB-4159-8781-24325DAB3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2514" y="3274990"/>
                <a:ext cx="297046" cy="338554"/>
              </a:xfrm>
              <a:prstGeom prst="rect">
                <a:avLst/>
              </a:prstGeom>
              <a:blipFill>
                <a:blip r:embed="rId21"/>
                <a:stretch>
                  <a:fillRect r="-4082"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5" name="Straight Arrow Connector 17">
            <a:extLst>
              <a:ext uri="{FF2B5EF4-FFF2-40B4-BE49-F238E27FC236}">
                <a16:creationId xmlns:a16="http://schemas.microsoft.com/office/drawing/2014/main" id="{4E3FCC2D-106E-4711-AEA1-A315AFE9C031}"/>
              </a:ext>
            </a:extLst>
          </p:cNvPr>
          <p:cNvCxnSpPr>
            <a:cxnSpLocks/>
          </p:cNvCxnSpPr>
          <p:nvPr/>
        </p:nvCxnSpPr>
        <p:spPr>
          <a:xfrm flipV="1">
            <a:off x="2562208" y="3214704"/>
            <a:ext cx="571923" cy="449644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/>
              <p:nvPr/>
            </p:nvSpPr>
            <p:spPr>
              <a:xfrm>
                <a:off x="7004190" y="4491894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−1, 0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4190" y="4491894"/>
                <a:ext cx="812954" cy="338554"/>
              </a:xfrm>
              <a:prstGeom prst="rect">
                <a:avLst/>
              </a:prstGeom>
              <a:blipFill>
                <a:blip r:embed="rId22"/>
                <a:stretch>
                  <a:fillRect t="-110909" r="-46617" b="-1727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/>
              <p:nvPr/>
            </p:nvSpPr>
            <p:spPr>
              <a:xfrm>
                <a:off x="7004190" y="2607946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4190" y="2607946"/>
                <a:ext cx="812954" cy="338554"/>
              </a:xfrm>
              <a:prstGeom prst="rect">
                <a:avLst/>
              </a:prstGeom>
              <a:blipFill>
                <a:blip r:embed="rId23"/>
                <a:stretch>
                  <a:fillRect t="-110909" r="-36842" b="-1727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8" name="圖片 207">
            <a:extLst>
              <a:ext uri="{FF2B5EF4-FFF2-40B4-BE49-F238E27FC236}">
                <a16:creationId xmlns:a16="http://schemas.microsoft.com/office/drawing/2014/main" id="{78D82BF4-13A5-45FF-B9A2-9375B9FE926C}"/>
              </a:ext>
            </a:extLst>
          </p:cNvPr>
          <p:cNvPicPr>
            <a:picLocks noChangeAspect="1"/>
          </p:cNvPicPr>
          <p:nvPr/>
        </p:nvPicPr>
        <p:blipFill rotWithShape="1"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95" t="13543" r="38773" b="2524"/>
          <a:stretch/>
        </p:blipFill>
        <p:spPr>
          <a:xfrm>
            <a:off x="6764229" y="1294531"/>
            <a:ext cx="1292876" cy="1282944"/>
          </a:xfrm>
          <a:prstGeom prst="rect">
            <a:avLst/>
          </a:prstGeom>
        </p:spPr>
      </p:pic>
      <p:pic>
        <p:nvPicPr>
          <p:cNvPr id="209" name="圖片 208">
            <a:extLst>
              <a:ext uri="{FF2B5EF4-FFF2-40B4-BE49-F238E27FC236}">
                <a16:creationId xmlns:a16="http://schemas.microsoft.com/office/drawing/2014/main" id="{C9751448-EBCD-4B26-A30A-607AD48C72A0}"/>
              </a:ext>
            </a:extLst>
          </p:cNvPr>
          <p:cNvPicPr>
            <a:picLocks noChangeAspect="1"/>
          </p:cNvPicPr>
          <p:nvPr/>
        </p:nvPicPr>
        <p:blipFill rotWithShape="1">
          <a:blip r:embed="rId2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20" t="13440" r="38701" b="1703"/>
          <a:stretch/>
        </p:blipFill>
        <p:spPr>
          <a:xfrm>
            <a:off x="6767966" y="4851605"/>
            <a:ext cx="1285402" cy="1297078"/>
          </a:xfrm>
          <a:prstGeom prst="rect">
            <a:avLst/>
          </a:prstGeom>
        </p:spPr>
      </p:pic>
      <p:pic>
        <p:nvPicPr>
          <p:cNvPr id="210" name="圖片 209">
            <a:extLst>
              <a:ext uri="{FF2B5EF4-FFF2-40B4-BE49-F238E27FC236}">
                <a16:creationId xmlns:a16="http://schemas.microsoft.com/office/drawing/2014/main" id="{974A8271-7062-41BF-812F-7BEA57BAB9E7}"/>
              </a:ext>
            </a:extLst>
          </p:cNvPr>
          <p:cNvPicPr>
            <a:picLocks noChangeAspect="1"/>
          </p:cNvPicPr>
          <p:nvPr/>
        </p:nvPicPr>
        <p:blipFill rotWithShape="1">
          <a:blip r:embed="rId2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62" t="13456" r="38352" b="3300"/>
          <a:stretch/>
        </p:blipFill>
        <p:spPr>
          <a:xfrm>
            <a:off x="5216814" y="3119422"/>
            <a:ext cx="1300348" cy="1272418"/>
          </a:xfrm>
          <a:prstGeom prst="rect">
            <a:avLst/>
          </a:prstGeom>
        </p:spPr>
      </p:pic>
      <p:pic>
        <p:nvPicPr>
          <p:cNvPr id="211" name="圖片 210">
            <a:extLst>
              <a:ext uri="{FF2B5EF4-FFF2-40B4-BE49-F238E27FC236}">
                <a16:creationId xmlns:a16="http://schemas.microsoft.com/office/drawing/2014/main" id="{FCFA52FF-0D4E-4B9B-A77C-EA8292B51925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59" t="13318" r="38456" b="2874"/>
          <a:stretch/>
        </p:blipFill>
        <p:spPr>
          <a:xfrm>
            <a:off x="8288152" y="3119049"/>
            <a:ext cx="1300348" cy="1281010"/>
          </a:xfrm>
          <a:prstGeom prst="rect">
            <a:avLst/>
          </a:prstGeom>
        </p:spPr>
      </p:pic>
      <p:grpSp>
        <p:nvGrpSpPr>
          <p:cNvPr id="212" name="群組 211">
            <a:extLst>
              <a:ext uri="{FF2B5EF4-FFF2-40B4-BE49-F238E27FC236}">
                <a16:creationId xmlns:a16="http://schemas.microsoft.com/office/drawing/2014/main" id="{56BB1570-BE07-4CCA-B844-DD9F00E8733F}"/>
              </a:ext>
            </a:extLst>
          </p:cNvPr>
          <p:cNvGrpSpPr/>
          <p:nvPr/>
        </p:nvGrpSpPr>
        <p:grpSpPr>
          <a:xfrm>
            <a:off x="7399448" y="1799160"/>
            <a:ext cx="115586" cy="110880"/>
            <a:chOff x="1373392" y="2391862"/>
            <a:chExt cx="479433" cy="476535"/>
          </a:xfrm>
        </p:grpSpPr>
        <p:sp>
          <p:nvSpPr>
            <p:cNvPr id="213" name="箭號: 向右 212">
              <a:extLst>
                <a:ext uri="{FF2B5EF4-FFF2-40B4-BE49-F238E27FC236}">
                  <a16:creationId xmlns:a16="http://schemas.microsoft.com/office/drawing/2014/main" id="{D44EB9EF-73CA-404D-99EE-1F0CCE892A52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20" name="箭號: 向右 219">
              <a:extLst>
                <a:ext uri="{FF2B5EF4-FFF2-40B4-BE49-F238E27FC236}">
                  <a16:creationId xmlns:a16="http://schemas.microsoft.com/office/drawing/2014/main" id="{9F517533-ADEE-4B5D-BB6F-1F4159A610F9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/>
              <p:nvPr/>
            </p:nvSpPr>
            <p:spPr>
              <a:xfrm>
                <a:off x="7279571" y="1426183"/>
                <a:ext cx="438402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9571" y="1426183"/>
                <a:ext cx="438402" cy="424283"/>
              </a:xfrm>
              <a:prstGeom prst="rect">
                <a:avLst/>
              </a:prstGeom>
              <a:blipFill>
                <a:blip r:embed="rId28"/>
                <a:stretch>
                  <a:fillRect b="-42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/>
              <p:nvPr/>
            </p:nvSpPr>
            <p:spPr>
              <a:xfrm>
                <a:off x="7452553" y="1704336"/>
                <a:ext cx="3884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2553" y="1704336"/>
                <a:ext cx="388427" cy="400110"/>
              </a:xfrm>
              <a:prstGeom prst="rect">
                <a:avLst/>
              </a:prstGeom>
              <a:blipFill>
                <a:blip r:embed="rId29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/>
              <p:nvPr/>
            </p:nvSpPr>
            <p:spPr>
              <a:xfrm>
                <a:off x="6756111" y="2170408"/>
                <a:ext cx="6523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 xmlns="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6111" y="2170408"/>
                <a:ext cx="652306" cy="338554"/>
              </a:xfrm>
              <a:prstGeom prst="rect">
                <a:avLst/>
              </a:prstGeom>
              <a:blipFill>
                <a:blip r:embed="rId30"/>
                <a:stretch>
                  <a:fillRect b="-53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9" name="文字方塊 228">
            <a:extLst>
              <a:ext uri="{FF2B5EF4-FFF2-40B4-BE49-F238E27FC236}">
                <a16:creationId xmlns:a16="http://schemas.microsoft.com/office/drawing/2014/main" id="{2693C9D3-A145-48F7-981C-9A9BF2A0A9A5}"/>
              </a:ext>
            </a:extLst>
          </p:cNvPr>
          <p:cNvSpPr txBox="1"/>
          <p:nvPr/>
        </p:nvSpPr>
        <p:spPr>
          <a:xfrm>
            <a:off x="5553351" y="116393"/>
            <a:ext cx="371463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component</a:t>
            </a:r>
            <a:endParaRPr lang="zh-TW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0" name="圖片 229">
            <a:extLst>
              <a:ext uri="{FF2B5EF4-FFF2-40B4-BE49-F238E27FC236}">
                <a16:creationId xmlns:a16="http://schemas.microsoft.com/office/drawing/2014/main" id="{78DD5379-389F-4B1B-AD61-D7F44D0D3FC7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1405"/>
          <a:stretch/>
        </p:blipFill>
        <p:spPr>
          <a:xfrm>
            <a:off x="6260308" y="573670"/>
            <a:ext cx="2300718" cy="4702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/>
              <p:nvPr/>
            </p:nvSpPr>
            <p:spPr>
              <a:xfrm>
                <a:off x="6573869" y="1276204"/>
                <a:ext cx="167359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6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3869" y="1276204"/>
                <a:ext cx="1673596" cy="338554"/>
              </a:xfrm>
              <a:prstGeom prst="rect">
                <a:avLst/>
              </a:prstGeom>
              <a:blipFill>
                <a:blip r:embed="rId31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/>
              <p:nvPr/>
            </p:nvSpPr>
            <p:spPr>
              <a:xfrm>
                <a:off x="5273398" y="3085891"/>
                <a:ext cx="115018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398" y="3085891"/>
                <a:ext cx="1150186" cy="338554"/>
              </a:xfrm>
              <a:prstGeom prst="rect">
                <a:avLst/>
              </a:prstGeom>
              <a:blipFill>
                <a:blip r:embed="rId32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/>
              <p:nvPr/>
            </p:nvSpPr>
            <p:spPr>
              <a:xfrm>
                <a:off x="8356122" y="3085891"/>
                <a:ext cx="115018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6122" y="3085891"/>
                <a:ext cx="1150186" cy="338554"/>
              </a:xfrm>
              <a:prstGeom prst="rect">
                <a:avLst/>
              </a:prstGeom>
              <a:blipFill>
                <a:blip r:embed="rId33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/>
              <p:nvPr/>
            </p:nvSpPr>
            <p:spPr>
              <a:xfrm>
                <a:off x="6835574" y="4830775"/>
                <a:ext cx="115018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574" y="4830775"/>
                <a:ext cx="1150186" cy="338554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5" name="圖片 234">
            <a:extLst>
              <a:ext uri="{FF2B5EF4-FFF2-40B4-BE49-F238E27FC236}">
                <a16:creationId xmlns:a16="http://schemas.microsoft.com/office/drawing/2014/main" id="{DF781A4C-9BC8-40C7-BF1A-E906699C28D4}"/>
              </a:ext>
            </a:extLst>
          </p:cNvPr>
          <p:cNvPicPr>
            <a:picLocks noChangeAspect="1"/>
          </p:cNvPicPr>
          <p:nvPr/>
        </p:nvPicPr>
        <p:blipFill rotWithShape="1">
          <a:blip r:embed="rId3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79" t="9023" r="4888" b="70339"/>
          <a:stretch/>
        </p:blipFill>
        <p:spPr>
          <a:xfrm>
            <a:off x="8086335" y="1248404"/>
            <a:ext cx="413382" cy="13434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/>
              <p:nvPr/>
            </p:nvSpPr>
            <p:spPr>
              <a:xfrm>
                <a:off x="8004870" y="2332876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4870" y="2332876"/>
                <a:ext cx="478319" cy="30777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7" name="Oval 14">
            <a:extLst>
              <a:ext uri="{FF2B5EF4-FFF2-40B4-BE49-F238E27FC236}">
                <a16:creationId xmlns:a16="http://schemas.microsoft.com/office/drawing/2014/main" id="{4D2E6476-8133-4C1A-80AA-96C2BBAD7538}"/>
              </a:ext>
            </a:extLst>
          </p:cNvPr>
          <p:cNvSpPr/>
          <p:nvPr/>
        </p:nvSpPr>
        <p:spPr>
          <a:xfrm>
            <a:off x="7327414" y="2842581"/>
            <a:ext cx="162450" cy="168277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38" name="Oval 4">
            <a:extLst>
              <a:ext uri="{FF2B5EF4-FFF2-40B4-BE49-F238E27FC236}">
                <a16:creationId xmlns:a16="http://schemas.microsoft.com/office/drawing/2014/main" id="{D0067B35-40A6-4446-8A95-C300D2678B59}"/>
              </a:ext>
            </a:extLst>
          </p:cNvPr>
          <p:cNvSpPr/>
          <p:nvPr/>
        </p:nvSpPr>
        <p:spPr>
          <a:xfrm>
            <a:off x="6688832" y="2926719"/>
            <a:ext cx="1443999" cy="1495797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39" name="Oval 15">
            <a:extLst>
              <a:ext uri="{FF2B5EF4-FFF2-40B4-BE49-F238E27FC236}">
                <a16:creationId xmlns:a16="http://schemas.microsoft.com/office/drawing/2014/main" id="{3ED95C10-549D-46A4-8427-E9004FB39400}"/>
              </a:ext>
            </a:extLst>
          </p:cNvPr>
          <p:cNvSpPr/>
          <p:nvPr/>
        </p:nvSpPr>
        <p:spPr>
          <a:xfrm>
            <a:off x="7327414" y="4337538"/>
            <a:ext cx="162450" cy="168277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2" name="SHO">
            <a:extLst>
              <a:ext uri="{FF2B5EF4-FFF2-40B4-BE49-F238E27FC236}">
                <a16:creationId xmlns:a16="http://schemas.microsoft.com/office/drawing/2014/main" id="{0845B616-2D49-4C5D-A47F-908796A33A53}"/>
              </a:ext>
            </a:extLst>
          </p:cNvPr>
          <p:cNvSpPr/>
          <p:nvPr/>
        </p:nvSpPr>
        <p:spPr>
          <a:xfrm rot="16200000">
            <a:off x="7097293" y="2953118"/>
            <a:ext cx="622693" cy="1443999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3" name="SVO">
            <a:extLst>
              <a:ext uri="{FF2B5EF4-FFF2-40B4-BE49-F238E27FC236}">
                <a16:creationId xmlns:a16="http://schemas.microsoft.com/office/drawing/2014/main" id="{28FBC70E-6464-4911-A7DC-D688B4A191B2}"/>
              </a:ext>
            </a:extLst>
          </p:cNvPr>
          <p:cNvSpPr/>
          <p:nvPr/>
        </p:nvSpPr>
        <p:spPr>
          <a:xfrm>
            <a:off x="7046740" y="2927220"/>
            <a:ext cx="722000" cy="1495797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54" name="Oval 6">
            <a:extLst>
              <a:ext uri="{FF2B5EF4-FFF2-40B4-BE49-F238E27FC236}">
                <a16:creationId xmlns:a16="http://schemas.microsoft.com/office/drawing/2014/main" id="{F7426249-BB1C-465F-BA24-177826BCA4FE}"/>
              </a:ext>
            </a:extLst>
          </p:cNvPr>
          <p:cNvSpPr/>
          <p:nvPr/>
        </p:nvSpPr>
        <p:spPr>
          <a:xfrm rot="16200000">
            <a:off x="7097293" y="2953118"/>
            <a:ext cx="622693" cy="1443999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/>
              <p:nvPr/>
            </p:nvSpPr>
            <p:spPr>
              <a:xfrm>
                <a:off x="6858942" y="3496767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942" y="3496767"/>
                <a:ext cx="176928" cy="338554"/>
              </a:xfrm>
              <a:prstGeom prst="rect">
                <a:avLst/>
              </a:prstGeom>
              <a:blipFill>
                <a:blip r:embed="rId36"/>
                <a:stretch>
                  <a:fillRect r="-413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" name="Oval 22">
            <a:extLst>
              <a:ext uri="{FF2B5EF4-FFF2-40B4-BE49-F238E27FC236}">
                <a16:creationId xmlns:a16="http://schemas.microsoft.com/office/drawing/2014/main" id="{F51F6D7A-CBDD-41AE-81A9-01A381888E10}"/>
              </a:ext>
            </a:extLst>
          </p:cNvPr>
          <p:cNvSpPr/>
          <p:nvPr/>
        </p:nvSpPr>
        <p:spPr>
          <a:xfrm>
            <a:off x="7326468" y="433753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/>
              <p:nvPr/>
            </p:nvSpPr>
            <p:spPr>
              <a:xfrm>
                <a:off x="7513865" y="3592164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3865" y="3592164"/>
                <a:ext cx="176928" cy="338554"/>
              </a:xfrm>
              <a:prstGeom prst="rect">
                <a:avLst/>
              </a:prstGeom>
              <a:blipFill>
                <a:blip r:embed="rId37"/>
                <a:stretch>
                  <a:fillRect r="-51724" b="-357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/>
              <p:nvPr/>
            </p:nvSpPr>
            <p:spPr>
              <a:xfrm>
                <a:off x="7269740" y="2962422"/>
                <a:ext cx="2569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9740" y="2962422"/>
                <a:ext cx="256967" cy="338554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9" name="DVO">
            <a:extLst>
              <a:ext uri="{FF2B5EF4-FFF2-40B4-BE49-F238E27FC236}">
                <a16:creationId xmlns:a16="http://schemas.microsoft.com/office/drawing/2014/main" id="{BD66E933-A9D1-416F-99A4-A2F56F384D96}"/>
              </a:ext>
            </a:extLst>
          </p:cNvPr>
          <p:cNvSpPr/>
          <p:nvPr/>
        </p:nvSpPr>
        <p:spPr>
          <a:xfrm flipH="1">
            <a:off x="7046740" y="2927220"/>
            <a:ext cx="722000" cy="1495797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60" name="Oval 23">
            <a:extLst>
              <a:ext uri="{FF2B5EF4-FFF2-40B4-BE49-F238E27FC236}">
                <a16:creationId xmlns:a16="http://schemas.microsoft.com/office/drawing/2014/main" id="{B1975880-4F20-4527-8AC1-67B4B5024B5F}"/>
              </a:ext>
            </a:extLst>
          </p:cNvPr>
          <p:cNvSpPr/>
          <p:nvPr/>
        </p:nvSpPr>
        <p:spPr>
          <a:xfrm>
            <a:off x="8049324" y="3590980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261" name="Straight Arrow Connector 7">
            <a:extLst>
              <a:ext uri="{FF2B5EF4-FFF2-40B4-BE49-F238E27FC236}">
                <a16:creationId xmlns:a16="http://schemas.microsoft.com/office/drawing/2014/main" id="{33161F97-7212-47BE-BA7D-6FC7B9147369}"/>
              </a:ext>
            </a:extLst>
          </p:cNvPr>
          <p:cNvCxnSpPr>
            <a:cxnSpLocks/>
          </p:cNvCxnSpPr>
          <p:nvPr/>
        </p:nvCxnSpPr>
        <p:spPr>
          <a:xfrm flipV="1">
            <a:off x="7404708" y="3227037"/>
            <a:ext cx="1697" cy="44589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Arrow Connector 19">
            <a:extLst>
              <a:ext uri="{FF2B5EF4-FFF2-40B4-BE49-F238E27FC236}">
                <a16:creationId xmlns:a16="http://schemas.microsoft.com/office/drawing/2014/main" id="{240911C2-AE74-4914-B8DB-470C2315C461}"/>
              </a:ext>
            </a:extLst>
          </p:cNvPr>
          <p:cNvCxnSpPr>
            <a:cxnSpLocks/>
          </p:cNvCxnSpPr>
          <p:nvPr/>
        </p:nvCxnSpPr>
        <p:spPr>
          <a:xfrm>
            <a:off x="7407693" y="3670742"/>
            <a:ext cx="195802" cy="15676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Arrow Connector 18">
            <a:extLst>
              <a:ext uri="{FF2B5EF4-FFF2-40B4-BE49-F238E27FC236}">
                <a16:creationId xmlns:a16="http://schemas.microsoft.com/office/drawing/2014/main" id="{168B960E-43A1-4542-B03F-41153CC41797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7236371" y="3499267"/>
            <a:ext cx="0" cy="34295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0">
            <a:extLst>
              <a:ext uri="{FF2B5EF4-FFF2-40B4-BE49-F238E27FC236}">
                <a16:creationId xmlns:a16="http://schemas.microsoft.com/office/drawing/2014/main" id="{24DEE888-55C9-4D4C-B18D-808F9AA85CCB}"/>
              </a:ext>
            </a:extLst>
          </p:cNvPr>
          <p:cNvSpPr/>
          <p:nvPr/>
        </p:nvSpPr>
        <p:spPr>
          <a:xfrm>
            <a:off x="6605160" y="3590980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65" name="Oval 22">
            <a:extLst>
              <a:ext uri="{FF2B5EF4-FFF2-40B4-BE49-F238E27FC236}">
                <a16:creationId xmlns:a16="http://schemas.microsoft.com/office/drawing/2014/main" id="{EF01816B-7066-4916-A520-954D092BE6FE}"/>
              </a:ext>
            </a:extLst>
          </p:cNvPr>
          <p:cNvSpPr/>
          <p:nvPr/>
        </p:nvSpPr>
        <p:spPr>
          <a:xfrm>
            <a:off x="7327650" y="28347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66" name="Partial Circle 9">
            <a:extLst>
              <a:ext uri="{FF2B5EF4-FFF2-40B4-BE49-F238E27FC236}">
                <a16:creationId xmlns:a16="http://schemas.microsoft.com/office/drawing/2014/main" id="{95E3D0C0-F471-47D7-9B54-CC1B9F289F59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7343810" y="3575854"/>
            <a:ext cx="102407" cy="197721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/>
              <p:nvPr/>
            </p:nvSpPr>
            <p:spPr>
              <a:xfrm>
                <a:off x="6979793" y="3610901"/>
                <a:ext cx="3152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9793" y="3610901"/>
                <a:ext cx="315234" cy="338554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8" name="Straight Arrow Connector 17">
            <a:extLst>
              <a:ext uri="{FF2B5EF4-FFF2-40B4-BE49-F238E27FC236}">
                <a16:creationId xmlns:a16="http://schemas.microsoft.com/office/drawing/2014/main" id="{230BB7BA-7677-4C8C-B5E4-B82B7D463931}"/>
              </a:ext>
            </a:extLst>
          </p:cNvPr>
          <p:cNvCxnSpPr>
            <a:cxnSpLocks/>
          </p:cNvCxnSpPr>
          <p:nvPr/>
        </p:nvCxnSpPr>
        <p:spPr>
          <a:xfrm flipH="1">
            <a:off x="7187061" y="3675922"/>
            <a:ext cx="221585" cy="286539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69" name="Partial Circle 9">
            <a:extLst>
              <a:ext uri="{FF2B5EF4-FFF2-40B4-BE49-F238E27FC236}">
                <a16:creationId xmlns:a16="http://schemas.microsoft.com/office/drawing/2014/main" id="{E72D69FE-BCE2-4231-B5B8-E4BAB5150F43}"/>
              </a:ext>
            </a:extLst>
          </p:cNvPr>
          <p:cNvSpPr>
            <a:spLocks noChangeAspect="1"/>
          </p:cNvSpPr>
          <p:nvPr/>
        </p:nvSpPr>
        <p:spPr>
          <a:xfrm>
            <a:off x="7331086" y="3538630"/>
            <a:ext cx="149214" cy="3013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/>
              <p:nvPr/>
            </p:nvSpPr>
            <p:spPr>
              <a:xfrm>
                <a:off x="7370865" y="3290483"/>
                <a:ext cx="29704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0865" y="3290483"/>
                <a:ext cx="297046" cy="338554"/>
              </a:xfrm>
              <a:prstGeom prst="rect">
                <a:avLst/>
              </a:prstGeom>
              <a:blipFill>
                <a:blip r:embed="rId40"/>
                <a:stretch>
                  <a:fillRect r="-4082" b="-109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1" name="Straight Arrow Connector 17">
            <a:extLst>
              <a:ext uri="{FF2B5EF4-FFF2-40B4-BE49-F238E27FC236}">
                <a16:creationId xmlns:a16="http://schemas.microsoft.com/office/drawing/2014/main" id="{050CD12B-2348-4EAE-8F7E-7F476F6AB6E3}"/>
              </a:ext>
            </a:extLst>
          </p:cNvPr>
          <p:cNvCxnSpPr>
            <a:cxnSpLocks/>
          </p:cNvCxnSpPr>
          <p:nvPr/>
        </p:nvCxnSpPr>
        <p:spPr>
          <a:xfrm flipV="1">
            <a:off x="7400559" y="3230198"/>
            <a:ext cx="571923" cy="449644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8942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364</TotalTime>
  <Words>216</Words>
  <Application>Microsoft Office PowerPoint</Application>
  <PresentationFormat>自訂</PresentationFormat>
  <Paragraphs>128</Paragraphs>
  <Slides>7</Slides>
  <Notes>0</Notes>
  <HiddenSlides>6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4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41</cp:revision>
  <dcterms:created xsi:type="dcterms:W3CDTF">2026-04-27T03:03:02Z</dcterms:created>
  <dcterms:modified xsi:type="dcterms:W3CDTF">2026-06-12T10:10:48Z</dcterms:modified>
</cp:coreProperties>
</file>