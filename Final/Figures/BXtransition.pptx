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71" r:id="rId5"/>
    <p:sldId id="272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57" r:id="rId1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36" autoAdjust="0"/>
    <p:restoredTop sz="94660"/>
  </p:normalViewPr>
  <p:slideViewPr>
    <p:cSldViewPr snapToGrid="0">
      <p:cViewPr varScale="1">
        <p:scale>
          <a:sx n="77" d="100"/>
          <a:sy n="77" d="100"/>
        </p:scale>
        <p:origin x="33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017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2663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3121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4593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7893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5022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15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724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9451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393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88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2026/7/1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2268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2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1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8" Type="http://schemas.openxmlformats.org/officeDocument/2006/relationships/image" Target="../media/image17.png"/><Relationship Id="rId26" Type="http://schemas.openxmlformats.org/officeDocument/2006/relationships/image" Target="../media/image28.png"/><Relationship Id="rId3" Type="http://schemas.openxmlformats.org/officeDocument/2006/relationships/image" Target="../media/image25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1.png"/><Relationship Id="rId2" Type="http://schemas.openxmlformats.org/officeDocument/2006/relationships/image" Target="../media/image24.png"/><Relationship Id="rId16" Type="http://schemas.openxmlformats.org/officeDocument/2006/relationships/image" Target="../media/image27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26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8" Type="http://schemas.openxmlformats.org/officeDocument/2006/relationships/image" Target="../media/image17.png"/><Relationship Id="rId26" Type="http://schemas.openxmlformats.org/officeDocument/2006/relationships/image" Target="../media/image31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7" Type="http://schemas.openxmlformats.org/officeDocument/2006/relationships/image" Target="../media/image16.png"/><Relationship Id="rId25" Type="http://schemas.openxmlformats.org/officeDocument/2006/relationships/image" Target="../media/image1.png"/><Relationship Id="rId2" Type="http://schemas.openxmlformats.org/officeDocument/2006/relationships/image" Target="../media/image29.png"/><Relationship Id="rId16" Type="http://schemas.openxmlformats.org/officeDocument/2006/relationships/image" Target="../media/image27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3.png"/><Relationship Id="rId5" Type="http://schemas.openxmlformats.org/officeDocument/2006/relationships/image" Target="../media/image5.png"/><Relationship Id="rId15" Type="http://schemas.openxmlformats.org/officeDocument/2006/relationships/image" Target="../media/image30.png"/><Relationship Id="rId23" Type="http://schemas.openxmlformats.org/officeDocument/2006/relationships/image" Target="../media/image22.png"/><Relationship Id="rId28" Type="http://schemas.openxmlformats.org/officeDocument/2006/relationships/image" Target="../media/image33.png"/><Relationship Id="rId10" Type="http://schemas.openxmlformats.org/officeDocument/2006/relationships/image" Target="../media/image10.pn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12.png"/><Relationship Id="rId27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8" Type="http://schemas.openxmlformats.org/officeDocument/2006/relationships/image" Target="../media/image17.png"/><Relationship Id="rId26" Type="http://schemas.openxmlformats.org/officeDocument/2006/relationships/image" Target="../media/image35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7" Type="http://schemas.openxmlformats.org/officeDocument/2006/relationships/image" Target="../media/image16.png"/><Relationship Id="rId25" Type="http://schemas.openxmlformats.org/officeDocument/2006/relationships/image" Target="../media/image1.png"/><Relationship Id="rId2" Type="http://schemas.openxmlformats.org/officeDocument/2006/relationships/image" Target="../media/image34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3.png"/><Relationship Id="rId5" Type="http://schemas.openxmlformats.org/officeDocument/2006/relationships/image" Target="../media/image5.png"/><Relationship Id="rId15" Type="http://schemas.openxmlformats.org/officeDocument/2006/relationships/image" Target="../media/image30.png"/><Relationship Id="rId23" Type="http://schemas.openxmlformats.org/officeDocument/2006/relationships/image" Target="../media/image22.png"/><Relationship Id="rId10" Type="http://schemas.openxmlformats.org/officeDocument/2006/relationships/image" Target="../media/image10.png"/><Relationship Id="rId19" Type="http://schemas.openxmlformats.org/officeDocument/2006/relationships/image" Target="../media/image18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3.png"/><Relationship Id="rId22" Type="http://schemas.openxmlformats.org/officeDocument/2006/relationships/image" Target="../media/image12.png"/><Relationship Id="rId27" Type="http://schemas.openxmlformats.org/officeDocument/2006/relationships/image" Target="../media/image3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2.png"/><Relationship Id="rId21" Type="http://schemas.openxmlformats.org/officeDocument/2006/relationships/image" Target="../media/image53.png"/><Relationship Id="rId7" Type="http://schemas.openxmlformats.org/officeDocument/2006/relationships/image" Target="../media/image40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5" Type="http://schemas.openxmlformats.org/officeDocument/2006/relationships/image" Target="../media/image56.png"/><Relationship Id="rId2" Type="http://schemas.openxmlformats.org/officeDocument/2006/relationships/image" Target="../media/image1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3.png"/><Relationship Id="rId24" Type="http://schemas.openxmlformats.org/officeDocument/2006/relationships/image" Target="../media/image55.png"/><Relationship Id="rId5" Type="http://schemas.openxmlformats.org/officeDocument/2006/relationships/image" Target="../media/image38.png"/><Relationship Id="rId15" Type="http://schemas.openxmlformats.org/officeDocument/2006/relationships/image" Target="../media/image47.png"/><Relationship Id="rId23" Type="http://schemas.openxmlformats.org/officeDocument/2006/relationships/image" Target="../media/image21.png"/><Relationship Id="rId10" Type="http://schemas.openxmlformats.org/officeDocument/2006/relationships/image" Target="../media/image42.png"/><Relationship Id="rId19" Type="http://schemas.openxmlformats.org/officeDocument/2006/relationships/image" Target="../media/image51.png"/><Relationship Id="rId4" Type="http://schemas.openxmlformats.org/officeDocument/2006/relationships/image" Target="../media/image37.png"/><Relationship Id="rId9" Type="http://schemas.openxmlformats.org/officeDocument/2006/relationships/image" Target="../media/image8.png"/><Relationship Id="rId14" Type="http://schemas.openxmlformats.org/officeDocument/2006/relationships/image" Target="../media/image46.png"/><Relationship Id="rId22" Type="http://schemas.openxmlformats.org/officeDocument/2006/relationships/image" Target="../media/image5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6.png"/><Relationship Id="rId18" Type="http://schemas.openxmlformats.org/officeDocument/2006/relationships/image" Target="../media/image411.png"/><Relationship Id="rId3" Type="http://schemas.openxmlformats.org/officeDocument/2006/relationships/image" Target="../media/image58.png"/><Relationship Id="rId21" Type="http://schemas.openxmlformats.org/officeDocument/2006/relationships/image" Target="../media/image35.png"/><Relationship Id="rId7" Type="http://schemas.openxmlformats.org/officeDocument/2006/relationships/image" Target="../media/image10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57.png"/><Relationship Id="rId16" Type="http://schemas.openxmlformats.org/officeDocument/2006/relationships/image" Target="../media/image19.png"/><Relationship Id="rId20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0.png"/><Relationship Id="rId11" Type="http://schemas.openxmlformats.org/officeDocument/2006/relationships/image" Target="../media/image14.png"/><Relationship Id="rId24" Type="http://schemas.openxmlformats.org/officeDocument/2006/relationships/image" Target="../media/image61.png"/><Relationship Id="rId5" Type="http://schemas.openxmlformats.org/officeDocument/2006/relationships/image" Target="../media/image510.png"/><Relationship Id="rId15" Type="http://schemas.openxmlformats.org/officeDocument/2006/relationships/image" Target="../media/image18.png"/><Relationship Id="rId23" Type="http://schemas.openxmlformats.org/officeDocument/2006/relationships/image" Target="../media/image60.png"/><Relationship Id="rId10" Type="http://schemas.openxmlformats.org/officeDocument/2006/relationships/image" Target="../media/image400.png"/><Relationship Id="rId19" Type="http://schemas.openxmlformats.org/officeDocument/2006/relationships/image" Target="../media/image420.png"/><Relationship Id="rId4" Type="http://schemas.openxmlformats.org/officeDocument/2006/relationships/image" Target="../media/image311.png"/><Relationship Id="rId9" Type="http://schemas.openxmlformats.org/officeDocument/2006/relationships/image" Target="../media/image390.png"/><Relationship Id="rId14" Type="http://schemas.openxmlformats.org/officeDocument/2006/relationships/image" Target="../media/image17.png"/><Relationship Id="rId22" Type="http://schemas.openxmlformats.org/officeDocument/2006/relationships/image" Target="../media/image5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6.png"/><Relationship Id="rId18" Type="http://schemas.openxmlformats.org/officeDocument/2006/relationships/image" Target="../media/image490.png"/><Relationship Id="rId3" Type="http://schemas.openxmlformats.org/officeDocument/2006/relationships/image" Target="../media/image58.png"/><Relationship Id="rId21" Type="http://schemas.openxmlformats.org/officeDocument/2006/relationships/image" Target="../media/image64.png"/><Relationship Id="rId7" Type="http://schemas.openxmlformats.org/officeDocument/2006/relationships/image" Target="../media/image100.png"/><Relationship Id="rId12" Type="http://schemas.openxmlformats.org/officeDocument/2006/relationships/image" Target="../media/image270.png"/><Relationship Id="rId17" Type="http://schemas.openxmlformats.org/officeDocument/2006/relationships/image" Target="../media/image20.png"/><Relationship Id="rId25" Type="http://schemas.openxmlformats.org/officeDocument/2006/relationships/image" Target="../media/image65.png"/><Relationship Id="rId2" Type="http://schemas.openxmlformats.org/officeDocument/2006/relationships/image" Target="../media/image62.png"/><Relationship Id="rId16" Type="http://schemas.openxmlformats.org/officeDocument/2006/relationships/image" Target="../media/image19.png"/><Relationship Id="rId20" Type="http://schemas.openxmlformats.org/officeDocument/2006/relationships/image" Target="../media/image5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0.png"/><Relationship Id="rId11" Type="http://schemas.openxmlformats.org/officeDocument/2006/relationships/image" Target="../media/image260.png"/><Relationship Id="rId24" Type="http://schemas.openxmlformats.org/officeDocument/2006/relationships/image" Target="../media/image64.png"/><Relationship Id="rId5" Type="http://schemas.openxmlformats.org/officeDocument/2006/relationships/image" Target="../media/image510.png"/><Relationship Id="rId15" Type="http://schemas.openxmlformats.org/officeDocument/2006/relationships/image" Target="../media/image18.png"/><Relationship Id="rId23" Type="http://schemas.openxmlformats.org/officeDocument/2006/relationships/image" Target="../media/image63.png"/><Relationship Id="rId10" Type="http://schemas.openxmlformats.org/officeDocument/2006/relationships/image" Target="../media/image400.png"/><Relationship Id="rId19" Type="http://schemas.openxmlformats.org/officeDocument/2006/relationships/image" Target="../media/image500.png"/><Relationship Id="rId4" Type="http://schemas.openxmlformats.org/officeDocument/2006/relationships/image" Target="../media/image311.png"/><Relationship Id="rId9" Type="http://schemas.openxmlformats.org/officeDocument/2006/relationships/image" Target="../media/image480.png"/><Relationship Id="rId14" Type="http://schemas.openxmlformats.org/officeDocument/2006/relationships/image" Target="../media/image17.png"/><Relationship Id="rId22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6.png"/><Relationship Id="rId18" Type="http://schemas.openxmlformats.org/officeDocument/2006/relationships/image" Target="../media/image571.png"/><Relationship Id="rId3" Type="http://schemas.openxmlformats.org/officeDocument/2006/relationships/image" Target="../media/image58.png"/><Relationship Id="rId21" Type="http://schemas.openxmlformats.org/officeDocument/2006/relationships/image" Target="../media/image31.png"/><Relationship Id="rId7" Type="http://schemas.openxmlformats.org/officeDocument/2006/relationships/image" Target="../media/image100.png"/><Relationship Id="rId12" Type="http://schemas.openxmlformats.org/officeDocument/2006/relationships/image" Target="../media/image270.png"/><Relationship Id="rId17" Type="http://schemas.openxmlformats.org/officeDocument/2006/relationships/image" Target="../media/image20.png"/><Relationship Id="rId2" Type="http://schemas.openxmlformats.org/officeDocument/2006/relationships/image" Target="../media/image66.png"/><Relationship Id="rId16" Type="http://schemas.openxmlformats.org/officeDocument/2006/relationships/image" Target="../media/image19.png"/><Relationship Id="rId20" Type="http://schemas.openxmlformats.org/officeDocument/2006/relationships/image" Target="../media/image5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0.png"/><Relationship Id="rId11" Type="http://schemas.openxmlformats.org/officeDocument/2006/relationships/image" Target="../media/image30.png"/><Relationship Id="rId5" Type="http://schemas.openxmlformats.org/officeDocument/2006/relationships/image" Target="../media/image510.png"/><Relationship Id="rId15" Type="http://schemas.openxmlformats.org/officeDocument/2006/relationships/image" Target="../media/image18.png"/><Relationship Id="rId10" Type="http://schemas.openxmlformats.org/officeDocument/2006/relationships/image" Target="../media/image400.png"/><Relationship Id="rId19" Type="http://schemas.openxmlformats.org/officeDocument/2006/relationships/image" Target="../media/image581.png"/><Relationship Id="rId4" Type="http://schemas.openxmlformats.org/officeDocument/2006/relationships/image" Target="../media/image311.png"/><Relationship Id="rId9" Type="http://schemas.openxmlformats.org/officeDocument/2006/relationships/image" Target="../media/image561.png"/><Relationship Id="rId14" Type="http://schemas.openxmlformats.org/officeDocument/2006/relationships/image" Target="../media/image17.png"/><Relationship Id="rId22" Type="http://schemas.openxmlformats.org/officeDocument/2006/relationships/image" Target="../media/image6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0.png"/><Relationship Id="rId13" Type="http://schemas.openxmlformats.org/officeDocument/2006/relationships/image" Target="../media/image400.png"/><Relationship Id="rId18" Type="http://schemas.openxmlformats.org/officeDocument/2006/relationships/image" Target="../media/image18.png"/><Relationship Id="rId26" Type="http://schemas.openxmlformats.org/officeDocument/2006/relationships/image" Target="../media/image70.png"/><Relationship Id="rId3" Type="http://schemas.openxmlformats.org/officeDocument/2006/relationships/image" Target="../media/image69.png"/><Relationship Id="rId21" Type="http://schemas.openxmlformats.org/officeDocument/2006/relationships/image" Target="../media/image571.png"/><Relationship Id="rId7" Type="http://schemas.openxmlformats.org/officeDocument/2006/relationships/image" Target="../media/image311.png"/><Relationship Id="rId12" Type="http://schemas.openxmlformats.org/officeDocument/2006/relationships/image" Target="../media/image390.png"/><Relationship Id="rId17" Type="http://schemas.openxmlformats.org/officeDocument/2006/relationships/image" Target="../media/image17.png"/><Relationship Id="rId25" Type="http://schemas.openxmlformats.org/officeDocument/2006/relationships/image" Target="../media/image59.png"/><Relationship Id="rId2" Type="http://schemas.openxmlformats.org/officeDocument/2006/relationships/image" Target="../media/image68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110.png"/><Relationship Id="rId24" Type="http://schemas.openxmlformats.org/officeDocument/2006/relationships/image" Target="../media/image35.png"/><Relationship Id="rId5" Type="http://schemas.openxmlformats.org/officeDocument/2006/relationships/image" Target="../media/image58.png"/><Relationship Id="rId15" Type="http://schemas.openxmlformats.org/officeDocument/2006/relationships/image" Target="../media/image15.png"/><Relationship Id="rId23" Type="http://schemas.openxmlformats.org/officeDocument/2006/relationships/image" Target="../media/image651.png"/><Relationship Id="rId10" Type="http://schemas.openxmlformats.org/officeDocument/2006/relationships/image" Target="../media/image100.png"/><Relationship Id="rId19" Type="http://schemas.openxmlformats.org/officeDocument/2006/relationships/image" Target="../media/image19.png"/><Relationship Id="rId4" Type="http://schemas.openxmlformats.org/officeDocument/2006/relationships/image" Target="../media/image66.png"/><Relationship Id="rId9" Type="http://schemas.openxmlformats.org/officeDocument/2006/relationships/image" Target="../media/image710.png"/><Relationship Id="rId14" Type="http://schemas.openxmlformats.org/officeDocument/2006/relationships/image" Target="../media/image30.png"/><Relationship Id="rId22" Type="http://schemas.openxmlformats.org/officeDocument/2006/relationships/image" Target="../media/image64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8" Type="http://schemas.openxmlformats.org/officeDocument/2006/relationships/image" Target="../media/image17.png"/><Relationship Id="rId26" Type="http://schemas.openxmlformats.org/officeDocument/2006/relationships/image" Target="../media/image700.png"/><Relationship Id="rId3" Type="http://schemas.openxmlformats.org/officeDocument/2006/relationships/image" Target="../media/image72.png"/><Relationship Id="rId21" Type="http://schemas.openxmlformats.org/officeDocument/2006/relationships/image" Target="../media/image20.png"/><Relationship Id="rId17" Type="http://schemas.openxmlformats.org/officeDocument/2006/relationships/image" Target="../media/image16.png"/><Relationship Id="rId25" Type="http://schemas.openxmlformats.org/officeDocument/2006/relationships/image" Target="../media/image690.png"/><Relationship Id="rId2" Type="http://schemas.openxmlformats.org/officeDocument/2006/relationships/image" Target="../media/image7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7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0.png"/><Relationship Id="rId11" Type="http://schemas.openxmlformats.org/officeDocument/2006/relationships/image" Target="../media/image100.png"/><Relationship Id="rId24" Type="http://schemas.openxmlformats.org/officeDocument/2006/relationships/image" Target="../media/image680.png"/><Relationship Id="rId5" Type="http://schemas.openxmlformats.org/officeDocument/2006/relationships/image" Target="../media/image311.png"/><Relationship Id="rId15" Type="http://schemas.openxmlformats.org/officeDocument/2006/relationships/image" Target="../media/image14.png"/><Relationship Id="rId23" Type="http://schemas.openxmlformats.org/officeDocument/2006/relationships/image" Target="../media/image68.png"/><Relationship Id="rId28" Type="http://schemas.openxmlformats.org/officeDocument/2006/relationships/image" Target="../media/image711.png"/><Relationship Id="rId19" Type="http://schemas.openxmlformats.org/officeDocument/2006/relationships/image" Target="../media/image18.png"/><Relationship Id="rId4" Type="http://schemas.openxmlformats.org/officeDocument/2006/relationships/image" Target="../media/image1.png"/><Relationship Id="rId22" Type="http://schemas.openxmlformats.org/officeDocument/2006/relationships/image" Target="../media/image69.png"/><Relationship Id="rId27" Type="http://schemas.openxmlformats.org/officeDocument/2006/relationships/image" Target="../media/image41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27.png"/><Relationship Id="rId18" Type="http://schemas.openxmlformats.org/officeDocument/2006/relationships/image" Target="../media/image17.png"/><Relationship Id="rId26" Type="http://schemas.openxmlformats.org/officeDocument/2006/relationships/image" Target="../media/image76.png"/><Relationship Id="rId3" Type="http://schemas.openxmlformats.org/officeDocument/2006/relationships/image" Target="../media/image71.png"/><Relationship Id="rId21" Type="http://schemas.openxmlformats.org/officeDocument/2006/relationships/image" Target="../media/image20.png"/><Relationship Id="rId12" Type="http://schemas.openxmlformats.org/officeDocument/2006/relationships/image" Target="../media/image26.png"/><Relationship Id="rId17" Type="http://schemas.openxmlformats.org/officeDocument/2006/relationships/image" Target="../media/image16.png"/><Relationship Id="rId25" Type="http://schemas.openxmlformats.org/officeDocument/2006/relationships/image" Target="../media/image75.png"/><Relationship Id="rId2" Type="http://schemas.openxmlformats.org/officeDocument/2006/relationships/image" Target="../media/image73.png"/><Relationship Id="rId20" Type="http://schemas.openxmlformats.org/officeDocument/2006/relationships/image" Target="../media/image19.png"/><Relationship Id="rId29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0.png"/><Relationship Id="rId11" Type="http://schemas.openxmlformats.org/officeDocument/2006/relationships/image" Target="../media/image100.png"/><Relationship Id="rId24" Type="http://schemas.openxmlformats.org/officeDocument/2006/relationships/image" Target="../media/image700.png"/><Relationship Id="rId5" Type="http://schemas.openxmlformats.org/officeDocument/2006/relationships/image" Target="../media/image311.png"/><Relationship Id="rId23" Type="http://schemas.openxmlformats.org/officeDocument/2006/relationships/image" Target="../media/image74.png"/><Relationship Id="rId28" Type="http://schemas.openxmlformats.org/officeDocument/2006/relationships/image" Target="../media/image64.png"/><Relationship Id="rId19" Type="http://schemas.openxmlformats.org/officeDocument/2006/relationships/image" Target="../media/image18.png"/><Relationship Id="rId4" Type="http://schemas.openxmlformats.org/officeDocument/2006/relationships/image" Target="../media/image1.png"/><Relationship Id="rId22" Type="http://schemas.openxmlformats.org/officeDocument/2006/relationships/image" Target="../media/image680.png"/><Relationship Id="rId27" Type="http://schemas.openxmlformats.org/officeDocument/2006/relationships/image" Target="../media/image7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270.png"/><Relationship Id="rId18" Type="http://schemas.openxmlformats.org/officeDocument/2006/relationships/image" Target="../media/image20.png"/><Relationship Id="rId3" Type="http://schemas.openxmlformats.org/officeDocument/2006/relationships/image" Target="../media/image71.png"/><Relationship Id="rId21" Type="http://schemas.openxmlformats.org/officeDocument/2006/relationships/image" Target="../media/image83.png"/><Relationship Id="rId7" Type="http://schemas.openxmlformats.org/officeDocument/2006/relationships/image" Target="../media/image710.png"/><Relationship Id="rId12" Type="http://schemas.openxmlformats.org/officeDocument/2006/relationships/image" Target="../media/image30.png"/><Relationship Id="rId17" Type="http://schemas.openxmlformats.org/officeDocument/2006/relationships/image" Target="../media/image19.png"/><Relationship Id="rId2" Type="http://schemas.openxmlformats.org/officeDocument/2006/relationships/image" Target="../media/image79.png"/><Relationship Id="rId16" Type="http://schemas.openxmlformats.org/officeDocument/2006/relationships/image" Target="../media/image18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0.png"/><Relationship Id="rId11" Type="http://schemas.openxmlformats.org/officeDocument/2006/relationships/image" Target="../media/image400.png"/><Relationship Id="rId24" Type="http://schemas.openxmlformats.org/officeDocument/2006/relationships/image" Target="../media/image85.png"/><Relationship Id="rId5" Type="http://schemas.openxmlformats.org/officeDocument/2006/relationships/image" Target="../media/image311.png"/><Relationship Id="rId15" Type="http://schemas.openxmlformats.org/officeDocument/2006/relationships/image" Target="../media/image17.png"/><Relationship Id="rId23" Type="http://schemas.openxmlformats.org/officeDocument/2006/relationships/image" Target="../media/image31.png"/><Relationship Id="rId10" Type="http://schemas.openxmlformats.org/officeDocument/2006/relationships/image" Target="../media/image80.png"/><Relationship Id="rId19" Type="http://schemas.openxmlformats.org/officeDocument/2006/relationships/image" Target="../media/image81.png"/><Relationship Id="rId4" Type="http://schemas.openxmlformats.org/officeDocument/2006/relationships/image" Target="../media/image1.png"/><Relationship Id="rId9" Type="http://schemas.openxmlformats.org/officeDocument/2006/relationships/image" Target="../media/image110.png"/><Relationship Id="rId14" Type="http://schemas.openxmlformats.org/officeDocument/2006/relationships/image" Target="../media/image16.png"/><Relationship Id="rId22" Type="http://schemas.openxmlformats.org/officeDocument/2006/relationships/image" Target="../media/image8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87.png"/><Relationship Id="rId18" Type="http://schemas.openxmlformats.org/officeDocument/2006/relationships/image" Target="../media/image20.png"/><Relationship Id="rId26" Type="http://schemas.openxmlformats.org/officeDocument/2006/relationships/image" Target="../media/image91.png"/><Relationship Id="rId3" Type="http://schemas.openxmlformats.org/officeDocument/2006/relationships/image" Target="../media/image71.png"/><Relationship Id="rId21" Type="http://schemas.openxmlformats.org/officeDocument/2006/relationships/image" Target="../media/image88.png"/><Relationship Id="rId7" Type="http://schemas.openxmlformats.org/officeDocument/2006/relationships/image" Target="../media/image710.png"/><Relationship Id="rId12" Type="http://schemas.openxmlformats.org/officeDocument/2006/relationships/image" Target="../media/image30.png"/><Relationship Id="rId17" Type="http://schemas.openxmlformats.org/officeDocument/2006/relationships/image" Target="../media/image19.png"/><Relationship Id="rId25" Type="http://schemas.openxmlformats.org/officeDocument/2006/relationships/image" Target="../media/image90.png"/><Relationship Id="rId2" Type="http://schemas.openxmlformats.org/officeDocument/2006/relationships/image" Target="../media/image86.png"/><Relationship Id="rId16" Type="http://schemas.openxmlformats.org/officeDocument/2006/relationships/image" Target="../media/image18.png"/><Relationship Id="rId20" Type="http://schemas.openxmlformats.org/officeDocument/2006/relationships/image" Target="../media/image7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0.png"/><Relationship Id="rId11" Type="http://schemas.openxmlformats.org/officeDocument/2006/relationships/image" Target="../media/image400.png"/><Relationship Id="rId24" Type="http://schemas.openxmlformats.org/officeDocument/2006/relationships/image" Target="../media/image89.png"/><Relationship Id="rId5" Type="http://schemas.openxmlformats.org/officeDocument/2006/relationships/image" Target="../media/image311.png"/><Relationship Id="rId15" Type="http://schemas.openxmlformats.org/officeDocument/2006/relationships/image" Target="../media/image17.png"/><Relationship Id="rId23" Type="http://schemas.openxmlformats.org/officeDocument/2006/relationships/image" Target="../media/image35.png"/><Relationship Id="rId10" Type="http://schemas.openxmlformats.org/officeDocument/2006/relationships/image" Target="../media/image80.png"/><Relationship Id="rId19" Type="http://schemas.openxmlformats.org/officeDocument/2006/relationships/image" Target="../media/image81.png"/><Relationship Id="rId4" Type="http://schemas.openxmlformats.org/officeDocument/2006/relationships/image" Target="../media/image1.png"/><Relationship Id="rId9" Type="http://schemas.openxmlformats.org/officeDocument/2006/relationships/image" Target="../media/image110.png"/><Relationship Id="rId14" Type="http://schemas.openxmlformats.org/officeDocument/2006/relationships/image" Target="../media/image16.png"/><Relationship Id="rId22" Type="http://schemas.openxmlformats.org/officeDocument/2006/relationships/image" Target="../media/image8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00.png"/><Relationship Id="rId18" Type="http://schemas.openxmlformats.org/officeDocument/2006/relationships/image" Target="../media/image640.png"/><Relationship Id="rId3" Type="http://schemas.openxmlformats.org/officeDocument/2006/relationships/image" Target="../media/image1.png"/><Relationship Id="rId7" Type="http://schemas.openxmlformats.org/officeDocument/2006/relationships/image" Target="../media/image550.png"/><Relationship Id="rId12" Type="http://schemas.openxmlformats.org/officeDocument/2006/relationships/image" Target="../media/image590.png"/><Relationship Id="rId17" Type="http://schemas.openxmlformats.org/officeDocument/2006/relationships/image" Target="../media/image630.png"/><Relationship Id="rId2" Type="http://schemas.openxmlformats.org/officeDocument/2006/relationships/image" Target="../media/image2.png"/><Relationship Id="rId16" Type="http://schemas.openxmlformats.org/officeDocument/2006/relationships/image" Target="../media/image620.png"/><Relationship Id="rId20" Type="http://schemas.openxmlformats.org/officeDocument/2006/relationships/image" Target="../media/image6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0.png"/><Relationship Id="rId11" Type="http://schemas.openxmlformats.org/officeDocument/2006/relationships/image" Target="../media/image580.png"/><Relationship Id="rId5" Type="http://schemas.openxmlformats.org/officeDocument/2006/relationships/image" Target="../media/image530.png"/><Relationship Id="rId15" Type="http://schemas.openxmlformats.org/officeDocument/2006/relationships/image" Target="../media/image15.png"/><Relationship Id="rId10" Type="http://schemas.openxmlformats.org/officeDocument/2006/relationships/image" Target="../media/image570.png"/><Relationship Id="rId19" Type="http://schemas.openxmlformats.org/officeDocument/2006/relationships/image" Target="../media/image650.png"/><Relationship Id="rId4" Type="http://schemas.openxmlformats.org/officeDocument/2006/relationships/image" Target="../media/image410.png"/><Relationship Id="rId9" Type="http://schemas.openxmlformats.org/officeDocument/2006/relationships/image" Target="../media/image560.png"/><Relationship Id="rId14" Type="http://schemas.openxmlformats.org/officeDocument/2006/relationships/image" Target="../media/image6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1752599" y="1965815"/>
            <a:ext cx="3638551" cy="638354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C0DC6D9-C042-48D2-8312-53B3F28BF5FE}"/>
              </a:ext>
            </a:extLst>
          </p:cNvPr>
          <p:cNvGrpSpPr/>
          <p:nvPr/>
        </p:nvGrpSpPr>
        <p:grpSpPr>
          <a:xfrm>
            <a:off x="3963294" y="2462377"/>
            <a:ext cx="1234633" cy="1131724"/>
            <a:chOff x="4207769" y="2691196"/>
            <a:chExt cx="1323709" cy="1213375"/>
          </a:xfrm>
        </p:grpSpPr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3A1C1728-593F-44C5-8C68-404359F21E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76" name="圖片 75">
              <a:extLst>
                <a:ext uri="{FF2B5EF4-FFF2-40B4-BE49-F238E27FC236}">
                  <a16:creationId xmlns:a16="http://schemas.microsoft.com/office/drawing/2014/main" id="{1A5BCBC6-47C2-4ECD-B7B7-31F7823C01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AB9437CA-8479-430F-94F9-F829496544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2855368" y="2441615"/>
            <a:ext cx="818361" cy="82084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E439B64-4C39-4DC3-A808-9F71E101D2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2996379" y="6275050"/>
            <a:ext cx="822081" cy="82084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CEA8C1C-2566-4F1A-893A-AC03A79BD9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2857776" y="3325864"/>
            <a:ext cx="820839" cy="82332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BE2EB9CE-E8BF-48FD-8E8F-D57D018CDA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2997754" y="7159302"/>
            <a:ext cx="819602" cy="823321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0722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3262323" y="2801079"/>
            <a:ext cx="50518" cy="48461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blipFill>
                <a:blip r:embed="rId6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267015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6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3716343" y="3292931"/>
            <a:ext cx="260536" cy="871126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54D58104-A6B2-4314-B0D5-EFF445DE619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1914948" y="5625899"/>
            <a:ext cx="815055" cy="820015"/>
          </a:xfrm>
          <a:prstGeom prst="rect">
            <a:avLst/>
          </a:prstGeom>
        </p:spPr>
      </p:pic>
      <p:pic>
        <p:nvPicPr>
          <p:cNvPr id="142" name="圖片 141">
            <a:extLst>
              <a:ext uri="{FF2B5EF4-FFF2-40B4-BE49-F238E27FC236}">
                <a16:creationId xmlns:a16="http://schemas.microsoft.com/office/drawing/2014/main" id="{5C9A896D-E956-4B65-B6D0-476A3CAF2D3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1912675" y="6511110"/>
            <a:ext cx="819600" cy="820839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714991" y="241437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7" name="圖片 66">
            <a:extLst>
              <a:ext uri="{FF2B5EF4-FFF2-40B4-BE49-F238E27FC236}">
                <a16:creationId xmlns:a16="http://schemas.microsoft.com/office/drawing/2014/main" id="{ED150B49-3B48-4303-A3BD-D7CE4EFB3C2E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t="51281" r="51003"/>
          <a:stretch/>
        </p:blipFill>
        <p:spPr>
          <a:xfrm>
            <a:off x="1905346" y="4511576"/>
            <a:ext cx="834259" cy="822637"/>
          </a:xfrm>
          <a:prstGeom prst="rect">
            <a:avLst/>
          </a:prstGeom>
        </p:spPr>
      </p:pic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4" name="圖片 143">
            <a:extLst>
              <a:ext uri="{FF2B5EF4-FFF2-40B4-BE49-F238E27FC236}">
                <a16:creationId xmlns:a16="http://schemas.microsoft.com/office/drawing/2014/main" id="{35BF13E5-71D9-475C-8AF1-2A3C413496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4087510" y="3644069"/>
            <a:ext cx="822081" cy="823321"/>
          </a:xfrm>
          <a:prstGeom prst="rect">
            <a:avLst/>
          </a:prstGeom>
        </p:spPr>
      </p:pic>
      <p:pic>
        <p:nvPicPr>
          <p:cNvPr id="145" name="圖片 144">
            <a:extLst>
              <a:ext uri="{FF2B5EF4-FFF2-40B4-BE49-F238E27FC236}">
                <a16:creationId xmlns:a16="http://schemas.microsoft.com/office/drawing/2014/main" id="{A42122A8-C527-4EFD-9116-C124C9D0476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4088130" y="4528323"/>
            <a:ext cx="820841" cy="825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blipFill>
                <a:blip r:embed="rId2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blipFill>
                <a:blip r:embed="rId25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6" name="圖片 65">
            <a:extLst>
              <a:ext uri="{FF2B5EF4-FFF2-40B4-BE49-F238E27FC236}">
                <a16:creationId xmlns:a16="http://schemas.microsoft.com/office/drawing/2014/main" id="{736C0ACC-C173-4013-BFDA-40CFF22EE3A8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236" b="50807"/>
          <a:stretch/>
        </p:blipFill>
        <p:spPr>
          <a:xfrm>
            <a:off x="4083397" y="5549845"/>
            <a:ext cx="830307" cy="83064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1630767B-2271-4A2C-BDD9-E2716DA6C262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236" t="50810"/>
          <a:stretch/>
        </p:blipFill>
        <p:spPr>
          <a:xfrm>
            <a:off x="4083397" y="6439535"/>
            <a:ext cx="830306" cy="830580"/>
          </a:xfrm>
          <a:prstGeom prst="rect">
            <a:avLst/>
          </a:prstGeom>
        </p:spPr>
      </p:pic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2546785" y="4195675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" name="圖片 1">
            <a:extLst>
              <a:ext uri="{FF2B5EF4-FFF2-40B4-BE49-F238E27FC236}">
                <a16:creationId xmlns:a16="http://schemas.microsoft.com/office/drawing/2014/main" id="{66910F86-E065-4D04-A1F1-55349DB6A13A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r="51003" b="50581"/>
          <a:stretch/>
        </p:blipFill>
        <p:spPr>
          <a:xfrm>
            <a:off x="1905345" y="3658480"/>
            <a:ext cx="834260" cy="834450"/>
          </a:xfrm>
          <a:prstGeom prst="rect">
            <a:avLst/>
          </a:prstGeom>
        </p:spPr>
      </p:pic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CACA4E4E-C54C-4649-B245-F7E917A73438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25B9AB08-75C4-4B5D-BCB0-F5A4F049AB8B}"/>
              </a:ext>
            </a:extLst>
          </p:cNvPr>
          <p:cNvCxnSpPr>
            <a:cxnSpLocks/>
          </p:cNvCxnSpPr>
          <p:nvPr/>
        </p:nvCxnSpPr>
        <p:spPr>
          <a:xfrm flipV="1">
            <a:off x="3959225" y="494665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401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1752599" y="1965815"/>
            <a:ext cx="3638551" cy="638354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92" name="圖片 91">
            <a:extLst>
              <a:ext uri="{FF2B5EF4-FFF2-40B4-BE49-F238E27FC236}">
                <a16:creationId xmlns:a16="http://schemas.microsoft.com/office/drawing/2014/main" id="{DE55028B-C902-4300-BAF9-E77F082AAEF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0"/>
          <a:stretch/>
        </p:blipFill>
        <p:spPr>
          <a:xfrm>
            <a:off x="2854600" y="2437786"/>
            <a:ext cx="865537" cy="1702836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C4FA81F1-EA15-4F03-A4B7-B3B16342BD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445"/>
          <a:stretch/>
        </p:blipFill>
        <p:spPr>
          <a:xfrm>
            <a:off x="4059773" y="3637915"/>
            <a:ext cx="857330" cy="1702837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145D7180-B4C8-4258-B8ED-01F7B76E19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975" r="24608"/>
          <a:stretch/>
        </p:blipFill>
        <p:spPr>
          <a:xfrm>
            <a:off x="1878768" y="5606440"/>
            <a:ext cx="887430" cy="1702836"/>
          </a:xfrm>
          <a:prstGeom prst="rect">
            <a:avLst/>
          </a:prstGeom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51D3BEA8-5028-49BB-98F4-24CA8A5BA4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430" r="49783"/>
          <a:stretch/>
        </p:blipFill>
        <p:spPr>
          <a:xfrm>
            <a:off x="2970570" y="6271854"/>
            <a:ext cx="900332" cy="1702837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63E7967E-EF0D-4FFF-91B8-97CE70A58A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542"/>
          <a:stretch/>
        </p:blipFill>
        <p:spPr>
          <a:xfrm>
            <a:off x="4070136" y="5548630"/>
            <a:ext cx="852783" cy="1717087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C8F0DC94-8CD7-4F5C-9C50-3B09EB0119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277"/>
          <a:stretch/>
        </p:blipFill>
        <p:spPr>
          <a:xfrm>
            <a:off x="1914206" y="3636104"/>
            <a:ext cx="857349" cy="1717087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0722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3262323" y="2801079"/>
            <a:ext cx="50518" cy="48461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blipFill>
                <a:blip r:embed="rId6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267015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6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3716343" y="3292931"/>
            <a:ext cx="260536" cy="871126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714991" y="241437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blipFill>
                <a:blip r:embed="rId2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E7149377-9A12-481F-B27F-13C99B2FA29A}"/>
              </a:ext>
            </a:extLst>
          </p:cNvPr>
          <p:cNvGrpSpPr/>
          <p:nvPr/>
        </p:nvGrpSpPr>
        <p:grpSpPr>
          <a:xfrm>
            <a:off x="3962331" y="2461675"/>
            <a:ext cx="1234633" cy="1134769"/>
            <a:chOff x="4207769" y="2687931"/>
            <a:chExt cx="1323709" cy="1216640"/>
          </a:xfrm>
        </p:grpSpPr>
        <p:pic>
          <p:nvPicPr>
            <p:cNvPr id="99" name="圖片 98">
              <a:extLst>
                <a:ext uri="{FF2B5EF4-FFF2-40B4-BE49-F238E27FC236}">
                  <a16:creationId xmlns:a16="http://schemas.microsoft.com/office/drawing/2014/main" id="{5D1374BB-C46D-4969-9F09-3CC6310FB8C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83F27FDC-B4DE-4883-A140-18C194554C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  <p:pic>
          <p:nvPicPr>
            <p:cNvPr id="101" name="圖片 100">
              <a:extLst>
                <a:ext uri="{FF2B5EF4-FFF2-40B4-BE49-F238E27FC236}">
                  <a16:creationId xmlns:a16="http://schemas.microsoft.com/office/drawing/2014/main" id="{B61DC5E0-08F4-4462-96A6-0CED4604D2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l="11507" t="21184" r="9434" b="16673"/>
            <a:stretch/>
          </p:blipFill>
          <p:spPr>
            <a:xfrm>
              <a:off x="4326730" y="3647575"/>
              <a:ext cx="531019" cy="129089"/>
            </a:xfrm>
            <a:prstGeom prst="rect">
              <a:avLst/>
            </a:prstGeom>
          </p:spPr>
        </p:pic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37DBEF56-7C33-4BEF-9F1D-EE2FC451FD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/>
            <a:srcRect l="11507" t="21184" r="9434" b="16673"/>
            <a:stretch/>
          </p:blipFill>
          <p:spPr>
            <a:xfrm>
              <a:off x="4326730" y="2687931"/>
              <a:ext cx="531019" cy="129089"/>
            </a:xfrm>
            <a:prstGeom prst="rect">
              <a:avLst/>
            </a:prstGeom>
          </p:spPr>
        </p:pic>
      </p:grpSp>
      <p:cxnSp>
        <p:nvCxnSpPr>
          <p:cNvPr id="103" name="直線接點 102">
            <a:extLst>
              <a:ext uri="{FF2B5EF4-FFF2-40B4-BE49-F238E27FC236}">
                <a16:creationId xmlns:a16="http://schemas.microsoft.com/office/drawing/2014/main" id="{9259F10B-626A-4111-8419-6CDF2504BD93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線接點 103">
            <a:extLst>
              <a:ext uri="{FF2B5EF4-FFF2-40B4-BE49-F238E27FC236}">
                <a16:creationId xmlns:a16="http://schemas.microsoft.com/office/drawing/2014/main" id="{A5EB14A0-8F46-4D4F-9C49-614A1630770A}"/>
              </a:ext>
            </a:extLst>
          </p:cNvPr>
          <p:cNvCxnSpPr>
            <a:cxnSpLocks/>
          </p:cNvCxnSpPr>
          <p:nvPr/>
        </p:nvCxnSpPr>
        <p:spPr>
          <a:xfrm flipV="1">
            <a:off x="3959225" y="494665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380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1752599" y="1965815"/>
            <a:ext cx="3638551" cy="638354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11" name="圖片 110">
            <a:extLst>
              <a:ext uri="{FF2B5EF4-FFF2-40B4-BE49-F238E27FC236}">
                <a16:creationId xmlns:a16="http://schemas.microsoft.com/office/drawing/2014/main" id="{58B22980-8775-42D9-99FD-9696A1CBE5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31"/>
          <a:stretch/>
        </p:blipFill>
        <p:spPr>
          <a:xfrm>
            <a:off x="2865026" y="2443638"/>
            <a:ext cx="859130" cy="1696981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0722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blipFill>
                <a:blip r:embed="rId3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3262323" y="2801079"/>
            <a:ext cx="50518" cy="48461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blipFill>
                <a:blip r:embed="rId5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267015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blipFill>
                <a:blip r:embed="rId5"/>
                <a:stretch>
                  <a:fillRect r="-6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3716343" y="3292931"/>
            <a:ext cx="260536" cy="871126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714991" y="241437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blipFill>
                <a:blip r:embed="rId9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blipFill>
                <a:blip r:embed="rId9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blipFill>
                <a:blip r:embed="rId1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blipFill>
                <a:blip r:embed="rId11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blipFill>
                <a:blip r:embed="rId2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2546785" y="4195675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73F7218C-6ADE-48A8-AD46-409E05AC0F35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3960119" y="2465551"/>
            <a:ext cx="1234633" cy="240163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8BF9914A-7206-4E04-83B1-FA0D8868C934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3960119" y="3300047"/>
            <a:ext cx="1234633" cy="297228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C74EEC17-67C4-4A39-99E7-EBC55D3996BE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11115" t="22564" r="9694" b="19380"/>
          <a:stretch/>
        </p:blipFill>
        <p:spPr>
          <a:xfrm>
            <a:off x="4060825" y="3358185"/>
            <a:ext cx="510381" cy="117647"/>
          </a:xfrm>
          <a:prstGeom prst="rect">
            <a:avLst/>
          </a:prstGeom>
        </p:spPr>
      </p:pic>
      <p:pic>
        <p:nvPicPr>
          <p:cNvPr id="107" name="圖片 106">
            <a:extLst>
              <a:ext uri="{FF2B5EF4-FFF2-40B4-BE49-F238E27FC236}">
                <a16:creationId xmlns:a16="http://schemas.microsoft.com/office/drawing/2014/main" id="{41F113BA-8A54-41F1-9974-A3F0DF726DBF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11115" t="22564" r="9694" b="19380"/>
          <a:stretch/>
        </p:blipFill>
        <p:spPr>
          <a:xfrm>
            <a:off x="4058444" y="2465216"/>
            <a:ext cx="510381" cy="117647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EAED27BB-EFC0-4736-B630-90BCAEE4864C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1200"/>
          <a:stretch/>
        </p:blipFill>
        <p:spPr>
          <a:xfrm>
            <a:off x="4053110" y="5549269"/>
            <a:ext cx="839905" cy="1710426"/>
          </a:xfrm>
          <a:prstGeom prst="rect">
            <a:avLst/>
          </a:prstGeom>
        </p:spPr>
      </p:pic>
      <p:pic>
        <p:nvPicPr>
          <p:cNvPr id="113" name="圖片 112">
            <a:extLst>
              <a:ext uri="{FF2B5EF4-FFF2-40B4-BE49-F238E27FC236}">
                <a16:creationId xmlns:a16="http://schemas.microsoft.com/office/drawing/2014/main" id="{8A329DBC-2F9B-495B-AD94-394D5E5315B0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196"/>
          <a:stretch/>
        </p:blipFill>
        <p:spPr>
          <a:xfrm>
            <a:off x="1909261" y="3629500"/>
            <a:ext cx="857085" cy="1710221"/>
          </a:xfrm>
          <a:prstGeom prst="rect">
            <a:avLst/>
          </a:prstGeom>
        </p:spPr>
      </p:pic>
      <p:cxnSp>
        <p:nvCxnSpPr>
          <p:cNvPr id="114" name="直線接點 113">
            <a:extLst>
              <a:ext uri="{FF2B5EF4-FFF2-40B4-BE49-F238E27FC236}">
                <a16:creationId xmlns:a16="http://schemas.microsoft.com/office/drawing/2014/main" id="{9418BC3C-6FA7-4197-9E0F-68E4A2F8C071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84DEA2CA-6C9A-46E1-AD52-4DCBF01CFB94}"/>
              </a:ext>
            </a:extLst>
          </p:cNvPr>
          <p:cNvCxnSpPr>
            <a:cxnSpLocks/>
          </p:cNvCxnSpPr>
          <p:nvPr/>
        </p:nvCxnSpPr>
        <p:spPr>
          <a:xfrm flipV="1">
            <a:off x="3959225" y="494665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20" name="圖片 119">
            <a:extLst>
              <a:ext uri="{FF2B5EF4-FFF2-40B4-BE49-F238E27FC236}">
                <a16:creationId xmlns:a16="http://schemas.microsoft.com/office/drawing/2014/main" id="{E406B241-0A70-4DCF-ABA0-F8B42761AB28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36"/>
          <a:stretch/>
        </p:blipFill>
        <p:spPr>
          <a:xfrm>
            <a:off x="4052888" y="3649339"/>
            <a:ext cx="849651" cy="1678590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7A07E351-0A92-4595-8F81-D7A4339B3329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97" r="50000"/>
          <a:stretch/>
        </p:blipFill>
        <p:spPr>
          <a:xfrm>
            <a:off x="2981324" y="6284908"/>
            <a:ext cx="871539" cy="1678590"/>
          </a:xfrm>
          <a:prstGeom prst="rect">
            <a:avLst/>
          </a:prstGeom>
        </p:spPr>
      </p:pic>
      <p:pic>
        <p:nvPicPr>
          <p:cNvPr id="122" name="圖片 121">
            <a:extLst>
              <a:ext uri="{FF2B5EF4-FFF2-40B4-BE49-F238E27FC236}">
                <a16:creationId xmlns:a16="http://schemas.microsoft.com/office/drawing/2014/main" id="{FA3D2231-70F2-436E-898F-2B5BEA44CC57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29" r="24452"/>
          <a:stretch/>
        </p:blipFill>
        <p:spPr>
          <a:xfrm>
            <a:off x="1876425" y="5624221"/>
            <a:ext cx="885825" cy="1678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364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圓角 72">
            <a:extLst>
              <a:ext uri="{FF2B5EF4-FFF2-40B4-BE49-F238E27FC236}">
                <a16:creationId xmlns:a16="http://schemas.microsoft.com/office/drawing/2014/main" id="{AF2CD985-E316-49AB-BF4B-63BF05252804}"/>
              </a:ext>
            </a:extLst>
          </p:cNvPr>
          <p:cNvSpPr/>
          <p:nvPr/>
        </p:nvSpPr>
        <p:spPr>
          <a:xfrm>
            <a:off x="1752599" y="1965815"/>
            <a:ext cx="3638551" cy="638354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E7D364EB-A3E5-44D8-B826-9192CB5DD3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218"/>
          <a:stretch/>
        </p:blipFill>
        <p:spPr>
          <a:xfrm>
            <a:off x="2851277" y="2437987"/>
            <a:ext cx="862055" cy="1703680"/>
          </a:xfrm>
          <a:prstGeom prst="rect">
            <a:avLst/>
          </a:prstGeom>
        </p:spPr>
      </p:pic>
      <p:pic>
        <p:nvPicPr>
          <p:cNvPr id="89" name="圖片 88">
            <a:extLst>
              <a:ext uri="{FF2B5EF4-FFF2-40B4-BE49-F238E27FC236}">
                <a16:creationId xmlns:a16="http://schemas.microsoft.com/office/drawing/2014/main" id="{4689C949-80FA-4E14-8C73-1ADBABF105C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/>
          <a:stretch/>
        </p:blipFill>
        <p:spPr>
          <a:xfrm>
            <a:off x="4046515" y="3640863"/>
            <a:ext cx="856615" cy="1696939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161FF075-13E2-477B-B2AC-908E3836FE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55" r="24615"/>
          <a:stretch/>
        </p:blipFill>
        <p:spPr>
          <a:xfrm>
            <a:off x="1872933" y="5614513"/>
            <a:ext cx="891540" cy="1703680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DACFB157-4E3E-4C3E-89CD-3AEAF2FCA0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869" r="49720"/>
          <a:stretch/>
        </p:blipFill>
        <p:spPr>
          <a:xfrm>
            <a:off x="2980932" y="6264536"/>
            <a:ext cx="883920" cy="1703680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0722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262" y="3874967"/>
                <a:ext cx="268993" cy="272254"/>
              </a:xfrm>
              <a:prstGeom prst="rect">
                <a:avLst/>
              </a:prstGeom>
              <a:blipFill>
                <a:blip r:embed="rId3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927" y="2993002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3262323" y="2801079"/>
            <a:ext cx="50518" cy="48461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8098" y="2557564"/>
                <a:ext cx="198362" cy="276614"/>
              </a:xfrm>
              <a:prstGeom prst="rect">
                <a:avLst/>
              </a:prstGeom>
              <a:blipFill>
                <a:blip r:embed="rId5"/>
                <a:stretch>
                  <a:fillRect r="-468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645" y="2753398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267015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785" y="3443243"/>
                <a:ext cx="182571" cy="276614"/>
              </a:xfrm>
              <a:prstGeom prst="rect">
                <a:avLst/>
              </a:prstGeom>
              <a:blipFill>
                <a:blip r:embed="rId5"/>
                <a:stretch>
                  <a:fillRect r="-6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3613" y="3600976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7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3716343" y="3292931"/>
            <a:ext cx="260536" cy="871126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714991" y="2414378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0888" y="3082237"/>
                <a:ext cx="204146" cy="245324"/>
              </a:xfrm>
              <a:prstGeom prst="rect">
                <a:avLst/>
              </a:prstGeom>
              <a:blipFill>
                <a:blip r:embed="rId9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641" y="3967915"/>
                <a:ext cx="204146" cy="245324"/>
              </a:xfrm>
              <a:prstGeom prst="rect">
                <a:avLst/>
              </a:prstGeom>
              <a:blipFill>
                <a:blip r:embed="rId9"/>
                <a:stretch>
                  <a:fillRect r="-515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9821" y="4124924"/>
                <a:ext cx="1082966" cy="262829"/>
              </a:xfrm>
              <a:prstGeom prst="rect">
                <a:avLst/>
              </a:prstGeom>
              <a:blipFill>
                <a:blip r:embed="rId1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7327627"/>
                <a:ext cx="1100937" cy="262829"/>
              </a:xfrm>
              <a:prstGeom prst="rect">
                <a:avLst/>
              </a:prstGeom>
              <a:blipFill>
                <a:blip r:embed="rId11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989335"/>
                <a:ext cx="1021987" cy="26282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323567"/>
                <a:ext cx="974158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5332457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082" y="7249560"/>
                <a:ext cx="1100937" cy="262829"/>
              </a:xfrm>
              <a:prstGeom prst="rect">
                <a:avLst/>
              </a:prstGeom>
              <a:blipFill>
                <a:blip r:embed="rId2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線接點 76">
            <a:extLst>
              <a:ext uri="{FF2B5EF4-FFF2-40B4-BE49-F238E27FC236}">
                <a16:creationId xmlns:a16="http://schemas.microsoft.com/office/drawing/2014/main" id="{072C32C3-02A9-4845-9045-4A0AD873826B}"/>
              </a:ext>
            </a:extLst>
          </p:cNvPr>
          <p:cNvCxnSpPr>
            <a:cxnSpLocks/>
          </p:cNvCxnSpPr>
          <p:nvPr/>
        </p:nvCxnSpPr>
        <p:spPr>
          <a:xfrm>
            <a:off x="2546785" y="4195675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0" name="圖片 69">
            <a:extLst>
              <a:ext uri="{FF2B5EF4-FFF2-40B4-BE49-F238E27FC236}">
                <a16:creationId xmlns:a16="http://schemas.microsoft.com/office/drawing/2014/main" id="{D46476D2-6E27-437E-BC02-4C4650B64389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3963294" y="2465551"/>
            <a:ext cx="1234633" cy="240163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193D39BE-52B5-4EAD-AFC8-3B7DF6F078E3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3963294" y="3300047"/>
            <a:ext cx="1234633" cy="297228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CD870927-DD84-4047-9E25-2070DA9856BD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9650" t="22680" r="8947" b="18411"/>
          <a:stretch/>
        </p:blipFill>
        <p:spPr>
          <a:xfrm>
            <a:off x="4072390" y="3370256"/>
            <a:ext cx="504374" cy="100293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DEA4EC7B-903D-4344-A0D5-AB175E196F25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9650" t="22680" r="8947" b="18411"/>
          <a:stretch/>
        </p:blipFill>
        <p:spPr>
          <a:xfrm>
            <a:off x="4072390" y="2479668"/>
            <a:ext cx="504374" cy="100293"/>
          </a:xfrm>
          <a:prstGeom prst="rect">
            <a:avLst/>
          </a:prstGeom>
        </p:spPr>
      </p:pic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EB7BEC6F-3B2D-4394-97F4-F8834EA0810E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E1C408A5-AE49-439C-AA5A-32C9D24E09FE}"/>
              </a:ext>
            </a:extLst>
          </p:cNvPr>
          <p:cNvCxnSpPr>
            <a:cxnSpLocks/>
          </p:cNvCxnSpPr>
          <p:nvPr/>
        </p:nvCxnSpPr>
        <p:spPr>
          <a:xfrm flipV="1">
            <a:off x="3959225" y="4946651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圖片 67">
            <a:extLst>
              <a:ext uri="{FF2B5EF4-FFF2-40B4-BE49-F238E27FC236}">
                <a16:creationId xmlns:a16="http://schemas.microsoft.com/office/drawing/2014/main" id="{29B89FA1-624C-4991-8BBE-BF9F0E11DC41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073"/>
          <a:stretch/>
        </p:blipFill>
        <p:spPr>
          <a:xfrm>
            <a:off x="4065898" y="5549269"/>
            <a:ext cx="847794" cy="1691004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2EE34EFC-6BCF-49B8-A731-768A117A846E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748"/>
          <a:stretch/>
        </p:blipFill>
        <p:spPr>
          <a:xfrm>
            <a:off x="1870784" y="3667609"/>
            <a:ext cx="853313" cy="169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42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3EB75924-7F84-4908-8179-138EE7F2895D}"/>
              </a:ext>
            </a:extLst>
          </p:cNvPr>
          <p:cNvSpPr/>
          <p:nvPr/>
        </p:nvSpPr>
        <p:spPr>
          <a:xfrm>
            <a:off x="2817312" y="224698"/>
            <a:ext cx="3638551" cy="638354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F50A718F-C390-4C36-A4AC-228237B4A8BA}"/>
              </a:ext>
            </a:extLst>
          </p:cNvPr>
          <p:cNvGrpSpPr/>
          <p:nvPr/>
        </p:nvGrpSpPr>
        <p:grpSpPr>
          <a:xfrm>
            <a:off x="5028007" y="721260"/>
            <a:ext cx="1234633" cy="1131724"/>
            <a:chOff x="4207769" y="2691196"/>
            <a:chExt cx="1323709" cy="1213375"/>
          </a:xfrm>
        </p:grpSpPr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61E0235B-B711-4DD6-9276-869A9A9AA1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8043"/>
            <a:stretch/>
          </p:blipFill>
          <p:spPr>
            <a:xfrm>
              <a:off x="4207769" y="2691196"/>
              <a:ext cx="1323709" cy="257490"/>
            </a:xfrm>
            <a:prstGeom prst="rect">
              <a:avLst/>
            </a:prstGeom>
          </p:spPr>
        </p:pic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908D8D5-63B0-46AD-AAEA-CE1B09994D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0450"/>
            <a:stretch/>
          </p:blipFill>
          <p:spPr>
            <a:xfrm>
              <a:off x="4207769" y="3585899"/>
              <a:ext cx="1323709" cy="318672"/>
            </a:xfrm>
            <a:prstGeom prst="rect">
              <a:avLst/>
            </a:prstGeom>
          </p:spPr>
        </p:pic>
      </p:grpSp>
      <p:pic>
        <p:nvPicPr>
          <p:cNvPr id="80" name="圖片 79">
            <a:extLst>
              <a:ext uri="{FF2B5EF4-FFF2-40B4-BE49-F238E27FC236}">
                <a16:creationId xmlns:a16="http://schemas.microsoft.com/office/drawing/2014/main" id="{082354D3-5891-4C31-87F7-7DC121A947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3920081" y="700498"/>
            <a:ext cx="818361" cy="820842"/>
          </a:xfrm>
          <a:prstGeom prst="rect">
            <a:avLst/>
          </a:prstGeom>
        </p:spPr>
      </p:pic>
      <p:pic>
        <p:nvPicPr>
          <p:cNvPr id="81" name="圖片 80">
            <a:extLst>
              <a:ext uri="{FF2B5EF4-FFF2-40B4-BE49-F238E27FC236}">
                <a16:creationId xmlns:a16="http://schemas.microsoft.com/office/drawing/2014/main" id="{3CACD937-8C16-4BCF-8470-4579D0E68A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4061092" y="4533933"/>
            <a:ext cx="822081" cy="820842"/>
          </a:xfrm>
          <a:prstGeom prst="rect">
            <a:avLst/>
          </a:prstGeom>
        </p:spPr>
      </p:pic>
      <p:pic>
        <p:nvPicPr>
          <p:cNvPr id="82" name="圖片 81">
            <a:extLst>
              <a:ext uri="{FF2B5EF4-FFF2-40B4-BE49-F238E27FC236}">
                <a16:creationId xmlns:a16="http://schemas.microsoft.com/office/drawing/2014/main" id="{818DB291-9292-408F-89B5-BC1BD2DAEB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3922489" y="1584747"/>
            <a:ext cx="820839" cy="823321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BE999FAA-1847-4666-9BC3-53BB0996F2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4062467" y="5418185"/>
            <a:ext cx="819602" cy="823321"/>
          </a:xfrm>
          <a:prstGeom prst="rect">
            <a:avLst/>
          </a:prstGeom>
        </p:spPr>
      </p:pic>
      <p:sp>
        <p:nvSpPr>
          <p:cNvPr id="84" name="文字方塊 83">
            <a:extLst>
              <a:ext uri="{FF2B5EF4-FFF2-40B4-BE49-F238E27FC236}">
                <a16:creationId xmlns:a16="http://schemas.microsoft.com/office/drawing/2014/main" id="{8A829404-96B1-4B04-9B6E-A6CA4D94B6C3}"/>
              </a:ext>
            </a:extLst>
          </p:cNvPr>
          <p:cNvSpPr txBox="1"/>
          <p:nvPr/>
        </p:nvSpPr>
        <p:spPr>
          <a:xfrm>
            <a:off x="2966990" y="331168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DDF1B11-772C-4B18-9C36-1D780866D2A0}"/>
                  </a:ext>
                </a:extLst>
              </p:cNvPr>
              <p:cNvSpPr txBox="1"/>
              <p:nvPr/>
            </p:nvSpPr>
            <p:spPr>
              <a:xfrm>
                <a:off x="4284975" y="2133850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DDF1B11-772C-4B18-9C36-1D780866D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4975" y="2133850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D837FF3F-4192-4AD9-9A48-58CEDCDD09FD}"/>
                  </a:ext>
                </a:extLst>
              </p:cNvPr>
              <p:cNvSpPr txBox="1"/>
              <p:nvPr/>
            </p:nvSpPr>
            <p:spPr>
              <a:xfrm>
                <a:off x="4295640" y="1251885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D837FF3F-4192-4AD9-9A48-58CEDCDD0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40" y="1251885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群組 86">
            <a:extLst>
              <a:ext uri="{FF2B5EF4-FFF2-40B4-BE49-F238E27FC236}">
                <a16:creationId xmlns:a16="http://schemas.microsoft.com/office/drawing/2014/main" id="{840EEDBA-A24A-4AF5-A223-0422DADA0A6A}"/>
              </a:ext>
            </a:extLst>
          </p:cNvPr>
          <p:cNvGrpSpPr/>
          <p:nvPr/>
        </p:nvGrpSpPr>
        <p:grpSpPr>
          <a:xfrm>
            <a:off x="4327036" y="1059962"/>
            <a:ext cx="50518" cy="48461"/>
            <a:chOff x="1373392" y="2391862"/>
            <a:chExt cx="479433" cy="476535"/>
          </a:xfrm>
        </p:grpSpPr>
        <p:sp>
          <p:nvSpPr>
            <p:cNvPr id="92" name="箭號: 向右 91">
              <a:extLst>
                <a:ext uri="{FF2B5EF4-FFF2-40B4-BE49-F238E27FC236}">
                  <a16:creationId xmlns:a16="http://schemas.microsoft.com/office/drawing/2014/main" id="{D25C8E5C-C690-467C-864A-6DD425AAB2D5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93" name="箭號: 向右 92">
              <a:extLst>
                <a:ext uri="{FF2B5EF4-FFF2-40B4-BE49-F238E27FC236}">
                  <a16:creationId xmlns:a16="http://schemas.microsoft.com/office/drawing/2014/main" id="{7C182186-3FB7-49F9-BFC7-BA153EF45E3B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211AC88C-1E32-4576-8334-4549B5A30512}"/>
                  </a:ext>
                </a:extLst>
              </p:cNvPr>
              <p:cNvSpPr txBox="1"/>
              <p:nvPr/>
            </p:nvSpPr>
            <p:spPr>
              <a:xfrm>
                <a:off x="4202811" y="816447"/>
                <a:ext cx="198362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211AC88C-1E32-4576-8334-4549B5A30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2811" y="816447"/>
                <a:ext cx="198362" cy="276614"/>
              </a:xfrm>
              <a:prstGeom prst="rect">
                <a:avLst/>
              </a:prstGeom>
              <a:blipFill>
                <a:blip r:embed="rId5"/>
                <a:stretch>
                  <a:fillRect r="-424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35A695DE-7E13-4231-B8B3-9329A900B55A}"/>
                  </a:ext>
                </a:extLst>
              </p:cNvPr>
              <p:cNvSpPr txBox="1"/>
              <p:nvPr/>
            </p:nvSpPr>
            <p:spPr>
              <a:xfrm>
                <a:off x="4292358" y="1012281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35A695DE-7E13-4231-B8B3-9329A900B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358" y="1012281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6" name="群組 95">
            <a:extLst>
              <a:ext uri="{FF2B5EF4-FFF2-40B4-BE49-F238E27FC236}">
                <a16:creationId xmlns:a16="http://schemas.microsoft.com/office/drawing/2014/main" id="{3C1DA20C-5467-43AA-AB7B-56C396344C64}"/>
              </a:ext>
            </a:extLst>
          </p:cNvPr>
          <p:cNvGrpSpPr/>
          <p:nvPr/>
        </p:nvGrpSpPr>
        <p:grpSpPr>
          <a:xfrm>
            <a:off x="4331728" y="1945641"/>
            <a:ext cx="50518" cy="48461"/>
            <a:chOff x="1373392" y="2391862"/>
            <a:chExt cx="479433" cy="476535"/>
          </a:xfrm>
        </p:grpSpPr>
        <p:sp>
          <p:nvSpPr>
            <p:cNvPr id="97" name="箭號: 向右 96">
              <a:extLst>
                <a:ext uri="{FF2B5EF4-FFF2-40B4-BE49-F238E27FC236}">
                  <a16:creationId xmlns:a16="http://schemas.microsoft.com/office/drawing/2014/main" id="{2D6FE09A-9CB0-4CE8-A459-0C0319E90800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98" name="箭號: 向右 97">
              <a:extLst>
                <a:ext uri="{FF2B5EF4-FFF2-40B4-BE49-F238E27FC236}">
                  <a16:creationId xmlns:a16="http://schemas.microsoft.com/office/drawing/2014/main" id="{95727564-BD1C-4057-8656-CE82AB08CA3D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6E0B1B9-6242-420B-A97D-34B7870A1535}"/>
                  </a:ext>
                </a:extLst>
              </p:cNvPr>
              <p:cNvSpPr txBox="1"/>
              <p:nvPr/>
            </p:nvSpPr>
            <p:spPr>
              <a:xfrm>
                <a:off x="4207498" y="1702126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A6E0B1B9-6242-420B-A97D-34B7870A1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498" y="1702126"/>
                <a:ext cx="182571" cy="276614"/>
              </a:xfrm>
              <a:prstGeom prst="rect">
                <a:avLst/>
              </a:prstGeom>
              <a:blipFill>
                <a:blip r:embed="rId7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4F56395A-E4F2-46A5-B326-BF3DF8D887CF}"/>
                  </a:ext>
                </a:extLst>
              </p:cNvPr>
              <p:cNvSpPr txBox="1"/>
              <p:nvPr/>
            </p:nvSpPr>
            <p:spPr>
              <a:xfrm>
                <a:off x="4338326" y="1859859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4F56395A-E4F2-46A5-B326-BF3DF8D88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326" y="1859859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70833"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1" name="圖片 100">
            <a:extLst>
              <a:ext uri="{FF2B5EF4-FFF2-40B4-BE49-F238E27FC236}">
                <a16:creationId xmlns:a16="http://schemas.microsoft.com/office/drawing/2014/main" id="{D0C088D5-C975-4A44-8E99-FF6643B96CA7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4781056" y="1551814"/>
            <a:ext cx="260536" cy="871126"/>
          </a:xfrm>
          <a:prstGeom prst="rect">
            <a:avLst/>
          </a:prstGeom>
        </p:spPr>
      </p:pic>
      <p:pic>
        <p:nvPicPr>
          <p:cNvPr id="102" name="圖片 101">
            <a:extLst>
              <a:ext uri="{FF2B5EF4-FFF2-40B4-BE49-F238E27FC236}">
                <a16:creationId xmlns:a16="http://schemas.microsoft.com/office/drawing/2014/main" id="{9E6964EF-1F30-47DE-9780-C4CCE3A95B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2979661" y="3884782"/>
            <a:ext cx="815055" cy="820015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70598C3A-B829-47DE-B1F5-2FFEF6BF50E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2977388" y="4769993"/>
            <a:ext cx="819600" cy="820839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7B0F5B15-0415-444D-A16B-0A6DE52D8E4A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4779704" y="673261"/>
            <a:ext cx="260536" cy="8640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B40AE66F-80A4-4F98-B795-CD4E7DFFA616}"/>
                  </a:ext>
                </a:extLst>
              </p:cNvPr>
              <p:cNvSpPr txBox="1"/>
              <p:nvPr/>
            </p:nvSpPr>
            <p:spPr>
              <a:xfrm>
                <a:off x="4725601" y="1341120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5" name="文字方塊 104">
                <a:extLst>
                  <a:ext uri="{FF2B5EF4-FFF2-40B4-BE49-F238E27FC236}">
                    <a16:creationId xmlns:a16="http://schemas.microsoft.com/office/drawing/2014/main" id="{B40AE66F-80A4-4F98-B795-CD4E7DFFA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601" y="1341120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E477E0FB-1A8F-43FD-BFDE-28D56E55424B}"/>
                  </a:ext>
                </a:extLst>
              </p:cNvPr>
              <p:cNvSpPr txBox="1"/>
              <p:nvPr/>
            </p:nvSpPr>
            <p:spPr>
              <a:xfrm>
                <a:off x="4733354" y="2226798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6" name="文字方塊 105">
                <a:extLst>
                  <a:ext uri="{FF2B5EF4-FFF2-40B4-BE49-F238E27FC236}">
                    <a16:creationId xmlns:a16="http://schemas.microsoft.com/office/drawing/2014/main" id="{E477E0FB-1A8F-43FD-BFDE-28D56E554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3354" y="2226798"/>
                <a:ext cx="204146" cy="245324"/>
              </a:xfrm>
              <a:prstGeom prst="rect">
                <a:avLst/>
              </a:prstGeom>
              <a:blipFill>
                <a:blip r:embed="rId11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CB9CB45-8FD0-471F-96A6-D17C05A29EAB}"/>
                  </a:ext>
                </a:extLst>
              </p:cNvPr>
              <p:cNvSpPr txBox="1"/>
              <p:nvPr/>
            </p:nvSpPr>
            <p:spPr>
              <a:xfrm>
                <a:off x="3854534" y="2383807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07" name="文字方塊 106">
                <a:extLst>
                  <a:ext uri="{FF2B5EF4-FFF2-40B4-BE49-F238E27FC236}">
                    <a16:creationId xmlns:a16="http://schemas.microsoft.com/office/drawing/2014/main" id="{ACB9CB45-8FD0-471F-96A6-D17C05A2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534" y="2383807"/>
                <a:ext cx="1082966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72C13210-FBEE-4FD5-896B-54FFF8CD357A}"/>
                  </a:ext>
                </a:extLst>
              </p:cNvPr>
              <p:cNvSpPr txBox="1"/>
              <p:nvPr/>
            </p:nvSpPr>
            <p:spPr>
              <a:xfrm>
                <a:off x="2836720" y="558651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72C13210-FBEE-4FD5-896B-54FFF8CD3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6720" y="5586510"/>
                <a:ext cx="1100937" cy="262829"/>
              </a:xfrm>
              <a:prstGeom prst="rect">
                <a:avLst/>
              </a:prstGeom>
              <a:blipFill>
                <a:blip r:embed="rId1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9450737-0A9A-41B2-97C0-8FBA4B12363E}"/>
                  </a:ext>
                </a:extLst>
              </p:cNvPr>
              <p:cNvSpPr txBox="1"/>
              <p:nvPr/>
            </p:nvSpPr>
            <p:spPr>
              <a:xfrm>
                <a:off x="3970749" y="6248218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09" name="文字方塊 108">
                <a:extLst>
                  <a:ext uri="{FF2B5EF4-FFF2-40B4-BE49-F238E27FC236}">
                    <a16:creationId xmlns:a16="http://schemas.microsoft.com/office/drawing/2014/main" id="{89450737-0A9A-41B2-97C0-8FBA4B123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749" y="6248218"/>
                <a:ext cx="1021987" cy="26282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BFD96E38-AD45-493A-977A-58755F1129CB}"/>
                  </a:ext>
                </a:extLst>
              </p:cNvPr>
              <p:cNvSpPr txBox="1"/>
              <p:nvPr/>
            </p:nvSpPr>
            <p:spPr>
              <a:xfrm>
                <a:off x="4184254" y="4091826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BFD96E38-AD45-493A-977A-58755F112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254" y="4091826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1613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7657A046-8F68-4DE1-9FED-28AEFBD923CE}"/>
                  </a:ext>
                </a:extLst>
              </p:cNvPr>
              <p:cNvSpPr txBox="1"/>
              <p:nvPr/>
            </p:nvSpPr>
            <p:spPr>
              <a:xfrm>
                <a:off x="4195882" y="2711354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7657A046-8F68-4DE1-9FED-28AEFBD92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5882" y="2711354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3023" r="-51613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Oval 14">
            <a:extLst>
              <a:ext uri="{FF2B5EF4-FFF2-40B4-BE49-F238E27FC236}">
                <a16:creationId xmlns:a16="http://schemas.microsoft.com/office/drawing/2014/main" id="{C2642C88-B75A-4B8C-A6FA-D564C4A155DC}"/>
              </a:ext>
            </a:extLst>
          </p:cNvPr>
          <p:cNvSpPr/>
          <p:nvPr/>
        </p:nvSpPr>
        <p:spPr>
          <a:xfrm>
            <a:off x="4424320" y="2949994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13" name="Oval 4">
            <a:extLst>
              <a:ext uri="{FF2B5EF4-FFF2-40B4-BE49-F238E27FC236}">
                <a16:creationId xmlns:a16="http://schemas.microsoft.com/office/drawing/2014/main" id="{AB819FC3-F0D4-4590-8C0C-CC3741A6135B}"/>
              </a:ext>
            </a:extLst>
          </p:cNvPr>
          <p:cNvSpPr/>
          <p:nvPr/>
        </p:nvSpPr>
        <p:spPr>
          <a:xfrm>
            <a:off x="3982225" y="3008243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4" name="Oval 15">
            <a:extLst>
              <a:ext uri="{FF2B5EF4-FFF2-40B4-BE49-F238E27FC236}">
                <a16:creationId xmlns:a16="http://schemas.microsoft.com/office/drawing/2014/main" id="{71F32381-9DAD-48DD-9F7C-953445D263D8}"/>
              </a:ext>
            </a:extLst>
          </p:cNvPr>
          <p:cNvSpPr/>
          <p:nvPr/>
        </p:nvSpPr>
        <p:spPr>
          <a:xfrm>
            <a:off x="4424320" y="3984965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5" name="SHO">
            <a:extLst>
              <a:ext uri="{FF2B5EF4-FFF2-40B4-BE49-F238E27FC236}">
                <a16:creationId xmlns:a16="http://schemas.microsoft.com/office/drawing/2014/main" id="{6B22A109-FF66-4BFC-939E-41264D0BF937}"/>
              </a:ext>
            </a:extLst>
          </p:cNvPr>
          <p:cNvSpPr/>
          <p:nvPr/>
        </p:nvSpPr>
        <p:spPr>
          <a:xfrm rot="16200000">
            <a:off x="4265006" y="3026520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16" name="SVO">
            <a:extLst>
              <a:ext uri="{FF2B5EF4-FFF2-40B4-BE49-F238E27FC236}">
                <a16:creationId xmlns:a16="http://schemas.microsoft.com/office/drawing/2014/main" id="{88D684B2-755C-4869-A8D5-490E52976EDF}"/>
              </a:ext>
            </a:extLst>
          </p:cNvPr>
          <p:cNvSpPr/>
          <p:nvPr/>
        </p:nvSpPr>
        <p:spPr>
          <a:xfrm>
            <a:off x="4230008" y="3008590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17" name="Oval 6">
            <a:extLst>
              <a:ext uri="{FF2B5EF4-FFF2-40B4-BE49-F238E27FC236}">
                <a16:creationId xmlns:a16="http://schemas.microsoft.com/office/drawing/2014/main" id="{B06FF5F6-8A94-44C7-8E70-9FB9CE131697}"/>
              </a:ext>
            </a:extLst>
          </p:cNvPr>
          <p:cNvSpPr/>
          <p:nvPr/>
        </p:nvSpPr>
        <p:spPr>
          <a:xfrm rot="16200000">
            <a:off x="4265006" y="3026520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TextBox 11">
                <a:extLst>
                  <a:ext uri="{FF2B5EF4-FFF2-40B4-BE49-F238E27FC236}">
                    <a16:creationId xmlns:a16="http://schemas.microsoft.com/office/drawing/2014/main" id="{0AE821E9-C702-4110-A68C-673637006751}"/>
                  </a:ext>
                </a:extLst>
              </p:cNvPr>
              <p:cNvSpPr txBox="1"/>
              <p:nvPr/>
            </p:nvSpPr>
            <p:spPr>
              <a:xfrm>
                <a:off x="4099993" y="3402892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18" name="TextBox 11">
                <a:extLst>
                  <a:ext uri="{FF2B5EF4-FFF2-40B4-BE49-F238E27FC236}">
                    <a16:creationId xmlns:a16="http://schemas.microsoft.com/office/drawing/2014/main" id="{0AE821E9-C702-4110-A68C-673637006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9993" y="3402892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Oval 22">
            <a:extLst>
              <a:ext uri="{FF2B5EF4-FFF2-40B4-BE49-F238E27FC236}">
                <a16:creationId xmlns:a16="http://schemas.microsoft.com/office/drawing/2014/main" id="{F24A37A5-AC53-4897-B040-C7A72A1DDC7E}"/>
              </a:ext>
            </a:extLst>
          </p:cNvPr>
          <p:cNvSpPr/>
          <p:nvPr/>
        </p:nvSpPr>
        <p:spPr>
          <a:xfrm>
            <a:off x="4423666" y="3984965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" name="TextBox 12">
                <a:extLst>
                  <a:ext uri="{FF2B5EF4-FFF2-40B4-BE49-F238E27FC236}">
                    <a16:creationId xmlns:a16="http://schemas.microsoft.com/office/drawing/2014/main" id="{2E2C72B5-5629-4F25-A26A-30695DF1A6D5}"/>
                  </a:ext>
                </a:extLst>
              </p:cNvPr>
              <p:cNvSpPr txBox="1"/>
              <p:nvPr/>
            </p:nvSpPr>
            <p:spPr>
              <a:xfrm>
                <a:off x="4553402" y="3468936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0" name="TextBox 12">
                <a:extLst>
                  <a:ext uri="{FF2B5EF4-FFF2-40B4-BE49-F238E27FC236}">
                    <a16:creationId xmlns:a16="http://schemas.microsoft.com/office/drawing/2014/main" id="{2E2C72B5-5629-4F25-A26A-30695DF1A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3402" y="3468936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5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1" name="TextBox 13">
                <a:extLst>
                  <a:ext uri="{FF2B5EF4-FFF2-40B4-BE49-F238E27FC236}">
                    <a16:creationId xmlns:a16="http://schemas.microsoft.com/office/drawing/2014/main" id="{F81DCE1F-2C18-4C30-A9BF-DAF8A68871C3}"/>
                  </a:ext>
                </a:extLst>
              </p:cNvPr>
              <p:cNvSpPr txBox="1"/>
              <p:nvPr/>
            </p:nvSpPr>
            <p:spPr>
              <a:xfrm>
                <a:off x="4384393" y="3032961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21" name="TextBox 13">
                <a:extLst>
                  <a:ext uri="{FF2B5EF4-FFF2-40B4-BE49-F238E27FC236}">
                    <a16:creationId xmlns:a16="http://schemas.microsoft.com/office/drawing/2014/main" id="{F81DCE1F-2C18-4C30-A9BF-DAF8A6887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4393" y="3032961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DVO">
            <a:extLst>
              <a:ext uri="{FF2B5EF4-FFF2-40B4-BE49-F238E27FC236}">
                <a16:creationId xmlns:a16="http://schemas.microsoft.com/office/drawing/2014/main" id="{F0E7F006-947F-49E1-AEEC-5128C7C703DA}"/>
              </a:ext>
            </a:extLst>
          </p:cNvPr>
          <p:cNvSpPr/>
          <p:nvPr/>
        </p:nvSpPr>
        <p:spPr>
          <a:xfrm flipH="1">
            <a:off x="4230008" y="3008590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23" name="Oval 23">
            <a:extLst>
              <a:ext uri="{FF2B5EF4-FFF2-40B4-BE49-F238E27FC236}">
                <a16:creationId xmlns:a16="http://schemas.microsoft.com/office/drawing/2014/main" id="{07C9F23F-53F9-46D3-8E3A-C99A7FA050FE}"/>
              </a:ext>
            </a:extLst>
          </p:cNvPr>
          <p:cNvSpPr/>
          <p:nvPr/>
        </p:nvSpPr>
        <p:spPr>
          <a:xfrm>
            <a:off x="4924104" y="346811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124" name="Straight Arrow Connector 7">
            <a:extLst>
              <a:ext uri="{FF2B5EF4-FFF2-40B4-BE49-F238E27FC236}">
                <a16:creationId xmlns:a16="http://schemas.microsoft.com/office/drawing/2014/main" id="{46370FEA-2149-457D-BE3A-EDBA32FFCA46}"/>
              </a:ext>
            </a:extLst>
          </p:cNvPr>
          <p:cNvCxnSpPr>
            <a:cxnSpLocks/>
          </p:cNvCxnSpPr>
          <p:nvPr/>
        </p:nvCxnSpPr>
        <p:spPr>
          <a:xfrm flipV="1">
            <a:off x="4477832" y="3216156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9">
            <a:extLst>
              <a:ext uri="{FF2B5EF4-FFF2-40B4-BE49-F238E27FC236}">
                <a16:creationId xmlns:a16="http://schemas.microsoft.com/office/drawing/2014/main" id="{E99343C2-0AF0-4C64-ABB1-1FFD508E9BC4}"/>
              </a:ext>
            </a:extLst>
          </p:cNvPr>
          <p:cNvCxnSpPr>
            <a:cxnSpLocks/>
          </p:cNvCxnSpPr>
          <p:nvPr/>
        </p:nvCxnSpPr>
        <p:spPr>
          <a:xfrm>
            <a:off x="4479898" y="3523337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8">
            <a:extLst>
              <a:ext uri="{FF2B5EF4-FFF2-40B4-BE49-F238E27FC236}">
                <a16:creationId xmlns:a16="http://schemas.microsoft.com/office/drawing/2014/main" id="{AC0ABADF-6C47-4E47-A9A8-6391EE9AB970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4361290" y="3404623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Oval 20">
            <a:extLst>
              <a:ext uri="{FF2B5EF4-FFF2-40B4-BE49-F238E27FC236}">
                <a16:creationId xmlns:a16="http://schemas.microsoft.com/office/drawing/2014/main" id="{A6DF0AD9-300F-4D69-95BE-A27DBDE27858}"/>
              </a:ext>
            </a:extLst>
          </p:cNvPr>
          <p:cNvSpPr/>
          <p:nvPr/>
        </p:nvSpPr>
        <p:spPr>
          <a:xfrm>
            <a:off x="3924298" y="3468117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28" name="Oval 22">
            <a:extLst>
              <a:ext uri="{FF2B5EF4-FFF2-40B4-BE49-F238E27FC236}">
                <a16:creationId xmlns:a16="http://schemas.microsoft.com/office/drawing/2014/main" id="{DAC5262F-834C-448D-8ACC-E57EC31A8C2F}"/>
              </a:ext>
            </a:extLst>
          </p:cNvPr>
          <p:cNvSpPr/>
          <p:nvPr/>
        </p:nvSpPr>
        <p:spPr>
          <a:xfrm>
            <a:off x="4424484" y="294454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29" name="Partial Circle 9">
            <a:extLst>
              <a:ext uri="{FF2B5EF4-FFF2-40B4-BE49-F238E27FC236}">
                <a16:creationId xmlns:a16="http://schemas.microsoft.com/office/drawing/2014/main" id="{14864716-AFFD-4052-92D1-C39F25B3B976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4434631" y="3458154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0">
                <a:extLst>
                  <a:ext uri="{FF2B5EF4-FFF2-40B4-BE49-F238E27FC236}">
                    <a16:creationId xmlns:a16="http://schemas.microsoft.com/office/drawing/2014/main" id="{B4BE0095-7A62-4C99-B7D2-03598C291A0C}"/>
                  </a:ext>
                </a:extLst>
              </p:cNvPr>
              <p:cNvSpPr txBox="1"/>
              <p:nvPr/>
            </p:nvSpPr>
            <p:spPr>
              <a:xfrm>
                <a:off x="4182620" y="3482419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0" name="TextBox 10">
                <a:extLst>
                  <a:ext uri="{FF2B5EF4-FFF2-40B4-BE49-F238E27FC236}">
                    <a16:creationId xmlns:a16="http://schemas.microsoft.com/office/drawing/2014/main" id="{B4BE0095-7A62-4C99-B7D2-03598C291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620" y="3482419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" name="Straight Arrow Connector 17">
            <a:extLst>
              <a:ext uri="{FF2B5EF4-FFF2-40B4-BE49-F238E27FC236}">
                <a16:creationId xmlns:a16="http://schemas.microsoft.com/office/drawing/2014/main" id="{569D844A-83F6-4309-AA1A-FBBAC25C87D9}"/>
              </a:ext>
            </a:extLst>
          </p:cNvPr>
          <p:cNvCxnSpPr>
            <a:cxnSpLocks/>
          </p:cNvCxnSpPr>
          <p:nvPr/>
        </p:nvCxnSpPr>
        <p:spPr>
          <a:xfrm flipH="1">
            <a:off x="4326113" y="3527434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2" name="Partial Circle 9">
            <a:extLst>
              <a:ext uri="{FF2B5EF4-FFF2-40B4-BE49-F238E27FC236}">
                <a16:creationId xmlns:a16="http://schemas.microsoft.com/office/drawing/2014/main" id="{37E6726A-64F1-4B92-8218-65944BE936B2}"/>
              </a:ext>
            </a:extLst>
          </p:cNvPr>
          <p:cNvSpPr>
            <a:spLocks noChangeAspect="1"/>
          </p:cNvSpPr>
          <p:nvPr/>
        </p:nvSpPr>
        <p:spPr>
          <a:xfrm>
            <a:off x="4425823" y="3432386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0">
                <a:extLst>
                  <a:ext uri="{FF2B5EF4-FFF2-40B4-BE49-F238E27FC236}">
                    <a16:creationId xmlns:a16="http://schemas.microsoft.com/office/drawing/2014/main" id="{7A3D0C8F-4FDF-4C6C-ACF6-78F81FF07966}"/>
                  </a:ext>
                </a:extLst>
              </p:cNvPr>
              <p:cNvSpPr txBox="1"/>
              <p:nvPr/>
            </p:nvSpPr>
            <p:spPr>
              <a:xfrm>
                <a:off x="4453361" y="3260592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>
          <p:sp>
            <p:nvSpPr>
              <p:cNvPr id="133" name="TextBox 10">
                <a:extLst>
                  <a:ext uri="{FF2B5EF4-FFF2-40B4-BE49-F238E27FC236}">
                    <a16:creationId xmlns:a16="http://schemas.microsoft.com/office/drawing/2014/main" id="{7A3D0C8F-4FDF-4C6C-ACF6-78F81FF07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361" y="3260592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21212"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Arrow Connector 17">
            <a:extLst>
              <a:ext uri="{FF2B5EF4-FFF2-40B4-BE49-F238E27FC236}">
                <a16:creationId xmlns:a16="http://schemas.microsoft.com/office/drawing/2014/main" id="{F7977422-9ACC-4E10-A223-BED5436861BC}"/>
              </a:ext>
            </a:extLst>
          </p:cNvPr>
          <p:cNvCxnSpPr>
            <a:cxnSpLocks/>
          </p:cNvCxnSpPr>
          <p:nvPr/>
        </p:nvCxnSpPr>
        <p:spPr>
          <a:xfrm flipV="1">
            <a:off x="4473919" y="3218855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35" name="Oval 22">
            <a:extLst>
              <a:ext uri="{FF2B5EF4-FFF2-40B4-BE49-F238E27FC236}">
                <a16:creationId xmlns:a16="http://schemas.microsoft.com/office/drawing/2014/main" id="{3C28A6B8-FA2D-4F82-B116-E3B20DE1B0B4}"/>
              </a:ext>
            </a:extLst>
          </p:cNvPr>
          <p:cNvSpPr/>
          <p:nvPr/>
        </p:nvSpPr>
        <p:spPr>
          <a:xfrm>
            <a:off x="4661058" y="3663166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36" name="Oval 22">
            <a:extLst>
              <a:ext uri="{FF2B5EF4-FFF2-40B4-BE49-F238E27FC236}">
                <a16:creationId xmlns:a16="http://schemas.microsoft.com/office/drawing/2014/main" id="{78CD2847-2355-4C35-8E49-E4121C018458}"/>
              </a:ext>
            </a:extLst>
          </p:cNvPr>
          <p:cNvSpPr/>
          <p:nvPr/>
        </p:nvSpPr>
        <p:spPr>
          <a:xfrm>
            <a:off x="4186273" y="328861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14F69F2E-A5C4-4883-AF91-FAACBA983061}"/>
                  </a:ext>
                </a:extLst>
              </p:cNvPr>
              <p:cNvSpPr txBox="1"/>
              <p:nvPr/>
            </p:nvSpPr>
            <p:spPr>
              <a:xfrm>
                <a:off x="2900110" y="3582450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37" name="文字方塊 136">
                <a:extLst>
                  <a:ext uri="{FF2B5EF4-FFF2-40B4-BE49-F238E27FC236}">
                    <a16:creationId xmlns:a16="http://schemas.microsoft.com/office/drawing/2014/main" id="{14F69F2E-A5C4-4883-AF91-FAACBA983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110" y="3582450"/>
                <a:ext cx="974158" cy="262829"/>
              </a:xfrm>
              <a:prstGeom prst="rect">
                <a:avLst/>
              </a:prstGeom>
              <a:blipFill>
                <a:blip r:embed="rId22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8" name="圖片 137">
            <a:extLst>
              <a:ext uri="{FF2B5EF4-FFF2-40B4-BE49-F238E27FC236}">
                <a16:creationId xmlns:a16="http://schemas.microsoft.com/office/drawing/2014/main" id="{AF1C67C6-2A25-496B-9733-FCD47F6F51C6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t="51281" r="51003"/>
          <a:stretch/>
        </p:blipFill>
        <p:spPr>
          <a:xfrm>
            <a:off x="2970059" y="2770459"/>
            <a:ext cx="834259" cy="822637"/>
          </a:xfrm>
          <a:prstGeom prst="rect">
            <a:avLst/>
          </a:prstGeom>
        </p:spPr>
      </p:pic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4CB8BC2-7CDC-4589-B01B-4BF1B53CA332}"/>
              </a:ext>
            </a:extLst>
          </p:cNvPr>
          <p:cNvCxnSpPr>
            <a:cxnSpLocks/>
          </p:cNvCxnSpPr>
          <p:nvPr/>
        </p:nvCxnSpPr>
        <p:spPr>
          <a:xfrm>
            <a:off x="4773113" y="3796083"/>
            <a:ext cx="406400" cy="5683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0" name="圖片 139">
            <a:extLst>
              <a:ext uri="{FF2B5EF4-FFF2-40B4-BE49-F238E27FC236}">
                <a16:creationId xmlns:a16="http://schemas.microsoft.com/office/drawing/2014/main" id="{04837F93-3219-48AA-913A-23529877E9F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5152223" y="1902952"/>
            <a:ext cx="822081" cy="823321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AF1D1A2C-0AD5-478F-AB1E-A1222F8A19B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5152843" y="2787206"/>
            <a:ext cx="820841" cy="8258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F07C0E1C-C6E6-4437-961B-096177BB93D7}"/>
                  </a:ext>
                </a:extLst>
              </p:cNvPr>
              <p:cNvSpPr txBox="1"/>
              <p:nvPr/>
            </p:nvSpPr>
            <p:spPr>
              <a:xfrm>
                <a:off x="5012795" y="359134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42" name="文字方塊 141">
                <a:extLst>
                  <a:ext uri="{FF2B5EF4-FFF2-40B4-BE49-F238E27FC236}">
                    <a16:creationId xmlns:a16="http://schemas.microsoft.com/office/drawing/2014/main" id="{F07C0E1C-C6E6-4437-961B-096177BB9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2795" y="3591340"/>
                <a:ext cx="1100937" cy="262829"/>
              </a:xfrm>
              <a:prstGeom prst="rect">
                <a:avLst/>
              </a:prstGeom>
              <a:blipFill>
                <a:blip r:embed="rId24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B8703F93-7A01-435A-A5B1-B111DB1E587A}"/>
                  </a:ext>
                </a:extLst>
              </p:cNvPr>
              <p:cNvSpPr txBox="1"/>
              <p:nvPr/>
            </p:nvSpPr>
            <p:spPr>
              <a:xfrm>
                <a:off x="5012795" y="5508443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>
          <p:sp>
            <p:nvSpPr>
              <p:cNvPr id="144" name="文字方塊 143">
                <a:extLst>
                  <a:ext uri="{FF2B5EF4-FFF2-40B4-BE49-F238E27FC236}">
                    <a16:creationId xmlns:a16="http://schemas.microsoft.com/office/drawing/2014/main" id="{B8703F93-7A01-435A-A5B1-B111DB1E5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2795" y="5508443"/>
                <a:ext cx="1100937" cy="262829"/>
              </a:xfrm>
              <a:prstGeom prst="rect">
                <a:avLst/>
              </a:prstGeom>
              <a:blipFill>
                <a:blip r:embed="rId2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5" name="圖片 144">
            <a:extLst>
              <a:ext uri="{FF2B5EF4-FFF2-40B4-BE49-F238E27FC236}">
                <a16:creationId xmlns:a16="http://schemas.microsoft.com/office/drawing/2014/main" id="{EBE1A165-5F76-40D9-9CA2-DA69F3AF0941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236" b="50807"/>
          <a:stretch/>
        </p:blipFill>
        <p:spPr>
          <a:xfrm>
            <a:off x="5148110" y="3808728"/>
            <a:ext cx="830307" cy="830640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2D607D12-9B4C-4801-B412-C1D1DC0BCAA3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236" t="50810"/>
          <a:stretch/>
        </p:blipFill>
        <p:spPr>
          <a:xfrm>
            <a:off x="5148110" y="4698418"/>
            <a:ext cx="830306" cy="830580"/>
          </a:xfrm>
          <a:prstGeom prst="rect">
            <a:avLst/>
          </a:prstGeom>
        </p:spPr>
      </p:pic>
      <p:cxnSp>
        <p:nvCxnSpPr>
          <p:cNvPr id="153" name="直線接點 152">
            <a:extLst>
              <a:ext uri="{FF2B5EF4-FFF2-40B4-BE49-F238E27FC236}">
                <a16:creationId xmlns:a16="http://schemas.microsoft.com/office/drawing/2014/main" id="{6921F3BE-4BA6-4BBA-9FB6-2698410BDFD4}"/>
              </a:ext>
            </a:extLst>
          </p:cNvPr>
          <p:cNvCxnSpPr>
            <a:cxnSpLocks/>
          </p:cNvCxnSpPr>
          <p:nvPr/>
        </p:nvCxnSpPr>
        <p:spPr>
          <a:xfrm>
            <a:off x="3611498" y="2454558"/>
            <a:ext cx="607387" cy="86782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4" name="圖片 153">
            <a:extLst>
              <a:ext uri="{FF2B5EF4-FFF2-40B4-BE49-F238E27FC236}">
                <a16:creationId xmlns:a16="http://schemas.microsoft.com/office/drawing/2014/main" id="{82F2E867-9B96-4A62-B468-AAB96C75A083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r="51003" b="50581"/>
          <a:stretch/>
        </p:blipFill>
        <p:spPr>
          <a:xfrm>
            <a:off x="2970058" y="1917363"/>
            <a:ext cx="834260" cy="834450"/>
          </a:xfrm>
          <a:prstGeom prst="rect">
            <a:avLst/>
          </a:prstGeom>
        </p:spPr>
      </p:pic>
      <p:cxnSp>
        <p:nvCxnSpPr>
          <p:cNvPr id="155" name="直線接點 154">
            <a:extLst>
              <a:ext uri="{FF2B5EF4-FFF2-40B4-BE49-F238E27FC236}">
                <a16:creationId xmlns:a16="http://schemas.microsoft.com/office/drawing/2014/main" id="{62A54E52-5584-401A-ADA6-4CF0437E3BC0}"/>
              </a:ext>
            </a:extLst>
          </p:cNvPr>
          <p:cNvCxnSpPr>
            <a:cxnSpLocks/>
          </p:cNvCxnSpPr>
          <p:nvPr/>
        </p:nvCxnSpPr>
        <p:spPr>
          <a:xfrm flipH="1">
            <a:off x="3801563" y="3566314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4DF7734F-70DF-4EFE-8506-21596C84F9B9}"/>
              </a:ext>
            </a:extLst>
          </p:cNvPr>
          <p:cNvCxnSpPr>
            <a:cxnSpLocks/>
          </p:cNvCxnSpPr>
          <p:nvPr/>
        </p:nvCxnSpPr>
        <p:spPr>
          <a:xfrm flipV="1">
            <a:off x="5023938" y="3205534"/>
            <a:ext cx="123825" cy="263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687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67474C67-3A3E-4AFD-AF09-98F405C88E92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F8FE3D84-0E2C-401B-B87D-883B6B27A668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直線接點 65">
            <a:extLst>
              <a:ext uri="{FF2B5EF4-FFF2-40B4-BE49-F238E27FC236}">
                <a16:creationId xmlns:a16="http://schemas.microsoft.com/office/drawing/2014/main" id="{6029F8B7-280E-4D69-8E33-039F171CA7F7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42AAC6EA-C116-4DC8-86F0-2F2116BE174F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9" name="圖片 88">
            <a:extLst>
              <a:ext uri="{FF2B5EF4-FFF2-40B4-BE49-F238E27FC236}">
                <a16:creationId xmlns:a16="http://schemas.microsoft.com/office/drawing/2014/main" id="{A754C8C1-6812-423C-80DE-0B9597F09E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1606"/>
          <a:stretch/>
        </p:blipFill>
        <p:spPr>
          <a:xfrm>
            <a:off x="2960220" y="3276600"/>
            <a:ext cx="859305" cy="852466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3881438" y="3295650"/>
            <a:ext cx="235743" cy="9104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5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7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217964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217964"/>
                <a:ext cx="1100937" cy="262829"/>
              </a:xfrm>
              <a:prstGeom prst="rect">
                <a:avLst/>
              </a:prstGeom>
              <a:blipFill>
                <a:blip r:embed="rId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1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3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4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5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17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4734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47342"/>
                <a:ext cx="974158" cy="262829"/>
              </a:xfrm>
              <a:prstGeom prst="rect">
                <a:avLst/>
              </a:prstGeom>
              <a:blipFill>
                <a:blip r:embed="rId1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4094605" y="5024482"/>
                <a:ext cx="750742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4605" y="5024482"/>
                <a:ext cx="750742" cy="262829"/>
              </a:xfrm>
              <a:prstGeom prst="rect">
                <a:avLst/>
              </a:prstGeom>
              <a:blipFill>
                <a:blip r:embed="rId1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195460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95460"/>
                <a:ext cx="1100937" cy="262829"/>
              </a:xfrm>
              <a:prstGeom prst="rect">
                <a:avLst/>
              </a:prstGeom>
              <a:blipFill>
                <a:blip r:embed="rId2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1268794" y="2414613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68794" y="2414613"/>
                <a:ext cx="1356462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1902277" y="29231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8239" y="3657599"/>
            <a:ext cx="1290686" cy="258137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6D948965-B9BC-495E-8805-B3F7BA41BC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454"/>
          <a:stretch/>
        </p:blipFill>
        <p:spPr>
          <a:xfrm>
            <a:off x="2957513" y="6270710"/>
            <a:ext cx="862012" cy="852466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0715470E-CE9F-49C3-B042-45D2E7A3A740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r="50731"/>
          <a:stretch/>
        </p:blipFill>
        <p:spPr>
          <a:xfrm>
            <a:off x="1904681" y="5368527"/>
            <a:ext cx="844869" cy="832402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196A8B29-FD35-4DC0-8E4F-39AB4D6BDA90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51398"/>
          <a:stretch/>
        </p:blipFill>
        <p:spPr>
          <a:xfrm>
            <a:off x="4050506" y="4204096"/>
            <a:ext cx="833437" cy="832402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D718A3AC-2704-461E-BC86-41543E75A817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t="1067" r="51003"/>
          <a:stretch/>
        </p:blipFill>
        <p:spPr>
          <a:xfrm>
            <a:off x="1905532" y="4221956"/>
            <a:ext cx="842431" cy="83632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80C95606-42B6-40BE-86B4-184403E78A4B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51710" t="1067"/>
          <a:stretch/>
        </p:blipFill>
        <p:spPr>
          <a:xfrm>
            <a:off x="4057650" y="5336431"/>
            <a:ext cx="830269" cy="83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382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66" name="圖片 65">
            <a:extLst>
              <a:ext uri="{FF2B5EF4-FFF2-40B4-BE49-F238E27FC236}">
                <a16:creationId xmlns:a16="http://schemas.microsoft.com/office/drawing/2014/main" id="{E05A76E0-F331-44F5-B3BE-7A61DAD29C6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000"/>
          <a:stretch/>
        </p:blipFill>
        <p:spPr>
          <a:xfrm>
            <a:off x="2978150" y="3278886"/>
            <a:ext cx="874713" cy="839724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3881438" y="3295650"/>
            <a:ext cx="235743" cy="9104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5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7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21320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213202"/>
                <a:ext cx="1100937" cy="262829"/>
              </a:xfrm>
              <a:prstGeom prst="rect">
                <a:avLst/>
              </a:prstGeom>
              <a:blipFill>
                <a:blip r:embed="rId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1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3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4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5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17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56867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56867"/>
                <a:ext cx="974158" cy="262829"/>
              </a:xfrm>
              <a:prstGeom prst="rect">
                <a:avLst/>
              </a:prstGeom>
              <a:blipFill>
                <a:blip r:embed="rId1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19507" y="5019719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19719"/>
                <a:ext cx="1100937" cy="262829"/>
              </a:xfrm>
              <a:prstGeom prst="rect">
                <a:avLst/>
              </a:prstGeom>
              <a:blipFill>
                <a:blip r:embed="rId19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181173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81173"/>
                <a:ext cx="1100937" cy="262829"/>
              </a:xfrm>
              <a:prstGeom prst="rect">
                <a:avLst/>
              </a:prstGeom>
              <a:blipFill>
                <a:blip r:embed="rId2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1268794" y="2414613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−1, 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68794" y="2414613"/>
                <a:ext cx="1183337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1902277" y="29231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8239" y="3657599"/>
            <a:ext cx="1290686" cy="258137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F7DCB2BE-9481-4564-B0BD-1078CC035CFC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25321" r="50344"/>
          <a:stretch/>
        </p:blipFill>
        <p:spPr>
          <a:xfrm>
            <a:off x="2971800" y="6282053"/>
            <a:ext cx="847725" cy="840605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60620FC7-D77B-485E-8634-92B77B105FA9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0337" t="20546" r="9330" b="19264"/>
          <a:stretch/>
        </p:blipFill>
        <p:spPr>
          <a:xfrm>
            <a:off x="4195763" y="3650015"/>
            <a:ext cx="547687" cy="129029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9EAE050-FE34-4453-B019-8DBC0D7074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969" r="49713"/>
          <a:stretch/>
        </p:blipFill>
        <p:spPr>
          <a:xfrm>
            <a:off x="2952750" y="6292075"/>
            <a:ext cx="885825" cy="839724"/>
          </a:xfrm>
          <a:prstGeom prst="rect">
            <a:avLst/>
          </a:prstGeom>
        </p:spPr>
      </p:pic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843D5542-0B1E-4788-A965-D515E7E4A917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A4FFC2DB-BF07-454C-90AB-9A8E2D846B62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7134F33C-A8D5-465F-A5C2-AD7DB90717A6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AD627214-F76D-46F6-9B48-120C3016B40F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8" name="圖片 77">
            <a:extLst>
              <a:ext uri="{FF2B5EF4-FFF2-40B4-BE49-F238E27FC236}">
                <a16:creationId xmlns:a16="http://schemas.microsoft.com/office/drawing/2014/main" id="{6CFAF60E-ED5C-4431-B59E-1B980D00A0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740" r="-371"/>
          <a:stretch/>
        </p:blipFill>
        <p:spPr>
          <a:xfrm>
            <a:off x="4033837" y="4199768"/>
            <a:ext cx="861793" cy="839724"/>
          </a:xfrm>
          <a:prstGeom prst="rect">
            <a:avLst/>
          </a:prstGeom>
        </p:spPr>
      </p:pic>
      <p:pic>
        <p:nvPicPr>
          <p:cNvPr id="81" name="圖片 80">
            <a:extLst>
              <a:ext uri="{FF2B5EF4-FFF2-40B4-BE49-F238E27FC236}">
                <a16:creationId xmlns:a16="http://schemas.microsoft.com/office/drawing/2014/main" id="{23E50205-2B54-43CA-A690-8F40BCC5CA7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343" r="24408"/>
          <a:stretch/>
        </p:blipFill>
        <p:spPr>
          <a:xfrm>
            <a:off x="1878806" y="5356602"/>
            <a:ext cx="883444" cy="839724"/>
          </a:xfrm>
          <a:prstGeom prst="rect">
            <a:avLst/>
          </a:prstGeom>
        </p:spPr>
      </p:pic>
      <p:pic>
        <p:nvPicPr>
          <p:cNvPr id="82" name="圖片 81">
            <a:extLst>
              <a:ext uri="{FF2B5EF4-FFF2-40B4-BE49-F238E27FC236}">
                <a16:creationId xmlns:a16="http://schemas.microsoft.com/office/drawing/2014/main" id="{DFC059D8-9972-474C-A020-516C244260FE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250"/>
          <a:stretch/>
        </p:blipFill>
        <p:spPr>
          <a:xfrm>
            <a:off x="4040981" y="5328443"/>
            <a:ext cx="846177" cy="823913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92ADD338-DADD-4220-91D8-88B89FD6B294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683"/>
          <a:stretch/>
        </p:blipFill>
        <p:spPr>
          <a:xfrm>
            <a:off x="1906766" y="4231480"/>
            <a:ext cx="838815" cy="82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767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76" name="圖片 75">
            <a:extLst>
              <a:ext uri="{FF2B5EF4-FFF2-40B4-BE49-F238E27FC236}">
                <a16:creationId xmlns:a16="http://schemas.microsoft.com/office/drawing/2014/main" id="{1A8F011C-674C-4011-AEF5-C808C8EEE7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75834"/>
          <a:stretch/>
        </p:blipFill>
        <p:spPr>
          <a:xfrm>
            <a:off x="2986088" y="3281364"/>
            <a:ext cx="838200" cy="836002"/>
          </a:xfrm>
          <a:prstGeom prst="rect">
            <a:avLst/>
          </a:prstGeom>
        </p:spPr>
      </p:pic>
      <p:pic>
        <p:nvPicPr>
          <p:cNvPr id="77" name="圖片 76">
            <a:extLst>
              <a:ext uri="{FF2B5EF4-FFF2-40B4-BE49-F238E27FC236}">
                <a16:creationId xmlns:a16="http://schemas.microsoft.com/office/drawing/2014/main" id="{39760425-45C4-4A64-8812-4FCC04E4B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9" r="50569"/>
          <a:stretch/>
        </p:blipFill>
        <p:spPr>
          <a:xfrm>
            <a:off x="2976562" y="6291265"/>
            <a:ext cx="828675" cy="836002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3881438" y="3295650"/>
            <a:ext cx="235743" cy="9104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4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5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6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7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19415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194152"/>
                <a:ext cx="1100937" cy="262829"/>
              </a:xfrm>
              <a:prstGeom prst="rect">
                <a:avLst/>
              </a:prstGeom>
              <a:blipFill>
                <a:blip r:embed="rId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1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3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4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5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17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42579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42579"/>
                <a:ext cx="974158" cy="262829"/>
              </a:xfrm>
              <a:prstGeom prst="rect">
                <a:avLst/>
              </a:prstGeom>
              <a:blipFill>
                <a:blip r:embed="rId18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19507" y="50149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14957"/>
                <a:ext cx="1100937" cy="262829"/>
              </a:xfrm>
              <a:prstGeom prst="rect">
                <a:avLst/>
              </a:prstGeom>
              <a:blipFill>
                <a:blip r:embed="rId19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18593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85935"/>
                <a:ext cx="1100937" cy="262829"/>
              </a:xfrm>
              <a:prstGeom prst="rect">
                <a:avLst/>
              </a:prstGeom>
              <a:blipFill>
                <a:blip r:embed="rId2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1268794" y="2414613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−1, 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68794" y="2414613"/>
                <a:ext cx="1183337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1902277" y="29231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8239" y="3657599"/>
            <a:ext cx="1290686" cy="258137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08F47185-7FA0-4E16-854F-0B2E0D6A3E26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l="10739" t="17985" r="9733" b="14782"/>
          <a:stretch/>
        </p:blipFill>
        <p:spPr>
          <a:xfrm>
            <a:off x="4198143" y="3649610"/>
            <a:ext cx="523876" cy="139258"/>
          </a:xfrm>
          <a:prstGeom prst="rect">
            <a:avLst/>
          </a:prstGeom>
        </p:spPr>
      </p:pic>
      <p:cxnSp>
        <p:nvCxnSpPr>
          <p:cNvPr id="56" name="直線接點 55">
            <a:extLst>
              <a:ext uri="{FF2B5EF4-FFF2-40B4-BE49-F238E27FC236}">
                <a16:creationId xmlns:a16="http://schemas.microsoft.com/office/drawing/2014/main" id="{500E28E3-045E-4989-B4B0-1D27B8353377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EB1FBBA9-B36C-444D-93A9-E5767BC4F503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49D28E07-AB13-4144-A890-D04EB1D2BAD9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C2183771-C9A2-4AEC-9922-073C123E66F9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0" name="圖片 69">
            <a:extLst>
              <a:ext uri="{FF2B5EF4-FFF2-40B4-BE49-F238E27FC236}">
                <a16:creationId xmlns:a16="http://schemas.microsoft.com/office/drawing/2014/main" id="{9BA145AB-31C5-461A-9A64-EA121AD5E46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6180"/>
          <a:stretch/>
        </p:blipFill>
        <p:spPr>
          <a:xfrm>
            <a:off x="4057650" y="4199003"/>
            <a:ext cx="826210" cy="836002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58ECBFD5-FCA2-49FE-9F7E-5A59E1364912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r="51318"/>
          <a:stretch/>
        </p:blipFill>
        <p:spPr>
          <a:xfrm>
            <a:off x="1904681" y="4211637"/>
            <a:ext cx="838520" cy="841530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0955CF8E-9B0E-4756-A9BC-7F66EC073F34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l="51585"/>
          <a:stretch/>
        </p:blipFill>
        <p:spPr>
          <a:xfrm>
            <a:off x="4069556" y="5327650"/>
            <a:ext cx="833925" cy="841530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6FAB1A0A-35AA-4C6E-BCFE-FF7E8CE3A7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944" r="25164"/>
          <a:stretch/>
        </p:blipFill>
        <p:spPr>
          <a:xfrm>
            <a:off x="1909763" y="5341005"/>
            <a:ext cx="828675" cy="83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917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71" name="圖片 70">
            <a:extLst>
              <a:ext uri="{FF2B5EF4-FFF2-40B4-BE49-F238E27FC236}">
                <a16:creationId xmlns:a16="http://schemas.microsoft.com/office/drawing/2014/main" id="{1300AF8E-7797-4705-8F48-B758145148F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279"/>
          <a:stretch/>
        </p:blipFill>
        <p:spPr>
          <a:xfrm>
            <a:off x="4044920" y="5334291"/>
            <a:ext cx="850930" cy="830743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92186D49-D3B7-4730-A863-E3EDEB92B1D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462"/>
          <a:stretch/>
        </p:blipFill>
        <p:spPr>
          <a:xfrm>
            <a:off x="1908099" y="4229391"/>
            <a:ext cx="847801" cy="830743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9B36F94A-E8AC-483A-921E-F201CD895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085"/>
          <a:stretch/>
        </p:blipFill>
        <p:spPr>
          <a:xfrm>
            <a:off x="2986088" y="3277209"/>
            <a:ext cx="873125" cy="840201"/>
          </a:xfrm>
          <a:prstGeom prst="rect">
            <a:avLst/>
          </a:prstGeom>
        </p:spPr>
      </p:pic>
      <p:pic>
        <p:nvPicPr>
          <p:cNvPr id="77" name="圖片 76">
            <a:extLst>
              <a:ext uri="{FF2B5EF4-FFF2-40B4-BE49-F238E27FC236}">
                <a16:creationId xmlns:a16="http://schemas.microsoft.com/office/drawing/2014/main" id="{39760425-45C4-4A64-8812-4FCC04E4B50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539" r="50569"/>
          <a:stretch/>
        </p:blipFill>
        <p:spPr>
          <a:xfrm>
            <a:off x="2976562" y="6291265"/>
            <a:ext cx="828675" cy="836002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8708A4BB-0E45-4642-B697-9316736AD31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4524" b="8575"/>
          <a:stretch/>
        </p:blipFill>
        <p:spPr>
          <a:xfrm>
            <a:off x="3881438" y="3295650"/>
            <a:ext cx="235743" cy="9104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7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8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9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10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21796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217965"/>
                <a:ext cx="1100937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4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6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8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0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42580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42580"/>
                <a:ext cx="974158" cy="262829"/>
              </a:xfrm>
              <a:prstGeom prst="rect">
                <a:avLst/>
              </a:prstGeom>
              <a:blipFill>
                <a:blip r:embed="rId21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19507" y="500543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05432"/>
                <a:ext cx="1100937" cy="262829"/>
              </a:xfrm>
              <a:prstGeom prst="rect">
                <a:avLst/>
              </a:prstGeom>
              <a:blipFill>
                <a:blip r:embed="rId2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19069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90697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1268794" y="2414613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68794" y="2414613"/>
                <a:ext cx="1356462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51FB45EE-9CD2-46E0-8B45-A07F88EED04A}"/>
              </a:ext>
            </a:extLst>
          </p:cNvPr>
          <p:cNvSpPr txBox="1"/>
          <p:nvPr/>
        </p:nvSpPr>
        <p:spPr>
          <a:xfrm>
            <a:off x="1902277" y="2923185"/>
            <a:ext cx="33328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Gray excitons transition rate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3" name="圖片 72">
            <a:extLst>
              <a:ext uri="{FF2B5EF4-FFF2-40B4-BE49-F238E27FC236}">
                <a16:creationId xmlns:a16="http://schemas.microsoft.com/office/drawing/2014/main" id="{C70DECF2-887F-44E8-BABC-A3DE808BAA8D}"/>
              </a:ext>
            </a:extLst>
          </p:cNvPr>
          <p:cNvPicPr>
            <a:picLocks noChangeAspect="1"/>
          </p:cNvPicPr>
          <p:nvPr/>
        </p:nvPicPr>
        <p:blipFill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78239" y="3657599"/>
            <a:ext cx="1290686" cy="258137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4A0FFDC4-4D94-4103-AC9D-B740EDA3610D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9358" t="17558" r="8712" b="16703"/>
          <a:stretch/>
        </p:blipFill>
        <p:spPr>
          <a:xfrm>
            <a:off x="4194772" y="3665376"/>
            <a:ext cx="529628" cy="116768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705FD62D-64A4-4B7D-8B00-43400DD1A1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994" r="50136"/>
          <a:stretch/>
        </p:blipFill>
        <p:spPr>
          <a:xfrm>
            <a:off x="2962274" y="6295797"/>
            <a:ext cx="871539" cy="840201"/>
          </a:xfrm>
          <a:prstGeom prst="rect">
            <a:avLst/>
          </a:prstGeom>
        </p:spPr>
      </p:pic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66D02A73-E0C2-495D-B120-54C0D82B864E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32001B9B-EE39-44E7-AD86-BBF57E8ECC24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0E16D491-92F7-4C7F-9447-996745BAEF50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D8B7CFD8-B360-46A2-B167-231606D2047D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7" name="圖片 86">
            <a:extLst>
              <a:ext uri="{FF2B5EF4-FFF2-40B4-BE49-F238E27FC236}">
                <a16:creationId xmlns:a16="http://schemas.microsoft.com/office/drawing/2014/main" id="{309BDE2F-8583-4C84-B73D-0589C0C6C3F4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l="51584"/>
          <a:stretch/>
        </p:blipFill>
        <p:spPr>
          <a:xfrm>
            <a:off x="1902658" y="4240877"/>
            <a:ext cx="823327" cy="827286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EFB017F5-6B76-4BD6-8CE1-EEEE43ABCC30}"/>
              </a:ext>
            </a:extLst>
          </p:cNvPr>
          <p:cNvPicPr>
            <a:picLocks noChangeAspect="1"/>
          </p:cNvPicPr>
          <p:nvPr/>
        </p:nvPicPr>
        <p:blipFill rotWithShape="1">
          <a:blip r:embed="rId26"/>
          <a:srcRect r="50878"/>
          <a:stretch/>
        </p:blipFill>
        <p:spPr>
          <a:xfrm>
            <a:off x="4083830" y="5346753"/>
            <a:ext cx="835333" cy="827286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C21EA297-03F5-430C-A9D1-505FB62899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838" r="25243"/>
          <a:stretch/>
        </p:blipFill>
        <p:spPr>
          <a:xfrm>
            <a:off x="4059826" y="4229391"/>
            <a:ext cx="838200" cy="840201"/>
          </a:xfrm>
          <a:prstGeom prst="rect">
            <a:avLst/>
          </a:prstGeom>
        </p:spPr>
      </p:pic>
      <p:pic>
        <p:nvPicPr>
          <p:cNvPr id="78" name="圖片 77">
            <a:extLst>
              <a:ext uri="{FF2B5EF4-FFF2-40B4-BE49-F238E27FC236}">
                <a16:creationId xmlns:a16="http://schemas.microsoft.com/office/drawing/2014/main" id="{E8571E39-1B19-4BD3-9456-4474292B1B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5918"/>
          <a:stretch/>
        </p:blipFill>
        <p:spPr>
          <a:xfrm>
            <a:off x="1878325" y="5365173"/>
            <a:ext cx="843962" cy="840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229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FEA35E69-EA94-40AD-AC4C-C798045B4D1C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86" name="圖片 85">
            <a:extLst>
              <a:ext uri="{FF2B5EF4-FFF2-40B4-BE49-F238E27FC236}">
                <a16:creationId xmlns:a16="http://schemas.microsoft.com/office/drawing/2014/main" id="{12E07CCC-7EF5-42C1-A542-F4E56005E8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60" t="49873" r="4750" b="29819"/>
          <a:stretch/>
        </p:blipFill>
        <p:spPr>
          <a:xfrm>
            <a:off x="3880645" y="3295650"/>
            <a:ext cx="229393" cy="863585"/>
          </a:xfrm>
          <a:prstGeom prst="rect">
            <a:avLst/>
          </a:prstGeom>
        </p:spPr>
      </p:pic>
      <p:pic>
        <p:nvPicPr>
          <p:cNvPr id="78" name="圖片 77">
            <a:extLst>
              <a:ext uri="{FF2B5EF4-FFF2-40B4-BE49-F238E27FC236}">
                <a16:creationId xmlns:a16="http://schemas.microsoft.com/office/drawing/2014/main" id="{868775F3-0A80-49F8-9360-AEA9A95616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6113"/>
          <a:stretch/>
        </p:blipFill>
        <p:spPr>
          <a:xfrm>
            <a:off x="2979193" y="3324472"/>
            <a:ext cx="817880" cy="814717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1A5BCBC6-47C2-4ECD-B7B7-31F7823C01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4087119" y="3614373"/>
            <a:ext cx="1234633" cy="297228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986685"/>
            <a:ext cx="3332852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valley-mixed excitons transition rate</a:t>
            </a:r>
            <a:endParaRPr lang="zh-TW" alt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11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6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6F07C47-8695-4AC3-BEA9-11257D92023E}"/>
              </a:ext>
            </a:extLst>
          </p:cNvPr>
          <p:cNvSpPr/>
          <p:nvPr/>
        </p:nvSpPr>
        <p:spPr>
          <a:xfrm>
            <a:off x="4285074" y="3817370"/>
            <a:ext cx="84519" cy="92869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p:pic>
        <p:nvPicPr>
          <p:cNvPr id="82" name="圖片 81">
            <a:extLst>
              <a:ext uri="{FF2B5EF4-FFF2-40B4-BE49-F238E27FC236}">
                <a16:creationId xmlns:a16="http://schemas.microsoft.com/office/drawing/2014/main" id="{CAE6DB9F-C165-400C-9759-286F0B6DD13A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994" r="50136"/>
          <a:stretch/>
        </p:blipFill>
        <p:spPr>
          <a:xfrm>
            <a:off x="2962274" y="6295797"/>
            <a:ext cx="871539" cy="840201"/>
          </a:xfrm>
          <a:prstGeom prst="rect">
            <a:avLst/>
          </a:prstGeom>
        </p:spPr>
      </p:pic>
      <p:pic>
        <p:nvPicPr>
          <p:cNvPr id="87" name="圖片 86">
            <a:extLst>
              <a:ext uri="{FF2B5EF4-FFF2-40B4-BE49-F238E27FC236}">
                <a16:creationId xmlns:a16="http://schemas.microsoft.com/office/drawing/2014/main" id="{E1430B35-E12D-4FB7-BAE9-143A067165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18" r="50113"/>
          <a:stretch/>
        </p:blipFill>
        <p:spPr>
          <a:xfrm>
            <a:off x="2958638" y="6308619"/>
            <a:ext cx="875175" cy="820869"/>
          </a:xfrm>
          <a:prstGeom prst="rect">
            <a:avLst/>
          </a:prstGeom>
        </p:spPr>
      </p:pic>
      <p:pic>
        <p:nvPicPr>
          <p:cNvPr id="89" name="圖片 88">
            <a:extLst>
              <a:ext uri="{FF2B5EF4-FFF2-40B4-BE49-F238E27FC236}">
                <a16:creationId xmlns:a16="http://schemas.microsoft.com/office/drawing/2014/main" id="{CAD60AE1-8FFC-4BDF-9140-4A079C500D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646"/>
          <a:stretch/>
        </p:blipFill>
        <p:spPr>
          <a:xfrm>
            <a:off x="4052888" y="4219921"/>
            <a:ext cx="840166" cy="820869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1ABD97A2-E351-4D32-9232-4FFF0CEED3C4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279"/>
          <a:stretch/>
        </p:blipFill>
        <p:spPr>
          <a:xfrm>
            <a:off x="4044920" y="5334291"/>
            <a:ext cx="850930" cy="8307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6F6E9CB-747E-4A72-8249-449D0AC091DE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6F6E9CB-747E-4A72-8249-449D0AC09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24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78121F13-A86D-40E0-BC1D-2176EB8BE148}"/>
                  </a:ext>
                </a:extLst>
              </p:cNvPr>
              <p:cNvSpPr txBox="1"/>
              <p:nvPr/>
            </p:nvSpPr>
            <p:spPr>
              <a:xfrm>
                <a:off x="1772007" y="621002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78121F13-A86D-40E0-BC1D-2176EB8BE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210027"/>
                <a:ext cx="1100937" cy="262829"/>
              </a:xfrm>
              <a:prstGeom prst="rect">
                <a:avLst/>
              </a:prstGeom>
              <a:blipFill>
                <a:blip r:embed="rId2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CC327E88-11B1-4421-B9ED-5B6AE5B7082E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CC327E88-11B1-4421-B9ED-5B6AE5B70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BFFA98B-24A3-40CE-9BF3-BFFD53FC6D55}"/>
                  </a:ext>
                </a:extLst>
              </p:cNvPr>
              <p:cNvSpPr txBox="1"/>
              <p:nvPr/>
            </p:nvSpPr>
            <p:spPr>
              <a:xfrm>
                <a:off x="1835397" y="504734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BFFA98B-24A3-40CE-9BF3-BFFD53FC6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47342"/>
                <a:ext cx="974158" cy="262829"/>
              </a:xfrm>
              <a:prstGeom prst="rect">
                <a:avLst/>
              </a:prstGeom>
              <a:blipFill>
                <a:blip r:embed="rId2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D925AA0-3704-4F48-BFF8-ECAB2C576A81}"/>
                  </a:ext>
                </a:extLst>
              </p:cNvPr>
              <p:cNvSpPr txBox="1"/>
              <p:nvPr/>
            </p:nvSpPr>
            <p:spPr>
              <a:xfrm>
                <a:off x="3919507" y="502130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D925AA0-3704-4F48-BFF8-ECAB2C57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21307"/>
                <a:ext cx="1100937" cy="262829"/>
              </a:xfrm>
              <a:prstGeom prst="rect">
                <a:avLst/>
              </a:prstGeom>
              <a:blipFill>
                <a:blip r:embed="rId2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3CD4A37-9783-4112-AC8C-0CD93724E717}"/>
                  </a:ext>
                </a:extLst>
              </p:cNvPr>
              <p:cNvSpPr txBox="1"/>
              <p:nvPr/>
            </p:nvSpPr>
            <p:spPr>
              <a:xfrm>
                <a:off x="3919507" y="617958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3CD4A37-9783-4112-AC8C-0CD93724E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79585"/>
                <a:ext cx="1100937" cy="262829"/>
              </a:xfrm>
              <a:prstGeom prst="rect">
                <a:avLst/>
              </a:prstGeom>
              <a:blipFill>
                <a:blip r:embed="rId29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647FFCAC-1839-4D5D-B01D-97C5B375418A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64D89424-A40B-474A-A1E5-62FD7AF417A1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DE1BCCDA-13DF-47CA-9839-24127ADDB757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4A917F7A-2C22-40C5-9AF8-EA3625BCFA52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3F93C3E6-0A5B-4E77-B28F-F955FB13B5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692" r="24354"/>
          <a:stretch/>
        </p:blipFill>
        <p:spPr>
          <a:xfrm>
            <a:off x="1871663" y="5367684"/>
            <a:ext cx="895350" cy="820869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6C665D99-EDAF-4F8F-B1F1-7DF2FCACBAE7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0462"/>
          <a:stretch/>
        </p:blipFill>
        <p:spPr>
          <a:xfrm>
            <a:off x="1908099" y="4229391"/>
            <a:ext cx="847801" cy="830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5080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圓角 78">
            <a:extLst>
              <a:ext uri="{FF2B5EF4-FFF2-40B4-BE49-F238E27FC236}">
                <a16:creationId xmlns:a16="http://schemas.microsoft.com/office/drawing/2014/main" id="{FEA35E69-EA94-40AD-AC4C-C798045B4D1C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70" name="圖片 69">
            <a:extLst>
              <a:ext uri="{FF2B5EF4-FFF2-40B4-BE49-F238E27FC236}">
                <a16:creationId xmlns:a16="http://schemas.microsoft.com/office/drawing/2014/main" id="{8F46972A-CDE3-4B75-B3CD-4DADD805A3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589"/>
          <a:stretch/>
        </p:blipFill>
        <p:spPr>
          <a:xfrm>
            <a:off x="2984042" y="3325961"/>
            <a:ext cx="845008" cy="832474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01AEB864-1FC6-454C-B26C-A4F7DED5D1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81" r="49553"/>
          <a:stretch/>
        </p:blipFill>
        <p:spPr>
          <a:xfrm>
            <a:off x="2959100" y="6302376"/>
            <a:ext cx="895350" cy="832474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34A69BBF-CCF4-43AD-8820-6C0EF248CDB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896" r="24238"/>
          <a:stretch/>
        </p:blipFill>
        <p:spPr>
          <a:xfrm>
            <a:off x="1873249" y="4238626"/>
            <a:ext cx="895351" cy="832474"/>
          </a:xfrm>
          <a:prstGeom prst="rect">
            <a:avLst/>
          </a:prstGeom>
        </p:spPr>
      </p:pic>
      <p:pic>
        <p:nvPicPr>
          <p:cNvPr id="86" name="圖片 85">
            <a:extLst>
              <a:ext uri="{FF2B5EF4-FFF2-40B4-BE49-F238E27FC236}">
                <a16:creationId xmlns:a16="http://schemas.microsoft.com/office/drawing/2014/main" id="{12E07CCC-7EF5-42C1-A542-F4E56005E82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60" t="49873" r="4750" b="29819"/>
          <a:stretch/>
        </p:blipFill>
        <p:spPr>
          <a:xfrm>
            <a:off x="3880645" y="3295650"/>
            <a:ext cx="229393" cy="863585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1A5BCBC6-47C2-4ECD-B7B7-31F7823C01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4087119" y="3614373"/>
            <a:ext cx="1234633" cy="297228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902277" y="2986685"/>
            <a:ext cx="3332852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valley-mixed excitons transition rate</a:t>
            </a:r>
            <a:endParaRPr lang="zh-TW" alt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8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11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3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8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9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21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6F07C47-8695-4AC3-BEA9-11257D92023E}"/>
              </a:ext>
            </a:extLst>
          </p:cNvPr>
          <p:cNvSpPr/>
          <p:nvPr/>
        </p:nvSpPr>
        <p:spPr>
          <a:xfrm>
            <a:off x="4285074" y="3817370"/>
            <a:ext cx="84519" cy="92869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6F6E9CB-747E-4A72-8249-449D0AC091DE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B6F6E9CB-747E-4A72-8249-449D0AC09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22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78121F13-A86D-40E0-BC1D-2176EB8BE148}"/>
                  </a:ext>
                </a:extLst>
              </p:cNvPr>
              <p:cNvSpPr txBox="1"/>
              <p:nvPr/>
            </p:nvSpPr>
            <p:spPr>
              <a:xfrm>
                <a:off x="1772007" y="616557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78121F13-A86D-40E0-BC1D-2176EB8BE1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165577"/>
                <a:ext cx="1100937" cy="262829"/>
              </a:xfrm>
              <a:prstGeom prst="rect">
                <a:avLst/>
              </a:prstGeom>
              <a:blipFill>
                <a:blip r:embed="rId23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CC327E88-11B1-4421-B9ED-5B6AE5B7082E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CC327E88-11B1-4421-B9ED-5B6AE5B70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BFFA98B-24A3-40CE-9BF3-BFFD53FC6D55}"/>
                  </a:ext>
                </a:extLst>
              </p:cNvPr>
              <p:cNvSpPr txBox="1"/>
              <p:nvPr/>
            </p:nvSpPr>
            <p:spPr>
              <a:xfrm>
                <a:off x="1835397" y="502194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BFFA98B-24A3-40CE-9BF3-BFFD53FC6D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21942"/>
                <a:ext cx="974158" cy="262829"/>
              </a:xfrm>
              <a:prstGeom prst="rect">
                <a:avLst/>
              </a:prstGeom>
              <a:blipFill>
                <a:blip r:embed="rId25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D925AA0-3704-4F48-BFF8-ECAB2C576A81}"/>
                  </a:ext>
                </a:extLst>
              </p:cNvPr>
              <p:cNvSpPr txBox="1"/>
              <p:nvPr/>
            </p:nvSpPr>
            <p:spPr>
              <a:xfrm>
                <a:off x="3919507" y="502765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4D925AA0-3704-4F48-BFF8-ECAB2C57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27657"/>
                <a:ext cx="1100937" cy="262829"/>
              </a:xfrm>
              <a:prstGeom prst="rect">
                <a:avLst/>
              </a:prstGeom>
              <a:blipFill>
                <a:blip r:embed="rId26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3CD4A37-9783-4112-AC8C-0CD93724E717}"/>
                  </a:ext>
                </a:extLst>
              </p:cNvPr>
              <p:cNvSpPr txBox="1"/>
              <p:nvPr/>
            </p:nvSpPr>
            <p:spPr>
              <a:xfrm>
                <a:off x="3919507" y="616688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3CD4A37-9783-4112-AC8C-0CD93724E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66885"/>
                <a:ext cx="1100937" cy="262829"/>
              </a:xfrm>
              <a:prstGeom prst="rect">
                <a:avLst/>
              </a:prstGeom>
              <a:blipFill>
                <a:blip r:embed="rId2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67356852-E45D-4E35-83B9-BAB40F3EA8CA}"/>
              </a:ext>
            </a:extLst>
          </p:cNvPr>
          <p:cNvPicPr>
            <a:picLocks noChangeAspect="1"/>
          </p:cNvPicPr>
          <p:nvPr/>
        </p:nvPicPr>
        <p:blipFill rotWithShape="1">
          <a:blip r:embed="rId28"/>
          <a:srcRect l="10337" t="20546" r="9330" b="19264"/>
          <a:stretch/>
        </p:blipFill>
        <p:spPr>
          <a:xfrm>
            <a:off x="4195763" y="3650015"/>
            <a:ext cx="547687" cy="129029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6E3BD2B6-1198-4305-BE2B-AB6A6B30A40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670"/>
          <a:stretch/>
        </p:blipFill>
        <p:spPr>
          <a:xfrm>
            <a:off x="4053298" y="5318471"/>
            <a:ext cx="842170" cy="832474"/>
          </a:xfrm>
          <a:prstGeom prst="rect">
            <a:avLst/>
          </a:prstGeom>
        </p:spPr>
      </p:pic>
      <p:pic>
        <p:nvPicPr>
          <p:cNvPr id="85" name="圖片 84">
            <a:extLst>
              <a:ext uri="{FF2B5EF4-FFF2-40B4-BE49-F238E27FC236}">
                <a16:creationId xmlns:a16="http://schemas.microsoft.com/office/drawing/2014/main" id="{5C51F979-9F08-46BF-B2B6-854BCBADC8D2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9572"/>
          <a:stretch/>
        </p:blipFill>
        <p:spPr>
          <a:xfrm>
            <a:off x="1886762" y="5318125"/>
            <a:ext cx="874610" cy="849127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2CF76F14-BE5D-4368-B281-D733A6CDA437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0112"/>
          <a:stretch/>
        </p:blipFill>
        <p:spPr>
          <a:xfrm>
            <a:off x="4032250" y="4206875"/>
            <a:ext cx="865248" cy="849127"/>
          </a:xfrm>
          <a:prstGeom prst="rect">
            <a:avLst/>
          </a:prstGeom>
        </p:spPr>
      </p:pic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2F017318-F943-4E12-840C-669153327E88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A1B718C2-74AD-4190-A9FC-476B4C520845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1" name="直線接點 100">
            <a:extLst>
              <a:ext uri="{FF2B5EF4-FFF2-40B4-BE49-F238E27FC236}">
                <a16:creationId xmlns:a16="http://schemas.microsoft.com/office/drawing/2014/main" id="{1E6A3FAF-C534-413D-8F43-B1F77970E767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D7BB983C-906F-4256-AA49-5AB1BDE6C15D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5112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67" name="圖片 66">
            <a:extLst>
              <a:ext uri="{FF2B5EF4-FFF2-40B4-BE49-F238E27FC236}">
                <a16:creationId xmlns:a16="http://schemas.microsoft.com/office/drawing/2014/main" id="{43861810-2A78-4ADA-AC69-9129095DF6D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75054"/>
          <a:stretch/>
        </p:blipFill>
        <p:spPr>
          <a:xfrm>
            <a:off x="2981960" y="3276667"/>
            <a:ext cx="872490" cy="838559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5BE01554-98B7-4E17-8069-753C0F4DA9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583" r="50363"/>
          <a:stretch/>
        </p:blipFill>
        <p:spPr>
          <a:xfrm>
            <a:off x="2940050" y="6299267"/>
            <a:ext cx="876300" cy="838559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70664809-AA6E-4206-8618-63F0B33327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60" t="49873" r="4750" b="29819"/>
          <a:stretch/>
        </p:blipFill>
        <p:spPr>
          <a:xfrm>
            <a:off x="3880645" y="3295650"/>
            <a:ext cx="229393" cy="863585"/>
          </a:xfrm>
          <a:prstGeom prst="rect">
            <a:avLst/>
          </a:prstGeom>
        </p:spPr>
      </p:pic>
      <p:sp>
        <p:nvSpPr>
          <p:cNvPr id="58" name="文字方塊 57">
            <a:extLst>
              <a:ext uri="{FF2B5EF4-FFF2-40B4-BE49-F238E27FC236}">
                <a16:creationId xmlns:a16="http://schemas.microsoft.com/office/drawing/2014/main" id="{C44C8FE4-2586-49C7-B22A-E115CFB88DFF}"/>
              </a:ext>
            </a:extLst>
          </p:cNvPr>
          <p:cNvSpPr txBox="1"/>
          <p:nvPr/>
        </p:nvSpPr>
        <p:spPr>
          <a:xfrm>
            <a:off x="1902277" y="2986685"/>
            <a:ext cx="3332852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valley-mixed excitons transition rate</a:t>
            </a:r>
            <a:endParaRPr lang="zh-TW" alt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289D4995-A998-40B0-8E88-B4FA50CEFD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4087119" y="3614373"/>
            <a:ext cx="1234633" cy="297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8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9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19097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190977"/>
                <a:ext cx="1100937" cy="262829"/>
              </a:xfrm>
              <a:prstGeom prst="rect">
                <a:avLst/>
              </a:prstGeom>
              <a:blipFill>
                <a:blip r:embed="rId1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3"/>
                <a:stretch>
                  <a:fillRect t="-90909" r="-40217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4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5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6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18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6004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60042"/>
                <a:ext cx="974158" cy="262829"/>
              </a:xfrm>
              <a:prstGeom prst="rect">
                <a:avLst/>
              </a:prstGeom>
              <a:blipFill>
                <a:blip r:embed="rId1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線接點 3">
            <a:extLst>
              <a:ext uri="{FF2B5EF4-FFF2-40B4-BE49-F238E27FC236}">
                <a16:creationId xmlns:a16="http://schemas.microsoft.com/office/drawing/2014/main" id="{2F45C4C1-D6C1-4520-82C9-4FFB2E3F6552}"/>
              </a:ext>
            </a:extLst>
          </p:cNvPr>
          <p:cNvCxnSpPr>
            <a:cxnSpLocks/>
            <a:endCxn id="60" idx="1"/>
          </p:cNvCxnSpPr>
          <p:nvPr/>
        </p:nvCxnSpPr>
        <p:spPr>
          <a:xfrm>
            <a:off x="2724150" y="4133850"/>
            <a:ext cx="413880" cy="91294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77B2AB87-5071-447A-AF7F-E86B82A679A6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413880" cy="91294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19507" y="503400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34007"/>
                <a:ext cx="1100937" cy="262829"/>
              </a:xfrm>
              <a:prstGeom prst="rect">
                <a:avLst/>
              </a:prstGeom>
              <a:blipFill>
                <a:blip r:embed="rId2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19228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192285"/>
                <a:ext cx="1100937" cy="262829"/>
              </a:xfrm>
              <a:prstGeom prst="rect">
                <a:avLst/>
              </a:prstGeom>
              <a:blipFill>
                <a:blip r:embed="rId2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673194" y="3826428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−1, 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3194" y="3826428"/>
                <a:ext cx="11833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08F47185-7FA0-4E16-854F-0B2E0D6A3E26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10739" t="17985" r="9733" b="14782"/>
          <a:stretch/>
        </p:blipFill>
        <p:spPr>
          <a:xfrm>
            <a:off x="4198143" y="3649610"/>
            <a:ext cx="523876" cy="139258"/>
          </a:xfrm>
          <a:prstGeom prst="rect">
            <a:avLst/>
          </a:prstGeom>
        </p:spPr>
      </p:pic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FBBF34B5-26AC-40D2-BA1E-B0A465BD6B68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8B594070-1293-4B35-8DB2-D841B7CE4D52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95CA8587-D8C5-4021-9646-79932162FA4C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8F282B32-930B-4703-80D1-27DFF65F0119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0" name="圖片 89">
            <a:extLst>
              <a:ext uri="{FF2B5EF4-FFF2-40B4-BE49-F238E27FC236}">
                <a16:creationId xmlns:a16="http://schemas.microsoft.com/office/drawing/2014/main" id="{E026C622-56F7-405B-A8AA-E995F098C1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456" r="24582"/>
          <a:stretch/>
        </p:blipFill>
        <p:spPr>
          <a:xfrm>
            <a:off x="1854200" y="5340417"/>
            <a:ext cx="908050" cy="838559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2DCB855A-0923-495E-855F-72D1A793C9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36" r="-4466"/>
          <a:stretch/>
        </p:blipFill>
        <p:spPr>
          <a:xfrm>
            <a:off x="4032250" y="4210117"/>
            <a:ext cx="1022350" cy="838559"/>
          </a:xfrm>
          <a:prstGeom prst="rect">
            <a:avLst/>
          </a:prstGeom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A8B224F4-2B75-489A-96DE-37559084401A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9990"/>
          <a:stretch/>
        </p:blipFill>
        <p:spPr>
          <a:xfrm>
            <a:off x="1904679" y="4237811"/>
            <a:ext cx="863921" cy="842345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70902795-9C3A-4870-8001-614985DB388D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274"/>
          <a:stretch/>
        </p:blipFill>
        <p:spPr>
          <a:xfrm>
            <a:off x="4032250" y="5342711"/>
            <a:ext cx="876300" cy="84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178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1752599" y="2940050"/>
            <a:ext cx="3638551" cy="4495800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75" name="圖片 74">
            <a:extLst>
              <a:ext uri="{FF2B5EF4-FFF2-40B4-BE49-F238E27FC236}">
                <a16:creationId xmlns:a16="http://schemas.microsoft.com/office/drawing/2014/main" id="{A3E66B22-549B-4B4F-8A79-AFA2A9C99A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75368"/>
          <a:stretch/>
        </p:blipFill>
        <p:spPr>
          <a:xfrm>
            <a:off x="2990851" y="3276834"/>
            <a:ext cx="850899" cy="831746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6D126B6E-BEAC-46CE-B345-EC79ED8B4C3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4448" r="50368"/>
          <a:stretch/>
        </p:blipFill>
        <p:spPr>
          <a:xfrm>
            <a:off x="2946400" y="6299434"/>
            <a:ext cx="869950" cy="831746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70664809-AA6E-4206-8618-63F0B33327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60" t="49873" r="4750" b="29819"/>
          <a:stretch/>
        </p:blipFill>
        <p:spPr>
          <a:xfrm>
            <a:off x="3880645" y="3295650"/>
            <a:ext cx="229393" cy="863585"/>
          </a:xfrm>
          <a:prstGeom prst="rect">
            <a:avLst/>
          </a:prstGeom>
        </p:spPr>
      </p:pic>
      <p:sp>
        <p:nvSpPr>
          <p:cNvPr id="58" name="文字方塊 57">
            <a:extLst>
              <a:ext uri="{FF2B5EF4-FFF2-40B4-BE49-F238E27FC236}">
                <a16:creationId xmlns:a16="http://schemas.microsoft.com/office/drawing/2014/main" id="{C44C8FE4-2586-49C7-B22A-E115CFB88DFF}"/>
              </a:ext>
            </a:extLst>
          </p:cNvPr>
          <p:cNvSpPr txBox="1"/>
          <p:nvPr/>
        </p:nvSpPr>
        <p:spPr>
          <a:xfrm>
            <a:off x="1902277" y="2986685"/>
            <a:ext cx="3332852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valley-mixed excitons transition rate</a:t>
            </a:r>
            <a:endParaRPr lang="zh-TW" altLang="en-US" sz="14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289D4995-A998-40B0-8E88-B4FA50CEFD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4087119" y="3614373"/>
            <a:ext cx="1234633" cy="297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087" y="3874967"/>
                <a:ext cx="268993" cy="272254"/>
              </a:xfrm>
              <a:prstGeom prst="rect">
                <a:avLst/>
              </a:prstGeom>
              <a:blipFill>
                <a:blip r:embed="rId5"/>
                <a:stretch>
                  <a:fillRect r="-72727" b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3390840" y="3686758"/>
            <a:ext cx="50518" cy="48461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610" y="3443243"/>
                <a:ext cx="182571" cy="276614"/>
              </a:xfrm>
              <a:prstGeom prst="rect">
                <a:avLst/>
              </a:prstGeom>
              <a:blipFill>
                <a:blip r:embed="rId6"/>
                <a:stretch>
                  <a:fillRect r="-5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438" y="3600976"/>
                <a:ext cx="149279" cy="262829"/>
              </a:xfrm>
              <a:prstGeom prst="rect">
                <a:avLst/>
              </a:prstGeom>
              <a:blipFill>
                <a:blip r:embed="rId7"/>
                <a:stretch>
                  <a:fillRect r="-6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2466" y="3967915"/>
                <a:ext cx="204146" cy="245324"/>
              </a:xfrm>
              <a:prstGeom prst="rect">
                <a:avLst/>
              </a:prstGeom>
              <a:blipFill>
                <a:blip r:embed="rId8"/>
                <a:stretch>
                  <a:fillRect r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646" y="4124924"/>
                <a:ext cx="1082966" cy="262829"/>
              </a:xfrm>
              <a:prstGeom prst="rect">
                <a:avLst/>
              </a:prstGeom>
              <a:blipFill>
                <a:blip r:embed="rId9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772007" y="619097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2007" y="6190977"/>
                <a:ext cx="1100937" cy="262829"/>
              </a:xfrm>
              <a:prstGeom prst="rect">
                <a:avLst/>
              </a:prstGeom>
              <a:blipFill>
                <a:blip r:embed="rId1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6036" y="7138435"/>
                <a:ext cx="1021987" cy="26282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832943"/>
                <a:ext cx="562814" cy="262829"/>
              </a:xfrm>
              <a:prstGeom prst="rect">
                <a:avLst/>
              </a:prstGeom>
              <a:blipFill>
                <a:blip r:embed="rId12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3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911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7493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7260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7497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7676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144009"/>
                <a:ext cx="122489" cy="262829"/>
              </a:xfrm>
              <a:prstGeom prst="rect">
                <a:avLst/>
              </a:prstGeom>
              <a:blipFill>
                <a:blip r:embed="rId14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7260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210053"/>
                <a:ext cx="122489" cy="262829"/>
              </a:xfrm>
              <a:prstGeom prst="rect">
                <a:avLst/>
              </a:prstGeom>
              <a:blipFill>
                <a:blip r:embed="rId15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774078"/>
                <a:ext cx="177900" cy="262829"/>
              </a:xfrm>
              <a:prstGeom prst="rect">
                <a:avLst/>
              </a:prstGeom>
              <a:blipFill>
                <a:blip r:embed="rId16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7497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9572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2644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1457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2092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856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992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223536"/>
                <a:ext cx="218239" cy="26282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2685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1735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5001709"/>
                <a:ext cx="205647" cy="262829"/>
              </a:xfrm>
              <a:prstGeom prst="rect">
                <a:avLst/>
              </a:prstGeom>
              <a:blipFill>
                <a:blip r:embed="rId18"/>
                <a:stretch>
                  <a:fillRect r="-17647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9599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Oval 22">
            <a:extLst>
              <a:ext uri="{FF2B5EF4-FFF2-40B4-BE49-F238E27FC236}">
                <a16:creationId xmlns:a16="http://schemas.microsoft.com/office/drawing/2014/main" id="{68D4C253-A7D7-4EF1-861B-831408D0CECC}"/>
              </a:ext>
            </a:extLst>
          </p:cNvPr>
          <p:cNvSpPr/>
          <p:nvPr/>
        </p:nvSpPr>
        <p:spPr>
          <a:xfrm>
            <a:off x="3596345" y="5404283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60" name="Oval 22">
            <a:extLst>
              <a:ext uri="{FF2B5EF4-FFF2-40B4-BE49-F238E27FC236}">
                <a16:creationId xmlns:a16="http://schemas.microsoft.com/office/drawing/2014/main" id="{9DB2E29E-1DA6-4068-BFDE-62C0E72DDCD2}"/>
              </a:ext>
            </a:extLst>
          </p:cNvPr>
          <p:cNvSpPr/>
          <p:nvPr/>
        </p:nvSpPr>
        <p:spPr>
          <a:xfrm>
            <a:off x="3121560" y="5029731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/>
              <p:nvPr/>
            </p:nvSpPr>
            <p:spPr>
              <a:xfrm>
                <a:off x="1835397" y="5060042"/>
                <a:ext cx="974158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1A5DDC4D-C251-4F6D-A93C-12127850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397" y="5060042"/>
                <a:ext cx="974158" cy="262829"/>
              </a:xfrm>
              <a:prstGeom prst="rect">
                <a:avLst/>
              </a:prstGeom>
              <a:blipFill>
                <a:blip r:embed="rId19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3919507" y="5021307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5021307"/>
                <a:ext cx="1100937" cy="262829"/>
              </a:xfrm>
              <a:prstGeom prst="rect">
                <a:avLst/>
              </a:prstGeom>
              <a:blipFill>
                <a:blip r:embed="rId20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/>
              <p:nvPr/>
            </p:nvSpPr>
            <p:spPr>
              <a:xfrm>
                <a:off x="3919507" y="6204985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F446F642-9695-43FB-B3D1-D5966FD1E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9507" y="6204985"/>
                <a:ext cx="1100937" cy="262829"/>
              </a:xfrm>
              <a:prstGeom prst="rect">
                <a:avLst/>
              </a:prstGeom>
              <a:blipFill>
                <a:blip r:embed="rId2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/>
              <p:nvPr/>
            </p:nvSpPr>
            <p:spPr>
              <a:xfrm>
                <a:off x="-673194" y="3826428"/>
                <a:ext cx="1183337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−1, 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A5CECF8F-FA0B-4980-9EA4-B7ACFDA33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3194" y="3826428"/>
                <a:ext cx="1183337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8DB20D34-1BEB-42BB-ACD3-A3F12AF6ED7D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9358" t="17558" r="8712" b="16703"/>
          <a:stretch/>
        </p:blipFill>
        <p:spPr>
          <a:xfrm>
            <a:off x="4194772" y="3665376"/>
            <a:ext cx="529628" cy="1167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D07E0873-143D-44D0-8FB8-2FB497CC670F}"/>
                  </a:ext>
                </a:extLst>
              </p:cNvPr>
              <p:cNvSpPr/>
              <p:nvPr/>
            </p:nvSpPr>
            <p:spPr>
              <a:xfrm>
                <a:off x="-536237" y="4399219"/>
                <a:ext cx="409086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ℓ 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D07E0873-143D-44D0-8FB8-2FB497CC67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36237" y="4399219"/>
                <a:ext cx="409086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FC683E16-E812-440E-9DFB-50C3B5D7D614}"/>
                  </a:ext>
                </a:extLst>
              </p:cNvPr>
              <p:cNvSpPr/>
              <p:nvPr/>
            </p:nvSpPr>
            <p:spPr>
              <a:xfrm>
                <a:off x="-490059" y="4923730"/>
                <a:ext cx="582211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−ℓ 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FC683E16-E812-440E-9DFB-50C3B5D7D6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90059" y="4923730"/>
                <a:ext cx="582211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CFF033C0-2135-4B97-A4FF-BF266A4CBDD0}"/>
              </a:ext>
            </a:extLst>
          </p:cNvPr>
          <p:cNvCxnSpPr>
            <a:cxnSpLocks/>
          </p:cNvCxnSpPr>
          <p:nvPr/>
        </p:nvCxnSpPr>
        <p:spPr>
          <a:xfrm>
            <a:off x="3708400" y="5537200"/>
            <a:ext cx="342900" cy="479524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1" name="直線接點 90">
            <a:extLst>
              <a:ext uri="{FF2B5EF4-FFF2-40B4-BE49-F238E27FC236}">
                <a16:creationId xmlns:a16="http://schemas.microsoft.com/office/drawing/2014/main" id="{59F2DC5D-2CEC-4E13-80ED-EB8C1881DC92}"/>
              </a:ext>
            </a:extLst>
          </p:cNvPr>
          <p:cNvCxnSpPr>
            <a:cxnSpLocks/>
          </p:cNvCxnSpPr>
          <p:nvPr/>
        </p:nvCxnSpPr>
        <p:spPr>
          <a:xfrm>
            <a:off x="2755900" y="4494455"/>
            <a:ext cx="398272" cy="569045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04262AEC-CACF-48E1-BDDD-5EE139870DA5}"/>
              </a:ext>
            </a:extLst>
          </p:cNvPr>
          <p:cNvCxnSpPr>
            <a:cxnSpLocks/>
          </p:cNvCxnSpPr>
          <p:nvPr/>
        </p:nvCxnSpPr>
        <p:spPr>
          <a:xfrm flipH="1">
            <a:off x="2736850" y="5307431"/>
            <a:ext cx="140200" cy="325019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CD9EB5EA-645D-4A32-B963-6DABBDB318DF}"/>
              </a:ext>
            </a:extLst>
          </p:cNvPr>
          <p:cNvCxnSpPr>
            <a:cxnSpLocks/>
          </p:cNvCxnSpPr>
          <p:nvPr/>
        </p:nvCxnSpPr>
        <p:spPr>
          <a:xfrm flipV="1">
            <a:off x="3959225" y="4987193"/>
            <a:ext cx="104775" cy="222982"/>
          </a:xfrm>
          <a:prstGeom prst="line">
            <a:avLst/>
          </a:prstGeom>
          <a:ln w="9525" cap="flat" cmpd="sng" algn="ctr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8" name="圖片 97">
            <a:extLst>
              <a:ext uri="{FF2B5EF4-FFF2-40B4-BE49-F238E27FC236}">
                <a16:creationId xmlns:a16="http://schemas.microsoft.com/office/drawing/2014/main" id="{40720FB4-A313-463C-A485-C5E818070A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816" r="24816"/>
          <a:stretch/>
        </p:blipFill>
        <p:spPr>
          <a:xfrm>
            <a:off x="1873250" y="4235684"/>
            <a:ext cx="876300" cy="831746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558AB7EB-75F3-427C-8127-BE4419C5C1D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368"/>
          <a:stretch/>
        </p:blipFill>
        <p:spPr>
          <a:xfrm>
            <a:off x="4044949" y="5346934"/>
            <a:ext cx="850901" cy="831746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A0FC5FDA-9986-420C-BE56-9AD73069A2B1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49671"/>
          <a:stretch/>
        </p:blipFill>
        <p:spPr>
          <a:xfrm>
            <a:off x="1893568" y="5326804"/>
            <a:ext cx="875032" cy="856665"/>
          </a:xfrm>
          <a:prstGeom prst="rect">
            <a:avLst/>
          </a:prstGeom>
        </p:spPr>
      </p:pic>
      <p:pic>
        <p:nvPicPr>
          <p:cNvPr id="101" name="圖片 100">
            <a:extLst>
              <a:ext uri="{FF2B5EF4-FFF2-40B4-BE49-F238E27FC236}">
                <a16:creationId xmlns:a16="http://schemas.microsoft.com/office/drawing/2014/main" id="{5FB752E4-DA9F-4D18-924A-6B3D2AC27692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9963"/>
          <a:stretch/>
        </p:blipFill>
        <p:spPr>
          <a:xfrm>
            <a:off x="4038600" y="4190154"/>
            <a:ext cx="869950" cy="85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316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415548" y="2622241"/>
            <a:ext cx="6026913" cy="4661527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0150" tIns="15075" rIns="30150" bIns="15075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93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AB9437CA-8479-430F-94F9-F829496544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2009108" y="3299614"/>
            <a:ext cx="1121863" cy="112526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E439B64-4C39-4DC3-A808-9F71E101D2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2269775" y="6108159"/>
            <a:ext cx="1126963" cy="1125264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CEA8C1C-2566-4F1A-893A-AC03A79BD9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3472797" y="3297911"/>
            <a:ext cx="1125261" cy="112866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BE2EB9CE-E8BF-48FD-8E8F-D57D018CDA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3442037" y="6106458"/>
            <a:ext cx="1123563" cy="1128663"/>
          </a:xfrm>
          <a:prstGeom prst="rect">
            <a:avLst/>
          </a:prstGeom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1762577" y="2636165"/>
            <a:ext cx="3332852" cy="379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78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</a:t>
            </a:r>
            <a:r>
              <a:rPr lang="en-US" altLang="zh-TW" sz="1869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excitons</a:t>
            </a:r>
            <a:r>
              <a:rPr lang="en-US" altLang="zh-TW" sz="1578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transition rate</a:t>
            </a:r>
            <a:endParaRPr lang="zh-TW" altLang="en-US" sz="1578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31AC40C-DCAE-403E-9464-20D710FD21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655999" y="3337446"/>
            <a:ext cx="1323709" cy="2574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4171100" y="4135330"/>
                <a:ext cx="368754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1100" y="4135330"/>
                <a:ext cx="368754" cy="272254"/>
              </a:xfrm>
              <a:prstGeom prst="rect">
                <a:avLst/>
              </a:prstGeom>
              <a:blipFill>
                <a:blip r:embed="rId4"/>
                <a:stretch>
                  <a:fillRect r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圖片 22">
            <a:extLst>
              <a:ext uri="{FF2B5EF4-FFF2-40B4-BE49-F238E27FC236}">
                <a16:creationId xmlns:a16="http://schemas.microsoft.com/office/drawing/2014/main" id="{034F05ED-8B77-47E2-B31D-6DCF9EEAF8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4941672" y="3267870"/>
            <a:ext cx="1323709" cy="3186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2720483" y="4139043"/>
                <a:ext cx="368754" cy="2722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69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69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483" y="4139043"/>
                <a:ext cx="368754" cy="272254"/>
              </a:xfrm>
              <a:prstGeom prst="rect">
                <a:avLst/>
              </a:prstGeom>
              <a:blipFill>
                <a:blip r:embed="rId4"/>
                <a:stretch>
                  <a:fillRect r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群組 32">
            <a:extLst>
              <a:ext uri="{FF2B5EF4-FFF2-40B4-BE49-F238E27FC236}">
                <a16:creationId xmlns:a16="http://schemas.microsoft.com/office/drawing/2014/main" id="{6A0B58D1-42C1-4CB5-BA3E-EA6F7197B252}"/>
              </a:ext>
            </a:extLst>
          </p:cNvPr>
          <p:cNvGrpSpPr/>
          <p:nvPr/>
        </p:nvGrpSpPr>
        <p:grpSpPr>
          <a:xfrm>
            <a:off x="2568122" y="3801271"/>
            <a:ext cx="69253" cy="66434"/>
            <a:chOff x="1373392" y="2391862"/>
            <a:chExt cx="479433" cy="476535"/>
          </a:xfrm>
        </p:grpSpPr>
        <p:sp>
          <p:nvSpPr>
            <p:cNvPr id="36" name="箭號: 向右 35">
              <a:extLst>
                <a:ext uri="{FF2B5EF4-FFF2-40B4-BE49-F238E27FC236}">
                  <a16:creationId xmlns:a16="http://schemas.microsoft.com/office/drawing/2014/main" id="{4F78E4FD-EB91-46FA-9BDF-491D047471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7" name="箭號: 向右 36">
              <a:extLst>
                <a:ext uri="{FF2B5EF4-FFF2-40B4-BE49-F238E27FC236}">
                  <a16:creationId xmlns:a16="http://schemas.microsoft.com/office/drawing/2014/main" id="{5E35A25D-4007-47EC-AAFC-52AE6F735637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/>
              <p:nvPr/>
            </p:nvSpPr>
            <p:spPr>
              <a:xfrm>
                <a:off x="2466121" y="3579727"/>
                <a:ext cx="271928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85B5F9BA-A45A-45BC-B2FC-B1EFA4D57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6121" y="3579727"/>
                <a:ext cx="271928" cy="276614"/>
              </a:xfrm>
              <a:prstGeom prst="rect">
                <a:avLst/>
              </a:prstGeom>
              <a:blipFill>
                <a:blip r:embed="rId5"/>
                <a:stretch>
                  <a:fillRect r="-6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/>
              <p:nvPr/>
            </p:nvSpPr>
            <p:spPr>
              <a:xfrm>
                <a:off x="2584243" y="3748325"/>
                <a:ext cx="204642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B024916-440B-400A-8BD2-1CC3A8AF18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243" y="3748325"/>
                <a:ext cx="204642" cy="262829"/>
              </a:xfrm>
              <a:prstGeom prst="rect">
                <a:avLst/>
              </a:prstGeom>
              <a:blipFill>
                <a:blip r:embed="rId6"/>
                <a:stretch>
                  <a:fillRect r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C3F8E30C-C74A-4632-B3C8-0D4CFB5D6435}"/>
              </a:ext>
            </a:extLst>
          </p:cNvPr>
          <p:cNvGrpSpPr/>
          <p:nvPr/>
        </p:nvGrpSpPr>
        <p:grpSpPr>
          <a:xfrm>
            <a:off x="4034096" y="3801271"/>
            <a:ext cx="69253" cy="66434"/>
            <a:chOff x="1373392" y="2391862"/>
            <a:chExt cx="479433" cy="476535"/>
          </a:xfrm>
        </p:grpSpPr>
        <p:sp>
          <p:nvSpPr>
            <p:cNvPr id="31" name="箭號: 向右 30">
              <a:extLst>
                <a:ext uri="{FF2B5EF4-FFF2-40B4-BE49-F238E27FC236}">
                  <a16:creationId xmlns:a16="http://schemas.microsoft.com/office/drawing/2014/main" id="{B6AFF9D7-1B74-440F-BF11-8C692687B663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>
                <a:solidFill>
                  <a:schemeClr val="bg1"/>
                </a:solidFill>
              </a:endParaRPr>
            </a:p>
          </p:txBody>
        </p:sp>
        <p:sp>
          <p:nvSpPr>
            <p:cNvPr id="32" name="箭號: 向右 31">
              <a:extLst>
                <a:ext uri="{FF2B5EF4-FFF2-40B4-BE49-F238E27FC236}">
                  <a16:creationId xmlns:a16="http://schemas.microsoft.com/office/drawing/2014/main" id="{0E7FD6CF-F2EF-42AA-8939-4954838FEF2F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169" dirty="0">
                <a:solidFill>
                  <a:schemeClr val="bg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/>
              <p:nvPr/>
            </p:nvSpPr>
            <p:spPr>
              <a:xfrm>
                <a:off x="3932090" y="3579727"/>
                <a:ext cx="250280" cy="276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63FC3E97-3B64-4477-AC62-2824A3096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2090" y="3579727"/>
                <a:ext cx="250280" cy="276614"/>
              </a:xfrm>
              <a:prstGeom prst="rect">
                <a:avLst/>
              </a:prstGeom>
              <a:blipFill>
                <a:blip r:embed="rId5"/>
                <a:stretch>
                  <a:fillRect r="-146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/>
              <p:nvPr/>
            </p:nvSpPr>
            <p:spPr>
              <a:xfrm>
                <a:off x="4050218" y="3748325"/>
                <a:ext cx="204642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08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1108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2E7556E-8385-41C4-A78A-F56978F1E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0218" y="3748325"/>
                <a:ext cx="204642" cy="262829"/>
              </a:xfrm>
              <a:prstGeom prst="rect">
                <a:avLst/>
              </a:prstGeom>
              <a:blipFill>
                <a:blip r:embed="rId7"/>
                <a:stretch>
                  <a:fillRect r="-32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4559965" y="3259696"/>
            <a:ext cx="357159" cy="1194195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54D58104-A6B2-4314-B0D5-EFF445DE61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553322" y="4653284"/>
            <a:ext cx="1117331" cy="1124130"/>
          </a:xfrm>
          <a:prstGeom prst="rect">
            <a:avLst/>
          </a:prstGeom>
        </p:spPr>
      </p:pic>
      <p:pic>
        <p:nvPicPr>
          <p:cNvPr id="142" name="圖片 141">
            <a:extLst>
              <a:ext uri="{FF2B5EF4-FFF2-40B4-BE49-F238E27FC236}">
                <a16:creationId xmlns:a16="http://schemas.microsoft.com/office/drawing/2014/main" id="{5C9A896D-E956-4B65-B6D0-476A3CAF2D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1709717" y="4652724"/>
            <a:ext cx="1123562" cy="1125261"/>
          </a:xfrm>
          <a:prstGeom prst="rect">
            <a:avLst/>
          </a:prstGeom>
        </p:spPr>
      </p:pic>
      <p:pic>
        <p:nvPicPr>
          <p:cNvPr id="143" name="圖片 142">
            <a:extLst>
              <a:ext uri="{FF2B5EF4-FFF2-40B4-BE49-F238E27FC236}">
                <a16:creationId xmlns:a16="http://schemas.microsoft.com/office/drawing/2014/main" id="{CE609567-16AC-4D6A-805B-651C24F002A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3097331" y="3267606"/>
            <a:ext cx="357159" cy="1184444"/>
          </a:xfrm>
          <a:prstGeom prst="rect">
            <a:avLst/>
          </a:prstGeom>
        </p:spPr>
      </p:pic>
      <p:pic>
        <p:nvPicPr>
          <p:cNvPr id="144" name="圖片 143">
            <a:extLst>
              <a:ext uri="{FF2B5EF4-FFF2-40B4-BE49-F238E27FC236}">
                <a16:creationId xmlns:a16="http://schemas.microsoft.com/office/drawing/2014/main" id="{35BF13E5-71D9-475C-8AF1-2A3C4134965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4051501" y="4651019"/>
            <a:ext cx="1126963" cy="1128662"/>
          </a:xfrm>
          <a:prstGeom prst="rect">
            <a:avLst/>
          </a:prstGeom>
        </p:spPr>
      </p:pic>
      <p:pic>
        <p:nvPicPr>
          <p:cNvPr id="145" name="圖片 144">
            <a:extLst>
              <a:ext uri="{FF2B5EF4-FFF2-40B4-BE49-F238E27FC236}">
                <a16:creationId xmlns:a16="http://schemas.microsoft.com/office/drawing/2014/main" id="{A42122A8-C527-4EFD-9116-C124C9D047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5218899" y="4649319"/>
            <a:ext cx="1125262" cy="11320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/>
              <p:nvPr/>
            </p:nvSpPr>
            <p:spPr>
              <a:xfrm>
                <a:off x="3111954" y="4263641"/>
                <a:ext cx="27985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6" name="文字方塊 145">
                <a:extLst>
                  <a:ext uri="{FF2B5EF4-FFF2-40B4-BE49-F238E27FC236}">
                    <a16:creationId xmlns:a16="http://schemas.microsoft.com/office/drawing/2014/main" id="{84D6CAF2-1C90-40F4-8038-ADEB8AF20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954" y="4263641"/>
                <a:ext cx="279856" cy="245324"/>
              </a:xfrm>
              <a:prstGeom prst="rect">
                <a:avLst/>
              </a:prstGeom>
              <a:blipFill>
                <a:blip r:embed="rId9"/>
                <a:stretch>
                  <a:fillRect r="-108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/>
              <p:nvPr/>
            </p:nvSpPr>
            <p:spPr>
              <a:xfrm>
                <a:off x="4580989" y="4263641"/>
                <a:ext cx="279856" cy="245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994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994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0C20CD98-8AF8-40D8-8524-F82C6A6776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0989" y="4263641"/>
                <a:ext cx="279856" cy="245324"/>
              </a:xfrm>
              <a:prstGeom prst="rect">
                <a:avLst/>
              </a:prstGeom>
              <a:blipFill>
                <a:blip r:embed="rId9"/>
                <a:stretch>
                  <a:fillRect r="-108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/>
              <p:nvPr/>
            </p:nvSpPr>
            <p:spPr>
              <a:xfrm>
                <a:off x="2418104" y="3079079"/>
                <a:ext cx="207405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108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108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8" name="文字方塊 147">
                <a:extLst>
                  <a:ext uri="{FF2B5EF4-FFF2-40B4-BE49-F238E27FC236}">
                    <a16:creationId xmlns:a16="http://schemas.microsoft.com/office/drawing/2014/main" id="{3DDB7FA0-9C03-4F1F-A103-E0B768EF1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104" y="3079079"/>
                <a:ext cx="2074050" cy="262829"/>
              </a:xfrm>
              <a:prstGeom prst="rect">
                <a:avLst/>
              </a:prstGeom>
              <a:blipFill>
                <a:blip r:embed="rId1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/>
              <p:nvPr/>
            </p:nvSpPr>
            <p:spPr>
              <a:xfrm>
                <a:off x="1134399" y="445679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DF754AC0-E8F8-4038-9395-089D2DF38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4399" y="4456792"/>
                <a:ext cx="1100937" cy="262829"/>
              </a:xfrm>
              <a:prstGeom prst="rect">
                <a:avLst/>
              </a:prstGeom>
              <a:blipFill>
                <a:blip r:embed="rId11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/>
              <p:nvPr/>
            </p:nvSpPr>
            <p:spPr>
              <a:xfrm>
                <a:off x="4672719" y="4456792"/>
                <a:ext cx="110093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16E53567-9178-4FAA-B4CC-BA612CC0D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2719" y="4456792"/>
                <a:ext cx="1100937" cy="262829"/>
              </a:xfrm>
              <a:prstGeom prst="rect">
                <a:avLst/>
              </a:prstGeom>
              <a:blipFill>
                <a:blip r:embed="rId12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/>
              <p:nvPr/>
            </p:nvSpPr>
            <p:spPr>
              <a:xfrm>
                <a:off x="2944136" y="5905938"/>
                <a:ext cx="102198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E83B4E3E-7108-45D5-BFD5-5B94727D9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136" y="5905938"/>
                <a:ext cx="1021987" cy="262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/>
              <p:nvPr/>
            </p:nvSpPr>
            <p:spPr>
              <a:xfrm>
                <a:off x="3119541" y="5756743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6" name="文字方塊 185">
                <a:extLst>
                  <a:ext uri="{FF2B5EF4-FFF2-40B4-BE49-F238E27FC236}">
                    <a16:creationId xmlns:a16="http://schemas.microsoft.com/office/drawing/2014/main" id="{F57F1EAD-E8B7-4994-BA38-0B3798DED3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541" y="5756743"/>
                <a:ext cx="562814" cy="262829"/>
              </a:xfrm>
              <a:prstGeom prst="rect">
                <a:avLst/>
              </a:prstGeom>
              <a:blipFill>
                <a:blip r:embed="rId14"/>
                <a:stretch>
                  <a:fillRect t="-93023" r="-52174" b="-1511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/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108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108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108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108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108" dirty="0"/>
              </a:p>
            </p:txBody>
          </p:sp>
        </mc:Choice>
        <mc:Fallback xmlns="">
          <p:sp>
            <p:nvSpPr>
              <p:cNvPr id="187" name="文字方塊 186">
                <a:extLst>
                  <a:ext uri="{FF2B5EF4-FFF2-40B4-BE49-F238E27FC236}">
                    <a16:creationId xmlns:a16="http://schemas.microsoft.com/office/drawing/2014/main" id="{34E080A9-1953-4C76-A9EF-DF20F97C1B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169" y="4452471"/>
                <a:ext cx="562814" cy="262829"/>
              </a:xfrm>
              <a:prstGeom prst="rect">
                <a:avLst/>
              </a:prstGeom>
              <a:blipFill>
                <a:blip r:embed="rId15"/>
                <a:stretch>
                  <a:fillRect t="-90909" r="-52174" b="-1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Oval 14">
            <a:extLst>
              <a:ext uri="{FF2B5EF4-FFF2-40B4-BE49-F238E27FC236}">
                <a16:creationId xmlns:a16="http://schemas.microsoft.com/office/drawing/2014/main" id="{BFE1A833-1513-4824-8656-9921D714FE8A}"/>
              </a:ext>
            </a:extLst>
          </p:cNvPr>
          <p:cNvSpPr/>
          <p:nvPr/>
        </p:nvSpPr>
        <p:spPr>
          <a:xfrm>
            <a:off x="3359607" y="4614911"/>
            <a:ext cx="112465" cy="116499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189" name="Oval 4">
            <a:extLst>
              <a:ext uri="{FF2B5EF4-FFF2-40B4-BE49-F238E27FC236}">
                <a16:creationId xmlns:a16="http://schemas.microsoft.com/office/drawing/2014/main" id="{F53C7391-688C-4131-8E41-FBFAAC99D7A5}"/>
              </a:ext>
            </a:extLst>
          </p:cNvPr>
          <p:cNvSpPr/>
          <p:nvPr/>
        </p:nvSpPr>
        <p:spPr>
          <a:xfrm>
            <a:off x="2917512" y="4673160"/>
            <a:ext cx="999692" cy="1035552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0" name="Oval 15">
            <a:extLst>
              <a:ext uri="{FF2B5EF4-FFF2-40B4-BE49-F238E27FC236}">
                <a16:creationId xmlns:a16="http://schemas.microsoft.com/office/drawing/2014/main" id="{EEE72FF1-8EEF-4347-9AFD-3A6BCAD8A99D}"/>
              </a:ext>
            </a:extLst>
          </p:cNvPr>
          <p:cNvSpPr/>
          <p:nvPr/>
        </p:nvSpPr>
        <p:spPr>
          <a:xfrm>
            <a:off x="3359607" y="5649882"/>
            <a:ext cx="112465" cy="116499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1" name="SHO">
            <a:extLst>
              <a:ext uri="{FF2B5EF4-FFF2-40B4-BE49-F238E27FC236}">
                <a16:creationId xmlns:a16="http://schemas.microsoft.com/office/drawing/2014/main" id="{DF317355-9F86-47FD-AB9C-7349392CBCFA}"/>
              </a:ext>
            </a:extLst>
          </p:cNvPr>
          <p:cNvSpPr/>
          <p:nvPr/>
        </p:nvSpPr>
        <p:spPr>
          <a:xfrm rot="16200000">
            <a:off x="3200293" y="4691437"/>
            <a:ext cx="431095" cy="999692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2" name="SVO">
            <a:extLst>
              <a:ext uri="{FF2B5EF4-FFF2-40B4-BE49-F238E27FC236}">
                <a16:creationId xmlns:a16="http://schemas.microsoft.com/office/drawing/2014/main" id="{BF3FCDAA-39F0-4F35-B053-8D3926B58544}"/>
              </a:ext>
            </a:extLst>
          </p:cNvPr>
          <p:cNvSpPr/>
          <p:nvPr/>
        </p:nvSpPr>
        <p:spPr>
          <a:xfrm>
            <a:off x="3165295" y="4673507"/>
            <a:ext cx="499846" cy="1035552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193" name="Oval 6">
            <a:extLst>
              <a:ext uri="{FF2B5EF4-FFF2-40B4-BE49-F238E27FC236}">
                <a16:creationId xmlns:a16="http://schemas.microsoft.com/office/drawing/2014/main" id="{21F40E92-2EBB-41D1-8ACF-27CD42CED86E}"/>
              </a:ext>
            </a:extLst>
          </p:cNvPr>
          <p:cNvSpPr/>
          <p:nvPr/>
        </p:nvSpPr>
        <p:spPr>
          <a:xfrm rot="16200000">
            <a:off x="3200293" y="4691437"/>
            <a:ext cx="431095" cy="999692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/>
              <p:nvPr/>
            </p:nvSpPr>
            <p:spPr>
              <a:xfrm>
                <a:off x="3035280" y="5067809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4" name="TextBox 11">
                <a:extLst>
                  <a:ext uri="{FF2B5EF4-FFF2-40B4-BE49-F238E27FC236}">
                    <a16:creationId xmlns:a16="http://schemas.microsoft.com/office/drawing/2014/main" id="{5B339DB2-C8A7-4A33-868C-DBDC3A0B2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280" y="5067809"/>
                <a:ext cx="122489" cy="262829"/>
              </a:xfrm>
              <a:prstGeom prst="rect">
                <a:avLst/>
              </a:prstGeom>
              <a:blipFill>
                <a:blip r:embed="rId16"/>
                <a:stretch>
                  <a:fillRect r="-4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5" name="Oval 22">
            <a:extLst>
              <a:ext uri="{FF2B5EF4-FFF2-40B4-BE49-F238E27FC236}">
                <a16:creationId xmlns:a16="http://schemas.microsoft.com/office/drawing/2014/main" id="{EFF8AF81-9C0B-475F-823A-FE7A3CBCB5A0}"/>
              </a:ext>
            </a:extLst>
          </p:cNvPr>
          <p:cNvSpPr/>
          <p:nvPr/>
        </p:nvSpPr>
        <p:spPr>
          <a:xfrm>
            <a:off x="3358953" y="5649882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/>
              <p:nvPr/>
            </p:nvSpPr>
            <p:spPr>
              <a:xfrm>
                <a:off x="3488689" y="5133853"/>
                <a:ext cx="12248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6" name="TextBox 12">
                <a:extLst>
                  <a:ext uri="{FF2B5EF4-FFF2-40B4-BE49-F238E27FC236}">
                    <a16:creationId xmlns:a16="http://schemas.microsoft.com/office/drawing/2014/main" id="{B70A36F6-BCDA-49D0-BF4B-6879BBB0B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8689" y="5133853"/>
                <a:ext cx="122489" cy="262829"/>
              </a:xfrm>
              <a:prstGeom prst="rect">
                <a:avLst/>
              </a:prstGeom>
              <a:blipFill>
                <a:blip r:embed="rId17"/>
                <a:stretch>
                  <a:fillRect r="-6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/>
              <p:nvPr/>
            </p:nvSpPr>
            <p:spPr>
              <a:xfrm>
                <a:off x="3319680" y="4697878"/>
                <a:ext cx="177900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197" name="TextBox 13">
                <a:extLst>
                  <a:ext uri="{FF2B5EF4-FFF2-40B4-BE49-F238E27FC236}">
                    <a16:creationId xmlns:a16="http://schemas.microsoft.com/office/drawing/2014/main" id="{8FE96910-E200-4F5B-8DB0-5A9B96009E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680" y="4697878"/>
                <a:ext cx="177900" cy="262829"/>
              </a:xfrm>
              <a:prstGeom prst="rect">
                <a:avLst/>
              </a:prstGeom>
              <a:blipFill>
                <a:blip r:embed="rId18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8" name="DVO">
            <a:extLst>
              <a:ext uri="{FF2B5EF4-FFF2-40B4-BE49-F238E27FC236}">
                <a16:creationId xmlns:a16="http://schemas.microsoft.com/office/drawing/2014/main" id="{C4C25D57-4CC5-46C8-A753-793BD70EB368}"/>
              </a:ext>
            </a:extLst>
          </p:cNvPr>
          <p:cNvSpPr/>
          <p:nvPr/>
        </p:nvSpPr>
        <p:spPr>
          <a:xfrm flipH="1">
            <a:off x="3165295" y="4673507"/>
            <a:ext cx="499846" cy="1035552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sp>
        <p:nvSpPr>
          <p:cNvPr id="199" name="Oval 23">
            <a:extLst>
              <a:ext uri="{FF2B5EF4-FFF2-40B4-BE49-F238E27FC236}">
                <a16:creationId xmlns:a16="http://schemas.microsoft.com/office/drawing/2014/main" id="{A820BC44-711E-4AA3-84E5-46D304DAA9B2}"/>
              </a:ext>
            </a:extLst>
          </p:cNvPr>
          <p:cNvSpPr/>
          <p:nvPr/>
        </p:nvSpPr>
        <p:spPr>
          <a:xfrm>
            <a:off x="3859391" y="51330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/>
          </a:p>
        </p:txBody>
      </p:sp>
      <p:cxnSp>
        <p:nvCxnSpPr>
          <p:cNvPr id="200" name="Straight Arrow Connector 7">
            <a:extLst>
              <a:ext uri="{FF2B5EF4-FFF2-40B4-BE49-F238E27FC236}">
                <a16:creationId xmlns:a16="http://schemas.microsoft.com/office/drawing/2014/main" id="{8744D5BC-5663-4BC0-82F6-23411855AB72}"/>
              </a:ext>
            </a:extLst>
          </p:cNvPr>
          <p:cNvCxnSpPr>
            <a:cxnSpLocks/>
          </p:cNvCxnSpPr>
          <p:nvPr/>
        </p:nvCxnSpPr>
        <p:spPr>
          <a:xfrm flipV="1">
            <a:off x="3413119" y="4881073"/>
            <a:ext cx="1175" cy="308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19">
            <a:extLst>
              <a:ext uri="{FF2B5EF4-FFF2-40B4-BE49-F238E27FC236}">
                <a16:creationId xmlns:a16="http://schemas.microsoft.com/office/drawing/2014/main" id="{4A34F4F4-E405-4E91-9C6A-741A0BAF70A2}"/>
              </a:ext>
            </a:extLst>
          </p:cNvPr>
          <p:cNvCxnSpPr>
            <a:cxnSpLocks/>
          </p:cNvCxnSpPr>
          <p:nvPr/>
        </p:nvCxnSpPr>
        <p:spPr>
          <a:xfrm>
            <a:off x="3415185" y="5188254"/>
            <a:ext cx="135555" cy="108528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18">
            <a:extLst>
              <a:ext uri="{FF2B5EF4-FFF2-40B4-BE49-F238E27FC236}">
                <a16:creationId xmlns:a16="http://schemas.microsoft.com/office/drawing/2014/main" id="{62235323-27E0-4F2B-ACD6-3D43CF05EA92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3296577" y="5069540"/>
            <a:ext cx="0" cy="237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Oval 20">
            <a:extLst>
              <a:ext uri="{FF2B5EF4-FFF2-40B4-BE49-F238E27FC236}">
                <a16:creationId xmlns:a16="http://schemas.microsoft.com/office/drawing/2014/main" id="{879C2647-23CC-42E8-B376-5CB54A2F0C53}"/>
              </a:ext>
            </a:extLst>
          </p:cNvPr>
          <p:cNvSpPr/>
          <p:nvPr/>
        </p:nvSpPr>
        <p:spPr>
          <a:xfrm>
            <a:off x="2859585" y="5133034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/>
          </a:p>
        </p:txBody>
      </p:sp>
      <p:sp>
        <p:nvSpPr>
          <p:cNvPr id="204" name="Oval 22">
            <a:extLst>
              <a:ext uri="{FF2B5EF4-FFF2-40B4-BE49-F238E27FC236}">
                <a16:creationId xmlns:a16="http://schemas.microsoft.com/office/drawing/2014/main" id="{FF379E80-C9B3-4E49-BDAD-95B17F155007}"/>
              </a:ext>
            </a:extLst>
          </p:cNvPr>
          <p:cNvSpPr/>
          <p:nvPr/>
        </p:nvSpPr>
        <p:spPr>
          <a:xfrm>
            <a:off x="3359771" y="4609460"/>
            <a:ext cx="112465" cy="116499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85" dirty="0"/>
          </a:p>
        </p:txBody>
      </p:sp>
      <p:sp>
        <p:nvSpPr>
          <p:cNvPr id="205" name="Partial Circle 9">
            <a:extLst>
              <a:ext uri="{FF2B5EF4-FFF2-40B4-BE49-F238E27FC236}">
                <a16:creationId xmlns:a16="http://schemas.microsoft.com/office/drawing/2014/main" id="{CDAB9B65-F0EA-4307-A714-FD3B542E8533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3369918" y="5123071"/>
            <a:ext cx="70898" cy="13688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/>
              <p:nvPr/>
            </p:nvSpPr>
            <p:spPr>
              <a:xfrm>
                <a:off x="3117907" y="5147336"/>
                <a:ext cx="218239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6" name="TextBox 10">
                <a:extLst>
                  <a:ext uri="{FF2B5EF4-FFF2-40B4-BE49-F238E27FC236}">
                    <a16:creationId xmlns:a16="http://schemas.microsoft.com/office/drawing/2014/main" id="{47877FC0-CA4E-47AF-A61A-21B419178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7907" y="5147336"/>
                <a:ext cx="218239" cy="262829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17">
            <a:extLst>
              <a:ext uri="{FF2B5EF4-FFF2-40B4-BE49-F238E27FC236}">
                <a16:creationId xmlns:a16="http://schemas.microsoft.com/office/drawing/2014/main" id="{724A40A3-CD27-4E77-B6D9-8DA4C5664656}"/>
              </a:ext>
            </a:extLst>
          </p:cNvPr>
          <p:cNvCxnSpPr>
            <a:cxnSpLocks/>
          </p:cNvCxnSpPr>
          <p:nvPr/>
        </p:nvCxnSpPr>
        <p:spPr>
          <a:xfrm flipH="1">
            <a:off x="3261400" y="5192351"/>
            <a:ext cx="153405" cy="198373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8" name="Partial Circle 9">
            <a:extLst>
              <a:ext uri="{FF2B5EF4-FFF2-40B4-BE49-F238E27FC236}">
                <a16:creationId xmlns:a16="http://schemas.microsoft.com/office/drawing/2014/main" id="{B40095E4-DBF3-4599-A0CD-D7AC4DC40D00}"/>
              </a:ext>
            </a:extLst>
          </p:cNvPr>
          <p:cNvSpPr>
            <a:spLocks noChangeAspect="1"/>
          </p:cNvSpPr>
          <p:nvPr/>
        </p:nvSpPr>
        <p:spPr>
          <a:xfrm>
            <a:off x="3361110" y="5097303"/>
            <a:ext cx="103302" cy="208638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8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/>
              <p:nvPr/>
            </p:nvSpPr>
            <p:spPr>
              <a:xfrm>
                <a:off x="3388648" y="4925509"/>
                <a:ext cx="205647" cy="262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8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108" dirty="0"/>
              </a:p>
            </p:txBody>
          </p:sp>
        </mc:Choice>
        <mc:Fallback xmlns="">
          <p:sp>
            <p:nvSpPr>
              <p:cNvPr id="209" name="TextBox 10">
                <a:extLst>
                  <a:ext uri="{FF2B5EF4-FFF2-40B4-BE49-F238E27FC236}">
                    <a16:creationId xmlns:a16="http://schemas.microsoft.com/office/drawing/2014/main" id="{0004D06B-D6B3-4732-8CCC-F1B3565D0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648" y="4925509"/>
                <a:ext cx="205647" cy="262829"/>
              </a:xfrm>
              <a:prstGeom prst="rect">
                <a:avLst/>
              </a:prstGeom>
              <a:blipFill>
                <a:blip r:embed="rId20"/>
                <a:stretch>
                  <a:fillRect r="-17647" b="-46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17">
            <a:extLst>
              <a:ext uri="{FF2B5EF4-FFF2-40B4-BE49-F238E27FC236}">
                <a16:creationId xmlns:a16="http://schemas.microsoft.com/office/drawing/2014/main" id="{50922427-FD3A-4F4E-8DF5-9258210335AD}"/>
              </a:ext>
            </a:extLst>
          </p:cNvPr>
          <p:cNvCxnSpPr>
            <a:cxnSpLocks/>
          </p:cNvCxnSpPr>
          <p:nvPr/>
        </p:nvCxnSpPr>
        <p:spPr>
          <a:xfrm flipV="1">
            <a:off x="3409206" y="4883772"/>
            <a:ext cx="395947" cy="311292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82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1499</TotalTime>
  <Words>489</Words>
  <Application>Microsoft Office PowerPoint</Application>
  <PresentationFormat>A4 紙張 (210x297 公釐)</PresentationFormat>
  <Paragraphs>282</Paragraphs>
  <Slides>14</Slides>
  <Notes>0</Notes>
  <HiddenSlides>13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1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53</cp:revision>
  <dcterms:created xsi:type="dcterms:W3CDTF">2026-04-28T04:34:15Z</dcterms:created>
  <dcterms:modified xsi:type="dcterms:W3CDTF">2026-07-01T04:48:05Z</dcterms:modified>
</cp:coreProperties>
</file>