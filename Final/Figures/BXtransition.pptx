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12192000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68" autoAdjust="0"/>
    <p:restoredTop sz="94660"/>
  </p:normalViewPr>
  <p:slideViewPr>
    <p:cSldViewPr snapToGrid="0">
      <p:cViewPr varScale="1">
        <p:scale>
          <a:sx n="85" d="100"/>
          <a:sy n="85" d="100"/>
        </p:scale>
        <p:origin x="133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72842"/>
            <a:ext cx="10363200" cy="3133172"/>
          </a:xfrm>
        </p:spPr>
        <p:txBody>
          <a:bodyPr anchor="b"/>
          <a:lstStyle>
            <a:lvl1pPr algn="ctr">
              <a:defRPr sz="787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726842"/>
            <a:ext cx="9144000" cy="2172804"/>
          </a:xfrm>
        </p:spPr>
        <p:txBody>
          <a:bodyPr/>
          <a:lstStyle>
            <a:lvl1pPr marL="0" indent="0" algn="ctr">
              <a:buNone/>
              <a:defRPr sz="3150"/>
            </a:lvl1pPr>
            <a:lvl2pPr marL="599984" indent="0" algn="ctr">
              <a:buNone/>
              <a:defRPr sz="2625"/>
            </a:lvl2pPr>
            <a:lvl3pPr marL="1199967" indent="0" algn="ctr">
              <a:buNone/>
              <a:defRPr sz="2362"/>
            </a:lvl3pPr>
            <a:lvl4pPr marL="1799951" indent="0" algn="ctr">
              <a:buNone/>
              <a:defRPr sz="2100"/>
            </a:lvl4pPr>
            <a:lvl5pPr marL="2399934" indent="0" algn="ctr">
              <a:buNone/>
              <a:defRPr sz="2100"/>
            </a:lvl5pPr>
            <a:lvl6pPr marL="2999918" indent="0" algn="ctr">
              <a:buNone/>
              <a:defRPr sz="2100"/>
            </a:lvl6pPr>
            <a:lvl7pPr marL="3599901" indent="0" algn="ctr">
              <a:buNone/>
              <a:defRPr sz="2100"/>
            </a:lvl7pPr>
            <a:lvl8pPr marL="4199885" indent="0" algn="ctr">
              <a:buNone/>
              <a:defRPr sz="2100"/>
            </a:lvl8pPr>
            <a:lvl9pPr marL="4799868" indent="0" algn="ctr">
              <a:buNone/>
              <a:defRPr sz="21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38667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4210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243638"/>
            <a:ext cx="10515600" cy="3743557"/>
          </a:xfrm>
        </p:spPr>
        <p:txBody>
          <a:bodyPr anchor="b"/>
          <a:lstStyle>
            <a:lvl1pPr>
              <a:defRPr sz="787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6022610"/>
            <a:ext cx="10515600" cy="1968648"/>
          </a:xfrm>
        </p:spPr>
        <p:txBody>
          <a:bodyPr/>
          <a:lstStyle>
            <a:lvl1pPr marL="0" indent="0">
              <a:buNone/>
              <a:defRPr sz="3150">
                <a:solidFill>
                  <a:schemeClr val="tx1"/>
                </a:solidFill>
              </a:defRPr>
            </a:lvl1pPr>
            <a:lvl2pPr marL="599984" indent="0">
              <a:buNone/>
              <a:defRPr sz="2625">
                <a:solidFill>
                  <a:schemeClr val="tx1">
                    <a:tint val="75000"/>
                  </a:schemeClr>
                </a:solidFill>
              </a:defRPr>
            </a:lvl2pPr>
            <a:lvl3pPr marL="1199967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3pPr>
            <a:lvl4pPr marL="179995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399934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299991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359990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199885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4799868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8520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395710"/>
            <a:ext cx="5181600" cy="571012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395710"/>
            <a:ext cx="5181600" cy="5710124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83320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79144"/>
            <a:ext cx="10515600" cy="173949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206137"/>
            <a:ext cx="5157787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287331"/>
            <a:ext cx="5157787" cy="483516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206137"/>
            <a:ext cx="5183188" cy="1081194"/>
          </a:xfrm>
        </p:spPr>
        <p:txBody>
          <a:bodyPr anchor="b"/>
          <a:lstStyle>
            <a:lvl1pPr marL="0" indent="0">
              <a:buNone/>
              <a:defRPr sz="3150" b="1"/>
            </a:lvl1pPr>
            <a:lvl2pPr marL="599984" indent="0">
              <a:buNone/>
              <a:defRPr sz="2625" b="1"/>
            </a:lvl2pPr>
            <a:lvl3pPr marL="1199967" indent="0">
              <a:buNone/>
              <a:defRPr sz="2362" b="1"/>
            </a:lvl3pPr>
            <a:lvl4pPr marL="1799951" indent="0">
              <a:buNone/>
              <a:defRPr sz="2100" b="1"/>
            </a:lvl4pPr>
            <a:lvl5pPr marL="2399934" indent="0">
              <a:buNone/>
              <a:defRPr sz="2100" b="1"/>
            </a:lvl5pPr>
            <a:lvl6pPr marL="2999918" indent="0">
              <a:buNone/>
              <a:defRPr sz="2100" b="1"/>
            </a:lvl6pPr>
            <a:lvl7pPr marL="3599901" indent="0">
              <a:buNone/>
              <a:defRPr sz="2100" b="1"/>
            </a:lvl7pPr>
            <a:lvl8pPr marL="4199885" indent="0">
              <a:buNone/>
              <a:defRPr sz="2100" b="1"/>
            </a:lvl8pPr>
            <a:lvl9pPr marL="4799868" indent="0">
              <a:buNone/>
              <a:defRPr sz="21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287331"/>
            <a:ext cx="5183188" cy="483516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5061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0963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79257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99969"/>
            <a:ext cx="3932237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295769"/>
            <a:ext cx="6172200" cy="6395505"/>
          </a:xfrm>
        </p:spPr>
        <p:txBody>
          <a:bodyPr/>
          <a:lstStyle>
            <a:lvl1pPr>
              <a:defRPr sz="4199"/>
            </a:lvl1pPr>
            <a:lvl2pPr>
              <a:defRPr sz="3674"/>
            </a:lvl2pPr>
            <a:lvl3pPr>
              <a:defRPr sz="3150"/>
            </a:lvl3pPr>
            <a:lvl4pPr>
              <a:defRPr sz="2625"/>
            </a:lvl4pPr>
            <a:lvl5pPr>
              <a:defRPr sz="2625"/>
            </a:lvl5pPr>
            <a:lvl6pPr>
              <a:defRPr sz="2625"/>
            </a:lvl6pPr>
            <a:lvl7pPr>
              <a:defRPr sz="2625"/>
            </a:lvl7pPr>
            <a:lvl8pPr>
              <a:defRPr sz="2625"/>
            </a:lvl8pPr>
            <a:lvl9pPr>
              <a:defRPr sz="2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699862"/>
            <a:ext cx="3932237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9131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599969"/>
            <a:ext cx="3932237" cy="2099892"/>
          </a:xfrm>
        </p:spPr>
        <p:txBody>
          <a:bodyPr anchor="b"/>
          <a:lstStyle>
            <a:lvl1pPr>
              <a:defRPr sz="4199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295769"/>
            <a:ext cx="6172200" cy="6395505"/>
          </a:xfrm>
        </p:spPr>
        <p:txBody>
          <a:bodyPr anchor="t"/>
          <a:lstStyle>
            <a:lvl1pPr marL="0" indent="0">
              <a:buNone/>
              <a:defRPr sz="4199"/>
            </a:lvl1pPr>
            <a:lvl2pPr marL="599984" indent="0">
              <a:buNone/>
              <a:defRPr sz="3674"/>
            </a:lvl2pPr>
            <a:lvl3pPr marL="1199967" indent="0">
              <a:buNone/>
              <a:defRPr sz="3150"/>
            </a:lvl3pPr>
            <a:lvl4pPr marL="1799951" indent="0">
              <a:buNone/>
              <a:defRPr sz="2625"/>
            </a:lvl4pPr>
            <a:lvl5pPr marL="2399934" indent="0">
              <a:buNone/>
              <a:defRPr sz="2625"/>
            </a:lvl5pPr>
            <a:lvl6pPr marL="2999918" indent="0">
              <a:buNone/>
              <a:defRPr sz="2625"/>
            </a:lvl6pPr>
            <a:lvl7pPr marL="3599901" indent="0">
              <a:buNone/>
              <a:defRPr sz="2625"/>
            </a:lvl7pPr>
            <a:lvl8pPr marL="4199885" indent="0">
              <a:buNone/>
              <a:defRPr sz="2625"/>
            </a:lvl8pPr>
            <a:lvl9pPr marL="4799868" indent="0">
              <a:buNone/>
              <a:defRPr sz="2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699862"/>
            <a:ext cx="3932237" cy="5001827"/>
          </a:xfrm>
        </p:spPr>
        <p:txBody>
          <a:bodyPr/>
          <a:lstStyle>
            <a:lvl1pPr marL="0" indent="0">
              <a:buNone/>
              <a:defRPr sz="2100"/>
            </a:lvl1pPr>
            <a:lvl2pPr marL="599984" indent="0">
              <a:buNone/>
              <a:defRPr sz="1837"/>
            </a:lvl2pPr>
            <a:lvl3pPr marL="1199967" indent="0">
              <a:buNone/>
              <a:defRPr sz="1575"/>
            </a:lvl3pPr>
            <a:lvl4pPr marL="1799951" indent="0">
              <a:buNone/>
              <a:defRPr sz="1312"/>
            </a:lvl4pPr>
            <a:lvl5pPr marL="2399934" indent="0">
              <a:buNone/>
              <a:defRPr sz="1312"/>
            </a:lvl5pPr>
            <a:lvl6pPr marL="2999918" indent="0">
              <a:buNone/>
              <a:defRPr sz="1312"/>
            </a:lvl6pPr>
            <a:lvl7pPr marL="3599901" indent="0">
              <a:buNone/>
              <a:defRPr sz="1312"/>
            </a:lvl7pPr>
            <a:lvl8pPr marL="4199885" indent="0">
              <a:buNone/>
              <a:defRPr sz="1312"/>
            </a:lvl8pPr>
            <a:lvl9pPr marL="4799868" indent="0">
              <a:buNone/>
              <a:defRPr sz="1312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3118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51393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79142"/>
            <a:ext cx="2628900" cy="762669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79142"/>
            <a:ext cx="7734300" cy="762669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3102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79144"/>
            <a:ext cx="10515600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395710"/>
            <a:ext cx="10515600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341240"/>
            <a:ext cx="274320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C44D4F-D6DB-48D1-8C0A-431A4767C007}" type="datetimeFigureOut">
              <a:rPr lang="zh-TW" altLang="en-US" smtClean="0"/>
              <a:t>2026/5/6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341240"/>
            <a:ext cx="411480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341240"/>
            <a:ext cx="2743200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4C2131-DB9B-4CA0-89D2-280927E879C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09902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199967" rtl="0" eaLnBrk="1" latinLnBrk="0" hangingPunct="1">
        <a:lnSpc>
          <a:spcPct val="90000"/>
        </a:lnSpc>
        <a:spcBef>
          <a:spcPct val="0"/>
        </a:spcBef>
        <a:buNone/>
        <a:defRPr sz="577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9992" indent="-299992" algn="l" defTabSz="1199967" rtl="0" eaLnBrk="1" latinLnBrk="0" hangingPunct="1">
        <a:lnSpc>
          <a:spcPct val="90000"/>
        </a:lnSpc>
        <a:spcBef>
          <a:spcPts val="1312"/>
        </a:spcBef>
        <a:buFont typeface="Arial" panose="020B0604020202020204" pitchFamily="34" charset="0"/>
        <a:buChar char="•"/>
        <a:defRPr sz="3674" kern="1200">
          <a:solidFill>
            <a:schemeClr val="tx1"/>
          </a:solidFill>
          <a:latin typeface="+mn-lt"/>
          <a:ea typeface="+mn-ea"/>
          <a:cs typeface="+mn-cs"/>
        </a:defRPr>
      </a:lvl1pPr>
      <a:lvl2pPr marL="899975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2pPr>
      <a:lvl3pPr marL="1499959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625" kern="1200">
          <a:solidFill>
            <a:schemeClr val="tx1"/>
          </a:solidFill>
          <a:latin typeface="+mn-lt"/>
          <a:ea typeface="+mn-ea"/>
          <a:cs typeface="+mn-cs"/>
        </a:defRPr>
      </a:lvl3pPr>
      <a:lvl4pPr marL="2099942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699926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329991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899893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499877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5099860" indent="-299992" algn="l" defTabSz="1199967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1pPr>
      <a:lvl2pPr marL="59998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2pPr>
      <a:lvl3pPr marL="1199967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79995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4pPr>
      <a:lvl5pPr marL="2399934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5pPr>
      <a:lvl6pPr marL="299991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6pPr>
      <a:lvl7pPr marL="3599901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7pPr>
      <a:lvl8pPr marL="4199885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8pPr>
      <a:lvl9pPr marL="4799868" algn="l" defTabSz="1199967" rtl="0" eaLnBrk="1" latinLnBrk="0" hangingPunct="1">
        <a:defRPr sz="23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8" Type="http://schemas.openxmlformats.org/officeDocument/2006/relationships/image" Target="../media/image120.png"/><Relationship Id="rId26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11.png"/><Relationship Id="rId7" Type="http://schemas.openxmlformats.org/officeDocument/2006/relationships/image" Target="../media/image6.png"/><Relationship Id="rId17" Type="http://schemas.openxmlformats.org/officeDocument/2006/relationships/image" Target="../media/image110.png"/><Relationship Id="rId25" Type="http://schemas.openxmlformats.org/officeDocument/2006/relationships/image" Target="../media/image16.png"/><Relationship Id="rId2" Type="http://schemas.openxmlformats.org/officeDocument/2006/relationships/image" Target="../media/image1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15.png"/><Relationship Id="rId5" Type="http://schemas.openxmlformats.org/officeDocument/2006/relationships/image" Target="../media/image4.png"/><Relationship Id="rId23" Type="http://schemas.openxmlformats.org/officeDocument/2006/relationships/image" Target="../media/image20.png"/><Relationship Id="rId28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22" Type="http://schemas.openxmlformats.org/officeDocument/2006/relationships/image" Target="../media/image18.png"/><Relationship Id="rId27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0A201059-CBEA-450E-A194-C87A6FD41662}"/>
              </a:ext>
            </a:extLst>
          </p:cNvPr>
          <p:cNvSpPr/>
          <p:nvPr/>
        </p:nvSpPr>
        <p:spPr>
          <a:xfrm>
            <a:off x="486943" y="37575"/>
            <a:ext cx="11218114" cy="8924391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8066" tIns="29033" rIns="58066" bIns="2903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1143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5FA7828-90B8-46C2-AE2F-8BFCF1D807C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528" t="9942" r="51700" b="70784"/>
          <a:stretch/>
        </p:blipFill>
        <p:spPr>
          <a:xfrm>
            <a:off x="1312029" y="4244317"/>
            <a:ext cx="1565275" cy="15748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820FB69E-1513-4C5A-BFA8-B100A74B5D2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474" t="30226" r="51683" b="50480"/>
          <a:stretch/>
        </p:blipFill>
        <p:spPr>
          <a:xfrm>
            <a:off x="2956774" y="4243525"/>
            <a:ext cx="1574006" cy="15763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D3D2052-6214-4C35-B51A-EFE021F9D527}"/>
                  </a:ext>
                </a:extLst>
              </p:cNvPr>
              <p:cNvSpPr txBox="1"/>
              <p:nvPr/>
            </p:nvSpPr>
            <p:spPr>
              <a:xfrm>
                <a:off x="5651998" y="6361000"/>
                <a:ext cx="93807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9D3D2052-6214-4C35-B51A-EFE021F9D5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998" y="6361000"/>
                <a:ext cx="938079" cy="369332"/>
              </a:xfrm>
              <a:prstGeom prst="rect">
                <a:avLst/>
              </a:prstGeom>
              <a:blipFill>
                <a:blip r:embed="rId3"/>
                <a:stretch>
                  <a:fillRect t="-119672" r="-48701" b="-1836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8F3A2434-589B-45DD-BC80-00550007CDDB}"/>
                  </a:ext>
                </a:extLst>
              </p:cNvPr>
              <p:cNvSpPr txBox="1"/>
              <p:nvPr/>
            </p:nvSpPr>
            <p:spPr>
              <a:xfrm>
                <a:off x="5651998" y="3021232"/>
                <a:ext cx="93807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8F3A2434-589B-45DD-BC80-00550007C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1998" y="3021232"/>
                <a:ext cx="938079" cy="369332"/>
              </a:xfrm>
              <a:prstGeom prst="rect">
                <a:avLst/>
              </a:prstGeom>
              <a:blipFill>
                <a:blip r:embed="rId4"/>
                <a:stretch>
                  <a:fillRect t="-121667" r="-48701" b="-18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圖片 9">
            <a:extLst>
              <a:ext uri="{FF2B5EF4-FFF2-40B4-BE49-F238E27FC236}">
                <a16:creationId xmlns:a16="http://schemas.microsoft.com/office/drawing/2014/main" id="{AB9437CA-8479-430F-94F9-F829496544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0" t="9901" r="79196" b="70805"/>
          <a:stretch/>
        </p:blipFill>
        <p:spPr>
          <a:xfrm>
            <a:off x="4080170" y="1382421"/>
            <a:ext cx="1571625" cy="157638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E439B64-4C39-4DC3-A808-9F71E101D2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67" t="9936" r="65451" b="70772"/>
          <a:stretch/>
        </p:blipFill>
        <p:spPr>
          <a:xfrm>
            <a:off x="4522241" y="7228416"/>
            <a:ext cx="1578769" cy="1576388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5FF75F2-1FC7-42E1-BE6A-7E9E05E293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70" t="9874" r="37949" b="70775"/>
          <a:stretch/>
        </p:blipFill>
        <p:spPr>
          <a:xfrm>
            <a:off x="7741237" y="4241142"/>
            <a:ext cx="1578769" cy="158115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CEA8C1C-2566-4F1A-893A-AC03A79BD93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t="30231" r="79166" b="50417"/>
          <a:stretch/>
        </p:blipFill>
        <p:spPr>
          <a:xfrm>
            <a:off x="6172992" y="1380040"/>
            <a:ext cx="1576387" cy="158115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BE2EB9CE-E8BF-48FD-8E8F-D57D018CDA2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92" t="30180" r="65466" b="50469"/>
          <a:stretch/>
        </p:blipFill>
        <p:spPr>
          <a:xfrm>
            <a:off x="6195026" y="7226035"/>
            <a:ext cx="1574007" cy="1581150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D7BDA3B7-7859-40FD-9717-C0A821B37F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193" t="30160" r="37946" b="50431"/>
          <a:stretch/>
        </p:blipFill>
        <p:spPr>
          <a:xfrm>
            <a:off x="9405099" y="4238762"/>
            <a:ext cx="1576388" cy="158591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7E16EEE-949D-4FB9-B9CC-266E97587B08}"/>
                  </a:ext>
                </a:extLst>
              </p:cNvPr>
              <p:cNvSpPr txBox="1"/>
              <p:nvPr/>
            </p:nvSpPr>
            <p:spPr>
              <a:xfrm>
                <a:off x="4736205" y="1018021"/>
                <a:ext cx="26934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C7E16EEE-949D-4FB9-B9CC-266E97587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6205" y="1018021"/>
                <a:ext cx="2693488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9CFD1E3-E457-457A-94C6-59EC1688A076}"/>
                  </a:ext>
                </a:extLst>
              </p:cNvPr>
              <p:cNvSpPr txBox="1"/>
              <p:nvPr/>
            </p:nvSpPr>
            <p:spPr>
              <a:xfrm>
                <a:off x="2209619" y="3866833"/>
                <a:ext cx="1327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49CFD1E3-E457-457A-94C6-59EC1688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619" y="3866833"/>
                <a:ext cx="1327215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E29AF400-E35B-4842-89CC-28D223ADA2C5}"/>
                  </a:ext>
                </a:extLst>
              </p:cNvPr>
              <p:cNvSpPr txBox="1"/>
              <p:nvPr/>
            </p:nvSpPr>
            <p:spPr>
              <a:xfrm>
                <a:off x="8652321" y="3897424"/>
                <a:ext cx="1327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E29AF400-E35B-4842-89CC-28D223ADA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321" y="3897424"/>
                <a:ext cx="1327215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320078E-860F-4145-89F9-607C0FA3B088}"/>
                  </a:ext>
                </a:extLst>
              </p:cNvPr>
              <p:cNvSpPr txBox="1"/>
              <p:nvPr/>
            </p:nvSpPr>
            <p:spPr>
              <a:xfrm>
                <a:off x="5480554" y="6878462"/>
                <a:ext cx="132721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D320078E-860F-4145-89F9-607C0FA3B0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554" y="6878462"/>
                <a:ext cx="1327215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C70484-D389-4332-BDD4-D89E28418569}"/>
              </a:ext>
            </a:extLst>
          </p:cNvPr>
          <p:cNvSpPr txBox="1"/>
          <p:nvPr/>
        </p:nvSpPr>
        <p:spPr>
          <a:xfrm>
            <a:off x="3308776" y="172931"/>
            <a:ext cx="57649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Valley-mixed excitons transition rate</a:t>
            </a:r>
            <a:endParaRPr lang="zh-TW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31AC40C-DCAE-403E-9464-20D710FD2105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68043"/>
          <a:stretch/>
        </p:blipFill>
        <p:spPr>
          <a:xfrm>
            <a:off x="1432696" y="1863721"/>
            <a:ext cx="2549365" cy="49590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/>
              <p:nvPr/>
            </p:nvSpPr>
            <p:spPr>
              <a:xfrm>
                <a:off x="7073712" y="2539247"/>
                <a:ext cx="7101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CFDDD5B-6879-4A25-AE66-29A2C5AF8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712" y="2539247"/>
                <a:ext cx="710192" cy="369332"/>
              </a:xfrm>
              <a:prstGeom prst="rect">
                <a:avLst/>
              </a:prstGeom>
              <a:blipFill>
                <a:blip r:embed="rId10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圖片 22">
            <a:extLst>
              <a:ext uri="{FF2B5EF4-FFF2-40B4-BE49-F238E27FC236}">
                <a16:creationId xmlns:a16="http://schemas.microsoft.com/office/drawing/2014/main" id="{034F05ED-8B77-47E2-B31D-6DCF9EEAF890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0450"/>
          <a:stretch/>
        </p:blipFill>
        <p:spPr>
          <a:xfrm>
            <a:off x="8369533" y="1738130"/>
            <a:ext cx="2549365" cy="613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/>
              <p:nvPr/>
            </p:nvSpPr>
            <p:spPr>
              <a:xfrm>
                <a:off x="4980703" y="2539247"/>
                <a:ext cx="7101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A40A8D56-02E7-4ABE-9B51-5062AA1884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0703" y="2539247"/>
                <a:ext cx="710192" cy="369332"/>
              </a:xfrm>
              <a:prstGeom prst="rect">
                <a:avLst/>
              </a:prstGeom>
              <a:blipFill>
                <a:blip r:embed="rId11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群組 25">
            <a:extLst>
              <a:ext uri="{FF2B5EF4-FFF2-40B4-BE49-F238E27FC236}">
                <a16:creationId xmlns:a16="http://schemas.microsoft.com/office/drawing/2014/main" id="{E19104AD-3C66-4346-9B45-76C4F85B1C34}"/>
              </a:ext>
            </a:extLst>
          </p:cNvPr>
          <p:cNvGrpSpPr/>
          <p:nvPr/>
        </p:nvGrpSpPr>
        <p:grpSpPr>
          <a:xfrm>
            <a:off x="4735391" y="1714202"/>
            <a:ext cx="609103" cy="642390"/>
            <a:chOff x="6583394" y="1501875"/>
            <a:chExt cx="1650681" cy="1740889"/>
          </a:xfrm>
        </p:grpSpPr>
        <p:grpSp>
          <p:nvGrpSpPr>
            <p:cNvPr id="33" name="群組 32">
              <a:extLst>
                <a:ext uri="{FF2B5EF4-FFF2-40B4-BE49-F238E27FC236}">
                  <a16:creationId xmlns:a16="http://schemas.microsoft.com/office/drawing/2014/main" id="{6A0B58D1-42C1-4CB5-BA3E-EA6F7197B252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36" name="箭號: 向右 35">
                <a:extLst>
                  <a:ext uri="{FF2B5EF4-FFF2-40B4-BE49-F238E27FC236}">
                    <a16:creationId xmlns:a16="http://schemas.microsoft.com/office/drawing/2014/main" id="{4F78E4FD-EB91-46FA-9BDF-491D047471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箭號: 向右 36">
                <a:extLst>
                  <a:ext uri="{FF2B5EF4-FFF2-40B4-BE49-F238E27FC236}">
                    <a16:creationId xmlns:a16="http://schemas.microsoft.com/office/drawing/2014/main" id="{5E35A25D-4007-47EC-AAFC-52AE6F735637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85B5F9BA-A45A-45BC-B2FC-B1EFA4D57F13}"/>
                    </a:ext>
                  </a:extLst>
                </p:cNvPr>
                <p:cNvSpPr txBox="1"/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85B5F9BA-A45A-45BC-B2FC-B1EFA4D57F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60000"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9B024916-440B-400A-8BD2-1CC3A8AF180D}"/>
                    </a:ext>
                  </a:extLst>
                </p:cNvPr>
                <p:cNvSpPr txBox="1"/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文字方塊 34">
                  <a:extLst>
                    <a:ext uri="{FF2B5EF4-FFF2-40B4-BE49-F238E27FC236}">
                      <a16:creationId xmlns:a16="http://schemas.microsoft.com/office/drawing/2014/main" id="{9B024916-440B-400A-8BD2-1CC3A8AF1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blipFill>
                  <a:blip r:embed="rId18"/>
                  <a:stretch>
                    <a:fillRect l="-3077"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03828586-FC76-43E1-980E-1F5AFBDD5707}"/>
              </a:ext>
            </a:extLst>
          </p:cNvPr>
          <p:cNvGrpSpPr/>
          <p:nvPr/>
        </p:nvGrpSpPr>
        <p:grpSpPr>
          <a:xfrm>
            <a:off x="6825287" y="1714202"/>
            <a:ext cx="609103" cy="642390"/>
            <a:chOff x="6583394" y="1501875"/>
            <a:chExt cx="1650681" cy="1740889"/>
          </a:xfrm>
        </p:grpSpPr>
        <p:grpSp>
          <p:nvGrpSpPr>
            <p:cNvPr id="28" name="群組 27">
              <a:extLst>
                <a:ext uri="{FF2B5EF4-FFF2-40B4-BE49-F238E27FC236}">
                  <a16:creationId xmlns:a16="http://schemas.microsoft.com/office/drawing/2014/main" id="{C3F8E30C-C74A-4632-B3C8-0D4CFB5D6435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31" name="箭號: 向右 30">
                <a:extLst>
                  <a:ext uri="{FF2B5EF4-FFF2-40B4-BE49-F238E27FC236}">
                    <a16:creationId xmlns:a16="http://schemas.microsoft.com/office/drawing/2014/main" id="{B6AFF9D7-1B74-440F-BF11-8C692687B663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箭號: 向右 31">
                <a:extLst>
                  <a:ext uri="{FF2B5EF4-FFF2-40B4-BE49-F238E27FC236}">
                    <a16:creationId xmlns:a16="http://schemas.microsoft.com/office/drawing/2014/main" id="{0E7FD6CF-F2EF-42AA-8939-4954838FEF2F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143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63FC3E97-3B64-4477-AC62-2824A3096C71}"/>
                    </a:ext>
                  </a:extLst>
                </p:cNvPr>
                <p:cNvSpPr txBox="1"/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63FC3E97-3B64-4477-AC62-2824A3096C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3394" y="1501875"/>
                  <a:ext cx="416137" cy="1060325"/>
                </a:xfrm>
                <a:prstGeom prst="rect">
                  <a:avLst/>
                </a:prstGeom>
                <a:blipFill>
                  <a:blip r:embed="rId19"/>
                  <a:stretch>
                    <a:fillRect l="-20000" r="-160000" b="-625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32E7556E-8385-41C4-A78A-F56978F1E516}"/>
                    </a:ext>
                  </a:extLst>
                </p:cNvPr>
                <p:cNvSpPr txBox="1"/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32E7556E-8385-41C4-A78A-F56978F1E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5986" y="2241867"/>
                  <a:ext cx="1068089" cy="1000897"/>
                </a:xfrm>
                <a:prstGeom prst="rect">
                  <a:avLst/>
                </a:prstGeom>
                <a:blipFill>
                  <a:blip r:embed="rId20"/>
                  <a:stretch>
                    <a:fillRect l="-3077" b="-81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1" name="圖片 60">
            <a:extLst>
              <a:ext uri="{FF2B5EF4-FFF2-40B4-BE49-F238E27FC236}">
                <a16:creationId xmlns:a16="http://schemas.microsoft.com/office/drawing/2014/main" id="{20522708-3559-461F-B738-E68F45B69D9E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49833"/>
          <a:stretch/>
        </p:blipFill>
        <p:spPr>
          <a:xfrm>
            <a:off x="7696312" y="1323636"/>
            <a:ext cx="500348" cy="1672956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908641F9-6F40-42E4-899B-A7BE31A074E5}"/>
              </a:ext>
            </a:extLst>
          </p:cNvPr>
          <p:cNvPicPr>
            <a:picLocks noChangeAspect="1"/>
          </p:cNvPicPr>
          <p:nvPr/>
        </p:nvPicPr>
        <p:blipFill rotWithShape="1">
          <a:blip r:embed="rId2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" b="50242"/>
          <a:stretch/>
        </p:blipFill>
        <p:spPr>
          <a:xfrm>
            <a:off x="5606415" y="1336320"/>
            <a:ext cx="500348" cy="16592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277BEBF-F7BA-4A7E-9C3F-0BEB3FFBC733}"/>
                  </a:ext>
                </a:extLst>
              </p:cNvPr>
              <p:cNvSpPr txBox="1"/>
              <p:nvPr/>
            </p:nvSpPr>
            <p:spPr>
              <a:xfrm>
                <a:off x="5584472" y="2723788"/>
                <a:ext cx="53898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4" name="文字方塊 63">
                <a:extLst>
                  <a:ext uri="{FF2B5EF4-FFF2-40B4-BE49-F238E27FC236}">
                    <a16:creationId xmlns:a16="http://schemas.microsoft.com/office/drawing/2014/main" id="{7277BEBF-F7BA-4A7E-9C3F-0BEB3FFBC7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472" y="2723788"/>
                <a:ext cx="538983" cy="307777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02A5FB9-ADC1-4683-9D29-E0633CB68C28}"/>
                  </a:ext>
                </a:extLst>
              </p:cNvPr>
              <p:cNvSpPr txBox="1"/>
              <p:nvPr/>
            </p:nvSpPr>
            <p:spPr>
              <a:xfrm>
                <a:off x="7673622" y="2717438"/>
                <a:ext cx="53898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02A5FB9-ADC1-4683-9D29-E0633CB68C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3622" y="2717438"/>
                <a:ext cx="538983" cy="307777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群組 65">
            <a:extLst>
              <a:ext uri="{FF2B5EF4-FFF2-40B4-BE49-F238E27FC236}">
                <a16:creationId xmlns:a16="http://schemas.microsoft.com/office/drawing/2014/main" id="{5660B3F6-A635-4D92-9D7F-078C783EA631}"/>
              </a:ext>
            </a:extLst>
          </p:cNvPr>
          <p:cNvGrpSpPr/>
          <p:nvPr/>
        </p:nvGrpSpPr>
        <p:grpSpPr>
          <a:xfrm>
            <a:off x="4669548" y="3377958"/>
            <a:ext cx="2919455" cy="3036650"/>
            <a:chOff x="3213282" y="4585869"/>
            <a:chExt cx="2919455" cy="3036650"/>
          </a:xfrm>
        </p:grpSpPr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13C81FD5-48FA-485C-A645-398F1C675836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74" name="Oval 14">
                <a:extLst>
                  <a:ext uri="{FF2B5EF4-FFF2-40B4-BE49-F238E27FC236}">
                    <a16:creationId xmlns:a16="http://schemas.microsoft.com/office/drawing/2014/main" id="{87383732-D788-4645-A6D2-7B91D74D22C1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5" name="Oval 4">
                <a:extLst>
                  <a:ext uri="{FF2B5EF4-FFF2-40B4-BE49-F238E27FC236}">
                    <a16:creationId xmlns:a16="http://schemas.microsoft.com/office/drawing/2014/main" id="{86EB75B9-1F15-464B-BFE5-0C135C2F230E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6" name="Oval 15">
                <a:extLst>
                  <a:ext uri="{FF2B5EF4-FFF2-40B4-BE49-F238E27FC236}">
                    <a16:creationId xmlns:a16="http://schemas.microsoft.com/office/drawing/2014/main" id="{CB856E5F-6A8E-430B-AF09-AE293630C605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7" name="SHO">
                <a:extLst>
                  <a:ext uri="{FF2B5EF4-FFF2-40B4-BE49-F238E27FC236}">
                    <a16:creationId xmlns:a16="http://schemas.microsoft.com/office/drawing/2014/main" id="{9FA6C605-14A6-43FA-AF9E-8AC07CB6ECAC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SVO">
                <a:extLst>
                  <a:ext uri="{FF2B5EF4-FFF2-40B4-BE49-F238E27FC236}">
                    <a16:creationId xmlns:a16="http://schemas.microsoft.com/office/drawing/2014/main" id="{9D790AFE-161D-4348-81B7-7C45A64B59D6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6">
                <a:extLst>
                  <a:ext uri="{FF2B5EF4-FFF2-40B4-BE49-F238E27FC236}">
                    <a16:creationId xmlns:a16="http://schemas.microsoft.com/office/drawing/2014/main" id="{8097B361-6A26-4F46-902D-DED84C8F9525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TextBox 11">
                    <a:extLst>
                      <a:ext uri="{FF2B5EF4-FFF2-40B4-BE49-F238E27FC236}">
                        <a16:creationId xmlns:a16="http://schemas.microsoft.com/office/drawing/2014/main" id="{A13B405F-37EA-4F5C-B13F-D8AA323F9132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3" name="TextBox 11">
                    <a:extLst>
                      <a:ext uri="{FF2B5EF4-FFF2-40B4-BE49-F238E27FC236}">
                        <a16:creationId xmlns:a16="http://schemas.microsoft.com/office/drawing/2014/main" id="{B7A5A3D7-6CE8-4726-9BEB-8C30B332BF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1"/>
                    <a:ext cx="321505" cy="52322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1" name="Oval 22">
                <a:extLst>
                  <a:ext uri="{FF2B5EF4-FFF2-40B4-BE49-F238E27FC236}">
                    <a16:creationId xmlns:a16="http://schemas.microsoft.com/office/drawing/2014/main" id="{36EBADD1-677F-4D24-8077-128AEA8C642E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12">
                    <a:extLst>
                      <a:ext uri="{FF2B5EF4-FFF2-40B4-BE49-F238E27FC236}">
                        <a16:creationId xmlns:a16="http://schemas.microsoft.com/office/drawing/2014/main" id="{5FEE0543-7845-4A2F-8FA8-0FC86503DC3F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5" name="TextBox 12">
                    <a:extLst>
                      <a:ext uri="{FF2B5EF4-FFF2-40B4-BE49-F238E27FC236}">
                        <a16:creationId xmlns:a16="http://schemas.microsoft.com/office/drawing/2014/main" id="{C30F96C9-2DED-45AF-B673-D98C394280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5"/>
                    <a:ext cx="321505" cy="52322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13">
                    <a:extLst>
                      <a:ext uri="{FF2B5EF4-FFF2-40B4-BE49-F238E27FC236}">
                        <a16:creationId xmlns:a16="http://schemas.microsoft.com/office/drawing/2014/main" id="{1B8CEFE9-365C-46FF-BD2F-4B23C5630164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6" name="TextBox 13">
                    <a:extLst>
                      <a:ext uri="{FF2B5EF4-FFF2-40B4-BE49-F238E27FC236}">
                        <a16:creationId xmlns:a16="http://schemas.microsoft.com/office/drawing/2014/main" id="{34AEE752-FCEC-49A9-B464-EE05AB88A4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4" y="2429547"/>
                    <a:ext cx="321505" cy="52322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DVO">
                <a:extLst>
                  <a:ext uri="{FF2B5EF4-FFF2-40B4-BE49-F238E27FC236}">
                    <a16:creationId xmlns:a16="http://schemas.microsoft.com/office/drawing/2014/main" id="{88654EA3-6044-4494-9745-C2FFA981470E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5" name="Oval 23">
                <a:extLst>
                  <a:ext uri="{FF2B5EF4-FFF2-40B4-BE49-F238E27FC236}">
                    <a16:creationId xmlns:a16="http://schemas.microsoft.com/office/drawing/2014/main" id="{458F1C91-37F3-4411-B2CC-661BE33DA2E1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86" name="Straight Arrow Connector 7">
                <a:extLst>
                  <a:ext uri="{FF2B5EF4-FFF2-40B4-BE49-F238E27FC236}">
                    <a16:creationId xmlns:a16="http://schemas.microsoft.com/office/drawing/2014/main" id="{7AB02BB0-8845-4537-9120-B1C2F84DB8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Arrow Connector 19">
                <a:extLst>
                  <a:ext uri="{FF2B5EF4-FFF2-40B4-BE49-F238E27FC236}">
                    <a16:creationId xmlns:a16="http://schemas.microsoft.com/office/drawing/2014/main" id="{4B5778D3-F7B2-4609-AB60-2A4CB7856F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Arrow Connector 18">
                <a:extLst>
                  <a:ext uri="{FF2B5EF4-FFF2-40B4-BE49-F238E27FC236}">
                    <a16:creationId xmlns:a16="http://schemas.microsoft.com/office/drawing/2014/main" id="{27D7AB09-002C-4815-8FB2-B7746B10B3C3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Oval 20">
                <a:extLst>
                  <a:ext uri="{FF2B5EF4-FFF2-40B4-BE49-F238E27FC236}">
                    <a16:creationId xmlns:a16="http://schemas.microsoft.com/office/drawing/2014/main" id="{938EA3B8-772F-4A9D-87EF-86D18B295D33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Oval 22">
                <a:extLst>
                  <a:ext uri="{FF2B5EF4-FFF2-40B4-BE49-F238E27FC236}">
                    <a16:creationId xmlns:a16="http://schemas.microsoft.com/office/drawing/2014/main" id="{0B6D3E3F-2F71-4159-9104-CA82825A6D6E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68" name="Partial Circle 9">
              <a:extLst>
                <a:ext uri="{FF2B5EF4-FFF2-40B4-BE49-F238E27FC236}">
                  <a16:creationId xmlns:a16="http://schemas.microsoft.com/office/drawing/2014/main" id="{810A5B6B-6814-4DD4-BBF9-1EE4B603DAA7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TextBox 10">
                  <a:extLst>
                    <a:ext uri="{FF2B5EF4-FFF2-40B4-BE49-F238E27FC236}">
                      <a16:creationId xmlns:a16="http://schemas.microsoft.com/office/drawing/2014/main" id="{86D579BB-9E83-4E59-BD3C-7E09720EEC1D}"/>
                    </a:ext>
                  </a:extLst>
                </p:cNvPr>
                <p:cNvSpPr txBox="1"/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69" name="TextBox 10">
                  <a:extLst>
                    <a:ext uri="{FF2B5EF4-FFF2-40B4-BE49-F238E27FC236}">
                      <a16:creationId xmlns:a16="http://schemas.microsoft.com/office/drawing/2014/main" id="{86D579BB-9E83-4E59-BD3C-7E09720EEC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0" y="6032289"/>
                  <a:ext cx="321504" cy="523220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Straight Arrow Connector 17">
              <a:extLst>
                <a:ext uri="{FF2B5EF4-FFF2-40B4-BE49-F238E27FC236}">
                  <a16:creationId xmlns:a16="http://schemas.microsoft.com/office/drawing/2014/main" id="{C868F034-6AE3-40E4-BC4E-9E91B3BC87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71" name="Partial Circle 9">
              <a:extLst>
                <a:ext uri="{FF2B5EF4-FFF2-40B4-BE49-F238E27FC236}">
                  <a16:creationId xmlns:a16="http://schemas.microsoft.com/office/drawing/2014/main" id="{A6DB2144-2E04-4EB3-BCDC-119CFA2ACE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TextBox 10">
                  <a:extLst>
                    <a:ext uri="{FF2B5EF4-FFF2-40B4-BE49-F238E27FC236}">
                      <a16:creationId xmlns:a16="http://schemas.microsoft.com/office/drawing/2014/main" id="{49161AAB-B789-4AF1-97E7-E6F0D2172695}"/>
                    </a:ext>
                  </a:extLst>
                </p:cNvPr>
                <p:cNvSpPr txBox="1"/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72" name="TextBox 10">
                  <a:extLst>
                    <a:ext uri="{FF2B5EF4-FFF2-40B4-BE49-F238E27FC236}">
                      <a16:creationId xmlns:a16="http://schemas.microsoft.com/office/drawing/2014/main" id="{49161AAB-B789-4AF1-97E7-E6F0D21726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1955" y="5460425"/>
                  <a:ext cx="321504" cy="523220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Straight Arrow Connector 17">
              <a:extLst>
                <a:ext uri="{FF2B5EF4-FFF2-40B4-BE49-F238E27FC236}">
                  <a16:creationId xmlns:a16="http://schemas.microsoft.com/office/drawing/2014/main" id="{9D2E1EAE-7F53-4B9F-AA0A-D7EB16E401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90401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</TotalTime>
  <Words>33</Words>
  <Application>Microsoft Office PowerPoint</Application>
  <PresentationFormat>自訂</PresentationFormat>
  <Paragraphs>20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10</cp:revision>
  <dcterms:created xsi:type="dcterms:W3CDTF">2026-04-28T04:34:15Z</dcterms:created>
  <dcterms:modified xsi:type="dcterms:W3CDTF">2026-05-06T06:22:45Z</dcterms:modified>
</cp:coreProperties>
</file>