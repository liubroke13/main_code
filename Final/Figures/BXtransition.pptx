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9" r:id="rId3"/>
    <p:sldId id="270" r:id="rId4"/>
    <p:sldId id="271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57" r:id="rId1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46" autoAdjust="0"/>
    <p:restoredTop sz="94660"/>
  </p:normalViewPr>
  <p:slideViewPr>
    <p:cSldViewPr snapToGrid="0">
      <p:cViewPr>
        <p:scale>
          <a:sx n="125" d="100"/>
          <a:sy n="125" d="100"/>
        </p:scale>
        <p:origin x="1008" y="-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4017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2663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3121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4593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7893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5022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215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7249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9451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3931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5884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44D4F-D6DB-48D1-8C0A-431A4767C007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2268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3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2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1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8" Type="http://schemas.openxmlformats.org/officeDocument/2006/relationships/image" Target="../media/image17.png"/><Relationship Id="rId26" Type="http://schemas.openxmlformats.org/officeDocument/2006/relationships/image" Target="../media/image28.png"/><Relationship Id="rId3" Type="http://schemas.openxmlformats.org/officeDocument/2006/relationships/image" Target="../media/image25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1.png"/><Relationship Id="rId2" Type="http://schemas.openxmlformats.org/officeDocument/2006/relationships/image" Target="../media/image24.png"/><Relationship Id="rId16" Type="http://schemas.openxmlformats.org/officeDocument/2006/relationships/image" Target="../media/image27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26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8" Type="http://schemas.openxmlformats.org/officeDocument/2006/relationships/image" Target="../media/image17.png"/><Relationship Id="rId26" Type="http://schemas.openxmlformats.org/officeDocument/2006/relationships/image" Target="../media/image31.png"/><Relationship Id="rId3" Type="http://schemas.openxmlformats.org/officeDocument/2006/relationships/image" Target="../media/image3.png"/><Relationship Id="rId21" Type="http://schemas.openxmlformats.org/officeDocument/2006/relationships/image" Target="../media/image20.png"/><Relationship Id="rId7" Type="http://schemas.openxmlformats.org/officeDocument/2006/relationships/image" Target="../media/image7.png"/><Relationship Id="rId17" Type="http://schemas.openxmlformats.org/officeDocument/2006/relationships/image" Target="../media/image16.png"/><Relationship Id="rId25" Type="http://schemas.openxmlformats.org/officeDocument/2006/relationships/image" Target="../media/image1.png"/><Relationship Id="rId2" Type="http://schemas.openxmlformats.org/officeDocument/2006/relationships/image" Target="../media/image29.png"/><Relationship Id="rId16" Type="http://schemas.openxmlformats.org/officeDocument/2006/relationships/image" Target="../media/image27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3.png"/><Relationship Id="rId5" Type="http://schemas.openxmlformats.org/officeDocument/2006/relationships/image" Target="../media/image5.png"/><Relationship Id="rId15" Type="http://schemas.openxmlformats.org/officeDocument/2006/relationships/image" Target="../media/image30.png"/><Relationship Id="rId23" Type="http://schemas.openxmlformats.org/officeDocument/2006/relationships/image" Target="../media/image22.png"/><Relationship Id="rId28" Type="http://schemas.openxmlformats.org/officeDocument/2006/relationships/image" Target="../media/image33.png"/><Relationship Id="rId10" Type="http://schemas.openxmlformats.org/officeDocument/2006/relationships/image" Target="../media/image10.png"/><Relationship Id="rId19" Type="http://schemas.openxmlformats.org/officeDocument/2006/relationships/image" Target="../media/image18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3.png"/><Relationship Id="rId22" Type="http://schemas.openxmlformats.org/officeDocument/2006/relationships/image" Target="../media/image12.png"/><Relationship Id="rId27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8" Type="http://schemas.openxmlformats.org/officeDocument/2006/relationships/image" Target="../media/image17.png"/><Relationship Id="rId26" Type="http://schemas.openxmlformats.org/officeDocument/2006/relationships/image" Target="../media/image35.png"/><Relationship Id="rId3" Type="http://schemas.openxmlformats.org/officeDocument/2006/relationships/image" Target="../media/image3.png"/><Relationship Id="rId21" Type="http://schemas.openxmlformats.org/officeDocument/2006/relationships/image" Target="../media/image20.png"/><Relationship Id="rId7" Type="http://schemas.openxmlformats.org/officeDocument/2006/relationships/image" Target="../media/image7.png"/><Relationship Id="rId17" Type="http://schemas.openxmlformats.org/officeDocument/2006/relationships/image" Target="../media/image16.png"/><Relationship Id="rId25" Type="http://schemas.openxmlformats.org/officeDocument/2006/relationships/image" Target="../media/image1.png"/><Relationship Id="rId2" Type="http://schemas.openxmlformats.org/officeDocument/2006/relationships/image" Target="../media/image34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3.png"/><Relationship Id="rId5" Type="http://schemas.openxmlformats.org/officeDocument/2006/relationships/image" Target="../media/image5.png"/><Relationship Id="rId15" Type="http://schemas.openxmlformats.org/officeDocument/2006/relationships/image" Target="../media/image30.png"/><Relationship Id="rId23" Type="http://schemas.openxmlformats.org/officeDocument/2006/relationships/image" Target="../media/image22.png"/><Relationship Id="rId10" Type="http://schemas.openxmlformats.org/officeDocument/2006/relationships/image" Target="../media/image10.png"/><Relationship Id="rId19" Type="http://schemas.openxmlformats.org/officeDocument/2006/relationships/image" Target="../media/image18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3.png"/><Relationship Id="rId22" Type="http://schemas.openxmlformats.org/officeDocument/2006/relationships/image" Target="../media/image12.png"/><Relationship Id="rId27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6.png"/><Relationship Id="rId18" Type="http://schemas.openxmlformats.org/officeDocument/2006/relationships/image" Target="../media/image41.png"/><Relationship Id="rId3" Type="http://schemas.openxmlformats.org/officeDocument/2006/relationships/image" Target="../media/image38.png"/><Relationship Id="rId21" Type="http://schemas.openxmlformats.org/officeDocument/2006/relationships/image" Target="../media/image35.png"/><Relationship Id="rId7" Type="http://schemas.openxmlformats.org/officeDocument/2006/relationships/image" Target="../media/image10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37.png"/><Relationship Id="rId16" Type="http://schemas.openxmlformats.org/officeDocument/2006/relationships/image" Target="../media/image19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0.png"/><Relationship Id="rId11" Type="http://schemas.openxmlformats.org/officeDocument/2006/relationships/image" Target="../media/image14.png"/><Relationship Id="rId24" Type="http://schemas.openxmlformats.org/officeDocument/2006/relationships/image" Target="../media/image46.png"/><Relationship Id="rId5" Type="http://schemas.openxmlformats.org/officeDocument/2006/relationships/image" Target="../media/image510.png"/><Relationship Id="rId15" Type="http://schemas.openxmlformats.org/officeDocument/2006/relationships/image" Target="../media/image18.png"/><Relationship Id="rId23" Type="http://schemas.openxmlformats.org/officeDocument/2006/relationships/image" Target="../media/image45.png"/><Relationship Id="rId10" Type="http://schemas.openxmlformats.org/officeDocument/2006/relationships/image" Target="../media/image40.png"/><Relationship Id="rId19" Type="http://schemas.openxmlformats.org/officeDocument/2006/relationships/image" Target="../media/image42.png"/><Relationship Id="rId4" Type="http://schemas.openxmlformats.org/officeDocument/2006/relationships/image" Target="../media/image311.png"/><Relationship Id="rId9" Type="http://schemas.openxmlformats.org/officeDocument/2006/relationships/image" Target="../media/image39.png"/><Relationship Id="rId14" Type="http://schemas.openxmlformats.org/officeDocument/2006/relationships/image" Target="../media/image17.png"/><Relationship Id="rId22" Type="http://schemas.openxmlformats.org/officeDocument/2006/relationships/image" Target="../media/image4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6.png"/><Relationship Id="rId18" Type="http://schemas.openxmlformats.org/officeDocument/2006/relationships/image" Target="../media/image49.png"/><Relationship Id="rId3" Type="http://schemas.openxmlformats.org/officeDocument/2006/relationships/image" Target="../media/image38.png"/><Relationship Id="rId21" Type="http://schemas.openxmlformats.org/officeDocument/2006/relationships/image" Target="../media/image53.png"/><Relationship Id="rId7" Type="http://schemas.openxmlformats.org/officeDocument/2006/relationships/image" Target="../media/image100.png"/><Relationship Id="rId12" Type="http://schemas.openxmlformats.org/officeDocument/2006/relationships/image" Target="../media/image270.png"/><Relationship Id="rId17" Type="http://schemas.openxmlformats.org/officeDocument/2006/relationships/image" Target="../media/image20.png"/><Relationship Id="rId25" Type="http://schemas.openxmlformats.org/officeDocument/2006/relationships/image" Target="../media/image54.png"/><Relationship Id="rId2" Type="http://schemas.openxmlformats.org/officeDocument/2006/relationships/image" Target="../media/image47.png"/><Relationship Id="rId16" Type="http://schemas.openxmlformats.org/officeDocument/2006/relationships/image" Target="../media/image19.pn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0.png"/><Relationship Id="rId11" Type="http://schemas.openxmlformats.org/officeDocument/2006/relationships/image" Target="../media/image260.png"/><Relationship Id="rId24" Type="http://schemas.openxmlformats.org/officeDocument/2006/relationships/image" Target="../media/image53.png"/><Relationship Id="rId5" Type="http://schemas.openxmlformats.org/officeDocument/2006/relationships/image" Target="../media/image510.png"/><Relationship Id="rId15" Type="http://schemas.openxmlformats.org/officeDocument/2006/relationships/image" Target="../media/image18.png"/><Relationship Id="rId23" Type="http://schemas.openxmlformats.org/officeDocument/2006/relationships/image" Target="../media/image52.png"/><Relationship Id="rId10" Type="http://schemas.openxmlformats.org/officeDocument/2006/relationships/image" Target="../media/image40.png"/><Relationship Id="rId19" Type="http://schemas.openxmlformats.org/officeDocument/2006/relationships/image" Target="../media/image50.png"/><Relationship Id="rId4" Type="http://schemas.openxmlformats.org/officeDocument/2006/relationships/image" Target="../media/image311.png"/><Relationship Id="rId9" Type="http://schemas.openxmlformats.org/officeDocument/2006/relationships/image" Target="../media/image48.png"/><Relationship Id="rId14" Type="http://schemas.openxmlformats.org/officeDocument/2006/relationships/image" Target="../media/image17.png"/><Relationship Id="rId22" Type="http://schemas.openxmlformats.org/officeDocument/2006/relationships/image" Target="../media/image4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6.png"/><Relationship Id="rId18" Type="http://schemas.openxmlformats.org/officeDocument/2006/relationships/image" Target="../media/image57.png"/><Relationship Id="rId3" Type="http://schemas.openxmlformats.org/officeDocument/2006/relationships/image" Target="../media/image38.png"/><Relationship Id="rId21" Type="http://schemas.openxmlformats.org/officeDocument/2006/relationships/image" Target="../media/image31.png"/><Relationship Id="rId7" Type="http://schemas.openxmlformats.org/officeDocument/2006/relationships/image" Target="../media/image100.png"/><Relationship Id="rId12" Type="http://schemas.openxmlformats.org/officeDocument/2006/relationships/image" Target="../media/image270.png"/><Relationship Id="rId17" Type="http://schemas.openxmlformats.org/officeDocument/2006/relationships/image" Target="../media/image20.png"/><Relationship Id="rId2" Type="http://schemas.openxmlformats.org/officeDocument/2006/relationships/image" Target="../media/image55.png"/><Relationship Id="rId16" Type="http://schemas.openxmlformats.org/officeDocument/2006/relationships/image" Target="../media/image19.png"/><Relationship Id="rId20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0.png"/><Relationship Id="rId11" Type="http://schemas.openxmlformats.org/officeDocument/2006/relationships/image" Target="../media/image30.png"/><Relationship Id="rId24" Type="http://schemas.openxmlformats.org/officeDocument/2006/relationships/image" Target="../media/image60.png"/><Relationship Id="rId5" Type="http://schemas.openxmlformats.org/officeDocument/2006/relationships/image" Target="../media/image510.png"/><Relationship Id="rId15" Type="http://schemas.openxmlformats.org/officeDocument/2006/relationships/image" Target="../media/image18.png"/><Relationship Id="rId23" Type="http://schemas.openxmlformats.org/officeDocument/2006/relationships/image" Target="../media/image31.png"/><Relationship Id="rId10" Type="http://schemas.openxmlformats.org/officeDocument/2006/relationships/image" Target="../media/image40.png"/><Relationship Id="rId19" Type="http://schemas.openxmlformats.org/officeDocument/2006/relationships/image" Target="../media/image58.png"/><Relationship Id="rId4" Type="http://schemas.openxmlformats.org/officeDocument/2006/relationships/image" Target="../media/image311.png"/><Relationship Id="rId9" Type="http://schemas.openxmlformats.org/officeDocument/2006/relationships/image" Target="../media/image56.png"/><Relationship Id="rId14" Type="http://schemas.openxmlformats.org/officeDocument/2006/relationships/image" Target="../media/image17.png"/><Relationship Id="rId22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13" Type="http://schemas.openxmlformats.org/officeDocument/2006/relationships/image" Target="../media/image40.png"/><Relationship Id="rId18" Type="http://schemas.openxmlformats.org/officeDocument/2006/relationships/image" Target="../media/image18.png"/><Relationship Id="rId26" Type="http://schemas.openxmlformats.org/officeDocument/2006/relationships/image" Target="../media/image35.png"/><Relationship Id="rId3" Type="http://schemas.openxmlformats.org/officeDocument/2006/relationships/image" Target="../media/image62.png"/><Relationship Id="rId21" Type="http://schemas.openxmlformats.org/officeDocument/2006/relationships/image" Target="../media/image57.png"/><Relationship Id="rId7" Type="http://schemas.openxmlformats.org/officeDocument/2006/relationships/image" Target="../media/image311.png"/><Relationship Id="rId12" Type="http://schemas.openxmlformats.org/officeDocument/2006/relationships/image" Target="../media/image39.png"/><Relationship Id="rId17" Type="http://schemas.openxmlformats.org/officeDocument/2006/relationships/image" Target="../media/image17.png"/><Relationship Id="rId25" Type="http://schemas.openxmlformats.org/officeDocument/2006/relationships/image" Target="../media/image44.png"/><Relationship Id="rId2" Type="http://schemas.openxmlformats.org/officeDocument/2006/relationships/image" Target="../media/image61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110.png"/><Relationship Id="rId24" Type="http://schemas.openxmlformats.org/officeDocument/2006/relationships/image" Target="../media/image35.png"/><Relationship Id="rId5" Type="http://schemas.openxmlformats.org/officeDocument/2006/relationships/image" Target="../media/image55.png"/><Relationship Id="rId15" Type="http://schemas.openxmlformats.org/officeDocument/2006/relationships/image" Target="../media/image15.png"/><Relationship Id="rId23" Type="http://schemas.openxmlformats.org/officeDocument/2006/relationships/image" Target="../media/image65.png"/><Relationship Id="rId10" Type="http://schemas.openxmlformats.org/officeDocument/2006/relationships/image" Target="../media/image100.png"/><Relationship Id="rId19" Type="http://schemas.openxmlformats.org/officeDocument/2006/relationships/image" Target="../media/image19.png"/><Relationship Id="rId4" Type="http://schemas.openxmlformats.org/officeDocument/2006/relationships/image" Target="../media/image63.png"/><Relationship Id="rId9" Type="http://schemas.openxmlformats.org/officeDocument/2006/relationships/image" Target="../media/image710.png"/><Relationship Id="rId14" Type="http://schemas.openxmlformats.org/officeDocument/2006/relationships/image" Target="../media/image30.png"/><Relationship Id="rId22" Type="http://schemas.openxmlformats.org/officeDocument/2006/relationships/image" Target="../media/image64.png"/><Relationship Id="rId27" Type="http://schemas.openxmlformats.org/officeDocument/2006/relationships/image" Target="../media/image6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0.png"/><Relationship Id="rId18" Type="http://schemas.openxmlformats.org/officeDocument/2006/relationships/image" Target="../media/image17.png"/><Relationship Id="rId26" Type="http://schemas.openxmlformats.org/officeDocument/2006/relationships/image" Target="../media/image70.png"/><Relationship Id="rId3" Type="http://schemas.openxmlformats.org/officeDocument/2006/relationships/image" Target="../media/image61.png"/><Relationship Id="rId21" Type="http://schemas.openxmlformats.org/officeDocument/2006/relationships/image" Target="../media/image20.png"/><Relationship Id="rId17" Type="http://schemas.openxmlformats.org/officeDocument/2006/relationships/image" Target="../media/image16.png"/><Relationship Id="rId25" Type="http://schemas.openxmlformats.org/officeDocument/2006/relationships/image" Target="../media/image69.png"/><Relationship Id="rId2" Type="http://schemas.openxmlformats.org/officeDocument/2006/relationships/image" Target="../media/image67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0.png"/><Relationship Id="rId11" Type="http://schemas.openxmlformats.org/officeDocument/2006/relationships/image" Target="../media/image100.png"/><Relationship Id="rId24" Type="http://schemas.openxmlformats.org/officeDocument/2006/relationships/image" Target="../media/image68.png"/><Relationship Id="rId5" Type="http://schemas.openxmlformats.org/officeDocument/2006/relationships/image" Target="../media/image311.png"/><Relationship Id="rId15" Type="http://schemas.openxmlformats.org/officeDocument/2006/relationships/image" Target="../media/image14.png"/><Relationship Id="rId23" Type="http://schemas.openxmlformats.org/officeDocument/2006/relationships/image" Target="../media/image62.png"/><Relationship Id="rId28" Type="http://schemas.openxmlformats.org/officeDocument/2006/relationships/image" Target="../media/image71.png"/><Relationship Id="rId19" Type="http://schemas.openxmlformats.org/officeDocument/2006/relationships/image" Target="../media/image18.png"/><Relationship Id="rId4" Type="http://schemas.openxmlformats.org/officeDocument/2006/relationships/image" Target="../media/image1.png"/><Relationship Id="rId22" Type="http://schemas.openxmlformats.org/officeDocument/2006/relationships/image" Target="../media/image63.png"/><Relationship Id="rId27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0.png"/><Relationship Id="rId13" Type="http://schemas.openxmlformats.org/officeDocument/2006/relationships/image" Target="../media/image27.png"/><Relationship Id="rId18" Type="http://schemas.openxmlformats.org/officeDocument/2006/relationships/image" Target="../media/image17.png"/><Relationship Id="rId26" Type="http://schemas.openxmlformats.org/officeDocument/2006/relationships/image" Target="../media/image76.png"/><Relationship Id="rId3" Type="http://schemas.openxmlformats.org/officeDocument/2006/relationships/image" Target="../media/image67.png"/><Relationship Id="rId21" Type="http://schemas.openxmlformats.org/officeDocument/2006/relationships/image" Target="../media/image20.png"/><Relationship Id="rId12" Type="http://schemas.openxmlformats.org/officeDocument/2006/relationships/image" Target="../media/image26.png"/><Relationship Id="rId17" Type="http://schemas.openxmlformats.org/officeDocument/2006/relationships/image" Target="../media/image16.png"/><Relationship Id="rId25" Type="http://schemas.openxmlformats.org/officeDocument/2006/relationships/image" Target="../media/image75.png"/><Relationship Id="rId2" Type="http://schemas.openxmlformats.org/officeDocument/2006/relationships/image" Target="../media/image73.png"/><Relationship Id="rId20" Type="http://schemas.openxmlformats.org/officeDocument/2006/relationships/image" Target="../media/image19.png"/><Relationship Id="rId29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0.png"/><Relationship Id="rId11" Type="http://schemas.openxmlformats.org/officeDocument/2006/relationships/image" Target="../media/image100.png"/><Relationship Id="rId24" Type="http://schemas.openxmlformats.org/officeDocument/2006/relationships/image" Target="../media/image70.png"/><Relationship Id="rId5" Type="http://schemas.openxmlformats.org/officeDocument/2006/relationships/image" Target="../media/image311.png"/><Relationship Id="rId23" Type="http://schemas.openxmlformats.org/officeDocument/2006/relationships/image" Target="../media/image74.png"/><Relationship Id="rId28" Type="http://schemas.openxmlformats.org/officeDocument/2006/relationships/image" Target="../media/image53.png"/><Relationship Id="rId19" Type="http://schemas.openxmlformats.org/officeDocument/2006/relationships/image" Target="../media/image18.png"/><Relationship Id="rId4" Type="http://schemas.openxmlformats.org/officeDocument/2006/relationships/image" Target="../media/image1.png"/><Relationship Id="rId22" Type="http://schemas.openxmlformats.org/officeDocument/2006/relationships/image" Target="../media/image68.png"/><Relationship Id="rId27" Type="http://schemas.openxmlformats.org/officeDocument/2006/relationships/image" Target="../media/image7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270.png"/><Relationship Id="rId18" Type="http://schemas.openxmlformats.org/officeDocument/2006/relationships/image" Target="../media/image20.png"/><Relationship Id="rId3" Type="http://schemas.openxmlformats.org/officeDocument/2006/relationships/image" Target="../media/image67.png"/><Relationship Id="rId21" Type="http://schemas.openxmlformats.org/officeDocument/2006/relationships/image" Target="../media/image83.png"/><Relationship Id="rId7" Type="http://schemas.openxmlformats.org/officeDocument/2006/relationships/image" Target="../media/image710.png"/><Relationship Id="rId12" Type="http://schemas.openxmlformats.org/officeDocument/2006/relationships/image" Target="../media/image30.png"/><Relationship Id="rId17" Type="http://schemas.openxmlformats.org/officeDocument/2006/relationships/image" Target="../media/image19.png"/><Relationship Id="rId2" Type="http://schemas.openxmlformats.org/officeDocument/2006/relationships/image" Target="../media/image79.png"/><Relationship Id="rId16" Type="http://schemas.openxmlformats.org/officeDocument/2006/relationships/image" Target="../media/image18.png"/><Relationship Id="rId20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0.png"/><Relationship Id="rId11" Type="http://schemas.openxmlformats.org/officeDocument/2006/relationships/image" Target="../media/image40.png"/><Relationship Id="rId24" Type="http://schemas.openxmlformats.org/officeDocument/2006/relationships/image" Target="../media/image85.png"/><Relationship Id="rId5" Type="http://schemas.openxmlformats.org/officeDocument/2006/relationships/image" Target="../media/image311.png"/><Relationship Id="rId15" Type="http://schemas.openxmlformats.org/officeDocument/2006/relationships/image" Target="../media/image17.png"/><Relationship Id="rId23" Type="http://schemas.openxmlformats.org/officeDocument/2006/relationships/image" Target="../media/image31.png"/><Relationship Id="rId10" Type="http://schemas.openxmlformats.org/officeDocument/2006/relationships/image" Target="../media/image80.png"/><Relationship Id="rId19" Type="http://schemas.openxmlformats.org/officeDocument/2006/relationships/image" Target="../media/image81.png"/><Relationship Id="rId4" Type="http://schemas.openxmlformats.org/officeDocument/2006/relationships/image" Target="../media/image1.png"/><Relationship Id="rId9" Type="http://schemas.openxmlformats.org/officeDocument/2006/relationships/image" Target="../media/image110.png"/><Relationship Id="rId14" Type="http://schemas.openxmlformats.org/officeDocument/2006/relationships/image" Target="../media/image16.png"/><Relationship Id="rId22" Type="http://schemas.openxmlformats.org/officeDocument/2006/relationships/image" Target="../media/image8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87.png"/><Relationship Id="rId18" Type="http://schemas.openxmlformats.org/officeDocument/2006/relationships/image" Target="../media/image20.png"/><Relationship Id="rId26" Type="http://schemas.openxmlformats.org/officeDocument/2006/relationships/image" Target="../media/image91.png"/><Relationship Id="rId3" Type="http://schemas.openxmlformats.org/officeDocument/2006/relationships/image" Target="../media/image67.png"/><Relationship Id="rId21" Type="http://schemas.openxmlformats.org/officeDocument/2006/relationships/image" Target="../media/image88.png"/><Relationship Id="rId7" Type="http://schemas.openxmlformats.org/officeDocument/2006/relationships/image" Target="../media/image710.png"/><Relationship Id="rId12" Type="http://schemas.openxmlformats.org/officeDocument/2006/relationships/image" Target="../media/image30.png"/><Relationship Id="rId17" Type="http://schemas.openxmlformats.org/officeDocument/2006/relationships/image" Target="../media/image19.png"/><Relationship Id="rId25" Type="http://schemas.openxmlformats.org/officeDocument/2006/relationships/image" Target="../media/image90.png"/><Relationship Id="rId2" Type="http://schemas.openxmlformats.org/officeDocument/2006/relationships/image" Target="../media/image86.png"/><Relationship Id="rId16" Type="http://schemas.openxmlformats.org/officeDocument/2006/relationships/image" Target="../media/image18.png"/><Relationship Id="rId20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0.png"/><Relationship Id="rId11" Type="http://schemas.openxmlformats.org/officeDocument/2006/relationships/image" Target="../media/image40.png"/><Relationship Id="rId24" Type="http://schemas.openxmlformats.org/officeDocument/2006/relationships/image" Target="../media/image89.png"/><Relationship Id="rId5" Type="http://schemas.openxmlformats.org/officeDocument/2006/relationships/image" Target="../media/image311.png"/><Relationship Id="rId15" Type="http://schemas.openxmlformats.org/officeDocument/2006/relationships/image" Target="../media/image17.png"/><Relationship Id="rId23" Type="http://schemas.openxmlformats.org/officeDocument/2006/relationships/image" Target="../media/image35.png"/><Relationship Id="rId10" Type="http://schemas.openxmlformats.org/officeDocument/2006/relationships/image" Target="../media/image80.png"/><Relationship Id="rId19" Type="http://schemas.openxmlformats.org/officeDocument/2006/relationships/image" Target="../media/image81.png"/><Relationship Id="rId4" Type="http://schemas.openxmlformats.org/officeDocument/2006/relationships/image" Target="../media/image1.png"/><Relationship Id="rId9" Type="http://schemas.openxmlformats.org/officeDocument/2006/relationships/image" Target="../media/image110.png"/><Relationship Id="rId14" Type="http://schemas.openxmlformats.org/officeDocument/2006/relationships/image" Target="../media/image16.png"/><Relationship Id="rId22" Type="http://schemas.openxmlformats.org/officeDocument/2006/relationships/image" Target="../media/image8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600.png"/><Relationship Id="rId18" Type="http://schemas.openxmlformats.org/officeDocument/2006/relationships/image" Target="../media/image640.png"/><Relationship Id="rId3" Type="http://schemas.openxmlformats.org/officeDocument/2006/relationships/image" Target="../media/image1.png"/><Relationship Id="rId7" Type="http://schemas.openxmlformats.org/officeDocument/2006/relationships/image" Target="../media/image550.png"/><Relationship Id="rId12" Type="http://schemas.openxmlformats.org/officeDocument/2006/relationships/image" Target="../media/image590.png"/><Relationship Id="rId17" Type="http://schemas.openxmlformats.org/officeDocument/2006/relationships/image" Target="../media/image630.png"/><Relationship Id="rId2" Type="http://schemas.openxmlformats.org/officeDocument/2006/relationships/image" Target="../media/image2.png"/><Relationship Id="rId16" Type="http://schemas.openxmlformats.org/officeDocument/2006/relationships/image" Target="../media/image620.png"/><Relationship Id="rId20" Type="http://schemas.openxmlformats.org/officeDocument/2006/relationships/image" Target="../media/image6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0.png"/><Relationship Id="rId11" Type="http://schemas.openxmlformats.org/officeDocument/2006/relationships/image" Target="../media/image580.png"/><Relationship Id="rId5" Type="http://schemas.openxmlformats.org/officeDocument/2006/relationships/image" Target="../media/image530.png"/><Relationship Id="rId15" Type="http://schemas.openxmlformats.org/officeDocument/2006/relationships/image" Target="../media/image15.png"/><Relationship Id="rId10" Type="http://schemas.openxmlformats.org/officeDocument/2006/relationships/image" Target="../media/image570.png"/><Relationship Id="rId19" Type="http://schemas.openxmlformats.org/officeDocument/2006/relationships/image" Target="../media/image650.png"/><Relationship Id="rId4" Type="http://schemas.openxmlformats.org/officeDocument/2006/relationships/image" Target="../media/image410.png"/><Relationship Id="rId9" Type="http://schemas.openxmlformats.org/officeDocument/2006/relationships/image" Target="../media/image560.png"/><Relationship Id="rId14" Type="http://schemas.openxmlformats.org/officeDocument/2006/relationships/image" Target="../media/image6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: 圓角 72">
            <a:extLst>
              <a:ext uri="{FF2B5EF4-FFF2-40B4-BE49-F238E27FC236}">
                <a16:creationId xmlns:a16="http://schemas.microsoft.com/office/drawing/2014/main" id="{AF2CD985-E316-49AB-BF4B-63BF05252804}"/>
              </a:ext>
            </a:extLst>
          </p:cNvPr>
          <p:cNvSpPr/>
          <p:nvPr/>
        </p:nvSpPr>
        <p:spPr>
          <a:xfrm>
            <a:off x="1752599" y="1965815"/>
            <a:ext cx="3638551" cy="638354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grpSp>
        <p:nvGrpSpPr>
          <p:cNvPr id="74" name="群組 73">
            <a:extLst>
              <a:ext uri="{FF2B5EF4-FFF2-40B4-BE49-F238E27FC236}">
                <a16:creationId xmlns:a16="http://schemas.microsoft.com/office/drawing/2014/main" id="{6C0DC6D9-C042-48D2-8312-53B3F28BF5FE}"/>
              </a:ext>
            </a:extLst>
          </p:cNvPr>
          <p:cNvGrpSpPr/>
          <p:nvPr/>
        </p:nvGrpSpPr>
        <p:grpSpPr>
          <a:xfrm>
            <a:off x="3963294" y="2462377"/>
            <a:ext cx="1234633" cy="1131724"/>
            <a:chOff x="4207769" y="2691196"/>
            <a:chExt cx="1323709" cy="1213375"/>
          </a:xfrm>
        </p:grpSpPr>
        <p:pic>
          <p:nvPicPr>
            <p:cNvPr id="75" name="圖片 74">
              <a:extLst>
                <a:ext uri="{FF2B5EF4-FFF2-40B4-BE49-F238E27FC236}">
                  <a16:creationId xmlns:a16="http://schemas.microsoft.com/office/drawing/2014/main" id="{3A1C1728-593F-44C5-8C68-404359F21E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68043"/>
            <a:stretch/>
          </p:blipFill>
          <p:spPr>
            <a:xfrm>
              <a:off x="4207769" y="2691196"/>
              <a:ext cx="1323709" cy="257490"/>
            </a:xfrm>
            <a:prstGeom prst="rect">
              <a:avLst/>
            </a:prstGeom>
          </p:spPr>
        </p:pic>
        <p:pic>
          <p:nvPicPr>
            <p:cNvPr id="76" name="圖片 75">
              <a:extLst>
                <a:ext uri="{FF2B5EF4-FFF2-40B4-BE49-F238E27FC236}">
                  <a16:creationId xmlns:a16="http://schemas.microsoft.com/office/drawing/2014/main" id="{1A5BCBC6-47C2-4ECD-B7B7-31F7823C01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0450"/>
            <a:stretch/>
          </p:blipFill>
          <p:spPr>
            <a:xfrm>
              <a:off x="4207769" y="3585899"/>
              <a:ext cx="1323709" cy="318672"/>
            </a:xfrm>
            <a:prstGeom prst="rect">
              <a:avLst/>
            </a:prstGeom>
          </p:spPr>
        </p:pic>
      </p:grpSp>
      <p:pic>
        <p:nvPicPr>
          <p:cNvPr id="10" name="圖片 9">
            <a:extLst>
              <a:ext uri="{FF2B5EF4-FFF2-40B4-BE49-F238E27FC236}">
                <a16:creationId xmlns:a16="http://schemas.microsoft.com/office/drawing/2014/main" id="{AB9437CA-8479-430F-94F9-F829496544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9901" r="79196" b="70805"/>
          <a:stretch/>
        </p:blipFill>
        <p:spPr>
          <a:xfrm>
            <a:off x="2855368" y="2441615"/>
            <a:ext cx="818361" cy="82084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BE439B64-4C39-4DC3-A808-9F71E101D24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67" t="9936" r="65451" b="70772"/>
          <a:stretch/>
        </p:blipFill>
        <p:spPr>
          <a:xfrm>
            <a:off x="2996379" y="6275050"/>
            <a:ext cx="822081" cy="820842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6CEA8C1C-2566-4F1A-893A-AC03A79BD93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73" t="30231" r="79166" b="50417"/>
          <a:stretch/>
        </p:blipFill>
        <p:spPr>
          <a:xfrm>
            <a:off x="2857776" y="3325864"/>
            <a:ext cx="820839" cy="823321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BE2EB9CE-E8BF-48FD-8E8F-D57D018CDA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92" t="30180" r="65466" b="50469"/>
          <a:stretch/>
        </p:blipFill>
        <p:spPr>
          <a:xfrm>
            <a:off x="2997754" y="7159302"/>
            <a:ext cx="819602" cy="823321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4EC70484-D389-4332-BDD4-D89E28418569}"/>
              </a:ext>
            </a:extLst>
          </p:cNvPr>
          <p:cNvSpPr txBox="1"/>
          <p:nvPr/>
        </p:nvSpPr>
        <p:spPr>
          <a:xfrm>
            <a:off x="1902277" y="2072285"/>
            <a:ext cx="3332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Valley-mixed excitons transition rate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3220262" y="387496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0262" y="3874967"/>
                <a:ext cx="268993" cy="272254"/>
              </a:xfrm>
              <a:prstGeom prst="rect">
                <a:avLst/>
              </a:prstGeom>
              <a:blipFill>
                <a:blip r:embed="rId4"/>
                <a:stretch>
                  <a:fillRect r="-72727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/>
              <p:nvPr/>
            </p:nvSpPr>
            <p:spPr>
              <a:xfrm>
                <a:off x="3230927" y="2993002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927" y="2993002"/>
                <a:ext cx="268993" cy="272254"/>
              </a:xfrm>
              <a:prstGeom prst="rect">
                <a:avLst/>
              </a:prstGeom>
              <a:blipFill>
                <a:blip r:embed="rId5"/>
                <a:stretch>
                  <a:fillRect r="-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群組 32">
            <a:extLst>
              <a:ext uri="{FF2B5EF4-FFF2-40B4-BE49-F238E27FC236}">
                <a16:creationId xmlns:a16="http://schemas.microsoft.com/office/drawing/2014/main" id="{6A0B58D1-42C1-4CB5-BA3E-EA6F7197B252}"/>
              </a:ext>
            </a:extLst>
          </p:cNvPr>
          <p:cNvGrpSpPr/>
          <p:nvPr/>
        </p:nvGrpSpPr>
        <p:grpSpPr>
          <a:xfrm>
            <a:off x="3262323" y="2801079"/>
            <a:ext cx="50518" cy="48461"/>
            <a:chOff x="1373392" y="2391862"/>
            <a:chExt cx="479433" cy="476535"/>
          </a:xfrm>
        </p:grpSpPr>
        <p:sp>
          <p:nvSpPr>
            <p:cNvPr id="36" name="箭號: 向右 35">
              <a:extLst>
                <a:ext uri="{FF2B5EF4-FFF2-40B4-BE49-F238E27FC236}">
                  <a16:creationId xmlns:a16="http://schemas.microsoft.com/office/drawing/2014/main" id="{4F78E4FD-EB91-46FA-9BDF-491D047471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7" name="箭號: 向右 36">
              <a:extLst>
                <a:ext uri="{FF2B5EF4-FFF2-40B4-BE49-F238E27FC236}">
                  <a16:creationId xmlns:a16="http://schemas.microsoft.com/office/drawing/2014/main" id="{5E35A25D-4007-47EC-AAFC-52AE6F735637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/>
              <p:nvPr/>
            </p:nvSpPr>
            <p:spPr>
              <a:xfrm>
                <a:off x="3138098" y="2557564"/>
                <a:ext cx="198362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8098" y="2557564"/>
                <a:ext cx="198362" cy="276614"/>
              </a:xfrm>
              <a:prstGeom prst="rect">
                <a:avLst/>
              </a:prstGeom>
              <a:blipFill>
                <a:blip r:embed="rId6"/>
                <a:stretch>
                  <a:fillRect r="-468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/>
              <p:nvPr/>
            </p:nvSpPr>
            <p:spPr>
              <a:xfrm>
                <a:off x="3227645" y="2753398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7645" y="2753398"/>
                <a:ext cx="149279" cy="262829"/>
              </a:xfrm>
              <a:prstGeom prst="rect">
                <a:avLst/>
              </a:prstGeom>
              <a:blipFill>
                <a:blip r:embed="rId7"/>
                <a:stretch>
                  <a:fillRect r="-6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3267015" y="3686758"/>
            <a:ext cx="50518" cy="48461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3142785" y="3443243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2785" y="3443243"/>
                <a:ext cx="182571" cy="276614"/>
              </a:xfrm>
              <a:prstGeom prst="rect">
                <a:avLst/>
              </a:prstGeom>
              <a:blipFill>
                <a:blip r:embed="rId6"/>
                <a:stretch>
                  <a:fillRect r="-620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3273613" y="3600976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613" y="3600976"/>
                <a:ext cx="149279" cy="262829"/>
              </a:xfrm>
              <a:prstGeom prst="rect">
                <a:avLst/>
              </a:prstGeom>
              <a:blipFill>
                <a:blip r:embed="rId8"/>
                <a:stretch>
                  <a:fillRect r="-7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20522708-3559-461F-B738-E68F45B69D9E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3716343" y="3292931"/>
            <a:ext cx="260536" cy="871126"/>
          </a:xfrm>
          <a:prstGeom prst="rect">
            <a:avLst/>
          </a:prstGeom>
        </p:spPr>
      </p:pic>
      <p:pic>
        <p:nvPicPr>
          <p:cNvPr id="141" name="圖片 140">
            <a:extLst>
              <a:ext uri="{FF2B5EF4-FFF2-40B4-BE49-F238E27FC236}">
                <a16:creationId xmlns:a16="http://schemas.microsoft.com/office/drawing/2014/main" id="{54D58104-A6B2-4314-B0D5-EFF445DE619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28" t="9942" r="51700" b="70784"/>
          <a:stretch/>
        </p:blipFill>
        <p:spPr>
          <a:xfrm>
            <a:off x="1914948" y="5625899"/>
            <a:ext cx="815055" cy="820015"/>
          </a:xfrm>
          <a:prstGeom prst="rect">
            <a:avLst/>
          </a:prstGeom>
        </p:spPr>
      </p:pic>
      <p:pic>
        <p:nvPicPr>
          <p:cNvPr id="142" name="圖片 141">
            <a:extLst>
              <a:ext uri="{FF2B5EF4-FFF2-40B4-BE49-F238E27FC236}">
                <a16:creationId xmlns:a16="http://schemas.microsoft.com/office/drawing/2014/main" id="{5C9A896D-E956-4B65-B6D0-476A3CAF2D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74" t="30226" r="51683" b="50480"/>
          <a:stretch/>
        </p:blipFill>
        <p:spPr>
          <a:xfrm>
            <a:off x="1912675" y="6511110"/>
            <a:ext cx="819600" cy="820839"/>
          </a:xfrm>
          <a:prstGeom prst="rect">
            <a:avLst/>
          </a:prstGeom>
        </p:spPr>
      </p:pic>
      <p:pic>
        <p:nvPicPr>
          <p:cNvPr id="143" name="圖片 142">
            <a:extLst>
              <a:ext uri="{FF2B5EF4-FFF2-40B4-BE49-F238E27FC236}">
                <a16:creationId xmlns:a16="http://schemas.microsoft.com/office/drawing/2014/main" id="{CE609567-16AC-4D6A-805B-651C24F002A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3714991" y="2414378"/>
            <a:ext cx="260536" cy="86401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/>
              <p:nvPr/>
            </p:nvSpPr>
            <p:spPr>
              <a:xfrm>
                <a:off x="3660888" y="3082237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0888" y="3082237"/>
                <a:ext cx="204146" cy="245324"/>
              </a:xfrm>
              <a:prstGeom prst="rect">
                <a:avLst/>
              </a:prstGeom>
              <a:blipFill>
                <a:blip r:embed="rId10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3668641" y="3967915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8641" y="3967915"/>
                <a:ext cx="204146" cy="245324"/>
              </a:xfrm>
              <a:prstGeom prst="rect">
                <a:avLst/>
              </a:prstGeom>
              <a:blipFill>
                <a:blip r:embed="rId10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2789821" y="4124924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9821" y="4124924"/>
                <a:ext cx="1082966" cy="262829"/>
              </a:xfrm>
              <a:prstGeom prst="rect">
                <a:avLst/>
              </a:prstGeom>
              <a:blipFill>
                <a:blip r:embed="rId11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1772007" y="732762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007" y="7327627"/>
                <a:ext cx="1100937" cy="262829"/>
              </a:xfrm>
              <a:prstGeom prst="rect">
                <a:avLst/>
              </a:prstGeom>
              <a:blipFill>
                <a:blip r:embed="rId12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2906036" y="7989335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036" y="7989335"/>
                <a:ext cx="1021987" cy="26282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blipFill>
                <a:blip r:embed="rId15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blipFill>
                <a:blip r:embed="rId16"/>
                <a:stretch>
                  <a:fillRect t="-90909" r="-52174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3359607" y="4691111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2917512" y="4749360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3359607" y="5726082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3165295" y="4749707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blipFill>
                <a:blip r:embed="rId17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3358953" y="572608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blipFill>
                <a:blip r:embed="rId18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blipFill>
                <a:blip r:embed="rId19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3165295" y="4749707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3859391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3413119" y="4957273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3415185" y="5264454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296577" y="5145740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2859585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3359771" y="4685660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369918" y="5199271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3261400" y="5268551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3361110" y="5173503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blipFill>
                <a:blip r:embed="rId21"/>
                <a:stretch>
                  <a:fillRect r="-17647"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3409206" y="4959972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3596345" y="540428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3121560" y="5029731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1835397" y="5323567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397" y="5323567"/>
                <a:ext cx="974158" cy="262829"/>
              </a:xfrm>
              <a:prstGeom prst="rect">
                <a:avLst/>
              </a:prstGeom>
              <a:blipFill>
                <a:blip r:embed="rId22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7" name="圖片 66">
            <a:extLst>
              <a:ext uri="{FF2B5EF4-FFF2-40B4-BE49-F238E27FC236}">
                <a16:creationId xmlns:a16="http://schemas.microsoft.com/office/drawing/2014/main" id="{ED150B49-3B48-4303-A3BD-D7CE4EFB3C2E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t="51281" r="51003"/>
          <a:stretch/>
        </p:blipFill>
        <p:spPr>
          <a:xfrm>
            <a:off x="1905346" y="4511576"/>
            <a:ext cx="834259" cy="822637"/>
          </a:xfrm>
          <a:prstGeom prst="rect">
            <a:avLst/>
          </a:prstGeom>
        </p:spPr>
      </p:pic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77B2AB87-5071-447A-AF7F-E86B82A679A6}"/>
              </a:ext>
            </a:extLst>
          </p:cNvPr>
          <p:cNvCxnSpPr>
            <a:cxnSpLocks/>
          </p:cNvCxnSpPr>
          <p:nvPr/>
        </p:nvCxnSpPr>
        <p:spPr>
          <a:xfrm>
            <a:off x="3708400" y="5537200"/>
            <a:ext cx="406400" cy="56832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44" name="圖片 143">
            <a:extLst>
              <a:ext uri="{FF2B5EF4-FFF2-40B4-BE49-F238E27FC236}">
                <a16:creationId xmlns:a16="http://schemas.microsoft.com/office/drawing/2014/main" id="{35BF13E5-71D9-475C-8AF1-2A3C413496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70" t="9874" r="37949" b="70775"/>
          <a:stretch/>
        </p:blipFill>
        <p:spPr>
          <a:xfrm>
            <a:off x="4087510" y="3644069"/>
            <a:ext cx="822081" cy="823321"/>
          </a:xfrm>
          <a:prstGeom prst="rect">
            <a:avLst/>
          </a:prstGeom>
        </p:spPr>
      </p:pic>
      <p:pic>
        <p:nvPicPr>
          <p:cNvPr id="145" name="圖片 144">
            <a:extLst>
              <a:ext uri="{FF2B5EF4-FFF2-40B4-BE49-F238E27FC236}">
                <a16:creationId xmlns:a16="http://schemas.microsoft.com/office/drawing/2014/main" id="{A42122A8-C527-4EFD-9116-C124C9D0476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93" t="30160" r="37946" b="50431"/>
          <a:stretch/>
        </p:blipFill>
        <p:spPr>
          <a:xfrm>
            <a:off x="4088130" y="4528323"/>
            <a:ext cx="820841" cy="82580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3948082" y="533245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082" y="5332457"/>
                <a:ext cx="1100937" cy="262829"/>
              </a:xfrm>
              <a:prstGeom prst="rect">
                <a:avLst/>
              </a:prstGeom>
              <a:blipFill>
                <a:blip r:embed="rId24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3948082" y="7249560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082" y="7249560"/>
                <a:ext cx="1100937" cy="262829"/>
              </a:xfrm>
              <a:prstGeom prst="rect">
                <a:avLst/>
              </a:prstGeom>
              <a:blipFill>
                <a:blip r:embed="rId25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6" name="圖片 65">
            <a:extLst>
              <a:ext uri="{FF2B5EF4-FFF2-40B4-BE49-F238E27FC236}">
                <a16:creationId xmlns:a16="http://schemas.microsoft.com/office/drawing/2014/main" id="{736C0ACC-C173-4013-BFDA-40CFF22EE3A8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l="51236" b="50807"/>
          <a:stretch/>
        </p:blipFill>
        <p:spPr>
          <a:xfrm>
            <a:off x="4083397" y="5549845"/>
            <a:ext cx="830307" cy="830640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1630767B-2271-4A2C-BDD9-E2716DA6C262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l="51236" t="50810"/>
          <a:stretch/>
        </p:blipFill>
        <p:spPr>
          <a:xfrm>
            <a:off x="4083397" y="6439535"/>
            <a:ext cx="830306" cy="830580"/>
          </a:xfrm>
          <a:prstGeom prst="rect">
            <a:avLst/>
          </a:prstGeom>
        </p:spPr>
      </p:pic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072C32C3-02A9-4845-9045-4A0AD873826B}"/>
              </a:ext>
            </a:extLst>
          </p:cNvPr>
          <p:cNvCxnSpPr>
            <a:cxnSpLocks/>
          </p:cNvCxnSpPr>
          <p:nvPr/>
        </p:nvCxnSpPr>
        <p:spPr>
          <a:xfrm>
            <a:off x="2546785" y="4195675"/>
            <a:ext cx="607387" cy="86782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" name="圖片 1">
            <a:extLst>
              <a:ext uri="{FF2B5EF4-FFF2-40B4-BE49-F238E27FC236}">
                <a16:creationId xmlns:a16="http://schemas.microsoft.com/office/drawing/2014/main" id="{66910F86-E065-4D04-A1F1-55349DB6A13A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r="51003" b="50581"/>
          <a:stretch/>
        </p:blipFill>
        <p:spPr>
          <a:xfrm>
            <a:off x="1905345" y="3658480"/>
            <a:ext cx="834260" cy="834450"/>
          </a:xfrm>
          <a:prstGeom prst="rect">
            <a:avLst/>
          </a:prstGeom>
        </p:spPr>
      </p:pic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CACA4E4E-C54C-4649-B245-F7E917A73438}"/>
              </a:ext>
            </a:extLst>
          </p:cNvPr>
          <p:cNvCxnSpPr>
            <a:cxnSpLocks/>
          </p:cNvCxnSpPr>
          <p:nvPr/>
        </p:nvCxnSpPr>
        <p:spPr>
          <a:xfrm flipH="1">
            <a:off x="2736850" y="5307431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25B9AB08-75C4-4B5D-BCB0-F5A4F049AB8B}"/>
              </a:ext>
            </a:extLst>
          </p:cNvPr>
          <p:cNvCxnSpPr>
            <a:cxnSpLocks/>
          </p:cNvCxnSpPr>
          <p:nvPr/>
        </p:nvCxnSpPr>
        <p:spPr>
          <a:xfrm flipV="1">
            <a:off x="3959225" y="4946651"/>
            <a:ext cx="123825" cy="263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0401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: 圓角 72">
            <a:extLst>
              <a:ext uri="{FF2B5EF4-FFF2-40B4-BE49-F238E27FC236}">
                <a16:creationId xmlns:a16="http://schemas.microsoft.com/office/drawing/2014/main" id="{AF2CD985-E316-49AB-BF4B-63BF05252804}"/>
              </a:ext>
            </a:extLst>
          </p:cNvPr>
          <p:cNvSpPr/>
          <p:nvPr/>
        </p:nvSpPr>
        <p:spPr>
          <a:xfrm>
            <a:off x="1752599" y="1965815"/>
            <a:ext cx="3638551" cy="638354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92" name="圖片 91">
            <a:extLst>
              <a:ext uri="{FF2B5EF4-FFF2-40B4-BE49-F238E27FC236}">
                <a16:creationId xmlns:a16="http://schemas.microsoft.com/office/drawing/2014/main" id="{DE55028B-C902-4300-BAF9-E77F082AAEF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210"/>
          <a:stretch/>
        </p:blipFill>
        <p:spPr>
          <a:xfrm>
            <a:off x="2854600" y="2437786"/>
            <a:ext cx="865537" cy="1702836"/>
          </a:xfrm>
          <a:prstGeom prst="rect">
            <a:avLst/>
          </a:prstGeom>
        </p:spPr>
      </p:pic>
      <p:pic>
        <p:nvPicPr>
          <p:cNvPr id="93" name="圖片 92">
            <a:extLst>
              <a:ext uri="{FF2B5EF4-FFF2-40B4-BE49-F238E27FC236}">
                <a16:creationId xmlns:a16="http://schemas.microsoft.com/office/drawing/2014/main" id="{C4FA81F1-EA15-4F03-A4B7-B3B16342BD1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445"/>
          <a:stretch/>
        </p:blipFill>
        <p:spPr>
          <a:xfrm>
            <a:off x="4059773" y="3637915"/>
            <a:ext cx="857330" cy="1702837"/>
          </a:xfrm>
          <a:prstGeom prst="rect">
            <a:avLst/>
          </a:prstGeom>
        </p:spPr>
      </p:pic>
      <p:pic>
        <p:nvPicPr>
          <p:cNvPr id="94" name="圖片 93">
            <a:extLst>
              <a:ext uri="{FF2B5EF4-FFF2-40B4-BE49-F238E27FC236}">
                <a16:creationId xmlns:a16="http://schemas.microsoft.com/office/drawing/2014/main" id="{145D7180-B4C8-4258-B8ED-01F7B76E19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975" r="24608"/>
          <a:stretch/>
        </p:blipFill>
        <p:spPr>
          <a:xfrm>
            <a:off x="1878768" y="5606440"/>
            <a:ext cx="887430" cy="1702836"/>
          </a:xfrm>
          <a:prstGeom prst="rect">
            <a:avLst/>
          </a:prstGeom>
        </p:spPr>
      </p:pic>
      <p:pic>
        <p:nvPicPr>
          <p:cNvPr id="95" name="圖片 94">
            <a:extLst>
              <a:ext uri="{FF2B5EF4-FFF2-40B4-BE49-F238E27FC236}">
                <a16:creationId xmlns:a16="http://schemas.microsoft.com/office/drawing/2014/main" id="{51D3BEA8-5028-49BB-98F4-24CA8A5BA4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430" r="49783"/>
          <a:stretch/>
        </p:blipFill>
        <p:spPr>
          <a:xfrm>
            <a:off x="2970570" y="6271854"/>
            <a:ext cx="900332" cy="1702837"/>
          </a:xfrm>
          <a:prstGeom prst="rect">
            <a:avLst/>
          </a:prstGeom>
        </p:spPr>
      </p:pic>
      <p:pic>
        <p:nvPicPr>
          <p:cNvPr id="96" name="圖片 95">
            <a:extLst>
              <a:ext uri="{FF2B5EF4-FFF2-40B4-BE49-F238E27FC236}">
                <a16:creationId xmlns:a16="http://schemas.microsoft.com/office/drawing/2014/main" id="{63E7967E-EF0D-4FFF-91B8-97CE70A58AB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542"/>
          <a:stretch/>
        </p:blipFill>
        <p:spPr>
          <a:xfrm>
            <a:off x="4070136" y="5548630"/>
            <a:ext cx="852783" cy="1717087"/>
          </a:xfrm>
          <a:prstGeom prst="rect">
            <a:avLst/>
          </a:prstGeom>
        </p:spPr>
      </p:pic>
      <p:pic>
        <p:nvPicPr>
          <p:cNvPr id="97" name="圖片 96">
            <a:extLst>
              <a:ext uri="{FF2B5EF4-FFF2-40B4-BE49-F238E27FC236}">
                <a16:creationId xmlns:a16="http://schemas.microsoft.com/office/drawing/2014/main" id="{C8F0DC94-8CD7-4F5C-9C50-3B09EB01196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277"/>
          <a:stretch/>
        </p:blipFill>
        <p:spPr>
          <a:xfrm>
            <a:off x="1914206" y="3636104"/>
            <a:ext cx="857349" cy="1717087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4EC70484-D389-4332-BDD4-D89E28418569}"/>
              </a:ext>
            </a:extLst>
          </p:cNvPr>
          <p:cNvSpPr txBox="1"/>
          <p:nvPr/>
        </p:nvSpPr>
        <p:spPr>
          <a:xfrm>
            <a:off x="1902277" y="2072285"/>
            <a:ext cx="3332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Valley-mixed excitons transition rate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3220262" y="387496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0262" y="3874967"/>
                <a:ext cx="268993" cy="272254"/>
              </a:xfrm>
              <a:prstGeom prst="rect">
                <a:avLst/>
              </a:prstGeom>
              <a:blipFill>
                <a:blip r:embed="rId4"/>
                <a:stretch>
                  <a:fillRect r="-72727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/>
              <p:nvPr/>
            </p:nvSpPr>
            <p:spPr>
              <a:xfrm>
                <a:off x="3230927" y="2993002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927" y="2993002"/>
                <a:ext cx="268993" cy="272254"/>
              </a:xfrm>
              <a:prstGeom prst="rect">
                <a:avLst/>
              </a:prstGeom>
              <a:blipFill>
                <a:blip r:embed="rId5"/>
                <a:stretch>
                  <a:fillRect r="-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群組 32">
            <a:extLst>
              <a:ext uri="{FF2B5EF4-FFF2-40B4-BE49-F238E27FC236}">
                <a16:creationId xmlns:a16="http://schemas.microsoft.com/office/drawing/2014/main" id="{6A0B58D1-42C1-4CB5-BA3E-EA6F7197B252}"/>
              </a:ext>
            </a:extLst>
          </p:cNvPr>
          <p:cNvGrpSpPr/>
          <p:nvPr/>
        </p:nvGrpSpPr>
        <p:grpSpPr>
          <a:xfrm>
            <a:off x="3262323" y="2801079"/>
            <a:ext cx="50518" cy="48461"/>
            <a:chOff x="1373392" y="2391862"/>
            <a:chExt cx="479433" cy="476535"/>
          </a:xfrm>
        </p:grpSpPr>
        <p:sp>
          <p:nvSpPr>
            <p:cNvPr id="36" name="箭號: 向右 35">
              <a:extLst>
                <a:ext uri="{FF2B5EF4-FFF2-40B4-BE49-F238E27FC236}">
                  <a16:creationId xmlns:a16="http://schemas.microsoft.com/office/drawing/2014/main" id="{4F78E4FD-EB91-46FA-9BDF-491D047471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7" name="箭號: 向右 36">
              <a:extLst>
                <a:ext uri="{FF2B5EF4-FFF2-40B4-BE49-F238E27FC236}">
                  <a16:creationId xmlns:a16="http://schemas.microsoft.com/office/drawing/2014/main" id="{5E35A25D-4007-47EC-AAFC-52AE6F735637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/>
              <p:nvPr/>
            </p:nvSpPr>
            <p:spPr>
              <a:xfrm>
                <a:off x="3138098" y="2557564"/>
                <a:ext cx="198362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8098" y="2557564"/>
                <a:ext cx="198362" cy="276614"/>
              </a:xfrm>
              <a:prstGeom prst="rect">
                <a:avLst/>
              </a:prstGeom>
              <a:blipFill>
                <a:blip r:embed="rId6"/>
                <a:stretch>
                  <a:fillRect r="-468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/>
              <p:nvPr/>
            </p:nvSpPr>
            <p:spPr>
              <a:xfrm>
                <a:off x="3227645" y="2753398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7645" y="2753398"/>
                <a:ext cx="149279" cy="262829"/>
              </a:xfrm>
              <a:prstGeom prst="rect">
                <a:avLst/>
              </a:prstGeom>
              <a:blipFill>
                <a:blip r:embed="rId7"/>
                <a:stretch>
                  <a:fillRect r="-6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3267015" y="3686758"/>
            <a:ext cx="50518" cy="48461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3142785" y="3443243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2785" y="3443243"/>
                <a:ext cx="182571" cy="276614"/>
              </a:xfrm>
              <a:prstGeom prst="rect">
                <a:avLst/>
              </a:prstGeom>
              <a:blipFill>
                <a:blip r:embed="rId6"/>
                <a:stretch>
                  <a:fillRect r="-620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3273613" y="3600976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613" y="3600976"/>
                <a:ext cx="149279" cy="262829"/>
              </a:xfrm>
              <a:prstGeom prst="rect">
                <a:avLst/>
              </a:prstGeom>
              <a:blipFill>
                <a:blip r:embed="rId8"/>
                <a:stretch>
                  <a:fillRect r="-7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20522708-3559-461F-B738-E68F45B69D9E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3716343" y="3292931"/>
            <a:ext cx="260536" cy="871126"/>
          </a:xfrm>
          <a:prstGeom prst="rect">
            <a:avLst/>
          </a:prstGeom>
        </p:spPr>
      </p:pic>
      <p:pic>
        <p:nvPicPr>
          <p:cNvPr id="143" name="圖片 142">
            <a:extLst>
              <a:ext uri="{FF2B5EF4-FFF2-40B4-BE49-F238E27FC236}">
                <a16:creationId xmlns:a16="http://schemas.microsoft.com/office/drawing/2014/main" id="{CE609567-16AC-4D6A-805B-651C24F002A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3714991" y="2414378"/>
            <a:ext cx="260536" cy="86401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/>
              <p:nvPr/>
            </p:nvSpPr>
            <p:spPr>
              <a:xfrm>
                <a:off x="3660888" y="3082237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0888" y="3082237"/>
                <a:ext cx="204146" cy="245324"/>
              </a:xfrm>
              <a:prstGeom prst="rect">
                <a:avLst/>
              </a:prstGeom>
              <a:blipFill>
                <a:blip r:embed="rId10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3668641" y="3967915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8641" y="3967915"/>
                <a:ext cx="204146" cy="245324"/>
              </a:xfrm>
              <a:prstGeom prst="rect">
                <a:avLst/>
              </a:prstGeom>
              <a:blipFill>
                <a:blip r:embed="rId10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2789821" y="4124924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9821" y="4124924"/>
                <a:ext cx="1082966" cy="262829"/>
              </a:xfrm>
              <a:prstGeom prst="rect">
                <a:avLst/>
              </a:prstGeom>
              <a:blipFill>
                <a:blip r:embed="rId11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1772007" y="732762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007" y="7327627"/>
                <a:ext cx="1100937" cy="262829"/>
              </a:xfrm>
              <a:prstGeom prst="rect">
                <a:avLst/>
              </a:prstGeom>
              <a:blipFill>
                <a:blip r:embed="rId12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2906036" y="7989335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036" y="7989335"/>
                <a:ext cx="1021987" cy="26282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blipFill>
                <a:blip r:embed="rId15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blipFill>
                <a:blip r:embed="rId16"/>
                <a:stretch>
                  <a:fillRect t="-90909" r="-40217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3359607" y="4691111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2917512" y="4749360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3359607" y="5726082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3165295" y="4749707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blipFill>
                <a:blip r:embed="rId17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3358953" y="572608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blipFill>
                <a:blip r:embed="rId18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blipFill>
                <a:blip r:embed="rId19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3165295" y="4749707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3859391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3413119" y="4957273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3415185" y="5264454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296577" y="5145740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2859585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3359771" y="4685660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369918" y="5199271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3261400" y="5268551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3361110" y="5173503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blipFill>
                <a:blip r:embed="rId21"/>
                <a:stretch>
                  <a:fillRect r="-17647"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3409206" y="4959972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3596345" y="540428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3121560" y="5029731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1835397" y="5323567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397" y="5323567"/>
                <a:ext cx="974158" cy="262829"/>
              </a:xfrm>
              <a:prstGeom prst="rect">
                <a:avLst/>
              </a:prstGeom>
              <a:blipFill>
                <a:blip r:embed="rId22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77B2AB87-5071-447A-AF7F-E86B82A679A6}"/>
              </a:ext>
            </a:extLst>
          </p:cNvPr>
          <p:cNvCxnSpPr>
            <a:cxnSpLocks/>
          </p:cNvCxnSpPr>
          <p:nvPr/>
        </p:nvCxnSpPr>
        <p:spPr>
          <a:xfrm>
            <a:off x="3708400" y="5537200"/>
            <a:ext cx="406400" cy="56832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3948082" y="533245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082" y="5332457"/>
                <a:ext cx="1100937" cy="262829"/>
              </a:xfrm>
              <a:prstGeom prst="rect">
                <a:avLst/>
              </a:prstGeom>
              <a:blipFill>
                <a:blip r:embed="rId23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3948082" y="7249560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082" y="7249560"/>
                <a:ext cx="1100937" cy="262829"/>
              </a:xfrm>
              <a:prstGeom prst="rect">
                <a:avLst/>
              </a:prstGeom>
              <a:blipFill>
                <a:blip r:embed="rId24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072C32C3-02A9-4845-9045-4A0AD873826B}"/>
              </a:ext>
            </a:extLst>
          </p:cNvPr>
          <p:cNvCxnSpPr>
            <a:cxnSpLocks/>
          </p:cNvCxnSpPr>
          <p:nvPr/>
        </p:nvCxnSpPr>
        <p:spPr>
          <a:xfrm>
            <a:off x="2755900" y="4494455"/>
            <a:ext cx="398272" cy="56904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98" name="群組 97">
            <a:extLst>
              <a:ext uri="{FF2B5EF4-FFF2-40B4-BE49-F238E27FC236}">
                <a16:creationId xmlns:a16="http://schemas.microsoft.com/office/drawing/2014/main" id="{E7149377-9A12-481F-B27F-13C99B2FA29A}"/>
              </a:ext>
            </a:extLst>
          </p:cNvPr>
          <p:cNvGrpSpPr/>
          <p:nvPr/>
        </p:nvGrpSpPr>
        <p:grpSpPr>
          <a:xfrm>
            <a:off x="3962331" y="2461675"/>
            <a:ext cx="1234633" cy="1134769"/>
            <a:chOff x="4207769" y="2687931"/>
            <a:chExt cx="1323709" cy="1216640"/>
          </a:xfrm>
        </p:grpSpPr>
        <p:pic>
          <p:nvPicPr>
            <p:cNvPr id="99" name="圖片 98">
              <a:extLst>
                <a:ext uri="{FF2B5EF4-FFF2-40B4-BE49-F238E27FC236}">
                  <a16:creationId xmlns:a16="http://schemas.microsoft.com/office/drawing/2014/main" id="{5D1374BB-C46D-4969-9F09-3CC6310FB8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68043"/>
            <a:stretch/>
          </p:blipFill>
          <p:spPr>
            <a:xfrm>
              <a:off x="4207769" y="2691196"/>
              <a:ext cx="1323709" cy="257490"/>
            </a:xfrm>
            <a:prstGeom prst="rect">
              <a:avLst/>
            </a:prstGeom>
          </p:spPr>
        </p:pic>
        <p:pic>
          <p:nvPicPr>
            <p:cNvPr id="100" name="圖片 99">
              <a:extLst>
                <a:ext uri="{FF2B5EF4-FFF2-40B4-BE49-F238E27FC236}">
                  <a16:creationId xmlns:a16="http://schemas.microsoft.com/office/drawing/2014/main" id="{83F27FDC-B4DE-4883-A140-18C194554C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0450"/>
            <a:stretch/>
          </p:blipFill>
          <p:spPr>
            <a:xfrm>
              <a:off x="4207769" y="3585899"/>
              <a:ext cx="1323709" cy="318672"/>
            </a:xfrm>
            <a:prstGeom prst="rect">
              <a:avLst/>
            </a:prstGeom>
          </p:spPr>
        </p:pic>
        <p:pic>
          <p:nvPicPr>
            <p:cNvPr id="101" name="圖片 100">
              <a:extLst>
                <a:ext uri="{FF2B5EF4-FFF2-40B4-BE49-F238E27FC236}">
                  <a16:creationId xmlns:a16="http://schemas.microsoft.com/office/drawing/2014/main" id="{B61DC5E0-08F4-4462-96A6-0CED4604D2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6"/>
            <a:srcRect l="11507" t="21184" r="9434" b="16673"/>
            <a:stretch/>
          </p:blipFill>
          <p:spPr>
            <a:xfrm>
              <a:off x="4326730" y="3647575"/>
              <a:ext cx="531019" cy="129089"/>
            </a:xfrm>
            <a:prstGeom prst="rect">
              <a:avLst/>
            </a:prstGeom>
          </p:spPr>
        </p:pic>
        <p:pic>
          <p:nvPicPr>
            <p:cNvPr id="102" name="圖片 101">
              <a:extLst>
                <a:ext uri="{FF2B5EF4-FFF2-40B4-BE49-F238E27FC236}">
                  <a16:creationId xmlns:a16="http://schemas.microsoft.com/office/drawing/2014/main" id="{37DBEF56-7C33-4BEF-9F1D-EE2FC451FD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6"/>
            <a:srcRect l="11507" t="21184" r="9434" b="16673"/>
            <a:stretch/>
          </p:blipFill>
          <p:spPr>
            <a:xfrm>
              <a:off x="4326730" y="2687931"/>
              <a:ext cx="531019" cy="129089"/>
            </a:xfrm>
            <a:prstGeom prst="rect">
              <a:avLst/>
            </a:prstGeom>
          </p:spPr>
        </p:pic>
      </p:grpSp>
      <p:cxnSp>
        <p:nvCxnSpPr>
          <p:cNvPr id="103" name="直線接點 102">
            <a:extLst>
              <a:ext uri="{FF2B5EF4-FFF2-40B4-BE49-F238E27FC236}">
                <a16:creationId xmlns:a16="http://schemas.microsoft.com/office/drawing/2014/main" id="{9259F10B-626A-4111-8419-6CDF2504BD93}"/>
              </a:ext>
            </a:extLst>
          </p:cNvPr>
          <p:cNvCxnSpPr>
            <a:cxnSpLocks/>
          </p:cNvCxnSpPr>
          <p:nvPr/>
        </p:nvCxnSpPr>
        <p:spPr>
          <a:xfrm flipH="1">
            <a:off x="2736850" y="5307431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4" name="直線接點 103">
            <a:extLst>
              <a:ext uri="{FF2B5EF4-FFF2-40B4-BE49-F238E27FC236}">
                <a16:creationId xmlns:a16="http://schemas.microsoft.com/office/drawing/2014/main" id="{A5EB14A0-8F46-4D4F-9C49-614A1630770A}"/>
              </a:ext>
            </a:extLst>
          </p:cNvPr>
          <p:cNvCxnSpPr>
            <a:cxnSpLocks/>
          </p:cNvCxnSpPr>
          <p:nvPr/>
        </p:nvCxnSpPr>
        <p:spPr>
          <a:xfrm flipV="1">
            <a:off x="3959225" y="4946651"/>
            <a:ext cx="123825" cy="263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4380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: 圓角 72">
            <a:extLst>
              <a:ext uri="{FF2B5EF4-FFF2-40B4-BE49-F238E27FC236}">
                <a16:creationId xmlns:a16="http://schemas.microsoft.com/office/drawing/2014/main" id="{AF2CD985-E316-49AB-BF4B-63BF05252804}"/>
              </a:ext>
            </a:extLst>
          </p:cNvPr>
          <p:cNvSpPr/>
          <p:nvPr/>
        </p:nvSpPr>
        <p:spPr>
          <a:xfrm>
            <a:off x="1752599" y="1965815"/>
            <a:ext cx="3638551" cy="638354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111" name="圖片 110">
            <a:extLst>
              <a:ext uri="{FF2B5EF4-FFF2-40B4-BE49-F238E27FC236}">
                <a16:creationId xmlns:a16="http://schemas.microsoft.com/office/drawing/2014/main" id="{58B22980-8775-42D9-99FD-9696A1CBE57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231"/>
          <a:stretch/>
        </p:blipFill>
        <p:spPr>
          <a:xfrm>
            <a:off x="2865026" y="2443638"/>
            <a:ext cx="859130" cy="1696981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4EC70484-D389-4332-BDD4-D89E28418569}"/>
              </a:ext>
            </a:extLst>
          </p:cNvPr>
          <p:cNvSpPr txBox="1"/>
          <p:nvPr/>
        </p:nvSpPr>
        <p:spPr>
          <a:xfrm>
            <a:off x="1902277" y="2072285"/>
            <a:ext cx="3332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Valley-mixed excitons transition rate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3220262" y="387496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0262" y="3874967"/>
                <a:ext cx="268993" cy="272254"/>
              </a:xfrm>
              <a:prstGeom prst="rect">
                <a:avLst/>
              </a:prstGeom>
              <a:blipFill>
                <a:blip r:embed="rId3"/>
                <a:stretch>
                  <a:fillRect r="-72727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/>
              <p:nvPr/>
            </p:nvSpPr>
            <p:spPr>
              <a:xfrm>
                <a:off x="3230927" y="2993002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927" y="2993002"/>
                <a:ext cx="268993" cy="272254"/>
              </a:xfrm>
              <a:prstGeom prst="rect">
                <a:avLst/>
              </a:prstGeom>
              <a:blipFill>
                <a:blip r:embed="rId4"/>
                <a:stretch>
                  <a:fillRect r="-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群組 32">
            <a:extLst>
              <a:ext uri="{FF2B5EF4-FFF2-40B4-BE49-F238E27FC236}">
                <a16:creationId xmlns:a16="http://schemas.microsoft.com/office/drawing/2014/main" id="{6A0B58D1-42C1-4CB5-BA3E-EA6F7197B252}"/>
              </a:ext>
            </a:extLst>
          </p:cNvPr>
          <p:cNvGrpSpPr/>
          <p:nvPr/>
        </p:nvGrpSpPr>
        <p:grpSpPr>
          <a:xfrm>
            <a:off x="3262323" y="2801079"/>
            <a:ext cx="50518" cy="48461"/>
            <a:chOff x="1373392" y="2391862"/>
            <a:chExt cx="479433" cy="476535"/>
          </a:xfrm>
        </p:grpSpPr>
        <p:sp>
          <p:nvSpPr>
            <p:cNvPr id="36" name="箭號: 向右 35">
              <a:extLst>
                <a:ext uri="{FF2B5EF4-FFF2-40B4-BE49-F238E27FC236}">
                  <a16:creationId xmlns:a16="http://schemas.microsoft.com/office/drawing/2014/main" id="{4F78E4FD-EB91-46FA-9BDF-491D047471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7" name="箭號: 向右 36">
              <a:extLst>
                <a:ext uri="{FF2B5EF4-FFF2-40B4-BE49-F238E27FC236}">
                  <a16:creationId xmlns:a16="http://schemas.microsoft.com/office/drawing/2014/main" id="{5E35A25D-4007-47EC-AAFC-52AE6F735637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/>
              <p:nvPr/>
            </p:nvSpPr>
            <p:spPr>
              <a:xfrm>
                <a:off x="3138098" y="2557564"/>
                <a:ext cx="198362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8098" y="2557564"/>
                <a:ext cx="198362" cy="276614"/>
              </a:xfrm>
              <a:prstGeom prst="rect">
                <a:avLst/>
              </a:prstGeom>
              <a:blipFill>
                <a:blip r:embed="rId5"/>
                <a:stretch>
                  <a:fillRect r="-468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/>
              <p:nvPr/>
            </p:nvSpPr>
            <p:spPr>
              <a:xfrm>
                <a:off x="3227645" y="2753398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7645" y="2753398"/>
                <a:ext cx="149279" cy="262829"/>
              </a:xfrm>
              <a:prstGeom prst="rect">
                <a:avLst/>
              </a:prstGeom>
              <a:blipFill>
                <a:blip r:embed="rId6"/>
                <a:stretch>
                  <a:fillRect r="-6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3267015" y="3686758"/>
            <a:ext cx="50518" cy="48461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3142785" y="3443243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2785" y="3443243"/>
                <a:ext cx="182571" cy="276614"/>
              </a:xfrm>
              <a:prstGeom prst="rect">
                <a:avLst/>
              </a:prstGeom>
              <a:blipFill>
                <a:blip r:embed="rId5"/>
                <a:stretch>
                  <a:fillRect r="-620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3273613" y="3600976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613" y="3600976"/>
                <a:ext cx="149279" cy="262829"/>
              </a:xfrm>
              <a:prstGeom prst="rect">
                <a:avLst/>
              </a:prstGeom>
              <a:blipFill>
                <a:blip r:embed="rId7"/>
                <a:stretch>
                  <a:fillRect r="-7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20522708-3559-461F-B738-E68F45B69D9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3716343" y="3292931"/>
            <a:ext cx="260536" cy="871126"/>
          </a:xfrm>
          <a:prstGeom prst="rect">
            <a:avLst/>
          </a:prstGeom>
        </p:spPr>
      </p:pic>
      <p:pic>
        <p:nvPicPr>
          <p:cNvPr id="143" name="圖片 142">
            <a:extLst>
              <a:ext uri="{FF2B5EF4-FFF2-40B4-BE49-F238E27FC236}">
                <a16:creationId xmlns:a16="http://schemas.microsoft.com/office/drawing/2014/main" id="{CE609567-16AC-4D6A-805B-651C24F002AA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3714991" y="2414378"/>
            <a:ext cx="260536" cy="86401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/>
              <p:nvPr/>
            </p:nvSpPr>
            <p:spPr>
              <a:xfrm>
                <a:off x="3660888" y="3082237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0888" y="3082237"/>
                <a:ext cx="204146" cy="245324"/>
              </a:xfrm>
              <a:prstGeom prst="rect">
                <a:avLst/>
              </a:prstGeom>
              <a:blipFill>
                <a:blip r:embed="rId9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3668641" y="3967915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8641" y="3967915"/>
                <a:ext cx="204146" cy="245324"/>
              </a:xfrm>
              <a:prstGeom prst="rect">
                <a:avLst/>
              </a:prstGeom>
              <a:blipFill>
                <a:blip r:embed="rId9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2789821" y="4124924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9821" y="4124924"/>
                <a:ext cx="1082966" cy="262829"/>
              </a:xfrm>
              <a:prstGeom prst="rect">
                <a:avLst/>
              </a:prstGeom>
              <a:blipFill>
                <a:blip r:embed="rId10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1772007" y="732762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007" y="7327627"/>
                <a:ext cx="1100937" cy="262829"/>
              </a:xfrm>
              <a:prstGeom prst="rect">
                <a:avLst/>
              </a:prstGeom>
              <a:blipFill>
                <a:blip r:embed="rId11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2906036" y="7989335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036" y="7989335"/>
                <a:ext cx="1021987" cy="26282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blipFill>
                <a:blip r:embed="rId15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blipFill>
                <a:blip r:embed="rId16"/>
                <a:stretch>
                  <a:fillRect t="-90909" r="-40217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3359607" y="4691111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2917512" y="4749360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3359607" y="5726082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3165295" y="4749707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blipFill>
                <a:blip r:embed="rId17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3358953" y="572608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blipFill>
                <a:blip r:embed="rId18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blipFill>
                <a:blip r:embed="rId19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3165295" y="4749707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3859391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3413119" y="4957273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3415185" y="5264454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296577" y="5145740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2859585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3359771" y="4685660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369918" y="5199271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3261400" y="5268551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3361110" y="5173503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blipFill>
                <a:blip r:embed="rId21"/>
                <a:stretch>
                  <a:fillRect r="-17647"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3409206" y="4959972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3596345" y="540428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3121560" y="5029731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1835397" y="5323567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397" y="5323567"/>
                <a:ext cx="974158" cy="262829"/>
              </a:xfrm>
              <a:prstGeom prst="rect">
                <a:avLst/>
              </a:prstGeom>
              <a:blipFill>
                <a:blip r:embed="rId22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77B2AB87-5071-447A-AF7F-E86B82A679A6}"/>
              </a:ext>
            </a:extLst>
          </p:cNvPr>
          <p:cNvCxnSpPr>
            <a:cxnSpLocks/>
          </p:cNvCxnSpPr>
          <p:nvPr/>
        </p:nvCxnSpPr>
        <p:spPr>
          <a:xfrm>
            <a:off x="3708400" y="5537200"/>
            <a:ext cx="406400" cy="56832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3948082" y="533245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082" y="5332457"/>
                <a:ext cx="1100937" cy="262829"/>
              </a:xfrm>
              <a:prstGeom prst="rect">
                <a:avLst/>
              </a:prstGeom>
              <a:blipFill>
                <a:blip r:embed="rId23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3948082" y="7249560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082" y="7249560"/>
                <a:ext cx="1100937" cy="262829"/>
              </a:xfrm>
              <a:prstGeom prst="rect">
                <a:avLst/>
              </a:prstGeom>
              <a:blipFill>
                <a:blip r:embed="rId24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072C32C3-02A9-4845-9045-4A0AD873826B}"/>
              </a:ext>
            </a:extLst>
          </p:cNvPr>
          <p:cNvCxnSpPr>
            <a:cxnSpLocks/>
          </p:cNvCxnSpPr>
          <p:nvPr/>
        </p:nvCxnSpPr>
        <p:spPr>
          <a:xfrm>
            <a:off x="2546785" y="4195675"/>
            <a:ext cx="607387" cy="86782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4" name="圖片 103">
            <a:extLst>
              <a:ext uri="{FF2B5EF4-FFF2-40B4-BE49-F238E27FC236}">
                <a16:creationId xmlns:a16="http://schemas.microsoft.com/office/drawing/2014/main" id="{73F7218C-6ADE-48A8-AD46-409E05AC0F35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68043"/>
          <a:stretch/>
        </p:blipFill>
        <p:spPr>
          <a:xfrm>
            <a:off x="3960119" y="2465551"/>
            <a:ext cx="1234633" cy="240163"/>
          </a:xfrm>
          <a:prstGeom prst="rect">
            <a:avLst/>
          </a:prstGeom>
        </p:spPr>
      </p:pic>
      <p:pic>
        <p:nvPicPr>
          <p:cNvPr id="105" name="圖片 104">
            <a:extLst>
              <a:ext uri="{FF2B5EF4-FFF2-40B4-BE49-F238E27FC236}">
                <a16:creationId xmlns:a16="http://schemas.microsoft.com/office/drawing/2014/main" id="{8BF9914A-7206-4E04-83B1-FA0D8868C934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3960119" y="3300047"/>
            <a:ext cx="1234633" cy="297228"/>
          </a:xfrm>
          <a:prstGeom prst="rect">
            <a:avLst/>
          </a:prstGeom>
        </p:spPr>
      </p:pic>
      <p:pic>
        <p:nvPicPr>
          <p:cNvPr id="106" name="圖片 105">
            <a:extLst>
              <a:ext uri="{FF2B5EF4-FFF2-40B4-BE49-F238E27FC236}">
                <a16:creationId xmlns:a16="http://schemas.microsoft.com/office/drawing/2014/main" id="{C74EEC17-67C4-4A39-99E7-EBC55D3996BE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l="11115" t="22564" r="9694" b="19380"/>
          <a:stretch/>
        </p:blipFill>
        <p:spPr>
          <a:xfrm>
            <a:off x="4060825" y="3358185"/>
            <a:ext cx="510381" cy="117647"/>
          </a:xfrm>
          <a:prstGeom prst="rect">
            <a:avLst/>
          </a:prstGeom>
        </p:spPr>
      </p:pic>
      <p:pic>
        <p:nvPicPr>
          <p:cNvPr id="107" name="圖片 106">
            <a:extLst>
              <a:ext uri="{FF2B5EF4-FFF2-40B4-BE49-F238E27FC236}">
                <a16:creationId xmlns:a16="http://schemas.microsoft.com/office/drawing/2014/main" id="{41F113BA-8A54-41F1-9974-A3F0DF726DBF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l="11115" t="22564" r="9694" b="19380"/>
          <a:stretch/>
        </p:blipFill>
        <p:spPr>
          <a:xfrm>
            <a:off x="4058444" y="2465216"/>
            <a:ext cx="510381" cy="117647"/>
          </a:xfrm>
          <a:prstGeom prst="rect">
            <a:avLst/>
          </a:prstGeom>
        </p:spPr>
      </p:pic>
      <p:pic>
        <p:nvPicPr>
          <p:cNvPr id="112" name="圖片 111">
            <a:extLst>
              <a:ext uri="{FF2B5EF4-FFF2-40B4-BE49-F238E27FC236}">
                <a16:creationId xmlns:a16="http://schemas.microsoft.com/office/drawing/2014/main" id="{EAED27BB-EFC0-4736-B630-90BCAEE4864C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1200"/>
          <a:stretch/>
        </p:blipFill>
        <p:spPr>
          <a:xfrm>
            <a:off x="4053110" y="5549269"/>
            <a:ext cx="839905" cy="1710426"/>
          </a:xfrm>
          <a:prstGeom prst="rect">
            <a:avLst/>
          </a:prstGeom>
        </p:spPr>
      </p:pic>
      <p:pic>
        <p:nvPicPr>
          <p:cNvPr id="113" name="圖片 112">
            <a:extLst>
              <a:ext uri="{FF2B5EF4-FFF2-40B4-BE49-F238E27FC236}">
                <a16:creationId xmlns:a16="http://schemas.microsoft.com/office/drawing/2014/main" id="{8A329DBC-2F9B-495B-AD94-394D5E5315B0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196"/>
          <a:stretch/>
        </p:blipFill>
        <p:spPr>
          <a:xfrm>
            <a:off x="1909261" y="3629500"/>
            <a:ext cx="857085" cy="1710221"/>
          </a:xfrm>
          <a:prstGeom prst="rect">
            <a:avLst/>
          </a:prstGeom>
        </p:spPr>
      </p:pic>
      <p:cxnSp>
        <p:nvCxnSpPr>
          <p:cNvPr id="114" name="直線接點 113">
            <a:extLst>
              <a:ext uri="{FF2B5EF4-FFF2-40B4-BE49-F238E27FC236}">
                <a16:creationId xmlns:a16="http://schemas.microsoft.com/office/drawing/2014/main" id="{9418BC3C-6FA7-4197-9E0F-68E4A2F8C071}"/>
              </a:ext>
            </a:extLst>
          </p:cNvPr>
          <p:cNvCxnSpPr>
            <a:cxnSpLocks/>
          </p:cNvCxnSpPr>
          <p:nvPr/>
        </p:nvCxnSpPr>
        <p:spPr>
          <a:xfrm flipH="1">
            <a:off x="2736850" y="5307431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5" name="直線接點 114">
            <a:extLst>
              <a:ext uri="{FF2B5EF4-FFF2-40B4-BE49-F238E27FC236}">
                <a16:creationId xmlns:a16="http://schemas.microsoft.com/office/drawing/2014/main" id="{84DEA2CA-6C9A-46E1-AD52-4DCBF01CFB94}"/>
              </a:ext>
            </a:extLst>
          </p:cNvPr>
          <p:cNvCxnSpPr>
            <a:cxnSpLocks/>
          </p:cNvCxnSpPr>
          <p:nvPr/>
        </p:nvCxnSpPr>
        <p:spPr>
          <a:xfrm flipV="1">
            <a:off x="3959225" y="4946651"/>
            <a:ext cx="123825" cy="263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20" name="圖片 119">
            <a:extLst>
              <a:ext uri="{FF2B5EF4-FFF2-40B4-BE49-F238E27FC236}">
                <a16:creationId xmlns:a16="http://schemas.microsoft.com/office/drawing/2014/main" id="{E406B241-0A70-4DCF-ABA0-F8B42761AB28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236"/>
          <a:stretch/>
        </p:blipFill>
        <p:spPr>
          <a:xfrm>
            <a:off x="4052888" y="3649339"/>
            <a:ext cx="849651" cy="1678590"/>
          </a:xfrm>
          <a:prstGeom prst="rect">
            <a:avLst/>
          </a:prstGeom>
        </p:spPr>
      </p:pic>
      <p:pic>
        <p:nvPicPr>
          <p:cNvPr id="121" name="圖片 120">
            <a:extLst>
              <a:ext uri="{FF2B5EF4-FFF2-40B4-BE49-F238E27FC236}">
                <a16:creationId xmlns:a16="http://schemas.microsoft.com/office/drawing/2014/main" id="{7A07E351-0A92-4595-8F81-D7A4339B3329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597" r="50000"/>
          <a:stretch/>
        </p:blipFill>
        <p:spPr>
          <a:xfrm>
            <a:off x="2981324" y="6284908"/>
            <a:ext cx="871539" cy="1678590"/>
          </a:xfrm>
          <a:prstGeom prst="rect">
            <a:avLst/>
          </a:prstGeom>
        </p:spPr>
      </p:pic>
      <p:pic>
        <p:nvPicPr>
          <p:cNvPr id="122" name="圖片 121">
            <a:extLst>
              <a:ext uri="{FF2B5EF4-FFF2-40B4-BE49-F238E27FC236}">
                <a16:creationId xmlns:a16="http://schemas.microsoft.com/office/drawing/2014/main" id="{FA3D2231-70F2-436E-898F-2B5BEA44CC57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729" r="24452"/>
          <a:stretch/>
        </p:blipFill>
        <p:spPr>
          <a:xfrm>
            <a:off x="1876425" y="5624221"/>
            <a:ext cx="885825" cy="167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364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: 圓角 72">
            <a:extLst>
              <a:ext uri="{FF2B5EF4-FFF2-40B4-BE49-F238E27FC236}">
                <a16:creationId xmlns:a16="http://schemas.microsoft.com/office/drawing/2014/main" id="{AF2CD985-E316-49AB-BF4B-63BF05252804}"/>
              </a:ext>
            </a:extLst>
          </p:cNvPr>
          <p:cNvSpPr/>
          <p:nvPr/>
        </p:nvSpPr>
        <p:spPr>
          <a:xfrm>
            <a:off x="1752599" y="1965815"/>
            <a:ext cx="3638551" cy="638354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88" name="圖片 87">
            <a:extLst>
              <a:ext uri="{FF2B5EF4-FFF2-40B4-BE49-F238E27FC236}">
                <a16:creationId xmlns:a16="http://schemas.microsoft.com/office/drawing/2014/main" id="{E7D364EB-A3E5-44D8-B826-9192CB5DD31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218"/>
          <a:stretch/>
        </p:blipFill>
        <p:spPr>
          <a:xfrm>
            <a:off x="2851277" y="2437987"/>
            <a:ext cx="862055" cy="1703680"/>
          </a:xfrm>
          <a:prstGeom prst="rect">
            <a:avLst/>
          </a:prstGeom>
        </p:spPr>
      </p:pic>
      <p:pic>
        <p:nvPicPr>
          <p:cNvPr id="89" name="圖片 88">
            <a:extLst>
              <a:ext uri="{FF2B5EF4-FFF2-40B4-BE49-F238E27FC236}">
                <a16:creationId xmlns:a16="http://schemas.microsoft.com/office/drawing/2014/main" id="{4689C949-80FA-4E14-8C73-1ADBABF105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276"/>
          <a:stretch/>
        </p:blipFill>
        <p:spPr>
          <a:xfrm>
            <a:off x="4046515" y="3640863"/>
            <a:ext cx="856615" cy="1696939"/>
          </a:xfrm>
          <a:prstGeom prst="rect">
            <a:avLst/>
          </a:prstGeom>
        </p:spPr>
      </p:pic>
      <p:pic>
        <p:nvPicPr>
          <p:cNvPr id="90" name="圖片 89">
            <a:extLst>
              <a:ext uri="{FF2B5EF4-FFF2-40B4-BE49-F238E27FC236}">
                <a16:creationId xmlns:a16="http://schemas.microsoft.com/office/drawing/2014/main" id="{161FF075-13E2-477B-B2AC-908E3836FE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755" r="24615"/>
          <a:stretch/>
        </p:blipFill>
        <p:spPr>
          <a:xfrm>
            <a:off x="1872933" y="5614513"/>
            <a:ext cx="891540" cy="1703680"/>
          </a:xfrm>
          <a:prstGeom prst="rect">
            <a:avLst/>
          </a:prstGeom>
        </p:spPr>
      </p:pic>
      <p:pic>
        <p:nvPicPr>
          <p:cNvPr id="91" name="圖片 90">
            <a:extLst>
              <a:ext uri="{FF2B5EF4-FFF2-40B4-BE49-F238E27FC236}">
                <a16:creationId xmlns:a16="http://schemas.microsoft.com/office/drawing/2014/main" id="{DACFB157-4E3E-4C3E-89CD-3AEAF2FCA0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869" r="49720"/>
          <a:stretch/>
        </p:blipFill>
        <p:spPr>
          <a:xfrm>
            <a:off x="2980932" y="6264536"/>
            <a:ext cx="883920" cy="1703680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4EC70484-D389-4332-BDD4-D89E28418569}"/>
              </a:ext>
            </a:extLst>
          </p:cNvPr>
          <p:cNvSpPr txBox="1"/>
          <p:nvPr/>
        </p:nvSpPr>
        <p:spPr>
          <a:xfrm>
            <a:off x="1902277" y="2072285"/>
            <a:ext cx="3332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Valley-mixed excitons transition rate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3220262" y="387496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0262" y="3874967"/>
                <a:ext cx="268993" cy="272254"/>
              </a:xfrm>
              <a:prstGeom prst="rect">
                <a:avLst/>
              </a:prstGeom>
              <a:blipFill>
                <a:blip r:embed="rId3"/>
                <a:stretch>
                  <a:fillRect r="-72727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/>
              <p:nvPr/>
            </p:nvSpPr>
            <p:spPr>
              <a:xfrm>
                <a:off x="3230927" y="2993002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927" y="2993002"/>
                <a:ext cx="268993" cy="272254"/>
              </a:xfrm>
              <a:prstGeom prst="rect">
                <a:avLst/>
              </a:prstGeom>
              <a:blipFill>
                <a:blip r:embed="rId4"/>
                <a:stretch>
                  <a:fillRect r="-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群組 32">
            <a:extLst>
              <a:ext uri="{FF2B5EF4-FFF2-40B4-BE49-F238E27FC236}">
                <a16:creationId xmlns:a16="http://schemas.microsoft.com/office/drawing/2014/main" id="{6A0B58D1-42C1-4CB5-BA3E-EA6F7197B252}"/>
              </a:ext>
            </a:extLst>
          </p:cNvPr>
          <p:cNvGrpSpPr/>
          <p:nvPr/>
        </p:nvGrpSpPr>
        <p:grpSpPr>
          <a:xfrm>
            <a:off x="3262323" y="2801079"/>
            <a:ext cx="50518" cy="48461"/>
            <a:chOff x="1373392" y="2391862"/>
            <a:chExt cx="479433" cy="476535"/>
          </a:xfrm>
        </p:grpSpPr>
        <p:sp>
          <p:nvSpPr>
            <p:cNvPr id="36" name="箭號: 向右 35">
              <a:extLst>
                <a:ext uri="{FF2B5EF4-FFF2-40B4-BE49-F238E27FC236}">
                  <a16:creationId xmlns:a16="http://schemas.microsoft.com/office/drawing/2014/main" id="{4F78E4FD-EB91-46FA-9BDF-491D047471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7" name="箭號: 向右 36">
              <a:extLst>
                <a:ext uri="{FF2B5EF4-FFF2-40B4-BE49-F238E27FC236}">
                  <a16:creationId xmlns:a16="http://schemas.microsoft.com/office/drawing/2014/main" id="{5E35A25D-4007-47EC-AAFC-52AE6F735637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/>
              <p:nvPr/>
            </p:nvSpPr>
            <p:spPr>
              <a:xfrm>
                <a:off x="3138098" y="2557564"/>
                <a:ext cx="198362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8098" y="2557564"/>
                <a:ext cx="198362" cy="276614"/>
              </a:xfrm>
              <a:prstGeom prst="rect">
                <a:avLst/>
              </a:prstGeom>
              <a:blipFill>
                <a:blip r:embed="rId5"/>
                <a:stretch>
                  <a:fillRect r="-468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/>
              <p:nvPr/>
            </p:nvSpPr>
            <p:spPr>
              <a:xfrm>
                <a:off x="3227645" y="2753398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7645" y="2753398"/>
                <a:ext cx="149279" cy="262829"/>
              </a:xfrm>
              <a:prstGeom prst="rect">
                <a:avLst/>
              </a:prstGeom>
              <a:blipFill>
                <a:blip r:embed="rId6"/>
                <a:stretch>
                  <a:fillRect r="-6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3267015" y="3686758"/>
            <a:ext cx="50518" cy="48461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3142785" y="3443243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2785" y="3443243"/>
                <a:ext cx="182571" cy="276614"/>
              </a:xfrm>
              <a:prstGeom prst="rect">
                <a:avLst/>
              </a:prstGeom>
              <a:blipFill>
                <a:blip r:embed="rId5"/>
                <a:stretch>
                  <a:fillRect r="-620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3273613" y="3600976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613" y="3600976"/>
                <a:ext cx="149279" cy="262829"/>
              </a:xfrm>
              <a:prstGeom prst="rect">
                <a:avLst/>
              </a:prstGeom>
              <a:blipFill>
                <a:blip r:embed="rId7"/>
                <a:stretch>
                  <a:fillRect r="-7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20522708-3559-461F-B738-E68F45B69D9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3716343" y="3292931"/>
            <a:ext cx="260536" cy="871126"/>
          </a:xfrm>
          <a:prstGeom prst="rect">
            <a:avLst/>
          </a:prstGeom>
        </p:spPr>
      </p:pic>
      <p:pic>
        <p:nvPicPr>
          <p:cNvPr id="143" name="圖片 142">
            <a:extLst>
              <a:ext uri="{FF2B5EF4-FFF2-40B4-BE49-F238E27FC236}">
                <a16:creationId xmlns:a16="http://schemas.microsoft.com/office/drawing/2014/main" id="{CE609567-16AC-4D6A-805B-651C24F002AA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3714991" y="2414378"/>
            <a:ext cx="260536" cy="86401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/>
              <p:nvPr/>
            </p:nvSpPr>
            <p:spPr>
              <a:xfrm>
                <a:off x="3660888" y="3082237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0888" y="3082237"/>
                <a:ext cx="204146" cy="245324"/>
              </a:xfrm>
              <a:prstGeom prst="rect">
                <a:avLst/>
              </a:prstGeom>
              <a:blipFill>
                <a:blip r:embed="rId9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3668641" y="3967915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8641" y="3967915"/>
                <a:ext cx="204146" cy="245324"/>
              </a:xfrm>
              <a:prstGeom prst="rect">
                <a:avLst/>
              </a:prstGeom>
              <a:blipFill>
                <a:blip r:embed="rId9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2789821" y="4124924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9821" y="4124924"/>
                <a:ext cx="1082966" cy="262829"/>
              </a:xfrm>
              <a:prstGeom prst="rect">
                <a:avLst/>
              </a:prstGeom>
              <a:blipFill>
                <a:blip r:embed="rId10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1772007" y="732762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007" y="7327627"/>
                <a:ext cx="1100937" cy="262829"/>
              </a:xfrm>
              <a:prstGeom prst="rect">
                <a:avLst/>
              </a:prstGeom>
              <a:blipFill>
                <a:blip r:embed="rId11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2906036" y="7989335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036" y="7989335"/>
                <a:ext cx="1021987" cy="26282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blipFill>
                <a:blip r:embed="rId15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blipFill>
                <a:blip r:embed="rId16"/>
                <a:stretch>
                  <a:fillRect t="-90909" r="-52174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3359607" y="4691111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2917512" y="4749360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3359607" y="5726082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3165295" y="4749707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blipFill>
                <a:blip r:embed="rId17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3358953" y="572608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blipFill>
                <a:blip r:embed="rId18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blipFill>
                <a:blip r:embed="rId19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3165295" y="4749707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3859391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3413119" y="4957273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3415185" y="5264454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296577" y="5145740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2859585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3359771" y="4685660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369918" y="5199271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3261400" y="5268551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3361110" y="5173503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blipFill>
                <a:blip r:embed="rId21"/>
                <a:stretch>
                  <a:fillRect r="-17647"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3409206" y="4959972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3596345" y="540428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3121560" y="5029731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1835397" y="5323567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397" y="5323567"/>
                <a:ext cx="974158" cy="262829"/>
              </a:xfrm>
              <a:prstGeom prst="rect">
                <a:avLst/>
              </a:prstGeom>
              <a:blipFill>
                <a:blip r:embed="rId22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77B2AB87-5071-447A-AF7F-E86B82A679A6}"/>
              </a:ext>
            </a:extLst>
          </p:cNvPr>
          <p:cNvCxnSpPr>
            <a:cxnSpLocks/>
          </p:cNvCxnSpPr>
          <p:nvPr/>
        </p:nvCxnSpPr>
        <p:spPr>
          <a:xfrm>
            <a:off x="3708400" y="5537200"/>
            <a:ext cx="406400" cy="56832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3948082" y="533245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082" y="5332457"/>
                <a:ext cx="1100937" cy="262829"/>
              </a:xfrm>
              <a:prstGeom prst="rect">
                <a:avLst/>
              </a:prstGeom>
              <a:blipFill>
                <a:blip r:embed="rId23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3948082" y="7249560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082" y="7249560"/>
                <a:ext cx="1100937" cy="262829"/>
              </a:xfrm>
              <a:prstGeom prst="rect">
                <a:avLst/>
              </a:prstGeom>
              <a:blipFill>
                <a:blip r:embed="rId24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072C32C3-02A9-4845-9045-4A0AD873826B}"/>
              </a:ext>
            </a:extLst>
          </p:cNvPr>
          <p:cNvCxnSpPr>
            <a:cxnSpLocks/>
          </p:cNvCxnSpPr>
          <p:nvPr/>
        </p:nvCxnSpPr>
        <p:spPr>
          <a:xfrm>
            <a:off x="2546785" y="4195675"/>
            <a:ext cx="607387" cy="86782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0" name="圖片 69">
            <a:extLst>
              <a:ext uri="{FF2B5EF4-FFF2-40B4-BE49-F238E27FC236}">
                <a16:creationId xmlns:a16="http://schemas.microsoft.com/office/drawing/2014/main" id="{D46476D2-6E27-437E-BC02-4C4650B64389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68043"/>
          <a:stretch/>
        </p:blipFill>
        <p:spPr>
          <a:xfrm>
            <a:off x="3963294" y="2465551"/>
            <a:ext cx="1234633" cy="240163"/>
          </a:xfrm>
          <a:prstGeom prst="rect">
            <a:avLst/>
          </a:prstGeom>
        </p:spPr>
      </p:pic>
      <p:pic>
        <p:nvPicPr>
          <p:cNvPr id="71" name="圖片 70">
            <a:extLst>
              <a:ext uri="{FF2B5EF4-FFF2-40B4-BE49-F238E27FC236}">
                <a16:creationId xmlns:a16="http://schemas.microsoft.com/office/drawing/2014/main" id="{193D39BE-52B5-4EAD-AFC8-3B7DF6F078E3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3963294" y="3300047"/>
            <a:ext cx="1234633" cy="297228"/>
          </a:xfrm>
          <a:prstGeom prst="rect">
            <a:avLst/>
          </a:prstGeom>
        </p:spPr>
      </p:pic>
      <p:pic>
        <p:nvPicPr>
          <p:cNvPr id="74" name="圖片 73">
            <a:extLst>
              <a:ext uri="{FF2B5EF4-FFF2-40B4-BE49-F238E27FC236}">
                <a16:creationId xmlns:a16="http://schemas.microsoft.com/office/drawing/2014/main" id="{CD870927-DD84-4047-9E25-2070DA9856BD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l="9650" t="22680" r="8947" b="18411"/>
          <a:stretch/>
        </p:blipFill>
        <p:spPr>
          <a:xfrm>
            <a:off x="4072390" y="3370256"/>
            <a:ext cx="504374" cy="100293"/>
          </a:xfrm>
          <a:prstGeom prst="rect">
            <a:avLst/>
          </a:prstGeom>
        </p:spPr>
      </p:pic>
      <p:pic>
        <p:nvPicPr>
          <p:cNvPr id="75" name="圖片 74">
            <a:extLst>
              <a:ext uri="{FF2B5EF4-FFF2-40B4-BE49-F238E27FC236}">
                <a16:creationId xmlns:a16="http://schemas.microsoft.com/office/drawing/2014/main" id="{DEA4EC7B-903D-4344-A0D5-AB175E196F25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l="9650" t="22680" r="8947" b="18411"/>
          <a:stretch/>
        </p:blipFill>
        <p:spPr>
          <a:xfrm>
            <a:off x="4072390" y="2479668"/>
            <a:ext cx="504374" cy="100293"/>
          </a:xfrm>
          <a:prstGeom prst="rect">
            <a:avLst/>
          </a:prstGeom>
        </p:spPr>
      </p:pic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EB7BEC6F-3B2D-4394-97F4-F8834EA0810E}"/>
              </a:ext>
            </a:extLst>
          </p:cNvPr>
          <p:cNvCxnSpPr>
            <a:cxnSpLocks/>
          </p:cNvCxnSpPr>
          <p:nvPr/>
        </p:nvCxnSpPr>
        <p:spPr>
          <a:xfrm flipH="1">
            <a:off x="2736850" y="5307431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E1C408A5-AE49-439C-AA5A-32C9D24E09FE}"/>
              </a:ext>
            </a:extLst>
          </p:cNvPr>
          <p:cNvCxnSpPr>
            <a:cxnSpLocks/>
          </p:cNvCxnSpPr>
          <p:nvPr/>
        </p:nvCxnSpPr>
        <p:spPr>
          <a:xfrm flipV="1">
            <a:off x="3959225" y="4946651"/>
            <a:ext cx="123825" cy="263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8" name="圖片 97">
            <a:extLst>
              <a:ext uri="{FF2B5EF4-FFF2-40B4-BE49-F238E27FC236}">
                <a16:creationId xmlns:a16="http://schemas.microsoft.com/office/drawing/2014/main" id="{9F4714AB-B300-4C5B-8D6B-372C40740C30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073"/>
          <a:stretch/>
        </p:blipFill>
        <p:spPr>
          <a:xfrm>
            <a:off x="1912869" y="3653550"/>
            <a:ext cx="847794" cy="1691004"/>
          </a:xfrm>
          <a:prstGeom prst="rect">
            <a:avLst/>
          </a:prstGeom>
        </p:spPr>
      </p:pic>
      <p:pic>
        <p:nvPicPr>
          <p:cNvPr id="99" name="圖片 98">
            <a:extLst>
              <a:ext uri="{FF2B5EF4-FFF2-40B4-BE49-F238E27FC236}">
                <a16:creationId xmlns:a16="http://schemas.microsoft.com/office/drawing/2014/main" id="{10C7541B-7B1B-4E1C-85FF-FE3EACF654F3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748"/>
          <a:stretch/>
        </p:blipFill>
        <p:spPr>
          <a:xfrm>
            <a:off x="4046407" y="5542545"/>
            <a:ext cx="853313" cy="169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142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0A201059-CBEA-450E-A194-C87A6FD41662}"/>
              </a:ext>
            </a:extLst>
          </p:cNvPr>
          <p:cNvSpPr/>
          <p:nvPr/>
        </p:nvSpPr>
        <p:spPr>
          <a:xfrm>
            <a:off x="1752599" y="2940050"/>
            <a:ext cx="3638551" cy="4495800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67474C67-3A3E-4AFD-AF09-98F405C88E92}"/>
              </a:ext>
            </a:extLst>
          </p:cNvPr>
          <p:cNvCxnSpPr>
            <a:cxnSpLocks/>
          </p:cNvCxnSpPr>
          <p:nvPr/>
        </p:nvCxnSpPr>
        <p:spPr>
          <a:xfrm>
            <a:off x="3708400" y="5537200"/>
            <a:ext cx="342900" cy="479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F8FE3D84-0E2C-401B-B87D-883B6B27A668}"/>
              </a:ext>
            </a:extLst>
          </p:cNvPr>
          <p:cNvCxnSpPr>
            <a:cxnSpLocks/>
          </p:cNvCxnSpPr>
          <p:nvPr/>
        </p:nvCxnSpPr>
        <p:spPr>
          <a:xfrm>
            <a:off x="2755900" y="4494455"/>
            <a:ext cx="398272" cy="56904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6029F8B7-280E-4D69-8E33-039F171CA7F7}"/>
              </a:ext>
            </a:extLst>
          </p:cNvPr>
          <p:cNvCxnSpPr>
            <a:cxnSpLocks/>
          </p:cNvCxnSpPr>
          <p:nvPr/>
        </p:nvCxnSpPr>
        <p:spPr>
          <a:xfrm flipH="1">
            <a:off x="2736850" y="5307431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42AAC6EA-C116-4DC8-86F0-2F2116BE174F}"/>
              </a:ext>
            </a:extLst>
          </p:cNvPr>
          <p:cNvCxnSpPr>
            <a:cxnSpLocks/>
          </p:cNvCxnSpPr>
          <p:nvPr/>
        </p:nvCxnSpPr>
        <p:spPr>
          <a:xfrm flipV="1">
            <a:off x="3959225" y="4987193"/>
            <a:ext cx="104775" cy="22298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89" name="圖片 88">
            <a:extLst>
              <a:ext uri="{FF2B5EF4-FFF2-40B4-BE49-F238E27FC236}">
                <a16:creationId xmlns:a16="http://schemas.microsoft.com/office/drawing/2014/main" id="{A754C8C1-6812-423C-80DE-0B9597F09E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606"/>
          <a:stretch/>
        </p:blipFill>
        <p:spPr>
          <a:xfrm>
            <a:off x="2960220" y="3276600"/>
            <a:ext cx="859305" cy="852466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8708A4BB-0E45-4642-B697-9316736AD31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2" t="70186" r="4524" b="8575"/>
          <a:stretch/>
        </p:blipFill>
        <p:spPr>
          <a:xfrm>
            <a:off x="3881438" y="3295650"/>
            <a:ext cx="235743" cy="9104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3344087" y="387496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087" y="3874967"/>
                <a:ext cx="268993" cy="272254"/>
              </a:xfrm>
              <a:prstGeom prst="rect">
                <a:avLst/>
              </a:prstGeom>
              <a:blipFill>
                <a:blip r:embed="rId4"/>
                <a:stretch>
                  <a:fillRect r="-72727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3390840" y="3686758"/>
            <a:ext cx="50518" cy="48461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3266610" y="3443243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6610" y="3443243"/>
                <a:ext cx="182571" cy="276614"/>
              </a:xfrm>
              <a:prstGeom prst="rect">
                <a:avLst/>
              </a:prstGeom>
              <a:blipFill>
                <a:blip r:embed="rId5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3397438" y="3600976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438" y="3600976"/>
                <a:ext cx="149279" cy="262829"/>
              </a:xfrm>
              <a:prstGeom prst="rect">
                <a:avLst/>
              </a:prstGeom>
              <a:blipFill>
                <a:blip r:embed="rId6"/>
                <a:stretch>
                  <a:fillRect r="-6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3792466" y="3967915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2466" y="3967915"/>
                <a:ext cx="204146" cy="245324"/>
              </a:xfrm>
              <a:prstGeom prst="rect">
                <a:avLst/>
              </a:prstGeom>
              <a:blipFill>
                <a:blip r:embed="rId7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2913646" y="4124924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3646" y="4124924"/>
                <a:ext cx="1082966" cy="262829"/>
              </a:xfrm>
              <a:prstGeom prst="rect">
                <a:avLst/>
              </a:prstGeom>
              <a:blipFill>
                <a:blip r:embed="rId8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1772007" y="6217964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007" y="6217964"/>
                <a:ext cx="1100937" cy="262829"/>
              </a:xfrm>
              <a:prstGeom prst="rect">
                <a:avLst/>
              </a:prstGeom>
              <a:blipFill>
                <a:blip r:embed="rId9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2906036" y="7138435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036" y="7138435"/>
                <a:ext cx="1021987" cy="26282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blipFill>
                <a:blip r:embed="rId11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blipFill>
                <a:blip r:embed="rId12"/>
                <a:stretch>
                  <a:fillRect t="-90909" r="-52174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3359607" y="4691111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2917512" y="4749360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3359607" y="5726082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3165295" y="4749707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blipFill>
                <a:blip r:embed="rId13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3358953" y="572608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blipFill>
                <a:blip r:embed="rId14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blipFill>
                <a:blip r:embed="rId15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3165295" y="4749707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3859391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3413119" y="4957273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3415185" y="5264454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296577" y="5145740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2859585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3359771" y="4685660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369918" y="5199271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3261400" y="5268551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3361110" y="5173503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blipFill>
                <a:blip r:embed="rId17"/>
                <a:stretch>
                  <a:fillRect r="-17647"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3409206" y="4959972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3596345" y="540428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3121560" y="5029731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1835397" y="5047342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397" y="5047342"/>
                <a:ext cx="974158" cy="262829"/>
              </a:xfrm>
              <a:prstGeom prst="rect">
                <a:avLst/>
              </a:prstGeom>
              <a:blipFill>
                <a:blip r:embed="rId18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4094605" y="5024482"/>
                <a:ext cx="750742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4605" y="5024482"/>
                <a:ext cx="750742" cy="262829"/>
              </a:xfrm>
              <a:prstGeom prst="rect">
                <a:avLst/>
              </a:prstGeom>
              <a:blipFill>
                <a:blip r:embed="rId19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3919507" y="6195460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07" y="6195460"/>
                <a:ext cx="1100937" cy="262829"/>
              </a:xfrm>
              <a:prstGeom prst="rect">
                <a:avLst/>
              </a:prstGeom>
              <a:blipFill>
                <a:blip r:embed="rId20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5CECF8F-FA0B-4980-9EA4-B7ACFDA333DC}"/>
                  </a:ext>
                </a:extLst>
              </p:cNvPr>
              <p:cNvSpPr/>
              <p:nvPr/>
            </p:nvSpPr>
            <p:spPr>
              <a:xfrm>
                <a:off x="-1268794" y="2414613"/>
                <a:ext cx="1356462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 −1, −1, 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5CECF8F-FA0B-4980-9EA4-B7ACFDA333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68794" y="2414613"/>
                <a:ext cx="1356462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文字方塊 85">
            <a:extLst>
              <a:ext uri="{FF2B5EF4-FFF2-40B4-BE49-F238E27FC236}">
                <a16:creationId xmlns:a16="http://schemas.microsoft.com/office/drawing/2014/main" id="{51FB45EE-9CD2-46E0-8B45-A07F88EED04A}"/>
              </a:ext>
            </a:extLst>
          </p:cNvPr>
          <p:cNvSpPr txBox="1"/>
          <p:nvPr/>
        </p:nvSpPr>
        <p:spPr>
          <a:xfrm>
            <a:off x="1902277" y="2923185"/>
            <a:ext cx="3332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 excitons transition rate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3" name="圖片 72">
            <a:extLst>
              <a:ext uri="{FF2B5EF4-FFF2-40B4-BE49-F238E27FC236}">
                <a16:creationId xmlns:a16="http://schemas.microsoft.com/office/drawing/2014/main" id="{C70DECF2-887F-44E8-BABC-A3DE808BAA8D}"/>
              </a:ext>
            </a:extLst>
          </p:cNvPr>
          <p:cNvPicPr>
            <a:picLocks noChangeAspect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78239" y="3657599"/>
            <a:ext cx="1290686" cy="258137"/>
          </a:xfrm>
          <a:prstGeom prst="rect">
            <a:avLst/>
          </a:prstGeom>
        </p:spPr>
      </p:pic>
      <p:pic>
        <p:nvPicPr>
          <p:cNvPr id="90" name="圖片 89">
            <a:extLst>
              <a:ext uri="{FF2B5EF4-FFF2-40B4-BE49-F238E27FC236}">
                <a16:creationId xmlns:a16="http://schemas.microsoft.com/office/drawing/2014/main" id="{6D948965-B9BC-495E-8805-B3F7BA41BC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454"/>
          <a:stretch/>
        </p:blipFill>
        <p:spPr>
          <a:xfrm>
            <a:off x="2957513" y="6270710"/>
            <a:ext cx="862012" cy="852466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0715470E-CE9F-49C3-B042-45D2E7A3A740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r="50731"/>
          <a:stretch/>
        </p:blipFill>
        <p:spPr>
          <a:xfrm>
            <a:off x="1904681" y="5368527"/>
            <a:ext cx="844869" cy="832402"/>
          </a:xfrm>
          <a:prstGeom prst="rect">
            <a:avLst/>
          </a:prstGeom>
        </p:spPr>
      </p:pic>
      <p:pic>
        <p:nvPicPr>
          <p:cNvPr id="70" name="圖片 69">
            <a:extLst>
              <a:ext uri="{FF2B5EF4-FFF2-40B4-BE49-F238E27FC236}">
                <a16:creationId xmlns:a16="http://schemas.microsoft.com/office/drawing/2014/main" id="{196A8B29-FD35-4DC0-8E4F-39AB4D6BDA90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l="51398"/>
          <a:stretch/>
        </p:blipFill>
        <p:spPr>
          <a:xfrm>
            <a:off x="4050506" y="4204096"/>
            <a:ext cx="833437" cy="832402"/>
          </a:xfrm>
          <a:prstGeom prst="rect">
            <a:avLst/>
          </a:prstGeom>
        </p:spPr>
      </p:pic>
      <p:pic>
        <p:nvPicPr>
          <p:cNvPr id="71" name="圖片 70">
            <a:extLst>
              <a:ext uri="{FF2B5EF4-FFF2-40B4-BE49-F238E27FC236}">
                <a16:creationId xmlns:a16="http://schemas.microsoft.com/office/drawing/2014/main" id="{D718A3AC-2704-461E-BC86-41543E75A817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t="1067" r="51003"/>
          <a:stretch/>
        </p:blipFill>
        <p:spPr>
          <a:xfrm>
            <a:off x="1905532" y="4221956"/>
            <a:ext cx="842431" cy="836325"/>
          </a:xfrm>
          <a:prstGeom prst="rect">
            <a:avLst/>
          </a:prstGeom>
        </p:spPr>
      </p:pic>
      <p:pic>
        <p:nvPicPr>
          <p:cNvPr id="74" name="圖片 73">
            <a:extLst>
              <a:ext uri="{FF2B5EF4-FFF2-40B4-BE49-F238E27FC236}">
                <a16:creationId xmlns:a16="http://schemas.microsoft.com/office/drawing/2014/main" id="{80C95606-42B6-40BE-86B4-184403E78A4B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l="51710" t="1067"/>
          <a:stretch/>
        </p:blipFill>
        <p:spPr>
          <a:xfrm>
            <a:off x="4057650" y="5336431"/>
            <a:ext cx="830269" cy="83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382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0A201059-CBEA-450E-A194-C87A6FD41662}"/>
              </a:ext>
            </a:extLst>
          </p:cNvPr>
          <p:cNvSpPr/>
          <p:nvPr/>
        </p:nvSpPr>
        <p:spPr>
          <a:xfrm>
            <a:off x="1752599" y="2940050"/>
            <a:ext cx="3638551" cy="4495800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66" name="圖片 65">
            <a:extLst>
              <a:ext uri="{FF2B5EF4-FFF2-40B4-BE49-F238E27FC236}">
                <a16:creationId xmlns:a16="http://schemas.microsoft.com/office/drawing/2014/main" id="{E05A76E0-F331-44F5-B3BE-7A61DAD29C6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000"/>
          <a:stretch/>
        </p:blipFill>
        <p:spPr>
          <a:xfrm>
            <a:off x="2978150" y="3278886"/>
            <a:ext cx="874713" cy="839724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8708A4BB-0E45-4642-B697-9316736AD31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2" t="70186" r="4524" b="8575"/>
          <a:stretch/>
        </p:blipFill>
        <p:spPr>
          <a:xfrm>
            <a:off x="3881438" y="3295650"/>
            <a:ext cx="235743" cy="9104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3344087" y="387496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087" y="3874967"/>
                <a:ext cx="268993" cy="272254"/>
              </a:xfrm>
              <a:prstGeom prst="rect">
                <a:avLst/>
              </a:prstGeom>
              <a:blipFill>
                <a:blip r:embed="rId4"/>
                <a:stretch>
                  <a:fillRect r="-72727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3390840" y="3686758"/>
            <a:ext cx="50518" cy="48461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3266610" y="3443243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6610" y="3443243"/>
                <a:ext cx="182571" cy="276614"/>
              </a:xfrm>
              <a:prstGeom prst="rect">
                <a:avLst/>
              </a:prstGeom>
              <a:blipFill>
                <a:blip r:embed="rId5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3397438" y="3600976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438" y="3600976"/>
                <a:ext cx="149279" cy="262829"/>
              </a:xfrm>
              <a:prstGeom prst="rect">
                <a:avLst/>
              </a:prstGeom>
              <a:blipFill>
                <a:blip r:embed="rId6"/>
                <a:stretch>
                  <a:fillRect r="-6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3792466" y="3967915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2466" y="3967915"/>
                <a:ext cx="204146" cy="245324"/>
              </a:xfrm>
              <a:prstGeom prst="rect">
                <a:avLst/>
              </a:prstGeom>
              <a:blipFill>
                <a:blip r:embed="rId7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2913646" y="4124924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3646" y="4124924"/>
                <a:ext cx="1082966" cy="262829"/>
              </a:xfrm>
              <a:prstGeom prst="rect">
                <a:avLst/>
              </a:prstGeom>
              <a:blipFill>
                <a:blip r:embed="rId8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1772007" y="6213202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007" y="6213202"/>
                <a:ext cx="1100937" cy="262829"/>
              </a:xfrm>
              <a:prstGeom prst="rect">
                <a:avLst/>
              </a:prstGeom>
              <a:blipFill>
                <a:blip r:embed="rId9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2906036" y="7138435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036" y="7138435"/>
                <a:ext cx="1021987" cy="26282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blipFill>
                <a:blip r:embed="rId11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blipFill>
                <a:blip r:embed="rId12"/>
                <a:stretch>
                  <a:fillRect t="-90909" r="-40217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3359607" y="4691111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2917512" y="4749360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3359607" y="5726082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3165295" y="4749707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blipFill>
                <a:blip r:embed="rId13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3358953" y="572608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blipFill>
                <a:blip r:embed="rId14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blipFill>
                <a:blip r:embed="rId15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3165295" y="4749707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3859391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3413119" y="4957273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3415185" y="5264454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296577" y="5145740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2859585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3359771" y="4685660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369918" y="5199271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3261400" y="5268551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3361110" y="5173503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blipFill>
                <a:blip r:embed="rId17"/>
                <a:stretch>
                  <a:fillRect r="-17647"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3409206" y="4959972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3596345" y="540428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3121560" y="5029731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1835397" y="5056867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397" y="5056867"/>
                <a:ext cx="974158" cy="262829"/>
              </a:xfrm>
              <a:prstGeom prst="rect">
                <a:avLst/>
              </a:prstGeom>
              <a:blipFill>
                <a:blip r:embed="rId18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3919507" y="5019719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07" y="5019719"/>
                <a:ext cx="1100937" cy="262829"/>
              </a:xfrm>
              <a:prstGeom prst="rect">
                <a:avLst/>
              </a:prstGeom>
              <a:blipFill>
                <a:blip r:embed="rId19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3919507" y="6181173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07" y="6181173"/>
                <a:ext cx="1100937" cy="262829"/>
              </a:xfrm>
              <a:prstGeom prst="rect">
                <a:avLst/>
              </a:prstGeom>
              <a:blipFill>
                <a:blip r:embed="rId20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5CECF8F-FA0B-4980-9EA4-B7ACFDA333DC}"/>
                  </a:ext>
                </a:extLst>
              </p:cNvPr>
              <p:cNvSpPr/>
              <p:nvPr/>
            </p:nvSpPr>
            <p:spPr>
              <a:xfrm>
                <a:off x="-1268794" y="2414613"/>
                <a:ext cx="1183337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1, 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−1, 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5CECF8F-FA0B-4980-9EA4-B7ACFDA333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68794" y="2414613"/>
                <a:ext cx="1183337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文字方塊 85">
            <a:extLst>
              <a:ext uri="{FF2B5EF4-FFF2-40B4-BE49-F238E27FC236}">
                <a16:creationId xmlns:a16="http://schemas.microsoft.com/office/drawing/2014/main" id="{51FB45EE-9CD2-46E0-8B45-A07F88EED04A}"/>
              </a:ext>
            </a:extLst>
          </p:cNvPr>
          <p:cNvSpPr txBox="1"/>
          <p:nvPr/>
        </p:nvSpPr>
        <p:spPr>
          <a:xfrm>
            <a:off x="1902277" y="2923185"/>
            <a:ext cx="3332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 excitons transition rate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3" name="圖片 72">
            <a:extLst>
              <a:ext uri="{FF2B5EF4-FFF2-40B4-BE49-F238E27FC236}">
                <a16:creationId xmlns:a16="http://schemas.microsoft.com/office/drawing/2014/main" id="{C70DECF2-887F-44E8-BABC-A3DE808BAA8D}"/>
              </a:ext>
            </a:extLst>
          </p:cNvPr>
          <p:cNvPicPr>
            <a:picLocks noChangeAspect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78239" y="3657599"/>
            <a:ext cx="1290686" cy="258137"/>
          </a:xfrm>
          <a:prstGeom prst="rect">
            <a:avLst/>
          </a:prstGeom>
        </p:spPr>
      </p:pic>
      <p:pic>
        <p:nvPicPr>
          <p:cNvPr id="74" name="圖片 73">
            <a:extLst>
              <a:ext uri="{FF2B5EF4-FFF2-40B4-BE49-F238E27FC236}">
                <a16:creationId xmlns:a16="http://schemas.microsoft.com/office/drawing/2014/main" id="{F7DCB2BE-9481-4564-B0BD-1078CC035CFC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l="25321" r="50344"/>
          <a:stretch/>
        </p:blipFill>
        <p:spPr>
          <a:xfrm>
            <a:off x="2971800" y="6282053"/>
            <a:ext cx="847725" cy="840605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60620FC7-D77B-485E-8634-92B77B105FA9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l="10337" t="20546" r="9330" b="19264"/>
          <a:stretch/>
        </p:blipFill>
        <p:spPr>
          <a:xfrm>
            <a:off x="4195763" y="3650015"/>
            <a:ext cx="547687" cy="129029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A9EAE050-FE34-4453-B019-8DBC0D7074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969" r="49713"/>
          <a:stretch/>
        </p:blipFill>
        <p:spPr>
          <a:xfrm>
            <a:off x="2952750" y="6292075"/>
            <a:ext cx="885825" cy="839724"/>
          </a:xfrm>
          <a:prstGeom prst="rect">
            <a:avLst/>
          </a:prstGeom>
        </p:spPr>
      </p:pic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843D5542-0B1E-4788-A965-D515E7E4A917}"/>
              </a:ext>
            </a:extLst>
          </p:cNvPr>
          <p:cNvCxnSpPr>
            <a:cxnSpLocks/>
          </p:cNvCxnSpPr>
          <p:nvPr/>
        </p:nvCxnSpPr>
        <p:spPr>
          <a:xfrm>
            <a:off x="3708400" y="5537200"/>
            <a:ext cx="342900" cy="479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A4FFC2DB-BF07-454C-90AB-9A8E2D846B62}"/>
              </a:ext>
            </a:extLst>
          </p:cNvPr>
          <p:cNvCxnSpPr>
            <a:cxnSpLocks/>
          </p:cNvCxnSpPr>
          <p:nvPr/>
        </p:nvCxnSpPr>
        <p:spPr>
          <a:xfrm>
            <a:off x="2755900" y="4494455"/>
            <a:ext cx="398272" cy="56904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7134F33C-A8D5-465F-A5C2-AD7DB90717A6}"/>
              </a:ext>
            </a:extLst>
          </p:cNvPr>
          <p:cNvCxnSpPr>
            <a:cxnSpLocks/>
          </p:cNvCxnSpPr>
          <p:nvPr/>
        </p:nvCxnSpPr>
        <p:spPr>
          <a:xfrm flipH="1">
            <a:off x="2736850" y="5307431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AD627214-F76D-46F6-9B48-120C3016B40F}"/>
              </a:ext>
            </a:extLst>
          </p:cNvPr>
          <p:cNvCxnSpPr>
            <a:cxnSpLocks/>
          </p:cNvCxnSpPr>
          <p:nvPr/>
        </p:nvCxnSpPr>
        <p:spPr>
          <a:xfrm flipV="1">
            <a:off x="3959225" y="4987193"/>
            <a:ext cx="104775" cy="22298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8" name="圖片 77">
            <a:extLst>
              <a:ext uri="{FF2B5EF4-FFF2-40B4-BE49-F238E27FC236}">
                <a16:creationId xmlns:a16="http://schemas.microsoft.com/office/drawing/2014/main" id="{6CFAF60E-ED5C-4431-B59E-1B980D00A0E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740" r="-371"/>
          <a:stretch/>
        </p:blipFill>
        <p:spPr>
          <a:xfrm>
            <a:off x="4033837" y="4199768"/>
            <a:ext cx="861793" cy="839724"/>
          </a:xfrm>
          <a:prstGeom prst="rect">
            <a:avLst/>
          </a:prstGeom>
        </p:spPr>
      </p:pic>
      <p:pic>
        <p:nvPicPr>
          <p:cNvPr id="81" name="圖片 80">
            <a:extLst>
              <a:ext uri="{FF2B5EF4-FFF2-40B4-BE49-F238E27FC236}">
                <a16:creationId xmlns:a16="http://schemas.microsoft.com/office/drawing/2014/main" id="{23E50205-2B54-43CA-A690-8F40BCC5CA7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343" r="24408"/>
          <a:stretch/>
        </p:blipFill>
        <p:spPr>
          <a:xfrm>
            <a:off x="1878806" y="5356602"/>
            <a:ext cx="883444" cy="839724"/>
          </a:xfrm>
          <a:prstGeom prst="rect">
            <a:avLst/>
          </a:prstGeom>
        </p:spPr>
      </p:pic>
      <p:pic>
        <p:nvPicPr>
          <p:cNvPr id="82" name="圖片 81">
            <a:extLst>
              <a:ext uri="{FF2B5EF4-FFF2-40B4-BE49-F238E27FC236}">
                <a16:creationId xmlns:a16="http://schemas.microsoft.com/office/drawing/2014/main" id="{DFC059D8-9972-474C-A020-516C244260FE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250"/>
          <a:stretch/>
        </p:blipFill>
        <p:spPr>
          <a:xfrm>
            <a:off x="4040981" y="5328443"/>
            <a:ext cx="846177" cy="823913"/>
          </a:xfrm>
          <a:prstGeom prst="rect">
            <a:avLst/>
          </a:prstGeom>
        </p:spPr>
      </p:pic>
      <p:pic>
        <p:nvPicPr>
          <p:cNvPr id="83" name="圖片 82">
            <a:extLst>
              <a:ext uri="{FF2B5EF4-FFF2-40B4-BE49-F238E27FC236}">
                <a16:creationId xmlns:a16="http://schemas.microsoft.com/office/drawing/2014/main" id="{92ADD338-DADD-4220-91D8-88B89FD6B294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683"/>
          <a:stretch/>
        </p:blipFill>
        <p:spPr>
          <a:xfrm>
            <a:off x="1906766" y="4231480"/>
            <a:ext cx="838815" cy="82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767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0A201059-CBEA-450E-A194-C87A6FD41662}"/>
              </a:ext>
            </a:extLst>
          </p:cNvPr>
          <p:cNvSpPr/>
          <p:nvPr/>
        </p:nvSpPr>
        <p:spPr>
          <a:xfrm>
            <a:off x="1752599" y="2940050"/>
            <a:ext cx="3638551" cy="4495800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76" name="圖片 75">
            <a:extLst>
              <a:ext uri="{FF2B5EF4-FFF2-40B4-BE49-F238E27FC236}">
                <a16:creationId xmlns:a16="http://schemas.microsoft.com/office/drawing/2014/main" id="{1A8F011C-674C-4011-AEF5-C808C8EEE7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5834"/>
          <a:stretch/>
        </p:blipFill>
        <p:spPr>
          <a:xfrm>
            <a:off x="2986088" y="3281364"/>
            <a:ext cx="838200" cy="836002"/>
          </a:xfrm>
          <a:prstGeom prst="rect">
            <a:avLst/>
          </a:prstGeom>
        </p:spPr>
      </p:pic>
      <p:pic>
        <p:nvPicPr>
          <p:cNvPr id="77" name="圖片 76">
            <a:extLst>
              <a:ext uri="{FF2B5EF4-FFF2-40B4-BE49-F238E27FC236}">
                <a16:creationId xmlns:a16="http://schemas.microsoft.com/office/drawing/2014/main" id="{39760425-45C4-4A64-8812-4FCC04E4B5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539" r="50569"/>
          <a:stretch/>
        </p:blipFill>
        <p:spPr>
          <a:xfrm>
            <a:off x="2976562" y="6291265"/>
            <a:ext cx="828675" cy="836002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8708A4BB-0E45-4642-B697-9316736AD31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2" t="70186" r="4524" b="8575"/>
          <a:stretch/>
        </p:blipFill>
        <p:spPr>
          <a:xfrm>
            <a:off x="3881438" y="3295650"/>
            <a:ext cx="235743" cy="9104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3344087" y="387496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087" y="3874967"/>
                <a:ext cx="268993" cy="272254"/>
              </a:xfrm>
              <a:prstGeom prst="rect">
                <a:avLst/>
              </a:prstGeom>
              <a:blipFill>
                <a:blip r:embed="rId4"/>
                <a:stretch>
                  <a:fillRect r="-72727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3390840" y="3686758"/>
            <a:ext cx="50518" cy="48461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3266610" y="3443243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6610" y="3443243"/>
                <a:ext cx="182571" cy="276614"/>
              </a:xfrm>
              <a:prstGeom prst="rect">
                <a:avLst/>
              </a:prstGeom>
              <a:blipFill>
                <a:blip r:embed="rId5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3397438" y="3600976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438" y="3600976"/>
                <a:ext cx="149279" cy="262829"/>
              </a:xfrm>
              <a:prstGeom prst="rect">
                <a:avLst/>
              </a:prstGeom>
              <a:blipFill>
                <a:blip r:embed="rId6"/>
                <a:stretch>
                  <a:fillRect r="-6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3792466" y="3967915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2466" y="3967915"/>
                <a:ext cx="204146" cy="245324"/>
              </a:xfrm>
              <a:prstGeom prst="rect">
                <a:avLst/>
              </a:prstGeom>
              <a:blipFill>
                <a:blip r:embed="rId7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2913646" y="4124924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3646" y="4124924"/>
                <a:ext cx="1082966" cy="262829"/>
              </a:xfrm>
              <a:prstGeom prst="rect">
                <a:avLst/>
              </a:prstGeom>
              <a:blipFill>
                <a:blip r:embed="rId8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1772007" y="6194152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007" y="6194152"/>
                <a:ext cx="1100937" cy="262829"/>
              </a:xfrm>
              <a:prstGeom prst="rect">
                <a:avLst/>
              </a:prstGeom>
              <a:blipFill>
                <a:blip r:embed="rId9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2906036" y="7138435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036" y="7138435"/>
                <a:ext cx="1021987" cy="26282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blipFill>
                <a:blip r:embed="rId11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blipFill>
                <a:blip r:embed="rId12"/>
                <a:stretch>
                  <a:fillRect t="-90909" r="-40217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3359607" y="4691111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2917512" y="4749360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3359607" y="5726082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3165295" y="4749707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blipFill>
                <a:blip r:embed="rId13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3358953" y="572608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blipFill>
                <a:blip r:embed="rId14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blipFill>
                <a:blip r:embed="rId15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3165295" y="4749707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3859391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3413119" y="4957273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3415185" y="5264454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296577" y="5145740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2859585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3359771" y="4685660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369918" y="5199271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3261400" y="5268551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3361110" y="5173503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blipFill>
                <a:blip r:embed="rId17"/>
                <a:stretch>
                  <a:fillRect r="-17647"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3409206" y="4959972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3596345" y="540428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3121560" y="5029731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1835397" y="5042579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397" y="5042579"/>
                <a:ext cx="974158" cy="262829"/>
              </a:xfrm>
              <a:prstGeom prst="rect">
                <a:avLst/>
              </a:prstGeom>
              <a:blipFill>
                <a:blip r:embed="rId18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3919507" y="501495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07" y="5014957"/>
                <a:ext cx="1100937" cy="262829"/>
              </a:xfrm>
              <a:prstGeom prst="rect">
                <a:avLst/>
              </a:prstGeom>
              <a:blipFill>
                <a:blip r:embed="rId19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3919507" y="6185935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07" y="6185935"/>
                <a:ext cx="1100937" cy="262829"/>
              </a:xfrm>
              <a:prstGeom prst="rect">
                <a:avLst/>
              </a:prstGeom>
              <a:blipFill>
                <a:blip r:embed="rId20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5CECF8F-FA0B-4980-9EA4-B7ACFDA333DC}"/>
                  </a:ext>
                </a:extLst>
              </p:cNvPr>
              <p:cNvSpPr/>
              <p:nvPr/>
            </p:nvSpPr>
            <p:spPr>
              <a:xfrm>
                <a:off x="-1268794" y="2414613"/>
                <a:ext cx="1183337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1, 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−1, 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5CECF8F-FA0B-4980-9EA4-B7ACFDA333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68794" y="2414613"/>
                <a:ext cx="1183337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文字方塊 85">
            <a:extLst>
              <a:ext uri="{FF2B5EF4-FFF2-40B4-BE49-F238E27FC236}">
                <a16:creationId xmlns:a16="http://schemas.microsoft.com/office/drawing/2014/main" id="{51FB45EE-9CD2-46E0-8B45-A07F88EED04A}"/>
              </a:ext>
            </a:extLst>
          </p:cNvPr>
          <p:cNvSpPr txBox="1"/>
          <p:nvPr/>
        </p:nvSpPr>
        <p:spPr>
          <a:xfrm>
            <a:off x="1902277" y="2923185"/>
            <a:ext cx="3332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 excitons transition rate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3" name="圖片 72">
            <a:extLst>
              <a:ext uri="{FF2B5EF4-FFF2-40B4-BE49-F238E27FC236}">
                <a16:creationId xmlns:a16="http://schemas.microsoft.com/office/drawing/2014/main" id="{C70DECF2-887F-44E8-BABC-A3DE808BAA8D}"/>
              </a:ext>
            </a:extLst>
          </p:cNvPr>
          <p:cNvPicPr>
            <a:picLocks noChangeAspect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78239" y="3657599"/>
            <a:ext cx="1290686" cy="25813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08F47185-7FA0-4E16-854F-0B2E0D6A3E26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l="10739" t="17985" r="9733" b="14782"/>
          <a:stretch/>
        </p:blipFill>
        <p:spPr>
          <a:xfrm>
            <a:off x="4198143" y="3649610"/>
            <a:ext cx="523876" cy="139258"/>
          </a:xfrm>
          <a:prstGeom prst="rect">
            <a:avLst/>
          </a:prstGeom>
        </p:spPr>
      </p:pic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500E28E3-045E-4989-B4B0-1D27B8353377}"/>
              </a:ext>
            </a:extLst>
          </p:cNvPr>
          <p:cNvCxnSpPr>
            <a:cxnSpLocks/>
          </p:cNvCxnSpPr>
          <p:nvPr/>
        </p:nvCxnSpPr>
        <p:spPr>
          <a:xfrm>
            <a:off x="3708400" y="5537200"/>
            <a:ext cx="342900" cy="479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EB1FBBA9-B36C-444D-93A9-E5767BC4F503}"/>
              </a:ext>
            </a:extLst>
          </p:cNvPr>
          <p:cNvCxnSpPr>
            <a:cxnSpLocks/>
          </p:cNvCxnSpPr>
          <p:nvPr/>
        </p:nvCxnSpPr>
        <p:spPr>
          <a:xfrm>
            <a:off x="2755900" y="4494455"/>
            <a:ext cx="398272" cy="56904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49D28E07-AB13-4144-A890-D04EB1D2BAD9}"/>
              </a:ext>
            </a:extLst>
          </p:cNvPr>
          <p:cNvCxnSpPr>
            <a:cxnSpLocks/>
          </p:cNvCxnSpPr>
          <p:nvPr/>
        </p:nvCxnSpPr>
        <p:spPr>
          <a:xfrm flipH="1">
            <a:off x="2736850" y="5307431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C2183771-C9A2-4AEC-9922-073C123E66F9}"/>
              </a:ext>
            </a:extLst>
          </p:cNvPr>
          <p:cNvCxnSpPr>
            <a:cxnSpLocks/>
          </p:cNvCxnSpPr>
          <p:nvPr/>
        </p:nvCxnSpPr>
        <p:spPr>
          <a:xfrm flipV="1">
            <a:off x="3959225" y="4987193"/>
            <a:ext cx="104775" cy="22298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0" name="圖片 69">
            <a:extLst>
              <a:ext uri="{FF2B5EF4-FFF2-40B4-BE49-F238E27FC236}">
                <a16:creationId xmlns:a16="http://schemas.microsoft.com/office/drawing/2014/main" id="{9BA145AB-31C5-461A-9A64-EA121AD5E4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180"/>
          <a:stretch/>
        </p:blipFill>
        <p:spPr>
          <a:xfrm>
            <a:off x="4057650" y="4199003"/>
            <a:ext cx="826210" cy="836002"/>
          </a:xfrm>
          <a:prstGeom prst="rect">
            <a:avLst/>
          </a:prstGeom>
        </p:spPr>
      </p:pic>
      <p:pic>
        <p:nvPicPr>
          <p:cNvPr id="71" name="圖片 70">
            <a:extLst>
              <a:ext uri="{FF2B5EF4-FFF2-40B4-BE49-F238E27FC236}">
                <a16:creationId xmlns:a16="http://schemas.microsoft.com/office/drawing/2014/main" id="{58ECBFD5-FCA2-49FE-9F7E-5A59E1364912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r="51318"/>
          <a:stretch/>
        </p:blipFill>
        <p:spPr>
          <a:xfrm>
            <a:off x="1904681" y="4211637"/>
            <a:ext cx="838520" cy="841530"/>
          </a:xfrm>
          <a:prstGeom prst="rect">
            <a:avLst/>
          </a:prstGeom>
        </p:spPr>
      </p:pic>
      <p:pic>
        <p:nvPicPr>
          <p:cNvPr id="74" name="圖片 73">
            <a:extLst>
              <a:ext uri="{FF2B5EF4-FFF2-40B4-BE49-F238E27FC236}">
                <a16:creationId xmlns:a16="http://schemas.microsoft.com/office/drawing/2014/main" id="{0955CF8E-9B0E-4756-A9BC-7F66EC073F34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l="51585"/>
          <a:stretch/>
        </p:blipFill>
        <p:spPr>
          <a:xfrm>
            <a:off x="4069556" y="5327650"/>
            <a:ext cx="833925" cy="841530"/>
          </a:xfrm>
          <a:prstGeom prst="rect">
            <a:avLst/>
          </a:prstGeom>
        </p:spPr>
      </p:pic>
      <p:pic>
        <p:nvPicPr>
          <p:cNvPr id="75" name="圖片 74">
            <a:extLst>
              <a:ext uri="{FF2B5EF4-FFF2-40B4-BE49-F238E27FC236}">
                <a16:creationId xmlns:a16="http://schemas.microsoft.com/office/drawing/2014/main" id="{6FAB1A0A-35AA-4C6E-BCFE-FF7E8CE3A7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944" r="25164"/>
          <a:stretch/>
        </p:blipFill>
        <p:spPr>
          <a:xfrm>
            <a:off x="1909763" y="5341005"/>
            <a:ext cx="828675" cy="83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917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0A201059-CBEA-450E-A194-C87A6FD41662}"/>
              </a:ext>
            </a:extLst>
          </p:cNvPr>
          <p:cNvSpPr/>
          <p:nvPr/>
        </p:nvSpPr>
        <p:spPr>
          <a:xfrm>
            <a:off x="1752599" y="2940050"/>
            <a:ext cx="3638551" cy="4495800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67" name="圖片 66">
            <a:extLst>
              <a:ext uri="{FF2B5EF4-FFF2-40B4-BE49-F238E27FC236}">
                <a16:creationId xmlns:a16="http://schemas.microsoft.com/office/drawing/2014/main" id="{09E51CA3-ACA5-4ED9-8CDE-7F2698D3D1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692" r="24354"/>
          <a:stretch/>
        </p:blipFill>
        <p:spPr>
          <a:xfrm>
            <a:off x="1871663" y="5367684"/>
            <a:ext cx="895350" cy="820869"/>
          </a:xfrm>
          <a:prstGeom prst="rect">
            <a:avLst/>
          </a:prstGeom>
        </p:spPr>
      </p:pic>
      <p:pic>
        <p:nvPicPr>
          <p:cNvPr id="70" name="圖片 69">
            <a:extLst>
              <a:ext uri="{FF2B5EF4-FFF2-40B4-BE49-F238E27FC236}">
                <a16:creationId xmlns:a16="http://schemas.microsoft.com/office/drawing/2014/main" id="{D5FE23EF-01A0-4E58-BB58-EB9734C4B7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646"/>
          <a:stretch/>
        </p:blipFill>
        <p:spPr>
          <a:xfrm>
            <a:off x="4052888" y="4219921"/>
            <a:ext cx="840166" cy="820869"/>
          </a:xfrm>
          <a:prstGeom prst="rect">
            <a:avLst/>
          </a:prstGeom>
        </p:spPr>
      </p:pic>
      <p:pic>
        <p:nvPicPr>
          <p:cNvPr id="71" name="圖片 70">
            <a:extLst>
              <a:ext uri="{FF2B5EF4-FFF2-40B4-BE49-F238E27FC236}">
                <a16:creationId xmlns:a16="http://schemas.microsoft.com/office/drawing/2014/main" id="{1300AF8E-7797-4705-8F48-B758145148F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279"/>
          <a:stretch/>
        </p:blipFill>
        <p:spPr>
          <a:xfrm>
            <a:off x="4044920" y="5334291"/>
            <a:ext cx="850930" cy="830743"/>
          </a:xfrm>
          <a:prstGeom prst="rect">
            <a:avLst/>
          </a:prstGeom>
        </p:spPr>
      </p:pic>
      <p:pic>
        <p:nvPicPr>
          <p:cNvPr id="74" name="圖片 73">
            <a:extLst>
              <a:ext uri="{FF2B5EF4-FFF2-40B4-BE49-F238E27FC236}">
                <a16:creationId xmlns:a16="http://schemas.microsoft.com/office/drawing/2014/main" id="{92186D49-D3B7-4730-A863-E3EDEB92B1D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462"/>
          <a:stretch/>
        </p:blipFill>
        <p:spPr>
          <a:xfrm>
            <a:off x="1908099" y="4229391"/>
            <a:ext cx="847801" cy="830743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9B36F94A-E8AC-483A-921E-F201CD895D0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085"/>
          <a:stretch/>
        </p:blipFill>
        <p:spPr>
          <a:xfrm>
            <a:off x="2986088" y="3277209"/>
            <a:ext cx="873125" cy="840201"/>
          </a:xfrm>
          <a:prstGeom prst="rect">
            <a:avLst/>
          </a:prstGeom>
        </p:spPr>
      </p:pic>
      <p:pic>
        <p:nvPicPr>
          <p:cNvPr id="77" name="圖片 76">
            <a:extLst>
              <a:ext uri="{FF2B5EF4-FFF2-40B4-BE49-F238E27FC236}">
                <a16:creationId xmlns:a16="http://schemas.microsoft.com/office/drawing/2014/main" id="{39760425-45C4-4A64-8812-4FCC04E4B50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5539" r="50569"/>
          <a:stretch/>
        </p:blipFill>
        <p:spPr>
          <a:xfrm>
            <a:off x="2976562" y="6291265"/>
            <a:ext cx="828675" cy="836002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8708A4BB-0E45-4642-B697-9316736AD31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2" t="70186" r="4524" b="8575"/>
          <a:stretch/>
        </p:blipFill>
        <p:spPr>
          <a:xfrm>
            <a:off x="3881438" y="3295650"/>
            <a:ext cx="235743" cy="9104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3344087" y="387496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087" y="3874967"/>
                <a:ext cx="268993" cy="272254"/>
              </a:xfrm>
              <a:prstGeom prst="rect">
                <a:avLst/>
              </a:prstGeom>
              <a:blipFill>
                <a:blip r:embed="rId7"/>
                <a:stretch>
                  <a:fillRect r="-72727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3390840" y="3686758"/>
            <a:ext cx="50518" cy="48461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3266610" y="3443243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6610" y="3443243"/>
                <a:ext cx="182571" cy="276614"/>
              </a:xfrm>
              <a:prstGeom prst="rect">
                <a:avLst/>
              </a:prstGeom>
              <a:blipFill>
                <a:blip r:embed="rId8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3397438" y="3600976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438" y="3600976"/>
                <a:ext cx="149279" cy="262829"/>
              </a:xfrm>
              <a:prstGeom prst="rect">
                <a:avLst/>
              </a:prstGeom>
              <a:blipFill>
                <a:blip r:embed="rId9"/>
                <a:stretch>
                  <a:fillRect r="-6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3792466" y="3967915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2466" y="3967915"/>
                <a:ext cx="204146" cy="245324"/>
              </a:xfrm>
              <a:prstGeom prst="rect">
                <a:avLst/>
              </a:prstGeom>
              <a:blipFill>
                <a:blip r:embed="rId10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2913646" y="4124924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3646" y="4124924"/>
                <a:ext cx="1082966" cy="262829"/>
              </a:xfrm>
              <a:prstGeom prst="rect">
                <a:avLst/>
              </a:prstGeom>
              <a:blipFill>
                <a:blip r:embed="rId11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1772007" y="6217965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007" y="6217965"/>
                <a:ext cx="1100937" cy="262829"/>
              </a:xfrm>
              <a:prstGeom prst="rect">
                <a:avLst/>
              </a:prstGeom>
              <a:blipFill>
                <a:blip r:embed="rId12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2906036" y="7138435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036" y="7138435"/>
                <a:ext cx="1021987" cy="26282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blipFill>
                <a:blip r:embed="rId14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blipFill>
                <a:blip r:embed="rId15"/>
                <a:stretch>
                  <a:fillRect t="-90909" r="-52174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3359607" y="4691111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2917512" y="4749360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3359607" y="5726082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3165295" y="4749707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blipFill>
                <a:blip r:embed="rId16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3358953" y="572608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blipFill>
                <a:blip r:embed="rId17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blipFill>
                <a:blip r:embed="rId18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3165295" y="4749707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3859391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3413119" y="4957273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3415185" y="5264454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296577" y="5145740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2859585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3359771" y="4685660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369918" y="5199271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3261400" y="5268551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3361110" y="5173503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blipFill>
                <a:blip r:embed="rId20"/>
                <a:stretch>
                  <a:fillRect r="-17647"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3409206" y="4959972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3596345" y="540428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3121560" y="5029731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1835397" y="5042580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397" y="5042580"/>
                <a:ext cx="974158" cy="262829"/>
              </a:xfrm>
              <a:prstGeom prst="rect">
                <a:avLst/>
              </a:prstGeom>
              <a:blipFill>
                <a:blip r:embed="rId21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3919507" y="5005432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07" y="5005432"/>
                <a:ext cx="1100937" cy="262829"/>
              </a:xfrm>
              <a:prstGeom prst="rect">
                <a:avLst/>
              </a:prstGeom>
              <a:blipFill>
                <a:blip r:embed="rId22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3919507" y="619069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07" y="6190697"/>
                <a:ext cx="1100937" cy="262829"/>
              </a:xfrm>
              <a:prstGeom prst="rect">
                <a:avLst/>
              </a:prstGeom>
              <a:blipFill>
                <a:blip r:embed="rId23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5CECF8F-FA0B-4980-9EA4-B7ACFDA333DC}"/>
                  </a:ext>
                </a:extLst>
              </p:cNvPr>
              <p:cNvSpPr/>
              <p:nvPr/>
            </p:nvSpPr>
            <p:spPr>
              <a:xfrm>
                <a:off x="-1268794" y="2414613"/>
                <a:ext cx="1356462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 −1, −1, 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5CECF8F-FA0B-4980-9EA4-B7ACFDA333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68794" y="2414613"/>
                <a:ext cx="1356462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文字方塊 85">
            <a:extLst>
              <a:ext uri="{FF2B5EF4-FFF2-40B4-BE49-F238E27FC236}">
                <a16:creationId xmlns:a16="http://schemas.microsoft.com/office/drawing/2014/main" id="{51FB45EE-9CD2-46E0-8B45-A07F88EED04A}"/>
              </a:ext>
            </a:extLst>
          </p:cNvPr>
          <p:cNvSpPr txBox="1"/>
          <p:nvPr/>
        </p:nvSpPr>
        <p:spPr>
          <a:xfrm>
            <a:off x="1902277" y="2923185"/>
            <a:ext cx="3332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 excitons transition rate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3" name="圖片 72">
            <a:extLst>
              <a:ext uri="{FF2B5EF4-FFF2-40B4-BE49-F238E27FC236}">
                <a16:creationId xmlns:a16="http://schemas.microsoft.com/office/drawing/2014/main" id="{C70DECF2-887F-44E8-BABC-A3DE808BAA8D}"/>
              </a:ext>
            </a:extLst>
          </p:cNvPr>
          <p:cNvPicPr>
            <a:picLocks noChangeAspect="1"/>
          </p:cNvPicPr>
          <p:nvPr/>
        </p:nvPicPr>
        <p:blipFill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78239" y="3657599"/>
            <a:ext cx="1290686" cy="258137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4A0FFDC4-4D94-4103-AC9D-B740EDA3610D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l="9358" t="17558" r="8712" b="16703"/>
          <a:stretch/>
        </p:blipFill>
        <p:spPr>
          <a:xfrm>
            <a:off x="4194772" y="3665376"/>
            <a:ext cx="529628" cy="116768"/>
          </a:xfrm>
          <a:prstGeom prst="rect">
            <a:avLst/>
          </a:prstGeom>
        </p:spPr>
      </p:pic>
      <p:pic>
        <p:nvPicPr>
          <p:cNvPr id="66" name="圖片 65">
            <a:extLst>
              <a:ext uri="{FF2B5EF4-FFF2-40B4-BE49-F238E27FC236}">
                <a16:creationId xmlns:a16="http://schemas.microsoft.com/office/drawing/2014/main" id="{705FD62D-64A4-4B7D-8B00-43400DD1A1B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994" r="50136"/>
          <a:stretch/>
        </p:blipFill>
        <p:spPr>
          <a:xfrm>
            <a:off x="2962274" y="6295797"/>
            <a:ext cx="871539" cy="840201"/>
          </a:xfrm>
          <a:prstGeom prst="rect">
            <a:avLst/>
          </a:prstGeom>
        </p:spPr>
      </p:pic>
      <p:pic>
        <p:nvPicPr>
          <p:cNvPr id="79" name="圖片 78">
            <a:extLst>
              <a:ext uri="{FF2B5EF4-FFF2-40B4-BE49-F238E27FC236}">
                <a16:creationId xmlns:a16="http://schemas.microsoft.com/office/drawing/2014/main" id="{F72BCB36-B9C1-4567-9EEC-43FE8D41048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838" r="25243"/>
          <a:stretch/>
        </p:blipFill>
        <p:spPr>
          <a:xfrm>
            <a:off x="1900365" y="5360619"/>
            <a:ext cx="838200" cy="840201"/>
          </a:xfrm>
          <a:prstGeom prst="rect">
            <a:avLst/>
          </a:prstGeom>
        </p:spPr>
      </p:pic>
      <p:pic>
        <p:nvPicPr>
          <p:cNvPr id="80" name="圖片 79">
            <a:extLst>
              <a:ext uri="{FF2B5EF4-FFF2-40B4-BE49-F238E27FC236}">
                <a16:creationId xmlns:a16="http://schemas.microsoft.com/office/drawing/2014/main" id="{D60F3E25-79E3-44D1-82FF-34D8E40B93A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5918"/>
          <a:stretch/>
        </p:blipFill>
        <p:spPr>
          <a:xfrm>
            <a:off x="4057650" y="4189478"/>
            <a:ext cx="843962" cy="840201"/>
          </a:xfrm>
          <a:prstGeom prst="rect">
            <a:avLst/>
          </a:prstGeom>
        </p:spPr>
      </p:pic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66D02A73-E0C2-495D-B120-54C0D82B864E}"/>
              </a:ext>
            </a:extLst>
          </p:cNvPr>
          <p:cNvCxnSpPr>
            <a:cxnSpLocks/>
          </p:cNvCxnSpPr>
          <p:nvPr/>
        </p:nvCxnSpPr>
        <p:spPr>
          <a:xfrm>
            <a:off x="3708400" y="5537200"/>
            <a:ext cx="342900" cy="479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32001B9B-EE39-44E7-AD86-BBF57E8ECC24}"/>
              </a:ext>
            </a:extLst>
          </p:cNvPr>
          <p:cNvCxnSpPr>
            <a:cxnSpLocks/>
          </p:cNvCxnSpPr>
          <p:nvPr/>
        </p:nvCxnSpPr>
        <p:spPr>
          <a:xfrm>
            <a:off x="2755900" y="4494455"/>
            <a:ext cx="398272" cy="56904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0E16D491-92F7-4C7F-9447-996745BAEF50}"/>
              </a:ext>
            </a:extLst>
          </p:cNvPr>
          <p:cNvCxnSpPr>
            <a:cxnSpLocks/>
          </p:cNvCxnSpPr>
          <p:nvPr/>
        </p:nvCxnSpPr>
        <p:spPr>
          <a:xfrm flipH="1">
            <a:off x="2736850" y="5307431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D8B7CFD8-B360-46A2-B167-231606D2047D}"/>
              </a:ext>
            </a:extLst>
          </p:cNvPr>
          <p:cNvCxnSpPr>
            <a:cxnSpLocks/>
          </p:cNvCxnSpPr>
          <p:nvPr/>
        </p:nvCxnSpPr>
        <p:spPr>
          <a:xfrm flipV="1">
            <a:off x="3959225" y="4987193"/>
            <a:ext cx="104775" cy="22298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82" name="圖片 81">
            <a:extLst>
              <a:ext uri="{FF2B5EF4-FFF2-40B4-BE49-F238E27FC236}">
                <a16:creationId xmlns:a16="http://schemas.microsoft.com/office/drawing/2014/main" id="{01B2DF8D-34B3-4C05-AD19-7F6D50E7CAEE}"/>
              </a:ext>
            </a:extLst>
          </p:cNvPr>
          <p:cNvPicPr>
            <a:picLocks noChangeAspect="1"/>
          </p:cNvPicPr>
          <p:nvPr/>
        </p:nvPicPr>
        <p:blipFill rotWithShape="1">
          <a:blip r:embed="rId27"/>
          <a:srcRect r="50878"/>
          <a:stretch/>
        </p:blipFill>
        <p:spPr>
          <a:xfrm>
            <a:off x="1909444" y="4225881"/>
            <a:ext cx="835333" cy="827286"/>
          </a:xfrm>
          <a:prstGeom prst="rect">
            <a:avLst/>
          </a:prstGeom>
        </p:spPr>
      </p:pic>
      <p:pic>
        <p:nvPicPr>
          <p:cNvPr id="87" name="圖片 86">
            <a:extLst>
              <a:ext uri="{FF2B5EF4-FFF2-40B4-BE49-F238E27FC236}">
                <a16:creationId xmlns:a16="http://schemas.microsoft.com/office/drawing/2014/main" id="{309BDE2F-8583-4C84-B73D-0589C0C6C3F4}"/>
              </a:ext>
            </a:extLst>
          </p:cNvPr>
          <p:cNvPicPr>
            <a:picLocks noChangeAspect="1"/>
          </p:cNvPicPr>
          <p:nvPr/>
        </p:nvPicPr>
        <p:blipFill rotWithShape="1">
          <a:blip r:embed="rId27"/>
          <a:srcRect l="51584"/>
          <a:stretch/>
        </p:blipFill>
        <p:spPr>
          <a:xfrm>
            <a:off x="4078238" y="5345493"/>
            <a:ext cx="823327" cy="82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229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: 圓角 78">
            <a:extLst>
              <a:ext uri="{FF2B5EF4-FFF2-40B4-BE49-F238E27FC236}">
                <a16:creationId xmlns:a16="http://schemas.microsoft.com/office/drawing/2014/main" id="{FEA35E69-EA94-40AD-AC4C-C798045B4D1C}"/>
              </a:ext>
            </a:extLst>
          </p:cNvPr>
          <p:cNvSpPr/>
          <p:nvPr/>
        </p:nvSpPr>
        <p:spPr>
          <a:xfrm>
            <a:off x="1752599" y="2940050"/>
            <a:ext cx="3638551" cy="4495800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86" name="圖片 85">
            <a:extLst>
              <a:ext uri="{FF2B5EF4-FFF2-40B4-BE49-F238E27FC236}">
                <a16:creationId xmlns:a16="http://schemas.microsoft.com/office/drawing/2014/main" id="{12E07CCC-7EF5-42C1-A542-F4E56005E8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60" t="49873" r="4750" b="29819"/>
          <a:stretch/>
        </p:blipFill>
        <p:spPr>
          <a:xfrm>
            <a:off x="3880645" y="3295650"/>
            <a:ext cx="229393" cy="863585"/>
          </a:xfrm>
          <a:prstGeom prst="rect">
            <a:avLst/>
          </a:prstGeom>
        </p:spPr>
      </p:pic>
      <p:pic>
        <p:nvPicPr>
          <p:cNvPr id="78" name="圖片 77">
            <a:extLst>
              <a:ext uri="{FF2B5EF4-FFF2-40B4-BE49-F238E27FC236}">
                <a16:creationId xmlns:a16="http://schemas.microsoft.com/office/drawing/2014/main" id="{868775F3-0A80-49F8-9360-AEA9A95616D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6113"/>
          <a:stretch/>
        </p:blipFill>
        <p:spPr>
          <a:xfrm>
            <a:off x="2979193" y="3324472"/>
            <a:ext cx="817880" cy="814717"/>
          </a:xfrm>
          <a:prstGeom prst="rect">
            <a:avLst/>
          </a:prstGeom>
        </p:spPr>
      </p:pic>
      <p:pic>
        <p:nvPicPr>
          <p:cNvPr id="76" name="圖片 75">
            <a:extLst>
              <a:ext uri="{FF2B5EF4-FFF2-40B4-BE49-F238E27FC236}">
                <a16:creationId xmlns:a16="http://schemas.microsoft.com/office/drawing/2014/main" id="{1A5BCBC6-47C2-4ECD-B7B7-31F7823C01D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4087119" y="3614373"/>
            <a:ext cx="1234633" cy="297228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4EC70484-D389-4332-BDD4-D89E28418569}"/>
              </a:ext>
            </a:extLst>
          </p:cNvPr>
          <p:cNvSpPr txBox="1"/>
          <p:nvPr/>
        </p:nvSpPr>
        <p:spPr>
          <a:xfrm>
            <a:off x="1902277" y="2986685"/>
            <a:ext cx="3332852" cy="315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valley-mixed excitons transition rate</a:t>
            </a:r>
            <a:endParaRPr lang="zh-TW" alt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3344087" y="387496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087" y="3874967"/>
                <a:ext cx="268993" cy="272254"/>
              </a:xfrm>
              <a:prstGeom prst="rect">
                <a:avLst/>
              </a:prstGeom>
              <a:blipFill>
                <a:blip r:embed="rId5"/>
                <a:stretch>
                  <a:fillRect r="-72727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3390840" y="3686758"/>
            <a:ext cx="50518" cy="48461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3266610" y="3443243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6610" y="3443243"/>
                <a:ext cx="182571" cy="276614"/>
              </a:xfrm>
              <a:prstGeom prst="rect">
                <a:avLst/>
              </a:prstGeom>
              <a:blipFill>
                <a:blip r:embed="rId6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3397438" y="3600976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438" y="3600976"/>
                <a:ext cx="149279" cy="262829"/>
              </a:xfrm>
              <a:prstGeom prst="rect">
                <a:avLst/>
              </a:prstGeom>
              <a:blipFill>
                <a:blip r:embed="rId8"/>
                <a:stretch>
                  <a:fillRect r="-6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3792466" y="3967915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2466" y="3967915"/>
                <a:ext cx="204146" cy="245324"/>
              </a:xfrm>
              <a:prstGeom prst="rect">
                <a:avLst/>
              </a:prstGeom>
              <a:blipFill>
                <a:blip r:embed="rId11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blipFill>
                <a:blip r:embed="rId15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blipFill>
                <a:blip r:embed="rId16"/>
                <a:stretch>
                  <a:fillRect t="-90909" r="-52174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3359607" y="4691111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2917512" y="4749360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3359607" y="5726082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3165295" y="4749707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blipFill>
                <a:blip r:embed="rId17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3358953" y="572608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blipFill>
                <a:blip r:embed="rId18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blipFill>
                <a:blip r:embed="rId19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3165295" y="4749707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3859391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3413119" y="4957273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3415185" y="5264454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296577" y="5145740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2859585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3359771" y="4685660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369918" y="5199271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3261400" y="5268551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3361110" y="5173503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blipFill>
                <a:blip r:embed="rId21"/>
                <a:stretch>
                  <a:fillRect r="-17647"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3409206" y="4959972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3596345" y="540428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3121560" y="5029731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16F07C47-8695-4AC3-BEA9-11257D92023E}"/>
              </a:ext>
            </a:extLst>
          </p:cNvPr>
          <p:cNvSpPr/>
          <p:nvPr/>
        </p:nvSpPr>
        <p:spPr>
          <a:xfrm>
            <a:off x="4285074" y="3817370"/>
            <a:ext cx="84519" cy="92869"/>
          </a:xfrm>
          <a:prstGeom prst="rect">
            <a:avLst/>
          </a:prstGeom>
          <a:solidFill>
            <a:srgbClr val="EFEFEF"/>
          </a:solidFill>
        </p:spPr>
        <p:txBody>
          <a:bodyPr wrap="square">
            <a:spAutoFit/>
          </a:bodyPr>
          <a:lstStyle/>
          <a:p>
            <a:pPr/>
            <a:endParaRPr lang="zh-TW" altLang="en-US" dirty="0"/>
          </a:p>
        </p:txBody>
      </p:sp>
      <p:pic>
        <p:nvPicPr>
          <p:cNvPr id="82" name="圖片 81">
            <a:extLst>
              <a:ext uri="{FF2B5EF4-FFF2-40B4-BE49-F238E27FC236}">
                <a16:creationId xmlns:a16="http://schemas.microsoft.com/office/drawing/2014/main" id="{CAE6DB9F-C165-400C-9759-286F0B6DD13A}"/>
              </a:ext>
            </a:extLst>
          </p:cNvPr>
          <p:cNvPicPr>
            <a:picLocks noChangeAspect="1"/>
          </p:cNvPicPr>
          <p:nvPr/>
        </p:nvPicPr>
        <p:blipFill rotWithShape="1"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994" r="50136"/>
          <a:stretch/>
        </p:blipFill>
        <p:spPr>
          <a:xfrm>
            <a:off x="2962274" y="6295797"/>
            <a:ext cx="871539" cy="840201"/>
          </a:xfrm>
          <a:prstGeom prst="rect">
            <a:avLst/>
          </a:prstGeom>
        </p:spPr>
      </p:pic>
      <p:pic>
        <p:nvPicPr>
          <p:cNvPr id="87" name="圖片 86">
            <a:extLst>
              <a:ext uri="{FF2B5EF4-FFF2-40B4-BE49-F238E27FC236}">
                <a16:creationId xmlns:a16="http://schemas.microsoft.com/office/drawing/2014/main" id="{E1430B35-E12D-4FB7-BAE9-143A067165D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518" r="50113"/>
          <a:stretch/>
        </p:blipFill>
        <p:spPr>
          <a:xfrm>
            <a:off x="2958638" y="6308619"/>
            <a:ext cx="875175" cy="820869"/>
          </a:xfrm>
          <a:prstGeom prst="rect">
            <a:avLst/>
          </a:prstGeom>
        </p:spPr>
      </p:pic>
      <p:pic>
        <p:nvPicPr>
          <p:cNvPr id="89" name="圖片 88">
            <a:extLst>
              <a:ext uri="{FF2B5EF4-FFF2-40B4-BE49-F238E27FC236}">
                <a16:creationId xmlns:a16="http://schemas.microsoft.com/office/drawing/2014/main" id="{CAD60AE1-8FFC-4BDF-9140-4A079C500D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646"/>
          <a:stretch/>
        </p:blipFill>
        <p:spPr>
          <a:xfrm>
            <a:off x="4052888" y="4219921"/>
            <a:ext cx="840166" cy="820869"/>
          </a:xfrm>
          <a:prstGeom prst="rect">
            <a:avLst/>
          </a:prstGeom>
        </p:spPr>
      </p:pic>
      <p:pic>
        <p:nvPicPr>
          <p:cNvPr id="91" name="圖片 90">
            <a:extLst>
              <a:ext uri="{FF2B5EF4-FFF2-40B4-BE49-F238E27FC236}">
                <a16:creationId xmlns:a16="http://schemas.microsoft.com/office/drawing/2014/main" id="{1ABD97A2-E351-4D32-9232-4FFF0CEED3C4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279"/>
          <a:stretch/>
        </p:blipFill>
        <p:spPr>
          <a:xfrm>
            <a:off x="4044920" y="5334291"/>
            <a:ext cx="850930" cy="83074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B6F6E9CB-747E-4A72-8249-449D0AC091DE}"/>
                  </a:ext>
                </a:extLst>
              </p:cNvPr>
              <p:cNvSpPr txBox="1"/>
              <p:nvPr/>
            </p:nvSpPr>
            <p:spPr>
              <a:xfrm>
                <a:off x="2913646" y="4124924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B6F6E9CB-747E-4A72-8249-449D0AC09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3646" y="4124924"/>
                <a:ext cx="1082966" cy="262829"/>
              </a:xfrm>
              <a:prstGeom prst="rect">
                <a:avLst/>
              </a:prstGeom>
              <a:blipFill>
                <a:blip r:embed="rId24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78121F13-A86D-40E0-BC1D-2176EB8BE148}"/>
                  </a:ext>
                </a:extLst>
              </p:cNvPr>
              <p:cNvSpPr txBox="1"/>
              <p:nvPr/>
            </p:nvSpPr>
            <p:spPr>
              <a:xfrm>
                <a:off x="1772007" y="621002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78121F13-A86D-40E0-BC1D-2176EB8BE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007" y="6210027"/>
                <a:ext cx="1100937" cy="262829"/>
              </a:xfrm>
              <a:prstGeom prst="rect">
                <a:avLst/>
              </a:prstGeom>
              <a:blipFill>
                <a:blip r:embed="rId25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CC327E88-11B1-4421-B9ED-5B6AE5B7082E}"/>
                  </a:ext>
                </a:extLst>
              </p:cNvPr>
              <p:cNvSpPr txBox="1"/>
              <p:nvPr/>
            </p:nvSpPr>
            <p:spPr>
              <a:xfrm>
                <a:off x="2906036" y="7138435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CC327E88-11B1-4421-B9ED-5B6AE5B7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036" y="7138435"/>
                <a:ext cx="1021987" cy="262829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BBFFA98B-24A3-40CE-9BF3-BFFD53FC6D55}"/>
                  </a:ext>
                </a:extLst>
              </p:cNvPr>
              <p:cNvSpPr txBox="1"/>
              <p:nvPr/>
            </p:nvSpPr>
            <p:spPr>
              <a:xfrm>
                <a:off x="1835397" y="5047342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BBFFA98B-24A3-40CE-9BF3-BFFD53FC6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397" y="5047342"/>
                <a:ext cx="974158" cy="262829"/>
              </a:xfrm>
              <a:prstGeom prst="rect">
                <a:avLst/>
              </a:prstGeom>
              <a:blipFill>
                <a:blip r:embed="rId27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4D925AA0-3704-4F48-BFF8-ECAB2C576A81}"/>
                  </a:ext>
                </a:extLst>
              </p:cNvPr>
              <p:cNvSpPr txBox="1"/>
              <p:nvPr/>
            </p:nvSpPr>
            <p:spPr>
              <a:xfrm>
                <a:off x="3919507" y="502130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4D925AA0-3704-4F48-BFF8-ECAB2C576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07" y="5021307"/>
                <a:ext cx="1100937" cy="262829"/>
              </a:xfrm>
              <a:prstGeom prst="rect">
                <a:avLst/>
              </a:prstGeom>
              <a:blipFill>
                <a:blip r:embed="rId28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13CD4A37-9783-4112-AC8C-0CD93724E717}"/>
                  </a:ext>
                </a:extLst>
              </p:cNvPr>
              <p:cNvSpPr txBox="1"/>
              <p:nvPr/>
            </p:nvSpPr>
            <p:spPr>
              <a:xfrm>
                <a:off x="3919507" y="6179585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13CD4A37-9783-4112-AC8C-0CD93724E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07" y="6179585"/>
                <a:ext cx="1100937" cy="262829"/>
              </a:xfrm>
              <a:prstGeom prst="rect">
                <a:avLst/>
              </a:prstGeom>
              <a:blipFill>
                <a:blip r:embed="rId29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直線接點 98">
            <a:extLst>
              <a:ext uri="{FF2B5EF4-FFF2-40B4-BE49-F238E27FC236}">
                <a16:creationId xmlns:a16="http://schemas.microsoft.com/office/drawing/2014/main" id="{647FFCAC-1839-4D5D-B01D-97C5B375418A}"/>
              </a:ext>
            </a:extLst>
          </p:cNvPr>
          <p:cNvCxnSpPr>
            <a:cxnSpLocks/>
          </p:cNvCxnSpPr>
          <p:nvPr/>
        </p:nvCxnSpPr>
        <p:spPr>
          <a:xfrm>
            <a:off x="3708400" y="5537200"/>
            <a:ext cx="342900" cy="479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0" name="直線接點 99">
            <a:extLst>
              <a:ext uri="{FF2B5EF4-FFF2-40B4-BE49-F238E27FC236}">
                <a16:creationId xmlns:a16="http://schemas.microsoft.com/office/drawing/2014/main" id="{64D89424-A40B-474A-A1E5-62FD7AF417A1}"/>
              </a:ext>
            </a:extLst>
          </p:cNvPr>
          <p:cNvCxnSpPr>
            <a:cxnSpLocks/>
          </p:cNvCxnSpPr>
          <p:nvPr/>
        </p:nvCxnSpPr>
        <p:spPr>
          <a:xfrm>
            <a:off x="2755900" y="4494455"/>
            <a:ext cx="398272" cy="56904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1" name="直線接點 100">
            <a:extLst>
              <a:ext uri="{FF2B5EF4-FFF2-40B4-BE49-F238E27FC236}">
                <a16:creationId xmlns:a16="http://schemas.microsoft.com/office/drawing/2014/main" id="{DE1BCCDA-13DF-47CA-9839-24127ADDB757}"/>
              </a:ext>
            </a:extLst>
          </p:cNvPr>
          <p:cNvCxnSpPr>
            <a:cxnSpLocks/>
          </p:cNvCxnSpPr>
          <p:nvPr/>
        </p:nvCxnSpPr>
        <p:spPr>
          <a:xfrm flipH="1">
            <a:off x="2736850" y="5307431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2" name="直線接點 101">
            <a:extLst>
              <a:ext uri="{FF2B5EF4-FFF2-40B4-BE49-F238E27FC236}">
                <a16:creationId xmlns:a16="http://schemas.microsoft.com/office/drawing/2014/main" id="{4A917F7A-2C22-40C5-9AF8-EA3625BCFA52}"/>
              </a:ext>
            </a:extLst>
          </p:cNvPr>
          <p:cNvCxnSpPr>
            <a:cxnSpLocks/>
          </p:cNvCxnSpPr>
          <p:nvPr/>
        </p:nvCxnSpPr>
        <p:spPr>
          <a:xfrm flipV="1">
            <a:off x="3959225" y="4987193"/>
            <a:ext cx="104775" cy="22298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4" name="圖片 103">
            <a:extLst>
              <a:ext uri="{FF2B5EF4-FFF2-40B4-BE49-F238E27FC236}">
                <a16:creationId xmlns:a16="http://schemas.microsoft.com/office/drawing/2014/main" id="{3F93C3E6-0A5B-4E77-B28F-F955FB13B5C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692" r="24354"/>
          <a:stretch/>
        </p:blipFill>
        <p:spPr>
          <a:xfrm>
            <a:off x="1871663" y="5367684"/>
            <a:ext cx="895350" cy="820869"/>
          </a:xfrm>
          <a:prstGeom prst="rect">
            <a:avLst/>
          </a:prstGeom>
        </p:spPr>
      </p:pic>
      <p:pic>
        <p:nvPicPr>
          <p:cNvPr id="105" name="圖片 104">
            <a:extLst>
              <a:ext uri="{FF2B5EF4-FFF2-40B4-BE49-F238E27FC236}">
                <a16:creationId xmlns:a16="http://schemas.microsoft.com/office/drawing/2014/main" id="{6C665D99-EDAF-4F8F-B1F1-7DF2FCACBAE7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462"/>
          <a:stretch/>
        </p:blipFill>
        <p:spPr>
          <a:xfrm>
            <a:off x="1908099" y="4229391"/>
            <a:ext cx="847801" cy="83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508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: 圓角 78">
            <a:extLst>
              <a:ext uri="{FF2B5EF4-FFF2-40B4-BE49-F238E27FC236}">
                <a16:creationId xmlns:a16="http://schemas.microsoft.com/office/drawing/2014/main" id="{FEA35E69-EA94-40AD-AC4C-C798045B4D1C}"/>
              </a:ext>
            </a:extLst>
          </p:cNvPr>
          <p:cNvSpPr/>
          <p:nvPr/>
        </p:nvSpPr>
        <p:spPr>
          <a:xfrm>
            <a:off x="1752599" y="2940050"/>
            <a:ext cx="3638551" cy="4495800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70" name="圖片 69">
            <a:extLst>
              <a:ext uri="{FF2B5EF4-FFF2-40B4-BE49-F238E27FC236}">
                <a16:creationId xmlns:a16="http://schemas.microsoft.com/office/drawing/2014/main" id="{8F46972A-CDE3-4B75-B3CD-4DADD805A3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589"/>
          <a:stretch/>
        </p:blipFill>
        <p:spPr>
          <a:xfrm>
            <a:off x="2984042" y="3325961"/>
            <a:ext cx="845008" cy="832474"/>
          </a:xfrm>
          <a:prstGeom prst="rect">
            <a:avLst/>
          </a:prstGeom>
        </p:spPr>
      </p:pic>
      <p:pic>
        <p:nvPicPr>
          <p:cNvPr id="73" name="圖片 72">
            <a:extLst>
              <a:ext uri="{FF2B5EF4-FFF2-40B4-BE49-F238E27FC236}">
                <a16:creationId xmlns:a16="http://schemas.microsoft.com/office/drawing/2014/main" id="{01AEB864-1FC6-454C-B26C-A4F7DED5D1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581" r="49553"/>
          <a:stretch/>
        </p:blipFill>
        <p:spPr>
          <a:xfrm>
            <a:off x="2959100" y="6302376"/>
            <a:ext cx="895350" cy="832474"/>
          </a:xfrm>
          <a:prstGeom prst="rect">
            <a:avLst/>
          </a:prstGeom>
        </p:spPr>
      </p:pic>
      <p:pic>
        <p:nvPicPr>
          <p:cNvPr id="74" name="圖片 73">
            <a:extLst>
              <a:ext uri="{FF2B5EF4-FFF2-40B4-BE49-F238E27FC236}">
                <a16:creationId xmlns:a16="http://schemas.microsoft.com/office/drawing/2014/main" id="{34A69BBF-CCF4-43AD-8820-6C0EF248CD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896" r="24238"/>
          <a:stretch/>
        </p:blipFill>
        <p:spPr>
          <a:xfrm>
            <a:off x="1873249" y="4238626"/>
            <a:ext cx="895351" cy="832474"/>
          </a:xfrm>
          <a:prstGeom prst="rect">
            <a:avLst/>
          </a:prstGeom>
        </p:spPr>
      </p:pic>
      <p:pic>
        <p:nvPicPr>
          <p:cNvPr id="86" name="圖片 85">
            <a:extLst>
              <a:ext uri="{FF2B5EF4-FFF2-40B4-BE49-F238E27FC236}">
                <a16:creationId xmlns:a16="http://schemas.microsoft.com/office/drawing/2014/main" id="{12E07CCC-7EF5-42C1-A542-F4E56005E82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60" t="49873" r="4750" b="29819"/>
          <a:stretch/>
        </p:blipFill>
        <p:spPr>
          <a:xfrm>
            <a:off x="3880645" y="3295650"/>
            <a:ext cx="229393" cy="863585"/>
          </a:xfrm>
          <a:prstGeom prst="rect">
            <a:avLst/>
          </a:prstGeom>
        </p:spPr>
      </p:pic>
      <p:pic>
        <p:nvPicPr>
          <p:cNvPr id="76" name="圖片 75">
            <a:extLst>
              <a:ext uri="{FF2B5EF4-FFF2-40B4-BE49-F238E27FC236}">
                <a16:creationId xmlns:a16="http://schemas.microsoft.com/office/drawing/2014/main" id="{1A5BCBC6-47C2-4ECD-B7B7-31F7823C01D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4087119" y="3614373"/>
            <a:ext cx="1234633" cy="297228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4EC70484-D389-4332-BDD4-D89E28418569}"/>
              </a:ext>
            </a:extLst>
          </p:cNvPr>
          <p:cNvSpPr txBox="1"/>
          <p:nvPr/>
        </p:nvSpPr>
        <p:spPr>
          <a:xfrm>
            <a:off x="1902277" y="2986685"/>
            <a:ext cx="3332852" cy="315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valley-mixed excitons transition rate</a:t>
            </a:r>
            <a:endParaRPr lang="zh-TW" alt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3344087" y="387496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087" y="3874967"/>
                <a:ext cx="268993" cy="272254"/>
              </a:xfrm>
              <a:prstGeom prst="rect">
                <a:avLst/>
              </a:prstGeom>
              <a:blipFill>
                <a:blip r:embed="rId5"/>
                <a:stretch>
                  <a:fillRect r="-72727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3390840" y="3686758"/>
            <a:ext cx="50518" cy="48461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3266610" y="3443243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6610" y="3443243"/>
                <a:ext cx="182571" cy="276614"/>
              </a:xfrm>
              <a:prstGeom prst="rect">
                <a:avLst/>
              </a:prstGeom>
              <a:blipFill>
                <a:blip r:embed="rId6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3397438" y="3600976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438" y="3600976"/>
                <a:ext cx="149279" cy="262829"/>
              </a:xfrm>
              <a:prstGeom prst="rect">
                <a:avLst/>
              </a:prstGeom>
              <a:blipFill>
                <a:blip r:embed="rId8"/>
                <a:stretch>
                  <a:fillRect r="-6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3792466" y="3967915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2466" y="3967915"/>
                <a:ext cx="204146" cy="245324"/>
              </a:xfrm>
              <a:prstGeom prst="rect">
                <a:avLst/>
              </a:prstGeom>
              <a:blipFill>
                <a:blip r:embed="rId11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blipFill>
                <a:blip r:embed="rId12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blipFill>
                <a:blip r:embed="rId13"/>
                <a:stretch>
                  <a:fillRect t="-90909" r="-40217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3359607" y="4691111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2917512" y="4749360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3359607" y="5726082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3165295" y="4749707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blipFill>
                <a:blip r:embed="rId17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3358953" y="572608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blipFill>
                <a:blip r:embed="rId18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blipFill>
                <a:blip r:embed="rId19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3165295" y="4749707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3859391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3413119" y="4957273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3415185" y="5264454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296577" y="5145740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2859585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3359771" y="4685660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369918" y="5199271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3261400" y="5268551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3361110" y="5173503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blipFill>
                <a:blip r:embed="rId21"/>
                <a:stretch>
                  <a:fillRect r="-17647"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3409206" y="4959972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3596345" y="540428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3121560" y="5029731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16F07C47-8695-4AC3-BEA9-11257D92023E}"/>
              </a:ext>
            </a:extLst>
          </p:cNvPr>
          <p:cNvSpPr/>
          <p:nvPr/>
        </p:nvSpPr>
        <p:spPr>
          <a:xfrm>
            <a:off x="4285074" y="3817370"/>
            <a:ext cx="84519" cy="92869"/>
          </a:xfrm>
          <a:prstGeom prst="rect">
            <a:avLst/>
          </a:prstGeom>
          <a:solidFill>
            <a:srgbClr val="EFEFEF"/>
          </a:solidFill>
        </p:spPr>
        <p:txBody>
          <a:bodyPr wrap="square">
            <a:spAutoFit/>
          </a:bodyPr>
          <a:lstStyle/>
          <a:p>
            <a:pPr/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B6F6E9CB-747E-4A72-8249-449D0AC091DE}"/>
                  </a:ext>
                </a:extLst>
              </p:cNvPr>
              <p:cNvSpPr txBox="1"/>
              <p:nvPr/>
            </p:nvSpPr>
            <p:spPr>
              <a:xfrm>
                <a:off x="2913646" y="4124924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B6F6E9CB-747E-4A72-8249-449D0AC09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3646" y="4124924"/>
                <a:ext cx="1082966" cy="262829"/>
              </a:xfrm>
              <a:prstGeom prst="rect">
                <a:avLst/>
              </a:prstGeom>
              <a:blipFill>
                <a:blip r:embed="rId22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78121F13-A86D-40E0-BC1D-2176EB8BE148}"/>
                  </a:ext>
                </a:extLst>
              </p:cNvPr>
              <p:cNvSpPr txBox="1"/>
              <p:nvPr/>
            </p:nvSpPr>
            <p:spPr>
              <a:xfrm>
                <a:off x="1772007" y="616557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78121F13-A86D-40E0-BC1D-2176EB8BE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007" y="6165577"/>
                <a:ext cx="1100937" cy="262829"/>
              </a:xfrm>
              <a:prstGeom prst="rect">
                <a:avLst/>
              </a:prstGeom>
              <a:blipFill>
                <a:blip r:embed="rId23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CC327E88-11B1-4421-B9ED-5B6AE5B7082E}"/>
                  </a:ext>
                </a:extLst>
              </p:cNvPr>
              <p:cNvSpPr txBox="1"/>
              <p:nvPr/>
            </p:nvSpPr>
            <p:spPr>
              <a:xfrm>
                <a:off x="2906036" y="7138435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CC327E88-11B1-4421-B9ED-5B6AE5B7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036" y="7138435"/>
                <a:ext cx="1021987" cy="26282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BBFFA98B-24A3-40CE-9BF3-BFFD53FC6D55}"/>
                  </a:ext>
                </a:extLst>
              </p:cNvPr>
              <p:cNvSpPr txBox="1"/>
              <p:nvPr/>
            </p:nvSpPr>
            <p:spPr>
              <a:xfrm>
                <a:off x="1835397" y="5021942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BBFFA98B-24A3-40CE-9BF3-BFFD53FC6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397" y="5021942"/>
                <a:ext cx="974158" cy="262829"/>
              </a:xfrm>
              <a:prstGeom prst="rect">
                <a:avLst/>
              </a:prstGeom>
              <a:blipFill>
                <a:blip r:embed="rId25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4D925AA0-3704-4F48-BFF8-ECAB2C576A81}"/>
                  </a:ext>
                </a:extLst>
              </p:cNvPr>
              <p:cNvSpPr txBox="1"/>
              <p:nvPr/>
            </p:nvSpPr>
            <p:spPr>
              <a:xfrm>
                <a:off x="3919507" y="502765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4D925AA0-3704-4F48-BFF8-ECAB2C576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07" y="5027657"/>
                <a:ext cx="1100937" cy="262829"/>
              </a:xfrm>
              <a:prstGeom prst="rect">
                <a:avLst/>
              </a:prstGeom>
              <a:blipFill>
                <a:blip r:embed="rId26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13CD4A37-9783-4112-AC8C-0CD93724E717}"/>
                  </a:ext>
                </a:extLst>
              </p:cNvPr>
              <p:cNvSpPr txBox="1"/>
              <p:nvPr/>
            </p:nvSpPr>
            <p:spPr>
              <a:xfrm>
                <a:off x="3919507" y="6166885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13CD4A37-9783-4112-AC8C-0CD93724E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07" y="6166885"/>
                <a:ext cx="1100937" cy="262829"/>
              </a:xfrm>
              <a:prstGeom prst="rect">
                <a:avLst/>
              </a:prstGeom>
              <a:blipFill>
                <a:blip r:embed="rId27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67356852-E45D-4E35-83B9-BAB40F3EA8CA}"/>
              </a:ext>
            </a:extLst>
          </p:cNvPr>
          <p:cNvPicPr>
            <a:picLocks noChangeAspect="1"/>
          </p:cNvPicPr>
          <p:nvPr/>
        </p:nvPicPr>
        <p:blipFill rotWithShape="1">
          <a:blip r:embed="rId28"/>
          <a:srcRect l="10337" t="20546" r="9330" b="19264"/>
          <a:stretch/>
        </p:blipFill>
        <p:spPr>
          <a:xfrm>
            <a:off x="4195763" y="3650015"/>
            <a:ext cx="547687" cy="129029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6E3BD2B6-1198-4305-BE2B-AB6A6B30A4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670"/>
          <a:stretch/>
        </p:blipFill>
        <p:spPr>
          <a:xfrm>
            <a:off x="4053298" y="5318471"/>
            <a:ext cx="842170" cy="832474"/>
          </a:xfrm>
          <a:prstGeom prst="rect">
            <a:avLst/>
          </a:prstGeom>
        </p:spPr>
      </p:pic>
      <p:pic>
        <p:nvPicPr>
          <p:cNvPr id="85" name="圖片 84">
            <a:extLst>
              <a:ext uri="{FF2B5EF4-FFF2-40B4-BE49-F238E27FC236}">
                <a16:creationId xmlns:a16="http://schemas.microsoft.com/office/drawing/2014/main" id="{5C51F979-9F08-46BF-B2B6-854BCBADC8D2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49572"/>
          <a:stretch/>
        </p:blipFill>
        <p:spPr>
          <a:xfrm>
            <a:off x="1886762" y="5318125"/>
            <a:ext cx="874610" cy="849127"/>
          </a:xfrm>
          <a:prstGeom prst="rect">
            <a:avLst/>
          </a:prstGeom>
        </p:spPr>
      </p:pic>
      <p:pic>
        <p:nvPicPr>
          <p:cNvPr id="90" name="圖片 89">
            <a:extLst>
              <a:ext uri="{FF2B5EF4-FFF2-40B4-BE49-F238E27FC236}">
                <a16:creationId xmlns:a16="http://schemas.microsoft.com/office/drawing/2014/main" id="{2CF76F14-BE5D-4368-B281-D733A6CDA437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112"/>
          <a:stretch/>
        </p:blipFill>
        <p:spPr>
          <a:xfrm>
            <a:off x="4032250" y="4206875"/>
            <a:ext cx="865248" cy="849127"/>
          </a:xfrm>
          <a:prstGeom prst="rect">
            <a:avLst/>
          </a:prstGeom>
        </p:spPr>
      </p:pic>
      <p:cxnSp>
        <p:nvCxnSpPr>
          <p:cNvPr id="99" name="直線接點 98">
            <a:extLst>
              <a:ext uri="{FF2B5EF4-FFF2-40B4-BE49-F238E27FC236}">
                <a16:creationId xmlns:a16="http://schemas.microsoft.com/office/drawing/2014/main" id="{2F017318-F943-4E12-840C-669153327E88}"/>
              </a:ext>
            </a:extLst>
          </p:cNvPr>
          <p:cNvCxnSpPr>
            <a:cxnSpLocks/>
          </p:cNvCxnSpPr>
          <p:nvPr/>
        </p:nvCxnSpPr>
        <p:spPr>
          <a:xfrm>
            <a:off x="3708400" y="5537200"/>
            <a:ext cx="342900" cy="479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0" name="直線接點 99">
            <a:extLst>
              <a:ext uri="{FF2B5EF4-FFF2-40B4-BE49-F238E27FC236}">
                <a16:creationId xmlns:a16="http://schemas.microsoft.com/office/drawing/2014/main" id="{A1B718C2-74AD-4190-A9FC-476B4C520845}"/>
              </a:ext>
            </a:extLst>
          </p:cNvPr>
          <p:cNvCxnSpPr>
            <a:cxnSpLocks/>
          </p:cNvCxnSpPr>
          <p:nvPr/>
        </p:nvCxnSpPr>
        <p:spPr>
          <a:xfrm>
            <a:off x="2755900" y="4494455"/>
            <a:ext cx="398272" cy="56904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1" name="直線接點 100">
            <a:extLst>
              <a:ext uri="{FF2B5EF4-FFF2-40B4-BE49-F238E27FC236}">
                <a16:creationId xmlns:a16="http://schemas.microsoft.com/office/drawing/2014/main" id="{1E6A3FAF-C534-413D-8F43-B1F77970E767}"/>
              </a:ext>
            </a:extLst>
          </p:cNvPr>
          <p:cNvCxnSpPr>
            <a:cxnSpLocks/>
          </p:cNvCxnSpPr>
          <p:nvPr/>
        </p:nvCxnSpPr>
        <p:spPr>
          <a:xfrm flipH="1">
            <a:off x="2736850" y="5307431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2" name="直線接點 101">
            <a:extLst>
              <a:ext uri="{FF2B5EF4-FFF2-40B4-BE49-F238E27FC236}">
                <a16:creationId xmlns:a16="http://schemas.microsoft.com/office/drawing/2014/main" id="{D7BB983C-906F-4256-AA49-5AB1BDE6C15D}"/>
              </a:ext>
            </a:extLst>
          </p:cNvPr>
          <p:cNvCxnSpPr>
            <a:cxnSpLocks/>
          </p:cNvCxnSpPr>
          <p:nvPr/>
        </p:nvCxnSpPr>
        <p:spPr>
          <a:xfrm flipV="1">
            <a:off x="3959225" y="4987193"/>
            <a:ext cx="104775" cy="22298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5112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0A201059-CBEA-450E-A194-C87A6FD41662}"/>
              </a:ext>
            </a:extLst>
          </p:cNvPr>
          <p:cNvSpPr/>
          <p:nvPr/>
        </p:nvSpPr>
        <p:spPr>
          <a:xfrm>
            <a:off x="1752599" y="2940050"/>
            <a:ext cx="3638551" cy="4495800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67" name="圖片 66">
            <a:extLst>
              <a:ext uri="{FF2B5EF4-FFF2-40B4-BE49-F238E27FC236}">
                <a16:creationId xmlns:a16="http://schemas.microsoft.com/office/drawing/2014/main" id="{43861810-2A78-4ADA-AC69-9129095DF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" r="75054"/>
          <a:stretch/>
        </p:blipFill>
        <p:spPr>
          <a:xfrm>
            <a:off x="2981960" y="3276667"/>
            <a:ext cx="872490" cy="838559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5BE01554-98B7-4E17-8069-753C0F4DA9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583" r="50363"/>
          <a:stretch/>
        </p:blipFill>
        <p:spPr>
          <a:xfrm>
            <a:off x="2940050" y="6299267"/>
            <a:ext cx="876300" cy="838559"/>
          </a:xfrm>
          <a:prstGeom prst="rect">
            <a:avLst/>
          </a:prstGeom>
        </p:spPr>
      </p:pic>
      <p:pic>
        <p:nvPicPr>
          <p:cNvPr id="57" name="圖片 56">
            <a:extLst>
              <a:ext uri="{FF2B5EF4-FFF2-40B4-BE49-F238E27FC236}">
                <a16:creationId xmlns:a16="http://schemas.microsoft.com/office/drawing/2014/main" id="{70664809-AA6E-4206-8618-63F0B33327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60" t="49873" r="4750" b="29819"/>
          <a:stretch/>
        </p:blipFill>
        <p:spPr>
          <a:xfrm>
            <a:off x="3880645" y="3295650"/>
            <a:ext cx="229393" cy="863585"/>
          </a:xfrm>
          <a:prstGeom prst="rect">
            <a:avLst/>
          </a:prstGeom>
        </p:spPr>
      </p:pic>
      <p:sp>
        <p:nvSpPr>
          <p:cNvPr id="58" name="文字方塊 57">
            <a:extLst>
              <a:ext uri="{FF2B5EF4-FFF2-40B4-BE49-F238E27FC236}">
                <a16:creationId xmlns:a16="http://schemas.microsoft.com/office/drawing/2014/main" id="{C44C8FE4-2586-49C7-B22A-E115CFB88DFF}"/>
              </a:ext>
            </a:extLst>
          </p:cNvPr>
          <p:cNvSpPr txBox="1"/>
          <p:nvPr/>
        </p:nvSpPr>
        <p:spPr>
          <a:xfrm>
            <a:off x="1902277" y="2986685"/>
            <a:ext cx="3332852" cy="315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valley-mixed excitons transition rate</a:t>
            </a:r>
            <a:endParaRPr lang="zh-TW" alt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6" name="圖片 55">
            <a:extLst>
              <a:ext uri="{FF2B5EF4-FFF2-40B4-BE49-F238E27FC236}">
                <a16:creationId xmlns:a16="http://schemas.microsoft.com/office/drawing/2014/main" id="{289D4995-A998-40B0-8E88-B4FA50CEFD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4087119" y="3614373"/>
            <a:ext cx="1234633" cy="2972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3344087" y="387496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087" y="3874967"/>
                <a:ext cx="268993" cy="272254"/>
              </a:xfrm>
              <a:prstGeom prst="rect">
                <a:avLst/>
              </a:prstGeom>
              <a:blipFill>
                <a:blip r:embed="rId5"/>
                <a:stretch>
                  <a:fillRect r="-72727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3390840" y="3686758"/>
            <a:ext cx="50518" cy="48461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3266610" y="3443243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6610" y="3443243"/>
                <a:ext cx="182571" cy="276614"/>
              </a:xfrm>
              <a:prstGeom prst="rect">
                <a:avLst/>
              </a:prstGeom>
              <a:blipFill>
                <a:blip r:embed="rId6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3397438" y="3600976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438" y="3600976"/>
                <a:ext cx="149279" cy="262829"/>
              </a:xfrm>
              <a:prstGeom prst="rect">
                <a:avLst/>
              </a:prstGeom>
              <a:blipFill>
                <a:blip r:embed="rId7"/>
                <a:stretch>
                  <a:fillRect r="-6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3792466" y="3967915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2466" y="3967915"/>
                <a:ext cx="204146" cy="245324"/>
              </a:xfrm>
              <a:prstGeom prst="rect">
                <a:avLst/>
              </a:prstGeom>
              <a:blipFill>
                <a:blip r:embed="rId8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2913646" y="4124924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3646" y="4124924"/>
                <a:ext cx="1082966" cy="262829"/>
              </a:xfrm>
              <a:prstGeom prst="rect">
                <a:avLst/>
              </a:prstGeom>
              <a:blipFill>
                <a:blip r:embed="rId9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1772007" y="619097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007" y="6190977"/>
                <a:ext cx="1100937" cy="262829"/>
              </a:xfrm>
              <a:prstGeom prst="rect">
                <a:avLst/>
              </a:prstGeom>
              <a:blipFill>
                <a:blip r:embed="rId10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2906036" y="7138435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036" y="7138435"/>
                <a:ext cx="1021987" cy="26282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blipFill>
                <a:blip r:embed="rId12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blipFill>
                <a:blip r:embed="rId13"/>
                <a:stretch>
                  <a:fillRect t="-90909" r="-40217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3359607" y="4691111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2917512" y="4749360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3359607" y="5726082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3165295" y="4749707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blipFill>
                <a:blip r:embed="rId14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3358953" y="572608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blipFill>
                <a:blip r:embed="rId15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blipFill>
                <a:blip r:embed="rId16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3165295" y="4749707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3859391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3413119" y="4957273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3415185" y="5264454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296577" y="5145740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2859585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3359771" y="4685660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369918" y="5199271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3261400" y="5268551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3361110" y="5173503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blipFill>
                <a:blip r:embed="rId18"/>
                <a:stretch>
                  <a:fillRect r="-17647"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3409206" y="4959972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3596345" y="540428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3121560" y="5029731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1835397" y="5060042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397" y="5060042"/>
                <a:ext cx="974158" cy="262829"/>
              </a:xfrm>
              <a:prstGeom prst="rect">
                <a:avLst/>
              </a:prstGeom>
              <a:blipFill>
                <a:blip r:embed="rId19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2F45C4C1-D6C1-4520-82C9-4FFB2E3F6552}"/>
              </a:ext>
            </a:extLst>
          </p:cNvPr>
          <p:cNvCxnSpPr>
            <a:cxnSpLocks/>
            <a:endCxn id="60" idx="1"/>
          </p:cNvCxnSpPr>
          <p:nvPr/>
        </p:nvCxnSpPr>
        <p:spPr>
          <a:xfrm>
            <a:off x="2724150" y="4133850"/>
            <a:ext cx="413880" cy="91294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77B2AB87-5071-447A-AF7F-E86B82A679A6}"/>
              </a:ext>
            </a:extLst>
          </p:cNvPr>
          <p:cNvCxnSpPr>
            <a:cxnSpLocks/>
          </p:cNvCxnSpPr>
          <p:nvPr/>
        </p:nvCxnSpPr>
        <p:spPr>
          <a:xfrm>
            <a:off x="3708400" y="5537200"/>
            <a:ext cx="413880" cy="91294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3919507" y="503400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07" y="5034007"/>
                <a:ext cx="1100937" cy="262829"/>
              </a:xfrm>
              <a:prstGeom prst="rect">
                <a:avLst/>
              </a:prstGeom>
              <a:blipFill>
                <a:blip r:embed="rId20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3919507" y="6192285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07" y="6192285"/>
                <a:ext cx="1100937" cy="262829"/>
              </a:xfrm>
              <a:prstGeom prst="rect">
                <a:avLst/>
              </a:prstGeom>
              <a:blipFill>
                <a:blip r:embed="rId21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5CECF8F-FA0B-4980-9EA4-B7ACFDA333DC}"/>
                  </a:ext>
                </a:extLst>
              </p:cNvPr>
              <p:cNvSpPr/>
              <p:nvPr/>
            </p:nvSpPr>
            <p:spPr>
              <a:xfrm>
                <a:off x="-673194" y="3826428"/>
                <a:ext cx="1183337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1, 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−1, 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5CECF8F-FA0B-4980-9EA4-B7ACFDA333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73194" y="3826428"/>
                <a:ext cx="1183337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08F47185-7FA0-4E16-854F-0B2E0D6A3E26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l="10739" t="17985" r="9733" b="14782"/>
          <a:stretch/>
        </p:blipFill>
        <p:spPr>
          <a:xfrm>
            <a:off x="4198143" y="3649610"/>
            <a:ext cx="523876" cy="139258"/>
          </a:xfrm>
          <a:prstGeom prst="rect">
            <a:avLst/>
          </a:prstGeom>
        </p:spPr>
      </p:pic>
      <p:cxnSp>
        <p:nvCxnSpPr>
          <p:cNvPr id="75" name="直線接點 74">
            <a:extLst>
              <a:ext uri="{FF2B5EF4-FFF2-40B4-BE49-F238E27FC236}">
                <a16:creationId xmlns:a16="http://schemas.microsoft.com/office/drawing/2014/main" id="{FBBF34B5-26AC-40D2-BA1E-B0A465BD6B68}"/>
              </a:ext>
            </a:extLst>
          </p:cNvPr>
          <p:cNvCxnSpPr>
            <a:cxnSpLocks/>
          </p:cNvCxnSpPr>
          <p:nvPr/>
        </p:nvCxnSpPr>
        <p:spPr>
          <a:xfrm>
            <a:off x="3708400" y="5537200"/>
            <a:ext cx="342900" cy="479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8B594070-1293-4B35-8DB2-D841B7CE4D52}"/>
              </a:ext>
            </a:extLst>
          </p:cNvPr>
          <p:cNvCxnSpPr>
            <a:cxnSpLocks/>
          </p:cNvCxnSpPr>
          <p:nvPr/>
        </p:nvCxnSpPr>
        <p:spPr>
          <a:xfrm>
            <a:off x="2755900" y="4494455"/>
            <a:ext cx="398272" cy="56904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95CA8587-D8C5-4021-9646-79932162FA4C}"/>
              </a:ext>
            </a:extLst>
          </p:cNvPr>
          <p:cNvCxnSpPr>
            <a:cxnSpLocks/>
          </p:cNvCxnSpPr>
          <p:nvPr/>
        </p:nvCxnSpPr>
        <p:spPr>
          <a:xfrm flipH="1">
            <a:off x="2736850" y="5307431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8F282B32-930B-4703-80D1-27DFF65F0119}"/>
              </a:ext>
            </a:extLst>
          </p:cNvPr>
          <p:cNvCxnSpPr>
            <a:cxnSpLocks/>
          </p:cNvCxnSpPr>
          <p:nvPr/>
        </p:nvCxnSpPr>
        <p:spPr>
          <a:xfrm flipV="1">
            <a:off x="3959225" y="4987193"/>
            <a:ext cx="104775" cy="22298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0" name="圖片 89">
            <a:extLst>
              <a:ext uri="{FF2B5EF4-FFF2-40B4-BE49-F238E27FC236}">
                <a16:creationId xmlns:a16="http://schemas.microsoft.com/office/drawing/2014/main" id="{E026C622-56F7-405B-A8AA-E995F098C1F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456" r="24582"/>
          <a:stretch/>
        </p:blipFill>
        <p:spPr>
          <a:xfrm>
            <a:off x="1854200" y="5340417"/>
            <a:ext cx="908050" cy="838559"/>
          </a:xfrm>
          <a:prstGeom prst="rect">
            <a:avLst/>
          </a:prstGeom>
        </p:spPr>
      </p:pic>
      <p:pic>
        <p:nvPicPr>
          <p:cNvPr id="91" name="圖片 90">
            <a:extLst>
              <a:ext uri="{FF2B5EF4-FFF2-40B4-BE49-F238E27FC236}">
                <a16:creationId xmlns:a16="http://schemas.microsoft.com/office/drawing/2014/main" id="{2DCB855A-0923-495E-855F-72D1A793C90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236" r="-4466"/>
          <a:stretch/>
        </p:blipFill>
        <p:spPr>
          <a:xfrm>
            <a:off x="4032250" y="4210117"/>
            <a:ext cx="1022350" cy="838559"/>
          </a:xfrm>
          <a:prstGeom prst="rect">
            <a:avLst/>
          </a:prstGeom>
        </p:spPr>
      </p:pic>
      <p:pic>
        <p:nvPicPr>
          <p:cNvPr id="92" name="圖片 91">
            <a:extLst>
              <a:ext uri="{FF2B5EF4-FFF2-40B4-BE49-F238E27FC236}">
                <a16:creationId xmlns:a16="http://schemas.microsoft.com/office/drawing/2014/main" id="{A8B224F4-2B75-489A-96DE-37559084401A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49990"/>
          <a:stretch/>
        </p:blipFill>
        <p:spPr>
          <a:xfrm>
            <a:off x="1904679" y="4237811"/>
            <a:ext cx="863921" cy="842345"/>
          </a:xfrm>
          <a:prstGeom prst="rect">
            <a:avLst/>
          </a:prstGeom>
        </p:spPr>
      </p:pic>
      <p:pic>
        <p:nvPicPr>
          <p:cNvPr id="93" name="圖片 92">
            <a:extLst>
              <a:ext uri="{FF2B5EF4-FFF2-40B4-BE49-F238E27FC236}">
                <a16:creationId xmlns:a16="http://schemas.microsoft.com/office/drawing/2014/main" id="{70902795-9C3A-4870-8001-614985DB388D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274"/>
          <a:stretch/>
        </p:blipFill>
        <p:spPr>
          <a:xfrm>
            <a:off x="4032250" y="5342711"/>
            <a:ext cx="876300" cy="84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178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0A201059-CBEA-450E-A194-C87A6FD41662}"/>
              </a:ext>
            </a:extLst>
          </p:cNvPr>
          <p:cNvSpPr/>
          <p:nvPr/>
        </p:nvSpPr>
        <p:spPr>
          <a:xfrm>
            <a:off x="1752599" y="2940050"/>
            <a:ext cx="3638551" cy="4495800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75" name="圖片 74">
            <a:extLst>
              <a:ext uri="{FF2B5EF4-FFF2-40B4-BE49-F238E27FC236}">
                <a16:creationId xmlns:a16="http://schemas.microsoft.com/office/drawing/2014/main" id="{A3E66B22-549B-4B4F-8A79-AFA2A9C99A0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368"/>
          <a:stretch/>
        </p:blipFill>
        <p:spPr>
          <a:xfrm>
            <a:off x="2990851" y="3276834"/>
            <a:ext cx="850899" cy="831746"/>
          </a:xfrm>
          <a:prstGeom prst="rect">
            <a:avLst/>
          </a:prstGeom>
        </p:spPr>
      </p:pic>
      <p:pic>
        <p:nvPicPr>
          <p:cNvPr id="76" name="圖片 75">
            <a:extLst>
              <a:ext uri="{FF2B5EF4-FFF2-40B4-BE49-F238E27FC236}">
                <a16:creationId xmlns:a16="http://schemas.microsoft.com/office/drawing/2014/main" id="{6D126B6E-BEAC-46CE-B345-EC79ED8B4C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448" r="50368"/>
          <a:stretch/>
        </p:blipFill>
        <p:spPr>
          <a:xfrm>
            <a:off x="2946400" y="6299434"/>
            <a:ext cx="869950" cy="831746"/>
          </a:xfrm>
          <a:prstGeom prst="rect">
            <a:avLst/>
          </a:prstGeom>
        </p:spPr>
      </p:pic>
      <p:pic>
        <p:nvPicPr>
          <p:cNvPr id="57" name="圖片 56">
            <a:extLst>
              <a:ext uri="{FF2B5EF4-FFF2-40B4-BE49-F238E27FC236}">
                <a16:creationId xmlns:a16="http://schemas.microsoft.com/office/drawing/2014/main" id="{70664809-AA6E-4206-8618-63F0B33327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60" t="49873" r="4750" b="29819"/>
          <a:stretch/>
        </p:blipFill>
        <p:spPr>
          <a:xfrm>
            <a:off x="3880645" y="3295650"/>
            <a:ext cx="229393" cy="863585"/>
          </a:xfrm>
          <a:prstGeom prst="rect">
            <a:avLst/>
          </a:prstGeom>
        </p:spPr>
      </p:pic>
      <p:sp>
        <p:nvSpPr>
          <p:cNvPr id="58" name="文字方塊 57">
            <a:extLst>
              <a:ext uri="{FF2B5EF4-FFF2-40B4-BE49-F238E27FC236}">
                <a16:creationId xmlns:a16="http://schemas.microsoft.com/office/drawing/2014/main" id="{C44C8FE4-2586-49C7-B22A-E115CFB88DFF}"/>
              </a:ext>
            </a:extLst>
          </p:cNvPr>
          <p:cNvSpPr txBox="1"/>
          <p:nvPr/>
        </p:nvSpPr>
        <p:spPr>
          <a:xfrm>
            <a:off x="1902277" y="2986685"/>
            <a:ext cx="3332852" cy="315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valley-mixed excitons transition rate</a:t>
            </a:r>
            <a:endParaRPr lang="zh-TW" alt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6" name="圖片 55">
            <a:extLst>
              <a:ext uri="{FF2B5EF4-FFF2-40B4-BE49-F238E27FC236}">
                <a16:creationId xmlns:a16="http://schemas.microsoft.com/office/drawing/2014/main" id="{289D4995-A998-40B0-8E88-B4FA50CEFD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4087119" y="3614373"/>
            <a:ext cx="1234633" cy="2972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3344087" y="387496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087" y="3874967"/>
                <a:ext cx="268993" cy="272254"/>
              </a:xfrm>
              <a:prstGeom prst="rect">
                <a:avLst/>
              </a:prstGeom>
              <a:blipFill>
                <a:blip r:embed="rId5"/>
                <a:stretch>
                  <a:fillRect r="-72727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3390840" y="3686758"/>
            <a:ext cx="50518" cy="48461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3266610" y="3443243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6610" y="3443243"/>
                <a:ext cx="182571" cy="276614"/>
              </a:xfrm>
              <a:prstGeom prst="rect">
                <a:avLst/>
              </a:prstGeom>
              <a:blipFill>
                <a:blip r:embed="rId6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3397438" y="3600976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438" y="3600976"/>
                <a:ext cx="149279" cy="262829"/>
              </a:xfrm>
              <a:prstGeom prst="rect">
                <a:avLst/>
              </a:prstGeom>
              <a:blipFill>
                <a:blip r:embed="rId7"/>
                <a:stretch>
                  <a:fillRect r="-6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3792466" y="3967915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2466" y="3967915"/>
                <a:ext cx="204146" cy="245324"/>
              </a:xfrm>
              <a:prstGeom prst="rect">
                <a:avLst/>
              </a:prstGeom>
              <a:blipFill>
                <a:blip r:embed="rId8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2913646" y="4124924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3646" y="4124924"/>
                <a:ext cx="1082966" cy="262829"/>
              </a:xfrm>
              <a:prstGeom prst="rect">
                <a:avLst/>
              </a:prstGeom>
              <a:blipFill>
                <a:blip r:embed="rId9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1772007" y="619097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007" y="6190977"/>
                <a:ext cx="1100937" cy="262829"/>
              </a:xfrm>
              <a:prstGeom prst="rect">
                <a:avLst/>
              </a:prstGeom>
              <a:blipFill>
                <a:blip r:embed="rId10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2906036" y="7138435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036" y="7138435"/>
                <a:ext cx="1021987" cy="26282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blipFill>
                <a:blip r:embed="rId12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blipFill>
                <a:blip r:embed="rId13"/>
                <a:stretch>
                  <a:fillRect t="-90909" r="-52174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3359607" y="4691111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2917512" y="4749360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3359607" y="5726082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3165295" y="4749707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blipFill>
                <a:blip r:embed="rId14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3358953" y="572608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blipFill>
                <a:blip r:embed="rId15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blipFill>
                <a:blip r:embed="rId16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3165295" y="4749707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3859391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3413119" y="4957273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3415185" y="5264454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296577" y="5145740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2859585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3359771" y="4685660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369918" y="5199271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3261400" y="5268551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3361110" y="5173503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blipFill>
                <a:blip r:embed="rId18"/>
                <a:stretch>
                  <a:fillRect r="-17647"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3409206" y="4959972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3596345" y="540428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3121560" y="5029731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1835397" y="5060042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397" y="5060042"/>
                <a:ext cx="974158" cy="262829"/>
              </a:xfrm>
              <a:prstGeom prst="rect">
                <a:avLst/>
              </a:prstGeom>
              <a:blipFill>
                <a:blip r:embed="rId19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3919507" y="502130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07" y="5021307"/>
                <a:ext cx="1100937" cy="262829"/>
              </a:xfrm>
              <a:prstGeom prst="rect">
                <a:avLst/>
              </a:prstGeom>
              <a:blipFill>
                <a:blip r:embed="rId20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3919507" y="6204985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07" y="6204985"/>
                <a:ext cx="1100937" cy="262829"/>
              </a:xfrm>
              <a:prstGeom prst="rect">
                <a:avLst/>
              </a:prstGeom>
              <a:blipFill>
                <a:blip r:embed="rId21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5CECF8F-FA0B-4980-9EA4-B7ACFDA333DC}"/>
                  </a:ext>
                </a:extLst>
              </p:cNvPr>
              <p:cNvSpPr/>
              <p:nvPr/>
            </p:nvSpPr>
            <p:spPr>
              <a:xfrm>
                <a:off x="-673194" y="3826428"/>
                <a:ext cx="1183337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1, 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−1, 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5CECF8F-FA0B-4980-9EA4-B7ACFDA333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73194" y="3826428"/>
                <a:ext cx="1183337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8DB20D34-1BEB-42BB-ACD3-A3F12AF6ED7D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l="9358" t="17558" r="8712" b="16703"/>
          <a:stretch/>
        </p:blipFill>
        <p:spPr>
          <a:xfrm>
            <a:off x="4194772" y="3665376"/>
            <a:ext cx="529628" cy="11676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8" name="矩形 87">
                <a:extLst>
                  <a:ext uri="{FF2B5EF4-FFF2-40B4-BE49-F238E27FC236}">
                    <a16:creationId xmlns:a16="http://schemas.microsoft.com/office/drawing/2014/main" id="{D07E0873-143D-44D0-8FB8-2FB497CC670F}"/>
                  </a:ext>
                </a:extLst>
              </p:cNvPr>
              <p:cNvSpPr/>
              <p:nvPr/>
            </p:nvSpPr>
            <p:spPr>
              <a:xfrm>
                <a:off x="-536237" y="4399219"/>
                <a:ext cx="409086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ℓ 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88" name="矩形 87">
                <a:extLst>
                  <a:ext uri="{FF2B5EF4-FFF2-40B4-BE49-F238E27FC236}">
                    <a16:creationId xmlns:a16="http://schemas.microsoft.com/office/drawing/2014/main" id="{D07E0873-143D-44D0-8FB8-2FB497CC67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6237" y="4399219"/>
                <a:ext cx="40908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FC683E16-E812-440E-9DFB-50C3B5D7D614}"/>
                  </a:ext>
                </a:extLst>
              </p:cNvPr>
              <p:cNvSpPr/>
              <p:nvPr/>
            </p:nvSpPr>
            <p:spPr>
              <a:xfrm>
                <a:off x="-490059" y="4923730"/>
                <a:ext cx="582211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−ℓ 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FC683E16-E812-440E-9DFB-50C3B5D7D6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90059" y="4923730"/>
                <a:ext cx="582211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直線接點 89">
            <a:extLst>
              <a:ext uri="{FF2B5EF4-FFF2-40B4-BE49-F238E27FC236}">
                <a16:creationId xmlns:a16="http://schemas.microsoft.com/office/drawing/2014/main" id="{CFF033C0-2135-4B97-A4FF-BF266A4CBDD0}"/>
              </a:ext>
            </a:extLst>
          </p:cNvPr>
          <p:cNvCxnSpPr>
            <a:cxnSpLocks/>
          </p:cNvCxnSpPr>
          <p:nvPr/>
        </p:nvCxnSpPr>
        <p:spPr>
          <a:xfrm>
            <a:off x="3708400" y="5537200"/>
            <a:ext cx="342900" cy="479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1" name="直線接點 90">
            <a:extLst>
              <a:ext uri="{FF2B5EF4-FFF2-40B4-BE49-F238E27FC236}">
                <a16:creationId xmlns:a16="http://schemas.microsoft.com/office/drawing/2014/main" id="{59F2DC5D-2CEC-4E13-80ED-EB8C1881DC92}"/>
              </a:ext>
            </a:extLst>
          </p:cNvPr>
          <p:cNvCxnSpPr>
            <a:cxnSpLocks/>
          </p:cNvCxnSpPr>
          <p:nvPr/>
        </p:nvCxnSpPr>
        <p:spPr>
          <a:xfrm>
            <a:off x="2755900" y="4494455"/>
            <a:ext cx="398272" cy="56904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" name="直線接點 91">
            <a:extLst>
              <a:ext uri="{FF2B5EF4-FFF2-40B4-BE49-F238E27FC236}">
                <a16:creationId xmlns:a16="http://schemas.microsoft.com/office/drawing/2014/main" id="{04262AEC-CACF-48E1-BDDD-5EE139870DA5}"/>
              </a:ext>
            </a:extLst>
          </p:cNvPr>
          <p:cNvCxnSpPr>
            <a:cxnSpLocks/>
          </p:cNvCxnSpPr>
          <p:nvPr/>
        </p:nvCxnSpPr>
        <p:spPr>
          <a:xfrm flipH="1">
            <a:off x="2736850" y="5307431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3" name="直線接點 92">
            <a:extLst>
              <a:ext uri="{FF2B5EF4-FFF2-40B4-BE49-F238E27FC236}">
                <a16:creationId xmlns:a16="http://schemas.microsoft.com/office/drawing/2014/main" id="{CD9EB5EA-645D-4A32-B963-6DABBDB318DF}"/>
              </a:ext>
            </a:extLst>
          </p:cNvPr>
          <p:cNvCxnSpPr>
            <a:cxnSpLocks/>
          </p:cNvCxnSpPr>
          <p:nvPr/>
        </p:nvCxnSpPr>
        <p:spPr>
          <a:xfrm flipV="1">
            <a:off x="3959225" y="4987193"/>
            <a:ext cx="104775" cy="22298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8" name="圖片 97">
            <a:extLst>
              <a:ext uri="{FF2B5EF4-FFF2-40B4-BE49-F238E27FC236}">
                <a16:creationId xmlns:a16="http://schemas.microsoft.com/office/drawing/2014/main" id="{40720FB4-A313-463C-A485-C5E818070A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816" r="24816"/>
          <a:stretch/>
        </p:blipFill>
        <p:spPr>
          <a:xfrm>
            <a:off x="1873250" y="4235684"/>
            <a:ext cx="876300" cy="831746"/>
          </a:xfrm>
          <a:prstGeom prst="rect">
            <a:avLst/>
          </a:prstGeom>
        </p:spPr>
      </p:pic>
      <p:pic>
        <p:nvPicPr>
          <p:cNvPr id="99" name="圖片 98">
            <a:extLst>
              <a:ext uri="{FF2B5EF4-FFF2-40B4-BE49-F238E27FC236}">
                <a16:creationId xmlns:a16="http://schemas.microsoft.com/office/drawing/2014/main" id="{558AB7EB-75F3-427C-8127-BE4419C5C1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368"/>
          <a:stretch/>
        </p:blipFill>
        <p:spPr>
          <a:xfrm>
            <a:off x="4044949" y="5346934"/>
            <a:ext cx="850901" cy="831746"/>
          </a:xfrm>
          <a:prstGeom prst="rect">
            <a:avLst/>
          </a:prstGeom>
        </p:spPr>
      </p:pic>
      <p:pic>
        <p:nvPicPr>
          <p:cNvPr id="100" name="圖片 99">
            <a:extLst>
              <a:ext uri="{FF2B5EF4-FFF2-40B4-BE49-F238E27FC236}">
                <a16:creationId xmlns:a16="http://schemas.microsoft.com/office/drawing/2014/main" id="{A0FC5FDA-9986-420C-BE56-9AD73069A2B1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49671"/>
          <a:stretch/>
        </p:blipFill>
        <p:spPr>
          <a:xfrm>
            <a:off x="1893568" y="5326804"/>
            <a:ext cx="875032" cy="856665"/>
          </a:xfrm>
          <a:prstGeom prst="rect">
            <a:avLst/>
          </a:prstGeom>
        </p:spPr>
      </p:pic>
      <p:pic>
        <p:nvPicPr>
          <p:cNvPr id="101" name="圖片 100">
            <a:extLst>
              <a:ext uri="{FF2B5EF4-FFF2-40B4-BE49-F238E27FC236}">
                <a16:creationId xmlns:a16="http://schemas.microsoft.com/office/drawing/2014/main" id="{5FB752E4-DA9F-4D18-924A-6B3D2AC27692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963"/>
          <a:stretch/>
        </p:blipFill>
        <p:spPr>
          <a:xfrm>
            <a:off x="4038600" y="4190154"/>
            <a:ext cx="869950" cy="85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131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0A201059-CBEA-450E-A194-C87A6FD41662}"/>
              </a:ext>
            </a:extLst>
          </p:cNvPr>
          <p:cNvSpPr/>
          <p:nvPr/>
        </p:nvSpPr>
        <p:spPr>
          <a:xfrm>
            <a:off x="415548" y="2622241"/>
            <a:ext cx="6026913" cy="466152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AB9437CA-8479-430F-94F9-F829496544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9901" r="79196" b="70805"/>
          <a:stretch/>
        </p:blipFill>
        <p:spPr>
          <a:xfrm>
            <a:off x="2009108" y="3299614"/>
            <a:ext cx="1121863" cy="1125264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BE439B64-4C39-4DC3-A808-9F71E101D2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67" t="9936" r="65451" b="70772"/>
          <a:stretch/>
        </p:blipFill>
        <p:spPr>
          <a:xfrm>
            <a:off x="2269775" y="6108159"/>
            <a:ext cx="1126963" cy="1125264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6CEA8C1C-2566-4F1A-893A-AC03A79BD9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73" t="30231" r="79166" b="50417"/>
          <a:stretch/>
        </p:blipFill>
        <p:spPr>
          <a:xfrm>
            <a:off x="3472797" y="3297911"/>
            <a:ext cx="1125261" cy="1128662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BE2EB9CE-E8BF-48FD-8E8F-D57D018CDA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92" t="30180" r="65466" b="50469"/>
          <a:stretch/>
        </p:blipFill>
        <p:spPr>
          <a:xfrm>
            <a:off x="3442037" y="6106458"/>
            <a:ext cx="1123563" cy="1128663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4EC70484-D389-4332-BDD4-D89E28418569}"/>
              </a:ext>
            </a:extLst>
          </p:cNvPr>
          <p:cNvSpPr txBox="1"/>
          <p:nvPr/>
        </p:nvSpPr>
        <p:spPr>
          <a:xfrm>
            <a:off x="1762577" y="2636165"/>
            <a:ext cx="3332852" cy="379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78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Valley-mixed </a:t>
            </a:r>
            <a:r>
              <a:rPr lang="en-US" altLang="zh-TW" sz="18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excitons</a:t>
            </a:r>
            <a:r>
              <a:rPr lang="en-US" altLang="zh-TW" sz="157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transition rate</a:t>
            </a:r>
            <a:endParaRPr lang="zh-TW" altLang="en-US" sz="157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731AC40C-DCAE-403E-9464-20D710FD210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68043"/>
          <a:stretch/>
        </p:blipFill>
        <p:spPr>
          <a:xfrm>
            <a:off x="655999" y="3337446"/>
            <a:ext cx="1323709" cy="2574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4171100" y="4135330"/>
                <a:ext cx="368754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1100" y="4135330"/>
                <a:ext cx="368754" cy="272254"/>
              </a:xfrm>
              <a:prstGeom prst="rect">
                <a:avLst/>
              </a:prstGeom>
              <a:blipFill>
                <a:blip r:embed="rId4"/>
                <a:stretch>
                  <a:fillRect r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圖片 22">
            <a:extLst>
              <a:ext uri="{FF2B5EF4-FFF2-40B4-BE49-F238E27FC236}">
                <a16:creationId xmlns:a16="http://schemas.microsoft.com/office/drawing/2014/main" id="{034F05ED-8B77-47E2-B31D-6DCF9EEAF89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4941672" y="3267870"/>
            <a:ext cx="1323709" cy="3186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/>
              <p:nvPr/>
            </p:nvSpPr>
            <p:spPr>
              <a:xfrm>
                <a:off x="2720483" y="4139043"/>
                <a:ext cx="368754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483" y="4139043"/>
                <a:ext cx="368754" cy="272254"/>
              </a:xfrm>
              <a:prstGeom prst="rect">
                <a:avLst/>
              </a:prstGeom>
              <a:blipFill>
                <a:blip r:embed="rId4"/>
                <a:stretch>
                  <a:fillRect r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群組 32">
            <a:extLst>
              <a:ext uri="{FF2B5EF4-FFF2-40B4-BE49-F238E27FC236}">
                <a16:creationId xmlns:a16="http://schemas.microsoft.com/office/drawing/2014/main" id="{6A0B58D1-42C1-4CB5-BA3E-EA6F7197B252}"/>
              </a:ext>
            </a:extLst>
          </p:cNvPr>
          <p:cNvGrpSpPr/>
          <p:nvPr/>
        </p:nvGrpSpPr>
        <p:grpSpPr>
          <a:xfrm>
            <a:off x="2568122" y="3801271"/>
            <a:ext cx="69253" cy="66434"/>
            <a:chOff x="1373392" y="2391862"/>
            <a:chExt cx="479433" cy="476535"/>
          </a:xfrm>
        </p:grpSpPr>
        <p:sp>
          <p:nvSpPr>
            <p:cNvPr id="36" name="箭號: 向右 35">
              <a:extLst>
                <a:ext uri="{FF2B5EF4-FFF2-40B4-BE49-F238E27FC236}">
                  <a16:creationId xmlns:a16="http://schemas.microsoft.com/office/drawing/2014/main" id="{4F78E4FD-EB91-46FA-9BDF-491D047471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7" name="箭號: 向右 36">
              <a:extLst>
                <a:ext uri="{FF2B5EF4-FFF2-40B4-BE49-F238E27FC236}">
                  <a16:creationId xmlns:a16="http://schemas.microsoft.com/office/drawing/2014/main" id="{5E35A25D-4007-47EC-AAFC-52AE6F735637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/>
              <p:nvPr/>
            </p:nvSpPr>
            <p:spPr>
              <a:xfrm>
                <a:off x="2466121" y="3579727"/>
                <a:ext cx="271928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6121" y="3579727"/>
                <a:ext cx="271928" cy="276614"/>
              </a:xfrm>
              <a:prstGeom prst="rect">
                <a:avLst/>
              </a:prstGeom>
              <a:blipFill>
                <a:blip r:embed="rId5"/>
                <a:stretch>
                  <a:fillRect r="-68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/>
              <p:nvPr/>
            </p:nvSpPr>
            <p:spPr>
              <a:xfrm>
                <a:off x="2584243" y="3748325"/>
                <a:ext cx="204642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4243" y="3748325"/>
                <a:ext cx="204642" cy="262829"/>
              </a:xfrm>
              <a:prstGeom prst="rect">
                <a:avLst/>
              </a:prstGeom>
              <a:blipFill>
                <a:blip r:embed="rId6"/>
                <a:stretch>
                  <a:fillRect r="-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4034096" y="3801271"/>
            <a:ext cx="69253" cy="66434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3932090" y="3579727"/>
                <a:ext cx="250280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2090" y="3579727"/>
                <a:ext cx="250280" cy="276614"/>
              </a:xfrm>
              <a:prstGeom prst="rect">
                <a:avLst/>
              </a:prstGeom>
              <a:blipFill>
                <a:blip r:embed="rId5"/>
                <a:stretch>
                  <a:fillRect r="-146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4050218" y="3748325"/>
                <a:ext cx="204642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0218" y="3748325"/>
                <a:ext cx="204642" cy="262829"/>
              </a:xfrm>
              <a:prstGeom prst="rect">
                <a:avLst/>
              </a:prstGeom>
              <a:blipFill>
                <a:blip r:embed="rId7"/>
                <a:stretch>
                  <a:fillRect r="-323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20522708-3559-461F-B738-E68F45B69D9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4559965" y="3259696"/>
            <a:ext cx="357159" cy="1194195"/>
          </a:xfrm>
          <a:prstGeom prst="rect">
            <a:avLst/>
          </a:prstGeom>
        </p:spPr>
      </p:pic>
      <p:pic>
        <p:nvPicPr>
          <p:cNvPr id="141" name="圖片 140">
            <a:extLst>
              <a:ext uri="{FF2B5EF4-FFF2-40B4-BE49-F238E27FC236}">
                <a16:creationId xmlns:a16="http://schemas.microsoft.com/office/drawing/2014/main" id="{54D58104-A6B2-4314-B0D5-EFF445DE61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28" t="9942" r="51700" b="70784"/>
          <a:stretch/>
        </p:blipFill>
        <p:spPr>
          <a:xfrm>
            <a:off x="553322" y="4653284"/>
            <a:ext cx="1117331" cy="1124130"/>
          </a:xfrm>
          <a:prstGeom prst="rect">
            <a:avLst/>
          </a:prstGeom>
        </p:spPr>
      </p:pic>
      <p:pic>
        <p:nvPicPr>
          <p:cNvPr id="142" name="圖片 141">
            <a:extLst>
              <a:ext uri="{FF2B5EF4-FFF2-40B4-BE49-F238E27FC236}">
                <a16:creationId xmlns:a16="http://schemas.microsoft.com/office/drawing/2014/main" id="{5C9A896D-E956-4B65-B6D0-476A3CAF2D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74" t="30226" r="51683" b="50480"/>
          <a:stretch/>
        </p:blipFill>
        <p:spPr>
          <a:xfrm>
            <a:off x="1709717" y="4652724"/>
            <a:ext cx="1123562" cy="1125261"/>
          </a:xfrm>
          <a:prstGeom prst="rect">
            <a:avLst/>
          </a:prstGeom>
        </p:spPr>
      </p:pic>
      <p:pic>
        <p:nvPicPr>
          <p:cNvPr id="143" name="圖片 142">
            <a:extLst>
              <a:ext uri="{FF2B5EF4-FFF2-40B4-BE49-F238E27FC236}">
                <a16:creationId xmlns:a16="http://schemas.microsoft.com/office/drawing/2014/main" id="{CE609567-16AC-4D6A-805B-651C24F002AA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3097331" y="3267606"/>
            <a:ext cx="357159" cy="1184444"/>
          </a:xfrm>
          <a:prstGeom prst="rect">
            <a:avLst/>
          </a:prstGeom>
        </p:spPr>
      </p:pic>
      <p:pic>
        <p:nvPicPr>
          <p:cNvPr id="144" name="圖片 143">
            <a:extLst>
              <a:ext uri="{FF2B5EF4-FFF2-40B4-BE49-F238E27FC236}">
                <a16:creationId xmlns:a16="http://schemas.microsoft.com/office/drawing/2014/main" id="{35BF13E5-71D9-475C-8AF1-2A3C413496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70" t="9874" r="37949" b="70775"/>
          <a:stretch/>
        </p:blipFill>
        <p:spPr>
          <a:xfrm>
            <a:off x="4051501" y="4651019"/>
            <a:ext cx="1126963" cy="1128662"/>
          </a:xfrm>
          <a:prstGeom prst="rect">
            <a:avLst/>
          </a:prstGeom>
        </p:spPr>
      </p:pic>
      <p:pic>
        <p:nvPicPr>
          <p:cNvPr id="145" name="圖片 144">
            <a:extLst>
              <a:ext uri="{FF2B5EF4-FFF2-40B4-BE49-F238E27FC236}">
                <a16:creationId xmlns:a16="http://schemas.microsoft.com/office/drawing/2014/main" id="{A42122A8-C527-4EFD-9116-C124C9D047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93" t="30160" r="37946" b="50431"/>
          <a:stretch/>
        </p:blipFill>
        <p:spPr>
          <a:xfrm>
            <a:off x="5218899" y="4649319"/>
            <a:ext cx="1125262" cy="11320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/>
              <p:nvPr/>
            </p:nvSpPr>
            <p:spPr>
              <a:xfrm>
                <a:off x="3111954" y="4263641"/>
                <a:ext cx="27985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1954" y="4263641"/>
                <a:ext cx="279856" cy="245324"/>
              </a:xfrm>
              <a:prstGeom prst="rect">
                <a:avLst/>
              </a:prstGeom>
              <a:blipFill>
                <a:blip r:embed="rId9"/>
                <a:stretch>
                  <a:fillRect r="-108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4580989" y="4263641"/>
                <a:ext cx="27985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0989" y="4263641"/>
                <a:ext cx="279856" cy="245324"/>
              </a:xfrm>
              <a:prstGeom prst="rect">
                <a:avLst/>
              </a:prstGeom>
              <a:blipFill>
                <a:blip r:embed="rId9"/>
                <a:stretch>
                  <a:fillRect r="-108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2418104" y="3079079"/>
                <a:ext cx="207405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8104" y="3079079"/>
                <a:ext cx="2074050" cy="262829"/>
              </a:xfrm>
              <a:prstGeom prst="rect">
                <a:avLst/>
              </a:prstGeom>
              <a:blipFill>
                <a:blip r:embed="rId10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1134399" y="4456792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399" y="4456792"/>
                <a:ext cx="1100937" cy="262829"/>
              </a:xfrm>
              <a:prstGeom prst="rect">
                <a:avLst/>
              </a:prstGeom>
              <a:blipFill>
                <a:blip r:embed="rId11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4672719" y="4456792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2719" y="4456792"/>
                <a:ext cx="1100937" cy="262829"/>
              </a:xfrm>
              <a:prstGeom prst="rect">
                <a:avLst/>
              </a:prstGeom>
              <a:blipFill>
                <a:blip r:embed="rId12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2944136" y="5905938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4136" y="5905938"/>
                <a:ext cx="1021987" cy="26282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3119541" y="575674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541" y="5756743"/>
                <a:ext cx="562814" cy="262829"/>
              </a:xfrm>
              <a:prstGeom prst="rect">
                <a:avLst/>
              </a:prstGeom>
              <a:blipFill>
                <a:blip r:embed="rId14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blipFill>
                <a:blip r:embed="rId15"/>
                <a:stretch>
                  <a:fillRect t="-90909" r="-52174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3359607" y="4614911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2917512" y="4673160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3359607" y="5649882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3200293" y="4691437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3165295" y="4673507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3200293" y="4691437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3035280" y="5067809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0" y="5067809"/>
                <a:ext cx="122489" cy="262829"/>
              </a:xfrm>
              <a:prstGeom prst="rect">
                <a:avLst/>
              </a:prstGeom>
              <a:blipFill>
                <a:blip r:embed="rId16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3358953" y="564988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3488689" y="513385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689" y="5133853"/>
                <a:ext cx="122489" cy="262829"/>
              </a:xfrm>
              <a:prstGeom prst="rect">
                <a:avLst/>
              </a:prstGeom>
              <a:blipFill>
                <a:blip r:embed="rId17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3319680" y="4697878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680" y="4697878"/>
                <a:ext cx="177900" cy="262829"/>
              </a:xfrm>
              <a:prstGeom prst="rect">
                <a:avLst/>
              </a:prstGeom>
              <a:blipFill>
                <a:blip r:embed="rId18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3165295" y="4673507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3859391" y="51330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3413119" y="4881073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3415185" y="5188254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296577" y="5069540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2859585" y="51330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3359771" y="4609460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369918" y="5123071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3117907" y="5147336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907" y="5147336"/>
                <a:ext cx="218239" cy="26282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3261400" y="5192351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3361110" y="5097303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3388648" y="4925509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648" y="4925509"/>
                <a:ext cx="205647" cy="262829"/>
              </a:xfrm>
              <a:prstGeom prst="rect">
                <a:avLst/>
              </a:prstGeom>
              <a:blipFill>
                <a:blip r:embed="rId20"/>
                <a:stretch>
                  <a:fillRect r="-17647"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3409206" y="4883772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182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1480</TotalTime>
  <Words>454</Words>
  <Application>Microsoft Office PowerPoint</Application>
  <PresentationFormat>A4 紙張 (210x297 公釐)</PresentationFormat>
  <Paragraphs>260</Paragraphs>
  <Slides>13</Slides>
  <Notes>0</Notes>
  <HiddenSlides>12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0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51</cp:revision>
  <dcterms:created xsi:type="dcterms:W3CDTF">2026-04-28T04:34:15Z</dcterms:created>
  <dcterms:modified xsi:type="dcterms:W3CDTF">2026-06-13T02:47:01Z</dcterms:modified>
</cp:coreProperties>
</file>