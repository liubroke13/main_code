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0799763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1290" y="15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471289"/>
            <a:ext cx="8099822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1512522"/>
            <a:ext cx="8099822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96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95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717932"/>
            <a:ext cx="9314796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927150"/>
            <a:ext cx="9314796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8118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766593"/>
            <a:ext cx="4589899" cy="182715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766593"/>
            <a:ext cx="4589899" cy="182715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521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53319"/>
            <a:ext cx="9314796" cy="55661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705933"/>
            <a:ext cx="456880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051899"/>
            <a:ext cx="4568806" cy="154718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705933"/>
            <a:ext cx="459130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051899"/>
            <a:ext cx="4591306" cy="154718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44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360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48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91982"/>
            <a:ext cx="3483204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414627"/>
            <a:ext cx="5467380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863918"/>
            <a:ext cx="3483204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42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91982"/>
            <a:ext cx="3483204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414627"/>
            <a:ext cx="5467380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863918"/>
            <a:ext cx="3483204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23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500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153319"/>
            <a:ext cx="2328699" cy="244043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153319"/>
            <a:ext cx="6851100" cy="244043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55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153319"/>
            <a:ext cx="9314796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766593"/>
            <a:ext cx="9314796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2669079"/>
            <a:ext cx="242994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CB8D9-02A8-431F-86FB-1060DDC6D7B5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2669079"/>
            <a:ext cx="364492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2669079"/>
            <a:ext cx="242994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38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群組 45">
            <a:extLst>
              <a:ext uri="{FF2B5EF4-FFF2-40B4-BE49-F238E27FC236}">
                <a16:creationId xmlns:a16="http://schemas.microsoft.com/office/drawing/2014/main" id="{E9162808-01B4-4551-907E-741481E6670F}"/>
              </a:ext>
            </a:extLst>
          </p:cNvPr>
          <p:cNvGrpSpPr/>
          <p:nvPr/>
        </p:nvGrpSpPr>
        <p:grpSpPr>
          <a:xfrm>
            <a:off x="63546" y="111805"/>
            <a:ext cx="10672670" cy="2656114"/>
            <a:chOff x="254046" y="111805"/>
            <a:chExt cx="10672670" cy="2656114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31B3A743-6F31-4C73-97B5-5E726215B461}"/>
                </a:ext>
              </a:extLst>
            </p:cNvPr>
            <p:cNvGrpSpPr/>
            <p:nvPr/>
          </p:nvGrpSpPr>
          <p:grpSpPr>
            <a:xfrm>
              <a:off x="3134985" y="427068"/>
              <a:ext cx="4473574" cy="1523392"/>
              <a:chOff x="7839075" y="5334608"/>
              <a:chExt cx="4473574" cy="1523392"/>
            </a:xfrm>
          </p:grpSpPr>
          <p:pic>
            <p:nvPicPr>
              <p:cNvPr id="40" name="Picture 2" descr="Figure 1">
                <a:extLst>
                  <a:ext uri="{FF2B5EF4-FFF2-40B4-BE49-F238E27FC236}">
                    <a16:creationId xmlns:a16="http://schemas.microsoft.com/office/drawing/2014/main" id="{E0FBF22C-BEBA-438D-896A-FE3277A433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t="77787"/>
              <a:stretch/>
            </p:blipFill>
            <p:spPr bwMode="auto">
              <a:xfrm>
                <a:off x="8006750" y="5334608"/>
                <a:ext cx="4305899" cy="15233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5DE5FE8D-F1A0-4363-92CE-186AC8C8AAF7}"/>
                  </a:ext>
                </a:extLst>
              </p:cNvPr>
              <p:cNvSpPr/>
              <p:nvPr/>
            </p:nvSpPr>
            <p:spPr>
              <a:xfrm>
                <a:off x="7839075" y="5372100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98D7BD72-410F-41BB-A62C-8999619D5ED7}"/>
                </a:ext>
              </a:extLst>
            </p:cNvPr>
            <p:cNvGrpSpPr/>
            <p:nvPr/>
          </p:nvGrpSpPr>
          <p:grpSpPr>
            <a:xfrm>
              <a:off x="6424567" y="111805"/>
              <a:ext cx="4502149" cy="2656114"/>
              <a:chOff x="7810500" y="2624308"/>
              <a:chExt cx="4502149" cy="2656114"/>
            </a:xfrm>
          </p:grpSpPr>
          <p:pic>
            <p:nvPicPr>
              <p:cNvPr id="31" name="Picture 2" descr="Figure 1">
                <a:extLst>
                  <a:ext uri="{FF2B5EF4-FFF2-40B4-BE49-F238E27FC236}">
                    <a16:creationId xmlns:a16="http://schemas.microsoft.com/office/drawing/2014/main" id="{B5C55F44-E8B7-4A0D-B37C-996F95BA17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t="38266" b="23003"/>
              <a:stretch/>
            </p:blipFill>
            <p:spPr bwMode="auto">
              <a:xfrm>
                <a:off x="8006750" y="2624308"/>
                <a:ext cx="4305899" cy="26561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641DE227-B689-4809-9A51-56A5E94FF7E9}"/>
                  </a:ext>
                </a:extLst>
              </p:cNvPr>
              <p:cNvSpPr/>
              <p:nvPr/>
            </p:nvSpPr>
            <p:spPr>
              <a:xfrm>
                <a:off x="7810500" y="2924175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17BDB613-DD88-44BC-B0BE-19CF71933F0A}"/>
                </a:ext>
              </a:extLst>
            </p:cNvPr>
            <p:cNvSpPr txBox="1"/>
            <p:nvPr/>
          </p:nvSpPr>
          <p:spPr>
            <a:xfrm>
              <a:off x="6900817" y="736795"/>
              <a:ext cx="9477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GXs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94390502-AA2A-49D3-86DA-53B5DE388EBC}"/>
                </a:ext>
              </a:extLst>
            </p:cNvPr>
            <p:cNvSpPr txBox="1"/>
            <p:nvPr/>
          </p:nvSpPr>
          <p:spPr>
            <a:xfrm>
              <a:off x="4747586" y="736795"/>
              <a:ext cx="9477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DXs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8B29744-6F31-4605-91B2-BEE9778DEC79}"/>
                </a:ext>
              </a:extLst>
            </p:cNvPr>
            <p:cNvSpPr/>
            <p:nvPr/>
          </p:nvSpPr>
          <p:spPr>
            <a:xfrm>
              <a:off x="3495675" y="427068"/>
              <a:ext cx="522667" cy="5444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9E2410E-8361-4829-8057-92AEAF88F352}"/>
                </a:ext>
              </a:extLst>
            </p:cNvPr>
            <p:cNvGrpSpPr/>
            <p:nvPr/>
          </p:nvGrpSpPr>
          <p:grpSpPr>
            <a:xfrm>
              <a:off x="254046" y="168503"/>
              <a:ext cx="4305899" cy="2479218"/>
              <a:chOff x="7625750" y="0"/>
              <a:chExt cx="4305899" cy="2479218"/>
            </a:xfrm>
          </p:grpSpPr>
          <p:pic>
            <p:nvPicPr>
              <p:cNvPr id="1026" name="Picture 2" descr="Figure 1">
                <a:extLst>
                  <a:ext uri="{FF2B5EF4-FFF2-40B4-BE49-F238E27FC236}">
                    <a16:creationId xmlns:a16="http://schemas.microsoft.com/office/drawing/2014/main" id="{8C6290E3-8B86-4B9F-9A96-6E741BE587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b="63849"/>
              <a:stretch/>
            </p:blipFill>
            <p:spPr bwMode="auto">
              <a:xfrm>
                <a:off x="7625750" y="0"/>
                <a:ext cx="4305899" cy="24792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FB13C63-0209-4F4D-85DE-6D8F1E346E9F}"/>
                  </a:ext>
                </a:extLst>
              </p:cNvPr>
              <p:cNvSpPr/>
              <p:nvPr/>
            </p:nvSpPr>
            <p:spPr>
              <a:xfrm>
                <a:off x="7905750" y="38100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C8D4747B-997D-40F1-9B90-EAD60C21C202}"/>
                </a:ext>
              </a:extLst>
            </p:cNvPr>
            <p:cNvSpPr txBox="1"/>
            <p:nvPr/>
          </p:nvSpPr>
          <p:spPr>
            <a:xfrm>
              <a:off x="438796" y="736795"/>
              <a:ext cx="9477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BXs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41C5FD7-092F-4622-A29C-B804AA7704C5}"/>
                </a:ext>
              </a:extLst>
            </p:cNvPr>
            <p:cNvSpPr/>
            <p:nvPr/>
          </p:nvSpPr>
          <p:spPr>
            <a:xfrm>
              <a:off x="6829425" y="255618"/>
              <a:ext cx="522667" cy="5444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69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3</Words>
  <Application>Microsoft Office PowerPoint</Application>
  <PresentationFormat>自訂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5</cp:revision>
  <dcterms:created xsi:type="dcterms:W3CDTF">2026-04-09T04:58:37Z</dcterms:created>
  <dcterms:modified xsi:type="dcterms:W3CDTF">2026-04-20T06:55:49Z</dcterms:modified>
</cp:coreProperties>
</file>