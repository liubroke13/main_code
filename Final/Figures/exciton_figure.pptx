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  <p:sldId id="257" r:id="rId3"/>
    <p:sldId id="258" r:id="rId4"/>
  </p:sldIdLst>
  <p:sldSz cx="13679488" cy="450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A5A5A5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8" autoAdjust="0"/>
    <p:restoredTop sz="94660"/>
  </p:normalViewPr>
  <p:slideViewPr>
    <p:cSldViewPr snapToGrid="0">
      <p:cViewPr>
        <p:scale>
          <a:sx n="50" d="100"/>
          <a:sy n="50" d="100"/>
        </p:scale>
        <p:origin x="1818" y="1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9936" y="736551"/>
            <a:ext cx="10259616" cy="1566863"/>
          </a:xfrm>
        </p:spPr>
        <p:txBody>
          <a:bodyPr anchor="b"/>
          <a:lstStyle>
            <a:lvl1pPr algn="ctr"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936" y="2363838"/>
            <a:ext cx="10259616" cy="1086594"/>
          </a:xfrm>
        </p:spPr>
        <p:txBody>
          <a:bodyPr/>
          <a:lstStyle>
            <a:lvl1pPr marL="0" indent="0" algn="ctr">
              <a:buNone/>
              <a:defRPr sz="1575"/>
            </a:lvl1pPr>
            <a:lvl2pPr marL="300060" indent="0" algn="ctr">
              <a:buNone/>
              <a:defRPr sz="1313"/>
            </a:lvl2pPr>
            <a:lvl3pPr marL="600121" indent="0" algn="ctr">
              <a:buNone/>
              <a:defRPr sz="1181"/>
            </a:lvl3pPr>
            <a:lvl4pPr marL="900181" indent="0" algn="ctr">
              <a:buNone/>
              <a:defRPr sz="1050"/>
            </a:lvl4pPr>
            <a:lvl5pPr marL="1200241" indent="0" algn="ctr">
              <a:buNone/>
              <a:defRPr sz="1050"/>
            </a:lvl5pPr>
            <a:lvl6pPr marL="1500302" indent="0" algn="ctr">
              <a:buNone/>
              <a:defRPr sz="1050"/>
            </a:lvl6pPr>
            <a:lvl7pPr marL="1800362" indent="0" algn="ctr">
              <a:buNone/>
              <a:defRPr sz="1050"/>
            </a:lvl7pPr>
            <a:lvl8pPr marL="2100423" indent="0" algn="ctr">
              <a:buNone/>
              <a:defRPr sz="1050"/>
            </a:lvl8pPr>
            <a:lvl9pPr marL="2400483" indent="0" algn="ctr">
              <a:buNone/>
              <a:defRPr sz="105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892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78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40" y="1122016"/>
            <a:ext cx="11798558" cy="1872109"/>
          </a:xfrm>
        </p:spPr>
        <p:txBody>
          <a:bodyPr anchor="b"/>
          <a:lstStyle>
            <a:lvl1pPr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3340" y="3011836"/>
            <a:ext cx="11798558" cy="984498"/>
          </a:xfrm>
        </p:spPr>
        <p:txBody>
          <a:bodyPr/>
          <a:lstStyle>
            <a:lvl1pPr marL="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1pPr>
            <a:lvl2pPr marL="300060" indent="0">
              <a:buNone/>
              <a:defRPr sz="1313">
                <a:solidFill>
                  <a:schemeClr val="tx1">
                    <a:tint val="75000"/>
                  </a:schemeClr>
                </a:solidFill>
              </a:defRPr>
            </a:lvl2pPr>
            <a:lvl3pPr marL="600121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3pPr>
            <a:lvl4pPr marL="90018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20024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50030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180036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10042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40048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0308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0465" y="1198066"/>
            <a:ext cx="5813782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5241" y="1198066"/>
            <a:ext cx="5813782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328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247" y="239614"/>
            <a:ext cx="11798558" cy="86990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247" y="1103263"/>
            <a:ext cx="5787064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247" y="1643956"/>
            <a:ext cx="5787064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25241" y="1103263"/>
            <a:ext cx="5815564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25241" y="1643956"/>
            <a:ext cx="5815564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2528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381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172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247" y="300038"/>
            <a:ext cx="4411991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5564" y="647998"/>
            <a:ext cx="6925241" cy="3198317"/>
          </a:xfrm>
        </p:spPr>
        <p:txBody>
          <a:bodyPr/>
          <a:lstStyle>
            <a:lvl1pPr>
              <a:defRPr sz="2100"/>
            </a:lvl1pPr>
            <a:lvl2pPr>
              <a:defRPr sz="1838"/>
            </a:lvl2pPr>
            <a:lvl3pPr>
              <a:defRPr sz="1575"/>
            </a:lvl3pPr>
            <a:lvl4pPr>
              <a:defRPr sz="1313"/>
            </a:lvl4pPr>
            <a:lvl5pPr>
              <a:defRPr sz="1313"/>
            </a:lvl5pPr>
            <a:lvl6pPr>
              <a:defRPr sz="1313"/>
            </a:lvl6pPr>
            <a:lvl7pPr>
              <a:defRPr sz="1313"/>
            </a:lvl7pPr>
            <a:lvl8pPr>
              <a:defRPr sz="1313"/>
            </a:lvl8pPr>
            <a:lvl9pPr>
              <a:defRPr sz="131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2247" y="1350169"/>
            <a:ext cx="4411991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7154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247" y="300038"/>
            <a:ext cx="4411991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15564" y="647998"/>
            <a:ext cx="6925241" cy="3198317"/>
          </a:xfrm>
        </p:spPr>
        <p:txBody>
          <a:bodyPr anchor="t"/>
          <a:lstStyle>
            <a:lvl1pPr marL="0" indent="0">
              <a:buNone/>
              <a:defRPr sz="2100"/>
            </a:lvl1pPr>
            <a:lvl2pPr marL="300060" indent="0">
              <a:buNone/>
              <a:defRPr sz="1838"/>
            </a:lvl2pPr>
            <a:lvl3pPr marL="600121" indent="0">
              <a:buNone/>
              <a:defRPr sz="1575"/>
            </a:lvl3pPr>
            <a:lvl4pPr marL="900181" indent="0">
              <a:buNone/>
              <a:defRPr sz="1313"/>
            </a:lvl4pPr>
            <a:lvl5pPr marL="1200241" indent="0">
              <a:buNone/>
              <a:defRPr sz="1313"/>
            </a:lvl5pPr>
            <a:lvl6pPr marL="1500302" indent="0">
              <a:buNone/>
              <a:defRPr sz="1313"/>
            </a:lvl6pPr>
            <a:lvl7pPr marL="1800362" indent="0">
              <a:buNone/>
              <a:defRPr sz="1313"/>
            </a:lvl7pPr>
            <a:lvl8pPr marL="2100423" indent="0">
              <a:buNone/>
              <a:defRPr sz="1313"/>
            </a:lvl8pPr>
            <a:lvl9pPr marL="2400483" indent="0">
              <a:buNone/>
              <a:defRPr sz="131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2247" y="1350169"/>
            <a:ext cx="4411991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0026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6408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89383" y="239613"/>
            <a:ext cx="2949640" cy="381401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0465" y="239613"/>
            <a:ext cx="8677925" cy="381401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07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0465" y="239614"/>
            <a:ext cx="11798558" cy="869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0465" y="1198066"/>
            <a:ext cx="11798558" cy="2855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0465" y="4171356"/>
            <a:ext cx="3077885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2EF4A-16B9-4E22-B721-CD5BFA0656EB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31331" y="4171356"/>
            <a:ext cx="4616827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61138" y="4171356"/>
            <a:ext cx="3077885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840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600121" rtl="0" eaLnBrk="1" latinLnBrk="0" hangingPunct="1">
        <a:lnSpc>
          <a:spcPct val="90000"/>
        </a:lnSpc>
        <a:spcBef>
          <a:spcPct val="0"/>
        </a:spcBef>
        <a:buNone/>
        <a:defRPr sz="28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0030" indent="-150030" algn="l" defTabSz="600121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1838" kern="1200">
          <a:solidFill>
            <a:schemeClr val="tx1"/>
          </a:solidFill>
          <a:latin typeface="+mn-lt"/>
          <a:ea typeface="+mn-ea"/>
          <a:cs typeface="+mn-cs"/>
        </a:defRPr>
      </a:lvl1pPr>
      <a:lvl2pPr marL="45009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75015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105021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35027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65033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95039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25045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55051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1pPr>
      <a:lvl2pPr marL="30006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60012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0018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20024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50030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80036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10042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40048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0A13B9B5-B3C2-45F7-9203-17C74CE609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5" t="40135" r="8529" b="-2"/>
          <a:stretch/>
        </p:blipFill>
        <p:spPr>
          <a:xfrm>
            <a:off x="4153754" y="365536"/>
            <a:ext cx="2554454" cy="1108587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CC2BFC4-756D-469C-88F7-D2554CDBC8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539" t="38921" r="7665" b="-2"/>
          <a:stretch/>
        </p:blipFill>
        <p:spPr>
          <a:xfrm rot="10800000">
            <a:off x="4138682" y="2927613"/>
            <a:ext cx="2584619" cy="113106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74E8B92-E7CD-42C2-94E1-FE67508B05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286103" y="2950107"/>
            <a:ext cx="2564513" cy="1108587"/>
          </a:xfrm>
          <a:prstGeom prst="rect">
            <a:avLst/>
          </a:prstGeom>
        </p:spPr>
      </p:pic>
      <p:sp>
        <p:nvSpPr>
          <p:cNvPr id="10" name="箭號: 向上 9">
            <a:extLst>
              <a:ext uri="{FF2B5EF4-FFF2-40B4-BE49-F238E27FC236}">
                <a16:creationId xmlns:a16="http://schemas.microsoft.com/office/drawing/2014/main" id="{49CA01B9-6959-4A52-B087-730122643AF8}"/>
              </a:ext>
            </a:extLst>
          </p:cNvPr>
          <p:cNvSpPr/>
          <p:nvPr/>
        </p:nvSpPr>
        <p:spPr>
          <a:xfrm rot="10800000">
            <a:off x="6706421" y="-1045741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11" name="箭號: 向上 10">
            <a:extLst>
              <a:ext uri="{FF2B5EF4-FFF2-40B4-BE49-F238E27FC236}">
                <a16:creationId xmlns:a16="http://schemas.microsoft.com/office/drawing/2014/main" id="{CDB5C662-A3FC-48B8-92DD-F70D64C2F551}"/>
              </a:ext>
            </a:extLst>
          </p:cNvPr>
          <p:cNvSpPr/>
          <p:nvPr/>
        </p:nvSpPr>
        <p:spPr>
          <a:xfrm>
            <a:off x="6706426" y="199467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12" name="箭號: 向上 11">
            <a:extLst>
              <a:ext uri="{FF2B5EF4-FFF2-40B4-BE49-F238E27FC236}">
                <a16:creationId xmlns:a16="http://schemas.microsoft.com/office/drawing/2014/main" id="{DF24D4A1-7C04-4CF2-A4E2-9AF90ECA7E4D}"/>
              </a:ext>
            </a:extLst>
          </p:cNvPr>
          <p:cNvSpPr/>
          <p:nvPr/>
        </p:nvSpPr>
        <p:spPr>
          <a:xfrm rot="10800000">
            <a:off x="6706430" y="3248483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13" name="箭號: 向上 12">
            <a:extLst>
              <a:ext uri="{FF2B5EF4-FFF2-40B4-BE49-F238E27FC236}">
                <a16:creationId xmlns:a16="http://schemas.microsoft.com/office/drawing/2014/main" id="{4A3511BB-8C94-4DE5-A1C7-408B8E9533FC}"/>
              </a:ext>
            </a:extLst>
          </p:cNvPr>
          <p:cNvSpPr/>
          <p:nvPr/>
        </p:nvSpPr>
        <p:spPr>
          <a:xfrm>
            <a:off x="2886463" y="-1045741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14" name="箭號: 向上 13">
            <a:extLst>
              <a:ext uri="{FF2B5EF4-FFF2-40B4-BE49-F238E27FC236}">
                <a16:creationId xmlns:a16="http://schemas.microsoft.com/office/drawing/2014/main" id="{13CEF607-E773-482D-8F82-DCEFC72FFD78}"/>
              </a:ext>
            </a:extLst>
          </p:cNvPr>
          <p:cNvSpPr/>
          <p:nvPr/>
        </p:nvSpPr>
        <p:spPr>
          <a:xfrm rot="10800000">
            <a:off x="2886468" y="199467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15" name="箭號: 向上 14">
            <a:extLst>
              <a:ext uri="{FF2B5EF4-FFF2-40B4-BE49-F238E27FC236}">
                <a16:creationId xmlns:a16="http://schemas.microsoft.com/office/drawing/2014/main" id="{E66DB124-7099-41B9-8618-0B3E6A8A4530}"/>
              </a:ext>
            </a:extLst>
          </p:cNvPr>
          <p:cNvSpPr/>
          <p:nvPr/>
        </p:nvSpPr>
        <p:spPr>
          <a:xfrm>
            <a:off x="2886470" y="3248483"/>
            <a:ext cx="371721" cy="77887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CD582E6-6502-424F-925A-448D349466F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2" t="38920" r="6883"/>
          <a:stretch/>
        </p:blipFill>
        <p:spPr>
          <a:xfrm>
            <a:off x="271008" y="343046"/>
            <a:ext cx="2594678" cy="113106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9062F8FC-8652-464E-B6BA-A7F45C4BFF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6" t="38920" r="8528"/>
          <a:stretch/>
        </p:blipFill>
        <p:spPr>
          <a:xfrm>
            <a:off x="4158779" y="-439563"/>
            <a:ext cx="2544405" cy="1131064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E25A21EF-B598-4C6F-B3D4-D3709ECFF7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276033" y="-417081"/>
            <a:ext cx="2584629" cy="1108587"/>
          </a:xfrm>
          <a:prstGeom prst="rect">
            <a:avLst/>
          </a:prstGeom>
        </p:spPr>
      </p:pic>
      <p:sp>
        <p:nvSpPr>
          <p:cNvPr id="20" name="橢圓 19">
            <a:extLst>
              <a:ext uri="{FF2B5EF4-FFF2-40B4-BE49-F238E27FC236}">
                <a16:creationId xmlns:a16="http://schemas.microsoft.com/office/drawing/2014/main" id="{544331F9-6616-45D2-A5A4-C8C95AC31319}"/>
              </a:ext>
            </a:extLst>
          </p:cNvPr>
          <p:cNvSpPr/>
          <p:nvPr/>
        </p:nvSpPr>
        <p:spPr>
          <a:xfrm>
            <a:off x="1312142" y="2706054"/>
            <a:ext cx="558938" cy="55893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20BE87D5-0046-40DA-A141-0E8805DD955A}"/>
              </a:ext>
            </a:extLst>
          </p:cNvPr>
          <p:cNvGrpSpPr/>
          <p:nvPr/>
        </p:nvGrpSpPr>
        <p:grpSpPr>
          <a:xfrm>
            <a:off x="903528" y="-3340"/>
            <a:ext cx="966206" cy="865750"/>
            <a:chOff x="4829549" y="2075520"/>
            <a:chExt cx="237635" cy="212928"/>
          </a:xfrm>
        </p:grpSpPr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CB488125-FCD9-41CE-97F2-8B3DDAA01D81}"/>
                </a:ext>
              </a:extLst>
            </p:cNvPr>
            <p:cNvSpPr/>
            <p:nvPr/>
          </p:nvSpPr>
          <p:spPr>
            <a:xfrm>
              <a:off x="4929715" y="2150979"/>
              <a:ext cx="137469" cy="13746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19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8DF8F916-BF81-47CD-A95C-2CC77ACA0E3A}"/>
                    </a:ext>
                  </a:extLst>
                </p:cNvPr>
                <p:cNvSpPr/>
                <p:nvPr/>
              </p:nvSpPr>
              <p:spPr>
                <a:xfrm>
                  <a:off x="4829549" y="2075520"/>
                  <a:ext cx="89969" cy="7793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59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TW" altLang="en-US" sz="1459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8DF8F916-BF81-47CD-A95C-2CC77ACA0E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9549" y="2075520"/>
                  <a:ext cx="89969" cy="7793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45795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直線單箭頭接點 135">
            <a:extLst>
              <a:ext uri="{FF2B5EF4-FFF2-40B4-BE49-F238E27FC236}">
                <a16:creationId xmlns:a16="http://schemas.microsoft.com/office/drawing/2014/main" id="{9E1FD8E7-B9B4-47D2-AE39-823B4CF7DC07}"/>
              </a:ext>
            </a:extLst>
          </p:cNvPr>
          <p:cNvCxnSpPr>
            <a:cxnSpLocks/>
          </p:cNvCxnSpPr>
          <p:nvPr/>
        </p:nvCxnSpPr>
        <p:spPr>
          <a:xfrm>
            <a:off x="3680565" y="2449546"/>
            <a:ext cx="1434823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1" name="橢圓 140">
            <a:extLst>
              <a:ext uri="{FF2B5EF4-FFF2-40B4-BE49-F238E27FC236}">
                <a16:creationId xmlns:a16="http://schemas.microsoft.com/office/drawing/2014/main" id="{B60DD6BC-F994-4A86-9116-87CA34E08807}"/>
              </a:ext>
            </a:extLst>
          </p:cNvPr>
          <p:cNvSpPr/>
          <p:nvPr/>
        </p:nvSpPr>
        <p:spPr>
          <a:xfrm rot="1983520">
            <a:off x="3243954" y="1280190"/>
            <a:ext cx="750579" cy="2259431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2392" tIns="66197" rIns="132392" bIns="661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607"/>
          </a:p>
        </p:txBody>
      </p:sp>
      <p:cxnSp>
        <p:nvCxnSpPr>
          <p:cNvPr id="134" name="直線單箭頭接點 133">
            <a:extLst>
              <a:ext uri="{FF2B5EF4-FFF2-40B4-BE49-F238E27FC236}">
                <a16:creationId xmlns:a16="http://schemas.microsoft.com/office/drawing/2014/main" id="{1E4CAB43-81A3-4C2E-8CBD-C63FBE648994}"/>
              </a:ext>
            </a:extLst>
          </p:cNvPr>
          <p:cNvCxnSpPr>
            <a:cxnSpLocks/>
          </p:cNvCxnSpPr>
          <p:nvPr/>
        </p:nvCxnSpPr>
        <p:spPr>
          <a:xfrm flipV="1">
            <a:off x="1220792" y="1856543"/>
            <a:ext cx="804646" cy="124245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3" name="圖片 122">
            <a:extLst>
              <a:ext uri="{FF2B5EF4-FFF2-40B4-BE49-F238E27FC236}">
                <a16:creationId xmlns:a16="http://schemas.microsoft.com/office/drawing/2014/main" id="{FDEA2CEE-BBCE-48AB-B4E3-E234B6D21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281401" y="790038"/>
            <a:ext cx="2584629" cy="1108587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049797BF-5D97-4019-87F3-61CA69EE71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291471" y="3014475"/>
            <a:ext cx="2564513" cy="1108587"/>
          </a:xfrm>
          <a:prstGeom prst="rect">
            <a:avLst/>
          </a:prstGeom>
        </p:spPr>
      </p:pic>
      <p:sp>
        <p:nvSpPr>
          <p:cNvPr id="71" name="橢圓 70">
            <a:extLst>
              <a:ext uri="{FF2B5EF4-FFF2-40B4-BE49-F238E27FC236}">
                <a16:creationId xmlns:a16="http://schemas.microsoft.com/office/drawing/2014/main" id="{DF76AB2A-180E-4302-AE57-2872F60A6796}"/>
              </a:ext>
            </a:extLst>
          </p:cNvPr>
          <p:cNvSpPr/>
          <p:nvPr/>
        </p:nvSpPr>
        <p:spPr>
          <a:xfrm>
            <a:off x="1005970" y="2911509"/>
            <a:ext cx="374996" cy="3749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119EA70-992B-4923-A5AD-3FD9D90C31BE}"/>
                  </a:ext>
                </a:extLst>
              </p:cNvPr>
              <p:cNvSpPr txBox="1"/>
              <p:nvPr/>
            </p:nvSpPr>
            <p:spPr>
              <a:xfrm>
                <a:off x="788457" y="2882157"/>
                <a:ext cx="801265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𝒉</m:t>
                        </m:r>
                      </m:e>
                      <m:sup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119EA70-992B-4923-A5AD-3FD9D90C3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57" y="2882157"/>
                <a:ext cx="801265" cy="429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6E51101A-273A-4282-AB21-EFD3A9D0CE0B}"/>
              </a:ext>
            </a:extLst>
          </p:cNvPr>
          <p:cNvSpPr/>
          <p:nvPr/>
        </p:nvSpPr>
        <p:spPr>
          <a:xfrm rot="10800000">
            <a:off x="13622416" y="733077"/>
            <a:ext cx="1384053" cy="3105278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1187" tIns="55591" rIns="111187" bIns="555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191"/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E2E579A9-3C1A-4A99-AEA1-BFB2A88F0220}"/>
              </a:ext>
            </a:extLst>
          </p:cNvPr>
          <p:cNvSpPr/>
          <p:nvPr/>
        </p:nvSpPr>
        <p:spPr>
          <a:xfrm rot="10800000">
            <a:off x="7607320" y="733077"/>
            <a:ext cx="1384053" cy="3105278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1187" tIns="55591" rIns="111187" bIns="555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191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74E8B92-E7CD-42C2-94E1-FE67508B05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6987386" y="3807792"/>
            <a:ext cx="2564513" cy="1108587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CD582E6-6502-424F-925A-448D349466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6972295" y="1200736"/>
            <a:ext cx="2594678" cy="1131064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E25A21EF-B598-4C6F-B3D4-D3709ECFF7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6977319" y="440617"/>
            <a:ext cx="2584629" cy="1108587"/>
          </a:xfrm>
          <a:prstGeom prst="rect">
            <a:avLst/>
          </a:prstGeom>
        </p:spPr>
      </p:pic>
      <p:sp>
        <p:nvSpPr>
          <p:cNvPr id="20" name="橢圓 19">
            <a:extLst>
              <a:ext uri="{FF2B5EF4-FFF2-40B4-BE49-F238E27FC236}">
                <a16:creationId xmlns:a16="http://schemas.microsoft.com/office/drawing/2014/main" id="{544331F9-6616-45D2-A5A4-C8C95AC31319}"/>
              </a:ext>
            </a:extLst>
          </p:cNvPr>
          <p:cNvSpPr/>
          <p:nvPr/>
        </p:nvSpPr>
        <p:spPr>
          <a:xfrm>
            <a:off x="8186781" y="3746359"/>
            <a:ext cx="218870" cy="21887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CB488125-FCD9-41CE-97F2-8B3DDAA01D81}"/>
              </a:ext>
            </a:extLst>
          </p:cNvPr>
          <p:cNvSpPr/>
          <p:nvPr/>
        </p:nvSpPr>
        <p:spPr>
          <a:xfrm>
            <a:off x="7922582" y="1368652"/>
            <a:ext cx="218870" cy="21887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23D411D0-54D8-489B-BCBF-F63FBDEF9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13003395" y="3807792"/>
            <a:ext cx="2564513" cy="1108587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603D85CD-83AA-4439-A9DD-C058596BFDC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12988302" y="1200736"/>
            <a:ext cx="2594678" cy="113106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A4AE43CE-5FCF-4BB8-B346-B31CF2E052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12993326" y="440617"/>
            <a:ext cx="2584629" cy="1108587"/>
          </a:xfrm>
          <a:prstGeom prst="rect">
            <a:avLst/>
          </a:prstGeom>
        </p:spPr>
      </p:pic>
      <p:sp>
        <p:nvSpPr>
          <p:cNvPr id="29" name="橢圓 28">
            <a:extLst>
              <a:ext uri="{FF2B5EF4-FFF2-40B4-BE49-F238E27FC236}">
                <a16:creationId xmlns:a16="http://schemas.microsoft.com/office/drawing/2014/main" id="{36C9192B-081A-4472-B269-0D57B8A6C694}"/>
              </a:ext>
            </a:extLst>
          </p:cNvPr>
          <p:cNvSpPr/>
          <p:nvPr/>
        </p:nvSpPr>
        <p:spPr>
          <a:xfrm>
            <a:off x="14202791" y="3746359"/>
            <a:ext cx="218870" cy="21887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A7E661D4-632F-4CE2-8D44-312B4CEFAA3F}"/>
              </a:ext>
            </a:extLst>
          </p:cNvPr>
          <p:cNvSpPr/>
          <p:nvPr/>
        </p:nvSpPr>
        <p:spPr>
          <a:xfrm>
            <a:off x="14038561" y="2148676"/>
            <a:ext cx="218870" cy="21887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9496D0A-0CA0-4390-8F24-7D27A8DDBE8E}"/>
              </a:ext>
            </a:extLst>
          </p:cNvPr>
          <p:cNvSpPr txBox="1"/>
          <p:nvPr/>
        </p:nvSpPr>
        <p:spPr>
          <a:xfrm>
            <a:off x="6953250" y="-63019"/>
            <a:ext cx="2740475" cy="429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19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Spin-allowed </a:t>
            </a:r>
            <a:endParaRPr lang="zh-TW" altLang="en-US" sz="219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D7795D0-B642-4668-860D-0885EFF716EE}"/>
              </a:ext>
            </a:extLst>
          </p:cNvPr>
          <p:cNvSpPr txBox="1"/>
          <p:nvPr/>
        </p:nvSpPr>
        <p:spPr>
          <a:xfrm>
            <a:off x="12902890" y="-63019"/>
            <a:ext cx="2740475" cy="429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19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Spin-forbidden </a:t>
            </a:r>
            <a:endParaRPr lang="zh-TW" altLang="en-US" sz="219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等腰三角形 44">
            <a:extLst>
              <a:ext uri="{FF2B5EF4-FFF2-40B4-BE49-F238E27FC236}">
                <a16:creationId xmlns:a16="http://schemas.microsoft.com/office/drawing/2014/main" id="{E8636DF6-72B8-4528-A086-7DE38FB6AEF6}"/>
              </a:ext>
            </a:extLst>
          </p:cNvPr>
          <p:cNvSpPr/>
          <p:nvPr/>
        </p:nvSpPr>
        <p:spPr>
          <a:xfrm rot="10800000">
            <a:off x="10593714" y="733077"/>
            <a:ext cx="1384053" cy="3105278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1187" tIns="55591" rIns="111187" bIns="555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191"/>
          </a:p>
        </p:txBody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E22DAF1E-68F8-4BAF-AEEB-0ACF3B8CE9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9974691" y="3807792"/>
            <a:ext cx="2564513" cy="1108587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B8CD544D-6ACA-466D-83F9-105524B603C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9959599" y="1200736"/>
            <a:ext cx="2594678" cy="1131064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862045B2-DD6E-4CF6-8044-BE62B6F2E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9964622" y="440617"/>
            <a:ext cx="2584629" cy="1108587"/>
          </a:xfrm>
          <a:prstGeom prst="rect">
            <a:avLst/>
          </a:prstGeom>
        </p:spPr>
      </p:pic>
      <p:sp>
        <p:nvSpPr>
          <p:cNvPr id="49" name="橢圓 48">
            <a:extLst>
              <a:ext uri="{FF2B5EF4-FFF2-40B4-BE49-F238E27FC236}">
                <a16:creationId xmlns:a16="http://schemas.microsoft.com/office/drawing/2014/main" id="{A47D75BF-4434-4111-B553-648E29E16805}"/>
              </a:ext>
            </a:extLst>
          </p:cNvPr>
          <p:cNvSpPr/>
          <p:nvPr/>
        </p:nvSpPr>
        <p:spPr>
          <a:xfrm>
            <a:off x="11174086" y="3746359"/>
            <a:ext cx="218870" cy="21887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8C054DA7-2DEC-48C7-9403-14BBBF25D5EC}"/>
              </a:ext>
            </a:extLst>
          </p:cNvPr>
          <p:cNvSpPr/>
          <p:nvPr/>
        </p:nvSpPr>
        <p:spPr>
          <a:xfrm>
            <a:off x="10338867" y="1011685"/>
            <a:ext cx="218870" cy="21887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9700806-6A07-4CB8-A374-D18400F543C4}"/>
              </a:ext>
            </a:extLst>
          </p:cNvPr>
          <p:cNvSpPr txBox="1"/>
          <p:nvPr/>
        </p:nvSpPr>
        <p:spPr>
          <a:xfrm>
            <a:off x="9590716" y="-63021"/>
            <a:ext cx="3307400" cy="429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19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Momentum-forbidden </a:t>
            </a:r>
            <a:endParaRPr lang="zh-TW" altLang="en-US" sz="219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箭號: 向上 65">
            <a:extLst>
              <a:ext uri="{FF2B5EF4-FFF2-40B4-BE49-F238E27FC236}">
                <a16:creationId xmlns:a16="http://schemas.microsoft.com/office/drawing/2014/main" id="{4570B4C1-8024-427C-AE36-250AF92A41A2}"/>
              </a:ext>
            </a:extLst>
          </p:cNvPr>
          <p:cNvSpPr/>
          <p:nvPr/>
        </p:nvSpPr>
        <p:spPr>
          <a:xfrm>
            <a:off x="6762306" y="203557"/>
            <a:ext cx="218643" cy="504429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p:sp>
        <p:nvSpPr>
          <p:cNvPr id="67" name="箭號: 向上 66">
            <a:extLst>
              <a:ext uri="{FF2B5EF4-FFF2-40B4-BE49-F238E27FC236}">
                <a16:creationId xmlns:a16="http://schemas.microsoft.com/office/drawing/2014/main" id="{49EC6074-B738-47D0-87B8-7E0074B00D22}"/>
              </a:ext>
            </a:extLst>
          </p:cNvPr>
          <p:cNvSpPr/>
          <p:nvPr/>
        </p:nvSpPr>
        <p:spPr>
          <a:xfrm rot="10800000">
            <a:off x="6762306" y="1150850"/>
            <a:ext cx="218643" cy="504429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68" name="箭號: 向上 67">
            <a:extLst>
              <a:ext uri="{FF2B5EF4-FFF2-40B4-BE49-F238E27FC236}">
                <a16:creationId xmlns:a16="http://schemas.microsoft.com/office/drawing/2014/main" id="{CCD631A0-3645-4AF6-B67F-7A46024566DC}"/>
              </a:ext>
            </a:extLst>
          </p:cNvPr>
          <p:cNvSpPr/>
          <p:nvPr/>
        </p:nvSpPr>
        <p:spPr>
          <a:xfrm>
            <a:off x="6762306" y="4380614"/>
            <a:ext cx="218643" cy="504429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E54F2704-451E-4622-B954-94CDE1C97A38}"/>
              </a:ext>
            </a:extLst>
          </p:cNvPr>
          <p:cNvSpPr/>
          <p:nvPr/>
        </p:nvSpPr>
        <p:spPr>
          <a:xfrm>
            <a:off x="1927322" y="1516546"/>
            <a:ext cx="374996" cy="37499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99FEE415-06B8-4734-9F41-8DE7EC410452}"/>
                  </a:ext>
                </a:extLst>
              </p:cNvPr>
              <p:cNvSpPr txBox="1"/>
              <p:nvPr/>
            </p:nvSpPr>
            <p:spPr>
              <a:xfrm>
                <a:off x="1778830" y="1480750"/>
                <a:ext cx="650448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solidFill>
                      <a:schemeClr val="bg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</m:t>
                        </m:r>
                      </m:e>
                      <m:sup>
                        <m: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</m:sup>
                    </m:sSup>
                  </m:oMath>
                </a14:m>
                <a:endParaRPr lang="zh-TW" altLang="en-US" sz="2191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99FEE415-06B8-4734-9F41-8DE7EC410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830" y="1480750"/>
                <a:ext cx="650448" cy="4294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E3CE8D1-C0E2-40DB-9D75-42688B7CB752}"/>
              </a:ext>
            </a:extLst>
          </p:cNvPr>
          <p:cNvCxnSpPr>
            <a:cxnSpLocks/>
          </p:cNvCxnSpPr>
          <p:nvPr/>
        </p:nvCxnSpPr>
        <p:spPr>
          <a:xfrm>
            <a:off x="6933693" y="4977968"/>
            <a:ext cx="28254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F2DB68F-1A28-4736-992D-FF962536471F}"/>
              </a:ext>
            </a:extLst>
          </p:cNvPr>
          <p:cNvCxnSpPr>
            <a:cxnSpLocks/>
          </p:cNvCxnSpPr>
          <p:nvPr/>
        </p:nvCxnSpPr>
        <p:spPr>
          <a:xfrm>
            <a:off x="12930774" y="4977968"/>
            <a:ext cx="285157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直線單箭頭接點 90">
            <a:extLst>
              <a:ext uri="{FF2B5EF4-FFF2-40B4-BE49-F238E27FC236}">
                <a16:creationId xmlns:a16="http://schemas.microsoft.com/office/drawing/2014/main" id="{78640F80-D223-4FFF-B332-B1F612FCBF96}"/>
              </a:ext>
            </a:extLst>
          </p:cNvPr>
          <p:cNvCxnSpPr>
            <a:cxnSpLocks/>
          </p:cNvCxnSpPr>
          <p:nvPr/>
        </p:nvCxnSpPr>
        <p:spPr>
          <a:xfrm>
            <a:off x="9890309" y="4977968"/>
            <a:ext cx="285157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B4A2CE7-6FAC-428C-9C7B-F09D9AA51E76}"/>
                  </a:ext>
                </a:extLst>
              </p:cNvPr>
              <p:cNvSpPr txBox="1"/>
              <p:nvPr/>
            </p:nvSpPr>
            <p:spPr>
              <a:xfrm>
                <a:off x="14026132" y="4935271"/>
                <a:ext cx="631280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B4A2CE7-6FAC-428C-9C7B-F09D9AA51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6132" y="4935271"/>
                <a:ext cx="631280" cy="4294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AF01909C-A230-434C-A0E2-D3F34539E525}"/>
                  </a:ext>
                </a:extLst>
              </p:cNvPr>
              <p:cNvSpPr txBox="1"/>
              <p:nvPr/>
            </p:nvSpPr>
            <p:spPr>
              <a:xfrm>
                <a:off x="10998750" y="4935271"/>
                <a:ext cx="631280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AF01909C-A230-434C-A0E2-D3F34539E5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8750" y="4935271"/>
                <a:ext cx="631280" cy="4294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17152574-7689-4287-B44A-125F4FB40AA2}"/>
                  </a:ext>
                </a:extLst>
              </p:cNvPr>
              <p:cNvSpPr txBox="1"/>
              <p:nvPr/>
            </p:nvSpPr>
            <p:spPr>
              <a:xfrm>
                <a:off x="10537891" y="828106"/>
                <a:ext cx="1276483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17152574-7689-4287-B44A-125F4FB40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891" y="828106"/>
                <a:ext cx="1276483" cy="429477"/>
              </a:xfrm>
              <a:prstGeom prst="rect">
                <a:avLst/>
              </a:prstGeom>
              <a:blipFill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D74E51B6-F956-4049-BC40-19A2D87A8152}"/>
                  </a:ext>
                </a:extLst>
              </p:cNvPr>
              <p:cNvSpPr txBox="1"/>
              <p:nvPr/>
            </p:nvSpPr>
            <p:spPr>
              <a:xfrm>
                <a:off x="3929373" y="2538286"/>
                <a:ext cx="1985564" cy="766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Center of mass momentum </a:t>
                </a:r>
                <a14:m>
                  <m:oMath xmlns:m="http://schemas.openxmlformats.org/officeDocument/2006/math">
                    <m:r>
                      <a:rPr lang="en-US" altLang="zh-TW" sz="2191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</m:oMath>
                </a14:m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19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D74E51B6-F956-4049-BC40-19A2D87A8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373" y="2538286"/>
                <a:ext cx="1985564" cy="766620"/>
              </a:xfrm>
              <a:prstGeom prst="rect">
                <a:avLst/>
              </a:prstGeom>
              <a:blipFill>
                <a:blip r:embed="rId9"/>
                <a:stretch>
                  <a:fillRect l="-615" t="-4762" r="-4308" b="-158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A353FB44-D045-4237-8889-CB9DF6265C45}"/>
              </a:ext>
            </a:extLst>
          </p:cNvPr>
          <p:cNvSpPr txBox="1"/>
          <p:nvPr/>
        </p:nvSpPr>
        <p:spPr>
          <a:xfrm>
            <a:off x="5722997" y="2415111"/>
            <a:ext cx="2988689" cy="429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19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Light-cone</a:t>
            </a:r>
            <a:endParaRPr lang="zh-TW" altLang="en-US" sz="219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01C2573-6C13-4B12-859E-7F6310F02E96}"/>
              </a:ext>
            </a:extLst>
          </p:cNvPr>
          <p:cNvGrpSpPr/>
          <p:nvPr/>
        </p:nvGrpSpPr>
        <p:grpSpPr>
          <a:xfrm>
            <a:off x="-2242960" y="2236066"/>
            <a:ext cx="3080100" cy="429556"/>
            <a:chOff x="2343150" y="3428999"/>
            <a:chExt cx="9719212" cy="1926504"/>
          </a:xfrm>
        </p:grpSpPr>
        <p:pic>
          <p:nvPicPr>
            <p:cNvPr id="108" name="圖片 107">
              <a:extLst>
                <a:ext uri="{FF2B5EF4-FFF2-40B4-BE49-F238E27FC236}">
                  <a16:creationId xmlns:a16="http://schemas.microsoft.com/office/drawing/2014/main" id="{ED8EF4F6-4BE2-4959-BDB8-76DAC2D68C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4352925" y="3428999"/>
              <a:ext cx="2009775" cy="1926503"/>
            </a:xfrm>
            <a:prstGeom prst="rect">
              <a:avLst/>
            </a:prstGeom>
          </p:spPr>
        </p:pic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5484625D-844B-42FD-B62C-1E282EE7629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362700" y="3429000"/>
              <a:ext cx="5699662" cy="1926503"/>
            </a:xfrm>
            <a:prstGeom prst="rect">
              <a:avLst/>
            </a:prstGeom>
          </p:spPr>
        </p:pic>
        <p:pic>
          <p:nvPicPr>
            <p:cNvPr id="110" name="圖片 109">
              <a:extLst>
                <a:ext uri="{FF2B5EF4-FFF2-40B4-BE49-F238E27FC236}">
                  <a16:creationId xmlns:a16="http://schemas.microsoft.com/office/drawing/2014/main" id="{1B4A08FE-B2F2-4E30-B751-9D7B58964B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2343150" y="3428999"/>
              <a:ext cx="2009775" cy="192650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E761B6FF-9315-4A82-B9B3-A5E3DF7BD956}"/>
                  </a:ext>
                </a:extLst>
              </p:cNvPr>
              <p:cNvSpPr txBox="1"/>
              <p:nvPr/>
            </p:nvSpPr>
            <p:spPr>
              <a:xfrm>
                <a:off x="-2604608" y="1727067"/>
                <a:ext cx="3041422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Momentum</a:t>
                </a:r>
                <a:r>
                  <a:rPr lang="zh-TW" altLang="en-US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light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E761B6FF-9315-4A82-B9B3-A5E3DF7BD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04608" y="1727067"/>
                <a:ext cx="3041422" cy="429477"/>
              </a:xfrm>
              <a:prstGeom prst="rect">
                <a:avLst/>
              </a:prstGeom>
              <a:blipFill>
                <a:blip r:embed="rId11"/>
                <a:stretch>
                  <a:fillRect t="-8451" b="-281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7DED2FEB-A786-4EDC-A0EC-ADD32D0EEEB7}"/>
                  </a:ext>
                </a:extLst>
              </p:cNvPr>
              <p:cNvSpPr txBox="1"/>
              <p:nvPr/>
            </p:nvSpPr>
            <p:spPr>
              <a:xfrm>
                <a:off x="936164" y="3256048"/>
                <a:ext cx="546124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191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7DED2FEB-A786-4EDC-A0EC-ADD32D0E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64" y="3256048"/>
                <a:ext cx="546124" cy="4294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23EE53D2-7ED8-44EB-97D8-A9070B23B31A}"/>
                  </a:ext>
                </a:extLst>
              </p:cNvPr>
              <p:cNvSpPr txBox="1"/>
              <p:nvPr/>
            </p:nvSpPr>
            <p:spPr>
              <a:xfrm>
                <a:off x="1482292" y="1089692"/>
                <a:ext cx="1138876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191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altLang="zh-TW" sz="2191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altLang="zh-TW" sz="2191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23EE53D2-7ED8-44EB-97D8-A9070B23B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2292" y="1089692"/>
                <a:ext cx="1138876" cy="429477"/>
              </a:xfrm>
              <a:prstGeom prst="rect">
                <a:avLst/>
              </a:prstGeom>
              <a:blipFill>
                <a:blip r:embed="rId13"/>
                <a:stretch>
                  <a:fillRect b="-1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C2208803-A481-4024-AB8B-71F9580A94D8}"/>
                  </a:ext>
                </a:extLst>
              </p:cNvPr>
              <p:cNvSpPr txBox="1"/>
              <p:nvPr/>
            </p:nvSpPr>
            <p:spPr>
              <a:xfrm>
                <a:off x="7955263" y="4935271"/>
                <a:ext cx="631280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C2208803-A481-4024-AB8B-71F9580A9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63" y="4935271"/>
                <a:ext cx="631280" cy="4294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/>
              <p:nvPr/>
            </p:nvSpPr>
            <p:spPr>
              <a:xfrm>
                <a:off x="28088" y="4094417"/>
                <a:ext cx="3160199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Momentum</a:t>
                </a:r>
                <a:r>
                  <a:rPr lang="zh-TW" altLang="en-US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electron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8" y="4094417"/>
                <a:ext cx="3160199" cy="429477"/>
              </a:xfrm>
              <a:prstGeom prst="rect">
                <a:avLst/>
              </a:prstGeom>
              <a:blipFill>
                <a:blip r:embed="rId15"/>
                <a:stretch>
                  <a:fillRect t="-10000" b="-28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14DAF1F9-8FA5-4D07-A18F-239DB7DE8DC8}"/>
              </a:ext>
            </a:extLst>
          </p:cNvPr>
          <p:cNvCxnSpPr>
            <a:cxnSpLocks/>
          </p:cNvCxnSpPr>
          <p:nvPr/>
        </p:nvCxnSpPr>
        <p:spPr>
          <a:xfrm>
            <a:off x="216218" y="4137108"/>
            <a:ext cx="28254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7" name="橢圓 136">
            <a:extLst>
              <a:ext uri="{FF2B5EF4-FFF2-40B4-BE49-F238E27FC236}">
                <a16:creationId xmlns:a16="http://schemas.microsoft.com/office/drawing/2014/main" id="{8EAFA7A9-73E0-420F-B2A3-7B2AAFD72030}"/>
              </a:ext>
            </a:extLst>
          </p:cNvPr>
          <p:cNvSpPr/>
          <p:nvPr/>
        </p:nvSpPr>
        <p:spPr>
          <a:xfrm>
            <a:off x="2955489" y="2911509"/>
            <a:ext cx="374996" cy="3749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1E8B9788-8689-4101-BB85-92CB41B05309}"/>
                  </a:ext>
                </a:extLst>
              </p:cNvPr>
              <p:cNvSpPr txBox="1"/>
              <p:nvPr/>
            </p:nvSpPr>
            <p:spPr>
              <a:xfrm>
                <a:off x="2737973" y="2882157"/>
                <a:ext cx="801265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𝒉</m:t>
                        </m:r>
                      </m:e>
                      <m:sup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1E8B9788-8689-4101-BB85-92CB41B05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973" y="2882157"/>
                <a:ext cx="801265" cy="4294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" name="橢圓 138">
            <a:extLst>
              <a:ext uri="{FF2B5EF4-FFF2-40B4-BE49-F238E27FC236}">
                <a16:creationId xmlns:a16="http://schemas.microsoft.com/office/drawing/2014/main" id="{62DFBAF0-AEA8-48A2-AA37-A2234FC082CC}"/>
              </a:ext>
            </a:extLst>
          </p:cNvPr>
          <p:cNvSpPr/>
          <p:nvPr/>
        </p:nvSpPr>
        <p:spPr>
          <a:xfrm>
            <a:off x="3876837" y="1516546"/>
            <a:ext cx="374996" cy="37499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19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57CEC183-CD65-43E5-A3A7-4AC6AA8714C4}"/>
                  </a:ext>
                </a:extLst>
              </p:cNvPr>
              <p:cNvSpPr txBox="1"/>
              <p:nvPr/>
            </p:nvSpPr>
            <p:spPr>
              <a:xfrm>
                <a:off x="3728343" y="1480750"/>
                <a:ext cx="650448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solidFill>
                      <a:schemeClr val="bg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</m:t>
                        </m:r>
                      </m:e>
                      <m:sup>
                        <m:r>
                          <a:rPr lang="en-US" altLang="zh-TW" sz="2191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</m:sup>
                    </m:sSup>
                  </m:oMath>
                </a14:m>
                <a:endParaRPr lang="zh-TW" altLang="en-US" sz="2191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57CEC183-CD65-43E5-A3A7-4AC6AA871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343" y="1480750"/>
                <a:ext cx="650448" cy="4294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97A7CF13-86F6-47B4-A598-C8D6A8B754FA}"/>
                  </a:ext>
                </a:extLst>
              </p:cNvPr>
              <p:cNvSpPr txBox="1"/>
              <p:nvPr/>
            </p:nvSpPr>
            <p:spPr>
              <a:xfrm>
                <a:off x="7600368" y="875742"/>
                <a:ext cx="1276483" cy="42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191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  <m:r>
                      <a:rPr lang="en-US" altLang="zh-TW" sz="2191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2191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219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191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97A7CF13-86F6-47B4-A598-C8D6A8B75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0368" y="875742"/>
                <a:ext cx="1276483" cy="429477"/>
              </a:xfrm>
              <a:prstGeom prst="rect">
                <a:avLst/>
              </a:prstGeom>
              <a:blipFill>
                <a:blip r:embed="rId1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66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77625C0E-3A03-4F5D-A082-ADA7B96B4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0778"/>
            <a:ext cx="13679488" cy="403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092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</TotalTime>
  <Words>44</Words>
  <Application>Microsoft Office PowerPoint</Application>
  <PresentationFormat>自訂</PresentationFormat>
  <Paragraphs>19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16</cp:revision>
  <dcterms:created xsi:type="dcterms:W3CDTF">2026-03-18T07:30:32Z</dcterms:created>
  <dcterms:modified xsi:type="dcterms:W3CDTF">2026-03-18T09:09:23Z</dcterms:modified>
</cp:coreProperties>
</file>