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60" r:id="rId4"/>
    <p:sldId id="258" r:id="rId5"/>
    <p:sldId id="259" r:id="rId6"/>
  </p:sldIdLst>
  <p:sldSz cx="215995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CB2"/>
    <a:srgbClr val="FFFFFF"/>
    <a:srgbClr val="E1B037"/>
    <a:srgbClr val="D09E00"/>
    <a:srgbClr val="FABE00"/>
    <a:srgbClr val="FFDF7F"/>
    <a:srgbClr val="E6E6E6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09" autoAdjust="0"/>
    <p:restoredTop sz="85012" autoAdjust="0"/>
  </p:normalViewPr>
  <p:slideViewPr>
    <p:cSldViewPr snapToGrid="0">
      <p:cViewPr varScale="1">
        <p:scale>
          <a:sx n="60" d="100"/>
          <a:sy n="60" d="100"/>
        </p:scale>
        <p:origin x="138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001553"/>
            <a:ext cx="16199644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214319"/>
            <a:ext cx="16199644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0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050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525704"/>
            <a:ext cx="18629590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095459"/>
            <a:ext cx="18629590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156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629117"/>
            <a:ext cx="9179798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629117"/>
            <a:ext cx="9179798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1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25824"/>
            <a:ext cx="18629590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500205"/>
            <a:ext cx="9137611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235432"/>
            <a:ext cx="9137611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500205"/>
            <a:ext cx="9182611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235432"/>
            <a:ext cx="9182611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496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13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71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07988"/>
            <a:ext cx="6966408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881140"/>
            <a:ext cx="10934760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835944"/>
            <a:ext cx="6966408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330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07988"/>
            <a:ext cx="6966408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881140"/>
            <a:ext cx="10934760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835944"/>
            <a:ext cx="6966408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42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90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25823"/>
            <a:ext cx="4657398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25823"/>
            <a:ext cx="13702199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12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25824"/>
            <a:ext cx="18629590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629117"/>
            <a:ext cx="18629590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5672161"/>
            <a:ext cx="4859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2EF4A-16B9-4E22-B721-CD5BFA0656E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5672161"/>
            <a:ext cx="728984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5672161"/>
            <a:ext cx="4859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056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6.png"/><Relationship Id="rId3" Type="http://schemas.openxmlformats.org/officeDocument/2006/relationships/image" Target="../media/image26.png"/><Relationship Id="rId21" Type="http://schemas.openxmlformats.org/officeDocument/2006/relationships/image" Target="../media/image10.png"/><Relationship Id="rId7" Type="http://schemas.openxmlformats.org/officeDocument/2006/relationships/image" Target="../media/image19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5.png"/><Relationship Id="rId2" Type="http://schemas.openxmlformats.org/officeDocument/2006/relationships/image" Target="../media/image25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32.png"/><Relationship Id="rId24" Type="http://schemas.openxmlformats.org/officeDocument/2006/relationships/image" Target="../media/image44.png"/><Relationship Id="rId5" Type="http://schemas.openxmlformats.org/officeDocument/2006/relationships/image" Target="../media/image28.png"/><Relationship Id="rId15" Type="http://schemas.openxmlformats.org/officeDocument/2006/relationships/image" Target="../media/image36.png"/><Relationship Id="rId23" Type="http://schemas.openxmlformats.org/officeDocument/2006/relationships/image" Target="../media/image43.png"/><Relationship Id="rId28" Type="http://schemas.openxmlformats.org/officeDocument/2006/relationships/image" Target="../media/image47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2.png"/><Relationship Id="rId27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9.png"/><Relationship Id="rId21" Type="http://schemas.openxmlformats.org/officeDocument/2006/relationships/image" Target="../media/image10.png"/><Relationship Id="rId7" Type="http://schemas.openxmlformats.org/officeDocument/2006/relationships/image" Target="../media/image19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8.png"/><Relationship Id="rId2" Type="http://schemas.openxmlformats.org/officeDocument/2006/relationships/image" Target="../media/image25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55.png"/><Relationship Id="rId24" Type="http://schemas.openxmlformats.org/officeDocument/2006/relationships/image" Target="../media/image67.png"/><Relationship Id="rId5" Type="http://schemas.openxmlformats.org/officeDocument/2006/relationships/image" Target="../media/image51.png"/><Relationship Id="rId15" Type="http://schemas.openxmlformats.org/officeDocument/2006/relationships/image" Target="../media/image59.png"/><Relationship Id="rId23" Type="http://schemas.openxmlformats.org/officeDocument/2006/relationships/image" Target="../media/image66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50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A13B9B5-B3C2-45F7-9203-17C74CE60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5" t="40135" r="8529" b="-2"/>
          <a:stretch/>
        </p:blipFill>
        <p:spPr>
          <a:xfrm>
            <a:off x="7618782" y="827834"/>
            <a:ext cx="3025209" cy="131288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CC2BFC4-756D-469C-88F7-D2554CDBC8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39" t="38921" r="7665" b="-2"/>
          <a:stretch/>
        </p:blipFill>
        <p:spPr>
          <a:xfrm rot="10800000">
            <a:off x="7600936" y="3862074"/>
            <a:ext cx="3060934" cy="133950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74E8B92-E7CD-42C2-94E1-FE67508B05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3038381" y="3888706"/>
            <a:ext cx="3037119" cy="1312887"/>
          </a:xfrm>
          <a:prstGeom prst="rect">
            <a:avLst/>
          </a:prstGeom>
        </p:spPr>
      </p:pic>
      <p:sp>
        <p:nvSpPr>
          <p:cNvPr id="10" name="箭號: 向上 9">
            <a:extLst>
              <a:ext uri="{FF2B5EF4-FFF2-40B4-BE49-F238E27FC236}">
                <a16:creationId xmlns:a16="http://schemas.microsoft.com/office/drawing/2014/main" id="{49CA01B9-6959-4A52-B087-730122643AF8}"/>
              </a:ext>
            </a:extLst>
          </p:cNvPr>
          <p:cNvSpPr/>
          <p:nvPr/>
        </p:nvSpPr>
        <p:spPr>
          <a:xfrm rot="10800000">
            <a:off x="10641871" y="-1238458"/>
            <a:ext cx="440224" cy="922414"/>
          </a:xfrm>
          <a:prstGeom prst="upArrow">
            <a:avLst>
              <a:gd name="adj1" fmla="val 30192"/>
              <a:gd name="adj2" fmla="val 7640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11" name="箭號: 向上 10">
            <a:extLst>
              <a:ext uri="{FF2B5EF4-FFF2-40B4-BE49-F238E27FC236}">
                <a16:creationId xmlns:a16="http://schemas.microsoft.com/office/drawing/2014/main" id="{CDB5C662-A3FC-48B8-92DD-F70D64C2F551}"/>
              </a:ext>
            </a:extLst>
          </p:cNvPr>
          <p:cNvSpPr/>
          <p:nvPr/>
        </p:nvSpPr>
        <p:spPr>
          <a:xfrm>
            <a:off x="10641886" y="631159"/>
            <a:ext cx="440223" cy="922417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12" name="箭號: 向上 11">
            <a:extLst>
              <a:ext uri="{FF2B5EF4-FFF2-40B4-BE49-F238E27FC236}">
                <a16:creationId xmlns:a16="http://schemas.microsoft.com/office/drawing/2014/main" id="{DF24D4A1-7C04-4CF2-A4E2-9AF90ECA7E4D}"/>
              </a:ext>
            </a:extLst>
          </p:cNvPr>
          <p:cNvSpPr/>
          <p:nvPr/>
        </p:nvSpPr>
        <p:spPr>
          <a:xfrm rot="10800000">
            <a:off x="10641886" y="4242073"/>
            <a:ext cx="440223" cy="922417"/>
          </a:xfrm>
          <a:prstGeom prst="upArrow">
            <a:avLst>
              <a:gd name="adj1" fmla="val 30192"/>
              <a:gd name="adj2" fmla="val 7640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13" name="箭號: 向上 12">
            <a:extLst>
              <a:ext uri="{FF2B5EF4-FFF2-40B4-BE49-F238E27FC236}">
                <a16:creationId xmlns:a16="http://schemas.microsoft.com/office/drawing/2014/main" id="{4A3511BB-8C94-4DE5-A1C7-408B8E9533FC}"/>
              </a:ext>
            </a:extLst>
          </p:cNvPr>
          <p:cNvSpPr/>
          <p:nvPr/>
        </p:nvSpPr>
        <p:spPr>
          <a:xfrm>
            <a:off x="6117945" y="-1238458"/>
            <a:ext cx="440224" cy="922414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14" name="箭號: 向上 13">
            <a:extLst>
              <a:ext uri="{FF2B5EF4-FFF2-40B4-BE49-F238E27FC236}">
                <a16:creationId xmlns:a16="http://schemas.microsoft.com/office/drawing/2014/main" id="{13CEF607-E773-482D-8F82-DCEFC72FFD78}"/>
              </a:ext>
            </a:extLst>
          </p:cNvPr>
          <p:cNvSpPr/>
          <p:nvPr/>
        </p:nvSpPr>
        <p:spPr>
          <a:xfrm rot="10800000">
            <a:off x="6117962" y="631159"/>
            <a:ext cx="440223" cy="922417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15" name="箭號: 向上 14">
            <a:extLst>
              <a:ext uri="{FF2B5EF4-FFF2-40B4-BE49-F238E27FC236}">
                <a16:creationId xmlns:a16="http://schemas.microsoft.com/office/drawing/2014/main" id="{E66DB124-7099-41B9-8618-0B3E6A8A4530}"/>
              </a:ext>
            </a:extLst>
          </p:cNvPr>
          <p:cNvSpPr/>
          <p:nvPr/>
        </p:nvSpPr>
        <p:spPr>
          <a:xfrm>
            <a:off x="6117962" y="4242073"/>
            <a:ext cx="440223" cy="922417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CD582E6-6502-424F-925A-448D349466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3020500" y="801203"/>
            <a:ext cx="3072847" cy="133950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9062F8FC-8652-464E-B6BA-A7F45C4BF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6" t="38920" r="8528"/>
          <a:stretch/>
        </p:blipFill>
        <p:spPr>
          <a:xfrm>
            <a:off x="7624745" y="-125631"/>
            <a:ext cx="3013305" cy="13395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25A21EF-B598-4C6F-B3D4-D3709ECFF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3026449" y="-99007"/>
            <a:ext cx="3060943" cy="1312887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44331F9-6616-45D2-A5A4-C8C95AC31319}"/>
              </a:ext>
            </a:extLst>
          </p:cNvPr>
          <p:cNvSpPr/>
          <p:nvPr/>
        </p:nvSpPr>
        <p:spPr>
          <a:xfrm>
            <a:off x="4253492" y="3599671"/>
            <a:ext cx="661946" cy="66194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20BE87D5-0046-40DA-A141-0E8805DD955A}"/>
              </a:ext>
            </a:extLst>
          </p:cNvPr>
          <p:cNvGrpSpPr/>
          <p:nvPr/>
        </p:nvGrpSpPr>
        <p:grpSpPr>
          <a:xfrm>
            <a:off x="3769600" y="390986"/>
            <a:ext cx="1144266" cy="1025299"/>
            <a:chOff x="4829549" y="2075520"/>
            <a:chExt cx="237635" cy="212928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CB488125-FCD9-41CE-97F2-8B3DDAA01D81}"/>
                </a:ext>
              </a:extLst>
            </p:cNvPr>
            <p:cNvSpPr/>
            <p:nvPr/>
          </p:nvSpPr>
          <p:spPr>
            <a:xfrm>
              <a:off x="4929715" y="2150979"/>
              <a:ext cx="137469" cy="13746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DF8F916-BF81-47CD-A95C-2CC77ACA0E3A}"/>
                    </a:ext>
                  </a:extLst>
                </p:cNvPr>
                <p:cNvSpPr/>
                <p:nvPr/>
              </p:nvSpPr>
              <p:spPr>
                <a:xfrm>
                  <a:off x="4829549" y="2075520"/>
                  <a:ext cx="82959" cy="742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723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TW" altLang="en-US" sz="1723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DF8F916-BF81-47CD-A95C-2CC77ACA0E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549" y="2075520"/>
                  <a:ext cx="82959" cy="742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45795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直線單箭頭接點 135">
            <a:extLst>
              <a:ext uri="{FF2B5EF4-FFF2-40B4-BE49-F238E27FC236}">
                <a16:creationId xmlns:a16="http://schemas.microsoft.com/office/drawing/2014/main" id="{9E1FD8E7-B9B4-47D2-AE39-823B4CF7DC07}"/>
              </a:ext>
            </a:extLst>
          </p:cNvPr>
          <p:cNvCxnSpPr>
            <a:cxnSpLocks/>
          </p:cNvCxnSpPr>
          <p:nvPr/>
        </p:nvCxnSpPr>
        <p:spPr>
          <a:xfrm>
            <a:off x="7058390" y="3295895"/>
            <a:ext cx="169924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橢圓 140">
            <a:extLst>
              <a:ext uri="{FF2B5EF4-FFF2-40B4-BE49-F238E27FC236}">
                <a16:creationId xmlns:a16="http://schemas.microsoft.com/office/drawing/2014/main" id="{B60DD6BC-F994-4A86-9116-87CA34E08807}"/>
              </a:ext>
            </a:extLst>
          </p:cNvPr>
          <p:cNvSpPr/>
          <p:nvPr/>
        </p:nvSpPr>
        <p:spPr>
          <a:xfrm rot="1983520">
            <a:off x="6541320" y="1911044"/>
            <a:ext cx="888902" cy="2675812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/>
          </a:p>
        </p:txBody>
      </p:sp>
      <p:cxnSp>
        <p:nvCxnSpPr>
          <p:cNvPr id="134" name="直線單箭頭接點 133">
            <a:extLst>
              <a:ext uri="{FF2B5EF4-FFF2-40B4-BE49-F238E27FC236}">
                <a16:creationId xmlns:a16="http://schemas.microsoft.com/office/drawing/2014/main" id="{1E4CAB43-81A3-4C2E-8CBD-C63FBE648994}"/>
              </a:ext>
            </a:extLst>
          </p:cNvPr>
          <p:cNvCxnSpPr>
            <a:cxnSpLocks/>
          </p:cNvCxnSpPr>
          <p:nvPr/>
        </p:nvCxnSpPr>
        <p:spPr>
          <a:xfrm flipV="1">
            <a:off x="4145318" y="2593612"/>
            <a:ext cx="952929" cy="147141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3" name="圖片 122">
            <a:extLst>
              <a:ext uri="{FF2B5EF4-FFF2-40B4-BE49-F238E27FC236}">
                <a16:creationId xmlns:a16="http://schemas.microsoft.com/office/drawing/2014/main" id="{FDEA2CEE-BBCE-48AB-B4E3-E234B6D21E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3032809" y="1330566"/>
            <a:ext cx="3060943" cy="1312887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049797BF-5D97-4019-87F3-61CA69EE7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3044731" y="3964938"/>
            <a:ext cx="3037119" cy="1312887"/>
          </a:xfrm>
          <a:prstGeom prst="rect">
            <a:avLst/>
          </a:prstGeom>
        </p:spPr>
      </p:pic>
      <p:sp>
        <p:nvSpPr>
          <p:cNvPr id="71" name="橢圓 70">
            <a:extLst>
              <a:ext uri="{FF2B5EF4-FFF2-40B4-BE49-F238E27FC236}">
                <a16:creationId xmlns:a16="http://schemas.microsoft.com/office/drawing/2014/main" id="{DF76AB2A-180E-4302-AE57-2872F60A6796}"/>
              </a:ext>
            </a:extLst>
          </p:cNvPr>
          <p:cNvSpPr/>
          <p:nvPr/>
        </p:nvSpPr>
        <p:spPr>
          <a:xfrm>
            <a:off x="3890907" y="3842989"/>
            <a:ext cx="444105" cy="44410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119EA70-992B-4923-A5AD-3FD9D90C31BE}"/>
                  </a:ext>
                </a:extLst>
              </p:cNvPr>
              <p:cNvSpPr txBox="1"/>
              <p:nvPr/>
            </p:nvSpPr>
            <p:spPr>
              <a:xfrm>
                <a:off x="3633311" y="3808233"/>
                <a:ext cx="948923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119EA70-992B-4923-A5AD-3FD9D90C3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311" y="3808233"/>
                <a:ext cx="948923" cy="491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6E51101A-273A-4282-AB21-EFD3A9D0CE0B}"/>
              </a:ext>
            </a:extLst>
          </p:cNvPr>
          <p:cNvSpPr/>
          <p:nvPr/>
        </p:nvSpPr>
        <p:spPr>
          <a:xfrm rot="10800000">
            <a:off x="18832400" y="1263107"/>
            <a:ext cx="1639117" cy="3677544"/>
          </a:xfrm>
          <a:prstGeom prst="triangl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79" tIns="65839" rIns="131679" bIns="65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594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E2E579A9-3C1A-4A99-AEA1-BFB2A88F0220}"/>
              </a:ext>
            </a:extLst>
          </p:cNvPr>
          <p:cNvSpPr/>
          <p:nvPr/>
        </p:nvSpPr>
        <p:spPr>
          <a:xfrm rot="10800000">
            <a:off x="11708799" y="1263107"/>
            <a:ext cx="1639117" cy="3677544"/>
          </a:xfrm>
          <a:prstGeom prst="triangl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79" tIns="65839" rIns="131679" bIns="65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594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74E8B92-E7CD-42C2-94E1-FE67508B05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10974615" y="4904455"/>
            <a:ext cx="3037119" cy="131288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CD582E6-6502-424F-925A-448D349466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92" t="38920" r="6883"/>
          <a:stretch/>
        </p:blipFill>
        <p:spPr>
          <a:xfrm>
            <a:off x="10956743" y="1816951"/>
            <a:ext cx="3072847" cy="13395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25A21EF-B598-4C6F-B3D4-D3709ECFF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10962692" y="916751"/>
            <a:ext cx="3060943" cy="1312887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44331F9-6616-45D2-A5A4-C8C95AC31319}"/>
              </a:ext>
            </a:extLst>
          </p:cNvPr>
          <p:cNvSpPr/>
          <p:nvPr/>
        </p:nvSpPr>
        <p:spPr>
          <a:xfrm>
            <a:off x="12395038" y="4831694"/>
            <a:ext cx="259210" cy="2592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CB488125-FCD9-41CE-97F2-8B3DDAA01D81}"/>
              </a:ext>
            </a:extLst>
          </p:cNvPr>
          <p:cNvSpPr/>
          <p:nvPr/>
        </p:nvSpPr>
        <p:spPr>
          <a:xfrm>
            <a:off x="12082160" y="2015809"/>
            <a:ext cx="259210" cy="25921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3D411D0-54D8-489B-BCBF-F63FBDEF9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18099299" y="4904455"/>
            <a:ext cx="3037119" cy="1312887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603D85CD-83AA-4439-A9DD-C058596BFD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92" t="38920" r="6883"/>
          <a:stretch/>
        </p:blipFill>
        <p:spPr>
          <a:xfrm>
            <a:off x="18081417" y="1816951"/>
            <a:ext cx="3072847" cy="1339501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A4AE43CE-5FCF-4BB8-B346-B31CF2E052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18087369" y="916751"/>
            <a:ext cx="3060943" cy="1312887"/>
          </a:xfrm>
          <a:prstGeom prst="rect">
            <a:avLst/>
          </a:prstGeom>
        </p:spPr>
      </p:pic>
      <p:sp>
        <p:nvSpPr>
          <p:cNvPr id="29" name="橢圓 28">
            <a:extLst>
              <a:ext uri="{FF2B5EF4-FFF2-40B4-BE49-F238E27FC236}">
                <a16:creationId xmlns:a16="http://schemas.microsoft.com/office/drawing/2014/main" id="{36C9192B-081A-4472-B269-0D57B8A6C694}"/>
              </a:ext>
            </a:extLst>
          </p:cNvPr>
          <p:cNvSpPr/>
          <p:nvPr/>
        </p:nvSpPr>
        <p:spPr>
          <a:xfrm>
            <a:off x="22219266" y="4831693"/>
            <a:ext cx="259205" cy="25920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A7E661D4-632F-4CE2-8D44-312B4CEFAA3F}"/>
              </a:ext>
            </a:extLst>
          </p:cNvPr>
          <p:cNvSpPr/>
          <p:nvPr/>
        </p:nvSpPr>
        <p:spPr>
          <a:xfrm>
            <a:off x="22024770" y="2939578"/>
            <a:ext cx="259205" cy="2592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9496D0A-0CA0-4390-8F24-7D27A8DDBE8E}"/>
              </a:ext>
            </a:extLst>
          </p:cNvPr>
          <p:cNvSpPr txBox="1"/>
          <p:nvPr/>
        </p:nvSpPr>
        <p:spPr>
          <a:xfrm>
            <a:off x="10934186" y="320302"/>
            <a:ext cx="3245510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Spin-allowed </a:t>
            </a:r>
            <a:endParaRPr lang="zh-TW" altLang="en-US" sz="25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D7795D0-B642-4668-860D-0885EFF716EE}"/>
              </a:ext>
            </a:extLst>
          </p:cNvPr>
          <p:cNvSpPr txBox="1"/>
          <p:nvPr/>
        </p:nvSpPr>
        <p:spPr>
          <a:xfrm>
            <a:off x="17980265" y="320302"/>
            <a:ext cx="3245510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Spin-forbidden </a:t>
            </a:r>
            <a:endParaRPr lang="zh-TW" altLang="en-US" sz="25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E8636DF6-72B8-4528-A086-7DE38FB6AEF6}"/>
              </a:ext>
            </a:extLst>
          </p:cNvPr>
          <p:cNvSpPr/>
          <p:nvPr/>
        </p:nvSpPr>
        <p:spPr>
          <a:xfrm rot="10800000">
            <a:off x="15245550" y="1263107"/>
            <a:ext cx="1639117" cy="3677544"/>
          </a:xfrm>
          <a:prstGeom prst="triangl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79" tIns="65839" rIns="131679" bIns="65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594"/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E22DAF1E-68F8-4BAF-AEEB-0ACF3B8CE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14512441" y="4904455"/>
            <a:ext cx="3037119" cy="1312887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B8CD544D-6ACA-466D-83F9-105524B603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92" t="38920" r="6883"/>
          <a:stretch/>
        </p:blipFill>
        <p:spPr>
          <a:xfrm>
            <a:off x="14494568" y="1816951"/>
            <a:ext cx="3072847" cy="1339501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862045B2-DD6E-4CF6-8044-BE62B6F2E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14500519" y="916751"/>
            <a:ext cx="3060943" cy="1312887"/>
          </a:xfrm>
          <a:prstGeom prst="rect">
            <a:avLst/>
          </a:prstGeom>
        </p:spPr>
      </p:pic>
      <p:sp>
        <p:nvSpPr>
          <p:cNvPr id="49" name="橢圓 48">
            <a:extLst>
              <a:ext uri="{FF2B5EF4-FFF2-40B4-BE49-F238E27FC236}">
                <a16:creationId xmlns:a16="http://schemas.microsoft.com/office/drawing/2014/main" id="{A47D75BF-4434-4111-B553-648E29E16805}"/>
              </a:ext>
            </a:extLst>
          </p:cNvPr>
          <p:cNvSpPr/>
          <p:nvPr/>
        </p:nvSpPr>
        <p:spPr>
          <a:xfrm>
            <a:off x="15932872" y="4831694"/>
            <a:ext cx="259210" cy="2592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8C054DA7-2DEC-48C7-9403-14BBBF25D5EC}"/>
              </a:ext>
            </a:extLst>
          </p:cNvPr>
          <p:cNvSpPr/>
          <p:nvPr/>
        </p:nvSpPr>
        <p:spPr>
          <a:xfrm>
            <a:off x="14943728" y="1593058"/>
            <a:ext cx="259210" cy="25921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9700806-6A07-4CB8-A374-D18400F543C4}"/>
              </a:ext>
            </a:extLst>
          </p:cNvPr>
          <p:cNvSpPr txBox="1"/>
          <p:nvPr/>
        </p:nvSpPr>
        <p:spPr>
          <a:xfrm>
            <a:off x="14057700" y="320293"/>
            <a:ext cx="3916908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Momentum-forbidden </a:t>
            </a:r>
            <a:endParaRPr lang="zh-TW" altLang="en-US" sz="25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箭號: 向上 65">
            <a:extLst>
              <a:ext uri="{FF2B5EF4-FFF2-40B4-BE49-F238E27FC236}">
                <a16:creationId xmlns:a16="http://schemas.microsoft.com/office/drawing/2014/main" id="{4570B4C1-8024-427C-AE36-250AF92A41A2}"/>
              </a:ext>
            </a:extLst>
          </p:cNvPr>
          <p:cNvSpPr/>
          <p:nvPr/>
        </p:nvSpPr>
        <p:spPr>
          <a:xfrm>
            <a:off x="10708056" y="636004"/>
            <a:ext cx="258934" cy="597386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67" name="箭號: 向上 66">
            <a:extLst>
              <a:ext uri="{FF2B5EF4-FFF2-40B4-BE49-F238E27FC236}">
                <a16:creationId xmlns:a16="http://schemas.microsoft.com/office/drawing/2014/main" id="{49EC6074-B738-47D0-87B8-7E0074B00D22}"/>
              </a:ext>
            </a:extLst>
          </p:cNvPr>
          <p:cNvSpPr/>
          <p:nvPr/>
        </p:nvSpPr>
        <p:spPr>
          <a:xfrm rot="10800000">
            <a:off x="10708056" y="1757865"/>
            <a:ext cx="258934" cy="597386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68" name="箭號: 向上 67">
            <a:extLst>
              <a:ext uri="{FF2B5EF4-FFF2-40B4-BE49-F238E27FC236}">
                <a16:creationId xmlns:a16="http://schemas.microsoft.com/office/drawing/2014/main" id="{CCD631A0-3645-4AF6-B67F-7A46024566DC}"/>
              </a:ext>
            </a:extLst>
          </p:cNvPr>
          <p:cNvSpPr/>
          <p:nvPr/>
        </p:nvSpPr>
        <p:spPr>
          <a:xfrm>
            <a:off x="10708056" y="5582837"/>
            <a:ext cx="258934" cy="597386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E54F2704-451E-4622-B954-94CDE1C97A38}"/>
              </a:ext>
            </a:extLst>
          </p:cNvPr>
          <p:cNvSpPr/>
          <p:nvPr/>
        </p:nvSpPr>
        <p:spPr>
          <a:xfrm>
            <a:off x="4982043" y="2190959"/>
            <a:ext cx="444105" cy="4440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99FEE415-06B8-4734-9F41-8DE7EC410452}"/>
                  </a:ext>
                </a:extLst>
              </p:cNvPr>
              <p:cNvSpPr txBox="1"/>
              <p:nvPr/>
            </p:nvSpPr>
            <p:spPr>
              <a:xfrm>
                <a:off x="4806189" y="2148570"/>
                <a:ext cx="770317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94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94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TW" sz="2594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zh-TW" altLang="en-US" sz="2594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99FEE415-06B8-4734-9F41-8DE7EC410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89" y="2148570"/>
                <a:ext cx="770317" cy="4915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AE3CE8D1-C0E2-40DB-9D75-42688B7CB752}"/>
              </a:ext>
            </a:extLst>
          </p:cNvPr>
          <p:cNvCxnSpPr>
            <a:cxnSpLocks/>
          </p:cNvCxnSpPr>
          <p:nvPr/>
        </p:nvCxnSpPr>
        <p:spPr>
          <a:xfrm>
            <a:off x="10911025" y="6685197"/>
            <a:ext cx="334609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FF2DB68F-1A28-4736-992D-FF962536471F}"/>
              </a:ext>
            </a:extLst>
          </p:cNvPr>
          <p:cNvCxnSpPr>
            <a:cxnSpLocks/>
          </p:cNvCxnSpPr>
          <p:nvPr/>
        </p:nvCxnSpPr>
        <p:spPr>
          <a:xfrm>
            <a:off x="18013291" y="6685197"/>
            <a:ext cx="337707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78640F80-D223-4FFF-B332-B1F612FCBF96}"/>
              </a:ext>
            </a:extLst>
          </p:cNvPr>
          <p:cNvCxnSpPr>
            <a:cxnSpLocks/>
          </p:cNvCxnSpPr>
          <p:nvPr/>
        </p:nvCxnSpPr>
        <p:spPr>
          <a:xfrm>
            <a:off x="14412508" y="6685197"/>
            <a:ext cx="337707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B4A2CE7-6FAC-428C-9C7B-F09D9AA51E76}"/>
                  </a:ext>
                </a:extLst>
              </p:cNvPr>
              <p:cNvSpPr txBox="1"/>
              <p:nvPr/>
            </p:nvSpPr>
            <p:spPr>
              <a:xfrm>
                <a:off x="22010051" y="6634632"/>
                <a:ext cx="747617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B4A2CE7-6FAC-428C-9C7B-F09D9AA51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0051" y="6634632"/>
                <a:ext cx="747617" cy="4915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AF01909C-A230-434C-A0E2-D3F34539E525}"/>
                  </a:ext>
                </a:extLst>
              </p:cNvPr>
              <p:cNvSpPr txBox="1"/>
              <p:nvPr/>
            </p:nvSpPr>
            <p:spPr>
              <a:xfrm>
                <a:off x="15725220" y="6634632"/>
                <a:ext cx="747617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AF01909C-A230-434C-A0E2-D3F34539E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5220" y="6634632"/>
                <a:ext cx="747617" cy="4915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17152574-7689-4287-B44A-125F4FB40AA2}"/>
                  </a:ext>
                </a:extLst>
              </p:cNvPr>
              <p:cNvSpPr txBox="1"/>
              <p:nvPr/>
            </p:nvSpPr>
            <p:spPr>
              <a:xfrm>
                <a:off x="15179435" y="1375656"/>
                <a:ext cx="1511720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17152574-7689-4287-B44A-125F4FB40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9435" y="1375656"/>
                <a:ext cx="1511720" cy="491545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74E51B6-F956-4049-BC40-19A2D87A8152}"/>
                  </a:ext>
                </a:extLst>
              </p:cNvPr>
              <p:cNvSpPr txBox="1"/>
              <p:nvPr/>
            </p:nvSpPr>
            <p:spPr>
              <a:xfrm>
                <a:off x="7353049" y="3400994"/>
                <a:ext cx="2351475" cy="89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 of mass momentum </a:t>
                </a:r>
                <a14:m>
                  <m:oMath xmlns:m="http://schemas.openxmlformats.org/officeDocument/2006/math">
                    <m:r>
                      <a:rPr lang="en-US" altLang="zh-TW" sz="2594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</m:oMath>
                </a14:m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5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74E51B6-F956-4049-BC40-19A2D87A8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049" y="3400994"/>
                <a:ext cx="2351475" cy="890757"/>
              </a:xfrm>
              <a:prstGeom prst="rect">
                <a:avLst/>
              </a:prstGeom>
              <a:blipFill>
                <a:blip r:embed="rId9"/>
                <a:stretch>
                  <a:fillRect l="-518" t="-6164" r="-4145" b="-16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A353FB44-D045-4237-8889-CB9DF6265C45}"/>
              </a:ext>
            </a:extLst>
          </p:cNvPr>
          <p:cNvSpPr txBox="1"/>
          <p:nvPr/>
        </p:nvSpPr>
        <p:spPr>
          <a:xfrm>
            <a:off x="9477216" y="3255123"/>
            <a:ext cx="3539469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  <a:endParaRPr lang="zh-TW" altLang="en-US" sz="25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A01C2573-6C13-4B12-859E-7F6310F02E96}"/>
              </a:ext>
            </a:extLst>
          </p:cNvPr>
          <p:cNvGrpSpPr/>
          <p:nvPr/>
        </p:nvGrpSpPr>
        <p:grpSpPr>
          <a:xfrm>
            <a:off x="43241" y="3043076"/>
            <a:ext cx="3647723" cy="508719"/>
            <a:chOff x="2343150" y="3428999"/>
            <a:chExt cx="9719212" cy="1926504"/>
          </a:xfrm>
        </p:grpSpPr>
        <p:pic>
          <p:nvPicPr>
            <p:cNvPr id="108" name="圖片 107">
              <a:extLst>
                <a:ext uri="{FF2B5EF4-FFF2-40B4-BE49-F238E27FC236}">
                  <a16:creationId xmlns:a16="http://schemas.microsoft.com/office/drawing/2014/main" id="{ED8EF4F6-4BE2-4959-BDB8-76DAC2D68C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4352925" y="3428999"/>
              <a:ext cx="2009775" cy="1926503"/>
            </a:xfrm>
            <a:prstGeom prst="rect">
              <a:avLst/>
            </a:prstGeom>
          </p:spPr>
        </p:pic>
        <p:pic>
          <p:nvPicPr>
            <p:cNvPr id="109" name="圖片 108">
              <a:extLst>
                <a:ext uri="{FF2B5EF4-FFF2-40B4-BE49-F238E27FC236}">
                  <a16:creationId xmlns:a16="http://schemas.microsoft.com/office/drawing/2014/main" id="{5484625D-844B-42FD-B62C-1E282EE76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362700" y="3429000"/>
              <a:ext cx="5699662" cy="1926503"/>
            </a:xfrm>
            <a:prstGeom prst="rect">
              <a:avLst/>
            </a:prstGeom>
          </p:spPr>
        </p:pic>
        <p:pic>
          <p:nvPicPr>
            <p:cNvPr id="110" name="圖片 109">
              <a:extLst>
                <a:ext uri="{FF2B5EF4-FFF2-40B4-BE49-F238E27FC236}">
                  <a16:creationId xmlns:a16="http://schemas.microsoft.com/office/drawing/2014/main" id="{1B4A08FE-B2F2-4E30-B751-9D7B58964B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2343150" y="3428999"/>
              <a:ext cx="2009775" cy="192650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E761B6FF-9315-4A82-B9B3-A5E3DF7BD956}"/>
                  </a:ext>
                </a:extLst>
              </p:cNvPr>
              <p:cNvSpPr txBox="1"/>
              <p:nvPr/>
            </p:nvSpPr>
            <p:spPr>
              <a:xfrm>
                <a:off x="-385050" y="2440273"/>
                <a:ext cx="3601915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zh-TW" altLang="en-US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light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E761B6FF-9315-4A82-B9B3-A5E3DF7B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5050" y="2440273"/>
                <a:ext cx="3601915" cy="491545"/>
              </a:xfrm>
              <a:prstGeom prst="rect">
                <a:avLst/>
              </a:prstGeom>
              <a:blipFill>
                <a:blip r:embed="rId11"/>
                <a:stretch>
                  <a:fillRect t="-11111" b="-308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7DED2FEB-A786-4EDC-A0EC-ADD32D0EEEB7}"/>
                  </a:ext>
                </a:extLst>
              </p:cNvPr>
              <p:cNvSpPr txBox="1"/>
              <p:nvPr/>
            </p:nvSpPr>
            <p:spPr>
              <a:xfrm>
                <a:off x="3808236" y="4251031"/>
                <a:ext cx="646766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7DED2FEB-A786-4EDC-A0EC-ADD32D0EE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236" y="4251031"/>
                <a:ext cx="646766" cy="4915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23EE53D2-7ED8-44EB-97D8-A9070B23B31A}"/>
                  </a:ext>
                </a:extLst>
              </p:cNvPr>
              <p:cNvSpPr txBox="1"/>
              <p:nvPr/>
            </p:nvSpPr>
            <p:spPr>
              <a:xfrm>
                <a:off x="4455011" y="1685438"/>
                <a:ext cx="1348756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23EE53D2-7ED8-44EB-97D8-A9070B23B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011" y="1685438"/>
                <a:ext cx="1348756" cy="4915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C2208803-A481-4024-AB8B-71F9580A94D8}"/>
                  </a:ext>
                </a:extLst>
              </p:cNvPr>
              <p:cNvSpPr txBox="1"/>
              <p:nvPr/>
            </p:nvSpPr>
            <p:spPr>
              <a:xfrm>
                <a:off x="12120858" y="6634632"/>
                <a:ext cx="747617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C2208803-A481-4024-AB8B-71F9580A9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0858" y="6634632"/>
                <a:ext cx="747617" cy="4915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/>
              <p:nvPr/>
            </p:nvSpPr>
            <p:spPr>
              <a:xfrm>
                <a:off x="2732814" y="5243898"/>
                <a:ext cx="3742583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zh-TW" altLang="en-US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electron </a:t>
                </a:r>
                <a14:m>
                  <m:oMath xmlns:m="http://schemas.openxmlformats.org/officeDocument/2006/math"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814" y="5243898"/>
                <a:ext cx="3742583" cy="491545"/>
              </a:xfrm>
              <a:prstGeom prst="rect">
                <a:avLst/>
              </a:prstGeom>
              <a:blipFill>
                <a:blip r:embed="rId15"/>
                <a:stretch>
                  <a:fillRect t="-11111" b="-308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單箭頭接點 127">
            <a:extLst>
              <a:ext uri="{FF2B5EF4-FFF2-40B4-BE49-F238E27FC236}">
                <a16:creationId xmlns:a16="http://schemas.microsoft.com/office/drawing/2014/main" id="{14DAF1F9-8FA5-4D07-A18F-239DB7DE8DC8}"/>
              </a:ext>
            </a:extLst>
          </p:cNvPr>
          <p:cNvCxnSpPr>
            <a:cxnSpLocks/>
          </p:cNvCxnSpPr>
          <p:nvPr/>
        </p:nvCxnSpPr>
        <p:spPr>
          <a:xfrm>
            <a:off x="2955608" y="5294447"/>
            <a:ext cx="334609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7" name="橢圓 136">
            <a:extLst>
              <a:ext uri="{FF2B5EF4-FFF2-40B4-BE49-F238E27FC236}">
                <a16:creationId xmlns:a16="http://schemas.microsoft.com/office/drawing/2014/main" id="{8EAFA7A9-73E0-420F-B2A3-7B2AAFD72030}"/>
              </a:ext>
            </a:extLst>
          </p:cNvPr>
          <p:cNvSpPr/>
          <p:nvPr/>
        </p:nvSpPr>
        <p:spPr>
          <a:xfrm>
            <a:off x="6199689" y="3842989"/>
            <a:ext cx="444105" cy="44410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1E8B9788-8689-4101-BB85-92CB41B05309}"/>
                  </a:ext>
                </a:extLst>
              </p:cNvPr>
              <p:cNvSpPr txBox="1"/>
              <p:nvPr/>
            </p:nvSpPr>
            <p:spPr>
              <a:xfrm>
                <a:off x="5942101" y="3808233"/>
                <a:ext cx="948923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1E8B9788-8689-4101-BB85-92CB41B05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101" y="3808233"/>
                <a:ext cx="948923" cy="49154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橢圓 138">
            <a:extLst>
              <a:ext uri="{FF2B5EF4-FFF2-40B4-BE49-F238E27FC236}">
                <a16:creationId xmlns:a16="http://schemas.microsoft.com/office/drawing/2014/main" id="{62DFBAF0-AEA8-48A2-AA37-A2234FC082CC}"/>
              </a:ext>
            </a:extLst>
          </p:cNvPr>
          <p:cNvSpPr/>
          <p:nvPr/>
        </p:nvSpPr>
        <p:spPr>
          <a:xfrm>
            <a:off x="7290835" y="2190959"/>
            <a:ext cx="444105" cy="4440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57CEC183-CD65-43E5-A3A7-4AC6AA8714C4}"/>
                  </a:ext>
                </a:extLst>
              </p:cNvPr>
              <p:cNvSpPr txBox="1"/>
              <p:nvPr/>
            </p:nvSpPr>
            <p:spPr>
              <a:xfrm>
                <a:off x="7114974" y="2148570"/>
                <a:ext cx="770317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94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94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TW" sz="2594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zh-TW" altLang="en-US" sz="2594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57CEC183-CD65-43E5-A3A7-4AC6AA871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974" y="2148570"/>
                <a:ext cx="770317" cy="4915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97A7CF13-86F6-47B4-A598-C8D6A8B754FA}"/>
                  </a:ext>
                </a:extLst>
              </p:cNvPr>
              <p:cNvSpPr txBox="1"/>
              <p:nvPr/>
            </p:nvSpPr>
            <p:spPr>
              <a:xfrm>
                <a:off x="11700564" y="1432070"/>
                <a:ext cx="1511720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97A7CF13-86F6-47B4-A598-C8D6A8B75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0564" y="1432070"/>
                <a:ext cx="1511720" cy="491545"/>
              </a:xfrm>
              <a:prstGeom prst="rect">
                <a:avLst/>
              </a:prstGeom>
              <a:blipFill>
                <a:blip r:embed="rId18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0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9727E83B-4B85-4905-8DEA-9C6C98363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4380" r="72508" b="47528"/>
          <a:stretch/>
        </p:blipFill>
        <p:spPr bwMode="auto">
          <a:xfrm>
            <a:off x="-3509576" y="-3340533"/>
            <a:ext cx="2860537" cy="66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4F326886-FDF1-43EE-A84B-9D3A0E9A6B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4892" r="72508" b="47528"/>
          <a:stretch/>
        </p:blipFill>
        <p:spPr bwMode="auto">
          <a:xfrm>
            <a:off x="-3683962" y="-2138774"/>
            <a:ext cx="2860537" cy="62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D333BFDF-7FF8-46D1-AFE0-7F21C627A93B}"/>
                  </a:ext>
                </a:extLst>
              </p:cNvPr>
              <p:cNvSpPr txBox="1"/>
              <p:nvPr/>
            </p:nvSpPr>
            <p:spPr>
              <a:xfrm>
                <a:off x="-2643631" y="-1783273"/>
                <a:ext cx="765375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D333BFDF-7FF8-46D1-AFE0-7F21C627A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43631" y="-1783273"/>
                <a:ext cx="765375" cy="49154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橢圓 102">
            <a:extLst>
              <a:ext uri="{FF2B5EF4-FFF2-40B4-BE49-F238E27FC236}">
                <a16:creationId xmlns:a16="http://schemas.microsoft.com/office/drawing/2014/main" id="{69D45821-0C3C-45B6-B792-DCEADBA7656C}"/>
              </a:ext>
            </a:extLst>
          </p:cNvPr>
          <p:cNvSpPr/>
          <p:nvPr/>
        </p:nvSpPr>
        <p:spPr>
          <a:xfrm rot="5400000">
            <a:off x="-2853019" y="-2682919"/>
            <a:ext cx="553929" cy="1667469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5EB8E4F6-5312-4BA1-9D01-B215630745F3}"/>
              </a:ext>
            </a:extLst>
          </p:cNvPr>
          <p:cNvGrpSpPr/>
          <p:nvPr/>
        </p:nvGrpSpPr>
        <p:grpSpPr>
          <a:xfrm>
            <a:off x="-2568793" y="-2073102"/>
            <a:ext cx="835536" cy="491545"/>
            <a:chOff x="-4369253" y="8676692"/>
            <a:chExt cx="733220" cy="9329413"/>
          </a:xfrm>
        </p:grpSpPr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5F6B2881-90B2-4580-BBEB-86D11F8828D0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F28395F0-5CF4-4013-8EB3-D98B6AE42B47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9329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F28395F0-5CF4-4013-8EB3-D98B6AE42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932941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F2ACC971-C15D-4BA9-A963-6695E4ABE16F}"/>
              </a:ext>
            </a:extLst>
          </p:cNvPr>
          <p:cNvGrpSpPr/>
          <p:nvPr/>
        </p:nvGrpSpPr>
        <p:grpSpPr>
          <a:xfrm>
            <a:off x="-3414771" y="-2073110"/>
            <a:ext cx="678270" cy="491545"/>
            <a:chOff x="-3462985" y="7394295"/>
            <a:chExt cx="595211" cy="16641338"/>
          </a:xfrm>
        </p:grpSpPr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662475F3-D50F-4447-BF43-45C6FDFF1396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B97A3A4E-E327-4B5A-81E5-864DE1D91973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16641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B97A3A4E-E327-4B5A-81E5-864DE1D9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1664133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B5B5133A-1978-45E5-B6B5-2E98B7485810}"/>
              </a:ext>
            </a:extLst>
          </p:cNvPr>
          <p:cNvCxnSpPr>
            <a:cxnSpLocks/>
          </p:cNvCxnSpPr>
          <p:nvPr/>
        </p:nvCxnSpPr>
        <p:spPr>
          <a:xfrm>
            <a:off x="-5180674" y="-1826908"/>
            <a:ext cx="1799169" cy="0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9" name="橢圓 118">
            <a:extLst>
              <a:ext uri="{FF2B5EF4-FFF2-40B4-BE49-F238E27FC236}">
                <a16:creationId xmlns:a16="http://schemas.microsoft.com/office/drawing/2014/main" id="{7BEF6DDF-6B7F-461F-B703-980B5027634D}"/>
              </a:ext>
            </a:extLst>
          </p:cNvPr>
          <p:cNvSpPr/>
          <p:nvPr/>
        </p:nvSpPr>
        <p:spPr>
          <a:xfrm rot="5400000">
            <a:off x="-2099594" y="-3863621"/>
            <a:ext cx="553929" cy="1667469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A33478C8-B1CE-4A5C-859A-02E15812E366}"/>
              </a:ext>
            </a:extLst>
          </p:cNvPr>
          <p:cNvGrpSpPr/>
          <p:nvPr/>
        </p:nvGrpSpPr>
        <p:grpSpPr>
          <a:xfrm>
            <a:off x="-1815368" y="-3253804"/>
            <a:ext cx="835536" cy="491545"/>
            <a:chOff x="-4369253" y="8676692"/>
            <a:chExt cx="733220" cy="9329413"/>
          </a:xfrm>
        </p:grpSpPr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990347E6-C6CA-437F-AD23-2F6539E1E6E7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26A53638-B3E7-4791-A3BC-229268DA23AB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9329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26A53638-B3E7-4791-A3BC-229268DA2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932941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3D140486-B4BA-40B8-99B7-322EA1F76FDD}"/>
              </a:ext>
            </a:extLst>
          </p:cNvPr>
          <p:cNvGrpSpPr/>
          <p:nvPr/>
        </p:nvGrpSpPr>
        <p:grpSpPr>
          <a:xfrm>
            <a:off x="-2661345" y="-3253813"/>
            <a:ext cx="678270" cy="491545"/>
            <a:chOff x="-3462985" y="7394295"/>
            <a:chExt cx="595211" cy="16641338"/>
          </a:xfrm>
        </p:grpSpPr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1744D060-ACAD-4787-B5B5-37471415A8F8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8B17462B-6DD7-4AD7-B5CF-D71303670AE0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16641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8B17462B-6DD7-4AD7-B5CF-D71303670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16641338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1" name="直線單箭頭接點 130">
            <a:extLst>
              <a:ext uri="{FF2B5EF4-FFF2-40B4-BE49-F238E27FC236}">
                <a16:creationId xmlns:a16="http://schemas.microsoft.com/office/drawing/2014/main" id="{D3532EBB-27BC-479B-8AF5-A0EA4ED9E749}"/>
              </a:ext>
            </a:extLst>
          </p:cNvPr>
          <p:cNvCxnSpPr>
            <a:cxnSpLocks/>
          </p:cNvCxnSpPr>
          <p:nvPr/>
        </p:nvCxnSpPr>
        <p:spPr>
          <a:xfrm flipV="1">
            <a:off x="-1822632" y="-3023667"/>
            <a:ext cx="0" cy="1799169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66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直角三角形 494">
            <a:extLst>
              <a:ext uri="{FF2B5EF4-FFF2-40B4-BE49-F238E27FC236}">
                <a16:creationId xmlns:a16="http://schemas.microsoft.com/office/drawing/2014/main" id="{633FC8D8-7128-4870-849C-681E4E8E8ED1}"/>
              </a:ext>
            </a:extLst>
          </p:cNvPr>
          <p:cNvSpPr/>
          <p:nvPr/>
        </p:nvSpPr>
        <p:spPr>
          <a:xfrm rot="10800000" flipH="1">
            <a:off x="1004765" y="6825538"/>
            <a:ext cx="10142352" cy="1698302"/>
          </a:xfrm>
          <a:prstGeom prst="rt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289" tIns="54149" rIns="108289" bIns="54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066"/>
          </a:p>
        </p:txBody>
      </p:sp>
      <p:cxnSp>
        <p:nvCxnSpPr>
          <p:cNvPr id="492" name="直線單箭頭接點 491">
            <a:extLst>
              <a:ext uri="{FF2B5EF4-FFF2-40B4-BE49-F238E27FC236}">
                <a16:creationId xmlns:a16="http://schemas.microsoft.com/office/drawing/2014/main" id="{E8D730FB-6F77-4F82-B8D6-149CDA1426D6}"/>
              </a:ext>
            </a:extLst>
          </p:cNvPr>
          <p:cNvCxnSpPr>
            <a:cxnSpLocks/>
          </p:cNvCxnSpPr>
          <p:nvPr/>
        </p:nvCxnSpPr>
        <p:spPr>
          <a:xfrm flipV="1">
            <a:off x="5937292" y="362223"/>
            <a:ext cx="999955" cy="2419987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26" name="群組 225">
            <a:extLst>
              <a:ext uri="{FF2B5EF4-FFF2-40B4-BE49-F238E27FC236}">
                <a16:creationId xmlns:a16="http://schemas.microsoft.com/office/drawing/2014/main" id="{7ED8286C-7DC9-4289-A2C3-C088810BC0F8}"/>
              </a:ext>
            </a:extLst>
          </p:cNvPr>
          <p:cNvGrpSpPr/>
          <p:nvPr/>
        </p:nvGrpSpPr>
        <p:grpSpPr>
          <a:xfrm>
            <a:off x="7124587" y="186818"/>
            <a:ext cx="4682206" cy="2854854"/>
            <a:chOff x="17407" y="1745615"/>
            <a:chExt cx="3953605" cy="2410611"/>
          </a:xfrm>
        </p:grpSpPr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0B20EC4C-5509-430F-89A8-181956234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881" t="20538" r="22392" b="22855"/>
            <a:stretch/>
          </p:blipFill>
          <p:spPr>
            <a:xfrm>
              <a:off x="17407" y="1745615"/>
              <a:ext cx="2300411" cy="241061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D74E51B6-F956-4049-BC40-19A2D87A8152}"/>
                    </a:ext>
                  </a:extLst>
                </p:cNvPr>
                <p:cNvSpPr txBox="1"/>
                <p:nvPr/>
              </p:nvSpPr>
              <p:spPr>
                <a:xfrm>
                  <a:off x="2090288" y="3073446"/>
                  <a:ext cx="1880724" cy="7521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Center of mass momentum</a:t>
                  </a:r>
                  <a:r>
                    <a:rPr lang="zh-TW" altLang="en-US" sz="2594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2594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</m:oMath>
                  </a14:m>
                  <a:endParaRPr lang="zh-TW" altLang="en-US" sz="25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D74E51B6-F956-4049-BC40-19A2D87A8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288" y="3073446"/>
                  <a:ext cx="1880724" cy="752147"/>
                </a:xfrm>
                <a:prstGeom prst="rect">
                  <a:avLst/>
                </a:prstGeom>
                <a:blipFill>
                  <a:blip r:embed="rId3"/>
                  <a:stretch>
                    <a:fillRect l="-3005" t="-6849" r="-7377" b="-164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線單箭頭接點 154">
              <a:extLst>
                <a:ext uri="{FF2B5EF4-FFF2-40B4-BE49-F238E27FC236}">
                  <a16:creationId xmlns:a16="http://schemas.microsoft.com/office/drawing/2014/main" id="{0156711D-AC4F-4EA2-8054-007C6860888F}"/>
                </a:ext>
              </a:extLst>
            </p:cNvPr>
            <p:cNvCxnSpPr>
              <a:cxnSpLocks/>
            </p:cNvCxnSpPr>
            <p:nvPr/>
          </p:nvCxnSpPr>
          <p:spPr>
            <a:xfrm>
              <a:off x="1100506" y="3018888"/>
              <a:ext cx="1709281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79F2F18A-647D-4C8D-96D4-B7E3BE66407F}"/>
                </a:ext>
              </a:extLst>
            </p:cNvPr>
            <p:cNvSpPr/>
            <p:nvPr/>
          </p:nvSpPr>
          <p:spPr>
            <a:xfrm rot="2160000">
              <a:off x="866640" y="2278781"/>
              <a:ext cx="467732" cy="1407994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3092" dirty="0"/>
            </a:p>
          </p:txBody>
        </p:sp>
        <p:grpSp>
          <p:nvGrpSpPr>
            <p:cNvPr id="165" name="群組 164">
              <a:extLst>
                <a:ext uri="{FF2B5EF4-FFF2-40B4-BE49-F238E27FC236}">
                  <a16:creationId xmlns:a16="http://schemas.microsoft.com/office/drawing/2014/main" id="{86FCE5B0-ADC2-4223-B6D4-0416F129D80F}"/>
                </a:ext>
              </a:extLst>
            </p:cNvPr>
            <p:cNvGrpSpPr/>
            <p:nvPr/>
          </p:nvGrpSpPr>
          <p:grpSpPr>
            <a:xfrm>
              <a:off x="497040" y="3111198"/>
              <a:ext cx="705518" cy="415056"/>
              <a:chOff x="-4369253" y="8676692"/>
              <a:chExt cx="733220" cy="431354"/>
            </a:xfrm>
          </p:grpSpPr>
          <p:sp>
            <p:nvSpPr>
              <p:cNvPr id="166" name="橢圓 165">
                <a:extLst>
                  <a:ext uri="{FF2B5EF4-FFF2-40B4-BE49-F238E27FC236}">
                    <a16:creationId xmlns:a16="http://schemas.microsoft.com/office/drawing/2014/main" id="{885682BC-82BD-44C0-B004-7F43F9D4D24E}"/>
                  </a:ext>
                </a:extLst>
              </p:cNvPr>
              <p:cNvSpPr/>
              <p:nvPr/>
            </p:nvSpPr>
            <p:spPr>
              <a:xfrm>
                <a:off x="-4170209" y="8703551"/>
                <a:ext cx="343151" cy="3431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594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6475BE4C-96D3-48D5-9400-081714EEB478}"/>
                      </a:ext>
                    </a:extLst>
                  </p:cNvPr>
                  <p:cNvSpPr txBox="1"/>
                  <p:nvPr/>
                </p:nvSpPr>
                <p:spPr>
                  <a:xfrm>
                    <a:off x="-4369253" y="8676692"/>
                    <a:ext cx="733220" cy="4313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2594" b="1" dirty="0"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594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94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p>
                            <m:r>
                              <a:rPr lang="en-US" altLang="zh-TW" sz="2594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p>
                        </m:sSup>
                      </m:oMath>
                    </a14:m>
                    <a:endParaRPr lang="zh-TW" altLang="en-US" sz="2594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6475BE4C-96D3-48D5-9400-081714EEB4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4369253" y="8676692"/>
                    <a:ext cx="733220" cy="4313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8" name="群組 167">
              <a:extLst>
                <a:ext uri="{FF2B5EF4-FFF2-40B4-BE49-F238E27FC236}">
                  <a16:creationId xmlns:a16="http://schemas.microsoft.com/office/drawing/2014/main" id="{D5A1306B-DA44-4A82-8619-01946A67CCB0}"/>
                </a:ext>
              </a:extLst>
            </p:cNvPr>
            <p:cNvGrpSpPr/>
            <p:nvPr/>
          </p:nvGrpSpPr>
          <p:grpSpPr>
            <a:xfrm>
              <a:off x="1065405" y="2444448"/>
              <a:ext cx="572724" cy="415056"/>
              <a:chOff x="-3462985" y="7394295"/>
              <a:chExt cx="595211" cy="431354"/>
            </a:xfrm>
          </p:grpSpPr>
          <p:sp>
            <p:nvSpPr>
              <p:cNvPr id="169" name="橢圓 168">
                <a:extLst>
                  <a:ext uri="{FF2B5EF4-FFF2-40B4-BE49-F238E27FC236}">
                    <a16:creationId xmlns:a16="http://schemas.microsoft.com/office/drawing/2014/main" id="{58DC1FC0-BB6A-4EC0-BB4F-9E05E452F0A0}"/>
                  </a:ext>
                </a:extLst>
              </p:cNvPr>
              <p:cNvSpPr/>
              <p:nvPr/>
            </p:nvSpPr>
            <p:spPr>
              <a:xfrm>
                <a:off x="-3327103" y="7427051"/>
                <a:ext cx="343151" cy="34314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594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0" name="文字方塊 169">
                    <a:extLst>
                      <a:ext uri="{FF2B5EF4-FFF2-40B4-BE49-F238E27FC236}">
                        <a16:creationId xmlns:a16="http://schemas.microsoft.com/office/drawing/2014/main" id="{E4AC027B-63B1-4E59-AFEC-5D331D28AAAE}"/>
                      </a:ext>
                    </a:extLst>
                  </p:cNvPr>
                  <p:cNvSpPr txBox="1"/>
                  <p:nvPr/>
                </p:nvSpPr>
                <p:spPr>
                  <a:xfrm>
                    <a:off x="-3462985" y="7394295"/>
                    <a:ext cx="595211" cy="4313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2594" b="1" dirty="0">
                        <a:solidFill>
                          <a:schemeClr val="bg1"/>
                        </a:solidFill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594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94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TW" sz="2594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p>
                        </m:sSup>
                      </m:oMath>
                    </a14:m>
                    <a:endParaRPr lang="zh-TW" altLang="en-US" sz="2594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70" name="文字方塊 169">
                    <a:extLst>
                      <a:ext uri="{FF2B5EF4-FFF2-40B4-BE49-F238E27FC236}">
                        <a16:creationId xmlns:a16="http://schemas.microsoft.com/office/drawing/2014/main" id="{E4AC027B-63B1-4E59-AFEC-5D331D28AA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462985" y="7394295"/>
                    <a:ext cx="595211" cy="4313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444" name="圖片 443">
            <a:extLst>
              <a:ext uri="{FF2B5EF4-FFF2-40B4-BE49-F238E27FC236}">
                <a16:creationId xmlns:a16="http://schemas.microsoft.com/office/drawing/2014/main" id="{C9974883-02B0-4AE0-82FA-DA923719501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4087336" y="-918671"/>
            <a:ext cx="4570851" cy="1312887"/>
          </a:xfrm>
          <a:prstGeom prst="rect">
            <a:avLst/>
          </a:prstGeom>
        </p:spPr>
      </p:pic>
      <p:grpSp>
        <p:nvGrpSpPr>
          <p:cNvPr id="353" name="群組 352">
            <a:extLst>
              <a:ext uri="{FF2B5EF4-FFF2-40B4-BE49-F238E27FC236}">
                <a16:creationId xmlns:a16="http://schemas.microsoft.com/office/drawing/2014/main" id="{FD8BF39E-7E43-4286-BB8F-86C05BEE74D5}"/>
              </a:ext>
            </a:extLst>
          </p:cNvPr>
          <p:cNvGrpSpPr/>
          <p:nvPr/>
        </p:nvGrpSpPr>
        <p:grpSpPr>
          <a:xfrm>
            <a:off x="5207431" y="8897684"/>
            <a:ext cx="6068083" cy="665971"/>
            <a:chOff x="3345002" y="11560841"/>
            <a:chExt cx="5123831" cy="562337"/>
          </a:xfrm>
        </p:grpSpPr>
        <p:pic>
          <p:nvPicPr>
            <p:cNvPr id="73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ED7B524C-E5B5-4932-AFEF-7CBCD99707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4" t="44380" r="72508" b="47528"/>
            <a:stretch/>
          </p:blipFill>
          <p:spPr bwMode="auto">
            <a:xfrm>
              <a:off x="3345002" y="11560841"/>
              <a:ext cx="2771314" cy="56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6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0B3CFE72-9B40-4F6A-9ECA-28E55BBA9C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4380" r="72781" b="47528"/>
            <a:stretch/>
          </p:blipFill>
          <p:spPr bwMode="auto">
            <a:xfrm>
              <a:off x="6087038" y="11560841"/>
              <a:ext cx="2381795" cy="56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A353FB44-D045-4237-8889-CB9DF6265C45}"/>
              </a:ext>
            </a:extLst>
          </p:cNvPr>
          <p:cNvSpPr txBox="1"/>
          <p:nvPr/>
        </p:nvSpPr>
        <p:spPr>
          <a:xfrm>
            <a:off x="-2886408" y="8585800"/>
            <a:ext cx="2120091" cy="529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/>
              <p:nvPr/>
            </p:nvSpPr>
            <p:spPr>
              <a:xfrm>
                <a:off x="5811600" y="4369155"/>
                <a:ext cx="330743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600" y="4369155"/>
                <a:ext cx="330743" cy="4915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CE54A2-F33F-48BE-AAA7-597A3A6A6E09}"/>
                  </a:ext>
                </a:extLst>
              </p:cNvPr>
              <p:cNvSpPr/>
              <p:nvPr/>
            </p:nvSpPr>
            <p:spPr>
              <a:xfrm>
                <a:off x="9887741" y="6849469"/>
                <a:ext cx="2116730" cy="529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sz="2842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42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42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TW" sz="2842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42" dirty="0"/>
              </a:p>
            </p:txBody>
          </p:sp>
        </mc:Choice>
        <mc:Fallback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CE54A2-F33F-48BE-AAA7-597A3A6A6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741" y="6849469"/>
                <a:ext cx="2116730" cy="5296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6015F6C6-3EAB-45C2-8B93-DB0D2E4559C0}"/>
                  </a:ext>
                </a:extLst>
              </p:cNvPr>
              <p:cNvSpPr txBox="1"/>
              <p:nvPr/>
            </p:nvSpPr>
            <p:spPr>
              <a:xfrm>
                <a:off x="5498000" y="7795920"/>
                <a:ext cx="577311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25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6015F6C6-3EAB-45C2-8B93-DB0D2E45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000" y="7795920"/>
                <a:ext cx="577311" cy="4915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文字方塊 255">
                <a:extLst>
                  <a:ext uri="{FF2B5EF4-FFF2-40B4-BE49-F238E27FC236}">
                    <a16:creationId xmlns:a16="http://schemas.microsoft.com/office/drawing/2014/main" id="{C4C563DB-8FF3-42AD-9C84-944911640189}"/>
                  </a:ext>
                </a:extLst>
              </p:cNvPr>
              <p:cNvSpPr txBox="1"/>
              <p:nvPr/>
            </p:nvSpPr>
            <p:spPr>
              <a:xfrm>
                <a:off x="-1666663" y="6208193"/>
                <a:ext cx="1515694" cy="529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2842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4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6" name="文字方塊 255">
                <a:extLst>
                  <a:ext uri="{FF2B5EF4-FFF2-40B4-BE49-F238E27FC236}">
                    <a16:creationId xmlns:a16="http://schemas.microsoft.com/office/drawing/2014/main" id="{C4C563DB-8FF3-42AD-9C84-944911640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66663" y="6208193"/>
                <a:ext cx="1515694" cy="5296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文字方塊 256">
                <a:extLst>
                  <a:ext uri="{FF2B5EF4-FFF2-40B4-BE49-F238E27FC236}">
                    <a16:creationId xmlns:a16="http://schemas.microsoft.com/office/drawing/2014/main" id="{9C3927FC-22BC-4F57-9043-FEA9A7CE03DC}"/>
                  </a:ext>
                </a:extLst>
              </p:cNvPr>
              <p:cNvSpPr txBox="1"/>
              <p:nvPr/>
            </p:nvSpPr>
            <p:spPr>
              <a:xfrm>
                <a:off x="10147023" y="6208193"/>
                <a:ext cx="1627954" cy="529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2842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84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7" name="文字方塊 256">
                <a:extLst>
                  <a:ext uri="{FF2B5EF4-FFF2-40B4-BE49-F238E27FC236}">
                    <a16:creationId xmlns:a16="http://schemas.microsoft.com/office/drawing/2014/main" id="{9C3927FC-22BC-4F57-9043-FEA9A7CE0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023" y="6208193"/>
                <a:ext cx="1627954" cy="5296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6CC4709-DE29-4557-8F17-9D8B0B81FD4A}"/>
                  </a:ext>
                </a:extLst>
              </p:cNvPr>
              <p:cNvSpPr/>
              <p:nvPr/>
            </p:nvSpPr>
            <p:spPr>
              <a:xfrm>
                <a:off x="760480" y="6849469"/>
                <a:ext cx="2060499" cy="529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sz="2842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2842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42" dirty="0"/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6CC4709-DE29-4557-8F17-9D8B0B81FD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80" y="6849469"/>
                <a:ext cx="2060499" cy="5296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6" name="直線接點 415">
            <a:extLst>
              <a:ext uri="{FF2B5EF4-FFF2-40B4-BE49-F238E27FC236}">
                <a16:creationId xmlns:a16="http://schemas.microsoft.com/office/drawing/2014/main" id="{32DC1E69-D0E8-4DC1-B86A-1BCBD260E55C}"/>
              </a:ext>
            </a:extLst>
          </p:cNvPr>
          <p:cNvCxnSpPr>
            <a:cxnSpLocks/>
          </p:cNvCxnSpPr>
          <p:nvPr/>
        </p:nvCxnSpPr>
        <p:spPr>
          <a:xfrm>
            <a:off x="7015679" y="391643"/>
            <a:ext cx="0" cy="3986381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線接點 416">
            <a:extLst>
              <a:ext uri="{FF2B5EF4-FFF2-40B4-BE49-F238E27FC236}">
                <a16:creationId xmlns:a16="http://schemas.microsoft.com/office/drawing/2014/main" id="{9343C70B-D72D-4B75-85B5-3B1B95A5D5DA}"/>
              </a:ext>
            </a:extLst>
          </p:cNvPr>
          <p:cNvCxnSpPr>
            <a:cxnSpLocks/>
          </p:cNvCxnSpPr>
          <p:nvPr/>
        </p:nvCxnSpPr>
        <p:spPr>
          <a:xfrm>
            <a:off x="5937289" y="2819188"/>
            <a:ext cx="0" cy="157011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1" name="文字方塊 420">
                <a:extLst>
                  <a:ext uri="{FF2B5EF4-FFF2-40B4-BE49-F238E27FC236}">
                    <a16:creationId xmlns:a16="http://schemas.microsoft.com/office/drawing/2014/main" id="{13B1C712-D0B4-4130-AD15-A1B3B876FCD6}"/>
                  </a:ext>
                </a:extLst>
              </p:cNvPr>
              <p:cNvSpPr txBox="1"/>
              <p:nvPr/>
            </p:nvSpPr>
            <p:spPr>
              <a:xfrm>
                <a:off x="6458181" y="4369155"/>
                <a:ext cx="1348756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1" name="文字方塊 420">
                <a:extLst>
                  <a:ext uri="{FF2B5EF4-FFF2-40B4-BE49-F238E27FC236}">
                    <a16:creationId xmlns:a16="http://schemas.microsoft.com/office/drawing/2014/main" id="{13B1C712-D0B4-4130-AD15-A1B3B876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181" y="4369155"/>
                <a:ext cx="1348756" cy="4915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2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5B2E5170-77B6-44E6-9EA9-C261EA6DF6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7" t="44380" r="72508" b="47528"/>
          <a:stretch/>
        </p:blipFill>
        <p:spPr bwMode="auto">
          <a:xfrm>
            <a:off x="-2210945" y="8891327"/>
            <a:ext cx="1988107" cy="66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C6195466-AFD9-4727-BC1D-B7D927D790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4892" r="72508" b="47528"/>
          <a:stretch/>
        </p:blipFill>
        <p:spPr bwMode="auto">
          <a:xfrm>
            <a:off x="2447940" y="8934428"/>
            <a:ext cx="2860538" cy="62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5" name="橢圓 424">
            <a:extLst>
              <a:ext uri="{FF2B5EF4-FFF2-40B4-BE49-F238E27FC236}">
                <a16:creationId xmlns:a16="http://schemas.microsoft.com/office/drawing/2014/main" id="{6307CEC6-F291-42A6-ADBA-F305D6D35EE8}"/>
              </a:ext>
            </a:extLst>
          </p:cNvPr>
          <p:cNvSpPr/>
          <p:nvPr/>
        </p:nvSpPr>
        <p:spPr>
          <a:xfrm rot="5400000">
            <a:off x="10688480" y="8428549"/>
            <a:ext cx="553931" cy="1667471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426" name="群組 425">
            <a:extLst>
              <a:ext uri="{FF2B5EF4-FFF2-40B4-BE49-F238E27FC236}">
                <a16:creationId xmlns:a16="http://schemas.microsoft.com/office/drawing/2014/main" id="{1A0EDD8E-DA61-4CCE-BEC6-183033C2BACB}"/>
              </a:ext>
            </a:extLst>
          </p:cNvPr>
          <p:cNvGrpSpPr/>
          <p:nvPr/>
        </p:nvGrpSpPr>
        <p:grpSpPr>
          <a:xfrm>
            <a:off x="10972703" y="9038352"/>
            <a:ext cx="835535" cy="491545"/>
            <a:chOff x="-4369253" y="8676692"/>
            <a:chExt cx="733220" cy="577848"/>
          </a:xfrm>
        </p:grpSpPr>
        <p:sp>
          <p:nvSpPr>
            <p:cNvPr id="427" name="橢圓 426">
              <a:extLst>
                <a:ext uri="{FF2B5EF4-FFF2-40B4-BE49-F238E27FC236}">
                  <a16:creationId xmlns:a16="http://schemas.microsoft.com/office/drawing/2014/main" id="{A918E310-7D6F-4841-8643-9C3D24AA5A22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8" name="文字方塊 427">
                  <a:extLst>
                    <a:ext uri="{FF2B5EF4-FFF2-40B4-BE49-F238E27FC236}">
                      <a16:creationId xmlns:a16="http://schemas.microsoft.com/office/drawing/2014/main" id="{BA7752B0-0B88-4758-9808-3CD87DDCD220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5778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8" name="文字方塊 427">
                  <a:extLst>
                    <a:ext uri="{FF2B5EF4-FFF2-40B4-BE49-F238E27FC236}">
                      <a16:creationId xmlns:a16="http://schemas.microsoft.com/office/drawing/2014/main" id="{BA7752B0-0B88-4758-9808-3CD87DDCD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57784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9" name="群組 428">
            <a:extLst>
              <a:ext uri="{FF2B5EF4-FFF2-40B4-BE49-F238E27FC236}">
                <a16:creationId xmlns:a16="http://schemas.microsoft.com/office/drawing/2014/main" id="{6E6EE0D3-EE9A-4B0A-ACC1-6D105AC316A7}"/>
              </a:ext>
            </a:extLst>
          </p:cNvPr>
          <p:cNvGrpSpPr/>
          <p:nvPr/>
        </p:nvGrpSpPr>
        <p:grpSpPr>
          <a:xfrm>
            <a:off x="10126724" y="9038365"/>
            <a:ext cx="678273" cy="491545"/>
            <a:chOff x="-3462985" y="7394295"/>
            <a:chExt cx="595211" cy="1047152"/>
          </a:xfrm>
        </p:grpSpPr>
        <p:sp>
          <p:nvSpPr>
            <p:cNvPr id="430" name="橢圓 429">
              <a:extLst>
                <a:ext uri="{FF2B5EF4-FFF2-40B4-BE49-F238E27FC236}">
                  <a16:creationId xmlns:a16="http://schemas.microsoft.com/office/drawing/2014/main" id="{776C87DE-FB37-4FDA-A022-EAE7ABF4B83A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1" name="文字方塊 430">
                  <a:extLst>
                    <a:ext uri="{FF2B5EF4-FFF2-40B4-BE49-F238E27FC236}">
                      <a16:creationId xmlns:a16="http://schemas.microsoft.com/office/drawing/2014/main" id="{AD6ED4BA-6997-4B3D-9C3C-763E035CB92A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10471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31" name="文字方塊 430">
                  <a:extLst>
                    <a:ext uri="{FF2B5EF4-FFF2-40B4-BE49-F238E27FC236}">
                      <a16:creationId xmlns:a16="http://schemas.microsoft.com/office/drawing/2014/main" id="{AD6ED4BA-6997-4B3D-9C3C-763E035CB9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104715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2" name="直線單箭頭接點 431">
            <a:extLst>
              <a:ext uri="{FF2B5EF4-FFF2-40B4-BE49-F238E27FC236}">
                <a16:creationId xmlns:a16="http://schemas.microsoft.com/office/drawing/2014/main" id="{085F31D8-16F6-4457-A2FA-D4B881968587}"/>
              </a:ext>
            </a:extLst>
          </p:cNvPr>
          <p:cNvCxnSpPr>
            <a:cxnSpLocks/>
          </p:cNvCxnSpPr>
          <p:nvPr/>
        </p:nvCxnSpPr>
        <p:spPr>
          <a:xfrm>
            <a:off x="2225474" y="1020414"/>
            <a:ext cx="1799167" cy="0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3" name="橢圓 432">
            <a:extLst>
              <a:ext uri="{FF2B5EF4-FFF2-40B4-BE49-F238E27FC236}">
                <a16:creationId xmlns:a16="http://schemas.microsoft.com/office/drawing/2014/main" id="{FFA1D86F-D472-4DF0-8125-5CE89ED63115}"/>
              </a:ext>
            </a:extLst>
          </p:cNvPr>
          <p:cNvSpPr/>
          <p:nvPr/>
        </p:nvSpPr>
        <p:spPr>
          <a:xfrm rot="5400000">
            <a:off x="-1291189" y="8368240"/>
            <a:ext cx="553929" cy="1667469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434" name="群組 433">
            <a:extLst>
              <a:ext uri="{FF2B5EF4-FFF2-40B4-BE49-F238E27FC236}">
                <a16:creationId xmlns:a16="http://schemas.microsoft.com/office/drawing/2014/main" id="{442D5FB0-6A3B-40DB-BE3F-49173B38F98F}"/>
              </a:ext>
            </a:extLst>
          </p:cNvPr>
          <p:cNvGrpSpPr/>
          <p:nvPr/>
        </p:nvGrpSpPr>
        <p:grpSpPr>
          <a:xfrm>
            <a:off x="-1006963" y="8978056"/>
            <a:ext cx="835536" cy="491545"/>
            <a:chOff x="-4369253" y="8676692"/>
            <a:chExt cx="733220" cy="9329413"/>
          </a:xfrm>
        </p:grpSpPr>
        <p:sp>
          <p:nvSpPr>
            <p:cNvPr id="435" name="橢圓 434">
              <a:extLst>
                <a:ext uri="{FF2B5EF4-FFF2-40B4-BE49-F238E27FC236}">
                  <a16:creationId xmlns:a16="http://schemas.microsoft.com/office/drawing/2014/main" id="{F8F2AF49-AB25-47E8-A306-5CAD237C3B3E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6" name="文字方塊 435">
                  <a:extLst>
                    <a:ext uri="{FF2B5EF4-FFF2-40B4-BE49-F238E27FC236}">
                      <a16:creationId xmlns:a16="http://schemas.microsoft.com/office/drawing/2014/main" id="{E63407F8-0923-480F-A46B-97C478981904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9329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36" name="文字方塊 435">
                  <a:extLst>
                    <a:ext uri="{FF2B5EF4-FFF2-40B4-BE49-F238E27FC236}">
                      <a16:creationId xmlns:a16="http://schemas.microsoft.com/office/drawing/2014/main" id="{E63407F8-0923-480F-A46B-97C478981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932941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7" name="群組 436">
            <a:extLst>
              <a:ext uri="{FF2B5EF4-FFF2-40B4-BE49-F238E27FC236}">
                <a16:creationId xmlns:a16="http://schemas.microsoft.com/office/drawing/2014/main" id="{62B91655-5E0B-407B-8FDB-F3CA6319F5B9}"/>
              </a:ext>
            </a:extLst>
          </p:cNvPr>
          <p:cNvGrpSpPr/>
          <p:nvPr/>
        </p:nvGrpSpPr>
        <p:grpSpPr>
          <a:xfrm>
            <a:off x="-1852940" y="8978047"/>
            <a:ext cx="678270" cy="491545"/>
            <a:chOff x="-3462985" y="7394295"/>
            <a:chExt cx="595211" cy="16641338"/>
          </a:xfrm>
        </p:grpSpPr>
        <p:sp>
          <p:nvSpPr>
            <p:cNvPr id="438" name="橢圓 437">
              <a:extLst>
                <a:ext uri="{FF2B5EF4-FFF2-40B4-BE49-F238E27FC236}">
                  <a16:creationId xmlns:a16="http://schemas.microsoft.com/office/drawing/2014/main" id="{3A26A30E-4CB2-49CD-894F-B27A59F8FEE1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402D12E0-2BC9-438C-80A5-F150B1694A37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16641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402D12E0-2BC9-438C-80A5-F150B1694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166413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45" name="圖片 444">
            <a:extLst>
              <a:ext uri="{FF2B5EF4-FFF2-40B4-BE49-F238E27FC236}">
                <a16:creationId xmlns:a16="http://schemas.microsoft.com/office/drawing/2014/main" id="{05E8E5DF-19E2-4A38-9CEE-D21B21A34F1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4105134" y="2782202"/>
            <a:ext cx="4535275" cy="1312887"/>
          </a:xfrm>
          <a:prstGeom prst="rect">
            <a:avLst/>
          </a:prstGeom>
        </p:spPr>
      </p:pic>
      <p:grpSp>
        <p:nvGrpSpPr>
          <p:cNvPr id="464" name="群組 463">
            <a:extLst>
              <a:ext uri="{FF2B5EF4-FFF2-40B4-BE49-F238E27FC236}">
                <a16:creationId xmlns:a16="http://schemas.microsoft.com/office/drawing/2014/main" id="{0BC21C04-B849-404B-B766-2954704711B9}"/>
              </a:ext>
            </a:extLst>
          </p:cNvPr>
          <p:cNvGrpSpPr/>
          <p:nvPr/>
        </p:nvGrpSpPr>
        <p:grpSpPr>
          <a:xfrm>
            <a:off x="5442799" y="2576270"/>
            <a:ext cx="948923" cy="491545"/>
            <a:chOff x="-66948" y="4763397"/>
            <a:chExt cx="801265" cy="415056"/>
          </a:xfrm>
        </p:grpSpPr>
        <p:sp>
          <p:nvSpPr>
            <p:cNvPr id="446" name="橢圓 445">
              <a:extLst>
                <a:ext uri="{FF2B5EF4-FFF2-40B4-BE49-F238E27FC236}">
                  <a16:creationId xmlns:a16="http://schemas.microsoft.com/office/drawing/2014/main" id="{80891AD1-DBC3-44BD-8BAA-5AB4998500C4}"/>
                </a:ext>
              </a:extLst>
            </p:cNvPr>
            <p:cNvSpPr/>
            <p:nvPr/>
          </p:nvSpPr>
          <p:spPr>
            <a:xfrm>
              <a:off x="150564" y="4792748"/>
              <a:ext cx="374996" cy="3749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4E205B6D-590D-4260-8F86-B44F56EB3B21}"/>
                    </a:ext>
                  </a:extLst>
                </p:cNvPr>
                <p:cNvSpPr txBox="1"/>
                <p:nvPr/>
              </p:nvSpPr>
              <p:spPr>
                <a:xfrm>
                  <a:off x="-66948" y="4763397"/>
                  <a:ext cx="801265" cy="415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4E205B6D-590D-4260-8F86-B44F56EB3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6948" y="4763397"/>
                  <a:ext cx="801265" cy="41505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5" name="群組 464">
            <a:extLst>
              <a:ext uri="{FF2B5EF4-FFF2-40B4-BE49-F238E27FC236}">
                <a16:creationId xmlns:a16="http://schemas.microsoft.com/office/drawing/2014/main" id="{B0F93CED-C79E-437A-A4B3-04BA31A5B680}"/>
              </a:ext>
            </a:extLst>
          </p:cNvPr>
          <p:cNvGrpSpPr/>
          <p:nvPr/>
        </p:nvGrpSpPr>
        <p:grpSpPr>
          <a:xfrm>
            <a:off x="6615671" y="-100672"/>
            <a:ext cx="770317" cy="491546"/>
            <a:chOff x="923424" y="3361990"/>
            <a:chExt cx="650448" cy="415055"/>
          </a:xfrm>
        </p:grpSpPr>
        <p:sp>
          <p:nvSpPr>
            <p:cNvPr id="448" name="橢圓 447">
              <a:extLst>
                <a:ext uri="{FF2B5EF4-FFF2-40B4-BE49-F238E27FC236}">
                  <a16:creationId xmlns:a16="http://schemas.microsoft.com/office/drawing/2014/main" id="{B1DB0B8F-931A-426B-B329-894F7A6AF9BE}"/>
                </a:ext>
              </a:extLst>
            </p:cNvPr>
            <p:cNvSpPr/>
            <p:nvPr/>
          </p:nvSpPr>
          <p:spPr>
            <a:xfrm>
              <a:off x="1071916" y="3397786"/>
              <a:ext cx="374996" cy="3749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9" name="文字方塊 448">
                  <a:extLst>
                    <a:ext uri="{FF2B5EF4-FFF2-40B4-BE49-F238E27FC236}">
                      <a16:creationId xmlns:a16="http://schemas.microsoft.com/office/drawing/2014/main" id="{29D21D1F-5923-446C-A842-F2877F21BD3E}"/>
                    </a:ext>
                  </a:extLst>
                </p:cNvPr>
                <p:cNvSpPr txBox="1"/>
                <p:nvPr/>
              </p:nvSpPr>
              <p:spPr>
                <a:xfrm>
                  <a:off x="923424" y="3361990"/>
                  <a:ext cx="650448" cy="415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49" name="文字方塊 448">
                  <a:extLst>
                    <a:ext uri="{FF2B5EF4-FFF2-40B4-BE49-F238E27FC236}">
                      <a16:creationId xmlns:a16="http://schemas.microsoft.com/office/drawing/2014/main" id="{29D21D1F-5923-446C-A842-F2877F21B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424" y="3361990"/>
                  <a:ext cx="650448" cy="41505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1" name="群組 450">
            <a:extLst>
              <a:ext uri="{FF2B5EF4-FFF2-40B4-BE49-F238E27FC236}">
                <a16:creationId xmlns:a16="http://schemas.microsoft.com/office/drawing/2014/main" id="{AA076060-4AA7-48AE-BD64-42FC07E3C7C9}"/>
              </a:ext>
            </a:extLst>
          </p:cNvPr>
          <p:cNvGrpSpPr/>
          <p:nvPr/>
        </p:nvGrpSpPr>
        <p:grpSpPr>
          <a:xfrm rot="1283681">
            <a:off x="2767455" y="596947"/>
            <a:ext cx="3647723" cy="508719"/>
            <a:chOff x="2343150" y="3428999"/>
            <a:chExt cx="9719212" cy="1926504"/>
          </a:xfrm>
        </p:grpSpPr>
        <p:pic>
          <p:nvPicPr>
            <p:cNvPr id="452" name="圖片 451">
              <a:extLst>
                <a:ext uri="{FF2B5EF4-FFF2-40B4-BE49-F238E27FC236}">
                  <a16:creationId xmlns:a16="http://schemas.microsoft.com/office/drawing/2014/main" id="{7A3BDCD6-7928-475D-8B1E-42CDE47FB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4352925" y="3428999"/>
              <a:ext cx="2009775" cy="1926503"/>
            </a:xfrm>
            <a:prstGeom prst="rect">
              <a:avLst/>
            </a:prstGeom>
          </p:spPr>
        </p:pic>
        <p:pic>
          <p:nvPicPr>
            <p:cNvPr id="453" name="圖片 452">
              <a:extLst>
                <a:ext uri="{FF2B5EF4-FFF2-40B4-BE49-F238E27FC236}">
                  <a16:creationId xmlns:a16="http://schemas.microsoft.com/office/drawing/2014/main" id="{DB3162EE-270F-4DEA-89B6-859F284EA8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362700" y="3429000"/>
              <a:ext cx="5699662" cy="1926503"/>
            </a:xfrm>
            <a:prstGeom prst="rect">
              <a:avLst/>
            </a:prstGeom>
          </p:spPr>
        </p:pic>
        <p:pic>
          <p:nvPicPr>
            <p:cNvPr id="454" name="圖片 453">
              <a:extLst>
                <a:ext uri="{FF2B5EF4-FFF2-40B4-BE49-F238E27FC236}">
                  <a16:creationId xmlns:a16="http://schemas.microsoft.com/office/drawing/2014/main" id="{5D3D3626-5D68-4F84-A0ED-35FECFD6FE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2343150" y="3428999"/>
              <a:ext cx="2009775" cy="1926503"/>
            </a:xfrm>
            <a:prstGeom prst="rect">
              <a:avLst/>
            </a:prstGeom>
          </p:spPr>
        </p:pic>
      </p:grpSp>
      <p:sp>
        <p:nvSpPr>
          <p:cNvPr id="455" name="文字方塊 454">
            <a:extLst>
              <a:ext uri="{FF2B5EF4-FFF2-40B4-BE49-F238E27FC236}">
                <a16:creationId xmlns:a16="http://schemas.microsoft.com/office/drawing/2014/main" id="{E7E0EF94-287D-47E7-9F17-2BA40CC252AD}"/>
              </a:ext>
            </a:extLst>
          </p:cNvPr>
          <p:cNvSpPr txBox="1"/>
          <p:nvPr/>
        </p:nvSpPr>
        <p:spPr>
          <a:xfrm>
            <a:off x="2181237" y="1276958"/>
            <a:ext cx="3601915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light</a:t>
            </a:r>
            <a:endParaRPr lang="zh-TW" altLang="en-US" sz="259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8" name="文字方塊 457">
                <a:extLst>
                  <a:ext uri="{FF2B5EF4-FFF2-40B4-BE49-F238E27FC236}">
                    <a16:creationId xmlns:a16="http://schemas.microsoft.com/office/drawing/2014/main" id="{186E4EEF-8EC5-449C-BB68-3217D07BE879}"/>
                  </a:ext>
                </a:extLst>
              </p:cNvPr>
              <p:cNvSpPr txBox="1"/>
              <p:nvPr/>
            </p:nvSpPr>
            <p:spPr>
              <a:xfrm>
                <a:off x="1241996" y="4122461"/>
                <a:ext cx="3742583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zh-TW" altLang="en-US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electron </a:t>
                </a:r>
                <a14:m>
                  <m:oMath xmlns:m="http://schemas.openxmlformats.org/officeDocument/2006/math">
                    <m:r>
                      <a:rPr lang="en-US" altLang="zh-TW" sz="2594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58" name="文字方塊 457">
                <a:extLst>
                  <a:ext uri="{FF2B5EF4-FFF2-40B4-BE49-F238E27FC236}">
                    <a16:creationId xmlns:a16="http://schemas.microsoft.com/office/drawing/2014/main" id="{186E4EEF-8EC5-449C-BB68-3217D07BE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996" y="4122461"/>
                <a:ext cx="3742583" cy="491545"/>
              </a:xfrm>
              <a:prstGeom prst="rect">
                <a:avLst/>
              </a:prstGeom>
              <a:blipFill>
                <a:blip r:embed="rId22"/>
                <a:stretch>
                  <a:fillRect t="-11111" b="-308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9" name="直線單箭頭接點 458">
            <a:extLst>
              <a:ext uri="{FF2B5EF4-FFF2-40B4-BE49-F238E27FC236}">
                <a16:creationId xmlns:a16="http://schemas.microsoft.com/office/drawing/2014/main" id="{5F46F344-D45B-4AEB-BC15-2B038F1FEC80}"/>
              </a:ext>
            </a:extLst>
          </p:cNvPr>
          <p:cNvCxnSpPr>
            <a:cxnSpLocks/>
          </p:cNvCxnSpPr>
          <p:nvPr/>
        </p:nvCxnSpPr>
        <p:spPr>
          <a:xfrm>
            <a:off x="4997021" y="4406015"/>
            <a:ext cx="366116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弧形 37">
            <a:extLst>
              <a:ext uri="{FF2B5EF4-FFF2-40B4-BE49-F238E27FC236}">
                <a16:creationId xmlns:a16="http://schemas.microsoft.com/office/drawing/2014/main" id="{6FDDCE90-CB9D-458F-94E2-BD5489B34AC6}"/>
              </a:ext>
            </a:extLst>
          </p:cNvPr>
          <p:cNvSpPr/>
          <p:nvPr/>
        </p:nvSpPr>
        <p:spPr>
          <a:xfrm>
            <a:off x="5424450" y="8303188"/>
            <a:ext cx="1033923" cy="1056166"/>
          </a:xfrm>
          <a:prstGeom prst="arc">
            <a:avLst>
              <a:gd name="adj1" fmla="val 12241359"/>
              <a:gd name="adj2" fmla="val 1623430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08289" tIns="54149" rIns="108289" bIns="54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066" dirty="0"/>
          </a:p>
        </p:txBody>
      </p:sp>
      <p:cxnSp>
        <p:nvCxnSpPr>
          <p:cNvPr id="476" name="直線接點 475">
            <a:extLst>
              <a:ext uri="{FF2B5EF4-FFF2-40B4-BE49-F238E27FC236}">
                <a16:creationId xmlns:a16="http://schemas.microsoft.com/office/drawing/2014/main" id="{72EA28B3-DFC3-4885-BDBA-C30C183F908A}"/>
              </a:ext>
            </a:extLst>
          </p:cNvPr>
          <p:cNvCxnSpPr>
            <a:cxnSpLocks/>
          </p:cNvCxnSpPr>
          <p:nvPr/>
        </p:nvCxnSpPr>
        <p:spPr>
          <a:xfrm>
            <a:off x="5967242" y="7832676"/>
            <a:ext cx="0" cy="1169795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橢圓 508">
            <a:extLst>
              <a:ext uri="{FF2B5EF4-FFF2-40B4-BE49-F238E27FC236}">
                <a16:creationId xmlns:a16="http://schemas.microsoft.com/office/drawing/2014/main" id="{81D2DA61-5FC4-4A50-BDD8-C6DEE6238230}"/>
              </a:ext>
            </a:extLst>
          </p:cNvPr>
          <p:cNvSpPr/>
          <p:nvPr/>
        </p:nvSpPr>
        <p:spPr>
          <a:xfrm rot="5400000">
            <a:off x="5776698" y="8385575"/>
            <a:ext cx="553931" cy="1667471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510" name="群組 509">
            <a:extLst>
              <a:ext uri="{FF2B5EF4-FFF2-40B4-BE49-F238E27FC236}">
                <a16:creationId xmlns:a16="http://schemas.microsoft.com/office/drawing/2014/main" id="{8E3A8F23-6CD6-4452-BB8E-9DBE043D2CB9}"/>
              </a:ext>
            </a:extLst>
          </p:cNvPr>
          <p:cNvGrpSpPr/>
          <p:nvPr/>
        </p:nvGrpSpPr>
        <p:grpSpPr>
          <a:xfrm>
            <a:off x="6060930" y="8995377"/>
            <a:ext cx="835535" cy="491545"/>
            <a:chOff x="-4369253" y="8676692"/>
            <a:chExt cx="733220" cy="577848"/>
          </a:xfrm>
        </p:grpSpPr>
        <p:sp>
          <p:nvSpPr>
            <p:cNvPr id="511" name="橢圓 510">
              <a:extLst>
                <a:ext uri="{FF2B5EF4-FFF2-40B4-BE49-F238E27FC236}">
                  <a16:creationId xmlns:a16="http://schemas.microsoft.com/office/drawing/2014/main" id="{61D12A18-61A9-4A70-A098-A17362F324F8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2" name="文字方塊 511">
                  <a:extLst>
                    <a:ext uri="{FF2B5EF4-FFF2-40B4-BE49-F238E27FC236}">
                      <a16:creationId xmlns:a16="http://schemas.microsoft.com/office/drawing/2014/main" id="{A57453E7-E469-4A4C-BF18-6A1E901CD6D0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5778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12" name="文字方塊 511">
                  <a:extLst>
                    <a:ext uri="{FF2B5EF4-FFF2-40B4-BE49-F238E27FC236}">
                      <a16:creationId xmlns:a16="http://schemas.microsoft.com/office/drawing/2014/main" id="{A57453E7-E469-4A4C-BF18-6A1E901CD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57784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3" name="群組 512">
            <a:extLst>
              <a:ext uri="{FF2B5EF4-FFF2-40B4-BE49-F238E27FC236}">
                <a16:creationId xmlns:a16="http://schemas.microsoft.com/office/drawing/2014/main" id="{177C8E68-EA80-4079-9F45-527E5EFF3488}"/>
              </a:ext>
            </a:extLst>
          </p:cNvPr>
          <p:cNvGrpSpPr/>
          <p:nvPr/>
        </p:nvGrpSpPr>
        <p:grpSpPr>
          <a:xfrm>
            <a:off x="5214950" y="8995389"/>
            <a:ext cx="678273" cy="491545"/>
            <a:chOff x="-3462985" y="7394295"/>
            <a:chExt cx="595211" cy="1047152"/>
          </a:xfrm>
        </p:grpSpPr>
        <p:sp>
          <p:nvSpPr>
            <p:cNvPr id="514" name="橢圓 513">
              <a:extLst>
                <a:ext uri="{FF2B5EF4-FFF2-40B4-BE49-F238E27FC236}">
                  <a16:creationId xmlns:a16="http://schemas.microsoft.com/office/drawing/2014/main" id="{05024F78-A7EF-497D-8C5E-5626096BB4FE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5" name="文字方塊 514">
                  <a:extLst>
                    <a:ext uri="{FF2B5EF4-FFF2-40B4-BE49-F238E27FC236}">
                      <a16:creationId xmlns:a16="http://schemas.microsoft.com/office/drawing/2014/main" id="{77F23F1E-9DDB-4D4B-BB4F-29A73FF3BD2C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10471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15" name="文字方塊 514">
                  <a:extLst>
                    <a:ext uri="{FF2B5EF4-FFF2-40B4-BE49-F238E27FC236}">
                      <a16:creationId xmlns:a16="http://schemas.microsoft.com/office/drawing/2014/main" id="{77F23F1E-9DDB-4D4B-BB4F-29A73FF3B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104715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0" name="文字方塊 519">
                <a:extLst>
                  <a:ext uri="{FF2B5EF4-FFF2-40B4-BE49-F238E27FC236}">
                    <a16:creationId xmlns:a16="http://schemas.microsoft.com/office/drawing/2014/main" id="{4A3012B7-F4B8-4C2C-9CE1-1D0978A3661E}"/>
                  </a:ext>
                </a:extLst>
              </p:cNvPr>
              <p:cNvSpPr txBox="1"/>
              <p:nvPr/>
            </p:nvSpPr>
            <p:spPr>
              <a:xfrm>
                <a:off x="-4156135" y="6815133"/>
                <a:ext cx="2597110" cy="967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42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 of mass momentum</a:t>
                </a:r>
                <a:r>
                  <a:rPr lang="zh-TW" altLang="en-US" sz="2842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42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</m:oMath>
                </a14:m>
                <a:endParaRPr lang="zh-TW" altLang="en-US" sz="284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0" name="文字方塊 519">
                <a:extLst>
                  <a:ext uri="{FF2B5EF4-FFF2-40B4-BE49-F238E27FC236}">
                    <a16:creationId xmlns:a16="http://schemas.microsoft.com/office/drawing/2014/main" id="{4A3012B7-F4B8-4C2C-9CE1-1D0978A36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56135" y="6815133"/>
                <a:ext cx="2597110" cy="967060"/>
              </a:xfrm>
              <a:prstGeom prst="rect">
                <a:avLst/>
              </a:prstGeom>
              <a:blipFill>
                <a:blip r:embed="rId25"/>
                <a:stretch>
                  <a:fillRect l="-235" t="-6918" r="-3521" b="-163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1" name="直線單箭頭接點 520">
            <a:extLst>
              <a:ext uri="{FF2B5EF4-FFF2-40B4-BE49-F238E27FC236}">
                <a16:creationId xmlns:a16="http://schemas.microsoft.com/office/drawing/2014/main" id="{0D130041-5FC6-4AA5-BE11-48D0734AD54B}"/>
              </a:ext>
            </a:extLst>
          </p:cNvPr>
          <p:cNvCxnSpPr>
            <a:cxnSpLocks/>
          </p:cNvCxnSpPr>
          <p:nvPr/>
        </p:nvCxnSpPr>
        <p:spPr>
          <a:xfrm>
            <a:off x="1004764" y="6825538"/>
            <a:ext cx="100435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81671AE7-7EC9-41D6-BB02-DE8635AAAD87}"/>
                  </a:ext>
                </a:extLst>
              </p:cNvPr>
              <p:cNvSpPr/>
              <p:nvPr/>
            </p:nvSpPr>
            <p:spPr>
              <a:xfrm>
                <a:off x="4624457" y="6849469"/>
                <a:ext cx="2868423" cy="529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sz="2842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842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42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42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TW" sz="2842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sin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42" dirty="0"/>
              </a:p>
            </p:txBody>
          </p:sp>
        </mc:Choice>
        <mc:Fallback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81671AE7-7EC9-41D6-BB02-DE8635AAA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457" y="6849469"/>
                <a:ext cx="2868423" cy="52969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3" name="群組 532">
            <a:extLst>
              <a:ext uri="{FF2B5EF4-FFF2-40B4-BE49-F238E27FC236}">
                <a16:creationId xmlns:a16="http://schemas.microsoft.com/office/drawing/2014/main" id="{8BE74422-D0F3-42E1-8CBA-B3C4ECA2CFD3}"/>
              </a:ext>
            </a:extLst>
          </p:cNvPr>
          <p:cNvGrpSpPr/>
          <p:nvPr/>
        </p:nvGrpSpPr>
        <p:grpSpPr>
          <a:xfrm>
            <a:off x="7506418" y="8808772"/>
            <a:ext cx="2771240" cy="829032"/>
            <a:chOff x="6016985" y="7397030"/>
            <a:chExt cx="2340007" cy="700028"/>
          </a:xfrm>
        </p:grpSpPr>
        <p:pic>
          <p:nvPicPr>
            <p:cNvPr id="530" name="圖片 529">
              <a:extLst>
                <a:ext uri="{FF2B5EF4-FFF2-40B4-BE49-F238E27FC236}">
                  <a16:creationId xmlns:a16="http://schemas.microsoft.com/office/drawing/2014/main" id="{3E83B8C8-5C3A-4994-B2B6-B75B5C8637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531" name="圖片 530">
              <a:extLst>
                <a:ext uri="{FF2B5EF4-FFF2-40B4-BE49-F238E27FC236}">
                  <a16:creationId xmlns:a16="http://schemas.microsoft.com/office/drawing/2014/main" id="{A524A16A-82C5-4FE2-B333-BCE7EBD254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532" name="圖片 531">
              <a:extLst>
                <a:ext uri="{FF2B5EF4-FFF2-40B4-BE49-F238E27FC236}">
                  <a16:creationId xmlns:a16="http://schemas.microsoft.com/office/drawing/2014/main" id="{E2C5D3FB-38D2-42EB-8414-7B4B433653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grpSp>
        <p:nvGrpSpPr>
          <p:cNvPr id="540" name="群組 539">
            <a:extLst>
              <a:ext uri="{FF2B5EF4-FFF2-40B4-BE49-F238E27FC236}">
                <a16:creationId xmlns:a16="http://schemas.microsoft.com/office/drawing/2014/main" id="{45A6A266-5CC6-4E38-844B-C5EA21F1A5E9}"/>
              </a:ext>
            </a:extLst>
          </p:cNvPr>
          <p:cNvGrpSpPr/>
          <p:nvPr/>
        </p:nvGrpSpPr>
        <p:grpSpPr>
          <a:xfrm rot="1808853">
            <a:off x="3531141" y="7906172"/>
            <a:ext cx="2771240" cy="829032"/>
            <a:chOff x="6016985" y="7397030"/>
            <a:chExt cx="2340007" cy="700028"/>
          </a:xfrm>
        </p:grpSpPr>
        <p:pic>
          <p:nvPicPr>
            <p:cNvPr id="541" name="圖片 540">
              <a:extLst>
                <a:ext uri="{FF2B5EF4-FFF2-40B4-BE49-F238E27FC236}">
                  <a16:creationId xmlns:a16="http://schemas.microsoft.com/office/drawing/2014/main" id="{3024DEE8-EA10-4998-A951-57549587B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542" name="圖片 541">
              <a:extLst>
                <a:ext uri="{FF2B5EF4-FFF2-40B4-BE49-F238E27FC236}">
                  <a16:creationId xmlns:a16="http://schemas.microsoft.com/office/drawing/2014/main" id="{EE708FAF-4E0F-4F47-8F21-266831B4CE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543" name="圖片 542">
              <a:extLst>
                <a:ext uri="{FF2B5EF4-FFF2-40B4-BE49-F238E27FC236}">
                  <a16:creationId xmlns:a16="http://schemas.microsoft.com/office/drawing/2014/main" id="{8746171F-8A6C-4289-92D9-108D9A5392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sp>
        <p:nvSpPr>
          <p:cNvPr id="553" name="文字方塊 552">
            <a:extLst>
              <a:ext uri="{FF2B5EF4-FFF2-40B4-BE49-F238E27FC236}">
                <a16:creationId xmlns:a16="http://schemas.microsoft.com/office/drawing/2014/main" id="{DDEBF586-6B1D-41D3-91BB-9BB2F1A9E883}"/>
              </a:ext>
            </a:extLst>
          </p:cNvPr>
          <p:cNvSpPr txBox="1"/>
          <p:nvPr/>
        </p:nvSpPr>
        <p:spPr>
          <a:xfrm>
            <a:off x="-4156135" y="6166126"/>
            <a:ext cx="2597110" cy="529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zh-TW" altLang="en-US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  <a:endParaRPr lang="zh-TW" altLang="en-US" sz="284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4" name="群組 553">
            <a:extLst>
              <a:ext uri="{FF2B5EF4-FFF2-40B4-BE49-F238E27FC236}">
                <a16:creationId xmlns:a16="http://schemas.microsoft.com/office/drawing/2014/main" id="{FFD921D4-27C2-4500-B285-8A1ECC289FBA}"/>
              </a:ext>
            </a:extLst>
          </p:cNvPr>
          <p:cNvGrpSpPr/>
          <p:nvPr/>
        </p:nvGrpSpPr>
        <p:grpSpPr>
          <a:xfrm rot="5400000">
            <a:off x="-2358136" y="7313251"/>
            <a:ext cx="2771240" cy="829034"/>
            <a:chOff x="6016985" y="7397030"/>
            <a:chExt cx="2340007" cy="700028"/>
          </a:xfrm>
        </p:grpSpPr>
        <p:pic>
          <p:nvPicPr>
            <p:cNvPr id="555" name="圖片 554">
              <a:extLst>
                <a:ext uri="{FF2B5EF4-FFF2-40B4-BE49-F238E27FC236}">
                  <a16:creationId xmlns:a16="http://schemas.microsoft.com/office/drawing/2014/main" id="{49108445-6655-48A5-A206-10646B490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556" name="圖片 555">
              <a:extLst>
                <a:ext uri="{FF2B5EF4-FFF2-40B4-BE49-F238E27FC236}">
                  <a16:creationId xmlns:a16="http://schemas.microsoft.com/office/drawing/2014/main" id="{403FAF31-7499-474A-95E1-23E847A5F6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557" name="圖片 556">
              <a:extLst>
                <a:ext uri="{FF2B5EF4-FFF2-40B4-BE49-F238E27FC236}">
                  <a16:creationId xmlns:a16="http://schemas.microsoft.com/office/drawing/2014/main" id="{1ECACF5B-6926-4AB0-90CA-4EFA3C4414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sp>
        <p:nvSpPr>
          <p:cNvPr id="591" name="等腰三角形 590">
            <a:extLst>
              <a:ext uri="{FF2B5EF4-FFF2-40B4-BE49-F238E27FC236}">
                <a16:creationId xmlns:a16="http://schemas.microsoft.com/office/drawing/2014/main" id="{A34D8A3A-9F4D-404F-AC99-EB944CA29A64}"/>
              </a:ext>
            </a:extLst>
          </p:cNvPr>
          <p:cNvSpPr/>
          <p:nvPr/>
        </p:nvSpPr>
        <p:spPr>
          <a:xfrm rot="10800000">
            <a:off x="13892532" y="13847"/>
            <a:ext cx="2139708" cy="2847534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79" tIns="65839" rIns="131679" bIns="65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594" dirty="0"/>
          </a:p>
        </p:txBody>
      </p:sp>
      <p:sp>
        <p:nvSpPr>
          <p:cNvPr id="592" name="等腰三角形 591">
            <a:extLst>
              <a:ext uri="{FF2B5EF4-FFF2-40B4-BE49-F238E27FC236}">
                <a16:creationId xmlns:a16="http://schemas.microsoft.com/office/drawing/2014/main" id="{ABFB1F9C-2095-43B6-A2FF-47D2D8A8F27E}"/>
              </a:ext>
            </a:extLst>
          </p:cNvPr>
          <p:cNvSpPr/>
          <p:nvPr/>
        </p:nvSpPr>
        <p:spPr>
          <a:xfrm rot="10800000">
            <a:off x="17429275" y="13847"/>
            <a:ext cx="2139708" cy="2847534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79" tIns="65839" rIns="131679" bIns="65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594"/>
          </a:p>
        </p:txBody>
      </p:sp>
      <p:pic>
        <p:nvPicPr>
          <p:cNvPr id="593" name="圖片 592">
            <a:extLst>
              <a:ext uri="{FF2B5EF4-FFF2-40B4-BE49-F238E27FC236}">
                <a16:creationId xmlns:a16="http://schemas.microsoft.com/office/drawing/2014/main" id="{659F8BC3-CBB3-4C55-9F80-BD63037C1C2F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7992" t="38920" r="6883"/>
          <a:stretch/>
        </p:blipFill>
        <p:spPr>
          <a:xfrm>
            <a:off x="16928598" y="262736"/>
            <a:ext cx="3072847" cy="1339501"/>
          </a:xfrm>
          <a:prstGeom prst="rect">
            <a:avLst/>
          </a:prstGeom>
        </p:spPr>
      </p:pic>
      <p:sp>
        <p:nvSpPr>
          <p:cNvPr id="594" name="等腰三角形 593">
            <a:extLst>
              <a:ext uri="{FF2B5EF4-FFF2-40B4-BE49-F238E27FC236}">
                <a16:creationId xmlns:a16="http://schemas.microsoft.com/office/drawing/2014/main" id="{55E40860-06FD-4331-9143-23584FEF934C}"/>
              </a:ext>
            </a:extLst>
          </p:cNvPr>
          <p:cNvSpPr/>
          <p:nvPr/>
        </p:nvSpPr>
        <p:spPr>
          <a:xfrm rot="10800000">
            <a:off x="23715675" y="13842"/>
            <a:ext cx="2139706" cy="2847537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79" tIns="65839" rIns="131679" bIns="65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594"/>
          </a:p>
        </p:txBody>
      </p:sp>
      <p:cxnSp>
        <p:nvCxnSpPr>
          <p:cNvPr id="595" name="直線單箭頭接點 594">
            <a:extLst>
              <a:ext uri="{FF2B5EF4-FFF2-40B4-BE49-F238E27FC236}">
                <a16:creationId xmlns:a16="http://schemas.microsoft.com/office/drawing/2014/main" id="{F9718C3B-A85F-4A6B-835D-4C20066AD280}"/>
              </a:ext>
            </a:extLst>
          </p:cNvPr>
          <p:cNvCxnSpPr>
            <a:cxnSpLocks/>
          </p:cNvCxnSpPr>
          <p:nvPr/>
        </p:nvCxnSpPr>
        <p:spPr>
          <a:xfrm flipV="1">
            <a:off x="18505345" y="340307"/>
            <a:ext cx="1302867" cy="2551887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6" name="直線單箭頭接點 595">
            <a:extLst>
              <a:ext uri="{FF2B5EF4-FFF2-40B4-BE49-F238E27FC236}">
                <a16:creationId xmlns:a16="http://schemas.microsoft.com/office/drawing/2014/main" id="{92582595-4533-4282-BC38-240BA9524675}"/>
              </a:ext>
            </a:extLst>
          </p:cNvPr>
          <p:cNvCxnSpPr>
            <a:cxnSpLocks/>
          </p:cNvCxnSpPr>
          <p:nvPr/>
        </p:nvCxnSpPr>
        <p:spPr>
          <a:xfrm flipV="1">
            <a:off x="24802553" y="1663863"/>
            <a:ext cx="81580" cy="1228322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97" name="圖片 596">
            <a:extLst>
              <a:ext uri="{FF2B5EF4-FFF2-40B4-BE49-F238E27FC236}">
                <a16:creationId xmlns:a16="http://schemas.microsoft.com/office/drawing/2014/main" id="{1B219439-663A-43B4-B6BE-33B9FA9D62B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23232872" y="2825188"/>
            <a:ext cx="3037119" cy="1312885"/>
          </a:xfrm>
          <a:prstGeom prst="rect">
            <a:avLst/>
          </a:prstGeom>
        </p:spPr>
      </p:pic>
      <p:pic>
        <p:nvPicPr>
          <p:cNvPr id="598" name="圖片 597">
            <a:extLst>
              <a:ext uri="{FF2B5EF4-FFF2-40B4-BE49-F238E27FC236}">
                <a16:creationId xmlns:a16="http://schemas.microsoft.com/office/drawing/2014/main" id="{A5B307AC-C5EA-4292-819A-C5988CD34E5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7992" t="38920" r="6883"/>
          <a:stretch/>
        </p:blipFill>
        <p:spPr>
          <a:xfrm>
            <a:off x="23214997" y="262729"/>
            <a:ext cx="3072843" cy="1339504"/>
          </a:xfrm>
          <a:prstGeom prst="rect">
            <a:avLst/>
          </a:prstGeom>
        </p:spPr>
      </p:pic>
      <p:pic>
        <p:nvPicPr>
          <p:cNvPr id="599" name="圖片 598">
            <a:extLst>
              <a:ext uri="{FF2B5EF4-FFF2-40B4-BE49-F238E27FC236}">
                <a16:creationId xmlns:a16="http://schemas.microsoft.com/office/drawing/2014/main" id="{1F07985B-FC5D-4C7F-956F-A42D132391A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23220948" y="-309312"/>
            <a:ext cx="3060942" cy="1312885"/>
          </a:xfrm>
          <a:prstGeom prst="rect">
            <a:avLst/>
          </a:prstGeom>
        </p:spPr>
      </p:pic>
      <p:sp>
        <p:nvSpPr>
          <p:cNvPr id="600" name="橢圓 599">
            <a:extLst>
              <a:ext uri="{FF2B5EF4-FFF2-40B4-BE49-F238E27FC236}">
                <a16:creationId xmlns:a16="http://schemas.microsoft.com/office/drawing/2014/main" id="{56080BB4-CAE7-4F2A-8416-2BA0D475A2DB}"/>
              </a:ext>
            </a:extLst>
          </p:cNvPr>
          <p:cNvSpPr/>
          <p:nvPr/>
        </p:nvSpPr>
        <p:spPr>
          <a:xfrm>
            <a:off x="24653300" y="2752432"/>
            <a:ext cx="259205" cy="25920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601" name="橢圓 600">
            <a:extLst>
              <a:ext uri="{FF2B5EF4-FFF2-40B4-BE49-F238E27FC236}">
                <a16:creationId xmlns:a16="http://schemas.microsoft.com/office/drawing/2014/main" id="{FE3EA997-CF80-422D-9CEF-39318D92C78B}"/>
              </a:ext>
            </a:extLst>
          </p:cNvPr>
          <p:cNvSpPr/>
          <p:nvPr/>
        </p:nvSpPr>
        <p:spPr>
          <a:xfrm>
            <a:off x="24766708" y="1385364"/>
            <a:ext cx="259205" cy="2592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602" name="文字方塊 601">
            <a:extLst>
              <a:ext uri="{FF2B5EF4-FFF2-40B4-BE49-F238E27FC236}">
                <a16:creationId xmlns:a16="http://schemas.microsoft.com/office/drawing/2014/main" id="{A9BB536F-B2B2-4C79-8860-5C9F3CCA6D2D}"/>
              </a:ext>
            </a:extLst>
          </p:cNvPr>
          <p:cNvSpPr txBox="1"/>
          <p:nvPr/>
        </p:nvSpPr>
        <p:spPr>
          <a:xfrm>
            <a:off x="13368225" y="-908826"/>
            <a:ext cx="3245510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Spin-allowed</a:t>
            </a:r>
          </a:p>
        </p:txBody>
      </p:sp>
      <p:sp>
        <p:nvSpPr>
          <p:cNvPr id="603" name="文字方塊 602">
            <a:extLst>
              <a:ext uri="{FF2B5EF4-FFF2-40B4-BE49-F238E27FC236}">
                <a16:creationId xmlns:a16="http://schemas.microsoft.com/office/drawing/2014/main" id="{D6BCD8C0-A13E-454C-9FCA-AE90FC16BCE3}"/>
              </a:ext>
            </a:extLst>
          </p:cNvPr>
          <p:cNvSpPr txBox="1"/>
          <p:nvPr/>
        </p:nvSpPr>
        <p:spPr>
          <a:xfrm>
            <a:off x="23113845" y="-908822"/>
            <a:ext cx="3245509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Spin-forbidden </a:t>
            </a:r>
            <a:endParaRPr lang="zh-TW" altLang="en-US" sz="25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4" name="圖片 603">
            <a:extLst>
              <a:ext uri="{FF2B5EF4-FFF2-40B4-BE49-F238E27FC236}">
                <a16:creationId xmlns:a16="http://schemas.microsoft.com/office/drawing/2014/main" id="{AE7A4828-DE8A-46FF-B247-D48CDF953B6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16946480" y="2825195"/>
            <a:ext cx="3037119" cy="1312887"/>
          </a:xfrm>
          <a:prstGeom prst="rect">
            <a:avLst/>
          </a:prstGeom>
        </p:spPr>
      </p:pic>
      <p:pic>
        <p:nvPicPr>
          <p:cNvPr id="605" name="圖片 604">
            <a:extLst>
              <a:ext uri="{FF2B5EF4-FFF2-40B4-BE49-F238E27FC236}">
                <a16:creationId xmlns:a16="http://schemas.microsoft.com/office/drawing/2014/main" id="{6E1302DC-891B-4782-B8AD-610C63E8810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16934550" y="-309309"/>
            <a:ext cx="3060943" cy="1312887"/>
          </a:xfrm>
          <a:prstGeom prst="rect">
            <a:avLst/>
          </a:prstGeom>
        </p:spPr>
      </p:pic>
      <p:sp>
        <p:nvSpPr>
          <p:cNvPr id="606" name="橢圓 605">
            <a:extLst>
              <a:ext uri="{FF2B5EF4-FFF2-40B4-BE49-F238E27FC236}">
                <a16:creationId xmlns:a16="http://schemas.microsoft.com/office/drawing/2014/main" id="{4FA80E7E-F8D8-4CAD-A0B2-EB85A7A8FD6D}"/>
              </a:ext>
            </a:extLst>
          </p:cNvPr>
          <p:cNvSpPr/>
          <p:nvPr/>
        </p:nvSpPr>
        <p:spPr>
          <a:xfrm>
            <a:off x="18366904" y="2752433"/>
            <a:ext cx="259210" cy="2592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607" name="橢圓 606">
            <a:extLst>
              <a:ext uri="{FF2B5EF4-FFF2-40B4-BE49-F238E27FC236}">
                <a16:creationId xmlns:a16="http://schemas.microsoft.com/office/drawing/2014/main" id="{210DA616-69E7-4B95-BAA4-3ADC136C9BAE}"/>
              </a:ext>
            </a:extLst>
          </p:cNvPr>
          <p:cNvSpPr/>
          <p:nvPr/>
        </p:nvSpPr>
        <p:spPr>
          <a:xfrm>
            <a:off x="22388188" y="22434"/>
            <a:ext cx="259205" cy="2592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608" name="文字方塊 607">
            <a:extLst>
              <a:ext uri="{FF2B5EF4-FFF2-40B4-BE49-F238E27FC236}">
                <a16:creationId xmlns:a16="http://schemas.microsoft.com/office/drawing/2014/main" id="{7B145021-9803-4720-B15A-74F71DDA649B}"/>
              </a:ext>
            </a:extLst>
          </p:cNvPr>
          <p:cNvSpPr txBox="1"/>
          <p:nvPr/>
        </p:nvSpPr>
        <p:spPr>
          <a:xfrm>
            <a:off x="16491738" y="-908826"/>
            <a:ext cx="3916908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Momentum-forbidden </a:t>
            </a:r>
            <a:endParaRPr lang="zh-TW" altLang="en-US" sz="25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9" name="直線單箭頭接點 608">
            <a:extLst>
              <a:ext uri="{FF2B5EF4-FFF2-40B4-BE49-F238E27FC236}">
                <a16:creationId xmlns:a16="http://schemas.microsoft.com/office/drawing/2014/main" id="{9E2B98F1-08C6-420C-A8C2-D91E6FDAAC8A}"/>
              </a:ext>
            </a:extLst>
          </p:cNvPr>
          <p:cNvCxnSpPr>
            <a:cxnSpLocks/>
          </p:cNvCxnSpPr>
          <p:nvPr/>
        </p:nvCxnSpPr>
        <p:spPr>
          <a:xfrm>
            <a:off x="23146867" y="4231535"/>
            <a:ext cx="337707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線單箭頭接點 609">
            <a:extLst>
              <a:ext uri="{FF2B5EF4-FFF2-40B4-BE49-F238E27FC236}">
                <a16:creationId xmlns:a16="http://schemas.microsoft.com/office/drawing/2014/main" id="{7A22D9D0-C3CE-4AD4-A63E-A132875D29A8}"/>
              </a:ext>
            </a:extLst>
          </p:cNvPr>
          <p:cNvCxnSpPr>
            <a:cxnSpLocks/>
          </p:cNvCxnSpPr>
          <p:nvPr/>
        </p:nvCxnSpPr>
        <p:spPr>
          <a:xfrm>
            <a:off x="16846539" y="4231539"/>
            <a:ext cx="337708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線單箭頭接點 610">
            <a:extLst>
              <a:ext uri="{FF2B5EF4-FFF2-40B4-BE49-F238E27FC236}">
                <a16:creationId xmlns:a16="http://schemas.microsoft.com/office/drawing/2014/main" id="{F59DE996-412C-42A4-8CA5-950A0443466B}"/>
              </a:ext>
            </a:extLst>
          </p:cNvPr>
          <p:cNvCxnSpPr>
            <a:cxnSpLocks/>
          </p:cNvCxnSpPr>
          <p:nvPr/>
        </p:nvCxnSpPr>
        <p:spPr>
          <a:xfrm>
            <a:off x="13104528" y="4231539"/>
            <a:ext cx="351600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2" name="箭號: 向上 611">
            <a:extLst>
              <a:ext uri="{FF2B5EF4-FFF2-40B4-BE49-F238E27FC236}">
                <a16:creationId xmlns:a16="http://schemas.microsoft.com/office/drawing/2014/main" id="{DD957A3F-94D4-46DB-8973-CC52A91A4088}"/>
              </a:ext>
            </a:extLst>
          </p:cNvPr>
          <p:cNvSpPr/>
          <p:nvPr/>
        </p:nvSpPr>
        <p:spPr>
          <a:xfrm>
            <a:off x="13121461" y="-770236"/>
            <a:ext cx="258934" cy="597386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613" name="箭號: 向上 612">
            <a:extLst>
              <a:ext uri="{FF2B5EF4-FFF2-40B4-BE49-F238E27FC236}">
                <a16:creationId xmlns:a16="http://schemas.microsoft.com/office/drawing/2014/main" id="{695A8C30-6D79-46C5-A393-746421B2456B}"/>
              </a:ext>
            </a:extLst>
          </p:cNvPr>
          <p:cNvSpPr/>
          <p:nvPr/>
        </p:nvSpPr>
        <p:spPr>
          <a:xfrm rot="10800000">
            <a:off x="13121461" y="203651"/>
            <a:ext cx="258934" cy="597386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sp>
        <p:nvSpPr>
          <p:cNvPr id="614" name="箭號: 向上 613">
            <a:extLst>
              <a:ext uri="{FF2B5EF4-FFF2-40B4-BE49-F238E27FC236}">
                <a16:creationId xmlns:a16="http://schemas.microsoft.com/office/drawing/2014/main" id="{0EC46E9C-8F14-463D-A519-563F8F6008B4}"/>
              </a:ext>
            </a:extLst>
          </p:cNvPr>
          <p:cNvSpPr/>
          <p:nvPr/>
        </p:nvSpPr>
        <p:spPr>
          <a:xfrm>
            <a:off x="13121461" y="3503577"/>
            <a:ext cx="258934" cy="597386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/>
          </a:p>
        </p:txBody>
      </p:sp>
      <p:pic>
        <p:nvPicPr>
          <p:cNvPr id="615" name="圖片 614">
            <a:extLst>
              <a:ext uri="{FF2B5EF4-FFF2-40B4-BE49-F238E27FC236}">
                <a16:creationId xmlns:a16="http://schemas.microsoft.com/office/drawing/2014/main" id="{DC9295C2-341F-4B5B-8E50-333BC34B397E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7992" t="38920" r="6883"/>
          <a:stretch/>
        </p:blipFill>
        <p:spPr>
          <a:xfrm>
            <a:off x="13390773" y="262736"/>
            <a:ext cx="3072847" cy="1339501"/>
          </a:xfrm>
          <a:prstGeom prst="rect">
            <a:avLst/>
          </a:prstGeom>
        </p:spPr>
      </p:pic>
      <p:pic>
        <p:nvPicPr>
          <p:cNvPr id="616" name="圖片 615">
            <a:extLst>
              <a:ext uri="{FF2B5EF4-FFF2-40B4-BE49-F238E27FC236}">
                <a16:creationId xmlns:a16="http://schemas.microsoft.com/office/drawing/2014/main" id="{150EB7D7-6262-4AA5-A0FA-68EC3962F1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13408655" y="2825195"/>
            <a:ext cx="3037119" cy="1312887"/>
          </a:xfrm>
          <a:prstGeom prst="rect">
            <a:avLst/>
          </a:prstGeom>
        </p:spPr>
      </p:pic>
      <p:pic>
        <p:nvPicPr>
          <p:cNvPr id="617" name="圖片 616">
            <a:extLst>
              <a:ext uri="{FF2B5EF4-FFF2-40B4-BE49-F238E27FC236}">
                <a16:creationId xmlns:a16="http://schemas.microsoft.com/office/drawing/2014/main" id="{AA3473B4-115D-47FC-9E63-8FB710B0165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13396732" y="-309309"/>
            <a:ext cx="3060943" cy="1312887"/>
          </a:xfrm>
          <a:prstGeom prst="rect">
            <a:avLst/>
          </a:prstGeom>
        </p:spPr>
      </p:pic>
      <p:sp>
        <p:nvSpPr>
          <p:cNvPr id="618" name="橢圓 617">
            <a:extLst>
              <a:ext uri="{FF2B5EF4-FFF2-40B4-BE49-F238E27FC236}">
                <a16:creationId xmlns:a16="http://schemas.microsoft.com/office/drawing/2014/main" id="{2AF1941D-3892-4586-BE38-8CA48B87399A}"/>
              </a:ext>
            </a:extLst>
          </p:cNvPr>
          <p:cNvSpPr/>
          <p:nvPr/>
        </p:nvSpPr>
        <p:spPr>
          <a:xfrm>
            <a:off x="15407534" y="655352"/>
            <a:ext cx="259210" cy="25921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cxnSp>
        <p:nvCxnSpPr>
          <p:cNvPr id="619" name="直線單箭頭接點 618">
            <a:extLst>
              <a:ext uri="{FF2B5EF4-FFF2-40B4-BE49-F238E27FC236}">
                <a16:creationId xmlns:a16="http://schemas.microsoft.com/office/drawing/2014/main" id="{F5BCEB1F-9284-42CA-90E4-17DCA651CF25}"/>
              </a:ext>
            </a:extLst>
          </p:cNvPr>
          <p:cNvCxnSpPr>
            <a:cxnSpLocks/>
          </p:cNvCxnSpPr>
          <p:nvPr/>
        </p:nvCxnSpPr>
        <p:spPr>
          <a:xfrm flipV="1">
            <a:off x="14957659" y="889280"/>
            <a:ext cx="556499" cy="1996623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20" name="橢圓 619">
            <a:extLst>
              <a:ext uri="{FF2B5EF4-FFF2-40B4-BE49-F238E27FC236}">
                <a16:creationId xmlns:a16="http://schemas.microsoft.com/office/drawing/2014/main" id="{98762066-CD71-41DA-B298-3FE9615F9250}"/>
              </a:ext>
            </a:extLst>
          </p:cNvPr>
          <p:cNvSpPr/>
          <p:nvPr/>
        </p:nvSpPr>
        <p:spPr>
          <a:xfrm>
            <a:off x="14829079" y="2752433"/>
            <a:ext cx="259210" cy="2592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94" dirty="0"/>
          </a:p>
        </p:txBody>
      </p:sp>
      <p:sp>
        <p:nvSpPr>
          <p:cNvPr id="621" name="文字方塊 620">
            <a:extLst>
              <a:ext uri="{FF2B5EF4-FFF2-40B4-BE49-F238E27FC236}">
                <a16:creationId xmlns:a16="http://schemas.microsoft.com/office/drawing/2014/main" id="{91139800-D111-46AC-81D3-95CB8F7E4546}"/>
              </a:ext>
            </a:extLst>
          </p:cNvPr>
          <p:cNvSpPr txBox="1"/>
          <p:nvPr/>
        </p:nvSpPr>
        <p:spPr>
          <a:xfrm>
            <a:off x="12709032" y="1806155"/>
            <a:ext cx="2009423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  <a:endParaRPr lang="zh-TW" altLang="en-US" sz="25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文字方塊 621">
                <a:extLst>
                  <a:ext uri="{FF2B5EF4-FFF2-40B4-BE49-F238E27FC236}">
                    <a16:creationId xmlns:a16="http://schemas.microsoft.com/office/drawing/2014/main" id="{FD074334-F144-48A1-A22B-100B61B8257F}"/>
                  </a:ext>
                </a:extLst>
              </p:cNvPr>
              <p:cNvSpPr txBox="1"/>
              <p:nvPr/>
            </p:nvSpPr>
            <p:spPr>
              <a:xfrm>
                <a:off x="12703287" y="3981376"/>
                <a:ext cx="528650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22" name="文字方塊 621">
                <a:extLst>
                  <a:ext uri="{FF2B5EF4-FFF2-40B4-BE49-F238E27FC236}">
                    <a16:creationId xmlns:a16="http://schemas.microsoft.com/office/drawing/2014/main" id="{FD074334-F144-48A1-A22B-100B61B82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3287" y="3981376"/>
                <a:ext cx="528650" cy="49154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45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7625C0E-3A03-4F5D-A082-ADA7B96B4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43" y="668246"/>
            <a:ext cx="16200440" cy="478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92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BCAB750B-142B-4579-999C-3E0859DB78E1}"/>
              </a:ext>
            </a:extLst>
          </p:cNvPr>
          <p:cNvSpPr/>
          <p:nvPr/>
        </p:nvSpPr>
        <p:spPr>
          <a:xfrm>
            <a:off x="413645" y="91884"/>
            <a:ext cx="20836354" cy="5936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289" tIns="54149" rIns="108289" bIns="54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066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F14CFA0B-DBE0-476C-BC47-6C26024D58C7}"/>
              </a:ext>
            </a:extLst>
          </p:cNvPr>
          <p:cNvSpPr/>
          <p:nvPr/>
        </p:nvSpPr>
        <p:spPr>
          <a:xfrm rot="10800000" flipH="1">
            <a:off x="10371265" y="4127438"/>
            <a:ext cx="10142351" cy="1698301"/>
          </a:xfrm>
          <a:prstGeom prst="rt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289" tIns="54149" rIns="108289" bIns="54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066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F4F5E30-97D1-40FE-B5FD-60A17CDB3941}"/>
              </a:ext>
            </a:extLst>
          </p:cNvPr>
          <p:cNvCxnSpPr>
            <a:cxnSpLocks/>
          </p:cNvCxnSpPr>
          <p:nvPr/>
        </p:nvCxnSpPr>
        <p:spPr>
          <a:xfrm flipV="1">
            <a:off x="4066564" y="1512386"/>
            <a:ext cx="999955" cy="2419982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CA69316B-3ED7-4A25-A58C-D0B54010FC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81" t="20538" r="22392" b="22855"/>
          <a:stretch/>
        </p:blipFill>
        <p:spPr>
          <a:xfrm>
            <a:off x="5253860" y="1336985"/>
            <a:ext cx="2724346" cy="28548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E76C9C2-AFB2-47A5-B8FA-E5603F0D8100}"/>
                  </a:ext>
                </a:extLst>
              </p:cNvPr>
              <p:cNvSpPr txBox="1"/>
              <p:nvPr/>
            </p:nvSpPr>
            <p:spPr>
              <a:xfrm>
                <a:off x="7566063" y="3614836"/>
                <a:ext cx="2227316" cy="890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 of mass momentum</a:t>
                </a:r>
                <a:r>
                  <a:rPr lang="zh-TW" altLang="en-US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94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</m:oMath>
                </a14:m>
                <a:endParaRPr lang="zh-TW" altLang="en-US" sz="25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E76C9C2-AFB2-47A5-B8FA-E5603F0D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063" y="3614836"/>
                <a:ext cx="2227316" cy="890758"/>
              </a:xfrm>
              <a:prstGeom prst="rect">
                <a:avLst/>
              </a:prstGeom>
              <a:blipFill>
                <a:blip r:embed="rId3"/>
                <a:stretch>
                  <a:fillRect l="-3279" t="-6164" r="-7104" b="-16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62E49AA-E01D-4D62-ABF2-3792BDC5C00B}"/>
              </a:ext>
            </a:extLst>
          </p:cNvPr>
          <p:cNvCxnSpPr>
            <a:cxnSpLocks/>
          </p:cNvCxnSpPr>
          <p:nvPr/>
        </p:nvCxnSpPr>
        <p:spPr>
          <a:xfrm>
            <a:off x="6568310" y="2813155"/>
            <a:ext cx="1546990" cy="761895"/>
          </a:xfrm>
          <a:prstGeom prst="straightConnector1">
            <a:avLst/>
          </a:prstGeom>
          <a:ln w="57150">
            <a:solidFill>
              <a:schemeClr val="tx1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58D763E4-BECE-44E4-ADFA-F1E5518CB990}"/>
              </a:ext>
            </a:extLst>
          </p:cNvPr>
          <p:cNvSpPr/>
          <p:nvPr/>
        </p:nvSpPr>
        <p:spPr>
          <a:xfrm rot="1535037">
            <a:off x="6259595" y="1968406"/>
            <a:ext cx="553929" cy="1667468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26019901-F8F7-474A-8470-82A9974C6862}"/>
              </a:ext>
            </a:extLst>
          </p:cNvPr>
          <p:cNvGrpSpPr/>
          <p:nvPr/>
        </p:nvGrpSpPr>
        <p:grpSpPr>
          <a:xfrm>
            <a:off x="5891733" y="3030426"/>
            <a:ext cx="835536" cy="491545"/>
            <a:chOff x="-4369253" y="8676692"/>
            <a:chExt cx="733220" cy="431354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94F39D2-A2A5-43E9-9401-4C4D2C4A941D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4B491E3F-8726-4CE4-A38B-0FA5CDB96057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4B491E3F-8726-4CE4-A38B-0FA5CDB96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4F2FB5EC-5268-46BB-BD75-909AC0E075A9}"/>
              </a:ext>
            </a:extLst>
          </p:cNvPr>
          <p:cNvGrpSpPr/>
          <p:nvPr/>
        </p:nvGrpSpPr>
        <p:grpSpPr>
          <a:xfrm>
            <a:off x="6393390" y="2151900"/>
            <a:ext cx="678269" cy="491545"/>
            <a:chOff x="-3462985" y="7394292"/>
            <a:chExt cx="595211" cy="43135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5377E42-3E21-48FB-945C-E7757EF30678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B1831A24-EEE7-4BDF-BA73-6505F7C1FD34}"/>
                    </a:ext>
                  </a:extLst>
                </p:cNvPr>
                <p:cNvSpPr txBox="1"/>
                <p:nvPr/>
              </p:nvSpPr>
              <p:spPr>
                <a:xfrm>
                  <a:off x="-3462985" y="7394292"/>
                  <a:ext cx="595211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B1831A24-EEE7-4BDF-BA73-6505F7C1F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2"/>
                  <a:ext cx="595211" cy="4313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圖片 19">
            <a:extLst>
              <a:ext uri="{FF2B5EF4-FFF2-40B4-BE49-F238E27FC236}">
                <a16:creationId xmlns:a16="http://schemas.microsoft.com/office/drawing/2014/main" id="{56C6FB4A-0956-45FE-AE46-FB981DDEE92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2216612" y="231495"/>
            <a:ext cx="4570849" cy="1312885"/>
          </a:xfrm>
          <a:prstGeom prst="rect">
            <a:avLst/>
          </a:prstGeom>
        </p:spPr>
      </p:pic>
      <p:grpSp>
        <p:nvGrpSpPr>
          <p:cNvPr id="21" name="群組 20">
            <a:extLst>
              <a:ext uri="{FF2B5EF4-FFF2-40B4-BE49-F238E27FC236}">
                <a16:creationId xmlns:a16="http://schemas.microsoft.com/office/drawing/2014/main" id="{FBF70BF0-C488-4983-A6E5-87FD6FA5E3B1}"/>
              </a:ext>
            </a:extLst>
          </p:cNvPr>
          <p:cNvGrpSpPr/>
          <p:nvPr/>
        </p:nvGrpSpPr>
        <p:grpSpPr>
          <a:xfrm>
            <a:off x="14573920" y="2684299"/>
            <a:ext cx="6068085" cy="665968"/>
            <a:chOff x="3345002" y="11560841"/>
            <a:chExt cx="5123831" cy="562337"/>
          </a:xfrm>
        </p:grpSpPr>
        <p:pic>
          <p:nvPicPr>
            <p:cNvPr id="22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F70317E0-89D6-418B-B738-6BE787CDC5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4" t="44380" r="72508" b="47528"/>
            <a:stretch/>
          </p:blipFill>
          <p:spPr bwMode="auto">
            <a:xfrm>
              <a:off x="3345002" y="11560841"/>
              <a:ext cx="2771314" cy="56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05DAF9F0-3FC0-4CDF-9715-8BE8241280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4380" r="72781" b="47528"/>
            <a:stretch/>
          </p:blipFill>
          <p:spPr bwMode="auto">
            <a:xfrm>
              <a:off x="6087038" y="11560841"/>
              <a:ext cx="2381795" cy="56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47452DA-8092-4A9C-AA22-5052766EB861}"/>
              </a:ext>
            </a:extLst>
          </p:cNvPr>
          <p:cNvSpPr txBox="1"/>
          <p:nvPr/>
        </p:nvSpPr>
        <p:spPr>
          <a:xfrm rot="16200000">
            <a:off x="9007749" y="4658615"/>
            <a:ext cx="2120094" cy="529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6F1DFFA-8C20-48D5-8C41-CA1BB2D4A5B6}"/>
                  </a:ext>
                </a:extLst>
              </p:cNvPr>
              <p:cNvSpPr txBox="1"/>
              <p:nvPr/>
            </p:nvSpPr>
            <p:spPr>
              <a:xfrm>
                <a:off x="3940883" y="5519321"/>
                <a:ext cx="330743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6F1DFFA-8C20-48D5-8C41-CA1BB2D4A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883" y="5519321"/>
                <a:ext cx="330743" cy="4915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2D3C3CF-91FD-4580-B91C-AD2BE2479841}"/>
                  </a:ext>
                </a:extLst>
              </p:cNvPr>
              <p:cNvSpPr/>
              <p:nvPr/>
            </p:nvSpPr>
            <p:spPr>
              <a:xfrm>
                <a:off x="19382577" y="4303825"/>
                <a:ext cx="2116728" cy="529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42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  <m:r>
                        <a:rPr lang="en-US" altLang="zh-TW" sz="2842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2842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42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2842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zh-TW" altLang="en-US" sz="2842" dirty="0"/>
              </a:p>
            </p:txBody>
          </p:sp>
        </mc:Choice>
        <mc:Fallback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2D3C3CF-91FD-4580-B91C-AD2BE2479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2577" y="4303825"/>
                <a:ext cx="2116728" cy="5296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C00DEFA-3A50-4AF2-9896-978B45A08C9E}"/>
                  </a:ext>
                </a:extLst>
              </p:cNvPr>
              <p:cNvSpPr txBox="1"/>
              <p:nvPr/>
            </p:nvSpPr>
            <p:spPr>
              <a:xfrm>
                <a:off x="14864493" y="1582543"/>
                <a:ext cx="577311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25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C00DEFA-3A50-4AF2-9896-978B45A08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493" y="1582543"/>
                <a:ext cx="577311" cy="4915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10A0BBFC-804E-457D-A94B-236800B38D35}"/>
                  </a:ext>
                </a:extLst>
              </p:cNvPr>
              <p:cNvSpPr txBox="1"/>
              <p:nvPr/>
            </p:nvSpPr>
            <p:spPr>
              <a:xfrm>
                <a:off x="10378251" y="3429715"/>
                <a:ext cx="1515690" cy="529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2842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4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10A0BBFC-804E-457D-A94B-236800B38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251" y="3429715"/>
                <a:ext cx="1515690" cy="5296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F0AFE9-A651-4A31-986C-A885ED533527}"/>
                  </a:ext>
                </a:extLst>
              </p:cNvPr>
              <p:cNvSpPr txBox="1"/>
              <p:nvPr/>
            </p:nvSpPr>
            <p:spPr>
              <a:xfrm>
                <a:off x="19626966" y="3429715"/>
                <a:ext cx="1627951" cy="529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2842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84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F0AFE9-A651-4A31-986C-A885ED533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6966" y="3429715"/>
                <a:ext cx="1627951" cy="5296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8E49E26-DE15-40C0-8C7C-E92E4757FBCE}"/>
                  </a:ext>
                </a:extLst>
              </p:cNvPr>
              <p:cNvSpPr/>
              <p:nvPr/>
            </p:nvSpPr>
            <p:spPr>
              <a:xfrm>
                <a:off x="10105846" y="4303825"/>
                <a:ext cx="2060500" cy="529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42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  <m:r>
                        <a:rPr lang="en-US" altLang="zh-TW" sz="2842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≈</m:t>
                      </m:r>
                      <m:r>
                        <a:rPr lang="en-US" altLang="zh-TW" sz="2842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42" dirty="0"/>
              </a:p>
            </p:txBody>
          </p:sp>
        </mc:Choice>
        <mc:Fallback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8E49E26-DE15-40C0-8C7C-E92E4757FB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846" y="4303825"/>
                <a:ext cx="2060500" cy="5296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24B4BAAA-6FB0-4361-B7B1-27D07E16E601}"/>
              </a:ext>
            </a:extLst>
          </p:cNvPr>
          <p:cNvCxnSpPr>
            <a:cxnSpLocks/>
          </p:cNvCxnSpPr>
          <p:nvPr/>
        </p:nvCxnSpPr>
        <p:spPr>
          <a:xfrm>
            <a:off x="5144959" y="1541801"/>
            <a:ext cx="0" cy="3986382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C5DBA5FF-AAC3-41BF-9291-E5630E2D6494}"/>
              </a:ext>
            </a:extLst>
          </p:cNvPr>
          <p:cNvCxnSpPr>
            <a:cxnSpLocks/>
          </p:cNvCxnSpPr>
          <p:nvPr/>
        </p:nvCxnSpPr>
        <p:spPr>
          <a:xfrm>
            <a:off x="4066564" y="3969350"/>
            <a:ext cx="0" cy="157011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D4615AA-66BC-426E-AA33-28132F45955C}"/>
                  </a:ext>
                </a:extLst>
              </p:cNvPr>
              <p:cNvSpPr txBox="1"/>
              <p:nvPr/>
            </p:nvSpPr>
            <p:spPr>
              <a:xfrm>
                <a:off x="4587462" y="5519321"/>
                <a:ext cx="1348756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2594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D4615AA-66BC-426E-AA33-28132F459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462" y="5519321"/>
                <a:ext cx="1348756" cy="4915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1BEC7784-338A-4E10-AF2D-7B97E68D0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7" t="44380" r="72508" b="47528"/>
          <a:stretch/>
        </p:blipFill>
        <p:spPr bwMode="auto">
          <a:xfrm>
            <a:off x="9855098" y="2677942"/>
            <a:ext cx="1988107" cy="66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B9DDE247-A4D1-480B-A7EE-E8ADCE06F8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4892" r="72508" b="47528"/>
          <a:stretch/>
        </p:blipFill>
        <p:spPr bwMode="auto">
          <a:xfrm>
            <a:off x="11814434" y="2721046"/>
            <a:ext cx="2860537" cy="62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橢圓 35">
            <a:extLst>
              <a:ext uri="{FF2B5EF4-FFF2-40B4-BE49-F238E27FC236}">
                <a16:creationId xmlns:a16="http://schemas.microsoft.com/office/drawing/2014/main" id="{61C32B6E-74F3-4D31-B75B-9CABCF4A1AF7}"/>
              </a:ext>
            </a:extLst>
          </p:cNvPr>
          <p:cNvSpPr/>
          <p:nvPr/>
        </p:nvSpPr>
        <p:spPr>
          <a:xfrm rot="5400000">
            <a:off x="20054974" y="2215162"/>
            <a:ext cx="553929" cy="1667469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E25F7492-B8CC-4215-BB64-97E1E18FB415}"/>
              </a:ext>
            </a:extLst>
          </p:cNvPr>
          <p:cNvGrpSpPr/>
          <p:nvPr/>
        </p:nvGrpSpPr>
        <p:grpSpPr>
          <a:xfrm>
            <a:off x="20339203" y="2824971"/>
            <a:ext cx="835536" cy="491545"/>
            <a:chOff x="-4369253" y="8676692"/>
            <a:chExt cx="733220" cy="431354"/>
          </a:xfrm>
        </p:grpSpPr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A3403E28-8733-44B6-AF23-67875A714182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96532E1-3E78-4B19-8139-50E82BC0E620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96532E1-3E78-4B19-8139-50E82BC0E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ED299E03-B0BD-4C75-B309-3D3EFDD54C0C}"/>
              </a:ext>
            </a:extLst>
          </p:cNvPr>
          <p:cNvGrpSpPr/>
          <p:nvPr/>
        </p:nvGrpSpPr>
        <p:grpSpPr>
          <a:xfrm>
            <a:off x="19493226" y="2824971"/>
            <a:ext cx="678269" cy="491545"/>
            <a:chOff x="-3462985" y="7394295"/>
            <a:chExt cx="595211" cy="431354"/>
          </a:xfrm>
        </p:grpSpPr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0F0422F1-73C2-4914-A11A-685C9A017597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CE4572EA-18DD-4197-86A1-A11033B4C0B9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CE4572EA-18DD-4197-86A1-A11033B4C0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4313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橢圓 43">
            <a:extLst>
              <a:ext uri="{FF2B5EF4-FFF2-40B4-BE49-F238E27FC236}">
                <a16:creationId xmlns:a16="http://schemas.microsoft.com/office/drawing/2014/main" id="{9A28CD47-15CD-4864-97E7-7BBB95D7F80B}"/>
              </a:ext>
            </a:extLst>
          </p:cNvPr>
          <p:cNvSpPr/>
          <p:nvPr/>
        </p:nvSpPr>
        <p:spPr>
          <a:xfrm rot="5400000">
            <a:off x="10774852" y="2154854"/>
            <a:ext cx="553929" cy="1667469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E98008C-9E4E-49DD-9BB5-4D5F3EED5BFC}"/>
              </a:ext>
            </a:extLst>
          </p:cNvPr>
          <p:cNvGrpSpPr/>
          <p:nvPr/>
        </p:nvGrpSpPr>
        <p:grpSpPr>
          <a:xfrm>
            <a:off x="11059081" y="2764664"/>
            <a:ext cx="835536" cy="491545"/>
            <a:chOff x="-4369253" y="8676692"/>
            <a:chExt cx="733220" cy="431354"/>
          </a:xfrm>
        </p:grpSpPr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9FBDD78B-2735-4E61-8E7C-C5E6D138E3F0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9C43E65-90CC-470E-BE7B-1C051E32B9E1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9C43E65-90CC-470E-BE7B-1C051E32B9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DD30BD6-A652-4F53-9B36-1539356754D5}"/>
              </a:ext>
            </a:extLst>
          </p:cNvPr>
          <p:cNvGrpSpPr/>
          <p:nvPr/>
        </p:nvGrpSpPr>
        <p:grpSpPr>
          <a:xfrm>
            <a:off x="10213103" y="2764664"/>
            <a:ext cx="678269" cy="491545"/>
            <a:chOff x="-3462985" y="7394295"/>
            <a:chExt cx="595211" cy="431354"/>
          </a:xfrm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A606E4AB-7C7A-4BD5-B9E4-CC9C4AF34469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0ABFB702-C981-4641-819F-2156F305D298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0ABFB702-C981-4641-819F-2156F305D2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4313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1" name="圖片 50">
            <a:extLst>
              <a:ext uri="{FF2B5EF4-FFF2-40B4-BE49-F238E27FC236}">
                <a16:creationId xmlns:a16="http://schemas.microsoft.com/office/drawing/2014/main" id="{63D12E7E-2834-4644-A173-46E1B6EBE11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2234413" y="3932368"/>
            <a:ext cx="4535273" cy="1312885"/>
          </a:xfrm>
          <a:prstGeom prst="rect">
            <a:avLst/>
          </a:prstGeom>
        </p:spPr>
      </p:pic>
      <p:grpSp>
        <p:nvGrpSpPr>
          <p:cNvPr id="52" name="群組 51">
            <a:extLst>
              <a:ext uri="{FF2B5EF4-FFF2-40B4-BE49-F238E27FC236}">
                <a16:creationId xmlns:a16="http://schemas.microsoft.com/office/drawing/2014/main" id="{BBC122BA-D29A-4AD5-8220-E322FEC38F9D}"/>
              </a:ext>
            </a:extLst>
          </p:cNvPr>
          <p:cNvGrpSpPr/>
          <p:nvPr/>
        </p:nvGrpSpPr>
        <p:grpSpPr>
          <a:xfrm>
            <a:off x="3572064" y="3726444"/>
            <a:ext cx="948927" cy="491545"/>
            <a:chOff x="-66948" y="4763397"/>
            <a:chExt cx="801265" cy="415056"/>
          </a:xfrm>
        </p:grpSpPr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B3EAD4BB-AB27-48C6-B976-D5B6FD58AE05}"/>
                </a:ext>
              </a:extLst>
            </p:cNvPr>
            <p:cNvSpPr/>
            <p:nvPr/>
          </p:nvSpPr>
          <p:spPr>
            <a:xfrm>
              <a:off x="150564" y="4792748"/>
              <a:ext cx="374996" cy="3749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A00FD529-B0C9-418E-9E58-547D38F4292B}"/>
                    </a:ext>
                  </a:extLst>
                </p:cNvPr>
                <p:cNvSpPr txBox="1"/>
                <p:nvPr/>
              </p:nvSpPr>
              <p:spPr>
                <a:xfrm>
                  <a:off x="-66948" y="4763397"/>
                  <a:ext cx="801265" cy="415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A00FD529-B0C9-418E-9E58-547D38F42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6948" y="4763397"/>
                  <a:ext cx="801265" cy="41505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53190523-1652-4A5D-9751-BD4BD4336902}"/>
              </a:ext>
            </a:extLst>
          </p:cNvPr>
          <p:cNvGrpSpPr/>
          <p:nvPr/>
        </p:nvGrpSpPr>
        <p:grpSpPr>
          <a:xfrm>
            <a:off x="4744949" y="1049496"/>
            <a:ext cx="770317" cy="491545"/>
            <a:chOff x="923424" y="3361990"/>
            <a:chExt cx="650448" cy="415056"/>
          </a:xfrm>
        </p:grpSpPr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3EEB7D1E-69DE-4954-9CDE-8BF27D2951E8}"/>
                </a:ext>
              </a:extLst>
            </p:cNvPr>
            <p:cNvSpPr/>
            <p:nvPr/>
          </p:nvSpPr>
          <p:spPr>
            <a:xfrm>
              <a:off x="1071916" y="3397786"/>
              <a:ext cx="374996" cy="3749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C05937B5-24D7-4C0B-BDCF-119AEB629151}"/>
                    </a:ext>
                  </a:extLst>
                </p:cNvPr>
                <p:cNvSpPr txBox="1"/>
                <p:nvPr/>
              </p:nvSpPr>
              <p:spPr>
                <a:xfrm>
                  <a:off x="923424" y="3361990"/>
                  <a:ext cx="650448" cy="415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C05937B5-24D7-4C0B-BDCF-119AEB629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424" y="3361990"/>
                  <a:ext cx="650448" cy="41505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C3A16C75-00A5-4984-82E1-BB6A00A61C0C}"/>
              </a:ext>
            </a:extLst>
          </p:cNvPr>
          <p:cNvGrpSpPr/>
          <p:nvPr/>
        </p:nvGrpSpPr>
        <p:grpSpPr>
          <a:xfrm rot="1283681">
            <a:off x="999864" y="1987759"/>
            <a:ext cx="3647721" cy="508717"/>
            <a:chOff x="2343150" y="3428999"/>
            <a:chExt cx="9719212" cy="1926504"/>
          </a:xfrm>
        </p:grpSpPr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F7B8113F-7722-469F-B5C4-DE953A009B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4352925" y="3428999"/>
              <a:ext cx="2009775" cy="1926503"/>
            </a:xfrm>
            <a:prstGeom prst="rect">
              <a:avLst/>
            </a:prstGeom>
          </p:spPr>
        </p:pic>
        <p:pic>
          <p:nvPicPr>
            <p:cNvPr id="60" name="圖片 59">
              <a:extLst>
                <a:ext uri="{FF2B5EF4-FFF2-40B4-BE49-F238E27FC236}">
                  <a16:creationId xmlns:a16="http://schemas.microsoft.com/office/drawing/2014/main" id="{37F447C1-819C-425F-AF30-972A9CA100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362700" y="3429000"/>
              <a:ext cx="5699662" cy="1926503"/>
            </a:xfrm>
            <a:prstGeom prst="rect">
              <a:avLst/>
            </a:prstGeom>
          </p:spPr>
        </p:pic>
        <p:pic>
          <p:nvPicPr>
            <p:cNvPr id="61" name="圖片 60">
              <a:extLst>
                <a:ext uri="{FF2B5EF4-FFF2-40B4-BE49-F238E27FC236}">
                  <a16:creationId xmlns:a16="http://schemas.microsoft.com/office/drawing/2014/main" id="{5B4FCA4E-EA7B-42B4-B781-DED1546BA9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2343150" y="3428999"/>
              <a:ext cx="2009775" cy="1926503"/>
            </a:xfrm>
            <a:prstGeom prst="rect">
              <a:avLst/>
            </a:prstGeom>
          </p:spPr>
        </p:pic>
      </p:grp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1B03023-6F55-4EE5-A89E-B2D2085BE042}"/>
              </a:ext>
            </a:extLst>
          </p:cNvPr>
          <p:cNvSpPr txBox="1"/>
          <p:nvPr/>
        </p:nvSpPr>
        <p:spPr>
          <a:xfrm>
            <a:off x="228572" y="5272627"/>
            <a:ext cx="3742583" cy="49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</a:t>
            </a:r>
            <a:r>
              <a:rPr lang="zh-TW" altLang="en-US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electron</a:t>
            </a:r>
            <a:endParaRPr lang="zh-TW" altLang="en-US" sz="259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A81CA8FA-68CB-4339-AE67-B8E4FBEA5423}"/>
              </a:ext>
            </a:extLst>
          </p:cNvPr>
          <p:cNvCxnSpPr>
            <a:cxnSpLocks/>
          </p:cNvCxnSpPr>
          <p:nvPr/>
        </p:nvCxnSpPr>
        <p:spPr>
          <a:xfrm>
            <a:off x="3721440" y="5556185"/>
            <a:ext cx="306602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弧形 64">
            <a:extLst>
              <a:ext uri="{FF2B5EF4-FFF2-40B4-BE49-F238E27FC236}">
                <a16:creationId xmlns:a16="http://schemas.microsoft.com/office/drawing/2014/main" id="{A819A50B-6EE9-4B60-A8B3-E42816298D11}"/>
              </a:ext>
            </a:extLst>
          </p:cNvPr>
          <p:cNvSpPr/>
          <p:nvPr/>
        </p:nvSpPr>
        <p:spPr>
          <a:xfrm>
            <a:off x="14790943" y="2089803"/>
            <a:ext cx="1033925" cy="1056167"/>
          </a:xfrm>
          <a:prstGeom prst="arc">
            <a:avLst>
              <a:gd name="adj1" fmla="val 12241359"/>
              <a:gd name="adj2" fmla="val 1623430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08289" tIns="54149" rIns="108289" bIns="54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066" dirty="0"/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8D1112EE-D031-4315-A2F7-13ED9F1ABC40}"/>
              </a:ext>
            </a:extLst>
          </p:cNvPr>
          <p:cNvCxnSpPr>
            <a:cxnSpLocks/>
          </p:cNvCxnSpPr>
          <p:nvPr/>
        </p:nvCxnSpPr>
        <p:spPr>
          <a:xfrm>
            <a:off x="15333736" y="1619286"/>
            <a:ext cx="0" cy="116979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>
            <a:extLst>
              <a:ext uri="{FF2B5EF4-FFF2-40B4-BE49-F238E27FC236}">
                <a16:creationId xmlns:a16="http://schemas.microsoft.com/office/drawing/2014/main" id="{262D2ADA-CBC4-4592-943D-F918D031D1D2}"/>
              </a:ext>
            </a:extLst>
          </p:cNvPr>
          <p:cNvSpPr/>
          <p:nvPr/>
        </p:nvSpPr>
        <p:spPr>
          <a:xfrm rot="5400000">
            <a:off x="15143196" y="2172189"/>
            <a:ext cx="553929" cy="1667469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6790" tIns="78400" rIns="156790" bIns="78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092" dirty="0"/>
          </a:p>
        </p:txBody>
      </p: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1ED7DEC9-9024-42EF-A7D5-E4D6FEA8F6AD}"/>
              </a:ext>
            </a:extLst>
          </p:cNvPr>
          <p:cNvGrpSpPr/>
          <p:nvPr/>
        </p:nvGrpSpPr>
        <p:grpSpPr>
          <a:xfrm>
            <a:off x="15427425" y="2781998"/>
            <a:ext cx="835536" cy="491545"/>
            <a:chOff x="-4369253" y="8676692"/>
            <a:chExt cx="733220" cy="431354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D3C88D2-38A1-4C50-8494-25A04137432B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159C3E69-2BFB-4665-A016-B3C7647D5D49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594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2594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159C3E69-2BFB-4665-A016-B3C7647D5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43135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8DC7AA3F-2491-433F-B88F-4F4B6CDC926A}"/>
              </a:ext>
            </a:extLst>
          </p:cNvPr>
          <p:cNvGrpSpPr/>
          <p:nvPr/>
        </p:nvGrpSpPr>
        <p:grpSpPr>
          <a:xfrm>
            <a:off x="14581448" y="2781998"/>
            <a:ext cx="678269" cy="491545"/>
            <a:chOff x="-3462985" y="7394295"/>
            <a:chExt cx="595211" cy="431354"/>
          </a:xfrm>
        </p:grpSpPr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00B4317B-9B5C-46D5-B9E4-C8B9B0D165D3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94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49F08F33-822E-4C6F-94FD-A102C96E8CE2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431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594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2594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2594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49F08F33-822E-4C6F-94FD-A102C96E8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43135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94119E60-72E6-423B-A3A3-EE731567BB02}"/>
              </a:ext>
            </a:extLst>
          </p:cNvPr>
          <p:cNvCxnSpPr>
            <a:cxnSpLocks/>
          </p:cNvCxnSpPr>
          <p:nvPr/>
        </p:nvCxnSpPr>
        <p:spPr>
          <a:xfrm>
            <a:off x="10371264" y="4127438"/>
            <a:ext cx="10043498" cy="0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C2D1F2C-BAE1-4767-A081-D437CDD85564}"/>
                  </a:ext>
                </a:extLst>
              </p:cNvPr>
              <p:cNvSpPr/>
              <p:nvPr/>
            </p:nvSpPr>
            <p:spPr>
              <a:xfrm>
                <a:off x="13990958" y="4303825"/>
                <a:ext cx="2868426" cy="529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42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  <m:r>
                        <a:rPr lang="en-US" altLang="zh-TW" sz="2842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42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42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2842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sub>
                      </m:sSub>
                      <m:r>
                        <a:rPr lang="zh-TW" altLang="en-US" sz="2842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sin</m:t>
                      </m:r>
                      <m:r>
                        <a:rPr lang="en-US" altLang="zh-TW" sz="2842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2842" dirty="0"/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C2D1F2C-BAE1-4767-A081-D437CDD85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0958" y="4303825"/>
                <a:ext cx="2868426" cy="52969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群組 76">
            <a:extLst>
              <a:ext uri="{FF2B5EF4-FFF2-40B4-BE49-F238E27FC236}">
                <a16:creationId xmlns:a16="http://schemas.microsoft.com/office/drawing/2014/main" id="{11CF7B7F-3AEF-4577-928A-70C2C60571BC}"/>
              </a:ext>
            </a:extLst>
          </p:cNvPr>
          <p:cNvGrpSpPr/>
          <p:nvPr/>
        </p:nvGrpSpPr>
        <p:grpSpPr>
          <a:xfrm>
            <a:off x="16872912" y="2595389"/>
            <a:ext cx="2771239" cy="829034"/>
            <a:chOff x="6016985" y="7397030"/>
            <a:chExt cx="2340007" cy="700028"/>
          </a:xfrm>
        </p:grpSpPr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04F71EEE-D6F0-4B59-8082-917407FF5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D98250F2-70F5-4D18-B3A2-D8814D7DF0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D6E3DEFE-7336-43F5-A99D-6953EA7E73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07E4BADB-D64E-49E8-8869-A242A3F775C2}"/>
              </a:ext>
            </a:extLst>
          </p:cNvPr>
          <p:cNvGrpSpPr/>
          <p:nvPr/>
        </p:nvGrpSpPr>
        <p:grpSpPr>
          <a:xfrm rot="1808853">
            <a:off x="12897637" y="1692790"/>
            <a:ext cx="2771239" cy="829034"/>
            <a:chOff x="6016985" y="7397030"/>
            <a:chExt cx="2340007" cy="700028"/>
          </a:xfrm>
        </p:grpSpPr>
        <p:pic>
          <p:nvPicPr>
            <p:cNvPr id="82" name="圖片 81">
              <a:extLst>
                <a:ext uri="{FF2B5EF4-FFF2-40B4-BE49-F238E27FC236}">
                  <a16:creationId xmlns:a16="http://schemas.microsoft.com/office/drawing/2014/main" id="{8B7A6694-5CF6-492C-B3C6-8CA9724A86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83" name="圖片 82">
              <a:extLst>
                <a:ext uri="{FF2B5EF4-FFF2-40B4-BE49-F238E27FC236}">
                  <a16:creationId xmlns:a16="http://schemas.microsoft.com/office/drawing/2014/main" id="{D4E5473F-9D01-41F2-AE28-5032D7181F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84" name="圖片 83">
              <a:extLst>
                <a:ext uri="{FF2B5EF4-FFF2-40B4-BE49-F238E27FC236}">
                  <a16:creationId xmlns:a16="http://schemas.microsoft.com/office/drawing/2014/main" id="{7894B8AE-EB46-4BB9-B9FB-08D8AA5726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6E681D3-33CB-46E7-A117-D98F091689C5}"/>
              </a:ext>
            </a:extLst>
          </p:cNvPr>
          <p:cNvSpPr txBox="1"/>
          <p:nvPr/>
        </p:nvSpPr>
        <p:spPr>
          <a:xfrm>
            <a:off x="13792356" y="783863"/>
            <a:ext cx="2597110" cy="529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zh-TW" altLang="en-US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  <a:endParaRPr lang="zh-TW" altLang="en-US" sz="284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E7E1964D-1E46-4415-9987-7EB45D77E931}"/>
              </a:ext>
            </a:extLst>
          </p:cNvPr>
          <p:cNvGrpSpPr/>
          <p:nvPr/>
        </p:nvGrpSpPr>
        <p:grpSpPr>
          <a:xfrm rot="5400000">
            <a:off x="9707907" y="1099867"/>
            <a:ext cx="2771239" cy="829034"/>
            <a:chOff x="6016985" y="7397030"/>
            <a:chExt cx="2340007" cy="700028"/>
          </a:xfrm>
        </p:grpSpPr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7BF4D475-C674-48CF-B3AC-D6E36D5E6A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88" name="圖片 87">
              <a:extLst>
                <a:ext uri="{FF2B5EF4-FFF2-40B4-BE49-F238E27FC236}">
                  <a16:creationId xmlns:a16="http://schemas.microsoft.com/office/drawing/2014/main" id="{734C474B-9C66-4A2D-B0C0-03E7B6F919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89" name="圖片 88">
              <a:extLst>
                <a:ext uri="{FF2B5EF4-FFF2-40B4-BE49-F238E27FC236}">
                  <a16:creationId xmlns:a16="http://schemas.microsoft.com/office/drawing/2014/main" id="{C4CED2E0-294F-4A13-A695-F40EEFC639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D7FD59A-AF03-4237-A7EC-2ACF33CF17D6}"/>
                  </a:ext>
                </a:extLst>
              </p:cNvPr>
              <p:cNvSpPr txBox="1"/>
              <p:nvPr/>
            </p:nvSpPr>
            <p:spPr>
              <a:xfrm>
                <a:off x="367893" y="2638988"/>
                <a:ext cx="3601915" cy="49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zh-TW" altLang="en-US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light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2594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259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594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D7FD59A-AF03-4237-A7EC-2ACF33CF1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93" y="2638988"/>
                <a:ext cx="3601915" cy="491545"/>
              </a:xfrm>
              <a:prstGeom prst="rect">
                <a:avLst/>
              </a:prstGeom>
              <a:blipFill>
                <a:blip r:embed="rId25"/>
                <a:stretch>
                  <a:fillRect t="-11111" b="-29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93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386</TotalTime>
  <Words>178</Words>
  <Application>Microsoft Office PowerPoint</Application>
  <PresentationFormat>自訂</PresentationFormat>
  <Paragraphs>76</Paragraphs>
  <Slides>5</Slides>
  <Notes>0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49</cp:revision>
  <dcterms:created xsi:type="dcterms:W3CDTF">2026-03-18T07:30:32Z</dcterms:created>
  <dcterms:modified xsi:type="dcterms:W3CDTF">2026-04-01T09:51:05Z</dcterms:modified>
</cp:coreProperties>
</file>