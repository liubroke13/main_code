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9" r:id="rId3"/>
    <p:sldId id="270" r:id="rId4"/>
    <p:sldId id="271" r:id="rId5"/>
    <p:sldId id="272" r:id="rId6"/>
  </p:sldIdLst>
  <p:sldSz cx="14760575" cy="6659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36" autoAdjust="0"/>
    <p:restoredTop sz="94571" autoAdjust="0"/>
  </p:normalViewPr>
  <p:slideViewPr>
    <p:cSldViewPr snapToGrid="0">
      <p:cViewPr>
        <p:scale>
          <a:sx n="50" d="100"/>
          <a:sy n="50" d="100"/>
        </p:scale>
        <p:origin x="690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5072" y="1089887"/>
            <a:ext cx="11070431" cy="2318515"/>
          </a:xfrm>
        </p:spPr>
        <p:txBody>
          <a:bodyPr anchor="b"/>
          <a:lstStyle>
            <a:lvl1pPr algn="ctr">
              <a:defRPr sz="582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5072" y="3497813"/>
            <a:ext cx="11070431" cy="1607852"/>
          </a:xfrm>
        </p:spPr>
        <p:txBody>
          <a:bodyPr/>
          <a:lstStyle>
            <a:lvl1pPr marL="0" indent="0" algn="ctr">
              <a:buNone/>
              <a:defRPr sz="2331"/>
            </a:lvl1pPr>
            <a:lvl2pPr marL="443987" indent="0" algn="ctr">
              <a:buNone/>
              <a:defRPr sz="1942"/>
            </a:lvl2pPr>
            <a:lvl3pPr marL="887974" indent="0" algn="ctr">
              <a:buNone/>
              <a:defRPr sz="1748"/>
            </a:lvl3pPr>
            <a:lvl4pPr marL="1331961" indent="0" algn="ctr">
              <a:buNone/>
              <a:defRPr sz="1554"/>
            </a:lvl4pPr>
            <a:lvl5pPr marL="1775948" indent="0" algn="ctr">
              <a:buNone/>
              <a:defRPr sz="1554"/>
            </a:lvl5pPr>
            <a:lvl6pPr marL="2219935" indent="0" algn="ctr">
              <a:buNone/>
              <a:defRPr sz="1554"/>
            </a:lvl6pPr>
            <a:lvl7pPr marL="2663922" indent="0" algn="ctr">
              <a:buNone/>
              <a:defRPr sz="1554"/>
            </a:lvl7pPr>
            <a:lvl8pPr marL="3107908" indent="0" algn="ctr">
              <a:buNone/>
              <a:defRPr sz="1554"/>
            </a:lvl8pPr>
            <a:lvl9pPr marL="3551895" indent="0" algn="ctr">
              <a:buNone/>
              <a:defRPr sz="1554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8499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7182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02" y="1660267"/>
            <a:ext cx="12730996" cy="2770193"/>
          </a:xfrm>
        </p:spPr>
        <p:txBody>
          <a:bodyPr anchor="b"/>
          <a:lstStyle>
            <a:lvl1pPr>
              <a:defRPr sz="582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102" y="4456667"/>
            <a:ext cx="12730996" cy="1456779"/>
          </a:xfrm>
        </p:spPr>
        <p:txBody>
          <a:bodyPr/>
          <a:lstStyle>
            <a:lvl1pPr marL="0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1pPr>
            <a:lvl2pPr marL="443987" indent="0">
              <a:buNone/>
              <a:defRPr sz="1942">
                <a:solidFill>
                  <a:schemeClr val="tx1">
                    <a:tint val="75000"/>
                  </a:schemeClr>
                </a:solidFill>
              </a:defRPr>
            </a:lvl2pPr>
            <a:lvl3pPr marL="887974" indent="0">
              <a:buNone/>
              <a:defRPr sz="1748">
                <a:solidFill>
                  <a:schemeClr val="tx1">
                    <a:tint val="75000"/>
                  </a:schemeClr>
                </a:solidFill>
              </a:defRPr>
            </a:lvl3pPr>
            <a:lvl4pPr marL="1331961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4pPr>
            <a:lvl5pPr marL="1775948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5pPr>
            <a:lvl6pPr marL="2219935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6pPr>
            <a:lvl7pPr marL="2663922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7pPr>
            <a:lvl8pPr marL="3107908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8pPr>
            <a:lvl9pPr marL="3551895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921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4790" y="1772800"/>
            <a:ext cx="6273244" cy="422543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72541" y="1772800"/>
            <a:ext cx="6273244" cy="422543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5321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2" y="354560"/>
            <a:ext cx="12730996" cy="128720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712" y="1632518"/>
            <a:ext cx="6244415" cy="800072"/>
          </a:xfrm>
        </p:spPr>
        <p:txBody>
          <a:bodyPr anchor="b"/>
          <a:lstStyle>
            <a:lvl1pPr marL="0" indent="0">
              <a:buNone/>
              <a:defRPr sz="2331" b="1"/>
            </a:lvl1pPr>
            <a:lvl2pPr marL="443987" indent="0">
              <a:buNone/>
              <a:defRPr sz="1942" b="1"/>
            </a:lvl2pPr>
            <a:lvl3pPr marL="887974" indent="0">
              <a:buNone/>
              <a:defRPr sz="1748" b="1"/>
            </a:lvl3pPr>
            <a:lvl4pPr marL="1331961" indent="0">
              <a:buNone/>
              <a:defRPr sz="1554" b="1"/>
            </a:lvl4pPr>
            <a:lvl5pPr marL="1775948" indent="0">
              <a:buNone/>
              <a:defRPr sz="1554" b="1"/>
            </a:lvl5pPr>
            <a:lvl6pPr marL="2219935" indent="0">
              <a:buNone/>
              <a:defRPr sz="1554" b="1"/>
            </a:lvl6pPr>
            <a:lvl7pPr marL="2663922" indent="0">
              <a:buNone/>
              <a:defRPr sz="1554" b="1"/>
            </a:lvl7pPr>
            <a:lvl8pPr marL="3107908" indent="0">
              <a:buNone/>
              <a:defRPr sz="1554" b="1"/>
            </a:lvl8pPr>
            <a:lvl9pPr marL="3551895" indent="0">
              <a:buNone/>
              <a:defRPr sz="155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6712" y="2432590"/>
            <a:ext cx="6244415" cy="357797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72541" y="1632518"/>
            <a:ext cx="6275167" cy="800072"/>
          </a:xfrm>
        </p:spPr>
        <p:txBody>
          <a:bodyPr anchor="b"/>
          <a:lstStyle>
            <a:lvl1pPr marL="0" indent="0">
              <a:buNone/>
              <a:defRPr sz="2331" b="1"/>
            </a:lvl1pPr>
            <a:lvl2pPr marL="443987" indent="0">
              <a:buNone/>
              <a:defRPr sz="1942" b="1"/>
            </a:lvl2pPr>
            <a:lvl3pPr marL="887974" indent="0">
              <a:buNone/>
              <a:defRPr sz="1748" b="1"/>
            </a:lvl3pPr>
            <a:lvl4pPr marL="1331961" indent="0">
              <a:buNone/>
              <a:defRPr sz="1554" b="1"/>
            </a:lvl4pPr>
            <a:lvl5pPr marL="1775948" indent="0">
              <a:buNone/>
              <a:defRPr sz="1554" b="1"/>
            </a:lvl5pPr>
            <a:lvl6pPr marL="2219935" indent="0">
              <a:buNone/>
              <a:defRPr sz="1554" b="1"/>
            </a:lvl6pPr>
            <a:lvl7pPr marL="2663922" indent="0">
              <a:buNone/>
              <a:defRPr sz="1554" b="1"/>
            </a:lvl7pPr>
            <a:lvl8pPr marL="3107908" indent="0">
              <a:buNone/>
              <a:defRPr sz="1554" b="1"/>
            </a:lvl8pPr>
            <a:lvl9pPr marL="3551895" indent="0">
              <a:buNone/>
              <a:defRPr sz="155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72541" y="2432590"/>
            <a:ext cx="6275167" cy="357797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37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9508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2478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3" y="443971"/>
            <a:ext cx="4760669" cy="1553898"/>
          </a:xfrm>
        </p:spPr>
        <p:txBody>
          <a:bodyPr anchor="b"/>
          <a:lstStyle>
            <a:lvl1pPr>
              <a:defRPr sz="310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167" y="958854"/>
            <a:ext cx="7472541" cy="4732606"/>
          </a:xfrm>
        </p:spPr>
        <p:txBody>
          <a:bodyPr/>
          <a:lstStyle>
            <a:lvl1pPr>
              <a:defRPr sz="3108"/>
            </a:lvl1pPr>
            <a:lvl2pPr>
              <a:defRPr sz="2719"/>
            </a:lvl2pPr>
            <a:lvl3pPr>
              <a:defRPr sz="2331"/>
            </a:lvl3pPr>
            <a:lvl4pPr>
              <a:defRPr sz="1942"/>
            </a:lvl4pPr>
            <a:lvl5pPr>
              <a:defRPr sz="1942"/>
            </a:lvl5pPr>
            <a:lvl6pPr>
              <a:defRPr sz="1942"/>
            </a:lvl6pPr>
            <a:lvl7pPr>
              <a:defRPr sz="1942"/>
            </a:lvl7pPr>
            <a:lvl8pPr>
              <a:defRPr sz="1942"/>
            </a:lvl8pPr>
            <a:lvl9pPr>
              <a:defRPr sz="1942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713" y="1997869"/>
            <a:ext cx="4760669" cy="3701299"/>
          </a:xfrm>
        </p:spPr>
        <p:txBody>
          <a:bodyPr/>
          <a:lstStyle>
            <a:lvl1pPr marL="0" indent="0">
              <a:buNone/>
              <a:defRPr sz="1554"/>
            </a:lvl1pPr>
            <a:lvl2pPr marL="443987" indent="0">
              <a:buNone/>
              <a:defRPr sz="1360"/>
            </a:lvl2pPr>
            <a:lvl3pPr marL="887974" indent="0">
              <a:buNone/>
              <a:defRPr sz="1165"/>
            </a:lvl3pPr>
            <a:lvl4pPr marL="1331961" indent="0">
              <a:buNone/>
              <a:defRPr sz="971"/>
            </a:lvl4pPr>
            <a:lvl5pPr marL="1775948" indent="0">
              <a:buNone/>
              <a:defRPr sz="971"/>
            </a:lvl5pPr>
            <a:lvl6pPr marL="2219935" indent="0">
              <a:buNone/>
              <a:defRPr sz="971"/>
            </a:lvl6pPr>
            <a:lvl7pPr marL="2663922" indent="0">
              <a:buNone/>
              <a:defRPr sz="971"/>
            </a:lvl7pPr>
            <a:lvl8pPr marL="3107908" indent="0">
              <a:buNone/>
              <a:defRPr sz="971"/>
            </a:lvl8pPr>
            <a:lvl9pPr marL="3551895" indent="0">
              <a:buNone/>
              <a:defRPr sz="97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87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3" y="443971"/>
            <a:ext cx="4760669" cy="1553898"/>
          </a:xfrm>
        </p:spPr>
        <p:txBody>
          <a:bodyPr anchor="b"/>
          <a:lstStyle>
            <a:lvl1pPr>
              <a:defRPr sz="310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75167" y="958854"/>
            <a:ext cx="7472541" cy="4732606"/>
          </a:xfrm>
        </p:spPr>
        <p:txBody>
          <a:bodyPr anchor="t"/>
          <a:lstStyle>
            <a:lvl1pPr marL="0" indent="0">
              <a:buNone/>
              <a:defRPr sz="3108"/>
            </a:lvl1pPr>
            <a:lvl2pPr marL="443987" indent="0">
              <a:buNone/>
              <a:defRPr sz="2719"/>
            </a:lvl2pPr>
            <a:lvl3pPr marL="887974" indent="0">
              <a:buNone/>
              <a:defRPr sz="2331"/>
            </a:lvl3pPr>
            <a:lvl4pPr marL="1331961" indent="0">
              <a:buNone/>
              <a:defRPr sz="1942"/>
            </a:lvl4pPr>
            <a:lvl5pPr marL="1775948" indent="0">
              <a:buNone/>
              <a:defRPr sz="1942"/>
            </a:lvl5pPr>
            <a:lvl6pPr marL="2219935" indent="0">
              <a:buNone/>
              <a:defRPr sz="1942"/>
            </a:lvl6pPr>
            <a:lvl7pPr marL="2663922" indent="0">
              <a:buNone/>
              <a:defRPr sz="1942"/>
            </a:lvl7pPr>
            <a:lvl8pPr marL="3107908" indent="0">
              <a:buNone/>
              <a:defRPr sz="1942"/>
            </a:lvl8pPr>
            <a:lvl9pPr marL="3551895" indent="0">
              <a:buNone/>
              <a:defRPr sz="1942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713" y="1997869"/>
            <a:ext cx="4760669" cy="3701299"/>
          </a:xfrm>
        </p:spPr>
        <p:txBody>
          <a:bodyPr/>
          <a:lstStyle>
            <a:lvl1pPr marL="0" indent="0">
              <a:buNone/>
              <a:defRPr sz="1554"/>
            </a:lvl1pPr>
            <a:lvl2pPr marL="443987" indent="0">
              <a:buNone/>
              <a:defRPr sz="1360"/>
            </a:lvl2pPr>
            <a:lvl3pPr marL="887974" indent="0">
              <a:buNone/>
              <a:defRPr sz="1165"/>
            </a:lvl3pPr>
            <a:lvl4pPr marL="1331961" indent="0">
              <a:buNone/>
              <a:defRPr sz="971"/>
            </a:lvl4pPr>
            <a:lvl5pPr marL="1775948" indent="0">
              <a:buNone/>
              <a:defRPr sz="971"/>
            </a:lvl5pPr>
            <a:lvl6pPr marL="2219935" indent="0">
              <a:buNone/>
              <a:defRPr sz="971"/>
            </a:lvl6pPr>
            <a:lvl7pPr marL="2663922" indent="0">
              <a:buNone/>
              <a:defRPr sz="971"/>
            </a:lvl7pPr>
            <a:lvl8pPr marL="3107908" indent="0">
              <a:buNone/>
              <a:defRPr sz="971"/>
            </a:lvl8pPr>
            <a:lvl9pPr marL="3551895" indent="0">
              <a:buNone/>
              <a:defRPr sz="97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580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2633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63036" y="354560"/>
            <a:ext cx="3182749" cy="564367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4789" y="354560"/>
            <a:ext cx="9363740" cy="564367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6785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4790" y="354560"/>
            <a:ext cx="12730996" cy="1287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90" y="1772800"/>
            <a:ext cx="12730996" cy="422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4790" y="6172429"/>
            <a:ext cx="3321129" cy="354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9441" y="6172429"/>
            <a:ext cx="4981694" cy="354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24656" y="6172429"/>
            <a:ext cx="3321129" cy="354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048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887974" rtl="0" eaLnBrk="1" latinLnBrk="0" hangingPunct="1">
        <a:lnSpc>
          <a:spcPct val="90000"/>
        </a:lnSpc>
        <a:spcBef>
          <a:spcPct val="0"/>
        </a:spcBef>
        <a:buNone/>
        <a:defRPr sz="42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993" indent="-221993" algn="l" defTabSz="887974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9" kern="1200">
          <a:solidFill>
            <a:schemeClr val="tx1"/>
          </a:solidFill>
          <a:latin typeface="+mn-lt"/>
          <a:ea typeface="+mn-ea"/>
          <a:cs typeface="+mn-cs"/>
        </a:defRPr>
      </a:lvl1pPr>
      <a:lvl2pPr marL="665980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2331" kern="1200">
          <a:solidFill>
            <a:schemeClr val="tx1"/>
          </a:solidFill>
          <a:latin typeface="+mn-lt"/>
          <a:ea typeface="+mn-ea"/>
          <a:cs typeface="+mn-cs"/>
        </a:defRPr>
      </a:lvl2pPr>
      <a:lvl3pPr marL="1109967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942" kern="1200">
          <a:solidFill>
            <a:schemeClr val="tx1"/>
          </a:solidFill>
          <a:latin typeface="+mn-lt"/>
          <a:ea typeface="+mn-ea"/>
          <a:cs typeface="+mn-cs"/>
        </a:defRPr>
      </a:lvl3pPr>
      <a:lvl4pPr marL="1553954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+mn-lt"/>
          <a:ea typeface="+mn-ea"/>
          <a:cs typeface="+mn-cs"/>
        </a:defRPr>
      </a:lvl4pPr>
      <a:lvl5pPr marL="1997941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+mn-lt"/>
          <a:ea typeface="+mn-ea"/>
          <a:cs typeface="+mn-cs"/>
        </a:defRPr>
      </a:lvl5pPr>
      <a:lvl6pPr marL="2441928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+mn-lt"/>
          <a:ea typeface="+mn-ea"/>
          <a:cs typeface="+mn-cs"/>
        </a:defRPr>
      </a:lvl6pPr>
      <a:lvl7pPr marL="2885915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+mn-lt"/>
          <a:ea typeface="+mn-ea"/>
          <a:cs typeface="+mn-cs"/>
        </a:defRPr>
      </a:lvl7pPr>
      <a:lvl8pPr marL="3329902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+mn-lt"/>
          <a:ea typeface="+mn-ea"/>
          <a:cs typeface="+mn-cs"/>
        </a:defRPr>
      </a:lvl8pPr>
      <a:lvl9pPr marL="3773889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1pPr>
      <a:lvl2pPr marL="443987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2pPr>
      <a:lvl3pPr marL="887974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3pPr>
      <a:lvl4pPr marL="1331961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4pPr>
      <a:lvl5pPr marL="1775948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5pPr>
      <a:lvl6pPr marL="2219935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6pPr>
      <a:lvl7pPr marL="2663922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7pPr>
      <a:lvl8pPr marL="3107908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8pPr>
      <a:lvl9pPr marL="3551895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1.png"/><Relationship Id="rId3" Type="http://schemas.openxmlformats.org/officeDocument/2006/relationships/image" Target="../media/image27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9.png"/><Relationship Id="rId25" Type="http://schemas.openxmlformats.org/officeDocument/2006/relationships/image" Target="../media/image25.png"/><Relationship Id="rId2" Type="http://schemas.openxmlformats.org/officeDocument/2006/relationships/image" Target="../media/image26.png"/><Relationship Id="rId16" Type="http://schemas.openxmlformats.org/officeDocument/2006/relationships/image" Target="../media/image28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4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33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1.png"/><Relationship Id="rId2" Type="http://schemas.openxmlformats.org/officeDocument/2006/relationships/image" Target="../media/image31.png"/><Relationship Id="rId16" Type="http://schemas.openxmlformats.org/officeDocument/2006/relationships/image" Target="../media/image29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5.png"/><Relationship Id="rId5" Type="http://schemas.openxmlformats.org/officeDocument/2006/relationships/image" Target="../media/image5.png"/><Relationship Id="rId15" Type="http://schemas.openxmlformats.org/officeDocument/2006/relationships/image" Target="../media/image32.png"/><Relationship Id="rId23" Type="http://schemas.openxmlformats.org/officeDocument/2006/relationships/image" Target="../media/image24.png"/><Relationship Id="rId28" Type="http://schemas.openxmlformats.org/officeDocument/2006/relationships/image" Target="../media/image3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37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1.png"/><Relationship Id="rId2" Type="http://schemas.openxmlformats.org/officeDocument/2006/relationships/image" Target="../media/image36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5.png"/><Relationship Id="rId5" Type="http://schemas.openxmlformats.org/officeDocument/2006/relationships/image" Target="../media/image5.png"/><Relationship Id="rId15" Type="http://schemas.openxmlformats.org/officeDocument/2006/relationships/image" Target="../media/image32.png"/><Relationship Id="rId23" Type="http://schemas.openxmlformats.org/officeDocument/2006/relationships/image" Target="../media/image24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9.png"/><Relationship Id="rId21" Type="http://schemas.openxmlformats.org/officeDocument/2006/relationships/image" Target="../media/image55.png"/><Relationship Id="rId42" Type="http://schemas.openxmlformats.org/officeDocument/2006/relationships/image" Target="../media/image73.png"/><Relationship Id="rId47" Type="http://schemas.openxmlformats.org/officeDocument/2006/relationships/image" Target="../media/image76.png"/><Relationship Id="rId63" Type="http://schemas.openxmlformats.org/officeDocument/2006/relationships/image" Target="../media/image88.png"/><Relationship Id="rId68" Type="http://schemas.openxmlformats.org/officeDocument/2006/relationships/image" Target="../media/image93.png"/><Relationship Id="rId2" Type="http://schemas.openxmlformats.org/officeDocument/2006/relationships/image" Target="../media/image1.png"/><Relationship Id="rId16" Type="http://schemas.openxmlformats.org/officeDocument/2006/relationships/image" Target="../media/image50.png"/><Relationship Id="rId29" Type="http://schemas.openxmlformats.org/officeDocument/2006/relationships/image" Target="../media/image60.png"/><Relationship Id="rId11" Type="http://schemas.openxmlformats.org/officeDocument/2006/relationships/image" Target="../media/image45.png"/><Relationship Id="rId24" Type="http://schemas.openxmlformats.org/officeDocument/2006/relationships/image" Target="../media/image23.png"/><Relationship Id="rId32" Type="http://schemas.openxmlformats.org/officeDocument/2006/relationships/image" Target="../media/image63.png"/><Relationship Id="rId37" Type="http://schemas.openxmlformats.org/officeDocument/2006/relationships/image" Target="../media/image68.png"/><Relationship Id="rId40" Type="http://schemas.openxmlformats.org/officeDocument/2006/relationships/image" Target="../media/image71.png"/><Relationship Id="rId45" Type="http://schemas.openxmlformats.org/officeDocument/2006/relationships/image" Target="../media/image30.png"/><Relationship Id="rId53" Type="http://schemas.openxmlformats.org/officeDocument/2006/relationships/image" Target="../media/image82.png"/><Relationship Id="rId58" Type="http://schemas.openxmlformats.org/officeDocument/2006/relationships/image" Target="../media/image34.png"/><Relationship Id="rId66" Type="http://schemas.openxmlformats.org/officeDocument/2006/relationships/image" Target="../media/image91.png"/><Relationship Id="rId74" Type="http://schemas.openxmlformats.org/officeDocument/2006/relationships/image" Target="../media/image37.png"/><Relationship Id="rId5" Type="http://schemas.openxmlformats.org/officeDocument/2006/relationships/image" Target="../media/image40.png"/><Relationship Id="rId61" Type="http://schemas.openxmlformats.org/officeDocument/2006/relationships/image" Target="../media/image86.png"/><Relationship Id="rId19" Type="http://schemas.openxmlformats.org/officeDocument/2006/relationships/image" Target="../media/image5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26.png"/><Relationship Id="rId30" Type="http://schemas.openxmlformats.org/officeDocument/2006/relationships/image" Target="../media/image61.png"/><Relationship Id="rId35" Type="http://schemas.openxmlformats.org/officeDocument/2006/relationships/image" Target="../media/image66.png"/><Relationship Id="rId43" Type="http://schemas.openxmlformats.org/officeDocument/2006/relationships/image" Target="../media/image74.png"/><Relationship Id="rId48" Type="http://schemas.openxmlformats.org/officeDocument/2006/relationships/image" Target="../media/image77.png"/><Relationship Id="rId56" Type="http://schemas.openxmlformats.org/officeDocument/2006/relationships/image" Target="../media/image85.png"/><Relationship Id="rId64" Type="http://schemas.openxmlformats.org/officeDocument/2006/relationships/image" Target="../media/image89.png"/><Relationship Id="rId69" Type="http://schemas.openxmlformats.org/officeDocument/2006/relationships/image" Target="../media/image94.png"/><Relationship Id="rId8" Type="http://schemas.openxmlformats.org/officeDocument/2006/relationships/image" Target="../media/image43.png"/><Relationship Id="rId51" Type="http://schemas.openxmlformats.org/officeDocument/2006/relationships/image" Target="../media/image80.png"/><Relationship Id="rId72" Type="http://schemas.openxmlformats.org/officeDocument/2006/relationships/image" Target="../media/image97.png"/><Relationship Id="rId3" Type="http://schemas.openxmlformats.org/officeDocument/2006/relationships/image" Target="../media/image2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8.png"/><Relationship Id="rId33" Type="http://schemas.openxmlformats.org/officeDocument/2006/relationships/image" Target="../media/image64.png"/><Relationship Id="rId38" Type="http://schemas.openxmlformats.org/officeDocument/2006/relationships/image" Target="../media/image69.png"/><Relationship Id="rId46" Type="http://schemas.openxmlformats.org/officeDocument/2006/relationships/image" Target="../media/image31.png"/><Relationship Id="rId59" Type="http://schemas.openxmlformats.org/officeDocument/2006/relationships/image" Target="../media/image35.png"/><Relationship Id="rId67" Type="http://schemas.openxmlformats.org/officeDocument/2006/relationships/image" Target="../media/image92.png"/><Relationship Id="rId20" Type="http://schemas.openxmlformats.org/officeDocument/2006/relationships/image" Target="../media/image54.png"/><Relationship Id="rId41" Type="http://schemas.openxmlformats.org/officeDocument/2006/relationships/image" Target="../media/image72.png"/><Relationship Id="rId54" Type="http://schemas.openxmlformats.org/officeDocument/2006/relationships/image" Target="../media/image83.png"/><Relationship Id="rId62" Type="http://schemas.openxmlformats.org/officeDocument/2006/relationships/image" Target="../media/image87.png"/><Relationship Id="rId70" Type="http://schemas.openxmlformats.org/officeDocument/2006/relationships/image" Target="../media/image95.png"/><Relationship Id="rId75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27.png"/><Relationship Id="rId36" Type="http://schemas.openxmlformats.org/officeDocument/2006/relationships/image" Target="../media/image67.png"/><Relationship Id="rId49" Type="http://schemas.openxmlformats.org/officeDocument/2006/relationships/image" Target="../media/image78.png"/><Relationship Id="rId57" Type="http://schemas.openxmlformats.org/officeDocument/2006/relationships/image" Target="../media/image33.png"/><Relationship Id="rId10" Type="http://schemas.openxmlformats.org/officeDocument/2006/relationships/image" Target="../media/image9.png"/><Relationship Id="rId31" Type="http://schemas.openxmlformats.org/officeDocument/2006/relationships/image" Target="../media/image62.png"/><Relationship Id="rId44" Type="http://schemas.openxmlformats.org/officeDocument/2006/relationships/image" Target="../media/image75.png"/><Relationship Id="rId52" Type="http://schemas.openxmlformats.org/officeDocument/2006/relationships/image" Target="../media/image81.png"/><Relationship Id="rId60" Type="http://schemas.openxmlformats.org/officeDocument/2006/relationships/image" Target="../media/image36.png"/><Relationship Id="rId65" Type="http://schemas.openxmlformats.org/officeDocument/2006/relationships/image" Target="../media/image90.png"/><Relationship Id="rId73" Type="http://schemas.openxmlformats.org/officeDocument/2006/relationships/image" Target="../media/image98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9" Type="http://schemas.openxmlformats.org/officeDocument/2006/relationships/image" Target="../media/image70.png"/><Relationship Id="rId34" Type="http://schemas.openxmlformats.org/officeDocument/2006/relationships/image" Target="../media/image65.png"/><Relationship Id="rId50" Type="http://schemas.openxmlformats.org/officeDocument/2006/relationships/image" Target="../media/image79.png"/><Relationship Id="rId55" Type="http://schemas.openxmlformats.org/officeDocument/2006/relationships/image" Target="../media/image84.png"/><Relationship Id="rId7" Type="http://schemas.openxmlformats.org/officeDocument/2006/relationships/image" Target="../media/image42.png"/><Relationship Id="rId71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6219717" y="1261745"/>
            <a:ext cx="2518997" cy="4419379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0873" tIns="10437" rIns="20873" bIns="1043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411" dirty="0"/>
          </a:p>
        </p:txBody>
      </p: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6C0DC6D9-C042-48D2-8312-53B3F28BF5FE}"/>
              </a:ext>
            </a:extLst>
          </p:cNvPr>
          <p:cNvGrpSpPr/>
          <p:nvPr/>
        </p:nvGrpSpPr>
        <p:grpSpPr>
          <a:xfrm>
            <a:off x="7750183" y="1605519"/>
            <a:ext cx="854746" cy="783501"/>
            <a:chOff x="4207769" y="2691196"/>
            <a:chExt cx="1323709" cy="1213375"/>
          </a:xfrm>
        </p:grpSpPr>
        <p:pic>
          <p:nvPicPr>
            <p:cNvPr id="75" name="圖片 74">
              <a:extLst>
                <a:ext uri="{FF2B5EF4-FFF2-40B4-BE49-F238E27FC236}">
                  <a16:creationId xmlns:a16="http://schemas.microsoft.com/office/drawing/2014/main" id="{3A1C1728-593F-44C5-8C68-404359F21E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76" name="圖片 75">
              <a:extLst>
                <a:ext uri="{FF2B5EF4-FFF2-40B4-BE49-F238E27FC236}">
                  <a16:creationId xmlns:a16="http://schemas.microsoft.com/office/drawing/2014/main" id="{1A5BCBC6-47C2-4ECD-B7B7-31F7823C01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</p:grpSp>
      <p:pic>
        <p:nvPicPr>
          <p:cNvPr id="10" name="圖片 9">
            <a:extLst>
              <a:ext uri="{FF2B5EF4-FFF2-40B4-BE49-F238E27FC236}">
                <a16:creationId xmlns:a16="http://schemas.microsoft.com/office/drawing/2014/main" id="{AB9437CA-8479-430F-94F9-F8294965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9901" r="79196" b="70805"/>
          <a:stretch/>
        </p:blipFill>
        <p:spPr>
          <a:xfrm>
            <a:off x="6983157" y="1591145"/>
            <a:ext cx="566558" cy="56827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E439B64-4C39-4DC3-A808-9F71E101D2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t="9936" r="65451" b="70772"/>
          <a:stretch/>
        </p:blipFill>
        <p:spPr>
          <a:xfrm>
            <a:off x="7080796" y="4245061"/>
            <a:ext cx="569133" cy="56827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CEA8C1C-2566-4F1A-893A-AC03A79BD9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" t="30231" r="79166" b="50417"/>
          <a:stretch/>
        </p:blipFill>
        <p:spPr>
          <a:xfrm>
            <a:off x="6984840" y="2203318"/>
            <a:ext cx="568273" cy="56999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E2EB9CE-E8BF-48FD-8E8F-D57D018CDA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2" t="30180" r="65466" b="50469"/>
          <a:stretch/>
        </p:blipFill>
        <p:spPr>
          <a:xfrm>
            <a:off x="7081747" y="4857236"/>
            <a:ext cx="567417" cy="569991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6323340" y="1335455"/>
            <a:ext cx="2307359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11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7235776" y="2583450"/>
                <a:ext cx="186226" cy="21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809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776" y="2583450"/>
                <a:ext cx="186226" cy="216854"/>
              </a:xfrm>
              <a:prstGeom prst="rect">
                <a:avLst/>
              </a:prstGeom>
              <a:blipFill>
                <a:blip r:embed="rId4"/>
                <a:stretch>
                  <a:fillRect r="-838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7243161" y="1972858"/>
                <a:ext cx="186226" cy="21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809" dirty="0"/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161" y="1972858"/>
                <a:ext cx="186226" cy="216854"/>
              </a:xfrm>
              <a:prstGeom prst="rect">
                <a:avLst/>
              </a:prstGeom>
              <a:blipFill>
                <a:blip r:embed="rId5"/>
                <a:stretch>
                  <a:fillRect r="-870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7264895" y="1839991"/>
            <a:ext cx="34974" cy="33550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7178893" y="1671418"/>
                <a:ext cx="137328" cy="219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893" y="1671418"/>
                <a:ext cx="137328" cy="219419"/>
              </a:xfrm>
              <a:prstGeom prst="rect">
                <a:avLst/>
              </a:prstGeom>
              <a:blipFill>
                <a:blip r:embed="rId6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7240903" y="1806995"/>
                <a:ext cx="10334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0903" y="1806995"/>
                <a:ext cx="103347" cy="210379"/>
              </a:xfrm>
              <a:prstGeom prst="rect">
                <a:avLst/>
              </a:prstGeom>
              <a:blipFill>
                <a:blip r:embed="rId7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7268144" y="2453152"/>
            <a:ext cx="34974" cy="33550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7182154" y="2284579"/>
                <a:ext cx="126395" cy="219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154" y="2284579"/>
                <a:ext cx="126395" cy="219419"/>
              </a:xfrm>
              <a:prstGeom prst="rect">
                <a:avLst/>
              </a:prstGeom>
              <a:blipFill>
                <a:blip r:embed="rId8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7272727" y="2393780"/>
                <a:ext cx="10334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727" y="2393780"/>
                <a:ext cx="103347" cy="210379"/>
              </a:xfrm>
              <a:prstGeom prst="rect">
                <a:avLst/>
              </a:prstGeom>
              <a:blipFill>
                <a:blip r:embed="rId9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7579232" y="2180517"/>
            <a:ext cx="180371" cy="603087"/>
          </a:xfrm>
          <a:prstGeom prst="rect">
            <a:avLst/>
          </a:prstGeom>
        </p:spPr>
      </p:pic>
      <p:pic>
        <p:nvPicPr>
          <p:cNvPr id="141" name="圖片 140">
            <a:extLst>
              <a:ext uri="{FF2B5EF4-FFF2-40B4-BE49-F238E27FC236}">
                <a16:creationId xmlns:a16="http://schemas.microsoft.com/office/drawing/2014/main" id="{54D58104-A6B2-4314-B0D5-EFF445DE61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6332112" y="3795649"/>
            <a:ext cx="564269" cy="567703"/>
          </a:xfrm>
          <a:prstGeom prst="rect">
            <a:avLst/>
          </a:prstGeom>
        </p:spPr>
      </p:pic>
      <p:pic>
        <p:nvPicPr>
          <p:cNvPr id="142" name="圖片 141">
            <a:extLst>
              <a:ext uri="{FF2B5EF4-FFF2-40B4-BE49-F238E27FC236}">
                <a16:creationId xmlns:a16="http://schemas.microsoft.com/office/drawing/2014/main" id="{5C9A896D-E956-4B65-B6D0-476A3CAF2D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6330539" y="4408488"/>
            <a:ext cx="567415" cy="568273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7578296" y="1572274"/>
            <a:ext cx="180371" cy="5981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7540825" y="2034637"/>
                <a:ext cx="141332" cy="198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8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825" y="2034637"/>
                <a:ext cx="141332" cy="198196"/>
              </a:xfrm>
              <a:prstGeom prst="rect">
                <a:avLst/>
              </a:prstGeom>
              <a:blipFill>
                <a:blip r:embed="rId11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7546192" y="2647799"/>
                <a:ext cx="141332" cy="198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8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192" y="2647799"/>
                <a:ext cx="141332" cy="198196"/>
              </a:xfrm>
              <a:prstGeom prst="rect">
                <a:avLst/>
              </a:prstGeom>
              <a:blipFill>
                <a:blip r:embed="rId12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6937778" y="2756499"/>
                <a:ext cx="749746" cy="32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767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778" y="2756499"/>
                <a:ext cx="749746" cy="3254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6233153" y="4973769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153" y="4973769"/>
                <a:ext cx="762187" cy="21037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7018250" y="5431874"/>
                <a:ext cx="707529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250" y="5431874"/>
                <a:ext cx="707529" cy="21037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7166046" y="3938988"/>
                <a:ext cx="38964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046" y="3938988"/>
                <a:ext cx="389640" cy="210379"/>
              </a:xfrm>
              <a:prstGeom prst="rect">
                <a:avLst/>
              </a:prstGeom>
              <a:blipFill>
                <a:blip r:embed="rId16"/>
                <a:stretch>
                  <a:fillRect t="-71429" r="-65079" b="-11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7174097" y="2983276"/>
                <a:ext cx="38964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097" y="2983276"/>
                <a:ext cx="389640" cy="210379"/>
              </a:xfrm>
              <a:prstGeom prst="rect">
                <a:avLst/>
              </a:prstGeom>
              <a:blipFill>
                <a:blip r:embed="rId17"/>
                <a:stretch>
                  <a:fillRect t="-71429" r="-62500" b="-11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7332246" y="3148489"/>
            <a:ext cx="77860" cy="80653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9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7026180" y="3188814"/>
            <a:ext cx="692094" cy="716921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7332246" y="3865007"/>
            <a:ext cx="77860" cy="80653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7221952" y="3201454"/>
            <a:ext cx="298450" cy="692094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7197736" y="3189055"/>
            <a:ext cx="346047" cy="716921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7221952" y="3201454"/>
            <a:ext cx="298450" cy="692094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7107713" y="3462033"/>
                <a:ext cx="8480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713" y="3462033"/>
                <a:ext cx="84800" cy="210379"/>
              </a:xfrm>
              <a:prstGeom prst="rect">
                <a:avLst/>
              </a:prstGeom>
              <a:blipFill>
                <a:blip r:embed="rId18"/>
                <a:stretch>
                  <a:fillRect r="-4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7331793" y="3865007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7421611" y="3507756"/>
                <a:ext cx="8480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611" y="3507756"/>
                <a:ext cx="84800" cy="210379"/>
              </a:xfrm>
              <a:prstGeom prst="rect">
                <a:avLst/>
              </a:prstGeom>
              <a:blipFill>
                <a:blip r:embed="rId19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7304604" y="3205927"/>
                <a:ext cx="123162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604" y="3205927"/>
                <a:ext cx="123162" cy="210379"/>
              </a:xfrm>
              <a:prstGeom prst="rect">
                <a:avLst/>
              </a:prstGeom>
              <a:blipFill>
                <a:blip r:embed="rId20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7197736" y="3189055"/>
            <a:ext cx="346047" cy="716921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7678251" y="3507189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7369307" y="3332754"/>
            <a:ext cx="813" cy="21371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7370724" y="3545418"/>
            <a:ext cx="93846" cy="7513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88610" y="3463231"/>
            <a:ext cx="0" cy="16437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6986077" y="3507189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7332360" y="3144715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9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9398" y="3500291"/>
            <a:ext cx="49083" cy="94767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7164929" y="3517091"/>
                <a:ext cx="151089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929" y="3517091"/>
                <a:ext cx="151089" cy="210379"/>
              </a:xfrm>
              <a:prstGeom prst="rect">
                <a:avLst/>
              </a:prstGeom>
              <a:blipFill>
                <a:blip r:embed="rId21"/>
                <a:stretch>
                  <a:fillRect r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7264272" y="3548255"/>
            <a:ext cx="106203" cy="137335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7333300" y="3482437"/>
            <a:ext cx="71517" cy="144442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7352366" y="3363518"/>
                <a:ext cx="142371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366" y="3363518"/>
                <a:ext cx="142371" cy="210379"/>
              </a:xfrm>
              <a:prstGeom prst="rect">
                <a:avLst/>
              </a:prstGeom>
              <a:blipFill>
                <a:blip r:embed="rId22"/>
                <a:stretch>
                  <a:fillRect r="-260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7366599" y="3334608"/>
            <a:ext cx="274117" cy="21551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7496142" y="3642223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7167444" y="3382918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6277038" y="3586329"/>
                <a:ext cx="674417" cy="32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038" y="3586329"/>
                <a:ext cx="674417" cy="325410"/>
              </a:xfrm>
              <a:prstGeom prst="rect">
                <a:avLst/>
              </a:prstGeom>
              <a:blipFill>
                <a:blip r:embed="rId23"/>
                <a:stretch>
                  <a:fillRect l="-4545" t="-50000" b="-814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圖片 66">
            <a:extLst>
              <a:ext uri="{FF2B5EF4-FFF2-40B4-BE49-F238E27FC236}">
                <a16:creationId xmlns:a16="http://schemas.microsoft.com/office/drawing/2014/main" id="{ED150B49-3B48-4303-A3BD-D7CE4EFB3C2E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t="51281" r="51003"/>
          <a:stretch/>
        </p:blipFill>
        <p:spPr>
          <a:xfrm>
            <a:off x="6325451" y="3024180"/>
            <a:ext cx="577564" cy="569518"/>
          </a:xfrm>
          <a:prstGeom prst="rect">
            <a:avLst/>
          </a:prstGeom>
        </p:spPr>
      </p:pic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7573718" y="3734227"/>
            <a:ext cx="281354" cy="393456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4" name="圖片 143">
            <a:extLst>
              <a:ext uri="{FF2B5EF4-FFF2-40B4-BE49-F238E27FC236}">
                <a16:creationId xmlns:a16="http://schemas.microsoft.com/office/drawing/2014/main" id="{35BF13E5-71D9-475C-8AF1-2A3C413496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7836194" y="2423613"/>
            <a:ext cx="569133" cy="569991"/>
          </a:xfrm>
          <a:prstGeom prst="rect">
            <a:avLst/>
          </a:prstGeom>
        </p:spPr>
      </p:pic>
      <p:pic>
        <p:nvPicPr>
          <p:cNvPr id="145" name="圖片 144">
            <a:extLst>
              <a:ext uri="{FF2B5EF4-FFF2-40B4-BE49-F238E27FC236}">
                <a16:creationId xmlns:a16="http://schemas.microsoft.com/office/drawing/2014/main" id="{A42122A8-C527-4EFD-9116-C124C9D047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7836623" y="3035774"/>
            <a:ext cx="568275" cy="5717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7739667" y="3592497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67" y="3592497"/>
                <a:ext cx="762187" cy="21037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7739667" y="4919723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67" y="4919723"/>
                <a:ext cx="762187" cy="21037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" name="圖片 65">
            <a:extLst>
              <a:ext uri="{FF2B5EF4-FFF2-40B4-BE49-F238E27FC236}">
                <a16:creationId xmlns:a16="http://schemas.microsoft.com/office/drawing/2014/main" id="{736C0ACC-C173-4013-BFDA-40CFF22EE3A8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51236" b="50807"/>
          <a:stretch/>
        </p:blipFill>
        <p:spPr>
          <a:xfrm>
            <a:off x="7833331" y="3742982"/>
            <a:ext cx="574828" cy="575058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1630767B-2271-4A2C-BDD9-E2716DA6C262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51236" t="50810"/>
          <a:stretch/>
        </p:blipFill>
        <p:spPr>
          <a:xfrm>
            <a:off x="7833345" y="4358935"/>
            <a:ext cx="574827" cy="575017"/>
          </a:xfrm>
          <a:prstGeom prst="rect">
            <a:avLst/>
          </a:prstGeom>
        </p:spPr>
      </p:pic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6769538" y="2805479"/>
            <a:ext cx="420499" cy="60080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" name="圖片 1">
            <a:extLst>
              <a:ext uri="{FF2B5EF4-FFF2-40B4-BE49-F238E27FC236}">
                <a16:creationId xmlns:a16="http://schemas.microsoft.com/office/drawing/2014/main" id="{66910F86-E065-4D04-A1F1-55349DB6A13A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r="51003" b="50581"/>
          <a:stretch/>
        </p:blipFill>
        <p:spPr>
          <a:xfrm>
            <a:off x="6325464" y="2433575"/>
            <a:ext cx="577565" cy="577696"/>
          </a:xfrm>
          <a:prstGeom prst="rect">
            <a:avLst/>
          </a:prstGeom>
        </p:spPr>
      </p:pic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CACA4E4E-C54C-4649-B245-F7E917A73438}"/>
              </a:ext>
            </a:extLst>
          </p:cNvPr>
          <p:cNvCxnSpPr>
            <a:cxnSpLocks/>
          </p:cNvCxnSpPr>
          <p:nvPr/>
        </p:nvCxnSpPr>
        <p:spPr>
          <a:xfrm flipH="1">
            <a:off x="6901107" y="3575172"/>
            <a:ext cx="97062" cy="22501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25B9AB08-75C4-4B5D-BCB0-F5A4F049AB8B}"/>
              </a:ext>
            </a:extLst>
          </p:cNvPr>
          <p:cNvCxnSpPr>
            <a:cxnSpLocks/>
          </p:cNvCxnSpPr>
          <p:nvPr/>
        </p:nvCxnSpPr>
        <p:spPr>
          <a:xfrm flipV="1">
            <a:off x="7747381" y="3325385"/>
            <a:ext cx="85725" cy="182440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401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6219717" y="1261745"/>
            <a:ext cx="2518997" cy="4419379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0873" tIns="10437" rIns="20873" bIns="1043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411" dirty="0"/>
          </a:p>
        </p:txBody>
      </p:sp>
      <p:pic>
        <p:nvPicPr>
          <p:cNvPr id="92" name="圖片 91">
            <a:extLst>
              <a:ext uri="{FF2B5EF4-FFF2-40B4-BE49-F238E27FC236}">
                <a16:creationId xmlns:a16="http://schemas.microsoft.com/office/drawing/2014/main" id="{DE55028B-C902-4300-BAF9-E77F082AAE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0"/>
          <a:stretch/>
        </p:blipFill>
        <p:spPr>
          <a:xfrm>
            <a:off x="6982626" y="1588479"/>
            <a:ext cx="599218" cy="1178886"/>
          </a:xfrm>
          <a:prstGeom prst="rect">
            <a:avLst/>
          </a:prstGeom>
        </p:spPr>
      </p:pic>
      <p:pic>
        <p:nvPicPr>
          <p:cNvPr id="93" name="圖片 92">
            <a:extLst>
              <a:ext uri="{FF2B5EF4-FFF2-40B4-BE49-F238E27FC236}">
                <a16:creationId xmlns:a16="http://schemas.microsoft.com/office/drawing/2014/main" id="{C4FA81F1-EA15-4F03-A4B7-B3B16342BD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445"/>
          <a:stretch/>
        </p:blipFill>
        <p:spPr>
          <a:xfrm>
            <a:off x="7816976" y="2419353"/>
            <a:ext cx="593536" cy="1178887"/>
          </a:xfrm>
          <a:prstGeom prst="rect">
            <a:avLst/>
          </a:prstGeom>
        </p:spPr>
      </p:pic>
      <p:pic>
        <p:nvPicPr>
          <p:cNvPr id="94" name="圖片 93">
            <a:extLst>
              <a:ext uri="{FF2B5EF4-FFF2-40B4-BE49-F238E27FC236}">
                <a16:creationId xmlns:a16="http://schemas.microsoft.com/office/drawing/2014/main" id="{145D7180-B4C8-4258-B8ED-01F7B76E19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975" r="24608"/>
          <a:stretch/>
        </p:blipFill>
        <p:spPr>
          <a:xfrm>
            <a:off x="6307064" y="3782163"/>
            <a:ext cx="614375" cy="1178886"/>
          </a:xfrm>
          <a:prstGeom prst="rect">
            <a:avLst/>
          </a:prstGeom>
        </p:spPr>
      </p:pic>
      <p:pic>
        <p:nvPicPr>
          <p:cNvPr id="95" name="圖片 94">
            <a:extLst>
              <a:ext uri="{FF2B5EF4-FFF2-40B4-BE49-F238E27FC236}">
                <a16:creationId xmlns:a16="http://schemas.microsoft.com/office/drawing/2014/main" id="{51D3BEA8-5028-49BB-98F4-24CA8A5BA4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430" r="49783"/>
          <a:stretch/>
        </p:blipFill>
        <p:spPr>
          <a:xfrm>
            <a:off x="7062926" y="4242849"/>
            <a:ext cx="623307" cy="1178887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63E7967E-EF0D-4FFF-91B8-97CE70A58A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542"/>
          <a:stretch/>
        </p:blipFill>
        <p:spPr>
          <a:xfrm>
            <a:off x="7824152" y="3742155"/>
            <a:ext cx="590388" cy="1188753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C8F0DC94-8CD7-4F5C-9C50-3B09EB0119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277"/>
          <a:stretch/>
        </p:blipFill>
        <p:spPr>
          <a:xfrm>
            <a:off x="6331599" y="2418099"/>
            <a:ext cx="593549" cy="1188753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6323340" y="1335455"/>
            <a:ext cx="2307359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11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7235776" y="2583450"/>
                <a:ext cx="186226" cy="21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809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776" y="2583450"/>
                <a:ext cx="186226" cy="216854"/>
              </a:xfrm>
              <a:prstGeom prst="rect">
                <a:avLst/>
              </a:prstGeom>
              <a:blipFill>
                <a:blip r:embed="rId4"/>
                <a:stretch>
                  <a:fillRect r="-838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7243161" y="1972858"/>
                <a:ext cx="186226" cy="21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809" dirty="0"/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161" y="1972858"/>
                <a:ext cx="186226" cy="216854"/>
              </a:xfrm>
              <a:prstGeom prst="rect">
                <a:avLst/>
              </a:prstGeom>
              <a:blipFill>
                <a:blip r:embed="rId5"/>
                <a:stretch>
                  <a:fillRect r="-870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7264895" y="1839991"/>
            <a:ext cx="34974" cy="33550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7178893" y="1671418"/>
                <a:ext cx="137328" cy="219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893" y="1671418"/>
                <a:ext cx="137328" cy="219419"/>
              </a:xfrm>
              <a:prstGeom prst="rect">
                <a:avLst/>
              </a:prstGeom>
              <a:blipFill>
                <a:blip r:embed="rId6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7240903" y="1806995"/>
                <a:ext cx="10334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0903" y="1806995"/>
                <a:ext cx="103347" cy="210379"/>
              </a:xfrm>
              <a:prstGeom prst="rect">
                <a:avLst/>
              </a:prstGeom>
              <a:blipFill>
                <a:blip r:embed="rId7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7268144" y="2453152"/>
            <a:ext cx="34974" cy="33550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7182154" y="2284579"/>
                <a:ext cx="126395" cy="219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154" y="2284579"/>
                <a:ext cx="126395" cy="219419"/>
              </a:xfrm>
              <a:prstGeom prst="rect">
                <a:avLst/>
              </a:prstGeom>
              <a:blipFill>
                <a:blip r:embed="rId8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7272727" y="2393780"/>
                <a:ext cx="10334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727" y="2393780"/>
                <a:ext cx="103347" cy="210379"/>
              </a:xfrm>
              <a:prstGeom prst="rect">
                <a:avLst/>
              </a:prstGeom>
              <a:blipFill>
                <a:blip r:embed="rId9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7579232" y="2180517"/>
            <a:ext cx="180371" cy="603087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7578296" y="1572274"/>
            <a:ext cx="180371" cy="5981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7540825" y="2034637"/>
                <a:ext cx="141332" cy="198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8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825" y="2034637"/>
                <a:ext cx="141332" cy="198196"/>
              </a:xfrm>
              <a:prstGeom prst="rect">
                <a:avLst/>
              </a:prstGeom>
              <a:blipFill>
                <a:blip r:embed="rId11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7546192" y="2647799"/>
                <a:ext cx="141332" cy="198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8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192" y="2647799"/>
                <a:ext cx="141332" cy="198196"/>
              </a:xfrm>
              <a:prstGeom prst="rect">
                <a:avLst/>
              </a:prstGeom>
              <a:blipFill>
                <a:blip r:embed="rId12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6937778" y="2756499"/>
                <a:ext cx="749746" cy="32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767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778" y="2756499"/>
                <a:ext cx="749746" cy="3254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6233153" y="4973769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153" y="4973769"/>
                <a:ext cx="762187" cy="21037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7018250" y="5431874"/>
                <a:ext cx="707529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250" y="5431874"/>
                <a:ext cx="707529" cy="21037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7166046" y="3938988"/>
                <a:ext cx="38964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046" y="3938988"/>
                <a:ext cx="389640" cy="210379"/>
              </a:xfrm>
              <a:prstGeom prst="rect">
                <a:avLst/>
              </a:prstGeom>
              <a:blipFill>
                <a:blip r:embed="rId16"/>
                <a:stretch>
                  <a:fillRect t="-71429" r="-65079" b="-11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7174097" y="2983276"/>
                <a:ext cx="38964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097" y="2983276"/>
                <a:ext cx="389640" cy="210379"/>
              </a:xfrm>
              <a:prstGeom prst="rect">
                <a:avLst/>
              </a:prstGeom>
              <a:blipFill>
                <a:blip r:embed="rId17"/>
                <a:stretch>
                  <a:fillRect t="-71429" r="-43750" b="-11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7332246" y="3148489"/>
            <a:ext cx="77860" cy="80653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9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7026180" y="3188814"/>
            <a:ext cx="692094" cy="716921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7332246" y="3865007"/>
            <a:ext cx="77860" cy="80653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7221952" y="3201454"/>
            <a:ext cx="298450" cy="692094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7197736" y="3189055"/>
            <a:ext cx="346047" cy="716921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7221952" y="3201454"/>
            <a:ext cx="298450" cy="692094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7107713" y="3462033"/>
                <a:ext cx="8480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713" y="3462033"/>
                <a:ext cx="84800" cy="210379"/>
              </a:xfrm>
              <a:prstGeom prst="rect">
                <a:avLst/>
              </a:prstGeom>
              <a:blipFill>
                <a:blip r:embed="rId18"/>
                <a:stretch>
                  <a:fillRect r="-4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7331793" y="3865007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7421611" y="3507756"/>
                <a:ext cx="8480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611" y="3507756"/>
                <a:ext cx="84800" cy="210379"/>
              </a:xfrm>
              <a:prstGeom prst="rect">
                <a:avLst/>
              </a:prstGeom>
              <a:blipFill>
                <a:blip r:embed="rId19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7304604" y="3205927"/>
                <a:ext cx="123162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604" y="3205927"/>
                <a:ext cx="123162" cy="210379"/>
              </a:xfrm>
              <a:prstGeom prst="rect">
                <a:avLst/>
              </a:prstGeom>
              <a:blipFill>
                <a:blip r:embed="rId20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7197736" y="3189055"/>
            <a:ext cx="346047" cy="716921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7678251" y="3507189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7369307" y="3332754"/>
            <a:ext cx="813" cy="21371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7370724" y="3545418"/>
            <a:ext cx="93846" cy="7513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88610" y="3463231"/>
            <a:ext cx="0" cy="16437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6986077" y="3507189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7332360" y="3144715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9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9398" y="3500291"/>
            <a:ext cx="49083" cy="94767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7164929" y="3517091"/>
                <a:ext cx="151089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929" y="3517091"/>
                <a:ext cx="151089" cy="210379"/>
              </a:xfrm>
              <a:prstGeom prst="rect">
                <a:avLst/>
              </a:prstGeom>
              <a:blipFill>
                <a:blip r:embed="rId21"/>
                <a:stretch>
                  <a:fillRect r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7264272" y="3548255"/>
            <a:ext cx="106203" cy="137335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7333300" y="3482437"/>
            <a:ext cx="71517" cy="144442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7352366" y="3363518"/>
                <a:ext cx="142371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366" y="3363518"/>
                <a:ext cx="142371" cy="210379"/>
              </a:xfrm>
              <a:prstGeom prst="rect">
                <a:avLst/>
              </a:prstGeom>
              <a:blipFill>
                <a:blip r:embed="rId22"/>
                <a:stretch>
                  <a:fillRect r="-260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7366599" y="3334608"/>
            <a:ext cx="274117" cy="21551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7496142" y="3642223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7167444" y="3382918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6277038" y="3586329"/>
                <a:ext cx="674417" cy="32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038" y="3586329"/>
                <a:ext cx="674417" cy="325410"/>
              </a:xfrm>
              <a:prstGeom prst="rect">
                <a:avLst/>
              </a:prstGeom>
              <a:blipFill>
                <a:blip r:embed="rId23"/>
                <a:stretch>
                  <a:fillRect l="-4545" t="-50000" b="-814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7573718" y="3734227"/>
            <a:ext cx="281354" cy="393456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7739667" y="3592497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67" y="3592497"/>
                <a:ext cx="762187" cy="21037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7739667" y="4919723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67" y="4919723"/>
                <a:ext cx="762187" cy="21037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6914309" y="3012327"/>
            <a:ext cx="275727" cy="39395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E7149377-9A12-481F-B27F-13C99B2FA29A}"/>
              </a:ext>
            </a:extLst>
          </p:cNvPr>
          <p:cNvGrpSpPr/>
          <p:nvPr/>
        </p:nvGrpSpPr>
        <p:grpSpPr>
          <a:xfrm>
            <a:off x="7749516" y="1605033"/>
            <a:ext cx="854746" cy="785609"/>
            <a:chOff x="4207769" y="2687931"/>
            <a:chExt cx="1323709" cy="1216640"/>
          </a:xfrm>
        </p:grpSpPr>
        <p:pic>
          <p:nvPicPr>
            <p:cNvPr id="99" name="圖片 98">
              <a:extLst>
                <a:ext uri="{FF2B5EF4-FFF2-40B4-BE49-F238E27FC236}">
                  <a16:creationId xmlns:a16="http://schemas.microsoft.com/office/drawing/2014/main" id="{5D1374BB-C46D-4969-9F09-3CC6310FB8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100" name="圖片 99">
              <a:extLst>
                <a:ext uri="{FF2B5EF4-FFF2-40B4-BE49-F238E27FC236}">
                  <a16:creationId xmlns:a16="http://schemas.microsoft.com/office/drawing/2014/main" id="{83F27FDC-B4DE-4883-A140-18C194554C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  <p:pic>
          <p:nvPicPr>
            <p:cNvPr id="101" name="圖片 100">
              <a:extLst>
                <a:ext uri="{FF2B5EF4-FFF2-40B4-BE49-F238E27FC236}">
                  <a16:creationId xmlns:a16="http://schemas.microsoft.com/office/drawing/2014/main" id="{B61DC5E0-08F4-4462-96A6-0CED4604D2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/>
            <a:srcRect l="11507" t="21184" r="9434" b="16673"/>
            <a:stretch/>
          </p:blipFill>
          <p:spPr>
            <a:xfrm>
              <a:off x="4326730" y="3647575"/>
              <a:ext cx="531019" cy="129089"/>
            </a:xfrm>
            <a:prstGeom prst="rect">
              <a:avLst/>
            </a:prstGeom>
          </p:spPr>
        </p:pic>
        <p:pic>
          <p:nvPicPr>
            <p:cNvPr id="102" name="圖片 101">
              <a:extLst>
                <a:ext uri="{FF2B5EF4-FFF2-40B4-BE49-F238E27FC236}">
                  <a16:creationId xmlns:a16="http://schemas.microsoft.com/office/drawing/2014/main" id="{37DBEF56-7C33-4BEF-9F1D-EE2FC451FD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/>
            <a:srcRect l="11507" t="21184" r="9434" b="16673"/>
            <a:stretch/>
          </p:blipFill>
          <p:spPr>
            <a:xfrm>
              <a:off x="4326730" y="2687931"/>
              <a:ext cx="531019" cy="129089"/>
            </a:xfrm>
            <a:prstGeom prst="rect">
              <a:avLst/>
            </a:prstGeom>
          </p:spPr>
        </p:pic>
      </p:grpSp>
      <p:cxnSp>
        <p:nvCxnSpPr>
          <p:cNvPr id="103" name="直線接點 102">
            <a:extLst>
              <a:ext uri="{FF2B5EF4-FFF2-40B4-BE49-F238E27FC236}">
                <a16:creationId xmlns:a16="http://schemas.microsoft.com/office/drawing/2014/main" id="{9259F10B-626A-4111-8419-6CDF2504BD93}"/>
              </a:ext>
            </a:extLst>
          </p:cNvPr>
          <p:cNvCxnSpPr>
            <a:cxnSpLocks/>
          </p:cNvCxnSpPr>
          <p:nvPr/>
        </p:nvCxnSpPr>
        <p:spPr>
          <a:xfrm flipH="1">
            <a:off x="6901107" y="3575172"/>
            <a:ext cx="97062" cy="22501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A5EB14A0-8F46-4D4F-9C49-614A1630770A}"/>
              </a:ext>
            </a:extLst>
          </p:cNvPr>
          <p:cNvCxnSpPr>
            <a:cxnSpLocks/>
          </p:cNvCxnSpPr>
          <p:nvPr/>
        </p:nvCxnSpPr>
        <p:spPr>
          <a:xfrm flipV="1">
            <a:off x="7747381" y="3325385"/>
            <a:ext cx="85725" cy="182440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380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6219717" y="1261745"/>
            <a:ext cx="2518997" cy="4419379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0873" tIns="10437" rIns="20873" bIns="1043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411" dirty="0"/>
          </a:p>
        </p:txBody>
      </p:sp>
      <p:pic>
        <p:nvPicPr>
          <p:cNvPr id="111" name="圖片 110">
            <a:extLst>
              <a:ext uri="{FF2B5EF4-FFF2-40B4-BE49-F238E27FC236}">
                <a16:creationId xmlns:a16="http://schemas.microsoft.com/office/drawing/2014/main" id="{58B22980-8775-42D9-99FD-9696A1CBE5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31"/>
          <a:stretch/>
        </p:blipFill>
        <p:spPr>
          <a:xfrm>
            <a:off x="6989844" y="1592546"/>
            <a:ext cx="594782" cy="1174833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6323340" y="1335455"/>
            <a:ext cx="2307359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11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7235776" y="2583450"/>
                <a:ext cx="186226" cy="21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809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776" y="2583450"/>
                <a:ext cx="186226" cy="216854"/>
              </a:xfrm>
              <a:prstGeom prst="rect">
                <a:avLst/>
              </a:prstGeom>
              <a:blipFill>
                <a:blip r:embed="rId3"/>
                <a:stretch>
                  <a:fillRect r="-838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7243161" y="1972858"/>
                <a:ext cx="186226" cy="21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809" dirty="0"/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161" y="1972858"/>
                <a:ext cx="186226" cy="216854"/>
              </a:xfrm>
              <a:prstGeom prst="rect">
                <a:avLst/>
              </a:prstGeom>
              <a:blipFill>
                <a:blip r:embed="rId4"/>
                <a:stretch>
                  <a:fillRect r="-870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7264895" y="1839991"/>
            <a:ext cx="34974" cy="33550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7178893" y="1671418"/>
                <a:ext cx="137328" cy="219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893" y="1671418"/>
                <a:ext cx="137328" cy="219419"/>
              </a:xfrm>
              <a:prstGeom prst="rect">
                <a:avLst/>
              </a:prstGeom>
              <a:blipFill>
                <a:blip r:embed="rId5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7240903" y="1806995"/>
                <a:ext cx="10334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0903" y="1806995"/>
                <a:ext cx="103347" cy="210379"/>
              </a:xfrm>
              <a:prstGeom prst="rect">
                <a:avLst/>
              </a:prstGeom>
              <a:blipFill>
                <a:blip r:embed="rId6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7268144" y="2453152"/>
            <a:ext cx="34974" cy="33550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7182154" y="2284579"/>
                <a:ext cx="126395" cy="219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154" y="2284579"/>
                <a:ext cx="126395" cy="219419"/>
              </a:xfrm>
              <a:prstGeom prst="rect">
                <a:avLst/>
              </a:prstGeom>
              <a:blipFill>
                <a:blip r:embed="rId7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7272727" y="2393780"/>
                <a:ext cx="10334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727" y="2393780"/>
                <a:ext cx="103347" cy="210379"/>
              </a:xfrm>
              <a:prstGeom prst="rect">
                <a:avLst/>
              </a:prstGeom>
              <a:blipFill>
                <a:blip r:embed="rId8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7579232" y="2180517"/>
            <a:ext cx="180371" cy="603087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7578296" y="1572274"/>
            <a:ext cx="180371" cy="5981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7540825" y="2034637"/>
                <a:ext cx="141332" cy="198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8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825" y="2034637"/>
                <a:ext cx="141332" cy="198196"/>
              </a:xfrm>
              <a:prstGeom prst="rect">
                <a:avLst/>
              </a:prstGeom>
              <a:blipFill>
                <a:blip r:embed="rId10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7546192" y="2647799"/>
                <a:ext cx="141332" cy="198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8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192" y="2647799"/>
                <a:ext cx="141332" cy="198196"/>
              </a:xfrm>
              <a:prstGeom prst="rect">
                <a:avLst/>
              </a:prstGeom>
              <a:blipFill>
                <a:blip r:embed="rId11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6937778" y="2756499"/>
                <a:ext cx="749746" cy="32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767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778" y="2756499"/>
                <a:ext cx="749746" cy="3254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6233153" y="4973769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153" y="4973769"/>
                <a:ext cx="762187" cy="21037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7018250" y="5431874"/>
                <a:ext cx="707529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250" y="5431874"/>
                <a:ext cx="707529" cy="21037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7166046" y="3938988"/>
                <a:ext cx="38964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046" y="3938988"/>
                <a:ext cx="389640" cy="210379"/>
              </a:xfrm>
              <a:prstGeom prst="rect">
                <a:avLst/>
              </a:prstGeom>
              <a:blipFill>
                <a:blip r:embed="rId15"/>
                <a:stretch>
                  <a:fillRect t="-71429" r="-65079" b="-11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7174097" y="2983276"/>
                <a:ext cx="38964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097" y="2983276"/>
                <a:ext cx="389640" cy="210379"/>
              </a:xfrm>
              <a:prstGeom prst="rect">
                <a:avLst/>
              </a:prstGeom>
              <a:blipFill>
                <a:blip r:embed="rId16"/>
                <a:stretch>
                  <a:fillRect t="-71429" r="-43750" b="-11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7332246" y="3148489"/>
            <a:ext cx="77860" cy="80653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9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7026180" y="3188814"/>
            <a:ext cx="692094" cy="716921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7332246" y="3865007"/>
            <a:ext cx="77860" cy="80653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7221952" y="3201454"/>
            <a:ext cx="298450" cy="692094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7197736" y="3189055"/>
            <a:ext cx="346047" cy="716921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7221952" y="3201454"/>
            <a:ext cx="298450" cy="692094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7107713" y="3462033"/>
                <a:ext cx="8480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713" y="3462033"/>
                <a:ext cx="84800" cy="210379"/>
              </a:xfrm>
              <a:prstGeom prst="rect">
                <a:avLst/>
              </a:prstGeom>
              <a:blipFill>
                <a:blip r:embed="rId17"/>
                <a:stretch>
                  <a:fillRect r="-4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7331793" y="3865007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7421611" y="3507756"/>
                <a:ext cx="8480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611" y="3507756"/>
                <a:ext cx="84800" cy="210379"/>
              </a:xfrm>
              <a:prstGeom prst="rect">
                <a:avLst/>
              </a:prstGeom>
              <a:blipFill>
                <a:blip r:embed="rId18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7304604" y="3205927"/>
                <a:ext cx="123162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604" y="3205927"/>
                <a:ext cx="123162" cy="210379"/>
              </a:xfrm>
              <a:prstGeom prst="rect">
                <a:avLst/>
              </a:prstGeom>
              <a:blipFill>
                <a:blip r:embed="rId19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7197736" y="3189055"/>
            <a:ext cx="346047" cy="716921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7678251" y="3507189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7369307" y="3332754"/>
            <a:ext cx="813" cy="21371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7370724" y="3545418"/>
            <a:ext cx="93846" cy="7513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88610" y="3463231"/>
            <a:ext cx="0" cy="16437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6986077" y="3507189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7332360" y="3144715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9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9398" y="3500291"/>
            <a:ext cx="49083" cy="94767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7164929" y="3517091"/>
                <a:ext cx="151089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929" y="3517091"/>
                <a:ext cx="151089" cy="210379"/>
              </a:xfrm>
              <a:prstGeom prst="rect">
                <a:avLst/>
              </a:prstGeom>
              <a:blipFill>
                <a:blip r:embed="rId20"/>
                <a:stretch>
                  <a:fillRect r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7264272" y="3548255"/>
            <a:ext cx="106203" cy="137335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7333300" y="3482437"/>
            <a:ext cx="71517" cy="144442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7352366" y="3363518"/>
                <a:ext cx="142371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366" y="3363518"/>
                <a:ext cx="142371" cy="210379"/>
              </a:xfrm>
              <a:prstGeom prst="rect">
                <a:avLst/>
              </a:prstGeom>
              <a:blipFill>
                <a:blip r:embed="rId21"/>
                <a:stretch>
                  <a:fillRect r="-260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7366599" y="3334608"/>
            <a:ext cx="274117" cy="21551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7496142" y="3642223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7167444" y="3382918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6277038" y="3586329"/>
                <a:ext cx="674417" cy="32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038" y="3586329"/>
                <a:ext cx="674417" cy="325410"/>
              </a:xfrm>
              <a:prstGeom prst="rect">
                <a:avLst/>
              </a:prstGeom>
              <a:blipFill>
                <a:blip r:embed="rId22"/>
                <a:stretch>
                  <a:fillRect l="-4545" t="-50000" b="-814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7573718" y="3734227"/>
            <a:ext cx="281354" cy="393456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7739667" y="3592497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67" y="3592497"/>
                <a:ext cx="762187" cy="21037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7739667" y="4919723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67" y="4919723"/>
                <a:ext cx="762187" cy="21037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6769538" y="2805479"/>
            <a:ext cx="420499" cy="60080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4" name="圖片 103">
            <a:extLst>
              <a:ext uri="{FF2B5EF4-FFF2-40B4-BE49-F238E27FC236}">
                <a16:creationId xmlns:a16="http://schemas.microsoft.com/office/drawing/2014/main" id="{73F7218C-6ADE-48A8-AD46-409E05AC0F35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7747985" y="1607716"/>
            <a:ext cx="854746" cy="166267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8BF9914A-7206-4E04-83B1-FA0D8868C934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7747985" y="2185443"/>
            <a:ext cx="854746" cy="205773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C74EEC17-67C4-4A39-99E7-EBC55D3996BE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11115" t="22564" r="9694" b="19380"/>
          <a:stretch/>
        </p:blipFill>
        <p:spPr>
          <a:xfrm>
            <a:off x="7817720" y="2225679"/>
            <a:ext cx="353341" cy="81448"/>
          </a:xfrm>
          <a:prstGeom prst="rect">
            <a:avLst/>
          </a:prstGeom>
        </p:spPr>
      </p:pic>
      <p:pic>
        <p:nvPicPr>
          <p:cNvPr id="107" name="圖片 106">
            <a:extLst>
              <a:ext uri="{FF2B5EF4-FFF2-40B4-BE49-F238E27FC236}">
                <a16:creationId xmlns:a16="http://schemas.microsoft.com/office/drawing/2014/main" id="{41F113BA-8A54-41F1-9974-A3F0DF726DBF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11115" t="22564" r="9694" b="19380"/>
          <a:stretch/>
        </p:blipFill>
        <p:spPr>
          <a:xfrm>
            <a:off x="7816071" y="1607469"/>
            <a:ext cx="353341" cy="81448"/>
          </a:xfrm>
          <a:prstGeom prst="rect">
            <a:avLst/>
          </a:prstGeom>
        </p:spPr>
      </p:pic>
      <p:pic>
        <p:nvPicPr>
          <p:cNvPr id="112" name="圖片 111">
            <a:extLst>
              <a:ext uri="{FF2B5EF4-FFF2-40B4-BE49-F238E27FC236}">
                <a16:creationId xmlns:a16="http://schemas.microsoft.com/office/drawing/2014/main" id="{EAED27BB-EFC0-4736-B630-90BCAEE4864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1200"/>
          <a:stretch/>
        </p:blipFill>
        <p:spPr>
          <a:xfrm>
            <a:off x="7812378" y="3742598"/>
            <a:ext cx="581473" cy="1184141"/>
          </a:xfrm>
          <a:prstGeom prst="rect">
            <a:avLst/>
          </a:prstGeom>
        </p:spPr>
      </p:pic>
      <p:pic>
        <p:nvPicPr>
          <p:cNvPr id="113" name="圖片 112">
            <a:extLst>
              <a:ext uri="{FF2B5EF4-FFF2-40B4-BE49-F238E27FC236}">
                <a16:creationId xmlns:a16="http://schemas.microsoft.com/office/drawing/2014/main" id="{8A329DBC-2F9B-495B-AD94-394D5E5315B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196"/>
          <a:stretch/>
        </p:blipFill>
        <p:spPr>
          <a:xfrm>
            <a:off x="6328174" y="2413527"/>
            <a:ext cx="593367" cy="1183999"/>
          </a:xfrm>
          <a:prstGeom prst="rect">
            <a:avLst/>
          </a:prstGeom>
        </p:spPr>
      </p:pic>
      <p:cxnSp>
        <p:nvCxnSpPr>
          <p:cNvPr id="114" name="直線接點 113">
            <a:extLst>
              <a:ext uri="{FF2B5EF4-FFF2-40B4-BE49-F238E27FC236}">
                <a16:creationId xmlns:a16="http://schemas.microsoft.com/office/drawing/2014/main" id="{9418BC3C-6FA7-4197-9E0F-68E4A2F8C071}"/>
              </a:ext>
            </a:extLst>
          </p:cNvPr>
          <p:cNvCxnSpPr>
            <a:cxnSpLocks/>
          </p:cNvCxnSpPr>
          <p:nvPr/>
        </p:nvCxnSpPr>
        <p:spPr>
          <a:xfrm flipH="1">
            <a:off x="6901107" y="3575172"/>
            <a:ext cx="97062" cy="22501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84DEA2CA-6C9A-46E1-AD52-4DCBF01CFB94}"/>
              </a:ext>
            </a:extLst>
          </p:cNvPr>
          <p:cNvCxnSpPr>
            <a:cxnSpLocks/>
          </p:cNvCxnSpPr>
          <p:nvPr/>
        </p:nvCxnSpPr>
        <p:spPr>
          <a:xfrm flipV="1">
            <a:off x="7747381" y="3325385"/>
            <a:ext cx="85725" cy="182440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0" name="圖片 119">
            <a:extLst>
              <a:ext uri="{FF2B5EF4-FFF2-40B4-BE49-F238E27FC236}">
                <a16:creationId xmlns:a16="http://schemas.microsoft.com/office/drawing/2014/main" id="{E406B241-0A70-4DCF-ABA0-F8B42761AB28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36"/>
          <a:stretch/>
        </p:blipFill>
        <p:spPr>
          <a:xfrm>
            <a:off x="7812210" y="2427261"/>
            <a:ext cx="588220" cy="1162101"/>
          </a:xfrm>
          <a:prstGeom prst="rect">
            <a:avLst/>
          </a:prstGeom>
        </p:spPr>
      </p:pic>
      <p:pic>
        <p:nvPicPr>
          <p:cNvPr id="121" name="圖片 120">
            <a:extLst>
              <a:ext uri="{FF2B5EF4-FFF2-40B4-BE49-F238E27FC236}">
                <a16:creationId xmlns:a16="http://schemas.microsoft.com/office/drawing/2014/main" id="{7A07E351-0A92-4595-8F81-D7A4339B3329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97" r="50000"/>
          <a:stretch/>
        </p:blipFill>
        <p:spPr>
          <a:xfrm>
            <a:off x="7070373" y="4251885"/>
            <a:ext cx="603373" cy="1162101"/>
          </a:xfrm>
          <a:prstGeom prst="rect">
            <a:avLst/>
          </a:prstGeom>
        </p:spPr>
      </p:pic>
      <p:pic>
        <p:nvPicPr>
          <p:cNvPr id="122" name="圖片 121">
            <a:extLst>
              <a:ext uri="{FF2B5EF4-FFF2-40B4-BE49-F238E27FC236}">
                <a16:creationId xmlns:a16="http://schemas.microsoft.com/office/drawing/2014/main" id="{FA3D2231-70F2-436E-898F-2B5BEA44CC57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29" r="24452"/>
          <a:stretch/>
        </p:blipFill>
        <p:spPr>
          <a:xfrm>
            <a:off x="6305443" y="3794487"/>
            <a:ext cx="613263" cy="116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64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6219717" y="1261745"/>
            <a:ext cx="2518997" cy="4419379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0873" tIns="10437" rIns="20873" bIns="1043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411" dirty="0"/>
          </a:p>
        </p:txBody>
      </p:sp>
      <p:pic>
        <p:nvPicPr>
          <p:cNvPr id="88" name="圖片 87">
            <a:extLst>
              <a:ext uri="{FF2B5EF4-FFF2-40B4-BE49-F238E27FC236}">
                <a16:creationId xmlns:a16="http://schemas.microsoft.com/office/drawing/2014/main" id="{E7D364EB-A3E5-44D8-B826-9192CB5DD3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8"/>
          <a:stretch/>
        </p:blipFill>
        <p:spPr>
          <a:xfrm>
            <a:off x="6980340" y="1588632"/>
            <a:ext cx="596807" cy="1179471"/>
          </a:xfrm>
          <a:prstGeom prst="rect">
            <a:avLst/>
          </a:prstGeom>
        </p:spPr>
      </p:pic>
      <p:pic>
        <p:nvPicPr>
          <p:cNvPr id="89" name="圖片 88">
            <a:extLst>
              <a:ext uri="{FF2B5EF4-FFF2-40B4-BE49-F238E27FC236}">
                <a16:creationId xmlns:a16="http://schemas.microsoft.com/office/drawing/2014/main" id="{4689C949-80FA-4E14-8C73-1ADBABF105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76"/>
          <a:stretch/>
        </p:blipFill>
        <p:spPr>
          <a:xfrm>
            <a:off x="7807813" y="2421379"/>
            <a:ext cx="593041" cy="1174804"/>
          </a:xfrm>
          <a:prstGeom prst="rect">
            <a:avLst/>
          </a:prstGeom>
        </p:spPr>
      </p:pic>
      <p:pic>
        <p:nvPicPr>
          <p:cNvPr id="90" name="圖片 89">
            <a:extLst>
              <a:ext uri="{FF2B5EF4-FFF2-40B4-BE49-F238E27FC236}">
                <a16:creationId xmlns:a16="http://schemas.microsoft.com/office/drawing/2014/main" id="{161FF075-13E2-477B-B2AC-908E3836FE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55" r="24615"/>
          <a:stretch/>
        </p:blipFill>
        <p:spPr>
          <a:xfrm>
            <a:off x="6303010" y="3787766"/>
            <a:ext cx="617220" cy="1179471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DACFB157-4E3E-4C3E-89CD-3AEAF2FCA0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869" r="49720"/>
          <a:stretch/>
        </p:blipFill>
        <p:spPr>
          <a:xfrm>
            <a:off x="7070101" y="4237782"/>
            <a:ext cx="611945" cy="1179471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6323340" y="1335455"/>
            <a:ext cx="2307359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11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7235776" y="2583450"/>
                <a:ext cx="186226" cy="21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809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776" y="2583450"/>
                <a:ext cx="186226" cy="216854"/>
              </a:xfrm>
              <a:prstGeom prst="rect">
                <a:avLst/>
              </a:prstGeom>
              <a:blipFill>
                <a:blip r:embed="rId3"/>
                <a:stretch>
                  <a:fillRect r="-838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7243161" y="1972858"/>
                <a:ext cx="186226" cy="21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809" dirty="0"/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161" y="1972858"/>
                <a:ext cx="186226" cy="216854"/>
              </a:xfrm>
              <a:prstGeom prst="rect">
                <a:avLst/>
              </a:prstGeom>
              <a:blipFill>
                <a:blip r:embed="rId4"/>
                <a:stretch>
                  <a:fillRect r="-870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7264895" y="1839991"/>
            <a:ext cx="34974" cy="33550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7178893" y="1671418"/>
                <a:ext cx="137328" cy="219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893" y="1671418"/>
                <a:ext cx="137328" cy="219419"/>
              </a:xfrm>
              <a:prstGeom prst="rect">
                <a:avLst/>
              </a:prstGeom>
              <a:blipFill>
                <a:blip r:embed="rId5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7240903" y="1806995"/>
                <a:ext cx="10334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0903" y="1806995"/>
                <a:ext cx="103347" cy="210379"/>
              </a:xfrm>
              <a:prstGeom prst="rect">
                <a:avLst/>
              </a:prstGeom>
              <a:blipFill>
                <a:blip r:embed="rId6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7268144" y="2453152"/>
            <a:ext cx="34974" cy="33550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7182154" y="2284579"/>
                <a:ext cx="126395" cy="219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154" y="2284579"/>
                <a:ext cx="126395" cy="219419"/>
              </a:xfrm>
              <a:prstGeom prst="rect">
                <a:avLst/>
              </a:prstGeom>
              <a:blipFill>
                <a:blip r:embed="rId7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7272727" y="2393780"/>
                <a:ext cx="10334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727" y="2393780"/>
                <a:ext cx="103347" cy="210379"/>
              </a:xfrm>
              <a:prstGeom prst="rect">
                <a:avLst/>
              </a:prstGeom>
              <a:blipFill>
                <a:blip r:embed="rId8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7579232" y="2180517"/>
            <a:ext cx="180371" cy="603087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7578296" y="1572274"/>
            <a:ext cx="180371" cy="5981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7540825" y="2034637"/>
                <a:ext cx="141332" cy="198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8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825" y="2034637"/>
                <a:ext cx="141332" cy="198196"/>
              </a:xfrm>
              <a:prstGeom prst="rect">
                <a:avLst/>
              </a:prstGeom>
              <a:blipFill>
                <a:blip r:embed="rId10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7546192" y="2647799"/>
                <a:ext cx="141332" cy="198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8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192" y="2647799"/>
                <a:ext cx="141332" cy="198196"/>
              </a:xfrm>
              <a:prstGeom prst="rect">
                <a:avLst/>
              </a:prstGeom>
              <a:blipFill>
                <a:blip r:embed="rId11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6937778" y="2756499"/>
                <a:ext cx="749746" cy="32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767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778" y="2756499"/>
                <a:ext cx="749746" cy="3254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6233153" y="4973769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153" y="4973769"/>
                <a:ext cx="762187" cy="21037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7018250" y="5431874"/>
                <a:ext cx="707529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250" y="5431874"/>
                <a:ext cx="707529" cy="21037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7166046" y="3938988"/>
                <a:ext cx="38964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046" y="3938988"/>
                <a:ext cx="389640" cy="210379"/>
              </a:xfrm>
              <a:prstGeom prst="rect">
                <a:avLst/>
              </a:prstGeom>
              <a:blipFill>
                <a:blip r:embed="rId15"/>
                <a:stretch>
                  <a:fillRect t="-71429" r="-65079" b="-11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7174097" y="2983276"/>
                <a:ext cx="38964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097" y="2983276"/>
                <a:ext cx="389640" cy="210379"/>
              </a:xfrm>
              <a:prstGeom prst="rect">
                <a:avLst/>
              </a:prstGeom>
              <a:blipFill>
                <a:blip r:embed="rId16"/>
                <a:stretch>
                  <a:fillRect t="-71429" r="-62500" b="-11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7332246" y="3148489"/>
            <a:ext cx="77860" cy="80653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9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7026180" y="3188814"/>
            <a:ext cx="692094" cy="716921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7332246" y="3865007"/>
            <a:ext cx="77860" cy="80653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7221952" y="3201454"/>
            <a:ext cx="298450" cy="692094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7197736" y="3189055"/>
            <a:ext cx="346047" cy="716921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7221952" y="3201454"/>
            <a:ext cx="298450" cy="692094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7107713" y="3462033"/>
                <a:ext cx="8480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713" y="3462033"/>
                <a:ext cx="84800" cy="210379"/>
              </a:xfrm>
              <a:prstGeom prst="rect">
                <a:avLst/>
              </a:prstGeom>
              <a:blipFill>
                <a:blip r:embed="rId17"/>
                <a:stretch>
                  <a:fillRect r="-4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7331793" y="3865007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7421611" y="3507756"/>
                <a:ext cx="8480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611" y="3507756"/>
                <a:ext cx="84800" cy="210379"/>
              </a:xfrm>
              <a:prstGeom prst="rect">
                <a:avLst/>
              </a:prstGeom>
              <a:blipFill>
                <a:blip r:embed="rId18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7304604" y="3205927"/>
                <a:ext cx="123162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604" y="3205927"/>
                <a:ext cx="123162" cy="210379"/>
              </a:xfrm>
              <a:prstGeom prst="rect">
                <a:avLst/>
              </a:prstGeom>
              <a:blipFill>
                <a:blip r:embed="rId19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7197736" y="3189055"/>
            <a:ext cx="346047" cy="716921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7678251" y="3507189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7369307" y="3332754"/>
            <a:ext cx="813" cy="21371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7370724" y="3545418"/>
            <a:ext cx="93846" cy="7513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88610" y="3463231"/>
            <a:ext cx="0" cy="16437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6986077" y="3507189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7332360" y="3144715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9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9398" y="3500291"/>
            <a:ext cx="49083" cy="94767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7164929" y="3517091"/>
                <a:ext cx="151089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929" y="3517091"/>
                <a:ext cx="151089" cy="210379"/>
              </a:xfrm>
              <a:prstGeom prst="rect">
                <a:avLst/>
              </a:prstGeom>
              <a:blipFill>
                <a:blip r:embed="rId20"/>
                <a:stretch>
                  <a:fillRect r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7264272" y="3548255"/>
            <a:ext cx="106203" cy="137335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7333300" y="3482437"/>
            <a:ext cx="71517" cy="144442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7352366" y="3363518"/>
                <a:ext cx="142371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366" y="3363518"/>
                <a:ext cx="142371" cy="210379"/>
              </a:xfrm>
              <a:prstGeom prst="rect">
                <a:avLst/>
              </a:prstGeom>
              <a:blipFill>
                <a:blip r:embed="rId21"/>
                <a:stretch>
                  <a:fillRect r="-260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7366599" y="3334608"/>
            <a:ext cx="274117" cy="21551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7496142" y="3642223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7167444" y="3382918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6277038" y="3586329"/>
                <a:ext cx="674417" cy="32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038" y="3586329"/>
                <a:ext cx="674417" cy="325410"/>
              </a:xfrm>
              <a:prstGeom prst="rect">
                <a:avLst/>
              </a:prstGeom>
              <a:blipFill>
                <a:blip r:embed="rId22"/>
                <a:stretch>
                  <a:fillRect l="-4545" t="-50000" b="-814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7573718" y="3734227"/>
            <a:ext cx="281354" cy="393456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7739667" y="3592497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67" y="3592497"/>
                <a:ext cx="762187" cy="21037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7739667" y="4919723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67" y="4919723"/>
                <a:ext cx="762187" cy="21037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6769538" y="2805479"/>
            <a:ext cx="420499" cy="60080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0" name="圖片 69">
            <a:extLst>
              <a:ext uri="{FF2B5EF4-FFF2-40B4-BE49-F238E27FC236}">
                <a16:creationId xmlns:a16="http://schemas.microsoft.com/office/drawing/2014/main" id="{D46476D2-6E27-437E-BC02-4C4650B64389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7750183" y="1607716"/>
            <a:ext cx="854746" cy="166267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193D39BE-52B5-4EAD-AFC8-3B7DF6F078E3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7750183" y="2185443"/>
            <a:ext cx="854746" cy="205773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CD870927-DD84-4047-9E25-2070DA9856BD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9650" t="22680" r="8947" b="18411"/>
          <a:stretch/>
        </p:blipFill>
        <p:spPr>
          <a:xfrm>
            <a:off x="7825711" y="2234035"/>
            <a:ext cx="349182" cy="69434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DEA4EC7B-903D-4344-A0D5-AB175E196F25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9650" t="22680" r="8947" b="18411"/>
          <a:stretch/>
        </p:blipFill>
        <p:spPr>
          <a:xfrm>
            <a:off x="7825711" y="1617474"/>
            <a:ext cx="349182" cy="69434"/>
          </a:xfrm>
          <a:prstGeom prst="rect">
            <a:avLst/>
          </a:prstGeom>
        </p:spPr>
      </p:pic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EB7BEC6F-3B2D-4394-97F4-F8834EA0810E}"/>
              </a:ext>
            </a:extLst>
          </p:cNvPr>
          <p:cNvCxnSpPr>
            <a:cxnSpLocks/>
          </p:cNvCxnSpPr>
          <p:nvPr/>
        </p:nvCxnSpPr>
        <p:spPr>
          <a:xfrm flipH="1">
            <a:off x="6901107" y="3575172"/>
            <a:ext cx="97062" cy="22501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E1C408A5-AE49-439C-AA5A-32C9D24E09FE}"/>
              </a:ext>
            </a:extLst>
          </p:cNvPr>
          <p:cNvCxnSpPr>
            <a:cxnSpLocks/>
          </p:cNvCxnSpPr>
          <p:nvPr/>
        </p:nvCxnSpPr>
        <p:spPr>
          <a:xfrm flipV="1">
            <a:off x="7747381" y="3325385"/>
            <a:ext cx="85725" cy="182440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8" name="圖片 67">
            <a:extLst>
              <a:ext uri="{FF2B5EF4-FFF2-40B4-BE49-F238E27FC236}">
                <a16:creationId xmlns:a16="http://schemas.microsoft.com/office/drawing/2014/main" id="{29B89FA1-624C-4991-8BBE-BF9F0E11DC41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073"/>
          <a:stretch/>
        </p:blipFill>
        <p:spPr>
          <a:xfrm>
            <a:off x="7821217" y="3742598"/>
            <a:ext cx="586934" cy="1170695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2EE34EFC-6BCF-49B8-A731-768A117A846E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48"/>
          <a:stretch/>
        </p:blipFill>
        <p:spPr>
          <a:xfrm>
            <a:off x="6301538" y="2439910"/>
            <a:ext cx="590755" cy="117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142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A74E00CC-CA97-467E-80D2-678E322CCF59}"/>
              </a:ext>
            </a:extLst>
          </p:cNvPr>
          <p:cNvGrpSpPr/>
          <p:nvPr/>
        </p:nvGrpSpPr>
        <p:grpSpPr>
          <a:xfrm>
            <a:off x="71798" y="18210"/>
            <a:ext cx="14616993" cy="6623142"/>
            <a:chOff x="505912" y="240320"/>
            <a:chExt cx="14616993" cy="6623142"/>
          </a:xfrm>
        </p:grpSpPr>
        <p:sp>
          <p:nvSpPr>
            <p:cNvPr id="1126" name="矩形: 圓角 1125">
              <a:extLst>
                <a:ext uri="{FF2B5EF4-FFF2-40B4-BE49-F238E27FC236}">
                  <a16:creationId xmlns:a16="http://schemas.microsoft.com/office/drawing/2014/main" id="{3F81C03E-8459-4374-9089-3CE9F6EBC87F}"/>
                </a:ext>
              </a:extLst>
            </p:cNvPr>
            <p:cNvSpPr/>
            <p:nvPr/>
          </p:nvSpPr>
          <p:spPr>
            <a:xfrm>
              <a:off x="505912" y="783032"/>
              <a:ext cx="3638551" cy="6072863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93" dirty="0"/>
            </a:p>
          </p:txBody>
        </p:sp>
        <p:grpSp>
          <p:nvGrpSpPr>
            <p:cNvPr id="1127" name="群組 1126">
              <a:extLst>
                <a:ext uri="{FF2B5EF4-FFF2-40B4-BE49-F238E27FC236}">
                  <a16:creationId xmlns:a16="http://schemas.microsoft.com/office/drawing/2014/main" id="{76B87B99-4ECC-4AF8-8E70-6EC8652EAA3C}"/>
                </a:ext>
              </a:extLst>
            </p:cNvPr>
            <p:cNvGrpSpPr/>
            <p:nvPr/>
          </p:nvGrpSpPr>
          <p:grpSpPr>
            <a:xfrm>
              <a:off x="2716607" y="968910"/>
              <a:ext cx="1234633" cy="1131724"/>
              <a:chOff x="4207769" y="2691196"/>
              <a:chExt cx="1323709" cy="1213375"/>
            </a:xfrm>
          </p:grpSpPr>
          <p:pic>
            <p:nvPicPr>
              <p:cNvPr id="1128" name="圖片 1127">
                <a:extLst>
                  <a:ext uri="{FF2B5EF4-FFF2-40B4-BE49-F238E27FC236}">
                    <a16:creationId xmlns:a16="http://schemas.microsoft.com/office/drawing/2014/main" id="{F54D57A3-4F1E-45B7-B2B6-DB703C20DFF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68043"/>
              <a:stretch/>
            </p:blipFill>
            <p:spPr>
              <a:xfrm>
                <a:off x="4207769" y="2691196"/>
                <a:ext cx="1323709" cy="257490"/>
              </a:xfrm>
              <a:prstGeom prst="rect">
                <a:avLst/>
              </a:prstGeom>
            </p:spPr>
          </p:pic>
          <p:pic>
            <p:nvPicPr>
              <p:cNvPr id="1129" name="圖片 1128">
                <a:extLst>
                  <a:ext uri="{FF2B5EF4-FFF2-40B4-BE49-F238E27FC236}">
                    <a16:creationId xmlns:a16="http://schemas.microsoft.com/office/drawing/2014/main" id="{258488CE-3D67-4495-9D99-8A029BDC9A5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60450"/>
              <a:stretch/>
            </p:blipFill>
            <p:spPr>
              <a:xfrm>
                <a:off x="4207769" y="3585899"/>
                <a:ext cx="1323709" cy="318672"/>
              </a:xfrm>
              <a:prstGeom prst="rect">
                <a:avLst/>
              </a:prstGeom>
            </p:spPr>
          </p:pic>
        </p:grpSp>
        <p:pic>
          <p:nvPicPr>
            <p:cNvPr id="1130" name="圖片 1129">
              <a:extLst>
                <a:ext uri="{FF2B5EF4-FFF2-40B4-BE49-F238E27FC236}">
                  <a16:creationId xmlns:a16="http://schemas.microsoft.com/office/drawing/2014/main" id="{4162AC29-1DDC-4ABF-9B12-FC67287999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80" t="9901" r="79196" b="70805"/>
            <a:stretch/>
          </p:blipFill>
          <p:spPr>
            <a:xfrm>
              <a:off x="1608681" y="948148"/>
              <a:ext cx="818361" cy="820842"/>
            </a:xfrm>
            <a:prstGeom prst="rect">
              <a:avLst/>
            </a:prstGeom>
          </p:spPr>
        </p:pic>
        <p:pic>
          <p:nvPicPr>
            <p:cNvPr id="1131" name="圖片 1130">
              <a:extLst>
                <a:ext uri="{FF2B5EF4-FFF2-40B4-BE49-F238E27FC236}">
                  <a16:creationId xmlns:a16="http://schemas.microsoft.com/office/drawing/2014/main" id="{0E365498-3DDF-4643-A502-51D6902613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67" t="9936" r="65451" b="70772"/>
            <a:stretch/>
          </p:blipFill>
          <p:spPr>
            <a:xfrm>
              <a:off x="1749692" y="4781583"/>
              <a:ext cx="822081" cy="820842"/>
            </a:xfrm>
            <a:prstGeom prst="rect">
              <a:avLst/>
            </a:prstGeom>
          </p:spPr>
        </p:pic>
        <p:pic>
          <p:nvPicPr>
            <p:cNvPr id="1132" name="圖片 1131">
              <a:extLst>
                <a:ext uri="{FF2B5EF4-FFF2-40B4-BE49-F238E27FC236}">
                  <a16:creationId xmlns:a16="http://schemas.microsoft.com/office/drawing/2014/main" id="{D3CDAFBD-A870-404F-BFC7-F124D5310A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73" t="30231" r="79166" b="50417"/>
            <a:stretch/>
          </p:blipFill>
          <p:spPr>
            <a:xfrm>
              <a:off x="1611089" y="1832397"/>
              <a:ext cx="820839" cy="823321"/>
            </a:xfrm>
            <a:prstGeom prst="rect">
              <a:avLst/>
            </a:prstGeom>
          </p:spPr>
        </p:pic>
        <p:pic>
          <p:nvPicPr>
            <p:cNvPr id="1133" name="圖片 1132">
              <a:extLst>
                <a:ext uri="{FF2B5EF4-FFF2-40B4-BE49-F238E27FC236}">
                  <a16:creationId xmlns:a16="http://schemas.microsoft.com/office/drawing/2014/main" id="{979ED628-F67C-4651-B609-B5A01105EB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92" t="30180" r="65466" b="50469"/>
            <a:stretch/>
          </p:blipFill>
          <p:spPr>
            <a:xfrm>
              <a:off x="1751067" y="5665835"/>
              <a:ext cx="819602" cy="823321"/>
            </a:xfrm>
            <a:prstGeom prst="rect">
              <a:avLst/>
            </a:prstGeom>
          </p:spPr>
        </p:pic>
        <p:sp>
          <p:nvSpPr>
            <p:cNvPr id="1134" name="文字方塊 1133">
              <a:extLst>
                <a:ext uri="{FF2B5EF4-FFF2-40B4-BE49-F238E27FC236}">
                  <a16:creationId xmlns:a16="http://schemas.microsoft.com/office/drawing/2014/main" id="{FA393A80-53CF-49E9-A194-38DFF8B3FB64}"/>
                </a:ext>
              </a:extLst>
            </p:cNvPr>
            <p:cNvSpPr txBox="1"/>
            <p:nvPr/>
          </p:nvSpPr>
          <p:spPr>
            <a:xfrm>
              <a:off x="4570838" y="240320"/>
              <a:ext cx="65479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Valley-mixed excitons transition rate</a:t>
              </a:r>
              <a:endPara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5" name="文字方塊 1134">
                  <a:extLst>
                    <a:ext uri="{FF2B5EF4-FFF2-40B4-BE49-F238E27FC236}">
                      <a16:creationId xmlns:a16="http://schemas.microsoft.com/office/drawing/2014/main" id="{D65BA114-C039-4D76-8EC3-5D18AC1EC637}"/>
                    </a:ext>
                  </a:extLst>
                </p:cNvPr>
                <p:cNvSpPr txBox="1"/>
                <p:nvPr/>
              </p:nvSpPr>
              <p:spPr>
                <a:xfrm>
                  <a:off x="1973575" y="2381500"/>
                  <a:ext cx="268993" cy="2722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69" dirty="0"/>
                </a:p>
              </p:txBody>
            </p:sp>
          </mc:Choice>
          <mc:Fallback>
            <p:sp>
              <p:nvSpPr>
                <p:cNvPr id="1135" name="文字方塊 1134">
                  <a:extLst>
                    <a:ext uri="{FF2B5EF4-FFF2-40B4-BE49-F238E27FC236}">
                      <a16:creationId xmlns:a16="http://schemas.microsoft.com/office/drawing/2014/main" id="{D65BA114-C039-4D76-8EC3-5D18AC1EC6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3575" y="2381500"/>
                  <a:ext cx="268993" cy="272254"/>
                </a:xfrm>
                <a:prstGeom prst="rect">
                  <a:avLst/>
                </a:prstGeom>
                <a:blipFill>
                  <a:blip r:embed="rId4"/>
                  <a:stretch>
                    <a:fillRect r="-7272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6" name="文字方塊 1135">
                  <a:extLst>
                    <a:ext uri="{FF2B5EF4-FFF2-40B4-BE49-F238E27FC236}">
                      <a16:creationId xmlns:a16="http://schemas.microsoft.com/office/drawing/2014/main" id="{94AF20D6-7AF3-43B7-8E3E-E334A0CB3D93}"/>
                    </a:ext>
                  </a:extLst>
                </p:cNvPr>
                <p:cNvSpPr txBox="1"/>
                <p:nvPr/>
              </p:nvSpPr>
              <p:spPr>
                <a:xfrm>
                  <a:off x="1984240" y="1499535"/>
                  <a:ext cx="268993" cy="2722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69" dirty="0"/>
                </a:p>
              </p:txBody>
            </p:sp>
          </mc:Choice>
          <mc:Fallback>
            <p:sp>
              <p:nvSpPr>
                <p:cNvPr id="1136" name="文字方塊 1135">
                  <a:extLst>
                    <a:ext uri="{FF2B5EF4-FFF2-40B4-BE49-F238E27FC236}">
                      <a16:creationId xmlns:a16="http://schemas.microsoft.com/office/drawing/2014/main" id="{94AF20D6-7AF3-43B7-8E3E-E334A0CB3D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4240" y="1499535"/>
                  <a:ext cx="268993" cy="272254"/>
                </a:xfrm>
                <a:prstGeom prst="rect">
                  <a:avLst/>
                </a:prstGeom>
                <a:blipFill>
                  <a:blip r:embed="rId5"/>
                  <a:stretch>
                    <a:fillRect r="-72727" b="-227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37" name="群組 1136">
              <a:extLst>
                <a:ext uri="{FF2B5EF4-FFF2-40B4-BE49-F238E27FC236}">
                  <a16:creationId xmlns:a16="http://schemas.microsoft.com/office/drawing/2014/main" id="{B1FA43C7-EF16-45FA-AB54-A492D8DFD912}"/>
                </a:ext>
              </a:extLst>
            </p:cNvPr>
            <p:cNvGrpSpPr/>
            <p:nvPr/>
          </p:nvGrpSpPr>
          <p:grpSpPr>
            <a:xfrm>
              <a:off x="2015636" y="1307612"/>
              <a:ext cx="50518" cy="48461"/>
              <a:chOff x="1373392" y="2391862"/>
              <a:chExt cx="479433" cy="476535"/>
            </a:xfrm>
          </p:grpSpPr>
          <p:sp>
            <p:nvSpPr>
              <p:cNvPr id="1138" name="箭號: 向右 1137">
                <a:extLst>
                  <a:ext uri="{FF2B5EF4-FFF2-40B4-BE49-F238E27FC236}">
                    <a16:creationId xmlns:a16="http://schemas.microsoft.com/office/drawing/2014/main" id="{4689C5B5-0310-4B61-9B95-049CCD04E097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>
                  <a:solidFill>
                    <a:schemeClr val="bg1"/>
                  </a:solidFill>
                </a:endParaRPr>
              </a:p>
            </p:txBody>
          </p:sp>
          <p:sp>
            <p:nvSpPr>
              <p:cNvPr id="1139" name="箭號: 向右 1138">
                <a:extLst>
                  <a:ext uri="{FF2B5EF4-FFF2-40B4-BE49-F238E27FC236}">
                    <a16:creationId xmlns:a16="http://schemas.microsoft.com/office/drawing/2014/main" id="{6D02E4E3-350F-4F39-B4A4-41603B1DA114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0" name="文字方塊 1139">
                  <a:extLst>
                    <a:ext uri="{FF2B5EF4-FFF2-40B4-BE49-F238E27FC236}">
                      <a16:creationId xmlns:a16="http://schemas.microsoft.com/office/drawing/2014/main" id="{62DE7100-314B-49FB-8134-2FC4BB9EF0E9}"/>
                    </a:ext>
                  </a:extLst>
                </p:cNvPr>
                <p:cNvSpPr txBox="1"/>
                <p:nvPr/>
              </p:nvSpPr>
              <p:spPr>
                <a:xfrm>
                  <a:off x="1891411" y="1064097"/>
                  <a:ext cx="198362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140" name="文字方塊 1139">
                  <a:extLst>
                    <a:ext uri="{FF2B5EF4-FFF2-40B4-BE49-F238E27FC236}">
                      <a16:creationId xmlns:a16="http://schemas.microsoft.com/office/drawing/2014/main" id="{62DE7100-314B-49FB-8134-2FC4BB9EF0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1411" y="1064097"/>
                  <a:ext cx="198362" cy="276614"/>
                </a:xfrm>
                <a:prstGeom prst="rect">
                  <a:avLst/>
                </a:prstGeom>
                <a:blipFill>
                  <a:blip r:embed="rId6"/>
                  <a:stretch>
                    <a:fillRect r="-424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1" name="文字方塊 1140">
                  <a:extLst>
                    <a:ext uri="{FF2B5EF4-FFF2-40B4-BE49-F238E27FC236}">
                      <a16:creationId xmlns:a16="http://schemas.microsoft.com/office/drawing/2014/main" id="{05A5297E-5E3E-421E-9D34-B38BAE991850}"/>
                    </a:ext>
                  </a:extLst>
                </p:cNvPr>
                <p:cNvSpPr txBox="1"/>
                <p:nvPr/>
              </p:nvSpPr>
              <p:spPr>
                <a:xfrm>
                  <a:off x="1980958" y="1259931"/>
                  <a:ext cx="14927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141" name="文字方塊 1140">
                  <a:extLst>
                    <a:ext uri="{FF2B5EF4-FFF2-40B4-BE49-F238E27FC236}">
                      <a16:creationId xmlns:a16="http://schemas.microsoft.com/office/drawing/2014/main" id="{05A5297E-5E3E-421E-9D34-B38BAE9918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0958" y="1259931"/>
                  <a:ext cx="149279" cy="262829"/>
                </a:xfrm>
                <a:prstGeom prst="rect">
                  <a:avLst/>
                </a:prstGeom>
                <a:blipFill>
                  <a:blip r:embed="rId7"/>
                  <a:stretch>
                    <a:fillRect r="-70833"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42" name="群組 1141">
              <a:extLst>
                <a:ext uri="{FF2B5EF4-FFF2-40B4-BE49-F238E27FC236}">
                  <a16:creationId xmlns:a16="http://schemas.microsoft.com/office/drawing/2014/main" id="{F340941E-A7F5-47BA-B628-3BE12AEF678A}"/>
                </a:ext>
              </a:extLst>
            </p:cNvPr>
            <p:cNvGrpSpPr/>
            <p:nvPr/>
          </p:nvGrpSpPr>
          <p:grpSpPr>
            <a:xfrm>
              <a:off x="2020328" y="2193291"/>
              <a:ext cx="50518" cy="48461"/>
              <a:chOff x="1373392" y="2391862"/>
              <a:chExt cx="479433" cy="476535"/>
            </a:xfrm>
          </p:grpSpPr>
          <p:sp>
            <p:nvSpPr>
              <p:cNvPr id="1143" name="箭號: 向右 1142">
                <a:extLst>
                  <a:ext uri="{FF2B5EF4-FFF2-40B4-BE49-F238E27FC236}">
                    <a16:creationId xmlns:a16="http://schemas.microsoft.com/office/drawing/2014/main" id="{1677A3D4-6466-4E11-A6F3-96703CAB470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>
                  <a:solidFill>
                    <a:schemeClr val="bg1"/>
                  </a:solidFill>
                </a:endParaRPr>
              </a:p>
            </p:txBody>
          </p:sp>
          <p:sp>
            <p:nvSpPr>
              <p:cNvPr id="1144" name="箭號: 向右 1143">
                <a:extLst>
                  <a:ext uri="{FF2B5EF4-FFF2-40B4-BE49-F238E27FC236}">
                    <a16:creationId xmlns:a16="http://schemas.microsoft.com/office/drawing/2014/main" id="{65D26E51-AB59-4010-B80C-AE1F14A3DC1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5" name="文字方塊 1144">
                  <a:extLst>
                    <a:ext uri="{FF2B5EF4-FFF2-40B4-BE49-F238E27FC236}">
                      <a16:creationId xmlns:a16="http://schemas.microsoft.com/office/drawing/2014/main" id="{E13155FC-4055-4C89-A50B-A9C815741A68}"/>
                    </a:ext>
                  </a:extLst>
                </p:cNvPr>
                <p:cNvSpPr txBox="1"/>
                <p:nvPr/>
              </p:nvSpPr>
              <p:spPr>
                <a:xfrm>
                  <a:off x="1896098" y="1949776"/>
                  <a:ext cx="182571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145" name="文字方塊 1144">
                  <a:extLst>
                    <a:ext uri="{FF2B5EF4-FFF2-40B4-BE49-F238E27FC236}">
                      <a16:creationId xmlns:a16="http://schemas.microsoft.com/office/drawing/2014/main" id="{E13155FC-4055-4C89-A50B-A9C815741A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6098" y="1949776"/>
                  <a:ext cx="182571" cy="276614"/>
                </a:xfrm>
                <a:prstGeom prst="rect">
                  <a:avLst/>
                </a:prstGeom>
                <a:blipFill>
                  <a:blip r:embed="rId8"/>
                  <a:stretch>
                    <a:fillRect r="-5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6" name="文字方塊 1145">
                  <a:extLst>
                    <a:ext uri="{FF2B5EF4-FFF2-40B4-BE49-F238E27FC236}">
                      <a16:creationId xmlns:a16="http://schemas.microsoft.com/office/drawing/2014/main" id="{016169B7-B99C-406E-8C72-3E35541827F9}"/>
                    </a:ext>
                  </a:extLst>
                </p:cNvPr>
                <p:cNvSpPr txBox="1"/>
                <p:nvPr/>
              </p:nvSpPr>
              <p:spPr>
                <a:xfrm>
                  <a:off x="2026926" y="2107509"/>
                  <a:ext cx="14927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146" name="文字方塊 1145">
                  <a:extLst>
                    <a:ext uri="{FF2B5EF4-FFF2-40B4-BE49-F238E27FC236}">
                      <a16:creationId xmlns:a16="http://schemas.microsoft.com/office/drawing/2014/main" id="{016169B7-B99C-406E-8C72-3E35541827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6926" y="2107509"/>
                  <a:ext cx="149279" cy="262829"/>
                </a:xfrm>
                <a:prstGeom prst="rect">
                  <a:avLst/>
                </a:prstGeom>
                <a:blipFill>
                  <a:blip r:embed="rId9"/>
                  <a:stretch>
                    <a:fillRect r="-68000"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47" name="圖片 1146">
              <a:extLst>
                <a:ext uri="{FF2B5EF4-FFF2-40B4-BE49-F238E27FC236}">
                  <a16:creationId xmlns:a16="http://schemas.microsoft.com/office/drawing/2014/main" id="{FDE0442E-07B2-4C3F-9A8F-4F80F3DA77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49833"/>
            <a:stretch/>
          </p:blipFill>
          <p:spPr>
            <a:xfrm>
              <a:off x="2469656" y="1799464"/>
              <a:ext cx="260536" cy="871126"/>
            </a:xfrm>
            <a:prstGeom prst="rect">
              <a:avLst/>
            </a:prstGeom>
          </p:spPr>
        </p:pic>
        <p:pic>
          <p:nvPicPr>
            <p:cNvPr id="1148" name="圖片 1147">
              <a:extLst>
                <a:ext uri="{FF2B5EF4-FFF2-40B4-BE49-F238E27FC236}">
                  <a16:creationId xmlns:a16="http://schemas.microsoft.com/office/drawing/2014/main" id="{39DB3BD9-D014-42A2-BF0D-D634E7DDD3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28" t="9942" r="51700" b="70784"/>
            <a:stretch/>
          </p:blipFill>
          <p:spPr>
            <a:xfrm>
              <a:off x="668261" y="4132432"/>
              <a:ext cx="815055" cy="820015"/>
            </a:xfrm>
            <a:prstGeom prst="rect">
              <a:avLst/>
            </a:prstGeom>
          </p:spPr>
        </p:pic>
        <p:pic>
          <p:nvPicPr>
            <p:cNvPr id="1149" name="圖片 1148">
              <a:extLst>
                <a:ext uri="{FF2B5EF4-FFF2-40B4-BE49-F238E27FC236}">
                  <a16:creationId xmlns:a16="http://schemas.microsoft.com/office/drawing/2014/main" id="{6233F648-6A53-4F5E-91CF-1B36B6E65D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74" t="30226" r="51683" b="50480"/>
            <a:stretch/>
          </p:blipFill>
          <p:spPr>
            <a:xfrm>
              <a:off x="665988" y="5017643"/>
              <a:ext cx="819600" cy="820839"/>
            </a:xfrm>
            <a:prstGeom prst="rect">
              <a:avLst/>
            </a:prstGeom>
          </p:spPr>
        </p:pic>
        <p:pic>
          <p:nvPicPr>
            <p:cNvPr id="1150" name="圖片 1149">
              <a:extLst>
                <a:ext uri="{FF2B5EF4-FFF2-40B4-BE49-F238E27FC236}">
                  <a16:creationId xmlns:a16="http://schemas.microsoft.com/office/drawing/2014/main" id="{957BEE41-4335-4B0E-B2C2-9C0BD50D0C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" b="50242"/>
            <a:stretch/>
          </p:blipFill>
          <p:spPr>
            <a:xfrm>
              <a:off x="2468304" y="920911"/>
              <a:ext cx="260536" cy="86401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1" name="文字方塊 1150">
                  <a:extLst>
                    <a:ext uri="{FF2B5EF4-FFF2-40B4-BE49-F238E27FC236}">
                      <a16:creationId xmlns:a16="http://schemas.microsoft.com/office/drawing/2014/main" id="{EA3E40E2-D71C-4123-A674-6EFE82719BFD}"/>
                    </a:ext>
                  </a:extLst>
                </p:cNvPr>
                <p:cNvSpPr txBox="1"/>
                <p:nvPr/>
              </p:nvSpPr>
              <p:spPr>
                <a:xfrm>
                  <a:off x="2414201" y="1588770"/>
                  <a:ext cx="204146" cy="245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994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151" name="文字方塊 1150">
                  <a:extLst>
                    <a:ext uri="{FF2B5EF4-FFF2-40B4-BE49-F238E27FC236}">
                      <a16:creationId xmlns:a16="http://schemas.microsoft.com/office/drawing/2014/main" id="{EA3E40E2-D71C-4123-A674-6EFE82719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4201" y="1588770"/>
                  <a:ext cx="204146" cy="245324"/>
                </a:xfrm>
                <a:prstGeom prst="rect">
                  <a:avLst/>
                </a:prstGeom>
                <a:blipFill>
                  <a:blip r:embed="rId11"/>
                  <a:stretch>
                    <a:fillRect r="-515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2" name="文字方塊 1151">
                  <a:extLst>
                    <a:ext uri="{FF2B5EF4-FFF2-40B4-BE49-F238E27FC236}">
                      <a16:creationId xmlns:a16="http://schemas.microsoft.com/office/drawing/2014/main" id="{2646ABF7-A600-4499-9B2C-96E1F03C2F31}"/>
                    </a:ext>
                  </a:extLst>
                </p:cNvPr>
                <p:cNvSpPr txBox="1"/>
                <p:nvPr/>
              </p:nvSpPr>
              <p:spPr>
                <a:xfrm>
                  <a:off x="2421954" y="2474448"/>
                  <a:ext cx="204146" cy="245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994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152" name="文字方塊 1151">
                  <a:extLst>
                    <a:ext uri="{FF2B5EF4-FFF2-40B4-BE49-F238E27FC236}">
                      <a16:creationId xmlns:a16="http://schemas.microsoft.com/office/drawing/2014/main" id="{2646ABF7-A600-4499-9B2C-96E1F03C2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1954" y="2474448"/>
                  <a:ext cx="204146" cy="245324"/>
                </a:xfrm>
                <a:prstGeom prst="rect">
                  <a:avLst/>
                </a:prstGeom>
                <a:blipFill>
                  <a:blip r:embed="rId12"/>
                  <a:stretch>
                    <a:fillRect r="-5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3" name="文字方塊 1152">
                  <a:extLst>
                    <a:ext uri="{FF2B5EF4-FFF2-40B4-BE49-F238E27FC236}">
                      <a16:creationId xmlns:a16="http://schemas.microsoft.com/office/drawing/2014/main" id="{12E3D157-FB93-48AA-B938-B25371D10ED5}"/>
                    </a:ext>
                  </a:extLst>
                </p:cNvPr>
                <p:cNvSpPr txBox="1"/>
                <p:nvPr/>
              </p:nvSpPr>
              <p:spPr>
                <a:xfrm>
                  <a:off x="1543134" y="2631457"/>
                  <a:ext cx="1082966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108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153" name="文字方塊 1152">
                  <a:extLst>
                    <a:ext uri="{FF2B5EF4-FFF2-40B4-BE49-F238E27FC236}">
                      <a16:creationId xmlns:a16="http://schemas.microsoft.com/office/drawing/2014/main" id="{12E3D157-FB93-48AA-B938-B25371D10E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3134" y="2631457"/>
                  <a:ext cx="1082966" cy="262829"/>
                </a:xfrm>
                <a:prstGeom prst="rect">
                  <a:avLst/>
                </a:prstGeom>
                <a:blipFill>
                  <a:blip r:embed="rId13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4" name="文字方塊 1153">
                  <a:extLst>
                    <a:ext uri="{FF2B5EF4-FFF2-40B4-BE49-F238E27FC236}">
                      <a16:creationId xmlns:a16="http://schemas.microsoft.com/office/drawing/2014/main" id="{CB7DD351-D0C1-4FC1-99FB-4B7A30BEFF3B}"/>
                    </a:ext>
                  </a:extLst>
                </p:cNvPr>
                <p:cNvSpPr txBox="1"/>
                <p:nvPr/>
              </p:nvSpPr>
              <p:spPr>
                <a:xfrm>
                  <a:off x="525320" y="5834160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154" name="文字方塊 1153">
                  <a:extLst>
                    <a:ext uri="{FF2B5EF4-FFF2-40B4-BE49-F238E27FC236}">
                      <a16:creationId xmlns:a16="http://schemas.microsoft.com/office/drawing/2014/main" id="{CB7DD351-D0C1-4FC1-99FB-4B7A30BEF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320" y="5834160"/>
                  <a:ext cx="1100937" cy="262829"/>
                </a:xfrm>
                <a:prstGeom prst="rect">
                  <a:avLst/>
                </a:prstGeom>
                <a:blipFill>
                  <a:blip r:embed="rId14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5" name="文字方塊 1154">
                  <a:extLst>
                    <a:ext uri="{FF2B5EF4-FFF2-40B4-BE49-F238E27FC236}">
                      <a16:creationId xmlns:a16="http://schemas.microsoft.com/office/drawing/2014/main" id="{8723016F-17DE-4FA3-A720-6595D3897F23}"/>
                    </a:ext>
                  </a:extLst>
                </p:cNvPr>
                <p:cNvSpPr txBox="1"/>
                <p:nvPr/>
              </p:nvSpPr>
              <p:spPr>
                <a:xfrm>
                  <a:off x="1659349" y="6495868"/>
                  <a:ext cx="102198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155" name="文字方塊 1154">
                  <a:extLst>
                    <a:ext uri="{FF2B5EF4-FFF2-40B4-BE49-F238E27FC236}">
                      <a16:creationId xmlns:a16="http://schemas.microsoft.com/office/drawing/2014/main" id="{8723016F-17DE-4FA3-A720-6595D3897F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349" y="6495868"/>
                  <a:ext cx="1021987" cy="26282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6" name="文字方塊 1155">
                  <a:extLst>
                    <a:ext uri="{FF2B5EF4-FFF2-40B4-BE49-F238E27FC236}">
                      <a16:creationId xmlns:a16="http://schemas.microsoft.com/office/drawing/2014/main" id="{70B61C7D-B109-46B8-8EA3-202DF29D100C}"/>
                    </a:ext>
                  </a:extLst>
                </p:cNvPr>
                <p:cNvSpPr txBox="1"/>
                <p:nvPr/>
              </p:nvSpPr>
              <p:spPr>
                <a:xfrm>
                  <a:off x="1872854" y="4339476"/>
                  <a:ext cx="562814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156" name="文字方塊 1155">
                  <a:extLst>
                    <a:ext uri="{FF2B5EF4-FFF2-40B4-BE49-F238E27FC236}">
                      <a16:creationId xmlns:a16="http://schemas.microsoft.com/office/drawing/2014/main" id="{70B61C7D-B109-46B8-8EA3-202DF29D10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2854" y="4339476"/>
                  <a:ext cx="562814" cy="262829"/>
                </a:xfrm>
                <a:prstGeom prst="rect">
                  <a:avLst/>
                </a:prstGeom>
                <a:blipFill>
                  <a:blip r:embed="rId16"/>
                  <a:stretch>
                    <a:fillRect t="-90909" r="-53261" b="-14545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7" name="文字方塊 1156">
                  <a:extLst>
                    <a:ext uri="{FF2B5EF4-FFF2-40B4-BE49-F238E27FC236}">
                      <a16:creationId xmlns:a16="http://schemas.microsoft.com/office/drawing/2014/main" id="{3AFB2FB3-9205-4A84-A63A-44F0620416D6}"/>
                    </a:ext>
                  </a:extLst>
                </p:cNvPr>
                <p:cNvSpPr txBox="1"/>
                <p:nvPr/>
              </p:nvSpPr>
              <p:spPr>
                <a:xfrm>
                  <a:off x="1884482" y="2959004"/>
                  <a:ext cx="562814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157" name="文字方塊 1156">
                  <a:extLst>
                    <a:ext uri="{FF2B5EF4-FFF2-40B4-BE49-F238E27FC236}">
                      <a16:creationId xmlns:a16="http://schemas.microsoft.com/office/drawing/2014/main" id="{3AFB2FB3-9205-4A84-A63A-44F0620416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4482" y="2959004"/>
                  <a:ext cx="562814" cy="262829"/>
                </a:xfrm>
                <a:prstGeom prst="rect">
                  <a:avLst/>
                </a:prstGeom>
                <a:blipFill>
                  <a:blip r:embed="rId17"/>
                  <a:stretch>
                    <a:fillRect t="-93023" r="-52174" b="-15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8" name="Oval 14">
              <a:extLst>
                <a:ext uri="{FF2B5EF4-FFF2-40B4-BE49-F238E27FC236}">
                  <a16:creationId xmlns:a16="http://schemas.microsoft.com/office/drawing/2014/main" id="{AA653D80-6913-460E-BF93-2A9F5EC6EFFB}"/>
                </a:ext>
              </a:extLst>
            </p:cNvPr>
            <p:cNvSpPr/>
            <p:nvPr/>
          </p:nvSpPr>
          <p:spPr>
            <a:xfrm>
              <a:off x="2112920" y="3197644"/>
              <a:ext cx="112465" cy="116499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5" dirty="0"/>
            </a:p>
          </p:txBody>
        </p:sp>
        <p:sp>
          <p:nvSpPr>
            <p:cNvPr id="1159" name="Oval 4">
              <a:extLst>
                <a:ext uri="{FF2B5EF4-FFF2-40B4-BE49-F238E27FC236}">
                  <a16:creationId xmlns:a16="http://schemas.microsoft.com/office/drawing/2014/main" id="{F3639644-23B4-419D-AD9D-69C0350F100F}"/>
                </a:ext>
              </a:extLst>
            </p:cNvPr>
            <p:cNvSpPr/>
            <p:nvPr/>
          </p:nvSpPr>
          <p:spPr>
            <a:xfrm>
              <a:off x="1670825" y="3255893"/>
              <a:ext cx="999692" cy="1035552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160" name="Oval 15">
              <a:extLst>
                <a:ext uri="{FF2B5EF4-FFF2-40B4-BE49-F238E27FC236}">
                  <a16:creationId xmlns:a16="http://schemas.microsoft.com/office/drawing/2014/main" id="{4744AE0D-95B2-4D1D-A31E-B3591D09EEF3}"/>
                </a:ext>
              </a:extLst>
            </p:cNvPr>
            <p:cNvSpPr/>
            <p:nvPr/>
          </p:nvSpPr>
          <p:spPr>
            <a:xfrm>
              <a:off x="2112920" y="4232615"/>
              <a:ext cx="112465" cy="116499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161" name="SHO">
              <a:extLst>
                <a:ext uri="{FF2B5EF4-FFF2-40B4-BE49-F238E27FC236}">
                  <a16:creationId xmlns:a16="http://schemas.microsoft.com/office/drawing/2014/main" id="{22F4A152-A563-477C-AA2A-D551D7B2EDDF}"/>
                </a:ext>
              </a:extLst>
            </p:cNvPr>
            <p:cNvSpPr/>
            <p:nvPr/>
          </p:nvSpPr>
          <p:spPr>
            <a:xfrm rot="16200000">
              <a:off x="1953606" y="3274170"/>
              <a:ext cx="431095" cy="999692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162" name="SVO">
              <a:extLst>
                <a:ext uri="{FF2B5EF4-FFF2-40B4-BE49-F238E27FC236}">
                  <a16:creationId xmlns:a16="http://schemas.microsoft.com/office/drawing/2014/main" id="{0C75A43C-B0E3-432D-B6CE-30BD10BA3028}"/>
                </a:ext>
              </a:extLst>
            </p:cNvPr>
            <p:cNvSpPr/>
            <p:nvPr/>
          </p:nvSpPr>
          <p:spPr>
            <a:xfrm>
              <a:off x="1918608" y="3256240"/>
              <a:ext cx="499846" cy="1035552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/>
            </a:p>
          </p:txBody>
        </p:sp>
        <p:sp>
          <p:nvSpPr>
            <p:cNvPr id="1163" name="Oval 6">
              <a:extLst>
                <a:ext uri="{FF2B5EF4-FFF2-40B4-BE49-F238E27FC236}">
                  <a16:creationId xmlns:a16="http://schemas.microsoft.com/office/drawing/2014/main" id="{ABBB4698-43B1-41A9-AECD-F75C51EBB443}"/>
                </a:ext>
              </a:extLst>
            </p:cNvPr>
            <p:cNvSpPr/>
            <p:nvPr/>
          </p:nvSpPr>
          <p:spPr>
            <a:xfrm rot="16200000">
              <a:off x="1953606" y="3274170"/>
              <a:ext cx="431095" cy="999692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64" name="TextBox 11">
                  <a:extLst>
                    <a:ext uri="{FF2B5EF4-FFF2-40B4-BE49-F238E27FC236}">
                      <a16:creationId xmlns:a16="http://schemas.microsoft.com/office/drawing/2014/main" id="{27D09B36-5F76-49E9-8D16-11032EF403FC}"/>
                    </a:ext>
                  </a:extLst>
                </p:cNvPr>
                <p:cNvSpPr txBox="1"/>
                <p:nvPr/>
              </p:nvSpPr>
              <p:spPr>
                <a:xfrm>
                  <a:off x="1788593" y="3650542"/>
                  <a:ext cx="12248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164" name="TextBox 11">
                  <a:extLst>
                    <a:ext uri="{FF2B5EF4-FFF2-40B4-BE49-F238E27FC236}">
                      <a16:creationId xmlns:a16="http://schemas.microsoft.com/office/drawing/2014/main" id="{27D09B36-5F76-49E9-8D16-11032EF403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8593" y="3650542"/>
                  <a:ext cx="122489" cy="262829"/>
                </a:xfrm>
                <a:prstGeom prst="rect">
                  <a:avLst/>
                </a:prstGeom>
                <a:blipFill>
                  <a:blip r:embed="rId18"/>
                  <a:stretch>
                    <a:fillRect r="-4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65" name="Oval 22">
              <a:extLst>
                <a:ext uri="{FF2B5EF4-FFF2-40B4-BE49-F238E27FC236}">
                  <a16:creationId xmlns:a16="http://schemas.microsoft.com/office/drawing/2014/main" id="{AFB7E9B2-4CB5-481D-A372-FFDDC6DF8330}"/>
                </a:ext>
              </a:extLst>
            </p:cNvPr>
            <p:cNvSpPr/>
            <p:nvPr/>
          </p:nvSpPr>
          <p:spPr>
            <a:xfrm>
              <a:off x="2112266" y="4232615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66" name="TextBox 12">
                  <a:extLst>
                    <a:ext uri="{FF2B5EF4-FFF2-40B4-BE49-F238E27FC236}">
                      <a16:creationId xmlns:a16="http://schemas.microsoft.com/office/drawing/2014/main" id="{F682A07B-A58D-42EC-999D-3ACACE0D064E}"/>
                    </a:ext>
                  </a:extLst>
                </p:cNvPr>
                <p:cNvSpPr txBox="1"/>
                <p:nvPr/>
              </p:nvSpPr>
              <p:spPr>
                <a:xfrm>
                  <a:off x="2242002" y="3716586"/>
                  <a:ext cx="12248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166" name="TextBox 12">
                  <a:extLst>
                    <a:ext uri="{FF2B5EF4-FFF2-40B4-BE49-F238E27FC236}">
                      <a16:creationId xmlns:a16="http://schemas.microsoft.com/office/drawing/2014/main" id="{F682A07B-A58D-42EC-999D-3ACACE0D06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2002" y="3716586"/>
                  <a:ext cx="122489" cy="262829"/>
                </a:xfrm>
                <a:prstGeom prst="rect">
                  <a:avLst/>
                </a:prstGeom>
                <a:blipFill>
                  <a:blip r:embed="rId19"/>
                  <a:stretch>
                    <a:fillRect r="-55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67" name="TextBox 13">
                  <a:extLst>
                    <a:ext uri="{FF2B5EF4-FFF2-40B4-BE49-F238E27FC236}">
                      <a16:creationId xmlns:a16="http://schemas.microsoft.com/office/drawing/2014/main" id="{1F81A227-344B-4E60-B8D6-04E3CAA95804}"/>
                    </a:ext>
                  </a:extLst>
                </p:cNvPr>
                <p:cNvSpPr txBox="1"/>
                <p:nvPr/>
              </p:nvSpPr>
              <p:spPr>
                <a:xfrm>
                  <a:off x="2072993" y="3280611"/>
                  <a:ext cx="177900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167" name="TextBox 13">
                  <a:extLst>
                    <a:ext uri="{FF2B5EF4-FFF2-40B4-BE49-F238E27FC236}">
                      <a16:creationId xmlns:a16="http://schemas.microsoft.com/office/drawing/2014/main" id="{1F81A227-344B-4E60-B8D6-04E3CAA958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2993" y="3280611"/>
                  <a:ext cx="177900" cy="262829"/>
                </a:xfrm>
                <a:prstGeom prst="rect">
                  <a:avLst/>
                </a:prstGeom>
                <a:blipFill>
                  <a:blip r:embed="rId20"/>
                  <a:stretch>
                    <a:fillRect r="-68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68" name="DVO">
              <a:extLst>
                <a:ext uri="{FF2B5EF4-FFF2-40B4-BE49-F238E27FC236}">
                  <a16:creationId xmlns:a16="http://schemas.microsoft.com/office/drawing/2014/main" id="{43B25A32-9DFA-4C8D-B7BB-8F835DF49E94}"/>
                </a:ext>
              </a:extLst>
            </p:cNvPr>
            <p:cNvSpPr/>
            <p:nvPr/>
          </p:nvSpPr>
          <p:spPr>
            <a:xfrm flipH="1">
              <a:off x="1918608" y="3256240"/>
              <a:ext cx="499846" cy="1035552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169" name="Oval 23">
              <a:extLst>
                <a:ext uri="{FF2B5EF4-FFF2-40B4-BE49-F238E27FC236}">
                  <a16:creationId xmlns:a16="http://schemas.microsoft.com/office/drawing/2014/main" id="{D9B3C60F-F09A-43EA-BEF1-E1EBA8B95247}"/>
                </a:ext>
              </a:extLst>
            </p:cNvPr>
            <p:cNvSpPr/>
            <p:nvPr/>
          </p:nvSpPr>
          <p:spPr>
            <a:xfrm>
              <a:off x="2612704" y="3715767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cxnSp>
          <p:nvCxnSpPr>
            <p:cNvPr id="1170" name="Straight Arrow Connector 7">
              <a:extLst>
                <a:ext uri="{FF2B5EF4-FFF2-40B4-BE49-F238E27FC236}">
                  <a16:creationId xmlns:a16="http://schemas.microsoft.com/office/drawing/2014/main" id="{FBC59AF6-7D90-433C-9817-9EF3ABFA0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6432" y="3463806"/>
              <a:ext cx="1175" cy="30869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1" name="Straight Arrow Connector 19">
              <a:extLst>
                <a:ext uri="{FF2B5EF4-FFF2-40B4-BE49-F238E27FC236}">
                  <a16:creationId xmlns:a16="http://schemas.microsoft.com/office/drawing/2014/main" id="{28140EC2-24AE-4AEE-BD89-EC283772E98A}"/>
                </a:ext>
              </a:extLst>
            </p:cNvPr>
            <p:cNvCxnSpPr>
              <a:cxnSpLocks/>
            </p:cNvCxnSpPr>
            <p:nvPr/>
          </p:nvCxnSpPr>
          <p:spPr>
            <a:xfrm>
              <a:off x="2168498" y="3770987"/>
              <a:ext cx="135555" cy="1085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2" name="Straight Arrow Connector 18">
              <a:extLst>
                <a:ext uri="{FF2B5EF4-FFF2-40B4-BE49-F238E27FC236}">
                  <a16:creationId xmlns:a16="http://schemas.microsoft.com/office/drawing/2014/main" id="{1C4FBA02-ACEE-4855-8483-0AAA40713872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2049890" y="3652273"/>
              <a:ext cx="0" cy="23742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3" name="Oval 20">
              <a:extLst>
                <a:ext uri="{FF2B5EF4-FFF2-40B4-BE49-F238E27FC236}">
                  <a16:creationId xmlns:a16="http://schemas.microsoft.com/office/drawing/2014/main" id="{3A6001A7-E31D-4533-A278-F437C90FAC3E}"/>
                </a:ext>
              </a:extLst>
            </p:cNvPr>
            <p:cNvSpPr/>
            <p:nvPr/>
          </p:nvSpPr>
          <p:spPr>
            <a:xfrm>
              <a:off x="1612898" y="3715767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/>
            </a:p>
          </p:txBody>
        </p:sp>
        <p:sp>
          <p:nvSpPr>
            <p:cNvPr id="1174" name="Oval 22">
              <a:extLst>
                <a:ext uri="{FF2B5EF4-FFF2-40B4-BE49-F238E27FC236}">
                  <a16:creationId xmlns:a16="http://schemas.microsoft.com/office/drawing/2014/main" id="{EFC1D29D-3F90-4FD1-801B-CA97BA7CAFD0}"/>
                </a:ext>
              </a:extLst>
            </p:cNvPr>
            <p:cNvSpPr/>
            <p:nvPr/>
          </p:nvSpPr>
          <p:spPr>
            <a:xfrm>
              <a:off x="2113084" y="3192193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5" dirty="0"/>
            </a:p>
          </p:txBody>
        </p:sp>
        <p:sp>
          <p:nvSpPr>
            <p:cNvPr id="1175" name="Partial Circle 9">
              <a:extLst>
                <a:ext uri="{FF2B5EF4-FFF2-40B4-BE49-F238E27FC236}">
                  <a16:creationId xmlns:a16="http://schemas.microsoft.com/office/drawing/2014/main" id="{31D16976-83A1-405A-B7A4-C5E1B8DAD51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123231" y="3705804"/>
              <a:ext cx="70898" cy="13688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6" name="TextBox 10">
                  <a:extLst>
                    <a:ext uri="{FF2B5EF4-FFF2-40B4-BE49-F238E27FC236}">
                      <a16:creationId xmlns:a16="http://schemas.microsoft.com/office/drawing/2014/main" id="{CFE475CC-649A-4782-806F-8E017AB47E8F}"/>
                    </a:ext>
                  </a:extLst>
                </p:cNvPr>
                <p:cNvSpPr txBox="1"/>
                <p:nvPr/>
              </p:nvSpPr>
              <p:spPr>
                <a:xfrm>
                  <a:off x="1871220" y="3730069"/>
                  <a:ext cx="21823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176" name="TextBox 10">
                  <a:extLst>
                    <a:ext uri="{FF2B5EF4-FFF2-40B4-BE49-F238E27FC236}">
                      <a16:creationId xmlns:a16="http://schemas.microsoft.com/office/drawing/2014/main" id="{CFE475CC-649A-4782-806F-8E017AB47E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1220" y="3730069"/>
                  <a:ext cx="218239" cy="26282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77" name="Straight Arrow Connector 17">
              <a:extLst>
                <a:ext uri="{FF2B5EF4-FFF2-40B4-BE49-F238E27FC236}">
                  <a16:creationId xmlns:a16="http://schemas.microsoft.com/office/drawing/2014/main" id="{8D8B4017-0E3B-4E13-A6DD-5ED66FC6AB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14713" y="3775084"/>
              <a:ext cx="153405" cy="19837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178" name="Partial Circle 9">
              <a:extLst>
                <a:ext uri="{FF2B5EF4-FFF2-40B4-BE49-F238E27FC236}">
                  <a16:creationId xmlns:a16="http://schemas.microsoft.com/office/drawing/2014/main" id="{47F375D9-3CB7-41B8-8649-EF0644DDF7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4423" y="3680036"/>
              <a:ext cx="103302" cy="208638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9" name="TextBox 10">
                  <a:extLst>
                    <a:ext uri="{FF2B5EF4-FFF2-40B4-BE49-F238E27FC236}">
                      <a16:creationId xmlns:a16="http://schemas.microsoft.com/office/drawing/2014/main" id="{29A0E86B-301B-451A-8DFC-70D1CCEAD959}"/>
                    </a:ext>
                  </a:extLst>
                </p:cNvPr>
                <p:cNvSpPr txBox="1"/>
                <p:nvPr/>
              </p:nvSpPr>
              <p:spPr>
                <a:xfrm>
                  <a:off x="2141961" y="3508242"/>
                  <a:ext cx="20564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179" name="TextBox 10">
                  <a:extLst>
                    <a:ext uri="{FF2B5EF4-FFF2-40B4-BE49-F238E27FC236}">
                      <a16:creationId xmlns:a16="http://schemas.microsoft.com/office/drawing/2014/main" id="{29A0E86B-301B-451A-8DFC-70D1CCEAD9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1961" y="3508242"/>
                  <a:ext cx="205647" cy="262829"/>
                </a:xfrm>
                <a:prstGeom prst="rect">
                  <a:avLst/>
                </a:prstGeom>
                <a:blipFill>
                  <a:blip r:embed="rId22"/>
                  <a:stretch>
                    <a:fillRect r="-17647"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0" name="Straight Arrow Connector 17">
              <a:extLst>
                <a:ext uri="{FF2B5EF4-FFF2-40B4-BE49-F238E27FC236}">
                  <a16:creationId xmlns:a16="http://schemas.microsoft.com/office/drawing/2014/main" id="{64C47C89-C3D0-4E6E-B12F-99CA3D9A0F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2519" y="3466505"/>
              <a:ext cx="395947" cy="3112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181" name="Oval 22">
              <a:extLst>
                <a:ext uri="{FF2B5EF4-FFF2-40B4-BE49-F238E27FC236}">
                  <a16:creationId xmlns:a16="http://schemas.microsoft.com/office/drawing/2014/main" id="{265A2CAE-93C0-489E-BBE3-70B05A77C8FE}"/>
                </a:ext>
              </a:extLst>
            </p:cNvPr>
            <p:cNvSpPr/>
            <p:nvPr/>
          </p:nvSpPr>
          <p:spPr>
            <a:xfrm>
              <a:off x="2349658" y="3910816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182" name="Oval 22">
              <a:extLst>
                <a:ext uri="{FF2B5EF4-FFF2-40B4-BE49-F238E27FC236}">
                  <a16:creationId xmlns:a16="http://schemas.microsoft.com/office/drawing/2014/main" id="{FBDE118E-64FA-47ED-BDDA-6C826F6C7B69}"/>
                </a:ext>
              </a:extLst>
            </p:cNvPr>
            <p:cNvSpPr/>
            <p:nvPr/>
          </p:nvSpPr>
          <p:spPr>
            <a:xfrm>
              <a:off x="1874873" y="3536264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83" name="文字方塊 1182">
                  <a:extLst>
                    <a:ext uri="{FF2B5EF4-FFF2-40B4-BE49-F238E27FC236}">
                      <a16:creationId xmlns:a16="http://schemas.microsoft.com/office/drawing/2014/main" id="{DDA22502-32B8-4FE6-BF74-A3E1D8C999FF}"/>
                    </a:ext>
                  </a:extLst>
                </p:cNvPr>
                <p:cNvSpPr txBox="1"/>
                <p:nvPr/>
              </p:nvSpPr>
              <p:spPr>
                <a:xfrm>
                  <a:off x="588710" y="3830100"/>
                  <a:ext cx="974158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183" name="文字方塊 1182">
                  <a:extLst>
                    <a:ext uri="{FF2B5EF4-FFF2-40B4-BE49-F238E27FC236}">
                      <a16:creationId xmlns:a16="http://schemas.microsoft.com/office/drawing/2014/main" id="{DDA22502-32B8-4FE6-BF74-A3E1D8C999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710" y="3830100"/>
                  <a:ext cx="974158" cy="262829"/>
                </a:xfrm>
                <a:prstGeom prst="rect">
                  <a:avLst/>
                </a:prstGeom>
                <a:blipFill>
                  <a:blip r:embed="rId23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84" name="圖片 1183">
              <a:extLst>
                <a:ext uri="{FF2B5EF4-FFF2-40B4-BE49-F238E27FC236}">
                  <a16:creationId xmlns:a16="http://schemas.microsoft.com/office/drawing/2014/main" id="{85654EC2-7B8A-4ECA-864D-646FDF73B1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/>
            <a:srcRect t="51281" r="51003"/>
            <a:stretch/>
          </p:blipFill>
          <p:spPr>
            <a:xfrm>
              <a:off x="658659" y="3018109"/>
              <a:ext cx="834259" cy="822637"/>
            </a:xfrm>
            <a:prstGeom prst="rect">
              <a:avLst/>
            </a:prstGeom>
          </p:spPr>
        </p:pic>
        <p:cxnSp>
          <p:nvCxnSpPr>
            <p:cNvPr id="1185" name="直線接點 1184">
              <a:extLst>
                <a:ext uri="{FF2B5EF4-FFF2-40B4-BE49-F238E27FC236}">
                  <a16:creationId xmlns:a16="http://schemas.microsoft.com/office/drawing/2014/main" id="{3F01E9F4-03A1-4731-9C23-B8A4223D4295}"/>
                </a:ext>
              </a:extLst>
            </p:cNvPr>
            <p:cNvCxnSpPr>
              <a:cxnSpLocks/>
            </p:cNvCxnSpPr>
            <p:nvPr/>
          </p:nvCxnSpPr>
          <p:spPr>
            <a:xfrm>
              <a:off x="2461713" y="4043733"/>
              <a:ext cx="406400" cy="568325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186" name="圖片 1185">
              <a:extLst>
                <a:ext uri="{FF2B5EF4-FFF2-40B4-BE49-F238E27FC236}">
                  <a16:creationId xmlns:a16="http://schemas.microsoft.com/office/drawing/2014/main" id="{7E0455C2-19FB-4623-8CA9-96B882E727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70" t="9874" r="37949" b="70775"/>
            <a:stretch/>
          </p:blipFill>
          <p:spPr>
            <a:xfrm>
              <a:off x="2840823" y="2150602"/>
              <a:ext cx="822081" cy="823321"/>
            </a:xfrm>
            <a:prstGeom prst="rect">
              <a:avLst/>
            </a:prstGeom>
          </p:spPr>
        </p:pic>
        <p:pic>
          <p:nvPicPr>
            <p:cNvPr id="1187" name="圖片 1186">
              <a:extLst>
                <a:ext uri="{FF2B5EF4-FFF2-40B4-BE49-F238E27FC236}">
                  <a16:creationId xmlns:a16="http://schemas.microsoft.com/office/drawing/2014/main" id="{CF576AC4-872E-484B-A7C0-DE992DEB21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93" t="30160" r="37946" b="50431"/>
            <a:stretch/>
          </p:blipFill>
          <p:spPr>
            <a:xfrm>
              <a:off x="2841443" y="3034856"/>
              <a:ext cx="820841" cy="825801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88" name="文字方塊 1187">
                  <a:extLst>
                    <a:ext uri="{FF2B5EF4-FFF2-40B4-BE49-F238E27FC236}">
                      <a16:creationId xmlns:a16="http://schemas.microsoft.com/office/drawing/2014/main" id="{1B6A70D4-59D6-4590-9783-A4711DD4A44F}"/>
                    </a:ext>
                  </a:extLst>
                </p:cNvPr>
                <p:cNvSpPr txBox="1"/>
                <p:nvPr/>
              </p:nvSpPr>
              <p:spPr>
                <a:xfrm>
                  <a:off x="2701395" y="3838990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188" name="文字方塊 1187">
                  <a:extLst>
                    <a:ext uri="{FF2B5EF4-FFF2-40B4-BE49-F238E27FC236}">
                      <a16:creationId xmlns:a16="http://schemas.microsoft.com/office/drawing/2014/main" id="{1B6A70D4-59D6-4590-9783-A4711DD4A4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1395" y="3838990"/>
                  <a:ext cx="1100937" cy="262829"/>
                </a:xfrm>
                <a:prstGeom prst="rect">
                  <a:avLst/>
                </a:prstGeom>
                <a:blipFill>
                  <a:blip r:embed="rId25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89" name="文字方塊 1188">
                  <a:extLst>
                    <a:ext uri="{FF2B5EF4-FFF2-40B4-BE49-F238E27FC236}">
                      <a16:creationId xmlns:a16="http://schemas.microsoft.com/office/drawing/2014/main" id="{92796B1C-9C41-47BE-B47B-6C401F37E5F9}"/>
                    </a:ext>
                  </a:extLst>
                </p:cNvPr>
                <p:cNvSpPr txBox="1"/>
                <p:nvPr/>
              </p:nvSpPr>
              <p:spPr>
                <a:xfrm>
                  <a:off x="2701395" y="5756093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189" name="文字方塊 1188">
                  <a:extLst>
                    <a:ext uri="{FF2B5EF4-FFF2-40B4-BE49-F238E27FC236}">
                      <a16:creationId xmlns:a16="http://schemas.microsoft.com/office/drawing/2014/main" id="{92796B1C-9C41-47BE-B47B-6C401F37E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1395" y="5756093"/>
                  <a:ext cx="1100937" cy="262829"/>
                </a:xfrm>
                <a:prstGeom prst="rect">
                  <a:avLst/>
                </a:prstGeom>
                <a:blipFill>
                  <a:blip r:embed="rId26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90" name="圖片 1189">
              <a:extLst>
                <a:ext uri="{FF2B5EF4-FFF2-40B4-BE49-F238E27FC236}">
                  <a16:creationId xmlns:a16="http://schemas.microsoft.com/office/drawing/2014/main" id="{8CBF70BF-095D-41F4-8736-F0F4EEA7DA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/>
            <a:srcRect l="51236" b="50807"/>
            <a:stretch/>
          </p:blipFill>
          <p:spPr>
            <a:xfrm>
              <a:off x="2836710" y="4056378"/>
              <a:ext cx="830307" cy="830640"/>
            </a:xfrm>
            <a:prstGeom prst="rect">
              <a:avLst/>
            </a:prstGeom>
          </p:spPr>
        </p:pic>
        <p:pic>
          <p:nvPicPr>
            <p:cNvPr id="1191" name="圖片 1190">
              <a:extLst>
                <a:ext uri="{FF2B5EF4-FFF2-40B4-BE49-F238E27FC236}">
                  <a16:creationId xmlns:a16="http://schemas.microsoft.com/office/drawing/2014/main" id="{A3C49FC7-0814-4DAF-AE57-F82594688E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/>
            <a:srcRect l="51236" t="50810"/>
            <a:stretch/>
          </p:blipFill>
          <p:spPr>
            <a:xfrm>
              <a:off x="2836710" y="4946068"/>
              <a:ext cx="830306" cy="830580"/>
            </a:xfrm>
            <a:prstGeom prst="rect">
              <a:avLst/>
            </a:prstGeom>
          </p:spPr>
        </p:pic>
        <p:cxnSp>
          <p:nvCxnSpPr>
            <p:cNvPr id="1192" name="直線接點 1191">
              <a:extLst>
                <a:ext uri="{FF2B5EF4-FFF2-40B4-BE49-F238E27FC236}">
                  <a16:creationId xmlns:a16="http://schemas.microsoft.com/office/drawing/2014/main" id="{7AF4EA0F-9278-4890-999E-71CB44782D1D}"/>
                </a:ext>
              </a:extLst>
            </p:cNvPr>
            <p:cNvCxnSpPr>
              <a:cxnSpLocks/>
            </p:cNvCxnSpPr>
            <p:nvPr/>
          </p:nvCxnSpPr>
          <p:spPr>
            <a:xfrm>
              <a:off x="1300098" y="2702208"/>
              <a:ext cx="607387" cy="867825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193" name="圖片 1192">
              <a:extLst>
                <a:ext uri="{FF2B5EF4-FFF2-40B4-BE49-F238E27FC236}">
                  <a16:creationId xmlns:a16="http://schemas.microsoft.com/office/drawing/2014/main" id="{C3ECB37F-0F4A-4DE6-825A-A62D6A74B1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/>
            <a:srcRect r="51003" b="50581"/>
            <a:stretch/>
          </p:blipFill>
          <p:spPr>
            <a:xfrm>
              <a:off x="658658" y="2165013"/>
              <a:ext cx="834260" cy="834450"/>
            </a:xfrm>
            <a:prstGeom prst="rect">
              <a:avLst/>
            </a:prstGeom>
          </p:spPr>
        </p:pic>
        <p:cxnSp>
          <p:nvCxnSpPr>
            <p:cNvPr id="1194" name="直線接點 1193">
              <a:extLst>
                <a:ext uri="{FF2B5EF4-FFF2-40B4-BE49-F238E27FC236}">
                  <a16:creationId xmlns:a16="http://schemas.microsoft.com/office/drawing/2014/main" id="{EEF28BCF-98DD-44EF-9275-1130455C4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0163" y="3813964"/>
              <a:ext cx="140200" cy="325019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95" name="直線接點 1194">
              <a:extLst>
                <a:ext uri="{FF2B5EF4-FFF2-40B4-BE49-F238E27FC236}">
                  <a16:creationId xmlns:a16="http://schemas.microsoft.com/office/drawing/2014/main" id="{938750FF-74BB-453B-AA0C-43A905A768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2538" y="3453184"/>
              <a:ext cx="123825" cy="263524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96" name="矩形: 圓角 1195">
              <a:extLst>
                <a:ext uri="{FF2B5EF4-FFF2-40B4-BE49-F238E27FC236}">
                  <a16:creationId xmlns:a16="http://schemas.microsoft.com/office/drawing/2014/main" id="{D13472D6-71FA-422C-977D-41CAD58036C2}"/>
                </a:ext>
              </a:extLst>
            </p:cNvPr>
            <p:cNvSpPr/>
            <p:nvPr/>
          </p:nvSpPr>
          <p:spPr>
            <a:xfrm>
              <a:off x="4152899" y="790599"/>
              <a:ext cx="3638551" cy="6072863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93" dirty="0"/>
            </a:p>
          </p:txBody>
        </p:sp>
        <p:pic>
          <p:nvPicPr>
            <p:cNvPr id="1197" name="圖片 1196">
              <a:extLst>
                <a:ext uri="{FF2B5EF4-FFF2-40B4-BE49-F238E27FC236}">
                  <a16:creationId xmlns:a16="http://schemas.microsoft.com/office/drawing/2014/main" id="{686DF4F1-9886-406A-8830-FD97A0E6DC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75210"/>
            <a:stretch/>
          </p:blipFill>
          <p:spPr>
            <a:xfrm>
              <a:off x="5254900" y="951886"/>
              <a:ext cx="865537" cy="1702836"/>
            </a:xfrm>
            <a:prstGeom prst="rect">
              <a:avLst/>
            </a:prstGeom>
          </p:spPr>
        </p:pic>
        <p:pic>
          <p:nvPicPr>
            <p:cNvPr id="1198" name="圖片 1197">
              <a:extLst>
                <a:ext uri="{FF2B5EF4-FFF2-40B4-BE49-F238E27FC236}">
                  <a16:creationId xmlns:a16="http://schemas.microsoft.com/office/drawing/2014/main" id="{78FC5479-B611-4BA6-9754-E5AEA3C4A3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5445"/>
            <a:stretch/>
          </p:blipFill>
          <p:spPr>
            <a:xfrm>
              <a:off x="6460073" y="2152015"/>
              <a:ext cx="857330" cy="1702837"/>
            </a:xfrm>
            <a:prstGeom prst="rect">
              <a:avLst/>
            </a:prstGeom>
          </p:spPr>
        </p:pic>
        <p:pic>
          <p:nvPicPr>
            <p:cNvPr id="1199" name="圖片 1198">
              <a:extLst>
                <a:ext uri="{FF2B5EF4-FFF2-40B4-BE49-F238E27FC236}">
                  <a16:creationId xmlns:a16="http://schemas.microsoft.com/office/drawing/2014/main" id="{0401C262-0BE3-444B-B169-177009532C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9975" r="24608"/>
            <a:stretch/>
          </p:blipFill>
          <p:spPr>
            <a:xfrm>
              <a:off x="4279068" y="4120540"/>
              <a:ext cx="887430" cy="1702836"/>
            </a:xfrm>
            <a:prstGeom prst="rect">
              <a:avLst/>
            </a:prstGeom>
          </p:spPr>
        </p:pic>
        <p:pic>
          <p:nvPicPr>
            <p:cNvPr id="1200" name="圖片 1199">
              <a:extLst>
                <a:ext uri="{FF2B5EF4-FFF2-40B4-BE49-F238E27FC236}">
                  <a16:creationId xmlns:a16="http://schemas.microsoft.com/office/drawing/2014/main" id="{D53EC49E-DBC9-4FEE-A134-086546CABC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4430" r="49783"/>
            <a:stretch/>
          </p:blipFill>
          <p:spPr>
            <a:xfrm>
              <a:off x="5370870" y="4785954"/>
              <a:ext cx="900332" cy="1702837"/>
            </a:xfrm>
            <a:prstGeom prst="rect">
              <a:avLst/>
            </a:prstGeom>
          </p:spPr>
        </p:pic>
        <p:pic>
          <p:nvPicPr>
            <p:cNvPr id="1201" name="圖片 1200">
              <a:extLst>
                <a:ext uri="{FF2B5EF4-FFF2-40B4-BE49-F238E27FC236}">
                  <a16:creationId xmlns:a16="http://schemas.microsoft.com/office/drawing/2014/main" id="{4D7B64FF-0347-4B60-AFBF-EACDA93671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42"/>
            <a:stretch/>
          </p:blipFill>
          <p:spPr>
            <a:xfrm>
              <a:off x="6470436" y="4062730"/>
              <a:ext cx="852783" cy="1717087"/>
            </a:xfrm>
            <a:prstGeom prst="rect">
              <a:avLst/>
            </a:prstGeom>
          </p:spPr>
        </p:pic>
        <p:pic>
          <p:nvPicPr>
            <p:cNvPr id="1202" name="圖片 1201">
              <a:extLst>
                <a:ext uri="{FF2B5EF4-FFF2-40B4-BE49-F238E27FC236}">
                  <a16:creationId xmlns:a16="http://schemas.microsoft.com/office/drawing/2014/main" id="{94F17AAC-774A-49FD-A88E-6FA188968A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50277"/>
            <a:stretch/>
          </p:blipFill>
          <p:spPr>
            <a:xfrm>
              <a:off x="4314506" y="2150204"/>
              <a:ext cx="857349" cy="1717087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3" name="文字方塊 1202">
                  <a:extLst>
                    <a:ext uri="{FF2B5EF4-FFF2-40B4-BE49-F238E27FC236}">
                      <a16:creationId xmlns:a16="http://schemas.microsoft.com/office/drawing/2014/main" id="{EA4201E3-6DAF-42D4-A235-CD97D5152E4F}"/>
                    </a:ext>
                  </a:extLst>
                </p:cNvPr>
                <p:cNvSpPr txBox="1"/>
                <p:nvPr/>
              </p:nvSpPr>
              <p:spPr>
                <a:xfrm>
                  <a:off x="5620562" y="2389067"/>
                  <a:ext cx="268993" cy="2722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69" dirty="0"/>
                </a:p>
              </p:txBody>
            </p:sp>
          </mc:Choice>
          <mc:Fallback>
            <p:sp>
              <p:nvSpPr>
                <p:cNvPr id="1203" name="文字方塊 1202">
                  <a:extLst>
                    <a:ext uri="{FF2B5EF4-FFF2-40B4-BE49-F238E27FC236}">
                      <a16:creationId xmlns:a16="http://schemas.microsoft.com/office/drawing/2014/main" id="{EA4201E3-6DAF-42D4-A235-CD97D5152E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0562" y="2389067"/>
                  <a:ext cx="268993" cy="272254"/>
                </a:xfrm>
                <a:prstGeom prst="rect">
                  <a:avLst/>
                </a:prstGeom>
                <a:blipFill>
                  <a:blip r:embed="rId4"/>
                  <a:stretch>
                    <a:fillRect r="-7272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4" name="文字方塊 1203">
                  <a:extLst>
                    <a:ext uri="{FF2B5EF4-FFF2-40B4-BE49-F238E27FC236}">
                      <a16:creationId xmlns:a16="http://schemas.microsoft.com/office/drawing/2014/main" id="{46B7A2C3-6A46-43E2-BE15-D0098305EE62}"/>
                    </a:ext>
                  </a:extLst>
                </p:cNvPr>
                <p:cNvSpPr txBox="1"/>
                <p:nvPr/>
              </p:nvSpPr>
              <p:spPr>
                <a:xfrm>
                  <a:off x="5631227" y="1507102"/>
                  <a:ext cx="268993" cy="2722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69" dirty="0"/>
                </a:p>
              </p:txBody>
            </p:sp>
          </mc:Choice>
          <mc:Fallback>
            <p:sp>
              <p:nvSpPr>
                <p:cNvPr id="1204" name="文字方塊 1203">
                  <a:extLst>
                    <a:ext uri="{FF2B5EF4-FFF2-40B4-BE49-F238E27FC236}">
                      <a16:creationId xmlns:a16="http://schemas.microsoft.com/office/drawing/2014/main" id="{46B7A2C3-6A46-43E2-BE15-D0098305EE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1227" y="1507102"/>
                  <a:ext cx="268993" cy="272254"/>
                </a:xfrm>
                <a:prstGeom prst="rect">
                  <a:avLst/>
                </a:prstGeom>
                <a:blipFill>
                  <a:blip r:embed="rId5"/>
                  <a:stretch>
                    <a:fillRect r="-72727" b="-227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05" name="群組 1204">
              <a:extLst>
                <a:ext uri="{FF2B5EF4-FFF2-40B4-BE49-F238E27FC236}">
                  <a16:creationId xmlns:a16="http://schemas.microsoft.com/office/drawing/2014/main" id="{F63D3BB3-F9C4-4F9C-8001-FADDF56C2BE0}"/>
                </a:ext>
              </a:extLst>
            </p:cNvPr>
            <p:cNvGrpSpPr/>
            <p:nvPr/>
          </p:nvGrpSpPr>
          <p:grpSpPr>
            <a:xfrm>
              <a:off x="5662623" y="1315179"/>
              <a:ext cx="50518" cy="48461"/>
              <a:chOff x="1373392" y="2391862"/>
              <a:chExt cx="479433" cy="476535"/>
            </a:xfrm>
          </p:grpSpPr>
          <p:sp>
            <p:nvSpPr>
              <p:cNvPr id="1206" name="箭號: 向右 1205">
                <a:extLst>
                  <a:ext uri="{FF2B5EF4-FFF2-40B4-BE49-F238E27FC236}">
                    <a16:creationId xmlns:a16="http://schemas.microsoft.com/office/drawing/2014/main" id="{9329CC8A-202F-471F-95A9-D457D4943053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>
                  <a:solidFill>
                    <a:schemeClr val="bg1"/>
                  </a:solidFill>
                </a:endParaRPr>
              </a:p>
            </p:txBody>
          </p:sp>
          <p:sp>
            <p:nvSpPr>
              <p:cNvPr id="1207" name="箭號: 向右 1206">
                <a:extLst>
                  <a:ext uri="{FF2B5EF4-FFF2-40B4-BE49-F238E27FC236}">
                    <a16:creationId xmlns:a16="http://schemas.microsoft.com/office/drawing/2014/main" id="{CB0D061C-78E2-404F-8BC4-AA847E927651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8" name="文字方塊 1207">
                  <a:extLst>
                    <a:ext uri="{FF2B5EF4-FFF2-40B4-BE49-F238E27FC236}">
                      <a16:creationId xmlns:a16="http://schemas.microsoft.com/office/drawing/2014/main" id="{12644F26-C9F2-42AF-B423-F69C1D64DFBA}"/>
                    </a:ext>
                  </a:extLst>
                </p:cNvPr>
                <p:cNvSpPr txBox="1"/>
                <p:nvPr/>
              </p:nvSpPr>
              <p:spPr>
                <a:xfrm>
                  <a:off x="5538398" y="1071664"/>
                  <a:ext cx="198362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08" name="文字方塊 1207">
                  <a:extLst>
                    <a:ext uri="{FF2B5EF4-FFF2-40B4-BE49-F238E27FC236}">
                      <a16:creationId xmlns:a16="http://schemas.microsoft.com/office/drawing/2014/main" id="{12644F26-C9F2-42AF-B423-F69C1D64DF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8398" y="1071664"/>
                  <a:ext cx="198362" cy="276614"/>
                </a:xfrm>
                <a:prstGeom prst="rect">
                  <a:avLst/>
                </a:prstGeom>
                <a:blipFill>
                  <a:blip r:embed="rId8"/>
                  <a:stretch>
                    <a:fillRect r="-424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9" name="文字方塊 1208">
                  <a:extLst>
                    <a:ext uri="{FF2B5EF4-FFF2-40B4-BE49-F238E27FC236}">
                      <a16:creationId xmlns:a16="http://schemas.microsoft.com/office/drawing/2014/main" id="{2ACE3764-848F-4688-A425-5C3BBC2DC643}"/>
                    </a:ext>
                  </a:extLst>
                </p:cNvPr>
                <p:cNvSpPr txBox="1"/>
                <p:nvPr/>
              </p:nvSpPr>
              <p:spPr>
                <a:xfrm>
                  <a:off x="5627945" y="1267498"/>
                  <a:ext cx="14927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09" name="文字方塊 1208">
                  <a:extLst>
                    <a:ext uri="{FF2B5EF4-FFF2-40B4-BE49-F238E27FC236}">
                      <a16:creationId xmlns:a16="http://schemas.microsoft.com/office/drawing/2014/main" id="{2ACE3764-848F-4688-A425-5C3BBC2DC6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7945" y="1267498"/>
                  <a:ext cx="149279" cy="262829"/>
                </a:xfrm>
                <a:prstGeom prst="rect">
                  <a:avLst/>
                </a:prstGeom>
                <a:blipFill>
                  <a:blip r:embed="rId29"/>
                  <a:stretch>
                    <a:fillRect r="-75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10" name="群組 1209">
              <a:extLst>
                <a:ext uri="{FF2B5EF4-FFF2-40B4-BE49-F238E27FC236}">
                  <a16:creationId xmlns:a16="http://schemas.microsoft.com/office/drawing/2014/main" id="{26C17E23-26AC-49CF-9A2E-D5FDEF92A604}"/>
                </a:ext>
              </a:extLst>
            </p:cNvPr>
            <p:cNvGrpSpPr/>
            <p:nvPr/>
          </p:nvGrpSpPr>
          <p:grpSpPr>
            <a:xfrm>
              <a:off x="5667315" y="2200858"/>
              <a:ext cx="50518" cy="48461"/>
              <a:chOff x="1373392" y="2391862"/>
              <a:chExt cx="479433" cy="476535"/>
            </a:xfrm>
          </p:grpSpPr>
          <p:sp>
            <p:nvSpPr>
              <p:cNvPr id="1211" name="箭號: 向右 1210">
                <a:extLst>
                  <a:ext uri="{FF2B5EF4-FFF2-40B4-BE49-F238E27FC236}">
                    <a16:creationId xmlns:a16="http://schemas.microsoft.com/office/drawing/2014/main" id="{14531C87-888A-4468-82C6-1B6D40AC1558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>
                  <a:solidFill>
                    <a:schemeClr val="bg1"/>
                  </a:solidFill>
                </a:endParaRPr>
              </a:p>
            </p:txBody>
          </p:sp>
          <p:sp>
            <p:nvSpPr>
              <p:cNvPr id="1212" name="箭號: 向右 1211">
                <a:extLst>
                  <a:ext uri="{FF2B5EF4-FFF2-40B4-BE49-F238E27FC236}">
                    <a16:creationId xmlns:a16="http://schemas.microsoft.com/office/drawing/2014/main" id="{EC025A0B-B981-4404-BE37-A46D334771C4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3" name="文字方塊 1212">
                  <a:extLst>
                    <a:ext uri="{FF2B5EF4-FFF2-40B4-BE49-F238E27FC236}">
                      <a16:creationId xmlns:a16="http://schemas.microsoft.com/office/drawing/2014/main" id="{3F41B4C4-BB58-4EE9-A8B3-1FC579937FC4}"/>
                    </a:ext>
                  </a:extLst>
                </p:cNvPr>
                <p:cNvSpPr txBox="1"/>
                <p:nvPr/>
              </p:nvSpPr>
              <p:spPr>
                <a:xfrm>
                  <a:off x="5543085" y="1957343"/>
                  <a:ext cx="182571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13" name="文字方塊 1212">
                  <a:extLst>
                    <a:ext uri="{FF2B5EF4-FFF2-40B4-BE49-F238E27FC236}">
                      <a16:creationId xmlns:a16="http://schemas.microsoft.com/office/drawing/2014/main" id="{3F41B4C4-BB58-4EE9-A8B3-1FC579937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3085" y="1957343"/>
                  <a:ext cx="182571" cy="276614"/>
                </a:xfrm>
                <a:prstGeom prst="rect">
                  <a:avLst/>
                </a:prstGeom>
                <a:blipFill>
                  <a:blip r:embed="rId30"/>
                  <a:stretch>
                    <a:fillRect r="-5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4" name="文字方塊 1213">
                  <a:extLst>
                    <a:ext uri="{FF2B5EF4-FFF2-40B4-BE49-F238E27FC236}">
                      <a16:creationId xmlns:a16="http://schemas.microsoft.com/office/drawing/2014/main" id="{2D2DAB9B-FF1B-407E-B2A0-C9BF271711D6}"/>
                    </a:ext>
                  </a:extLst>
                </p:cNvPr>
                <p:cNvSpPr txBox="1"/>
                <p:nvPr/>
              </p:nvSpPr>
              <p:spPr>
                <a:xfrm>
                  <a:off x="5673913" y="2115076"/>
                  <a:ext cx="14927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14" name="文字方塊 1213">
                  <a:extLst>
                    <a:ext uri="{FF2B5EF4-FFF2-40B4-BE49-F238E27FC236}">
                      <a16:creationId xmlns:a16="http://schemas.microsoft.com/office/drawing/2014/main" id="{2D2DAB9B-FF1B-407E-B2A0-C9BF271711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3913" y="2115076"/>
                  <a:ext cx="149279" cy="262829"/>
                </a:xfrm>
                <a:prstGeom prst="rect">
                  <a:avLst/>
                </a:prstGeom>
                <a:blipFill>
                  <a:blip r:embed="rId31"/>
                  <a:stretch>
                    <a:fillRect r="-708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15" name="圖片 1214">
              <a:extLst>
                <a:ext uri="{FF2B5EF4-FFF2-40B4-BE49-F238E27FC236}">
                  <a16:creationId xmlns:a16="http://schemas.microsoft.com/office/drawing/2014/main" id="{A196C719-3B8E-4381-BB26-03443F664C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49833"/>
            <a:stretch/>
          </p:blipFill>
          <p:spPr>
            <a:xfrm>
              <a:off x="6116643" y="1807031"/>
              <a:ext cx="260536" cy="871126"/>
            </a:xfrm>
            <a:prstGeom prst="rect">
              <a:avLst/>
            </a:prstGeom>
          </p:spPr>
        </p:pic>
        <p:pic>
          <p:nvPicPr>
            <p:cNvPr id="1216" name="圖片 1215">
              <a:extLst>
                <a:ext uri="{FF2B5EF4-FFF2-40B4-BE49-F238E27FC236}">
                  <a16:creationId xmlns:a16="http://schemas.microsoft.com/office/drawing/2014/main" id="{12ABDB69-8F6D-4331-AA01-29E88F7D5E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" b="50242"/>
            <a:stretch/>
          </p:blipFill>
          <p:spPr>
            <a:xfrm>
              <a:off x="6115291" y="928478"/>
              <a:ext cx="260536" cy="86401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7" name="文字方塊 1216">
                  <a:extLst>
                    <a:ext uri="{FF2B5EF4-FFF2-40B4-BE49-F238E27FC236}">
                      <a16:creationId xmlns:a16="http://schemas.microsoft.com/office/drawing/2014/main" id="{FAC90901-4AD4-45C0-9EF3-D8140DD5E154}"/>
                    </a:ext>
                  </a:extLst>
                </p:cNvPr>
                <p:cNvSpPr txBox="1"/>
                <p:nvPr/>
              </p:nvSpPr>
              <p:spPr>
                <a:xfrm>
                  <a:off x="6061188" y="1596337"/>
                  <a:ext cx="204146" cy="245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994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17" name="文字方塊 1216">
                  <a:extLst>
                    <a:ext uri="{FF2B5EF4-FFF2-40B4-BE49-F238E27FC236}">
                      <a16:creationId xmlns:a16="http://schemas.microsoft.com/office/drawing/2014/main" id="{FAC90901-4AD4-45C0-9EF3-D8140DD5E1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188" y="1596337"/>
                  <a:ext cx="204146" cy="245324"/>
                </a:xfrm>
                <a:prstGeom prst="rect">
                  <a:avLst/>
                </a:prstGeom>
                <a:blipFill>
                  <a:blip r:embed="rId12"/>
                  <a:stretch>
                    <a:fillRect r="-5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8" name="文字方塊 1217">
                  <a:extLst>
                    <a:ext uri="{FF2B5EF4-FFF2-40B4-BE49-F238E27FC236}">
                      <a16:creationId xmlns:a16="http://schemas.microsoft.com/office/drawing/2014/main" id="{B94F509E-72E0-4F5B-9AD1-D90C04FC6D83}"/>
                    </a:ext>
                  </a:extLst>
                </p:cNvPr>
                <p:cNvSpPr txBox="1"/>
                <p:nvPr/>
              </p:nvSpPr>
              <p:spPr>
                <a:xfrm>
                  <a:off x="6068941" y="2482015"/>
                  <a:ext cx="204146" cy="245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994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18" name="文字方塊 1217">
                  <a:extLst>
                    <a:ext uri="{FF2B5EF4-FFF2-40B4-BE49-F238E27FC236}">
                      <a16:creationId xmlns:a16="http://schemas.microsoft.com/office/drawing/2014/main" id="{B94F509E-72E0-4F5B-9AD1-D90C04FC6D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8941" y="2482015"/>
                  <a:ext cx="204146" cy="245324"/>
                </a:xfrm>
                <a:prstGeom prst="rect">
                  <a:avLst/>
                </a:prstGeom>
                <a:blipFill>
                  <a:blip r:embed="rId32"/>
                  <a:stretch>
                    <a:fillRect r="-5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9" name="文字方塊 1218">
                  <a:extLst>
                    <a:ext uri="{FF2B5EF4-FFF2-40B4-BE49-F238E27FC236}">
                      <a16:creationId xmlns:a16="http://schemas.microsoft.com/office/drawing/2014/main" id="{632B5117-94CA-4463-BA2F-B0C66D1521E3}"/>
                    </a:ext>
                  </a:extLst>
                </p:cNvPr>
                <p:cNvSpPr txBox="1"/>
                <p:nvPr/>
              </p:nvSpPr>
              <p:spPr>
                <a:xfrm>
                  <a:off x="5190121" y="2639024"/>
                  <a:ext cx="1082966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108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219" name="文字方塊 1218">
                  <a:extLst>
                    <a:ext uri="{FF2B5EF4-FFF2-40B4-BE49-F238E27FC236}">
                      <a16:creationId xmlns:a16="http://schemas.microsoft.com/office/drawing/2014/main" id="{632B5117-94CA-4463-BA2F-B0C66D152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0121" y="2639024"/>
                  <a:ext cx="1082966" cy="262829"/>
                </a:xfrm>
                <a:prstGeom prst="rect">
                  <a:avLst/>
                </a:prstGeom>
                <a:blipFill>
                  <a:blip r:embed="rId33"/>
                  <a:stretch>
                    <a:fillRect b="-45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0" name="文字方塊 1219">
                  <a:extLst>
                    <a:ext uri="{FF2B5EF4-FFF2-40B4-BE49-F238E27FC236}">
                      <a16:creationId xmlns:a16="http://schemas.microsoft.com/office/drawing/2014/main" id="{22338D1E-19F1-462F-8AA9-DDAD678FABD2}"/>
                    </a:ext>
                  </a:extLst>
                </p:cNvPr>
                <p:cNvSpPr txBox="1"/>
                <p:nvPr/>
              </p:nvSpPr>
              <p:spPr>
                <a:xfrm>
                  <a:off x="4172307" y="5841727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220" name="文字方塊 1219">
                  <a:extLst>
                    <a:ext uri="{FF2B5EF4-FFF2-40B4-BE49-F238E27FC236}">
                      <a16:creationId xmlns:a16="http://schemas.microsoft.com/office/drawing/2014/main" id="{22338D1E-19F1-462F-8AA9-DDAD678FAB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2307" y="5841727"/>
                  <a:ext cx="1100937" cy="262829"/>
                </a:xfrm>
                <a:prstGeom prst="rect">
                  <a:avLst/>
                </a:prstGeom>
                <a:blipFill>
                  <a:blip r:embed="rId34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1" name="文字方塊 1220">
                  <a:extLst>
                    <a:ext uri="{FF2B5EF4-FFF2-40B4-BE49-F238E27FC236}">
                      <a16:creationId xmlns:a16="http://schemas.microsoft.com/office/drawing/2014/main" id="{8AAA57EE-3560-4F68-A2D2-1B61EAA6075C}"/>
                    </a:ext>
                  </a:extLst>
                </p:cNvPr>
                <p:cNvSpPr txBox="1"/>
                <p:nvPr/>
              </p:nvSpPr>
              <p:spPr>
                <a:xfrm>
                  <a:off x="5347784" y="6514310"/>
                  <a:ext cx="102198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221" name="文字方塊 1220">
                  <a:extLst>
                    <a:ext uri="{FF2B5EF4-FFF2-40B4-BE49-F238E27FC236}">
                      <a16:creationId xmlns:a16="http://schemas.microsoft.com/office/drawing/2014/main" id="{8AAA57EE-3560-4F68-A2D2-1B61EAA607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7784" y="6514310"/>
                  <a:ext cx="1021987" cy="262829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2" name="文字方塊 1221">
                  <a:extLst>
                    <a:ext uri="{FF2B5EF4-FFF2-40B4-BE49-F238E27FC236}">
                      <a16:creationId xmlns:a16="http://schemas.microsoft.com/office/drawing/2014/main" id="{4A4B0B81-8EA9-4026-A0EF-B557E0AB7512}"/>
                    </a:ext>
                  </a:extLst>
                </p:cNvPr>
                <p:cNvSpPr txBox="1"/>
                <p:nvPr/>
              </p:nvSpPr>
              <p:spPr>
                <a:xfrm>
                  <a:off x="5519841" y="4347043"/>
                  <a:ext cx="562814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−1, 0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222" name="文字方塊 1221">
                  <a:extLst>
                    <a:ext uri="{FF2B5EF4-FFF2-40B4-BE49-F238E27FC236}">
                      <a16:creationId xmlns:a16="http://schemas.microsoft.com/office/drawing/2014/main" id="{4A4B0B81-8EA9-4026-A0EF-B557E0AB7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9841" y="4347043"/>
                  <a:ext cx="562814" cy="262829"/>
                </a:xfrm>
                <a:prstGeom prst="rect">
                  <a:avLst/>
                </a:prstGeom>
                <a:blipFill>
                  <a:blip r:embed="rId36"/>
                  <a:stretch>
                    <a:fillRect t="-93023" r="-51613" b="-15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3" name="文字方塊 1222">
                  <a:extLst>
                    <a:ext uri="{FF2B5EF4-FFF2-40B4-BE49-F238E27FC236}">
                      <a16:creationId xmlns:a16="http://schemas.microsoft.com/office/drawing/2014/main" id="{204EFF91-B827-4BC0-B1C3-A45AF98BA991}"/>
                    </a:ext>
                  </a:extLst>
                </p:cNvPr>
                <p:cNvSpPr txBox="1"/>
                <p:nvPr/>
              </p:nvSpPr>
              <p:spPr>
                <a:xfrm>
                  <a:off x="5531469" y="2966571"/>
                  <a:ext cx="562814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1, 0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223" name="文字方塊 1222">
                  <a:extLst>
                    <a:ext uri="{FF2B5EF4-FFF2-40B4-BE49-F238E27FC236}">
                      <a16:creationId xmlns:a16="http://schemas.microsoft.com/office/drawing/2014/main" id="{204EFF91-B827-4BC0-B1C3-A45AF98BA9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1469" y="2966571"/>
                  <a:ext cx="562814" cy="262829"/>
                </a:xfrm>
                <a:prstGeom prst="rect">
                  <a:avLst/>
                </a:prstGeom>
                <a:blipFill>
                  <a:blip r:embed="rId37"/>
                  <a:stretch>
                    <a:fillRect t="-93023" r="-39785" b="-15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4" name="Oval 14">
              <a:extLst>
                <a:ext uri="{FF2B5EF4-FFF2-40B4-BE49-F238E27FC236}">
                  <a16:creationId xmlns:a16="http://schemas.microsoft.com/office/drawing/2014/main" id="{56CB7EE4-2A2E-4CB9-97F2-75986264B5B4}"/>
                </a:ext>
              </a:extLst>
            </p:cNvPr>
            <p:cNvSpPr/>
            <p:nvPr/>
          </p:nvSpPr>
          <p:spPr>
            <a:xfrm>
              <a:off x="5759907" y="3205211"/>
              <a:ext cx="112465" cy="116499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5" dirty="0"/>
            </a:p>
          </p:txBody>
        </p:sp>
        <p:sp>
          <p:nvSpPr>
            <p:cNvPr id="1225" name="Oval 4">
              <a:extLst>
                <a:ext uri="{FF2B5EF4-FFF2-40B4-BE49-F238E27FC236}">
                  <a16:creationId xmlns:a16="http://schemas.microsoft.com/office/drawing/2014/main" id="{3DDA1E9B-8EC1-406E-AC21-53BDC5C7965B}"/>
                </a:ext>
              </a:extLst>
            </p:cNvPr>
            <p:cNvSpPr/>
            <p:nvPr/>
          </p:nvSpPr>
          <p:spPr>
            <a:xfrm>
              <a:off x="5317812" y="3263460"/>
              <a:ext cx="999692" cy="1035552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226" name="Oval 15">
              <a:extLst>
                <a:ext uri="{FF2B5EF4-FFF2-40B4-BE49-F238E27FC236}">
                  <a16:creationId xmlns:a16="http://schemas.microsoft.com/office/drawing/2014/main" id="{5EDED448-CD7F-4F31-B42D-060A7BB368A9}"/>
                </a:ext>
              </a:extLst>
            </p:cNvPr>
            <p:cNvSpPr/>
            <p:nvPr/>
          </p:nvSpPr>
          <p:spPr>
            <a:xfrm>
              <a:off x="5759907" y="4240182"/>
              <a:ext cx="112465" cy="116499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227" name="SHO">
              <a:extLst>
                <a:ext uri="{FF2B5EF4-FFF2-40B4-BE49-F238E27FC236}">
                  <a16:creationId xmlns:a16="http://schemas.microsoft.com/office/drawing/2014/main" id="{25029130-B792-4564-9F8C-4FAC5D594983}"/>
                </a:ext>
              </a:extLst>
            </p:cNvPr>
            <p:cNvSpPr/>
            <p:nvPr/>
          </p:nvSpPr>
          <p:spPr>
            <a:xfrm rot="16200000">
              <a:off x="5600593" y="3281737"/>
              <a:ext cx="431095" cy="999692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228" name="SVO">
              <a:extLst>
                <a:ext uri="{FF2B5EF4-FFF2-40B4-BE49-F238E27FC236}">
                  <a16:creationId xmlns:a16="http://schemas.microsoft.com/office/drawing/2014/main" id="{96D540F6-B661-4F4C-826A-2B0024E3921E}"/>
                </a:ext>
              </a:extLst>
            </p:cNvPr>
            <p:cNvSpPr/>
            <p:nvPr/>
          </p:nvSpPr>
          <p:spPr>
            <a:xfrm>
              <a:off x="5565595" y="3263807"/>
              <a:ext cx="499846" cy="1035552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/>
            </a:p>
          </p:txBody>
        </p:sp>
        <p:sp>
          <p:nvSpPr>
            <p:cNvPr id="1229" name="Oval 6">
              <a:extLst>
                <a:ext uri="{FF2B5EF4-FFF2-40B4-BE49-F238E27FC236}">
                  <a16:creationId xmlns:a16="http://schemas.microsoft.com/office/drawing/2014/main" id="{7100F8C3-EE8E-4CC4-8ECF-8637D0539B52}"/>
                </a:ext>
              </a:extLst>
            </p:cNvPr>
            <p:cNvSpPr/>
            <p:nvPr/>
          </p:nvSpPr>
          <p:spPr>
            <a:xfrm rot="16200000">
              <a:off x="5600593" y="3281737"/>
              <a:ext cx="431095" cy="999692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0" name="TextBox 11">
                  <a:extLst>
                    <a:ext uri="{FF2B5EF4-FFF2-40B4-BE49-F238E27FC236}">
                      <a16:creationId xmlns:a16="http://schemas.microsoft.com/office/drawing/2014/main" id="{A69EAD59-7B2F-4474-9DD9-1597A0163CA8}"/>
                    </a:ext>
                  </a:extLst>
                </p:cNvPr>
                <p:cNvSpPr txBox="1"/>
                <p:nvPr/>
              </p:nvSpPr>
              <p:spPr>
                <a:xfrm>
                  <a:off x="5435580" y="3658109"/>
                  <a:ext cx="12248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230" name="TextBox 11">
                  <a:extLst>
                    <a:ext uri="{FF2B5EF4-FFF2-40B4-BE49-F238E27FC236}">
                      <a16:creationId xmlns:a16="http://schemas.microsoft.com/office/drawing/2014/main" id="{A69EAD59-7B2F-4474-9DD9-1597A0163C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5580" y="3658109"/>
                  <a:ext cx="122489" cy="262829"/>
                </a:xfrm>
                <a:prstGeom prst="rect">
                  <a:avLst/>
                </a:prstGeom>
                <a:blipFill>
                  <a:blip r:embed="rId38"/>
                  <a:stretch>
                    <a:fillRect r="-3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1" name="Oval 22">
              <a:extLst>
                <a:ext uri="{FF2B5EF4-FFF2-40B4-BE49-F238E27FC236}">
                  <a16:creationId xmlns:a16="http://schemas.microsoft.com/office/drawing/2014/main" id="{15E1B3C3-5890-4E78-8DA3-83F99DC66BB8}"/>
                </a:ext>
              </a:extLst>
            </p:cNvPr>
            <p:cNvSpPr/>
            <p:nvPr/>
          </p:nvSpPr>
          <p:spPr>
            <a:xfrm>
              <a:off x="5759253" y="4240182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2" name="TextBox 12">
                  <a:extLst>
                    <a:ext uri="{FF2B5EF4-FFF2-40B4-BE49-F238E27FC236}">
                      <a16:creationId xmlns:a16="http://schemas.microsoft.com/office/drawing/2014/main" id="{B1611A96-B3FA-4B38-B9EF-465C9D4FA840}"/>
                    </a:ext>
                  </a:extLst>
                </p:cNvPr>
                <p:cNvSpPr txBox="1"/>
                <p:nvPr/>
              </p:nvSpPr>
              <p:spPr>
                <a:xfrm>
                  <a:off x="5888989" y="3724153"/>
                  <a:ext cx="12248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232" name="TextBox 12">
                  <a:extLst>
                    <a:ext uri="{FF2B5EF4-FFF2-40B4-BE49-F238E27FC236}">
                      <a16:creationId xmlns:a16="http://schemas.microsoft.com/office/drawing/2014/main" id="{B1611A96-B3FA-4B38-B9EF-465C9D4FA8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8989" y="3724153"/>
                  <a:ext cx="122489" cy="262829"/>
                </a:xfrm>
                <a:prstGeom prst="rect">
                  <a:avLst/>
                </a:prstGeom>
                <a:blipFill>
                  <a:blip r:embed="rId39"/>
                  <a:stretch>
                    <a:fillRect r="-55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3" name="TextBox 13">
                  <a:extLst>
                    <a:ext uri="{FF2B5EF4-FFF2-40B4-BE49-F238E27FC236}">
                      <a16:creationId xmlns:a16="http://schemas.microsoft.com/office/drawing/2014/main" id="{964A513C-EA4A-4C8C-B916-D5D0FA98D015}"/>
                    </a:ext>
                  </a:extLst>
                </p:cNvPr>
                <p:cNvSpPr txBox="1"/>
                <p:nvPr/>
              </p:nvSpPr>
              <p:spPr>
                <a:xfrm>
                  <a:off x="5719980" y="3288178"/>
                  <a:ext cx="177900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233" name="TextBox 13">
                  <a:extLst>
                    <a:ext uri="{FF2B5EF4-FFF2-40B4-BE49-F238E27FC236}">
                      <a16:creationId xmlns:a16="http://schemas.microsoft.com/office/drawing/2014/main" id="{964A513C-EA4A-4C8C-B916-D5D0FA98D0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9980" y="3288178"/>
                  <a:ext cx="177900" cy="262829"/>
                </a:xfrm>
                <a:prstGeom prst="rect">
                  <a:avLst/>
                </a:prstGeom>
                <a:blipFill>
                  <a:blip r:embed="rId40"/>
                  <a:stretch>
                    <a:fillRect r="-103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4" name="DVO">
              <a:extLst>
                <a:ext uri="{FF2B5EF4-FFF2-40B4-BE49-F238E27FC236}">
                  <a16:creationId xmlns:a16="http://schemas.microsoft.com/office/drawing/2014/main" id="{7BA56351-A6E8-4584-81BB-2F7EA8067AE2}"/>
                </a:ext>
              </a:extLst>
            </p:cNvPr>
            <p:cNvSpPr/>
            <p:nvPr/>
          </p:nvSpPr>
          <p:spPr>
            <a:xfrm flipH="1">
              <a:off x="5565595" y="3263807"/>
              <a:ext cx="499846" cy="1035552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235" name="Oval 23">
              <a:extLst>
                <a:ext uri="{FF2B5EF4-FFF2-40B4-BE49-F238E27FC236}">
                  <a16:creationId xmlns:a16="http://schemas.microsoft.com/office/drawing/2014/main" id="{71BB3D89-7A27-4E89-B5E3-3C17EB32A17C}"/>
                </a:ext>
              </a:extLst>
            </p:cNvPr>
            <p:cNvSpPr/>
            <p:nvPr/>
          </p:nvSpPr>
          <p:spPr>
            <a:xfrm>
              <a:off x="6259691" y="3723334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cxnSp>
          <p:nvCxnSpPr>
            <p:cNvPr id="1236" name="Straight Arrow Connector 7">
              <a:extLst>
                <a:ext uri="{FF2B5EF4-FFF2-40B4-BE49-F238E27FC236}">
                  <a16:creationId xmlns:a16="http://schemas.microsoft.com/office/drawing/2014/main" id="{F1594841-63F0-4342-940D-9335B4DA4B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3419" y="3471373"/>
              <a:ext cx="1175" cy="30869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traight Arrow Connector 19">
              <a:extLst>
                <a:ext uri="{FF2B5EF4-FFF2-40B4-BE49-F238E27FC236}">
                  <a16:creationId xmlns:a16="http://schemas.microsoft.com/office/drawing/2014/main" id="{515DE870-F085-4411-9C8A-470D5DB12D32}"/>
                </a:ext>
              </a:extLst>
            </p:cNvPr>
            <p:cNvCxnSpPr>
              <a:cxnSpLocks/>
            </p:cNvCxnSpPr>
            <p:nvPr/>
          </p:nvCxnSpPr>
          <p:spPr>
            <a:xfrm>
              <a:off x="5815485" y="3778554"/>
              <a:ext cx="135555" cy="1085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traight Arrow Connector 18">
              <a:extLst>
                <a:ext uri="{FF2B5EF4-FFF2-40B4-BE49-F238E27FC236}">
                  <a16:creationId xmlns:a16="http://schemas.microsoft.com/office/drawing/2014/main" id="{7D06EE01-651E-4D5D-BC70-4C15CEBB31F6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5696877" y="3659840"/>
              <a:ext cx="0" cy="23742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9" name="Oval 20">
              <a:extLst>
                <a:ext uri="{FF2B5EF4-FFF2-40B4-BE49-F238E27FC236}">
                  <a16:creationId xmlns:a16="http://schemas.microsoft.com/office/drawing/2014/main" id="{8D2C7C57-7472-4B9C-88F5-5FC57744EA40}"/>
                </a:ext>
              </a:extLst>
            </p:cNvPr>
            <p:cNvSpPr/>
            <p:nvPr/>
          </p:nvSpPr>
          <p:spPr>
            <a:xfrm>
              <a:off x="5259885" y="3723334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/>
            </a:p>
          </p:txBody>
        </p:sp>
        <p:sp>
          <p:nvSpPr>
            <p:cNvPr id="1240" name="Oval 22">
              <a:extLst>
                <a:ext uri="{FF2B5EF4-FFF2-40B4-BE49-F238E27FC236}">
                  <a16:creationId xmlns:a16="http://schemas.microsoft.com/office/drawing/2014/main" id="{36285A96-9C63-425C-B3BD-A554B52F6C51}"/>
                </a:ext>
              </a:extLst>
            </p:cNvPr>
            <p:cNvSpPr/>
            <p:nvPr/>
          </p:nvSpPr>
          <p:spPr>
            <a:xfrm>
              <a:off x="5760071" y="3199760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5" dirty="0"/>
            </a:p>
          </p:txBody>
        </p:sp>
        <p:sp>
          <p:nvSpPr>
            <p:cNvPr id="1241" name="Partial Circle 9">
              <a:extLst>
                <a:ext uri="{FF2B5EF4-FFF2-40B4-BE49-F238E27FC236}">
                  <a16:creationId xmlns:a16="http://schemas.microsoft.com/office/drawing/2014/main" id="{656A79F3-1B72-44D8-98D6-5CFDA8E82E69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5770218" y="3713371"/>
              <a:ext cx="70898" cy="13688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42" name="TextBox 10">
                  <a:extLst>
                    <a:ext uri="{FF2B5EF4-FFF2-40B4-BE49-F238E27FC236}">
                      <a16:creationId xmlns:a16="http://schemas.microsoft.com/office/drawing/2014/main" id="{644BA4D7-E028-4841-B544-D7652E750316}"/>
                    </a:ext>
                  </a:extLst>
                </p:cNvPr>
                <p:cNvSpPr txBox="1"/>
                <p:nvPr/>
              </p:nvSpPr>
              <p:spPr>
                <a:xfrm>
                  <a:off x="5518207" y="3737636"/>
                  <a:ext cx="21823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242" name="TextBox 10">
                  <a:extLst>
                    <a:ext uri="{FF2B5EF4-FFF2-40B4-BE49-F238E27FC236}">
                      <a16:creationId xmlns:a16="http://schemas.microsoft.com/office/drawing/2014/main" id="{644BA4D7-E028-4841-B544-D7652E7503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8207" y="3737636"/>
                  <a:ext cx="218239" cy="262829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43" name="Straight Arrow Connector 17">
              <a:extLst>
                <a:ext uri="{FF2B5EF4-FFF2-40B4-BE49-F238E27FC236}">
                  <a16:creationId xmlns:a16="http://schemas.microsoft.com/office/drawing/2014/main" id="{F9896CFA-063E-4425-AF30-F011A8EECC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61700" y="3782651"/>
              <a:ext cx="153405" cy="19837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244" name="Partial Circle 9">
              <a:extLst>
                <a:ext uri="{FF2B5EF4-FFF2-40B4-BE49-F238E27FC236}">
                  <a16:creationId xmlns:a16="http://schemas.microsoft.com/office/drawing/2014/main" id="{D2D80876-DB89-4945-B202-193028B199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61410" y="3687603"/>
              <a:ext cx="103302" cy="208638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45" name="TextBox 10">
                  <a:extLst>
                    <a:ext uri="{FF2B5EF4-FFF2-40B4-BE49-F238E27FC236}">
                      <a16:creationId xmlns:a16="http://schemas.microsoft.com/office/drawing/2014/main" id="{36B91655-6FA9-4A6A-A780-5A59AB600D4D}"/>
                    </a:ext>
                  </a:extLst>
                </p:cNvPr>
                <p:cNvSpPr txBox="1"/>
                <p:nvPr/>
              </p:nvSpPr>
              <p:spPr>
                <a:xfrm>
                  <a:off x="5788948" y="3515809"/>
                  <a:ext cx="20564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245" name="TextBox 10">
                  <a:extLst>
                    <a:ext uri="{FF2B5EF4-FFF2-40B4-BE49-F238E27FC236}">
                      <a16:creationId xmlns:a16="http://schemas.microsoft.com/office/drawing/2014/main" id="{36B91655-6FA9-4A6A-A780-5A59AB600D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8948" y="3515809"/>
                  <a:ext cx="205647" cy="262829"/>
                </a:xfrm>
                <a:prstGeom prst="rect">
                  <a:avLst/>
                </a:prstGeom>
                <a:blipFill>
                  <a:blip r:embed="rId22"/>
                  <a:stretch>
                    <a:fillRect r="-17647"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46" name="Straight Arrow Connector 17">
              <a:extLst>
                <a:ext uri="{FF2B5EF4-FFF2-40B4-BE49-F238E27FC236}">
                  <a16:creationId xmlns:a16="http://schemas.microsoft.com/office/drawing/2014/main" id="{C8EBA89E-D98E-4F43-AAA3-4D0E85CC62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9506" y="3474072"/>
              <a:ext cx="395947" cy="3112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247" name="Oval 22">
              <a:extLst>
                <a:ext uri="{FF2B5EF4-FFF2-40B4-BE49-F238E27FC236}">
                  <a16:creationId xmlns:a16="http://schemas.microsoft.com/office/drawing/2014/main" id="{D36391A0-0B12-4162-8A5A-221B4BFC4F0A}"/>
                </a:ext>
              </a:extLst>
            </p:cNvPr>
            <p:cNvSpPr/>
            <p:nvPr/>
          </p:nvSpPr>
          <p:spPr>
            <a:xfrm>
              <a:off x="5996645" y="3918383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248" name="Oval 22">
              <a:extLst>
                <a:ext uri="{FF2B5EF4-FFF2-40B4-BE49-F238E27FC236}">
                  <a16:creationId xmlns:a16="http://schemas.microsoft.com/office/drawing/2014/main" id="{EE05D831-9E72-42D5-B19C-F502E7DFFC42}"/>
                </a:ext>
              </a:extLst>
            </p:cNvPr>
            <p:cNvSpPr/>
            <p:nvPr/>
          </p:nvSpPr>
          <p:spPr>
            <a:xfrm>
              <a:off x="5521860" y="3543831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49" name="文字方塊 1248">
                  <a:extLst>
                    <a:ext uri="{FF2B5EF4-FFF2-40B4-BE49-F238E27FC236}">
                      <a16:creationId xmlns:a16="http://schemas.microsoft.com/office/drawing/2014/main" id="{916565A7-BA3F-4084-AFF3-93AAC3EC6309}"/>
                    </a:ext>
                  </a:extLst>
                </p:cNvPr>
                <p:cNvSpPr txBox="1"/>
                <p:nvPr/>
              </p:nvSpPr>
              <p:spPr>
                <a:xfrm>
                  <a:off x="4235697" y="3837667"/>
                  <a:ext cx="974158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249" name="文字方塊 1248">
                  <a:extLst>
                    <a:ext uri="{FF2B5EF4-FFF2-40B4-BE49-F238E27FC236}">
                      <a16:creationId xmlns:a16="http://schemas.microsoft.com/office/drawing/2014/main" id="{916565A7-BA3F-4084-AFF3-93AAC3EC63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5697" y="3837667"/>
                  <a:ext cx="974158" cy="262829"/>
                </a:xfrm>
                <a:prstGeom prst="rect">
                  <a:avLst/>
                </a:prstGeom>
                <a:blipFill>
                  <a:blip r:embed="rId42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0" name="直線接點 1249">
              <a:extLst>
                <a:ext uri="{FF2B5EF4-FFF2-40B4-BE49-F238E27FC236}">
                  <a16:creationId xmlns:a16="http://schemas.microsoft.com/office/drawing/2014/main" id="{0CF51D75-7AC8-42D1-9E49-2165C5467862}"/>
                </a:ext>
              </a:extLst>
            </p:cNvPr>
            <p:cNvCxnSpPr>
              <a:cxnSpLocks/>
            </p:cNvCxnSpPr>
            <p:nvPr/>
          </p:nvCxnSpPr>
          <p:spPr>
            <a:xfrm>
              <a:off x="6108700" y="4051300"/>
              <a:ext cx="406400" cy="568325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1" name="文字方塊 1250">
                  <a:extLst>
                    <a:ext uri="{FF2B5EF4-FFF2-40B4-BE49-F238E27FC236}">
                      <a16:creationId xmlns:a16="http://schemas.microsoft.com/office/drawing/2014/main" id="{00E8A049-D37D-43E4-B4AA-200740BE25A2}"/>
                    </a:ext>
                  </a:extLst>
                </p:cNvPr>
                <p:cNvSpPr txBox="1"/>
                <p:nvPr/>
              </p:nvSpPr>
              <p:spPr>
                <a:xfrm>
                  <a:off x="6348382" y="3846557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251" name="文字方塊 1250">
                  <a:extLst>
                    <a:ext uri="{FF2B5EF4-FFF2-40B4-BE49-F238E27FC236}">
                      <a16:creationId xmlns:a16="http://schemas.microsoft.com/office/drawing/2014/main" id="{00E8A049-D37D-43E4-B4AA-200740BE25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8382" y="3846557"/>
                  <a:ext cx="1100937" cy="262829"/>
                </a:xfrm>
                <a:prstGeom prst="rect">
                  <a:avLst/>
                </a:prstGeom>
                <a:blipFill>
                  <a:blip r:embed="rId43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2" name="文字方塊 1251">
                  <a:extLst>
                    <a:ext uri="{FF2B5EF4-FFF2-40B4-BE49-F238E27FC236}">
                      <a16:creationId xmlns:a16="http://schemas.microsoft.com/office/drawing/2014/main" id="{0E1D562B-364F-40FA-AD03-B5F71FA52856}"/>
                    </a:ext>
                  </a:extLst>
                </p:cNvPr>
                <p:cNvSpPr txBox="1"/>
                <p:nvPr/>
              </p:nvSpPr>
              <p:spPr>
                <a:xfrm>
                  <a:off x="6348382" y="5763660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252" name="文字方塊 1251">
                  <a:extLst>
                    <a:ext uri="{FF2B5EF4-FFF2-40B4-BE49-F238E27FC236}">
                      <a16:creationId xmlns:a16="http://schemas.microsoft.com/office/drawing/2014/main" id="{0E1D562B-364F-40FA-AD03-B5F71FA528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8382" y="5763660"/>
                  <a:ext cx="1100937" cy="262829"/>
                </a:xfrm>
                <a:prstGeom prst="rect">
                  <a:avLst/>
                </a:prstGeom>
                <a:blipFill>
                  <a:blip r:embed="rId44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3" name="直線接點 1252">
              <a:extLst>
                <a:ext uri="{FF2B5EF4-FFF2-40B4-BE49-F238E27FC236}">
                  <a16:creationId xmlns:a16="http://schemas.microsoft.com/office/drawing/2014/main" id="{3D51ABBF-56B6-4030-B382-331827D95103}"/>
                </a:ext>
              </a:extLst>
            </p:cNvPr>
            <p:cNvCxnSpPr>
              <a:cxnSpLocks/>
            </p:cNvCxnSpPr>
            <p:nvPr/>
          </p:nvCxnSpPr>
          <p:spPr>
            <a:xfrm>
              <a:off x="5156200" y="3008555"/>
              <a:ext cx="398272" cy="569045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1254" name="群組 1253">
              <a:extLst>
                <a:ext uri="{FF2B5EF4-FFF2-40B4-BE49-F238E27FC236}">
                  <a16:creationId xmlns:a16="http://schemas.microsoft.com/office/drawing/2014/main" id="{0A5894D7-0F68-490A-859B-9237EAFA441A}"/>
                </a:ext>
              </a:extLst>
            </p:cNvPr>
            <p:cNvGrpSpPr/>
            <p:nvPr/>
          </p:nvGrpSpPr>
          <p:grpSpPr>
            <a:xfrm>
              <a:off x="6362631" y="975775"/>
              <a:ext cx="1234633" cy="1134769"/>
              <a:chOff x="4207769" y="2687931"/>
              <a:chExt cx="1323709" cy="1216640"/>
            </a:xfrm>
          </p:grpSpPr>
          <p:pic>
            <p:nvPicPr>
              <p:cNvPr id="1255" name="圖片 1254">
                <a:extLst>
                  <a:ext uri="{FF2B5EF4-FFF2-40B4-BE49-F238E27FC236}">
                    <a16:creationId xmlns:a16="http://schemas.microsoft.com/office/drawing/2014/main" id="{90BA59B0-D4F2-47F1-9976-0E68A3A317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68043"/>
              <a:stretch/>
            </p:blipFill>
            <p:spPr>
              <a:xfrm>
                <a:off x="4207769" y="2691196"/>
                <a:ext cx="1323709" cy="257490"/>
              </a:xfrm>
              <a:prstGeom prst="rect">
                <a:avLst/>
              </a:prstGeom>
            </p:spPr>
          </p:pic>
          <p:pic>
            <p:nvPicPr>
              <p:cNvPr id="1256" name="圖片 1255">
                <a:extLst>
                  <a:ext uri="{FF2B5EF4-FFF2-40B4-BE49-F238E27FC236}">
                    <a16:creationId xmlns:a16="http://schemas.microsoft.com/office/drawing/2014/main" id="{419F2432-97BE-4222-A587-49E8E0E9812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60450"/>
              <a:stretch/>
            </p:blipFill>
            <p:spPr>
              <a:xfrm>
                <a:off x="4207769" y="3585899"/>
                <a:ext cx="1323709" cy="318672"/>
              </a:xfrm>
              <a:prstGeom prst="rect">
                <a:avLst/>
              </a:prstGeom>
            </p:spPr>
          </p:pic>
          <p:pic>
            <p:nvPicPr>
              <p:cNvPr id="1257" name="圖片 1256">
                <a:extLst>
                  <a:ext uri="{FF2B5EF4-FFF2-40B4-BE49-F238E27FC236}">
                    <a16:creationId xmlns:a16="http://schemas.microsoft.com/office/drawing/2014/main" id="{CE8B4F80-E55D-40DC-AC00-8646755436E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5"/>
              <a:srcRect l="11507" t="21184" r="9434" b="16673"/>
              <a:stretch/>
            </p:blipFill>
            <p:spPr>
              <a:xfrm>
                <a:off x="4326730" y="3647575"/>
                <a:ext cx="531019" cy="129089"/>
              </a:xfrm>
              <a:prstGeom prst="rect">
                <a:avLst/>
              </a:prstGeom>
            </p:spPr>
          </p:pic>
          <p:pic>
            <p:nvPicPr>
              <p:cNvPr id="1258" name="圖片 1257">
                <a:extLst>
                  <a:ext uri="{FF2B5EF4-FFF2-40B4-BE49-F238E27FC236}">
                    <a16:creationId xmlns:a16="http://schemas.microsoft.com/office/drawing/2014/main" id="{0CB8588B-77A1-49C6-B5D9-1A264F847D0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5"/>
              <a:srcRect l="11507" t="21184" r="9434" b="16673"/>
              <a:stretch/>
            </p:blipFill>
            <p:spPr>
              <a:xfrm>
                <a:off x="4326730" y="2687931"/>
                <a:ext cx="531019" cy="129089"/>
              </a:xfrm>
              <a:prstGeom prst="rect">
                <a:avLst/>
              </a:prstGeom>
            </p:spPr>
          </p:pic>
        </p:grpSp>
        <p:cxnSp>
          <p:nvCxnSpPr>
            <p:cNvPr id="1259" name="直線接點 1258">
              <a:extLst>
                <a:ext uri="{FF2B5EF4-FFF2-40B4-BE49-F238E27FC236}">
                  <a16:creationId xmlns:a16="http://schemas.microsoft.com/office/drawing/2014/main" id="{CF946EC2-20FD-4ABB-BD9B-20597BBF3F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37150" y="3821531"/>
              <a:ext cx="140200" cy="325019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60" name="直線接點 1259">
              <a:extLst>
                <a:ext uri="{FF2B5EF4-FFF2-40B4-BE49-F238E27FC236}">
                  <a16:creationId xmlns:a16="http://schemas.microsoft.com/office/drawing/2014/main" id="{218A6D23-A608-4CC1-9F1E-D2D74E892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9525" y="3460751"/>
              <a:ext cx="123825" cy="263524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261" name="矩形: 圓角 1260">
              <a:extLst>
                <a:ext uri="{FF2B5EF4-FFF2-40B4-BE49-F238E27FC236}">
                  <a16:creationId xmlns:a16="http://schemas.microsoft.com/office/drawing/2014/main" id="{C6EE33C1-59E6-45C9-BD5C-B9B80E218A69}"/>
                </a:ext>
              </a:extLst>
            </p:cNvPr>
            <p:cNvSpPr/>
            <p:nvPr/>
          </p:nvSpPr>
          <p:spPr>
            <a:xfrm>
              <a:off x="7822328" y="764694"/>
              <a:ext cx="3638551" cy="6072863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93" dirty="0"/>
            </a:p>
          </p:txBody>
        </p:sp>
        <p:pic>
          <p:nvPicPr>
            <p:cNvPr id="1262" name="圖片 1261">
              <a:extLst>
                <a:ext uri="{FF2B5EF4-FFF2-40B4-BE49-F238E27FC236}">
                  <a16:creationId xmlns:a16="http://schemas.microsoft.com/office/drawing/2014/main" id="{1105AFC1-D97D-46A1-A59D-364B6055C3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75231"/>
            <a:stretch/>
          </p:blipFill>
          <p:spPr>
            <a:xfrm>
              <a:off x="8934755" y="931833"/>
              <a:ext cx="859130" cy="1696981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3" name="文字方塊 1262">
                  <a:extLst>
                    <a:ext uri="{FF2B5EF4-FFF2-40B4-BE49-F238E27FC236}">
                      <a16:creationId xmlns:a16="http://schemas.microsoft.com/office/drawing/2014/main" id="{0ED8A623-7272-41CB-A734-16B3E143C68C}"/>
                    </a:ext>
                  </a:extLst>
                </p:cNvPr>
                <p:cNvSpPr txBox="1"/>
                <p:nvPr/>
              </p:nvSpPr>
              <p:spPr>
                <a:xfrm>
                  <a:off x="9289991" y="2363162"/>
                  <a:ext cx="268993" cy="2722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69" dirty="0"/>
                </a:p>
              </p:txBody>
            </p:sp>
          </mc:Choice>
          <mc:Fallback>
            <p:sp>
              <p:nvSpPr>
                <p:cNvPr id="1263" name="文字方塊 1262">
                  <a:extLst>
                    <a:ext uri="{FF2B5EF4-FFF2-40B4-BE49-F238E27FC236}">
                      <a16:creationId xmlns:a16="http://schemas.microsoft.com/office/drawing/2014/main" id="{0ED8A623-7272-41CB-A734-16B3E143C6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9991" y="2363162"/>
                  <a:ext cx="268993" cy="272254"/>
                </a:xfrm>
                <a:prstGeom prst="rect">
                  <a:avLst/>
                </a:prstGeom>
                <a:blipFill>
                  <a:blip r:embed="rId4"/>
                  <a:stretch>
                    <a:fillRect r="-7272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4" name="文字方塊 1263">
                  <a:extLst>
                    <a:ext uri="{FF2B5EF4-FFF2-40B4-BE49-F238E27FC236}">
                      <a16:creationId xmlns:a16="http://schemas.microsoft.com/office/drawing/2014/main" id="{CB1C2EFD-2C76-489F-B617-1815765B54B7}"/>
                    </a:ext>
                  </a:extLst>
                </p:cNvPr>
                <p:cNvSpPr txBox="1"/>
                <p:nvPr/>
              </p:nvSpPr>
              <p:spPr>
                <a:xfrm>
                  <a:off x="9300656" y="1481197"/>
                  <a:ext cx="268993" cy="2722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69" dirty="0"/>
                </a:p>
              </p:txBody>
            </p:sp>
          </mc:Choice>
          <mc:Fallback>
            <p:sp>
              <p:nvSpPr>
                <p:cNvPr id="1264" name="文字方塊 1263">
                  <a:extLst>
                    <a:ext uri="{FF2B5EF4-FFF2-40B4-BE49-F238E27FC236}">
                      <a16:creationId xmlns:a16="http://schemas.microsoft.com/office/drawing/2014/main" id="{CB1C2EFD-2C76-489F-B617-1815765B5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0656" y="1481197"/>
                  <a:ext cx="268993" cy="272254"/>
                </a:xfrm>
                <a:prstGeom prst="rect">
                  <a:avLst/>
                </a:prstGeom>
                <a:blipFill>
                  <a:blip r:embed="rId47"/>
                  <a:stretch>
                    <a:fillRect r="-68889" b="-227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65" name="群組 1264">
              <a:extLst>
                <a:ext uri="{FF2B5EF4-FFF2-40B4-BE49-F238E27FC236}">
                  <a16:creationId xmlns:a16="http://schemas.microsoft.com/office/drawing/2014/main" id="{42E40D2E-8674-408A-A487-6013C49C5DCA}"/>
                </a:ext>
              </a:extLst>
            </p:cNvPr>
            <p:cNvGrpSpPr/>
            <p:nvPr/>
          </p:nvGrpSpPr>
          <p:grpSpPr>
            <a:xfrm>
              <a:off x="9332052" y="1289274"/>
              <a:ext cx="50518" cy="48461"/>
              <a:chOff x="1373392" y="2391862"/>
              <a:chExt cx="479433" cy="476535"/>
            </a:xfrm>
          </p:grpSpPr>
          <p:sp>
            <p:nvSpPr>
              <p:cNvPr id="1266" name="箭號: 向右 1265">
                <a:extLst>
                  <a:ext uri="{FF2B5EF4-FFF2-40B4-BE49-F238E27FC236}">
                    <a16:creationId xmlns:a16="http://schemas.microsoft.com/office/drawing/2014/main" id="{DDB7E7CC-506F-4E2E-82A3-FC2254B443D8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>
                  <a:solidFill>
                    <a:schemeClr val="bg1"/>
                  </a:solidFill>
                </a:endParaRPr>
              </a:p>
            </p:txBody>
          </p:sp>
          <p:sp>
            <p:nvSpPr>
              <p:cNvPr id="1267" name="箭號: 向右 1266">
                <a:extLst>
                  <a:ext uri="{FF2B5EF4-FFF2-40B4-BE49-F238E27FC236}">
                    <a16:creationId xmlns:a16="http://schemas.microsoft.com/office/drawing/2014/main" id="{D45E34E6-9ACF-4C6F-8B3A-A67AED7F35C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8" name="文字方塊 1267">
                  <a:extLst>
                    <a:ext uri="{FF2B5EF4-FFF2-40B4-BE49-F238E27FC236}">
                      <a16:creationId xmlns:a16="http://schemas.microsoft.com/office/drawing/2014/main" id="{BC85F090-CDEE-4B17-8764-7CA59D639D68}"/>
                    </a:ext>
                  </a:extLst>
                </p:cNvPr>
                <p:cNvSpPr txBox="1"/>
                <p:nvPr/>
              </p:nvSpPr>
              <p:spPr>
                <a:xfrm>
                  <a:off x="9207827" y="1045759"/>
                  <a:ext cx="198362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68" name="文字方塊 1267">
                  <a:extLst>
                    <a:ext uri="{FF2B5EF4-FFF2-40B4-BE49-F238E27FC236}">
                      <a16:creationId xmlns:a16="http://schemas.microsoft.com/office/drawing/2014/main" id="{BC85F090-CDEE-4B17-8764-7CA59D639D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7827" y="1045759"/>
                  <a:ext cx="198362" cy="276614"/>
                </a:xfrm>
                <a:prstGeom prst="rect">
                  <a:avLst/>
                </a:prstGeom>
                <a:blipFill>
                  <a:blip r:embed="rId6"/>
                  <a:stretch>
                    <a:fillRect r="-424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9" name="文字方塊 1268">
                  <a:extLst>
                    <a:ext uri="{FF2B5EF4-FFF2-40B4-BE49-F238E27FC236}">
                      <a16:creationId xmlns:a16="http://schemas.microsoft.com/office/drawing/2014/main" id="{36B62C8E-0C42-490B-B7FD-14C9E48FE0F5}"/>
                    </a:ext>
                  </a:extLst>
                </p:cNvPr>
                <p:cNvSpPr txBox="1"/>
                <p:nvPr/>
              </p:nvSpPr>
              <p:spPr>
                <a:xfrm>
                  <a:off x="9297374" y="1241593"/>
                  <a:ext cx="14927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69" name="文字方塊 1268">
                  <a:extLst>
                    <a:ext uri="{FF2B5EF4-FFF2-40B4-BE49-F238E27FC236}">
                      <a16:creationId xmlns:a16="http://schemas.microsoft.com/office/drawing/2014/main" id="{36B62C8E-0C42-490B-B7FD-14C9E48FE0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97374" y="1241593"/>
                  <a:ext cx="149279" cy="262829"/>
                </a:xfrm>
                <a:prstGeom prst="rect">
                  <a:avLst/>
                </a:prstGeom>
                <a:blipFill>
                  <a:blip r:embed="rId29"/>
                  <a:stretch>
                    <a:fillRect r="-75000"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70" name="群組 1269">
              <a:extLst>
                <a:ext uri="{FF2B5EF4-FFF2-40B4-BE49-F238E27FC236}">
                  <a16:creationId xmlns:a16="http://schemas.microsoft.com/office/drawing/2014/main" id="{4D0A9489-EBE8-4683-B672-252A7CDFD940}"/>
                </a:ext>
              </a:extLst>
            </p:cNvPr>
            <p:cNvGrpSpPr/>
            <p:nvPr/>
          </p:nvGrpSpPr>
          <p:grpSpPr>
            <a:xfrm>
              <a:off x="9336744" y="2174953"/>
              <a:ext cx="50518" cy="48461"/>
              <a:chOff x="1373392" y="2391862"/>
              <a:chExt cx="479433" cy="476535"/>
            </a:xfrm>
          </p:grpSpPr>
          <p:sp>
            <p:nvSpPr>
              <p:cNvPr id="1271" name="箭號: 向右 1270">
                <a:extLst>
                  <a:ext uri="{FF2B5EF4-FFF2-40B4-BE49-F238E27FC236}">
                    <a16:creationId xmlns:a16="http://schemas.microsoft.com/office/drawing/2014/main" id="{D73C7A9F-3FAB-43DB-BDF1-A3D9A13FA60C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>
                  <a:solidFill>
                    <a:schemeClr val="bg1"/>
                  </a:solidFill>
                </a:endParaRPr>
              </a:p>
            </p:txBody>
          </p:sp>
          <p:sp>
            <p:nvSpPr>
              <p:cNvPr id="1272" name="箭號: 向右 1271">
                <a:extLst>
                  <a:ext uri="{FF2B5EF4-FFF2-40B4-BE49-F238E27FC236}">
                    <a16:creationId xmlns:a16="http://schemas.microsoft.com/office/drawing/2014/main" id="{EBEF5AE5-6B8F-46D4-AFC6-8CABA938A34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3" name="文字方塊 1272">
                  <a:extLst>
                    <a:ext uri="{FF2B5EF4-FFF2-40B4-BE49-F238E27FC236}">
                      <a16:creationId xmlns:a16="http://schemas.microsoft.com/office/drawing/2014/main" id="{339F3546-E3CC-4180-A004-3129F29FE043}"/>
                    </a:ext>
                  </a:extLst>
                </p:cNvPr>
                <p:cNvSpPr txBox="1"/>
                <p:nvPr/>
              </p:nvSpPr>
              <p:spPr>
                <a:xfrm>
                  <a:off x="9212514" y="1931438"/>
                  <a:ext cx="182571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73" name="文字方塊 1272">
                  <a:extLst>
                    <a:ext uri="{FF2B5EF4-FFF2-40B4-BE49-F238E27FC236}">
                      <a16:creationId xmlns:a16="http://schemas.microsoft.com/office/drawing/2014/main" id="{339F3546-E3CC-4180-A004-3129F29FE0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2514" y="1931438"/>
                  <a:ext cx="182571" cy="276614"/>
                </a:xfrm>
                <a:prstGeom prst="rect">
                  <a:avLst/>
                </a:prstGeom>
                <a:blipFill>
                  <a:blip r:embed="rId8"/>
                  <a:stretch>
                    <a:fillRect r="-5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4" name="文字方塊 1273">
                  <a:extLst>
                    <a:ext uri="{FF2B5EF4-FFF2-40B4-BE49-F238E27FC236}">
                      <a16:creationId xmlns:a16="http://schemas.microsoft.com/office/drawing/2014/main" id="{E0A8C4C2-971F-4EDA-B35D-8160D11F85B0}"/>
                    </a:ext>
                  </a:extLst>
                </p:cNvPr>
                <p:cNvSpPr txBox="1"/>
                <p:nvPr/>
              </p:nvSpPr>
              <p:spPr>
                <a:xfrm>
                  <a:off x="9343342" y="2089171"/>
                  <a:ext cx="14927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74" name="文字方塊 1273">
                  <a:extLst>
                    <a:ext uri="{FF2B5EF4-FFF2-40B4-BE49-F238E27FC236}">
                      <a16:creationId xmlns:a16="http://schemas.microsoft.com/office/drawing/2014/main" id="{E0A8C4C2-971F-4EDA-B35D-8160D11F85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43342" y="2089171"/>
                  <a:ext cx="149279" cy="262829"/>
                </a:xfrm>
                <a:prstGeom prst="rect">
                  <a:avLst/>
                </a:prstGeom>
                <a:blipFill>
                  <a:blip r:embed="rId9"/>
                  <a:stretch>
                    <a:fillRect r="-68000"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75" name="圖片 1274">
              <a:extLst>
                <a:ext uri="{FF2B5EF4-FFF2-40B4-BE49-F238E27FC236}">
                  <a16:creationId xmlns:a16="http://schemas.microsoft.com/office/drawing/2014/main" id="{B87FD825-759B-4538-91E5-3B4B70F0AC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49833"/>
            <a:stretch/>
          </p:blipFill>
          <p:spPr>
            <a:xfrm>
              <a:off x="9786072" y="1781126"/>
              <a:ext cx="260536" cy="871126"/>
            </a:xfrm>
            <a:prstGeom prst="rect">
              <a:avLst/>
            </a:prstGeom>
          </p:spPr>
        </p:pic>
        <p:pic>
          <p:nvPicPr>
            <p:cNvPr id="1276" name="圖片 1275">
              <a:extLst>
                <a:ext uri="{FF2B5EF4-FFF2-40B4-BE49-F238E27FC236}">
                  <a16:creationId xmlns:a16="http://schemas.microsoft.com/office/drawing/2014/main" id="{8FD9D92E-6DD2-4D1E-B5D9-57B2443F26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" b="50242"/>
            <a:stretch/>
          </p:blipFill>
          <p:spPr>
            <a:xfrm>
              <a:off x="9784720" y="902573"/>
              <a:ext cx="260536" cy="86401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7" name="文字方塊 1276">
                  <a:extLst>
                    <a:ext uri="{FF2B5EF4-FFF2-40B4-BE49-F238E27FC236}">
                      <a16:creationId xmlns:a16="http://schemas.microsoft.com/office/drawing/2014/main" id="{C69A2209-02E7-4A5D-8EAF-0D053129ED2B}"/>
                    </a:ext>
                  </a:extLst>
                </p:cNvPr>
                <p:cNvSpPr txBox="1"/>
                <p:nvPr/>
              </p:nvSpPr>
              <p:spPr>
                <a:xfrm>
                  <a:off x="9730617" y="1570432"/>
                  <a:ext cx="204146" cy="245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994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77" name="文字方塊 1276">
                  <a:extLst>
                    <a:ext uri="{FF2B5EF4-FFF2-40B4-BE49-F238E27FC236}">
                      <a16:creationId xmlns:a16="http://schemas.microsoft.com/office/drawing/2014/main" id="{C69A2209-02E7-4A5D-8EAF-0D053129E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0617" y="1570432"/>
                  <a:ext cx="204146" cy="245324"/>
                </a:xfrm>
                <a:prstGeom prst="rect">
                  <a:avLst/>
                </a:prstGeom>
                <a:blipFill>
                  <a:blip r:embed="rId48"/>
                  <a:stretch>
                    <a:fillRect r="-5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8" name="文字方塊 1277">
                  <a:extLst>
                    <a:ext uri="{FF2B5EF4-FFF2-40B4-BE49-F238E27FC236}">
                      <a16:creationId xmlns:a16="http://schemas.microsoft.com/office/drawing/2014/main" id="{2D2B8ED6-B3F5-46CA-A2D5-33A6CB7127A9}"/>
                    </a:ext>
                  </a:extLst>
                </p:cNvPr>
                <p:cNvSpPr txBox="1"/>
                <p:nvPr/>
              </p:nvSpPr>
              <p:spPr>
                <a:xfrm>
                  <a:off x="9738370" y="2456110"/>
                  <a:ext cx="204146" cy="245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994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78" name="文字方塊 1277">
                  <a:extLst>
                    <a:ext uri="{FF2B5EF4-FFF2-40B4-BE49-F238E27FC236}">
                      <a16:creationId xmlns:a16="http://schemas.microsoft.com/office/drawing/2014/main" id="{2D2B8ED6-B3F5-46CA-A2D5-33A6CB7127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8370" y="2456110"/>
                  <a:ext cx="204146" cy="245324"/>
                </a:xfrm>
                <a:prstGeom prst="rect">
                  <a:avLst/>
                </a:prstGeom>
                <a:blipFill>
                  <a:blip r:embed="rId12"/>
                  <a:stretch>
                    <a:fillRect r="-5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9" name="文字方塊 1278">
                  <a:extLst>
                    <a:ext uri="{FF2B5EF4-FFF2-40B4-BE49-F238E27FC236}">
                      <a16:creationId xmlns:a16="http://schemas.microsoft.com/office/drawing/2014/main" id="{9363B103-7EEE-444F-8CA9-10DBFAE3AF6F}"/>
                    </a:ext>
                  </a:extLst>
                </p:cNvPr>
                <p:cNvSpPr txBox="1"/>
                <p:nvPr/>
              </p:nvSpPr>
              <p:spPr>
                <a:xfrm>
                  <a:off x="8859550" y="2613119"/>
                  <a:ext cx="1082966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108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279" name="文字方塊 1278">
                  <a:extLst>
                    <a:ext uri="{FF2B5EF4-FFF2-40B4-BE49-F238E27FC236}">
                      <a16:creationId xmlns:a16="http://schemas.microsoft.com/office/drawing/2014/main" id="{9363B103-7EEE-444F-8CA9-10DBFAE3AF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9550" y="2613119"/>
                  <a:ext cx="1082966" cy="262829"/>
                </a:xfrm>
                <a:prstGeom prst="rect">
                  <a:avLst/>
                </a:prstGeom>
                <a:blipFill>
                  <a:blip r:embed="rId49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80" name="文字方塊 1279">
                  <a:extLst>
                    <a:ext uri="{FF2B5EF4-FFF2-40B4-BE49-F238E27FC236}">
                      <a16:creationId xmlns:a16="http://schemas.microsoft.com/office/drawing/2014/main" id="{E1A3B422-AD52-40AF-A3B3-ABF3FE233364}"/>
                    </a:ext>
                  </a:extLst>
                </p:cNvPr>
                <p:cNvSpPr txBox="1"/>
                <p:nvPr/>
              </p:nvSpPr>
              <p:spPr>
                <a:xfrm>
                  <a:off x="7841736" y="5815822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280" name="文字方塊 1279">
                  <a:extLst>
                    <a:ext uri="{FF2B5EF4-FFF2-40B4-BE49-F238E27FC236}">
                      <a16:creationId xmlns:a16="http://schemas.microsoft.com/office/drawing/2014/main" id="{E1A3B422-AD52-40AF-A3B3-ABF3FE2333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1736" y="5815822"/>
                  <a:ext cx="1100937" cy="262829"/>
                </a:xfrm>
                <a:prstGeom prst="rect">
                  <a:avLst/>
                </a:prstGeom>
                <a:blipFill>
                  <a:blip r:embed="rId50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81" name="文字方塊 1280">
                  <a:extLst>
                    <a:ext uri="{FF2B5EF4-FFF2-40B4-BE49-F238E27FC236}">
                      <a16:creationId xmlns:a16="http://schemas.microsoft.com/office/drawing/2014/main" id="{7921EBD4-CDBF-44BD-BE9F-8D27D5F6260A}"/>
                    </a:ext>
                  </a:extLst>
                </p:cNvPr>
                <p:cNvSpPr txBox="1"/>
                <p:nvPr/>
              </p:nvSpPr>
              <p:spPr>
                <a:xfrm>
                  <a:off x="8975765" y="6477530"/>
                  <a:ext cx="102198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281" name="文字方塊 1280">
                  <a:extLst>
                    <a:ext uri="{FF2B5EF4-FFF2-40B4-BE49-F238E27FC236}">
                      <a16:creationId xmlns:a16="http://schemas.microsoft.com/office/drawing/2014/main" id="{7921EBD4-CDBF-44BD-BE9F-8D27D5F626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5765" y="6477530"/>
                  <a:ext cx="1021987" cy="262829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82" name="文字方塊 1281">
                  <a:extLst>
                    <a:ext uri="{FF2B5EF4-FFF2-40B4-BE49-F238E27FC236}">
                      <a16:creationId xmlns:a16="http://schemas.microsoft.com/office/drawing/2014/main" id="{7529F8C7-2CB4-49D3-9A73-04160CFD5A66}"/>
                    </a:ext>
                  </a:extLst>
                </p:cNvPr>
                <p:cNvSpPr txBox="1"/>
                <p:nvPr/>
              </p:nvSpPr>
              <p:spPr>
                <a:xfrm>
                  <a:off x="9189270" y="4321138"/>
                  <a:ext cx="562814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−1, 2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282" name="文字方塊 1281">
                  <a:extLst>
                    <a:ext uri="{FF2B5EF4-FFF2-40B4-BE49-F238E27FC236}">
                      <a16:creationId xmlns:a16="http://schemas.microsoft.com/office/drawing/2014/main" id="{7529F8C7-2CB4-49D3-9A73-04160CFD5A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9270" y="4321138"/>
                  <a:ext cx="562814" cy="262829"/>
                </a:xfrm>
                <a:prstGeom prst="rect">
                  <a:avLst/>
                </a:prstGeom>
                <a:blipFill>
                  <a:blip r:embed="rId52"/>
                  <a:stretch>
                    <a:fillRect t="-90909" r="-51613" b="-14545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83" name="文字方塊 1282">
                  <a:extLst>
                    <a:ext uri="{FF2B5EF4-FFF2-40B4-BE49-F238E27FC236}">
                      <a16:creationId xmlns:a16="http://schemas.microsoft.com/office/drawing/2014/main" id="{72CD9021-71C4-41ED-8E85-5D85729B9CD8}"/>
                    </a:ext>
                  </a:extLst>
                </p:cNvPr>
                <p:cNvSpPr txBox="1"/>
                <p:nvPr/>
              </p:nvSpPr>
              <p:spPr>
                <a:xfrm>
                  <a:off x="9200898" y="2940666"/>
                  <a:ext cx="562814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1, 0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283" name="文字方塊 1282">
                  <a:extLst>
                    <a:ext uri="{FF2B5EF4-FFF2-40B4-BE49-F238E27FC236}">
                      <a16:creationId xmlns:a16="http://schemas.microsoft.com/office/drawing/2014/main" id="{72CD9021-71C4-41ED-8E85-5D85729B9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0898" y="2940666"/>
                  <a:ext cx="562814" cy="262829"/>
                </a:xfrm>
                <a:prstGeom prst="rect">
                  <a:avLst/>
                </a:prstGeom>
                <a:blipFill>
                  <a:blip r:embed="rId53"/>
                  <a:stretch>
                    <a:fillRect t="-93023" r="-41304" b="-15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84" name="Oval 14">
              <a:extLst>
                <a:ext uri="{FF2B5EF4-FFF2-40B4-BE49-F238E27FC236}">
                  <a16:creationId xmlns:a16="http://schemas.microsoft.com/office/drawing/2014/main" id="{211F9F62-8ECA-488F-ACF4-F2E7A9F497DF}"/>
                </a:ext>
              </a:extLst>
            </p:cNvPr>
            <p:cNvSpPr/>
            <p:nvPr/>
          </p:nvSpPr>
          <p:spPr>
            <a:xfrm>
              <a:off x="9429336" y="3179306"/>
              <a:ext cx="112465" cy="116499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5" dirty="0"/>
            </a:p>
          </p:txBody>
        </p:sp>
        <p:sp>
          <p:nvSpPr>
            <p:cNvPr id="1285" name="Oval 4">
              <a:extLst>
                <a:ext uri="{FF2B5EF4-FFF2-40B4-BE49-F238E27FC236}">
                  <a16:creationId xmlns:a16="http://schemas.microsoft.com/office/drawing/2014/main" id="{089472F9-3593-46D1-8ABA-773B1BA3301E}"/>
                </a:ext>
              </a:extLst>
            </p:cNvPr>
            <p:cNvSpPr/>
            <p:nvPr/>
          </p:nvSpPr>
          <p:spPr>
            <a:xfrm>
              <a:off x="8987241" y="3237555"/>
              <a:ext cx="999692" cy="1035552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286" name="Oval 15">
              <a:extLst>
                <a:ext uri="{FF2B5EF4-FFF2-40B4-BE49-F238E27FC236}">
                  <a16:creationId xmlns:a16="http://schemas.microsoft.com/office/drawing/2014/main" id="{E13FA905-648A-40A2-9A81-62084268BFF1}"/>
                </a:ext>
              </a:extLst>
            </p:cNvPr>
            <p:cNvSpPr/>
            <p:nvPr/>
          </p:nvSpPr>
          <p:spPr>
            <a:xfrm>
              <a:off x="9429336" y="4214277"/>
              <a:ext cx="112465" cy="116499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287" name="SHO">
              <a:extLst>
                <a:ext uri="{FF2B5EF4-FFF2-40B4-BE49-F238E27FC236}">
                  <a16:creationId xmlns:a16="http://schemas.microsoft.com/office/drawing/2014/main" id="{FA601E0C-C695-4160-83C5-71169373CE9E}"/>
                </a:ext>
              </a:extLst>
            </p:cNvPr>
            <p:cNvSpPr/>
            <p:nvPr/>
          </p:nvSpPr>
          <p:spPr>
            <a:xfrm rot="16200000">
              <a:off x="9270022" y="3255832"/>
              <a:ext cx="431095" cy="999692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288" name="SVO">
              <a:extLst>
                <a:ext uri="{FF2B5EF4-FFF2-40B4-BE49-F238E27FC236}">
                  <a16:creationId xmlns:a16="http://schemas.microsoft.com/office/drawing/2014/main" id="{F61AF90F-DA0C-4456-BE9F-E7F80BC29F0E}"/>
                </a:ext>
              </a:extLst>
            </p:cNvPr>
            <p:cNvSpPr/>
            <p:nvPr/>
          </p:nvSpPr>
          <p:spPr>
            <a:xfrm>
              <a:off x="9235024" y="3237902"/>
              <a:ext cx="499846" cy="1035552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/>
            </a:p>
          </p:txBody>
        </p:sp>
        <p:sp>
          <p:nvSpPr>
            <p:cNvPr id="1289" name="Oval 6">
              <a:extLst>
                <a:ext uri="{FF2B5EF4-FFF2-40B4-BE49-F238E27FC236}">
                  <a16:creationId xmlns:a16="http://schemas.microsoft.com/office/drawing/2014/main" id="{88234C3E-F881-4F85-A7F3-8C168C87C8C0}"/>
                </a:ext>
              </a:extLst>
            </p:cNvPr>
            <p:cNvSpPr/>
            <p:nvPr/>
          </p:nvSpPr>
          <p:spPr>
            <a:xfrm rot="16200000">
              <a:off x="9270022" y="3255832"/>
              <a:ext cx="431095" cy="999692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0" name="TextBox 11">
                  <a:extLst>
                    <a:ext uri="{FF2B5EF4-FFF2-40B4-BE49-F238E27FC236}">
                      <a16:creationId xmlns:a16="http://schemas.microsoft.com/office/drawing/2014/main" id="{214073AE-C8EB-463A-92B8-655055955C6F}"/>
                    </a:ext>
                  </a:extLst>
                </p:cNvPr>
                <p:cNvSpPr txBox="1"/>
                <p:nvPr/>
              </p:nvSpPr>
              <p:spPr>
                <a:xfrm>
                  <a:off x="9105009" y="3632204"/>
                  <a:ext cx="12248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290" name="TextBox 11">
                  <a:extLst>
                    <a:ext uri="{FF2B5EF4-FFF2-40B4-BE49-F238E27FC236}">
                      <a16:creationId xmlns:a16="http://schemas.microsoft.com/office/drawing/2014/main" id="{214073AE-C8EB-463A-92B8-655055955C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5009" y="3632204"/>
                  <a:ext cx="122489" cy="262829"/>
                </a:xfrm>
                <a:prstGeom prst="rect">
                  <a:avLst/>
                </a:prstGeom>
                <a:blipFill>
                  <a:blip r:embed="rId18"/>
                  <a:stretch>
                    <a:fillRect r="-4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1" name="Oval 22">
              <a:extLst>
                <a:ext uri="{FF2B5EF4-FFF2-40B4-BE49-F238E27FC236}">
                  <a16:creationId xmlns:a16="http://schemas.microsoft.com/office/drawing/2014/main" id="{66BAAE15-2A90-4530-A112-5DB9D0CA7B5E}"/>
                </a:ext>
              </a:extLst>
            </p:cNvPr>
            <p:cNvSpPr/>
            <p:nvPr/>
          </p:nvSpPr>
          <p:spPr>
            <a:xfrm>
              <a:off x="9428682" y="4214277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2" name="TextBox 12">
                  <a:extLst>
                    <a:ext uri="{FF2B5EF4-FFF2-40B4-BE49-F238E27FC236}">
                      <a16:creationId xmlns:a16="http://schemas.microsoft.com/office/drawing/2014/main" id="{31AE937C-79A5-4E25-B852-D78F04DC2A0F}"/>
                    </a:ext>
                  </a:extLst>
                </p:cNvPr>
                <p:cNvSpPr txBox="1"/>
                <p:nvPr/>
              </p:nvSpPr>
              <p:spPr>
                <a:xfrm>
                  <a:off x="9558418" y="3698248"/>
                  <a:ext cx="12248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292" name="TextBox 12">
                  <a:extLst>
                    <a:ext uri="{FF2B5EF4-FFF2-40B4-BE49-F238E27FC236}">
                      <a16:creationId xmlns:a16="http://schemas.microsoft.com/office/drawing/2014/main" id="{31AE937C-79A5-4E25-B852-D78F04DC2A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8418" y="3698248"/>
                  <a:ext cx="122489" cy="262829"/>
                </a:xfrm>
                <a:prstGeom prst="rect">
                  <a:avLst/>
                </a:prstGeom>
                <a:blipFill>
                  <a:blip r:embed="rId19"/>
                  <a:stretch>
                    <a:fillRect r="-55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3" name="TextBox 13">
                  <a:extLst>
                    <a:ext uri="{FF2B5EF4-FFF2-40B4-BE49-F238E27FC236}">
                      <a16:creationId xmlns:a16="http://schemas.microsoft.com/office/drawing/2014/main" id="{75D6CC24-50DC-49D0-8EA8-969A0B67890C}"/>
                    </a:ext>
                  </a:extLst>
                </p:cNvPr>
                <p:cNvSpPr txBox="1"/>
                <p:nvPr/>
              </p:nvSpPr>
              <p:spPr>
                <a:xfrm>
                  <a:off x="9389409" y="3262273"/>
                  <a:ext cx="177900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293" name="TextBox 13">
                  <a:extLst>
                    <a:ext uri="{FF2B5EF4-FFF2-40B4-BE49-F238E27FC236}">
                      <a16:creationId xmlns:a16="http://schemas.microsoft.com/office/drawing/2014/main" id="{75D6CC24-50DC-49D0-8EA8-969A0B6789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9409" y="3262273"/>
                  <a:ext cx="177900" cy="262829"/>
                </a:xfrm>
                <a:prstGeom prst="rect">
                  <a:avLst/>
                </a:prstGeom>
                <a:blipFill>
                  <a:blip r:embed="rId40"/>
                  <a:stretch>
                    <a:fillRect r="-103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4" name="DVO">
              <a:extLst>
                <a:ext uri="{FF2B5EF4-FFF2-40B4-BE49-F238E27FC236}">
                  <a16:creationId xmlns:a16="http://schemas.microsoft.com/office/drawing/2014/main" id="{AB23A6AD-A238-4DE6-8080-C1020921909F}"/>
                </a:ext>
              </a:extLst>
            </p:cNvPr>
            <p:cNvSpPr/>
            <p:nvPr/>
          </p:nvSpPr>
          <p:spPr>
            <a:xfrm flipH="1">
              <a:off x="9235024" y="3237902"/>
              <a:ext cx="499846" cy="1035552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295" name="Oval 23">
              <a:extLst>
                <a:ext uri="{FF2B5EF4-FFF2-40B4-BE49-F238E27FC236}">
                  <a16:creationId xmlns:a16="http://schemas.microsoft.com/office/drawing/2014/main" id="{53B9E0F6-00F6-4D74-858E-31AD778FE213}"/>
                </a:ext>
              </a:extLst>
            </p:cNvPr>
            <p:cNvSpPr/>
            <p:nvPr/>
          </p:nvSpPr>
          <p:spPr>
            <a:xfrm>
              <a:off x="9929120" y="3697429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cxnSp>
          <p:nvCxnSpPr>
            <p:cNvPr id="1296" name="Straight Arrow Connector 7">
              <a:extLst>
                <a:ext uri="{FF2B5EF4-FFF2-40B4-BE49-F238E27FC236}">
                  <a16:creationId xmlns:a16="http://schemas.microsoft.com/office/drawing/2014/main" id="{2E987718-A0D9-4D9A-8C3A-9C37B0E981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82848" y="3445468"/>
              <a:ext cx="1175" cy="30869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7" name="Straight Arrow Connector 19">
              <a:extLst>
                <a:ext uri="{FF2B5EF4-FFF2-40B4-BE49-F238E27FC236}">
                  <a16:creationId xmlns:a16="http://schemas.microsoft.com/office/drawing/2014/main" id="{9FD0672D-22E7-4BB4-B46A-50F795A0A9FE}"/>
                </a:ext>
              </a:extLst>
            </p:cNvPr>
            <p:cNvCxnSpPr>
              <a:cxnSpLocks/>
            </p:cNvCxnSpPr>
            <p:nvPr/>
          </p:nvCxnSpPr>
          <p:spPr>
            <a:xfrm>
              <a:off x="9484914" y="3752649"/>
              <a:ext cx="135555" cy="1085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8" name="Straight Arrow Connector 18">
              <a:extLst>
                <a:ext uri="{FF2B5EF4-FFF2-40B4-BE49-F238E27FC236}">
                  <a16:creationId xmlns:a16="http://schemas.microsoft.com/office/drawing/2014/main" id="{0155E8C3-1355-43DE-95C8-EFFD45DA93BD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9366306" y="3633935"/>
              <a:ext cx="0" cy="23742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9" name="Oval 20">
              <a:extLst>
                <a:ext uri="{FF2B5EF4-FFF2-40B4-BE49-F238E27FC236}">
                  <a16:creationId xmlns:a16="http://schemas.microsoft.com/office/drawing/2014/main" id="{BDD0AA39-CD06-43D3-900D-485DE644E9F4}"/>
                </a:ext>
              </a:extLst>
            </p:cNvPr>
            <p:cNvSpPr/>
            <p:nvPr/>
          </p:nvSpPr>
          <p:spPr>
            <a:xfrm>
              <a:off x="8929314" y="3697429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/>
            </a:p>
          </p:txBody>
        </p:sp>
        <p:sp>
          <p:nvSpPr>
            <p:cNvPr id="1300" name="Oval 22">
              <a:extLst>
                <a:ext uri="{FF2B5EF4-FFF2-40B4-BE49-F238E27FC236}">
                  <a16:creationId xmlns:a16="http://schemas.microsoft.com/office/drawing/2014/main" id="{99212970-78AC-4362-BD7A-C44FF80F0637}"/>
                </a:ext>
              </a:extLst>
            </p:cNvPr>
            <p:cNvSpPr/>
            <p:nvPr/>
          </p:nvSpPr>
          <p:spPr>
            <a:xfrm>
              <a:off x="9429500" y="3173855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5" dirty="0"/>
            </a:p>
          </p:txBody>
        </p:sp>
        <p:sp>
          <p:nvSpPr>
            <p:cNvPr id="1301" name="Partial Circle 9">
              <a:extLst>
                <a:ext uri="{FF2B5EF4-FFF2-40B4-BE49-F238E27FC236}">
                  <a16:creationId xmlns:a16="http://schemas.microsoft.com/office/drawing/2014/main" id="{18C30D0B-4A78-44AC-8840-DA1350D71D17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9439647" y="3687466"/>
              <a:ext cx="70898" cy="13688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02" name="TextBox 10">
                  <a:extLst>
                    <a:ext uri="{FF2B5EF4-FFF2-40B4-BE49-F238E27FC236}">
                      <a16:creationId xmlns:a16="http://schemas.microsoft.com/office/drawing/2014/main" id="{D543045B-0234-4EAF-AAB6-261D1937FBC1}"/>
                    </a:ext>
                  </a:extLst>
                </p:cNvPr>
                <p:cNvSpPr txBox="1"/>
                <p:nvPr/>
              </p:nvSpPr>
              <p:spPr>
                <a:xfrm>
                  <a:off x="9187636" y="3711731"/>
                  <a:ext cx="21823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302" name="TextBox 10">
                  <a:extLst>
                    <a:ext uri="{FF2B5EF4-FFF2-40B4-BE49-F238E27FC236}">
                      <a16:creationId xmlns:a16="http://schemas.microsoft.com/office/drawing/2014/main" id="{D543045B-0234-4EAF-AAB6-261D1937FB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7636" y="3711731"/>
                  <a:ext cx="218239" cy="26282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03" name="Straight Arrow Connector 17">
              <a:extLst>
                <a:ext uri="{FF2B5EF4-FFF2-40B4-BE49-F238E27FC236}">
                  <a16:creationId xmlns:a16="http://schemas.microsoft.com/office/drawing/2014/main" id="{E144F39D-5BFE-4CDE-8E38-A2E2ECA33C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1129" y="3756746"/>
              <a:ext cx="153405" cy="19837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04" name="Partial Circle 9">
              <a:extLst>
                <a:ext uri="{FF2B5EF4-FFF2-40B4-BE49-F238E27FC236}">
                  <a16:creationId xmlns:a16="http://schemas.microsoft.com/office/drawing/2014/main" id="{D83A01F7-6EAF-49C1-AAA3-2F48FFC5CB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30839" y="3661698"/>
              <a:ext cx="103302" cy="208638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05" name="TextBox 10">
                  <a:extLst>
                    <a:ext uri="{FF2B5EF4-FFF2-40B4-BE49-F238E27FC236}">
                      <a16:creationId xmlns:a16="http://schemas.microsoft.com/office/drawing/2014/main" id="{D6986335-A833-428C-A039-66F504C137F3}"/>
                    </a:ext>
                  </a:extLst>
                </p:cNvPr>
                <p:cNvSpPr txBox="1"/>
                <p:nvPr/>
              </p:nvSpPr>
              <p:spPr>
                <a:xfrm>
                  <a:off x="9458377" y="3489904"/>
                  <a:ext cx="20564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305" name="TextBox 10">
                  <a:extLst>
                    <a:ext uri="{FF2B5EF4-FFF2-40B4-BE49-F238E27FC236}">
                      <a16:creationId xmlns:a16="http://schemas.microsoft.com/office/drawing/2014/main" id="{D6986335-A833-428C-A039-66F504C137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8377" y="3489904"/>
                  <a:ext cx="205647" cy="262829"/>
                </a:xfrm>
                <a:prstGeom prst="rect">
                  <a:avLst/>
                </a:prstGeom>
                <a:blipFill>
                  <a:blip r:embed="rId22"/>
                  <a:stretch>
                    <a:fillRect r="-17647"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06" name="Straight Arrow Connector 17">
              <a:extLst>
                <a:ext uri="{FF2B5EF4-FFF2-40B4-BE49-F238E27FC236}">
                  <a16:creationId xmlns:a16="http://schemas.microsoft.com/office/drawing/2014/main" id="{C447C7D1-305C-4EB6-8DE3-A423D18087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78935" y="3448167"/>
              <a:ext cx="395947" cy="3112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07" name="Oval 22">
              <a:extLst>
                <a:ext uri="{FF2B5EF4-FFF2-40B4-BE49-F238E27FC236}">
                  <a16:creationId xmlns:a16="http://schemas.microsoft.com/office/drawing/2014/main" id="{0AE7508C-A297-4E5A-B19E-FA1D9366F3A1}"/>
                </a:ext>
              </a:extLst>
            </p:cNvPr>
            <p:cNvSpPr/>
            <p:nvPr/>
          </p:nvSpPr>
          <p:spPr>
            <a:xfrm>
              <a:off x="9666074" y="3892478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308" name="Oval 22">
              <a:extLst>
                <a:ext uri="{FF2B5EF4-FFF2-40B4-BE49-F238E27FC236}">
                  <a16:creationId xmlns:a16="http://schemas.microsoft.com/office/drawing/2014/main" id="{F42B9E9B-9610-49D4-BF83-E344E6AE5FCC}"/>
                </a:ext>
              </a:extLst>
            </p:cNvPr>
            <p:cNvSpPr/>
            <p:nvPr/>
          </p:nvSpPr>
          <p:spPr>
            <a:xfrm>
              <a:off x="9191289" y="3517926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09" name="文字方塊 1308">
                  <a:extLst>
                    <a:ext uri="{FF2B5EF4-FFF2-40B4-BE49-F238E27FC236}">
                      <a16:creationId xmlns:a16="http://schemas.microsoft.com/office/drawing/2014/main" id="{1B862125-A0CD-46A0-83DF-2B3A2B68E2BA}"/>
                    </a:ext>
                  </a:extLst>
                </p:cNvPr>
                <p:cNvSpPr txBox="1"/>
                <p:nvPr/>
              </p:nvSpPr>
              <p:spPr>
                <a:xfrm>
                  <a:off x="7905126" y="3811762"/>
                  <a:ext cx="974158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309" name="文字方塊 1308">
                  <a:extLst>
                    <a:ext uri="{FF2B5EF4-FFF2-40B4-BE49-F238E27FC236}">
                      <a16:creationId xmlns:a16="http://schemas.microsoft.com/office/drawing/2014/main" id="{1B862125-A0CD-46A0-83DF-2B3A2B68E2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5126" y="3811762"/>
                  <a:ext cx="974158" cy="262829"/>
                </a:xfrm>
                <a:prstGeom prst="rect">
                  <a:avLst/>
                </a:prstGeom>
                <a:blipFill>
                  <a:blip r:embed="rId54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10" name="直線接點 1309">
              <a:extLst>
                <a:ext uri="{FF2B5EF4-FFF2-40B4-BE49-F238E27FC236}">
                  <a16:creationId xmlns:a16="http://schemas.microsoft.com/office/drawing/2014/main" id="{8185C70D-1E4E-474C-8B25-FD50CA3AC40C}"/>
                </a:ext>
              </a:extLst>
            </p:cNvPr>
            <p:cNvCxnSpPr>
              <a:cxnSpLocks/>
            </p:cNvCxnSpPr>
            <p:nvPr/>
          </p:nvCxnSpPr>
          <p:spPr>
            <a:xfrm>
              <a:off x="9778129" y="4025395"/>
              <a:ext cx="406400" cy="568325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11" name="文字方塊 1310">
                  <a:extLst>
                    <a:ext uri="{FF2B5EF4-FFF2-40B4-BE49-F238E27FC236}">
                      <a16:creationId xmlns:a16="http://schemas.microsoft.com/office/drawing/2014/main" id="{AAAA9456-ECE1-45AB-8A84-AA420714CB59}"/>
                    </a:ext>
                  </a:extLst>
                </p:cNvPr>
                <p:cNvSpPr txBox="1"/>
                <p:nvPr/>
              </p:nvSpPr>
              <p:spPr>
                <a:xfrm>
                  <a:off x="10017811" y="3820652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311" name="文字方塊 1310">
                  <a:extLst>
                    <a:ext uri="{FF2B5EF4-FFF2-40B4-BE49-F238E27FC236}">
                      <a16:creationId xmlns:a16="http://schemas.microsoft.com/office/drawing/2014/main" id="{AAAA9456-ECE1-45AB-8A84-AA420714CB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7811" y="3820652"/>
                  <a:ext cx="1100937" cy="262829"/>
                </a:xfrm>
                <a:prstGeom prst="rect">
                  <a:avLst/>
                </a:prstGeom>
                <a:blipFill>
                  <a:blip r:embed="rId55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12" name="文字方塊 1311">
                  <a:extLst>
                    <a:ext uri="{FF2B5EF4-FFF2-40B4-BE49-F238E27FC236}">
                      <a16:creationId xmlns:a16="http://schemas.microsoft.com/office/drawing/2014/main" id="{0027AFFC-4FAA-4055-B1DD-3F6F2F53670E}"/>
                    </a:ext>
                  </a:extLst>
                </p:cNvPr>
                <p:cNvSpPr txBox="1"/>
                <p:nvPr/>
              </p:nvSpPr>
              <p:spPr>
                <a:xfrm>
                  <a:off x="10017811" y="5737755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312" name="文字方塊 1311">
                  <a:extLst>
                    <a:ext uri="{FF2B5EF4-FFF2-40B4-BE49-F238E27FC236}">
                      <a16:creationId xmlns:a16="http://schemas.microsoft.com/office/drawing/2014/main" id="{0027AFFC-4FAA-4055-B1DD-3F6F2F5367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7811" y="5737755"/>
                  <a:ext cx="1100937" cy="262829"/>
                </a:xfrm>
                <a:prstGeom prst="rect">
                  <a:avLst/>
                </a:prstGeom>
                <a:blipFill>
                  <a:blip r:embed="rId56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13" name="直線接點 1312">
              <a:extLst>
                <a:ext uri="{FF2B5EF4-FFF2-40B4-BE49-F238E27FC236}">
                  <a16:creationId xmlns:a16="http://schemas.microsoft.com/office/drawing/2014/main" id="{6945DAEC-2E6D-4530-9E9E-319EBE481224}"/>
                </a:ext>
              </a:extLst>
            </p:cNvPr>
            <p:cNvCxnSpPr>
              <a:cxnSpLocks/>
            </p:cNvCxnSpPr>
            <p:nvPr/>
          </p:nvCxnSpPr>
          <p:spPr>
            <a:xfrm>
              <a:off x="8616514" y="2683870"/>
              <a:ext cx="607387" cy="867825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314" name="圖片 1313">
              <a:extLst>
                <a:ext uri="{FF2B5EF4-FFF2-40B4-BE49-F238E27FC236}">
                  <a16:creationId xmlns:a16="http://schemas.microsoft.com/office/drawing/2014/main" id="{03B7229B-25A9-414F-9F58-4CCC50F97B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10029848" y="953746"/>
              <a:ext cx="1234633" cy="240163"/>
            </a:xfrm>
            <a:prstGeom prst="rect">
              <a:avLst/>
            </a:prstGeom>
          </p:spPr>
        </p:pic>
        <p:pic>
          <p:nvPicPr>
            <p:cNvPr id="1315" name="圖片 1314">
              <a:extLst>
                <a:ext uri="{FF2B5EF4-FFF2-40B4-BE49-F238E27FC236}">
                  <a16:creationId xmlns:a16="http://schemas.microsoft.com/office/drawing/2014/main" id="{12905DF2-FCC6-43A9-9221-ACEBD8DA75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10029848" y="1788242"/>
              <a:ext cx="1234633" cy="297228"/>
            </a:xfrm>
            <a:prstGeom prst="rect">
              <a:avLst/>
            </a:prstGeom>
          </p:spPr>
        </p:pic>
        <p:pic>
          <p:nvPicPr>
            <p:cNvPr id="1316" name="圖片 1315">
              <a:extLst>
                <a:ext uri="{FF2B5EF4-FFF2-40B4-BE49-F238E27FC236}">
                  <a16:creationId xmlns:a16="http://schemas.microsoft.com/office/drawing/2014/main" id="{28021F59-3BA2-44CC-A22B-B28B0E6464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7"/>
            <a:srcRect l="11115" t="22564" r="9694" b="19380"/>
            <a:stretch/>
          </p:blipFill>
          <p:spPr>
            <a:xfrm>
              <a:off x="10130554" y="1846380"/>
              <a:ext cx="510381" cy="117647"/>
            </a:xfrm>
            <a:prstGeom prst="rect">
              <a:avLst/>
            </a:prstGeom>
          </p:spPr>
        </p:pic>
        <p:pic>
          <p:nvPicPr>
            <p:cNvPr id="1317" name="圖片 1316">
              <a:extLst>
                <a:ext uri="{FF2B5EF4-FFF2-40B4-BE49-F238E27FC236}">
                  <a16:creationId xmlns:a16="http://schemas.microsoft.com/office/drawing/2014/main" id="{385235AD-52F9-437E-B7E5-4B817DA2D8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7"/>
            <a:srcRect l="11115" t="22564" r="9694" b="19380"/>
            <a:stretch/>
          </p:blipFill>
          <p:spPr>
            <a:xfrm>
              <a:off x="10128173" y="953411"/>
              <a:ext cx="510381" cy="117647"/>
            </a:xfrm>
            <a:prstGeom prst="rect">
              <a:avLst/>
            </a:prstGeom>
          </p:spPr>
        </p:pic>
        <p:pic>
          <p:nvPicPr>
            <p:cNvPr id="1318" name="圖片 1317">
              <a:extLst>
                <a:ext uri="{FF2B5EF4-FFF2-40B4-BE49-F238E27FC236}">
                  <a16:creationId xmlns:a16="http://schemas.microsoft.com/office/drawing/2014/main" id="{81F73322-9649-46B3-9E99-746CFF61D7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1200"/>
            <a:stretch/>
          </p:blipFill>
          <p:spPr>
            <a:xfrm>
              <a:off x="10122839" y="4037464"/>
              <a:ext cx="839905" cy="1710426"/>
            </a:xfrm>
            <a:prstGeom prst="rect">
              <a:avLst/>
            </a:prstGeom>
          </p:spPr>
        </p:pic>
        <p:pic>
          <p:nvPicPr>
            <p:cNvPr id="1319" name="圖片 1318">
              <a:extLst>
                <a:ext uri="{FF2B5EF4-FFF2-40B4-BE49-F238E27FC236}">
                  <a16:creationId xmlns:a16="http://schemas.microsoft.com/office/drawing/2014/main" id="{9425A47C-CBC3-43FD-A9E9-9BC9B30FFD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50196"/>
            <a:stretch/>
          </p:blipFill>
          <p:spPr>
            <a:xfrm>
              <a:off x="7978990" y="2117695"/>
              <a:ext cx="857085" cy="1710221"/>
            </a:xfrm>
            <a:prstGeom prst="rect">
              <a:avLst/>
            </a:prstGeom>
          </p:spPr>
        </p:pic>
        <p:cxnSp>
          <p:nvCxnSpPr>
            <p:cNvPr id="1320" name="直線接點 1319">
              <a:extLst>
                <a:ext uri="{FF2B5EF4-FFF2-40B4-BE49-F238E27FC236}">
                  <a16:creationId xmlns:a16="http://schemas.microsoft.com/office/drawing/2014/main" id="{79CFA347-69F1-4037-93FA-0448E52273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06579" y="3795626"/>
              <a:ext cx="140200" cy="325019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21" name="直線接點 1320">
              <a:extLst>
                <a:ext uri="{FF2B5EF4-FFF2-40B4-BE49-F238E27FC236}">
                  <a16:creationId xmlns:a16="http://schemas.microsoft.com/office/drawing/2014/main" id="{B71011CA-3FDF-4D2F-B442-C6CE5DCE4A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8954" y="3434846"/>
              <a:ext cx="123825" cy="263524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322" name="圖片 1321">
              <a:extLst>
                <a:ext uri="{FF2B5EF4-FFF2-40B4-BE49-F238E27FC236}">
                  <a16:creationId xmlns:a16="http://schemas.microsoft.com/office/drawing/2014/main" id="{CA05C281-CCEE-47A7-8EA3-27FB0710C3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5236"/>
            <a:stretch/>
          </p:blipFill>
          <p:spPr>
            <a:xfrm>
              <a:off x="10122617" y="2137534"/>
              <a:ext cx="849651" cy="1678590"/>
            </a:xfrm>
            <a:prstGeom prst="rect">
              <a:avLst/>
            </a:prstGeom>
          </p:spPr>
        </p:pic>
        <p:pic>
          <p:nvPicPr>
            <p:cNvPr id="1323" name="圖片 1322">
              <a:extLst>
                <a:ext uri="{FF2B5EF4-FFF2-40B4-BE49-F238E27FC236}">
                  <a16:creationId xmlns:a16="http://schemas.microsoft.com/office/drawing/2014/main" id="{C1D557D4-F57E-41D4-B14E-7360682E89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4597" r="50000"/>
            <a:stretch/>
          </p:blipFill>
          <p:spPr>
            <a:xfrm>
              <a:off x="9051053" y="4773103"/>
              <a:ext cx="871539" cy="1678590"/>
            </a:xfrm>
            <a:prstGeom prst="rect">
              <a:avLst/>
            </a:prstGeom>
          </p:spPr>
        </p:pic>
        <p:pic>
          <p:nvPicPr>
            <p:cNvPr id="1324" name="圖片 1323">
              <a:extLst>
                <a:ext uri="{FF2B5EF4-FFF2-40B4-BE49-F238E27FC236}">
                  <a16:creationId xmlns:a16="http://schemas.microsoft.com/office/drawing/2014/main" id="{E82F669D-4134-450A-8758-BED6CC5EE4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9729" r="24452"/>
            <a:stretch/>
          </p:blipFill>
          <p:spPr>
            <a:xfrm>
              <a:off x="7946154" y="4112416"/>
              <a:ext cx="885825" cy="1678590"/>
            </a:xfrm>
            <a:prstGeom prst="rect">
              <a:avLst/>
            </a:prstGeom>
          </p:spPr>
        </p:pic>
        <p:sp>
          <p:nvSpPr>
            <p:cNvPr id="1325" name="矩形: 圓角 1324">
              <a:extLst>
                <a:ext uri="{FF2B5EF4-FFF2-40B4-BE49-F238E27FC236}">
                  <a16:creationId xmlns:a16="http://schemas.microsoft.com/office/drawing/2014/main" id="{8E07622F-8C39-44AE-934F-28AD203AD89B}"/>
                </a:ext>
              </a:extLst>
            </p:cNvPr>
            <p:cNvSpPr/>
            <p:nvPr/>
          </p:nvSpPr>
          <p:spPr>
            <a:xfrm>
              <a:off x="11484354" y="751114"/>
              <a:ext cx="3638551" cy="6072863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93" dirty="0"/>
            </a:p>
          </p:txBody>
        </p:sp>
        <p:pic>
          <p:nvPicPr>
            <p:cNvPr id="1326" name="圖片 1325">
              <a:extLst>
                <a:ext uri="{FF2B5EF4-FFF2-40B4-BE49-F238E27FC236}">
                  <a16:creationId xmlns:a16="http://schemas.microsoft.com/office/drawing/2014/main" id="{90928B0A-C5CD-47BC-B2E1-16A753C9FB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75218"/>
            <a:stretch/>
          </p:blipFill>
          <p:spPr>
            <a:xfrm>
              <a:off x="12583032" y="912602"/>
              <a:ext cx="862055" cy="1703680"/>
            </a:xfrm>
            <a:prstGeom prst="rect">
              <a:avLst/>
            </a:prstGeom>
          </p:spPr>
        </p:pic>
        <p:pic>
          <p:nvPicPr>
            <p:cNvPr id="1327" name="圖片 1326">
              <a:extLst>
                <a:ext uri="{FF2B5EF4-FFF2-40B4-BE49-F238E27FC236}">
                  <a16:creationId xmlns:a16="http://schemas.microsoft.com/office/drawing/2014/main" id="{7105E68D-2093-4BCA-AD99-8DD463B91B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5276"/>
            <a:stretch/>
          </p:blipFill>
          <p:spPr>
            <a:xfrm>
              <a:off x="13778270" y="2115478"/>
              <a:ext cx="856615" cy="1696939"/>
            </a:xfrm>
            <a:prstGeom prst="rect">
              <a:avLst/>
            </a:prstGeom>
          </p:spPr>
        </p:pic>
        <p:pic>
          <p:nvPicPr>
            <p:cNvPr id="1328" name="圖片 1327">
              <a:extLst>
                <a:ext uri="{FF2B5EF4-FFF2-40B4-BE49-F238E27FC236}">
                  <a16:creationId xmlns:a16="http://schemas.microsoft.com/office/drawing/2014/main" id="{9760781B-FC51-46CC-95E9-E185441133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9755" r="24615"/>
            <a:stretch/>
          </p:blipFill>
          <p:spPr>
            <a:xfrm>
              <a:off x="11604688" y="4089128"/>
              <a:ext cx="891540" cy="1703680"/>
            </a:xfrm>
            <a:prstGeom prst="rect">
              <a:avLst/>
            </a:prstGeom>
          </p:spPr>
        </p:pic>
        <p:pic>
          <p:nvPicPr>
            <p:cNvPr id="1329" name="圖片 1328">
              <a:extLst>
                <a:ext uri="{FF2B5EF4-FFF2-40B4-BE49-F238E27FC236}">
                  <a16:creationId xmlns:a16="http://schemas.microsoft.com/office/drawing/2014/main" id="{A50AD2CE-14A4-4E41-9866-B656D85156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4869" r="49720"/>
            <a:stretch/>
          </p:blipFill>
          <p:spPr>
            <a:xfrm>
              <a:off x="12712687" y="4739151"/>
              <a:ext cx="883920" cy="170368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30" name="文字方塊 1329">
                  <a:extLst>
                    <a:ext uri="{FF2B5EF4-FFF2-40B4-BE49-F238E27FC236}">
                      <a16:creationId xmlns:a16="http://schemas.microsoft.com/office/drawing/2014/main" id="{7F8A592F-F874-469F-ABC3-A7477B5B7015}"/>
                    </a:ext>
                  </a:extLst>
                </p:cNvPr>
                <p:cNvSpPr txBox="1"/>
                <p:nvPr/>
              </p:nvSpPr>
              <p:spPr>
                <a:xfrm>
                  <a:off x="12952017" y="2349582"/>
                  <a:ext cx="268993" cy="2722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69" dirty="0"/>
                </a:p>
              </p:txBody>
            </p:sp>
          </mc:Choice>
          <mc:Fallback>
            <p:sp>
              <p:nvSpPr>
                <p:cNvPr id="1330" name="文字方塊 1329">
                  <a:extLst>
                    <a:ext uri="{FF2B5EF4-FFF2-40B4-BE49-F238E27FC236}">
                      <a16:creationId xmlns:a16="http://schemas.microsoft.com/office/drawing/2014/main" id="{7F8A592F-F874-469F-ABC3-A7477B5B70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52017" y="2349582"/>
                  <a:ext cx="268993" cy="272254"/>
                </a:xfrm>
                <a:prstGeom prst="rect">
                  <a:avLst/>
                </a:prstGeom>
                <a:blipFill>
                  <a:blip r:embed="rId4"/>
                  <a:stretch>
                    <a:fillRect r="-688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31" name="文字方塊 1330">
                  <a:extLst>
                    <a:ext uri="{FF2B5EF4-FFF2-40B4-BE49-F238E27FC236}">
                      <a16:creationId xmlns:a16="http://schemas.microsoft.com/office/drawing/2014/main" id="{F772F496-DD3A-44B4-AB7D-6A241C8BA41B}"/>
                    </a:ext>
                  </a:extLst>
                </p:cNvPr>
                <p:cNvSpPr txBox="1"/>
                <p:nvPr/>
              </p:nvSpPr>
              <p:spPr>
                <a:xfrm>
                  <a:off x="12962682" y="1467617"/>
                  <a:ext cx="268993" cy="2722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69" dirty="0"/>
                </a:p>
              </p:txBody>
            </p:sp>
          </mc:Choice>
          <mc:Fallback>
            <p:sp>
              <p:nvSpPr>
                <p:cNvPr id="1331" name="文字方塊 1330">
                  <a:extLst>
                    <a:ext uri="{FF2B5EF4-FFF2-40B4-BE49-F238E27FC236}">
                      <a16:creationId xmlns:a16="http://schemas.microsoft.com/office/drawing/2014/main" id="{F772F496-DD3A-44B4-AB7D-6A241C8BA4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62682" y="1467617"/>
                  <a:ext cx="268993" cy="272254"/>
                </a:xfrm>
                <a:prstGeom prst="rect">
                  <a:avLst/>
                </a:prstGeom>
                <a:blipFill>
                  <a:blip r:embed="rId4"/>
                  <a:stretch>
                    <a:fillRect r="-7272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32" name="群組 1331">
              <a:extLst>
                <a:ext uri="{FF2B5EF4-FFF2-40B4-BE49-F238E27FC236}">
                  <a16:creationId xmlns:a16="http://schemas.microsoft.com/office/drawing/2014/main" id="{81C049A7-B3FC-4C21-97D3-24D217BCE15C}"/>
                </a:ext>
              </a:extLst>
            </p:cNvPr>
            <p:cNvGrpSpPr/>
            <p:nvPr/>
          </p:nvGrpSpPr>
          <p:grpSpPr>
            <a:xfrm>
              <a:off x="12994078" y="1275694"/>
              <a:ext cx="50518" cy="48461"/>
              <a:chOff x="1373392" y="2391862"/>
              <a:chExt cx="479433" cy="476535"/>
            </a:xfrm>
          </p:grpSpPr>
          <p:sp>
            <p:nvSpPr>
              <p:cNvPr id="1333" name="箭號: 向右 1332">
                <a:extLst>
                  <a:ext uri="{FF2B5EF4-FFF2-40B4-BE49-F238E27FC236}">
                    <a16:creationId xmlns:a16="http://schemas.microsoft.com/office/drawing/2014/main" id="{E42B5946-181F-442C-8EBD-11401E4448CA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>
                  <a:solidFill>
                    <a:schemeClr val="bg1"/>
                  </a:solidFill>
                </a:endParaRPr>
              </a:p>
            </p:txBody>
          </p:sp>
          <p:sp>
            <p:nvSpPr>
              <p:cNvPr id="1334" name="箭號: 向右 1333">
                <a:extLst>
                  <a:ext uri="{FF2B5EF4-FFF2-40B4-BE49-F238E27FC236}">
                    <a16:creationId xmlns:a16="http://schemas.microsoft.com/office/drawing/2014/main" id="{9DBC63C6-957F-4F9D-BDC1-33463F9AE231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35" name="文字方塊 1334">
                  <a:extLst>
                    <a:ext uri="{FF2B5EF4-FFF2-40B4-BE49-F238E27FC236}">
                      <a16:creationId xmlns:a16="http://schemas.microsoft.com/office/drawing/2014/main" id="{89237BDB-F936-48CF-A702-ADDC189544DC}"/>
                    </a:ext>
                  </a:extLst>
                </p:cNvPr>
                <p:cNvSpPr txBox="1"/>
                <p:nvPr/>
              </p:nvSpPr>
              <p:spPr>
                <a:xfrm>
                  <a:off x="12869853" y="1032179"/>
                  <a:ext cx="198362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335" name="文字方塊 1334">
                  <a:extLst>
                    <a:ext uri="{FF2B5EF4-FFF2-40B4-BE49-F238E27FC236}">
                      <a16:creationId xmlns:a16="http://schemas.microsoft.com/office/drawing/2014/main" id="{89237BDB-F936-48CF-A702-ADDC189544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69853" y="1032179"/>
                  <a:ext cx="198362" cy="276614"/>
                </a:xfrm>
                <a:prstGeom prst="rect">
                  <a:avLst/>
                </a:prstGeom>
                <a:blipFill>
                  <a:blip r:embed="rId30"/>
                  <a:stretch>
                    <a:fillRect r="-424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36" name="文字方塊 1335">
                  <a:extLst>
                    <a:ext uri="{FF2B5EF4-FFF2-40B4-BE49-F238E27FC236}">
                      <a16:creationId xmlns:a16="http://schemas.microsoft.com/office/drawing/2014/main" id="{3D8C851E-9FF1-40E5-BBE3-7D487ED3431B}"/>
                    </a:ext>
                  </a:extLst>
                </p:cNvPr>
                <p:cNvSpPr txBox="1"/>
                <p:nvPr/>
              </p:nvSpPr>
              <p:spPr>
                <a:xfrm>
                  <a:off x="12959400" y="1228013"/>
                  <a:ext cx="14927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336" name="文字方塊 1335">
                  <a:extLst>
                    <a:ext uri="{FF2B5EF4-FFF2-40B4-BE49-F238E27FC236}">
                      <a16:creationId xmlns:a16="http://schemas.microsoft.com/office/drawing/2014/main" id="{3D8C851E-9FF1-40E5-BBE3-7D487ED343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59400" y="1228013"/>
                  <a:ext cx="149279" cy="262829"/>
                </a:xfrm>
                <a:prstGeom prst="rect">
                  <a:avLst/>
                </a:prstGeom>
                <a:blipFill>
                  <a:blip r:embed="rId7"/>
                  <a:stretch>
                    <a:fillRect r="-70833"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37" name="群組 1336">
              <a:extLst>
                <a:ext uri="{FF2B5EF4-FFF2-40B4-BE49-F238E27FC236}">
                  <a16:creationId xmlns:a16="http://schemas.microsoft.com/office/drawing/2014/main" id="{D8AA9238-7A08-4711-8901-D136A6BC72ED}"/>
                </a:ext>
              </a:extLst>
            </p:cNvPr>
            <p:cNvGrpSpPr/>
            <p:nvPr/>
          </p:nvGrpSpPr>
          <p:grpSpPr>
            <a:xfrm>
              <a:off x="12998770" y="2161373"/>
              <a:ext cx="50518" cy="48461"/>
              <a:chOff x="1373392" y="2391862"/>
              <a:chExt cx="479433" cy="476535"/>
            </a:xfrm>
          </p:grpSpPr>
          <p:sp>
            <p:nvSpPr>
              <p:cNvPr id="1338" name="箭號: 向右 1337">
                <a:extLst>
                  <a:ext uri="{FF2B5EF4-FFF2-40B4-BE49-F238E27FC236}">
                    <a16:creationId xmlns:a16="http://schemas.microsoft.com/office/drawing/2014/main" id="{49DF0131-390F-453C-B72C-0C1FE1D05FE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>
                  <a:solidFill>
                    <a:schemeClr val="bg1"/>
                  </a:solidFill>
                </a:endParaRPr>
              </a:p>
            </p:txBody>
          </p:sp>
          <p:sp>
            <p:nvSpPr>
              <p:cNvPr id="1339" name="箭號: 向右 1338">
                <a:extLst>
                  <a:ext uri="{FF2B5EF4-FFF2-40B4-BE49-F238E27FC236}">
                    <a16:creationId xmlns:a16="http://schemas.microsoft.com/office/drawing/2014/main" id="{150B8E6D-0C48-4A25-8C21-D2E423CF451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40" name="文字方塊 1339">
                  <a:extLst>
                    <a:ext uri="{FF2B5EF4-FFF2-40B4-BE49-F238E27FC236}">
                      <a16:creationId xmlns:a16="http://schemas.microsoft.com/office/drawing/2014/main" id="{A8EFCF26-4A95-4433-9B77-35155C695D68}"/>
                    </a:ext>
                  </a:extLst>
                </p:cNvPr>
                <p:cNvSpPr txBox="1"/>
                <p:nvPr/>
              </p:nvSpPr>
              <p:spPr>
                <a:xfrm>
                  <a:off x="12874540" y="1917858"/>
                  <a:ext cx="182571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340" name="文字方塊 1339">
                  <a:extLst>
                    <a:ext uri="{FF2B5EF4-FFF2-40B4-BE49-F238E27FC236}">
                      <a16:creationId xmlns:a16="http://schemas.microsoft.com/office/drawing/2014/main" id="{A8EFCF26-4A95-4433-9B77-35155C695D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74540" y="1917858"/>
                  <a:ext cx="182571" cy="276614"/>
                </a:xfrm>
                <a:prstGeom prst="rect">
                  <a:avLst/>
                </a:prstGeom>
                <a:blipFill>
                  <a:blip r:embed="rId8"/>
                  <a:stretch>
                    <a:fillRect r="-5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41" name="文字方塊 1340">
                  <a:extLst>
                    <a:ext uri="{FF2B5EF4-FFF2-40B4-BE49-F238E27FC236}">
                      <a16:creationId xmlns:a16="http://schemas.microsoft.com/office/drawing/2014/main" id="{9A96613F-D944-4E0C-B0FC-EF17B8372333}"/>
                    </a:ext>
                  </a:extLst>
                </p:cNvPr>
                <p:cNvSpPr txBox="1"/>
                <p:nvPr/>
              </p:nvSpPr>
              <p:spPr>
                <a:xfrm>
                  <a:off x="13005368" y="2075591"/>
                  <a:ext cx="14927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341" name="文字方塊 1340">
                  <a:extLst>
                    <a:ext uri="{FF2B5EF4-FFF2-40B4-BE49-F238E27FC236}">
                      <a16:creationId xmlns:a16="http://schemas.microsoft.com/office/drawing/2014/main" id="{9A96613F-D944-4E0C-B0FC-EF17B83723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05368" y="2075591"/>
                  <a:ext cx="149279" cy="262829"/>
                </a:xfrm>
                <a:prstGeom prst="rect">
                  <a:avLst/>
                </a:prstGeom>
                <a:blipFill>
                  <a:blip r:embed="rId29"/>
                  <a:stretch>
                    <a:fillRect r="-68000"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342" name="圖片 1341">
              <a:extLst>
                <a:ext uri="{FF2B5EF4-FFF2-40B4-BE49-F238E27FC236}">
                  <a16:creationId xmlns:a16="http://schemas.microsoft.com/office/drawing/2014/main" id="{E37D72D4-AC12-4E5B-85A6-466BC6CD5B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49833"/>
            <a:stretch/>
          </p:blipFill>
          <p:spPr>
            <a:xfrm>
              <a:off x="13448098" y="1767546"/>
              <a:ext cx="260536" cy="871126"/>
            </a:xfrm>
            <a:prstGeom prst="rect">
              <a:avLst/>
            </a:prstGeom>
          </p:spPr>
        </p:pic>
        <p:pic>
          <p:nvPicPr>
            <p:cNvPr id="1343" name="圖片 1342">
              <a:extLst>
                <a:ext uri="{FF2B5EF4-FFF2-40B4-BE49-F238E27FC236}">
                  <a16:creationId xmlns:a16="http://schemas.microsoft.com/office/drawing/2014/main" id="{3BC12AE4-C83C-4456-985B-D2302B5D0D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" b="50242"/>
            <a:stretch/>
          </p:blipFill>
          <p:spPr>
            <a:xfrm>
              <a:off x="13446746" y="888993"/>
              <a:ext cx="260536" cy="86401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44" name="文字方塊 1343">
                  <a:extLst>
                    <a:ext uri="{FF2B5EF4-FFF2-40B4-BE49-F238E27FC236}">
                      <a16:creationId xmlns:a16="http://schemas.microsoft.com/office/drawing/2014/main" id="{6DAC5B71-4C3E-42CF-80E3-53D64FB6D453}"/>
                    </a:ext>
                  </a:extLst>
                </p:cNvPr>
                <p:cNvSpPr txBox="1"/>
                <p:nvPr/>
              </p:nvSpPr>
              <p:spPr>
                <a:xfrm>
                  <a:off x="13392643" y="1556852"/>
                  <a:ext cx="204146" cy="245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994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344" name="文字方塊 1343">
                  <a:extLst>
                    <a:ext uri="{FF2B5EF4-FFF2-40B4-BE49-F238E27FC236}">
                      <a16:creationId xmlns:a16="http://schemas.microsoft.com/office/drawing/2014/main" id="{6DAC5B71-4C3E-42CF-80E3-53D64FB6D4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92643" y="1556852"/>
                  <a:ext cx="204146" cy="245324"/>
                </a:xfrm>
                <a:prstGeom prst="rect">
                  <a:avLst/>
                </a:prstGeom>
                <a:blipFill>
                  <a:blip r:embed="rId61"/>
                  <a:stretch>
                    <a:fillRect r="-515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45" name="文字方塊 1344">
                  <a:extLst>
                    <a:ext uri="{FF2B5EF4-FFF2-40B4-BE49-F238E27FC236}">
                      <a16:creationId xmlns:a16="http://schemas.microsoft.com/office/drawing/2014/main" id="{7DF6DDA2-98C5-42FB-9B77-0106F8453987}"/>
                    </a:ext>
                  </a:extLst>
                </p:cNvPr>
                <p:cNvSpPr txBox="1"/>
                <p:nvPr/>
              </p:nvSpPr>
              <p:spPr>
                <a:xfrm>
                  <a:off x="13400396" y="2442530"/>
                  <a:ext cx="204146" cy="245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994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345" name="文字方塊 1344">
                  <a:extLst>
                    <a:ext uri="{FF2B5EF4-FFF2-40B4-BE49-F238E27FC236}">
                      <a16:creationId xmlns:a16="http://schemas.microsoft.com/office/drawing/2014/main" id="{7DF6DDA2-98C5-42FB-9B77-0106F84539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00396" y="2442530"/>
                  <a:ext cx="204146" cy="245324"/>
                </a:xfrm>
                <a:prstGeom prst="rect">
                  <a:avLst/>
                </a:prstGeom>
                <a:blipFill>
                  <a:blip r:embed="rId48"/>
                  <a:stretch>
                    <a:fillRect r="-5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46" name="文字方塊 1345">
                  <a:extLst>
                    <a:ext uri="{FF2B5EF4-FFF2-40B4-BE49-F238E27FC236}">
                      <a16:creationId xmlns:a16="http://schemas.microsoft.com/office/drawing/2014/main" id="{D9B27BB9-2D5C-4724-B67F-96FD30E3AA28}"/>
                    </a:ext>
                  </a:extLst>
                </p:cNvPr>
                <p:cNvSpPr txBox="1"/>
                <p:nvPr/>
              </p:nvSpPr>
              <p:spPr>
                <a:xfrm>
                  <a:off x="12521576" y="2599539"/>
                  <a:ext cx="1082966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108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346" name="文字方塊 1345">
                  <a:extLst>
                    <a:ext uri="{FF2B5EF4-FFF2-40B4-BE49-F238E27FC236}">
                      <a16:creationId xmlns:a16="http://schemas.microsoft.com/office/drawing/2014/main" id="{D9B27BB9-2D5C-4724-B67F-96FD30E3AA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21576" y="2599539"/>
                  <a:ext cx="1082966" cy="262829"/>
                </a:xfrm>
                <a:prstGeom prst="rect">
                  <a:avLst/>
                </a:prstGeom>
                <a:blipFill>
                  <a:blip r:embed="rId62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47" name="文字方塊 1346">
                  <a:extLst>
                    <a:ext uri="{FF2B5EF4-FFF2-40B4-BE49-F238E27FC236}">
                      <a16:creationId xmlns:a16="http://schemas.microsoft.com/office/drawing/2014/main" id="{23EE86B5-51AA-4C6D-A25E-85D84C1A7E48}"/>
                    </a:ext>
                  </a:extLst>
                </p:cNvPr>
                <p:cNvSpPr txBox="1"/>
                <p:nvPr/>
              </p:nvSpPr>
              <p:spPr>
                <a:xfrm>
                  <a:off x="11503762" y="5802242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347" name="文字方塊 1346">
                  <a:extLst>
                    <a:ext uri="{FF2B5EF4-FFF2-40B4-BE49-F238E27FC236}">
                      <a16:creationId xmlns:a16="http://schemas.microsoft.com/office/drawing/2014/main" id="{23EE86B5-51AA-4C6D-A25E-85D84C1A7E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03762" y="5802242"/>
                  <a:ext cx="1100937" cy="262829"/>
                </a:xfrm>
                <a:prstGeom prst="rect">
                  <a:avLst/>
                </a:prstGeom>
                <a:blipFill>
                  <a:blip r:embed="rId63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48" name="文字方塊 1347">
                  <a:extLst>
                    <a:ext uri="{FF2B5EF4-FFF2-40B4-BE49-F238E27FC236}">
                      <a16:creationId xmlns:a16="http://schemas.microsoft.com/office/drawing/2014/main" id="{C43DB329-D4BB-4012-8F0B-E7C6062D97F8}"/>
                    </a:ext>
                  </a:extLst>
                </p:cNvPr>
                <p:cNvSpPr txBox="1"/>
                <p:nvPr/>
              </p:nvSpPr>
              <p:spPr>
                <a:xfrm>
                  <a:off x="12637791" y="6463950"/>
                  <a:ext cx="102198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348" name="文字方塊 1347">
                  <a:extLst>
                    <a:ext uri="{FF2B5EF4-FFF2-40B4-BE49-F238E27FC236}">
                      <a16:creationId xmlns:a16="http://schemas.microsoft.com/office/drawing/2014/main" id="{C43DB329-D4BB-4012-8F0B-E7C6062D97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37791" y="6463950"/>
                  <a:ext cx="1021987" cy="262829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49" name="文字方塊 1348">
                  <a:extLst>
                    <a:ext uri="{FF2B5EF4-FFF2-40B4-BE49-F238E27FC236}">
                      <a16:creationId xmlns:a16="http://schemas.microsoft.com/office/drawing/2014/main" id="{2A241696-77CB-448A-9851-2F6D5FE29661}"/>
                    </a:ext>
                  </a:extLst>
                </p:cNvPr>
                <p:cNvSpPr txBox="1"/>
                <p:nvPr/>
              </p:nvSpPr>
              <p:spPr>
                <a:xfrm>
                  <a:off x="12851296" y="4307558"/>
                  <a:ext cx="562814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−1, 2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349" name="文字方塊 1348">
                  <a:extLst>
                    <a:ext uri="{FF2B5EF4-FFF2-40B4-BE49-F238E27FC236}">
                      <a16:creationId xmlns:a16="http://schemas.microsoft.com/office/drawing/2014/main" id="{2A241696-77CB-448A-9851-2F6D5FE296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51296" y="4307558"/>
                  <a:ext cx="562814" cy="262829"/>
                </a:xfrm>
                <a:prstGeom prst="rect">
                  <a:avLst/>
                </a:prstGeom>
                <a:blipFill>
                  <a:blip r:embed="rId65"/>
                  <a:stretch>
                    <a:fillRect t="-93023" r="-52174" b="-15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50" name="文字方塊 1349">
                  <a:extLst>
                    <a:ext uri="{FF2B5EF4-FFF2-40B4-BE49-F238E27FC236}">
                      <a16:creationId xmlns:a16="http://schemas.microsoft.com/office/drawing/2014/main" id="{A5E8FEF7-F2B1-40E7-B8F5-C3BCE8888D23}"/>
                    </a:ext>
                  </a:extLst>
                </p:cNvPr>
                <p:cNvSpPr txBox="1"/>
                <p:nvPr/>
              </p:nvSpPr>
              <p:spPr>
                <a:xfrm>
                  <a:off x="12862924" y="2927086"/>
                  <a:ext cx="562814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350" name="文字方塊 1349">
                  <a:extLst>
                    <a:ext uri="{FF2B5EF4-FFF2-40B4-BE49-F238E27FC236}">
                      <a16:creationId xmlns:a16="http://schemas.microsoft.com/office/drawing/2014/main" id="{A5E8FEF7-F2B1-40E7-B8F5-C3BCE8888D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62924" y="2927086"/>
                  <a:ext cx="562814" cy="262829"/>
                </a:xfrm>
                <a:prstGeom prst="rect">
                  <a:avLst/>
                </a:prstGeom>
                <a:blipFill>
                  <a:blip r:embed="rId17"/>
                  <a:stretch>
                    <a:fillRect t="-93023" r="-52174" b="-15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51" name="Oval 14">
              <a:extLst>
                <a:ext uri="{FF2B5EF4-FFF2-40B4-BE49-F238E27FC236}">
                  <a16:creationId xmlns:a16="http://schemas.microsoft.com/office/drawing/2014/main" id="{5BC60185-BEAE-4FA9-80DD-F76AB3298CFE}"/>
                </a:ext>
              </a:extLst>
            </p:cNvPr>
            <p:cNvSpPr/>
            <p:nvPr/>
          </p:nvSpPr>
          <p:spPr>
            <a:xfrm>
              <a:off x="13091362" y="3165726"/>
              <a:ext cx="112465" cy="116499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5" dirty="0"/>
            </a:p>
          </p:txBody>
        </p:sp>
        <p:sp>
          <p:nvSpPr>
            <p:cNvPr id="1352" name="Oval 4">
              <a:extLst>
                <a:ext uri="{FF2B5EF4-FFF2-40B4-BE49-F238E27FC236}">
                  <a16:creationId xmlns:a16="http://schemas.microsoft.com/office/drawing/2014/main" id="{BAF00DB0-5D66-4D4B-99F3-E2DB347B76EA}"/>
                </a:ext>
              </a:extLst>
            </p:cNvPr>
            <p:cNvSpPr/>
            <p:nvPr/>
          </p:nvSpPr>
          <p:spPr>
            <a:xfrm>
              <a:off x="12649267" y="3223975"/>
              <a:ext cx="999692" cy="1035552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353" name="Oval 15">
              <a:extLst>
                <a:ext uri="{FF2B5EF4-FFF2-40B4-BE49-F238E27FC236}">
                  <a16:creationId xmlns:a16="http://schemas.microsoft.com/office/drawing/2014/main" id="{B477F839-4355-46D9-9545-A97012977960}"/>
                </a:ext>
              </a:extLst>
            </p:cNvPr>
            <p:cNvSpPr/>
            <p:nvPr/>
          </p:nvSpPr>
          <p:spPr>
            <a:xfrm>
              <a:off x="13091362" y="4200697"/>
              <a:ext cx="112465" cy="116499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354" name="SHO">
              <a:extLst>
                <a:ext uri="{FF2B5EF4-FFF2-40B4-BE49-F238E27FC236}">
                  <a16:creationId xmlns:a16="http://schemas.microsoft.com/office/drawing/2014/main" id="{C5E1CF03-2F20-4F79-8B69-F1D91D3ECAC7}"/>
                </a:ext>
              </a:extLst>
            </p:cNvPr>
            <p:cNvSpPr/>
            <p:nvPr/>
          </p:nvSpPr>
          <p:spPr>
            <a:xfrm rot="16200000">
              <a:off x="12932048" y="3242252"/>
              <a:ext cx="431095" cy="999692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355" name="SVO">
              <a:extLst>
                <a:ext uri="{FF2B5EF4-FFF2-40B4-BE49-F238E27FC236}">
                  <a16:creationId xmlns:a16="http://schemas.microsoft.com/office/drawing/2014/main" id="{CD50E500-63B4-4FC6-BE7B-68CF7B511425}"/>
                </a:ext>
              </a:extLst>
            </p:cNvPr>
            <p:cNvSpPr/>
            <p:nvPr/>
          </p:nvSpPr>
          <p:spPr>
            <a:xfrm>
              <a:off x="12897050" y="3224322"/>
              <a:ext cx="499846" cy="1035552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/>
            </a:p>
          </p:txBody>
        </p:sp>
        <p:sp>
          <p:nvSpPr>
            <p:cNvPr id="1356" name="Oval 6">
              <a:extLst>
                <a:ext uri="{FF2B5EF4-FFF2-40B4-BE49-F238E27FC236}">
                  <a16:creationId xmlns:a16="http://schemas.microsoft.com/office/drawing/2014/main" id="{C5B3D3CD-1972-47EF-99A6-69C5E037F9EF}"/>
                </a:ext>
              </a:extLst>
            </p:cNvPr>
            <p:cNvSpPr/>
            <p:nvPr/>
          </p:nvSpPr>
          <p:spPr>
            <a:xfrm rot="16200000">
              <a:off x="12932048" y="3242252"/>
              <a:ext cx="431095" cy="999692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57" name="TextBox 11">
                  <a:extLst>
                    <a:ext uri="{FF2B5EF4-FFF2-40B4-BE49-F238E27FC236}">
                      <a16:creationId xmlns:a16="http://schemas.microsoft.com/office/drawing/2014/main" id="{9301BB35-B57F-4882-B3FD-6E666EC8D8D2}"/>
                    </a:ext>
                  </a:extLst>
                </p:cNvPr>
                <p:cNvSpPr txBox="1"/>
                <p:nvPr/>
              </p:nvSpPr>
              <p:spPr>
                <a:xfrm>
                  <a:off x="12767035" y="3618624"/>
                  <a:ext cx="12248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357" name="TextBox 11">
                  <a:extLst>
                    <a:ext uri="{FF2B5EF4-FFF2-40B4-BE49-F238E27FC236}">
                      <a16:creationId xmlns:a16="http://schemas.microsoft.com/office/drawing/2014/main" id="{9301BB35-B57F-4882-B3FD-6E666EC8D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67035" y="3618624"/>
                  <a:ext cx="122489" cy="262829"/>
                </a:xfrm>
                <a:prstGeom prst="rect">
                  <a:avLst/>
                </a:prstGeom>
                <a:blipFill>
                  <a:blip r:embed="rId66"/>
                  <a:stretch>
                    <a:fillRect r="-4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58" name="Oval 22">
              <a:extLst>
                <a:ext uri="{FF2B5EF4-FFF2-40B4-BE49-F238E27FC236}">
                  <a16:creationId xmlns:a16="http://schemas.microsoft.com/office/drawing/2014/main" id="{58F6BBA3-DB07-492E-94B3-BD0FFCB52F81}"/>
                </a:ext>
              </a:extLst>
            </p:cNvPr>
            <p:cNvSpPr/>
            <p:nvPr/>
          </p:nvSpPr>
          <p:spPr>
            <a:xfrm>
              <a:off x="13090708" y="4200697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59" name="TextBox 12">
                  <a:extLst>
                    <a:ext uri="{FF2B5EF4-FFF2-40B4-BE49-F238E27FC236}">
                      <a16:creationId xmlns:a16="http://schemas.microsoft.com/office/drawing/2014/main" id="{B444DC3F-ACF9-4F20-A39D-F7FB86792057}"/>
                    </a:ext>
                  </a:extLst>
                </p:cNvPr>
                <p:cNvSpPr txBox="1"/>
                <p:nvPr/>
              </p:nvSpPr>
              <p:spPr>
                <a:xfrm>
                  <a:off x="13220444" y="3684668"/>
                  <a:ext cx="12248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359" name="TextBox 12">
                  <a:extLst>
                    <a:ext uri="{FF2B5EF4-FFF2-40B4-BE49-F238E27FC236}">
                      <a16:creationId xmlns:a16="http://schemas.microsoft.com/office/drawing/2014/main" id="{B444DC3F-ACF9-4F20-A39D-F7FB867920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20444" y="3684668"/>
                  <a:ext cx="122489" cy="262829"/>
                </a:xfrm>
                <a:prstGeom prst="rect">
                  <a:avLst/>
                </a:prstGeom>
                <a:blipFill>
                  <a:blip r:embed="rId67"/>
                  <a:stretch>
                    <a:fillRect r="-523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60" name="TextBox 13">
                  <a:extLst>
                    <a:ext uri="{FF2B5EF4-FFF2-40B4-BE49-F238E27FC236}">
                      <a16:creationId xmlns:a16="http://schemas.microsoft.com/office/drawing/2014/main" id="{1AE80AB8-E9B1-435A-8AF5-4ADAC6AF7EAF}"/>
                    </a:ext>
                  </a:extLst>
                </p:cNvPr>
                <p:cNvSpPr txBox="1"/>
                <p:nvPr/>
              </p:nvSpPr>
              <p:spPr>
                <a:xfrm>
                  <a:off x="13051435" y="3248693"/>
                  <a:ext cx="177900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360" name="TextBox 13">
                  <a:extLst>
                    <a:ext uri="{FF2B5EF4-FFF2-40B4-BE49-F238E27FC236}">
                      <a16:creationId xmlns:a16="http://schemas.microsoft.com/office/drawing/2014/main" id="{1AE80AB8-E9B1-435A-8AF5-4ADAC6AF7E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51435" y="3248693"/>
                  <a:ext cx="177900" cy="262829"/>
                </a:xfrm>
                <a:prstGeom prst="rect">
                  <a:avLst/>
                </a:prstGeom>
                <a:blipFill>
                  <a:blip r:embed="rId68"/>
                  <a:stretch>
                    <a:fillRect r="-68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61" name="DVO">
              <a:extLst>
                <a:ext uri="{FF2B5EF4-FFF2-40B4-BE49-F238E27FC236}">
                  <a16:creationId xmlns:a16="http://schemas.microsoft.com/office/drawing/2014/main" id="{42FD4FAB-305B-4E20-9E3A-DC73C6526C86}"/>
                </a:ext>
              </a:extLst>
            </p:cNvPr>
            <p:cNvSpPr/>
            <p:nvPr/>
          </p:nvSpPr>
          <p:spPr>
            <a:xfrm flipH="1">
              <a:off x="12897050" y="3224322"/>
              <a:ext cx="499846" cy="1035552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362" name="Oval 23">
              <a:extLst>
                <a:ext uri="{FF2B5EF4-FFF2-40B4-BE49-F238E27FC236}">
                  <a16:creationId xmlns:a16="http://schemas.microsoft.com/office/drawing/2014/main" id="{A03FA640-EC08-4F82-BCCA-C34DA85811F6}"/>
                </a:ext>
              </a:extLst>
            </p:cNvPr>
            <p:cNvSpPr/>
            <p:nvPr/>
          </p:nvSpPr>
          <p:spPr>
            <a:xfrm>
              <a:off x="13591146" y="3683849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cxnSp>
          <p:nvCxnSpPr>
            <p:cNvPr id="1363" name="Straight Arrow Connector 7">
              <a:extLst>
                <a:ext uri="{FF2B5EF4-FFF2-40B4-BE49-F238E27FC236}">
                  <a16:creationId xmlns:a16="http://schemas.microsoft.com/office/drawing/2014/main" id="{DD5389DE-BAFB-4C17-A000-4BA78932F5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44874" y="3431888"/>
              <a:ext cx="1175" cy="30869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4" name="Straight Arrow Connector 19">
              <a:extLst>
                <a:ext uri="{FF2B5EF4-FFF2-40B4-BE49-F238E27FC236}">
                  <a16:creationId xmlns:a16="http://schemas.microsoft.com/office/drawing/2014/main" id="{033B3428-2AC1-4CF9-99C1-3273CC60E684}"/>
                </a:ext>
              </a:extLst>
            </p:cNvPr>
            <p:cNvCxnSpPr>
              <a:cxnSpLocks/>
            </p:cNvCxnSpPr>
            <p:nvPr/>
          </p:nvCxnSpPr>
          <p:spPr>
            <a:xfrm>
              <a:off x="13146940" y="3739069"/>
              <a:ext cx="135555" cy="1085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5" name="Straight Arrow Connector 18">
              <a:extLst>
                <a:ext uri="{FF2B5EF4-FFF2-40B4-BE49-F238E27FC236}">
                  <a16:creationId xmlns:a16="http://schemas.microsoft.com/office/drawing/2014/main" id="{07294AC1-8700-4D89-82B3-FEEAE60EAB23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3028332" y="3620355"/>
              <a:ext cx="0" cy="23742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6" name="Oval 20">
              <a:extLst>
                <a:ext uri="{FF2B5EF4-FFF2-40B4-BE49-F238E27FC236}">
                  <a16:creationId xmlns:a16="http://schemas.microsoft.com/office/drawing/2014/main" id="{DC5A5D1B-1BA3-4108-B260-22F28CFDE903}"/>
                </a:ext>
              </a:extLst>
            </p:cNvPr>
            <p:cNvSpPr/>
            <p:nvPr/>
          </p:nvSpPr>
          <p:spPr>
            <a:xfrm>
              <a:off x="12591340" y="3683849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/>
            </a:p>
          </p:txBody>
        </p:sp>
        <p:sp>
          <p:nvSpPr>
            <p:cNvPr id="1367" name="Oval 22">
              <a:extLst>
                <a:ext uri="{FF2B5EF4-FFF2-40B4-BE49-F238E27FC236}">
                  <a16:creationId xmlns:a16="http://schemas.microsoft.com/office/drawing/2014/main" id="{1D045CD0-28A4-4991-A538-C326B4D40DB1}"/>
                </a:ext>
              </a:extLst>
            </p:cNvPr>
            <p:cNvSpPr/>
            <p:nvPr/>
          </p:nvSpPr>
          <p:spPr>
            <a:xfrm>
              <a:off x="13091526" y="3160275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5" dirty="0"/>
            </a:p>
          </p:txBody>
        </p:sp>
        <p:sp>
          <p:nvSpPr>
            <p:cNvPr id="1368" name="Partial Circle 9">
              <a:extLst>
                <a:ext uri="{FF2B5EF4-FFF2-40B4-BE49-F238E27FC236}">
                  <a16:creationId xmlns:a16="http://schemas.microsoft.com/office/drawing/2014/main" id="{1EDA075F-217A-46A6-94BD-F87B4C83C2A9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3101673" y="3673886"/>
              <a:ext cx="70898" cy="13688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69" name="TextBox 10">
                  <a:extLst>
                    <a:ext uri="{FF2B5EF4-FFF2-40B4-BE49-F238E27FC236}">
                      <a16:creationId xmlns:a16="http://schemas.microsoft.com/office/drawing/2014/main" id="{170DFC1E-A5EC-4196-916B-BC1291272FF3}"/>
                    </a:ext>
                  </a:extLst>
                </p:cNvPr>
                <p:cNvSpPr txBox="1"/>
                <p:nvPr/>
              </p:nvSpPr>
              <p:spPr>
                <a:xfrm>
                  <a:off x="12849662" y="3698151"/>
                  <a:ext cx="21823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369" name="TextBox 10">
                  <a:extLst>
                    <a:ext uri="{FF2B5EF4-FFF2-40B4-BE49-F238E27FC236}">
                      <a16:creationId xmlns:a16="http://schemas.microsoft.com/office/drawing/2014/main" id="{170DFC1E-A5EC-4196-916B-BC1291272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9662" y="3698151"/>
                  <a:ext cx="218239" cy="262829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70" name="Straight Arrow Connector 17">
              <a:extLst>
                <a:ext uri="{FF2B5EF4-FFF2-40B4-BE49-F238E27FC236}">
                  <a16:creationId xmlns:a16="http://schemas.microsoft.com/office/drawing/2014/main" id="{0ABC8776-2B91-479A-AA6F-EC2046B0D4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93155" y="3743166"/>
              <a:ext cx="153405" cy="19837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71" name="Partial Circle 9">
              <a:extLst>
                <a:ext uri="{FF2B5EF4-FFF2-40B4-BE49-F238E27FC236}">
                  <a16:creationId xmlns:a16="http://schemas.microsoft.com/office/drawing/2014/main" id="{D8B2B7A7-D8DA-4E0D-B46F-7DA26A6303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92865" y="3648118"/>
              <a:ext cx="103302" cy="208638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2" name="TextBox 10">
                  <a:extLst>
                    <a:ext uri="{FF2B5EF4-FFF2-40B4-BE49-F238E27FC236}">
                      <a16:creationId xmlns:a16="http://schemas.microsoft.com/office/drawing/2014/main" id="{49B9A82A-0A88-4EDB-96C5-B15382E40E42}"/>
                    </a:ext>
                  </a:extLst>
                </p:cNvPr>
                <p:cNvSpPr txBox="1"/>
                <p:nvPr/>
              </p:nvSpPr>
              <p:spPr>
                <a:xfrm>
                  <a:off x="13120403" y="3476324"/>
                  <a:ext cx="20564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1372" name="TextBox 10">
                  <a:extLst>
                    <a:ext uri="{FF2B5EF4-FFF2-40B4-BE49-F238E27FC236}">
                      <a16:creationId xmlns:a16="http://schemas.microsoft.com/office/drawing/2014/main" id="{49B9A82A-0A88-4EDB-96C5-B15382E40E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20403" y="3476324"/>
                  <a:ext cx="205647" cy="262829"/>
                </a:xfrm>
                <a:prstGeom prst="rect">
                  <a:avLst/>
                </a:prstGeom>
                <a:blipFill>
                  <a:blip r:embed="rId70"/>
                  <a:stretch>
                    <a:fillRect r="-17647"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73" name="Straight Arrow Connector 17">
              <a:extLst>
                <a:ext uri="{FF2B5EF4-FFF2-40B4-BE49-F238E27FC236}">
                  <a16:creationId xmlns:a16="http://schemas.microsoft.com/office/drawing/2014/main" id="{41F8EC45-75DF-46B1-89B9-6254E81AF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40961" y="3434587"/>
              <a:ext cx="395947" cy="3112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74" name="Oval 22">
              <a:extLst>
                <a:ext uri="{FF2B5EF4-FFF2-40B4-BE49-F238E27FC236}">
                  <a16:creationId xmlns:a16="http://schemas.microsoft.com/office/drawing/2014/main" id="{0FEE4E25-E489-4AB9-A412-864D70171FF1}"/>
                </a:ext>
              </a:extLst>
            </p:cNvPr>
            <p:cNvSpPr/>
            <p:nvPr/>
          </p:nvSpPr>
          <p:spPr>
            <a:xfrm>
              <a:off x="13328100" y="3878898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1375" name="Oval 22">
              <a:extLst>
                <a:ext uri="{FF2B5EF4-FFF2-40B4-BE49-F238E27FC236}">
                  <a16:creationId xmlns:a16="http://schemas.microsoft.com/office/drawing/2014/main" id="{DD8AD07A-100E-4167-97BA-59167025A6AA}"/>
                </a:ext>
              </a:extLst>
            </p:cNvPr>
            <p:cNvSpPr/>
            <p:nvPr/>
          </p:nvSpPr>
          <p:spPr>
            <a:xfrm>
              <a:off x="12853315" y="3504346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6" name="文字方塊 1375">
                  <a:extLst>
                    <a:ext uri="{FF2B5EF4-FFF2-40B4-BE49-F238E27FC236}">
                      <a16:creationId xmlns:a16="http://schemas.microsoft.com/office/drawing/2014/main" id="{F8D6F4A0-02D8-4446-BB83-BBCF9F41FC66}"/>
                    </a:ext>
                  </a:extLst>
                </p:cNvPr>
                <p:cNvSpPr txBox="1"/>
                <p:nvPr/>
              </p:nvSpPr>
              <p:spPr>
                <a:xfrm>
                  <a:off x="11567152" y="3798182"/>
                  <a:ext cx="974158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376" name="文字方塊 1375">
                  <a:extLst>
                    <a:ext uri="{FF2B5EF4-FFF2-40B4-BE49-F238E27FC236}">
                      <a16:creationId xmlns:a16="http://schemas.microsoft.com/office/drawing/2014/main" id="{F8D6F4A0-02D8-4446-BB83-BBCF9F41FC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67152" y="3798182"/>
                  <a:ext cx="974158" cy="262829"/>
                </a:xfrm>
                <a:prstGeom prst="rect">
                  <a:avLst/>
                </a:prstGeom>
                <a:blipFill>
                  <a:blip r:embed="rId71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77" name="直線接點 1376">
              <a:extLst>
                <a:ext uri="{FF2B5EF4-FFF2-40B4-BE49-F238E27FC236}">
                  <a16:creationId xmlns:a16="http://schemas.microsoft.com/office/drawing/2014/main" id="{8181E59C-0D82-4B71-8EE2-5199478CA036}"/>
                </a:ext>
              </a:extLst>
            </p:cNvPr>
            <p:cNvCxnSpPr>
              <a:cxnSpLocks/>
            </p:cNvCxnSpPr>
            <p:nvPr/>
          </p:nvCxnSpPr>
          <p:spPr>
            <a:xfrm>
              <a:off x="13440155" y="4011815"/>
              <a:ext cx="406400" cy="568325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8" name="文字方塊 1377">
                  <a:extLst>
                    <a:ext uri="{FF2B5EF4-FFF2-40B4-BE49-F238E27FC236}">
                      <a16:creationId xmlns:a16="http://schemas.microsoft.com/office/drawing/2014/main" id="{094F22F3-9444-4358-88D1-11D01AE0F1BC}"/>
                    </a:ext>
                  </a:extLst>
                </p:cNvPr>
                <p:cNvSpPr txBox="1"/>
                <p:nvPr/>
              </p:nvSpPr>
              <p:spPr>
                <a:xfrm>
                  <a:off x="13679837" y="3807072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378" name="文字方塊 1377">
                  <a:extLst>
                    <a:ext uri="{FF2B5EF4-FFF2-40B4-BE49-F238E27FC236}">
                      <a16:creationId xmlns:a16="http://schemas.microsoft.com/office/drawing/2014/main" id="{094F22F3-9444-4358-88D1-11D01AE0F1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79837" y="3807072"/>
                  <a:ext cx="1100937" cy="262829"/>
                </a:xfrm>
                <a:prstGeom prst="rect">
                  <a:avLst/>
                </a:prstGeom>
                <a:blipFill>
                  <a:blip r:embed="rId72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9" name="文字方塊 1378">
                  <a:extLst>
                    <a:ext uri="{FF2B5EF4-FFF2-40B4-BE49-F238E27FC236}">
                      <a16:creationId xmlns:a16="http://schemas.microsoft.com/office/drawing/2014/main" id="{E432334B-48B2-40D1-A84C-BC3556D5FD6C}"/>
                    </a:ext>
                  </a:extLst>
                </p:cNvPr>
                <p:cNvSpPr txBox="1"/>
                <p:nvPr/>
              </p:nvSpPr>
              <p:spPr>
                <a:xfrm>
                  <a:off x="13679837" y="5724175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1379" name="文字方塊 1378">
                  <a:extLst>
                    <a:ext uri="{FF2B5EF4-FFF2-40B4-BE49-F238E27FC236}">
                      <a16:creationId xmlns:a16="http://schemas.microsoft.com/office/drawing/2014/main" id="{E432334B-48B2-40D1-A84C-BC3556D5FD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79837" y="5724175"/>
                  <a:ext cx="1100937" cy="262829"/>
                </a:xfrm>
                <a:prstGeom prst="rect">
                  <a:avLst/>
                </a:prstGeom>
                <a:blipFill>
                  <a:blip r:embed="rId73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80" name="直線接點 1379">
              <a:extLst>
                <a:ext uri="{FF2B5EF4-FFF2-40B4-BE49-F238E27FC236}">
                  <a16:creationId xmlns:a16="http://schemas.microsoft.com/office/drawing/2014/main" id="{B820BCE2-C69F-424C-9431-36F7350C9E13}"/>
                </a:ext>
              </a:extLst>
            </p:cNvPr>
            <p:cNvCxnSpPr>
              <a:cxnSpLocks/>
            </p:cNvCxnSpPr>
            <p:nvPr/>
          </p:nvCxnSpPr>
          <p:spPr>
            <a:xfrm>
              <a:off x="12278540" y="2670290"/>
              <a:ext cx="607387" cy="867825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381" name="圖片 1380">
              <a:extLst>
                <a:ext uri="{FF2B5EF4-FFF2-40B4-BE49-F238E27FC236}">
                  <a16:creationId xmlns:a16="http://schemas.microsoft.com/office/drawing/2014/main" id="{0F1C914E-48DD-4847-A7E2-90F2D5D319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13695049" y="940166"/>
              <a:ext cx="1234633" cy="240163"/>
            </a:xfrm>
            <a:prstGeom prst="rect">
              <a:avLst/>
            </a:prstGeom>
          </p:spPr>
        </p:pic>
        <p:pic>
          <p:nvPicPr>
            <p:cNvPr id="1382" name="圖片 1381">
              <a:extLst>
                <a:ext uri="{FF2B5EF4-FFF2-40B4-BE49-F238E27FC236}">
                  <a16:creationId xmlns:a16="http://schemas.microsoft.com/office/drawing/2014/main" id="{FC62C5B7-E859-4EAB-9CF1-5D02CB6D9E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13695049" y="1774662"/>
              <a:ext cx="1234633" cy="297228"/>
            </a:xfrm>
            <a:prstGeom prst="rect">
              <a:avLst/>
            </a:prstGeom>
          </p:spPr>
        </p:pic>
        <p:pic>
          <p:nvPicPr>
            <p:cNvPr id="1383" name="圖片 1382">
              <a:extLst>
                <a:ext uri="{FF2B5EF4-FFF2-40B4-BE49-F238E27FC236}">
                  <a16:creationId xmlns:a16="http://schemas.microsoft.com/office/drawing/2014/main" id="{BB340BAD-407F-44EF-90F2-CFC9474481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4"/>
            <a:srcRect l="9650" t="22680" r="8947" b="18411"/>
            <a:stretch/>
          </p:blipFill>
          <p:spPr>
            <a:xfrm>
              <a:off x="13804145" y="1844871"/>
              <a:ext cx="504374" cy="100293"/>
            </a:xfrm>
            <a:prstGeom prst="rect">
              <a:avLst/>
            </a:prstGeom>
          </p:spPr>
        </p:pic>
        <p:pic>
          <p:nvPicPr>
            <p:cNvPr id="1384" name="圖片 1383">
              <a:extLst>
                <a:ext uri="{FF2B5EF4-FFF2-40B4-BE49-F238E27FC236}">
                  <a16:creationId xmlns:a16="http://schemas.microsoft.com/office/drawing/2014/main" id="{422BB6E5-5AB8-4543-A4A1-A948432CEB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4"/>
            <a:srcRect l="9650" t="22680" r="8947" b="18411"/>
            <a:stretch/>
          </p:blipFill>
          <p:spPr>
            <a:xfrm>
              <a:off x="13804145" y="954283"/>
              <a:ext cx="504374" cy="100293"/>
            </a:xfrm>
            <a:prstGeom prst="rect">
              <a:avLst/>
            </a:prstGeom>
          </p:spPr>
        </p:pic>
        <p:cxnSp>
          <p:nvCxnSpPr>
            <p:cNvPr id="1385" name="直線接點 1384">
              <a:extLst>
                <a:ext uri="{FF2B5EF4-FFF2-40B4-BE49-F238E27FC236}">
                  <a16:creationId xmlns:a16="http://schemas.microsoft.com/office/drawing/2014/main" id="{8AF6DD71-9324-415A-BE57-FF2150FCD2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68605" y="3782046"/>
              <a:ext cx="140200" cy="325019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86" name="直線接點 1385">
              <a:extLst>
                <a:ext uri="{FF2B5EF4-FFF2-40B4-BE49-F238E27FC236}">
                  <a16:creationId xmlns:a16="http://schemas.microsoft.com/office/drawing/2014/main" id="{1261BB49-BA4C-4827-A6EA-1F6EA7FE67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90980" y="3421266"/>
              <a:ext cx="123825" cy="263524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387" name="圖片 1386">
              <a:extLst>
                <a:ext uri="{FF2B5EF4-FFF2-40B4-BE49-F238E27FC236}">
                  <a16:creationId xmlns:a16="http://schemas.microsoft.com/office/drawing/2014/main" id="{CDB4FD7B-757D-4446-A9D2-4D891A0517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50073"/>
            <a:stretch/>
          </p:blipFill>
          <p:spPr>
            <a:xfrm>
              <a:off x="13797653" y="4023884"/>
              <a:ext cx="847794" cy="1691004"/>
            </a:xfrm>
            <a:prstGeom prst="rect">
              <a:avLst/>
            </a:prstGeom>
          </p:spPr>
        </p:pic>
        <p:pic>
          <p:nvPicPr>
            <p:cNvPr id="1388" name="圖片 1387">
              <a:extLst>
                <a:ext uri="{FF2B5EF4-FFF2-40B4-BE49-F238E27FC236}">
                  <a16:creationId xmlns:a16="http://schemas.microsoft.com/office/drawing/2014/main" id="{B8AD46BE-343F-43DE-89DA-6060E30656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9748"/>
            <a:stretch/>
          </p:blipFill>
          <p:spPr>
            <a:xfrm>
              <a:off x="11602539" y="2142224"/>
              <a:ext cx="853313" cy="16910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568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1519</TotalTime>
  <Words>268</Words>
  <Application>Microsoft Office PowerPoint</Application>
  <PresentationFormat>自訂</PresentationFormat>
  <Paragraphs>173</Paragraphs>
  <Slides>5</Slides>
  <Notes>0</Notes>
  <HiddenSlides>4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60</cp:revision>
  <dcterms:created xsi:type="dcterms:W3CDTF">2026-04-28T04:34:15Z</dcterms:created>
  <dcterms:modified xsi:type="dcterms:W3CDTF">2026-07-01T10:13:57Z</dcterms:modified>
</cp:coreProperties>
</file>