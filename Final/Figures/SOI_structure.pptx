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852" y="13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89241"/>
            <a:ext cx="9144000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891070"/>
            <a:ext cx="9144000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5009-D4C9-4BD1-8D98-F9C892462EAE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93B6-F17F-427B-ACAA-C2AFCFB454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0742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5009-D4C9-4BD1-8D98-F9C892462EAE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93B6-F17F-427B-ACAA-C2AFCFB454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266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897613"/>
            <a:ext cx="10515600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409468"/>
            <a:ext cx="10515600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5009-D4C9-4BD1-8D98-F9C892462EAE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93B6-F17F-427B-ACAA-C2AFCFB454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3291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958453"/>
            <a:ext cx="5181600" cy="228445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958453"/>
            <a:ext cx="5181600" cy="228445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5009-D4C9-4BD1-8D98-F9C892462EAE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93B6-F17F-427B-ACAA-C2AFCFB454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2708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91691"/>
            <a:ext cx="10515600" cy="69592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882610"/>
            <a:ext cx="5157787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315164"/>
            <a:ext cx="5157787" cy="193440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882610"/>
            <a:ext cx="5183188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315164"/>
            <a:ext cx="5183188" cy="1934409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5009-D4C9-4BD1-8D98-F9C892462EAE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93B6-F17F-427B-ACAA-C2AFCFB454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0919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5009-D4C9-4BD1-8D98-F9C892462EAE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93B6-F17F-427B-ACAA-C2AFCFB454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0512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5009-D4C9-4BD1-8D98-F9C892462EAE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93B6-F17F-427B-ACAA-C2AFCFB454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3737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40030"/>
            <a:ext cx="3932237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518398"/>
            <a:ext cx="6172200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080135"/>
            <a:ext cx="3932237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5009-D4C9-4BD1-8D98-F9C892462EAE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93B6-F17F-427B-ACAA-C2AFCFB454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2469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40030"/>
            <a:ext cx="3932237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518398"/>
            <a:ext cx="6172200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080135"/>
            <a:ext cx="3932237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5009-D4C9-4BD1-8D98-F9C892462EAE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93B6-F17F-427B-ACAA-C2AFCFB454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027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5009-D4C9-4BD1-8D98-F9C892462EAE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93B6-F17F-427B-ACAA-C2AFCFB454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9476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91691"/>
            <a:ext cx="2628900" cy="305121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91691"/>
            <a:ext cx="7734300" cy="3051215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65009-D4C9-4BD1-8D98-F9C892462EAE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693B6-F17F-427B-ACAA-C2AFCFB454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8930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91691"/>
            <a:ext cx="10515600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958453"/>
            <a:ext cx="10515600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3337084"/>
            <a:ext cx="2743200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965009-D4C9-4BD1-8D98-F9C892462EAE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3337084"/>
            <a:ext cx="4114800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3337084"/>
            <a:ext cx="2743200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E693B6-F17F-427B-ACAA-C2AFCFB4546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2684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03EAA31-04D4-4599-BACD-F167D57EFF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460" y="-1586207"/>
            <a:ext cx="8557404" cy="676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567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群組 13">
            <a:extLst>
              <a:ext uri="{FF2B5EF4-FFF2-40B4-BE49-F238E27FC236}">
                <a16:creationId xmlns:a16="http://schemas.microsoft.com/office/drawing/2014/main" id="{9B5EFCD8-2D95-4060-99AD-BF560D78D368}"/>
              </a:ext>
            </a:extLst>
          </p:cNvPr>
          <p:cNvGrpSpPr/>
          <p:nvPr/>
        </p:nvGrpSpPr>
        <p:grpSpPr>
          <a:xfrm>
            <a:off x="-12151" y="20488"/>
            <a:ext cx="12216303" cy="3502325"/>
            <a:chOff x="19734" y="1647645"/>
            <a:chExt cx="12216303" cy="3502325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E161F6DE-36B6-43B8-9FC0-DD5348D0CDE3}"/>
                </a:ext>
              </a:extLst>
            </p:cNvPr>
            <p:cNvSpPr/>
            <p:nvPr/>
          </p:nvSpPr>
          <p:spPr>
            <a:xfrm>
              <a:off x="90306" y="1708030"/>
              <a:ext cx="12090192" cy="33470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/>
            </a:p>
          </p:txBody>
        </p:sp>
        <p:grpSp>
          <p:nvGrpSpPr>
            <p:cNvPr id="10" name="群組 9">
              <a:extLst>
                <a:ext uri="{FF2B5EF4-FFF2-40B4-BE49-F238E27FC236}">
                  <a16:creationId xmlns:a16="http://schemas.microsoft.com/office/drawing/2014/main" id="{8A4A554D-403F-4117-9BDA-9BA0A92B1124}"/>
                </a:ext>
              </a:extLst>
            </p:cNvPr>
            <p:cNvGrpSpPr/>
            <p:nvPr/>
          </p:nvGrpSpPr>
          <p:grpSpPr>
            <a:xfrm>
              <a:off x="19734" y="1647645"/>
              <a:ext cx="12216303" cy="3502325"/>
              <a:chOff x="467769" y="1225155"/>
              <a:chExt cx="10741557" cy="3079526"/>
            </a:xfrm>
          </p:grpSpPr>
          <p:pic>
            <p:nvPicPr>
              <p:cNvPr id="4" name="圖片 3">
                <a:extLst>
                  <a:ext uri="{FF2B5EF4-FFF2-40B4-BE49-F238E27FC236}">
                    <a16:creationId xmlns:a16="http://schemas.microsoft.com/office/drawing/2014/main" id="{E423793E-59E5-4F91-8AB5-07A569CB0245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8223" b="51017"/>
              <a:stretch/>
            </p:blipFill>
            <p:spPr>
              <a:xfrm>
                <a:off x="783574" y="1534239"/>
                <a:ext cx="5953656" cy="2511549"/>
              </a:xfrm>
              <a:prstGeom prst="rect">
                <a:avLst/>
              </a:prstGeom>
            </p:spPr>
          </p:pic>
          <p:pic>
            <p:nvPicPr>
              <p:cNvPr id="5" name="圖片 4">
                <a:extLst>
                  <a:ext uri="{FF2B5EF4-FFF2-40B4-BE49-F238E27FC236}">
                    <a16:creationId xmlns:a16="http://schemas.microsoft.com/office/drawing/2014/main" id="{D7713A53-1861-4AEE-8E91-B5BA2A1E8E3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655" t="54722" r="36996"/>
              <a:stretch/>
            </p:blipFill>
            <p:spPr>
              <a:xfrm>
                <a:off x="6981410" y="1619501"/>
                <a:ext cx="4227916" cy="2685180"/>
              </a:xfrm>
              <a:prstGeom prst="rect">
                <a:avLst/>
              </a:prstGeom>
            </p:spPr>
          </p:pic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F294F27E-A595-4634-BBC3-FD880ACBE2EF}"/>
                  </a:ext>
                </a:extLst>
              </p:cNvPr>
              <p:cNvSpPr txBox="1"/>
              <p:nvPr/>
            </p:nvSpPr>
            <p:spPr>
              <a:xfrm>
                <a:off x="467769" y="1225155"/>
                <a:ext cx="334489" cy="332108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dirty="0"/>
                  <a:t>(a)</a:t>
                </a:r>
                <a:endParaRPr lang="zh-TW" altLang="en-US" dirty="0"/>
              </a:p>
            </p:txBody>
          </p:sp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101E3CF4-0A9D-4AD6-A133-B199F8664EE2}"/>
                  </a:ext>
                </a:extLst>
              </p:cNvPr>
              <p:cNvSpPr txBox="1"/>
              <p:nvPr/>
            </p:nvSpPr>
            <p:spPr>
              <a:xfrm>
                <a:off x="6579080" y="1225155"/>
                <a:ext cx="552090" cy="324746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zh-TW" dirty="0"/>
                  <a:t>(b)</a:t>
                </a:r>
                <a:endParaRPr lang="zh-TW" altLang="en-US" dirty="0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" name="文字方塊 7">
                    <a:extLst>
                      <a:ext uri="{FF2B5EF4-FFF2-40B4-BE49-F238E27FC236}">
                        <a16:creationId xmlns:a16="http://schemas.microsoft.com/office/drawing/2014/main" id="{F4257DA9-91E3-43B3-933D-94DB952F9E47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-63328" y="2810350"/>
                    <a:ext cx="1555631" cy="32474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US" altLang="zh-TW" dirty="0"/>
                      <a:t>Energy (</a:t>
                    </a:r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dirty="0">
                            <a:latin typeface="Cambria Math" panose="02040503050406030204" pitchFamily="18" charset="0"/>
                          </a:rPr>
                          <m:t>eV</m:t>
                        </m:r>
                      </m:oMath>
                    </a14:m>
                    <a:r>
                      <a:rPr lang="en-US" altLang="zh-TW" dirty="0"/>
                      <a:t>) </a:t>
                    </a:r>
                    <a:endParaRPr lang="zh-TW" altLang="en-US" dirty="0"/>
                  </a:p>
                </p:txBody>
              </p:sp>
            </mc:Choice>
            <mc:Fallback>
              <p:sp>
                <p:nvSpPr>
                  <p:cNvPr id="8" name="文字方塊 7">
                    <a:extLst>
                      <a:ext uri="{FF2B5EF4-FFF2-40B4-BE49-F238E27FC236}">
                        <a16:creationId xmlns:a16="http://schemas.microsoft.com/office/drawing/2014/main" id="{F4257DA9-91E3-43B3-933D-94DB952F9E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-63328" y="2810350"/>
                    <a:ext cx="1555631" cy="324746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0000" t="-5155" r="-26667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" name="文字方塊 8">
                    <a:extLst>
                      <a:ext uri="{FF2B5EF4-FFF2-40B4-BE49-F238E27FC236}">
                        <a16:creationId xmlns:a16="http://schemas.microsoft.com/office/drawing/2014/main" id="{20B1974F-A01B-4801-8A97-B63F4142AB17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6098812" y="2810350"/>
                    <a:ext cx="1555631" cy="32474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/>
                    <a:r>
                      <a:rPr lang="en-US" altLang="zh-TW" dirty="0"/>
                      <a:t>Energy (</a:t>
                    </a:r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zh-TW" dirty="0">
                            <a:latin typeface="Cambria Math" panose="02040503050406030204" pitchFamily="18" charset="0"/>
                          </a:rPr>
                          <m:t>eV</m:t>
                        </m:r>
                      </m:oMath>
                    </a14:m>
                    <a:r>
                      <a:rPr lang="en-US" altLang="zh-TW" dirty="0"/>
                      <a:t>) </a:t>
                    </a:r>
                    <a:endParaRPr lang="zh-TW" altLang="en-US" dirty="0"/>
                  </a:p>
                </p:txBody>
              </p:sp>
            </mc:Choice>
            <mc:Fallback>
              <p:sp>
                <p:nvSpPr>
                  <p:cNvPr id="9" name="文字方塊 8">
                    <a:extLst>
                      <a:ext uri="{FF2B5EF4-FFF2-40B4-BE49-F238E27FC236}">
                        <a16:creationId xmlns:a16="http://schemas.microsoft.com/office/drawing/2014/main" id="{20B1974F-A01B-4801-8A97-B63F4142AB1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6098812" y="2810350"/>
                    <a:ext cx="1555631" cy="324746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8197" t="-5155" r="-2459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391114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14</Words>
  <Application>Microsoft Office PowerPoint</Application>
  <PresentationFormat>自訂</PresentationFormat>
  <Paragraphs>4</Paragraphs>
  <Slides>2</Slides>
  <Notes>0</Notes>
  <HiddenSlides>1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新細明體</vt:lpstr>
      <vt:lpstr>Arial</vt:lpstr>
      <vt:lpstr>Calibri</vt:lpstr>
      <vt:lpstr>Calibri Light</vt:lpstr>
      <vt:lpstr>Cambria Math</vt:lpstr>
      <vt:lpstr>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3</cp:revision>
  <dcterms:created xsi:type="dcterms:W3CDTF">2026-03-17T10:22:17Z</dcterms:created>
  <dcterms:modified xsi:type="dcterms:W3CDTF">2026-03-17T10:30:01Z</dcterms:modified>
</cp:coreProperties>
</file>