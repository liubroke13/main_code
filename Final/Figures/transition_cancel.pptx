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 varScale="1">
        <p:scale>
          <a:sx n="98" d="100"/>
          <a:sy n="98" d="100"/>
        </p:scale>
        <p:origin x="2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23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56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07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4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408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28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32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623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33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96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88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04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1.png"/><Relationship Id="rId3" Type="http://schemas.openxmlformats.org/officeDocument/2006/relationships/image" Target="../media/image27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9.png"/><Relationship Id="rId25" Type="http://schemas.openxmlformats.org/officeDocument/2006/relationships/image" Target="../media/image25.png"/><Relationship Id="rId2" Type="http://schemas.openxmlformats.org/officeDocument/2006/relationships/image" Target="../media/image26.png"/><Relationship Id="rId16" Type="http://schemas.openxmlformats.org/officeDocument/2006/relationships/image" Target="../media/image2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3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.png"/><Relationship Id="rId2" Type="http://schemas.openxmlformats.org/officeDocument/2006/relationships/image" Target="../media/image31.png"/><Relationship Id="rId16" Type="http://schemas.openxmlformats.org/officeDocument/2006/relationships/image" Target="../media/image29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4.png"/><Relationship Id="rId28" Type="http://schemas.openxmlformats.org/officeDocument/2006/relationships/image" Target="../media/image3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7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4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21" Type="http://schemas.openxmlformats.org/officeDocument/2006/relationships/image" Target="../media/image55.png"/><Relationship Id="rId42" Type="http://schemas.openxmlformats.org/officeDocument/2006/relationships/image" Target="../media/image73.png"/><Relationship Id="rId47" Type="http://schemas.openxmlformats.org/officeDocument/2006/relationships/image" Target="../media/image30.png"/><Relationship Id="rId63" Type="http://schemas.openxmlformats.org/officeDocument/2006/relationships/image" Target="../media/image35.png"/><Relationship Id="rId68" Type="http://schemas.openxmlformats.org/officeDocument/2006/relationships/image" Target="../media/image93.png"/><Relationship Id="rId16" Type="http://schemas.openxmlformats.org/officeDocument/2006/relationships/image" Target="../media/image50.png"/><Relationship Id="rId11" Type="http://schemas.openxmlformats.org/officeDocument/2006/relationships/image" Target="../media/image45.png"/><Relationship Id="rId24" Type="http://schemas.openxmlformats.org/officeDocument/2006/relationships/image" Target="../media/image57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45" Type="http://schemas.openxmlformats.org/officeDocument/2006/relationships/image" Target="../media/image76.png"/><Relationship Id="rId53" Type="http://schemas.openxmlformats.org/officeDocument/2006/relationships/image" Target="../media/image82.png"/><Relationship Id="rId58" Type="http://schemas.openxmlformats.org/officeDocument/2006/relationships/image" Target="../media/image87.png"/><Relationship Id="rId66" Type="http://schemas.openxmlformats.org/officeDocument/2006/relationships/image" Target="../media/image91.png"/><Relationship Id="rId74" Type="http://schemas.openxmlformats.org/officeDocument/2006/relationships/image" Target="../media/image99.png"/><Relationship Id="rId79" Type="http://schemas.openxmlformats.org/officeDocument/2006/relationships/image" Target="../media/image38.png"/><Relationship Id="rId5" Type="http://schemas.openxmlformats.org/officeDocument/2006/relationships/image" Target="../media/image40.png"/><Relationship Id="rId61" Type="http://schemas.openxmlformats.org/officeDocument/2006/relationships/image" Target="../media/image33.png"/><Relationship Id="rId19" Type="http://schemas.openxmlformats.org/officeDocument/2006/relationships/image" Target="../media/image5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27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74.png"/><Relationship Id="rId48" Type="http://schemas.openxmlformats.org/officeDocument/2006/relationships/image" Target="../media/image31.png"/><Relationship Id="rId56" Type="http://schemas.openxmlformats.org/officeDocument/2006/relationships/image" Target="../media/image85.png"/><Relationship Id="rId64" Type="http://schemas.openxmlformats.org/officeDocument/2006/relationships/image" Target="../media/image36.png"/><Relationship Id="rId69" Type="http://schemas.openxmlformats.org/officeDocument/2006/relationships/image" Target="../media/image94.png"/><Relationship Id="rId77" Type="http://schemas.openxmlformats.org/officeDocument/2006/relationships/image" Target="../media/image102.png"/><Relationship Id="rId8" Type="http://schemas.openxmlformats.org/officeDocument/2006/relationships/image" Target="../media/image43.png"/><Relationship Id="rId51" Type="http://schemas.openxmlformats.org/officeDocument/2006/relationships/image" Target="../media/image80.png"/><Relationship Id="rId72" Type="http://schemas.openxmlformats.org/officeDocument/2006/relationships/image" Target="../media/image97.png"/><Relationship Id="rId3" Type="http://schemas.openxmlformats.org/officeDocument/2006/relationships/image" Target="../media/image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8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Relationship Id="rId46" Type="http://schemas.openxmlformats.org/officeDocument/2006/relationships/image" Target="../media/image77.png"/><Relationship Id="rId59" Type="http://schemas.openxmlformats.org/officeDocument/2006/relationships/image" Target="../media/image88.png"/><Relationship Id="rId67" Type="http://schemas.openxmlformats.org/officeDocument/2006/relationships/image" Target="../media/image92.png"/><Relationship Id="rId20" Type="http://schemas.openxmlformats.org/officeDocument/2006/relationships/image" Target="../media/image54.png"/><Relationship Id="rId41" Type="http://schemas.openxmlformats.org/officeDocument/2006/relationships/image" Target="../media/image72.png"/><Relationship Id="rId54" Type="http://schemas.openxmlformats.org/officeDocument/2006/relationships/image" Target="../media/image83.png"/><Relationship Id="rId62" Type="http://schemas.openxmlformats.org/officeDocument/2006/relationships/image" Target="../media/image34.png"/><Relationship Id="rId70" Type="http://schemas.openxmlformats.org/officeDocument/2006/relationships/image" Target="../media/image95.png"/><Relationship Id="rId75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5" Type="http://schemas.openxmlformats.org/officeDocument/2006/relationships/image" Target="../media/image49.png"/><Relationship Id="rId23" Type="http://schemas.openxmlformats.org/officeDocument/2006/relationships/image" Target="../media/image23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49" Type="http://schemas.openxmlformats.org/officeDocument/2006/relationships/image" Target="../media/image78.png"/><Relationship Id="rId57" Type="http://schemas.openxmlformats.org/officeDocument/2006/relationships/image" Target="../media/image86.png"/><Relationship Id="rId10" Type="http://schemas.openxmlformats.org/officeDocument/2006/relationships/image" Target="../media/image44.png"/><Relationship Id="rId31" Type="http://schemas.openxmlformats.org/officeDocument/2006/relationships/image" Target="../media/image62.png"/><Relationship Id="rId44" Type="http://schemas.openxmlformats.org/officeDocument/2006/relationships/image" Target="../media/image75.png"/><Relationship Id="rId52" Type="http://schemas.openxmlformats.org/officeDocument/2006/relationships/image" Target="../media/image81.png"/><Relationship Id="rId60" Type="http://schemas.openxmlformats.org/officeDocument/2006/relationships/image" Target="../media/image89.png"/><Relationship Id="rId65" Type="http://schemas.openxmlformats.org/officeDocument/2006/relationships/image" Target="../media/image90.png"/><Relationship Id="rId73" Type="http://schemas.openxmlformats.org/officeDocument/2006/relationships/image" Target="../media/image98.png"/><Relationship Id="rId78" Type="http://schemas.openxmlformats.org/officeDocument/2006/relationships/image" Target="../media/image37.png"/><Relationship Id="rId4" Type="http://schemas.openxmlformats.org/officeDocument/2006/relationships/image" Target="../media/image39.png"/><Relationship Id="rId9" Type="http://schemas.openxmlformats.org/officeDocument/2006/relationships/image" Target="../media/image9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9" Type="http://schemas.openxmlformats.org/officeDocument/2006/relationships/image" Target="../media/image70.png"/><Relationship Id="rId34" Type="http://schemas.openxmlformats.org/officeDocument/2006/relationships/image" Target="../media/image65.png"/><Relationship Id="rId50" Type="http://schemas.openxmlformats.org/officeDocument/2006/relationships/image" Target="../media/image79.png"/><Relationship Id="rId55" Type="http://schemas.openxmlformats.org/officeDocument/2006/relationships/image" Target="../media/image84.png"/><Relationship Id="rId76" Type="http://schemas.openxmlformats.org/officeDocument/2006/relationships/image" Target="../media/image101.png"/><Relationship Id="rId7" Type="http://schemas.openxmlformats.org/officeDocument/2006/relationships/image" Target="../media/image42.png"/><Relationship Id="rId71" Type="http://schemas.openxmlformats.org/officeDocument/2006/relationships/image" Target="../media/image96.png"/><Relationship Id="rId2" Type="http://schemas.openxmlformats.org/officeDocument/2006/relationships/image" Target="../media/image1.png"/><Relationship Id="rId29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52.png"/><Relationship Id="rId26" Type="http://schemas.openxmlformats.org/officeDocument/2006/relationships/image" Target="../media/image112.png"/><Relationship Id="rId39" Type="http://schemas.openxmlformats.org/officeDocument/2006/relationships/image" Target="../media/image72.png"/><Relationship Id="rId21" Type="http://schemas.openxmlformats.org/officeDocument/2006/relationships/image" Target="../media/image55.png"/><Relationship Id="rId34" Type="http://schemas.openxmlformats.org/officeDocument/2006/relationships/image" Target="../media/image116.png"/><Relationship Id="rId42" Type="http://schemas.openxmlformats.org/officeDocument/2006/relationships/image" Target="../media/image122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50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45.png"/><Relationship Id="rId24" Type="http://schemas.openxmlformats.org/officeDocument/2006/relationships/image" Target="../media/image110.png"/><Relationship Id="rId32" Type="http://schemas.openxmlformats.org/officeDocument/2006/relationships/image" Target="../media/image114.png"/><Relationship Id="rId37" Type="http://schemas.openxmlformats.org/officeDocument/2006/relationships/image" Target="../media/image119.png"/><Relationship Id="rId40" Type="http://schemas.openxmlformats.org/officeDocument/2006/relationships/image" Target="../media/image73.png"/><Relationship Id="rId45" Type="http://schemas.openxmlformats.org/officeDocument/2006/relationships/image" Target="../media/image125.png"/><Relationship Id="rId5" Type="http://schemas.openxmlformats.org/officeDocument/2006/relationships/image" Target="../media/image78.png"/><Relationship Id="rId15" Type="http://schemas.openxmlformats.org/officeDocument/2006/relationships/image" Target="../media/image108.png"/><Relationship Id="rId23" Type="http://schemas.openxmlformats.org/officeDocument/2006/relationships/image" Target="../media/image23.png"/><Relationship Id="rId28" Type="http://schemas.openxmlformats.org/officeDocument/2006/relationships/image" Target="../media/image59.png"/><Relationship Id="rId36" Type="http://schemas.openxmlformats.org/officeDocument/2006/relationships/image" Target="../media/image118.png"/><Relationship Id="rId10" Type="http://schemas.openxmlformats.org/officeDocument/2006/relationships/image" Target="../media/image44.png"/><Relationship Id="rId19" Type="http://schemas.openxmlformats.org/officeDocument/2006/relationships/image" Target="../media/image109.png"/><Relationship Id="rId31" Type="http://schemas.openxmlformats.org/officeDocument/2006/relationships/image" Target="../media/image63.png"/><Relationship Id="rId44" Type="http://schemas.openxmlformats.org/officeDocument/2006/relationships/image" Target="../media/image124.png"/><Relationship Id="rId4" Type="http://schemas.openxmlformats.org/officeDocument/2006/relationships/image" Target="../media/image40.png"/><Relationship Id="rId9" Type="http://schemas.openxmlformats.org/officeDocument/2006/relationships/image" Target="../media/image9.png"/><Relationship Id="rId14" Type="http://schemas.openxmlformats.org/officeDocument/2006/relationships/image" Target="../media/image107.png"/><Relationship Id="rId22" Type="http://schemas.openxmlformats.org/officeDocument/2006/relationships/image" Target="../media/image56.png"/><Relationship Id="rId27" Type="http://schemas.openxmlformats.org/officeDocument/2006/relationships/image" Target="../media/image113.png"/><Relationship Id="rId30" Type="http://schemas.openxmlformats.org/officeDocument/2006/relationships/image" Target="../media/image91.png"/><Relationship Id="rId35" Type="http://schemas.openxmlformats.org/officeDocument/2006/relationships/image" Target="../media/image117.png"/><Relationship Id="rId43" Type="http://schemas.openxmlformats.org/officeDocument/2006/relationships/image" Target="../media/image123.png"/><Relationship Id="rId8" Type="http://schemas.openxmlformats.org/officeDocument/2006/relationships/image" Target="../media/image104.png"/><Relationship Id="rId3" Type="http://schemas.openxmlformats.org/officeDocument/2006/relationships/image" Target="../media/image2.png"/><Relationship Id="rId12" Type="http://schemas.openxmlformats.org/officeDocument/2006/relationships/image" Target="../media/image105.png"/><Relationship Id="rId17" Type="http://schemas.openxmlformats.org/officeDocument/2006/relationships/image" Target="../media/image51.png"/><Relationship Id="rId25" Type="http://schemas.openxmlformats.org/officeDocument/2006/relationships/image" Target="../media/image111.png"/><Relationship Id="rId33" Type="http://schemas.openxmlformats.org/officeDocument/2006/relationships/image" Target="../media/image115.png"/><Relationship Id="rId38" Type="http://schemas.openxmlformats.org/officeDocument/2006/relationships/image" Target="../media/image120.png"/><Relationship Id="rId46" Type="http://schemas.openxmlformats.org/officeDocument/2006/relationships/image" Target="../media/image126.png"/><Relationship Id="rId20" Type="http://schemas.openxmlformats.org/officeDocument/2006/relationships/image" Target="../media/image54.png"/><Relationship Id="rId41" Type="http://schemas.openxmlformats.org/officeDocument/2006/relationships/image" Target="../media/image1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31.png"/><Relationship Id="rId18" Type="http://schemas.openxmlformats.org/officeDocument/2006/relationships/image" Target="../media/image120.png"/><Relationship Id="rId26" Type="http://schemas.openxmlformats.org/officeDocument/2006/relationships/image" Target="../media/image37.png"/><Relationship Id="rId3" Type="http://schemas.openxmlformats.org/officeDocument/2006/relationships/image" Target="../media/image90.png"/><Relationship Id="rId21" Type="http://schemas.openxmlformats.org/officeDocument/2006/relationships/image" Target="../media/image121.png"/><Relationship Id="rId7" Type="http://schemas.openxmlformats.org/officeDocument/2006/relationships/image" Target="../media/image92.png"/><Relationship Id="rId12" Type="http://schemas.openxmlformats.org/officeDocument/2006/relationships/image" Target="../media/image130.png"/><Relationship Id="rId17" Type="http://schemas.openxmlformats.org/officeDocument/2006/relationships/image" Target="../media/image119.png"/><Relationship Id="rId25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118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129.png"/><Relationship Id="rId24" Type="http://schemas.openxmlformats.org/officeDocument/2006/relationships/image" Target="../media/image134.png"/><Relationship Id="rId5" Type="http://schemas.openxmlformats.org/officeDocument/2006/relationships/image" Target="../media/image128.png"/><Relationship Id="rId15" Type="http://schemas.openxmlformats.org/officeDocument/2006/relationships/image" Target="../media/image97.png"/><Relationship Id="rId23" Type="http://schemas.openxmlformats.org/officeDocument/2006/relationships/image" Target="../media/image133.png"/><Relationship Id="rId10" Type="http://schemas.openxmlformats.org/officeDocument/2006/relationships/image" Target="../media/image45.png"/><Relationship Id="rId19" Type="http://schemas.openxmlformats.org/officeDocument/2006/relationships/image" Target="../media/image72.png"/><Relationship Id="rId4" Type="http://schemas.openxmlformats.org/officeDocument/2006/relationships/image" Target="../media/image127.png"/><Relationship Id="rId9" Type="http://schemas.openxmlformats.org/officeDocument/2006/relationships/image" Target="../media/image9.png"/><Relationship Id="rId14" Type="http://schemas.openxmlformats.org/officeDocument/2006/relationships/image" Target="../media/image132.png"/><Relationship Id="rId22" Type="http://schemas.openxmlformats.org/officeDocument/2006/relationships/image" Target="../media/image75.png"/><Relationship Id="rId27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4174128" y="2041116"/>
            <a:ext cx="1690529" cy="296589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4008" tIns="7004" rIns="14008" bIns="70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76" dirty="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C0DC6D9-C042-48D2-8312-53B3F28BF5FE}"/>
              </a:ext>
            </a:extLst>
          </p:cNvPr>
          <p:cNvGrpSpPr/>
          <p:nvPr/>
        </p:nvGrpSpPr>
        <p:grpSpPr>
          <a:xfrm>
            <a:off x="5201242" y="2271827"/>
            <a:ext cx="573630" cy="525817"/>
            <a:chOff x="4207769" y="2691196"/>
            <a:chExt cx="1323709" cy="1213375"/>
          </a:xfrm>
        </p:grpSpPr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3A1C1728-593F-44C5-8C68-404359F21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1A5BCBC6-47C2-4ECD-B7B7-31F7823C01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4686481" y="2262181"/>
            <a:ext cx="380224" cy="38137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4752008" y="4043256"/>
            <a:ext cx="381952" cy="38137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4687611" y="2673017"/>
            <a:ext cx="381375" cy="38252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4752647" y="4454094"/>
            <a:ext cx="380800" cy="3825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4243671" y="2090584"/>
            <a:ext cx="1548496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7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blipFill>
                <a:blip r:embed="rId4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blipFill>
                <a:blip r:embed="rId5"/>
                <a:stretch>
                  <a:fillRect r="-8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4875559" y="2429184"/>
            <a:ext cx="23471" cy="22516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blipFill>
                <a:blip r:embed="rId6"/>
                <a:stretch>
                  <a:fillRect r="-5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blipFill>
                <a:blip r:embed="rId7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4877740" y="2840684"/>
            <a:ext cx="23471" cy="22516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blipFill>
                <a:blip r:embed="rId9"/>
                <a:stretch>
                  <a:fillRect r="-8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086515" y="2657715"/>
            <a:ext cx="121049" cy="404739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4249557" y="3741650"/>
            <a:ext cx="378688" cy="380992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4248502" y="4152934"/>
            <a:ext cx="380799" cy="381375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085887" y="2249516"/>
            <a:ext cx="121049" cy="4014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blipFill>
                <a:blip r:embed="rId11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blipFill>
                <a:blip r:embed="rId12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1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blipFill>
                <a:blip r:embed="rId16"/>
                <a:stretch>
                  <a:fillRect t="-60714" r="-74419" b="-9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blipFill>
                <a:blip r:embed="rId17"/>
                <a:stretch>
                  <a:fillRect t="-58621" r="-74419" b="-8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4920759" y="3307333"/>
            <a:ext cx="52253" cy="5412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4715354" y="3334396"/>
            <a:ext cx="464473" cy="481134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4920759" y="3788197"/>
            <a:ext cx="52253" cy="5412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4830488" y="3334558"/>
            <a:ext cx="232236" cy="481134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4920455" y="3788197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blipFill>
                <a:blip r:embed="rId19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blipFill>
                <a:blip r:embed="rId20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4830488" y="3334558"/>
            <a:ext cx="232236" cy="481134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5152967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4945631" y="3430996"/>
            <a:ext cx="546" cy="143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4946582" y="3573717"/>
            <a:ext cx="62981" cy="50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891474" y="3518560"/>
            <a:ext cx="0" cy="11031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4688441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4920836" y="3304800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925559" y="3543432"/>
            <a:ext cx="32940" cy="6359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blipFill>
                <a:blip r:embed="rId21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4875141" y="3575621"/>
            <a:ext cx="71274" cy="92167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4921467" y="3531449"/>
            <a:ext cx="47996" cy="9693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blipFill>
                <a:blip r:embed="rId22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4943814" y="3432240"/>
            <a:ext cx="183963" cy="1446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5030752" y="3638684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4810158" y="34646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blipFill>
                <a:blip r:embed="rId23"/>
                <a:stretch>
                  <a:fillRect l="-2703" t="-41463" b="-6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圖片 66">
            <a:extLst>
              <a:ext uri="{FF2B5EF4-FFF2-40B4-BE49-F238E27FC236}">
                <a16:creationId xmlns:a16="http://schemas.microsoft.com/office/drawing/2014/main" id="{ED150B49-3B48-4303-A3BD-D7CE4EFB3C2E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51281" r="51003"/>
          <a:stretch/>
        </p:blipFill>
        <p:spPr>
          <a:xfrm>
            <a:off x="4245087" y="3223908"/>
            <a:ext cx="387610" cy="382210"/>
          </a:xfrm>
          <a:prstGeom prst="rect">
            <a:avLst/>
          </a:prstGeom>
        </p:spPr>
      </p:pic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5082814" y="3700429"/>
            <a:ext cx="188820" cy="26405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5258965" y="2820860"/>
            <a:ext cx="381952" cy="382528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5259253" y="3231688"/>
            <a:ext cx="381376" cy="3836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736C0ACC-C173-4013-BFDA-40CFF22EE3A8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b="50807"/>
          <a:stretch/>
        </p:blipFill>
        <p:spPr>
          <a:xfrm>
            <a:off x="5257043" y="3706304"/>
            <a:ext cx="385774" cy="385928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1630767B-2271-4A2C-BDD9-E2716DA6C262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t="50810"/>
          <a:stretch/>
        </p:blipFill>
        <p:spPr>
          <a:xfrm>
            <a:off x="5257053" y="4119678"/>
            <a:ext cx="385773" cy="385901"/>
          </a:xfrm>
          <a:prstGeom prst="rect">
            <a:avLst/>
          </a:prstGeom>
        </p:spPr>
      </p:pic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4543119" y="3077135"/>
            <a:ext cx="282202" cy="40320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66910F86-E065-4D04-A1F1-55349DB6A13A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003" b="50581"/>
          <a:stretch/>
        </p:blipFill>
        <p:spPr>
          <a:xfrm>
            <a:off x="4245096" y="2827545"/>
            <a:ext cx="387611" cy="387699"/>
          </a:xfrm>
          <a:prstGeom prst="rect">
            <a:avLst/>
          </a:prstGeom>
        </p:spPr>
      </p:pic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ACA4E4E-C54C-4649-B245-F7E917A73438}"/>
              </a:ext>
            </a:extLst>
          </p:cNvPr>
          <p:cNvCxnSpPr>
            <a:cxnSpLocks/>
          </p:cNvCxnSpPr>
          <p:nvPr/>
        </p:nvCxnSpPr>
        <p:spPr>
          <a:xfrm flipH="1">
            <a:off x="4631417" y="3593685"/>
            <a:ext cx="65139" cy="15100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25B9AB08-75C4-4B5D-BCB0-F5A4F049AB8B}"/>
              </a:ext>
            </a:extLst>
          </p:cNvPr>
          <p:cNvCxnSpPr>
            <a:cxnSpLocks/>
          </p:cNvCxnSpPr>
          <p:nvPr/>
        </p:nvCxnSpPr>
        <p:spPr>
          <a:xfrm flipV="1">
            <a:off x="5199362" y="3426050"/>
            <a:ext cx="57531" cy="12243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4174128" y="2041116"/>
            <a:ext cx="1690529" cy="296589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4008" tIns="7004" rIns="14008" bIns="70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76" dirty="0"/>
          </a:p>
        </p:txBody>
      </p:sp>
      <p:pic>
        <p:nvPicPr>
          <p:cNvPr id="92" name="圖片 91">
            <a:extLst>
              <a:ext uri="{FF2B5EF4-FFF2-40B4-BE49-F238E27FC236}">
                <a16:creationId xmlns:a16="http://schemas.microsoft.com/office/drawing/2014/main" id="{DE55028B-C902-4300-BAF9-E77F082AA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4686125" y="2260391"/>
            <a:ext cx="402142" cy="791165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C4FA81F1-EA15-4F03-A4B7-B3B16342B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5246067" y="2818001"/>
            <a:ext cx="398329" cy="791165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145D7180-B4C8-4258-B8ED-01F7B76E19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4232748" y="3732599"/>
            <a:ext cx="412314" cy="791165"/>
          </a:xfrm>
          <a:prstGeom prst="rect">
            <a:avLst/>
          </a:prstGeom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51D3BEA8-5028-49BB-98F4-24CA8A5BA4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4740015" y="4041771"/>
            <a:ext cx="418309" cy="791165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63E7967E-EF0D-4FFF-91B8-97CE70A58A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5250883" y="3705750"/>
            <a:ext cx="396217" cy="797786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C8F0DC94-8CD7-4F5C-9C50-3B09EB011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4249213" y="2817160"/>
            <a:ext cx="398338" cy="797786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4243671" y="2090584"/>
            <a:ext cx="1548496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7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blipFill>
                <a:blip r:embed="rId4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blipFill>
                <a:blip r:embed="rId5"/>
                <a:stretch>
                  <a:fillRect r="-8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4875559" y="2429184"/>
            <a:ext cx="23471" cy="22516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blipFill>
                <a:blip r:embed="rId6"/>
                <a:stretch>
                  <a:fillRect r="-5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blipFill>
                <a:blip r:embed="rId7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4877740" y="2840684"/>
            <a:ext cx="23471" cy="22516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blipFill>
                <a:blip r:embed="rId9"/>
                <a:stretch>
                  <a:fillRect r="-8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086515" y="2657715"/>
            <a:ext cx="121049" cy="404739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085887" y="2249516"/>
            <a:ext cx="121049" cy="4014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blipFill>
                <a:blip r:embed="rId11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blipFill>
                <a:blip r:embed="rId12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1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blipFill>
                <a:blip r:embed="rId16"/>
                <a:stretch>
                  <a:fillRect t="-60714" r="-74419" b="-9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blipFill>
                <a:blip r:embed="rId17"/>
                <a:stretch>
                  <a:fillRect t="-58621" r="-55814" b="-8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4920759" y="3307333"/>
            <a:ext cx="52253" cy="5412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4715354" y="3334396"/>
            <a:ext cx="464473" cy="481134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4920759" y="3788197"/>
            <a:ext cx="52253" cy="5412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4830488" y="3334558"/>
            <a:ext cx="232236" cy="481134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4920455" y="3788197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blipFill>
                <a:blip r:embed="rId19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blipFill>
                <a:blip r:embed="rId20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4830488" y="3334558"/>
            <a:ext cx="232236" cy="481134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5152967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4945631" y="3430996"/>
            <a:ext cx="546" cy="143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4946582" y="3573717"/>
            <a:ext cx="62981" cy="50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891474" y="3518560"/>
            <a:ext cx="0" cy="11031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4688441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4920836" y="3304800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925559" y="3543432"/>
            <a:ext cx="32940" cy="6359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blipFill>
                <a:blip r:embed="rId21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4875141" y="3575621"/>
            <a:ext cx="71274" cy="92167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4921467" y="3531449"/>
            <a:ext cx="47996" cy="9693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blipFill>
                <a:blip r:embed="rId22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4943814" y="3432240"/>
            <a:ext cx="183963" cy="1446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5030752" y="3638684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4810158" y="34646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blipFill>
                <a:blip r:embed="rId23"/>
                <a:stretch>
                  <a:fillRect l="-2703" t="-41463" b="-6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5082814" y="3700429"/>
            <a:ext cx="188820" cy="26405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4640277" y="3215953"/>
            <a:ext cx="185044" cy="2643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E7149377-9A12-481F-B27F-13C99B2FA29A}"/>
              </a:ext>
            </a:extLst>
          </p:cNvPr>
          <p:cNvGrpSpPr/>
          <p:nvPr/>
        </p:nvGrpSpPr>
        <p:grpSpPr>
          <a:xfrm>
            <a:off x="5200794" y="2271501"/>
            <a:ext cx="573630" cy="527232"/>
            <a:chOff x="4207769" y="2687931"/>
            <a:chExt cx="1323709" cy="1216640"/>
          </a:xfrm>
        </p:grpSpPr>
        <p:pic>
          <p:nvPicPr>
            <p:cNvPr id="99" name="圖片 98">
              <a:extLst>
                <a:ext uri="{FF2B5EF4-FFF2-40B4-BE49-F238E27FC236}">
                  <a16:creationId xmlns:a16="http://schemas.microsoft.com/office/drawing/2014/main" id="{5D1374BB-C46D-4969-9F09-3CC6310FB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83F27FDC-B4DE-4883-A140-18C194554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01" name="圖片 100">
              <a:extLst>
                <a:ext uri="{FF2B5EF4-FFF2-40B4-BE49-F238E27FC236}">
                  <a16:creationId xmlns:a16="http://schemas.microsoft.com/office/drawing/2014/main" id="{B61DC5E0-08F4-4462-96A6-0CED4604D2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37DBEF56-7C33-4BEF-9F1D-EE2FC451F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259F10B-626A-4111-8419-6CDF2504BD93}"/>
              </a:ext>
            </a:extLst>
          </p:cNvPr>
          <p:cNvCxnSpPr>
            <a:cxnSpLocks/>
          </p:cNvCxnSpPr>
          <p:nvPr/>
        </p:nvCxnSpPr>
        <p:spPr>
          <a:xfrm flipH="1">
            <a:off x="4631417" y="3593685"/>
            <a:ext cx="65139" cy="15100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A5EB14A0-8F46-4D4F-9C49-614A1630770A}"/>
              </a:ext>
            </a:extLst>
          </p:cNvPr>
          <p:cNvCxnSpPr>
            <a:cxnSpLocks/>
          </p:cNvCxnSpPr>
          <p:nvPr/>
        </p:nvCxnSpPr>
        <p:spPr>
          <a:xfrm flipV="1">
            <a:off x="5199362" y="3426050"/>
            <a:ext cx="57531" cy="12243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8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4174128" y="2041116"/>
            <a:ext cx="1690529" cy="296589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4008" tIns="7004" rIns="14008" bIns="70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76" dirty="0"/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58B22980-8775-42D9-99FD-9696A1CBE5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4690969" y="2263121"/>
            <a:ext cx="399165" cy="78844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4243671" y="2090584"/>
            <a:ext cx="1548496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7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blipFill>
                <a:blip r:embed="rId3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blipFill>
                <a:blip r:embed="rId4"/>
                <a:stretch>
                  <a:fillRect r="-8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4875559" y="2429184"/>
            <a:ext cx="23471" cy="22516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blipFill>
                <a:blip r:embed="rId5"/>
                <a:stretch>
                  <a:fillRect r="-5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blipFill>
                <a:blip r:embed="rId6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4877740" y="2840684"/>
            <a:ext cx="23471" cy="22516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blipFill>
                <a:blip r:embed="rId8"/>
                <a:stretch>
                  <a:fillRect r="-8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086515" y="2657715"/>
            <a:ext cx="121049" cy="404739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085887" y="2249516"/>
            <a:ext cx="121049" cy="4014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blipFill>
                <a:blip r:embed="rId10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blipFill>
                <a:blip r:embed="rId11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1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blipFill>
                <a:blip r:embed="rId15"/>
                <a:stretch>
                  <a:fillRect t="-60714" r="-74419" b="-9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blipFill>
                <a:blip r:embed="rId16"/>
                <a:stretch>
                  <a:fillRect t="-58621" r="-55814" b="-8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4920759" y="3307333"/>
            <a:ext cx="52253" cy="5412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4715354" y="3334396"/>
            <a:ext cx="464473" cy="481134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4920759" y="3788197"/>
            <a:ext cx="52253" cy="5412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4830488" y="3334558"/>
            <a:ext cx="232236" cy="481134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4920455" y="3788197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blipFill>
                <a:blip r:embed="rId18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blipFill>
                <a:blip r:embed="rId1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4830488" y="3334558"/>
            <a:ext cx="232236" cy="481134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5152967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4945631" y="3430996"/>
            <a:ext cx="546" cy="143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4946582" y="3573717"/>
            <a:ext cx="62981" cy="50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891474" y="3518560"/>
            <a:ext cx="0" cy="11031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4688441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4920836" y="3304800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925559" y="3543432"/>
            <a:ext cx="32940" cy="6359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blipFill>
                <a:blip r:embed="rId20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4875141" y="3575621"/>
            <a:ext cx="71274" cy="92167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4921467" y="3531449"/>
            <a:ext cx="47996" cy="9693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blipFill>
                <a:blip r:embed="rId21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4943814" y="3432240"/>
            <a:ext cx="183963" cy="1446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5030752" y="3638684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4810158" y="34646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blipFill>
                <a:blip r:embed="rId22"/>
                <a:stretch>
                  <a:fillRect l="-2703" t="-41463" b="-6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5082814" y="3700429"/>
            <a:ext cx="188820" cy="26405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4543119" y="3077135"/>
            <a:ext cx="282202" cy="40320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73F7218C-6ADE-48A8-AD46-409E05AC0F3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5199767" y="2273302"/>
            <a:ext cx="573630" cy="11158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8BF9914A-7206-4E04-83B1-FA0D8868C93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5199767" y="2661021"/>
            <a:ext cx="573630" cy="138097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C74EEC17-67C4-4A39-99E7-EBC55D3996BE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5246567" y="2688024"/>
            <a:ext cx="237131" cy="54661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41F113BA-8A54-41F1-9974-A3F0DF726DBF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5245460" y="2273136"/>
            <a:ext cx="237131" cy="54661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EAED27BB-EFC0-4736-B630-90BCAEE486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5242982" y="3706047"/>
            <a:ext cx="390234" cy="794691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8A329DBC-2F9B-495B-AD94-394D5E5315B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4246914" y="2814091"/>
            <a:ext cx="398216" cy="794596"/>
          </a:xfrm>
          <a:prstGeom prst="rect">
            <a:avLst/>
          </a:prstGeom>
        </p:spPr>
      </p:pic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9418BC3C-6FA7-4197-9E0F-68E4A2F8C071}"/>
              </a:ext>
            </a:extLst>
          </p:cNvPr>
          <p:cNvCxnSpPr>
            <a:cxnSpLocks/>
          </p:cNvCxnSpPr>
          <p:nvPr/>
        </p:nvCxnSpPr>
        <p:spPr>
          <a:xfrm flipH="1">
            <a:off x="4631417" y="3593685"/>
            <a:ext cx="65139" cy="15100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84DEA2CA-6C9A-46E1-AD52-4DCBF01CFB94}"/>
              </a:ext>
            </a:extLst>
          </p:cNvPr>
          <p:cNvCxnSpPr>
            <a:cxnSpLocks/>
          </p:cNvCxnSpPr>
          <p:nvPr/>
        </p:nvCxnSpPr>
        <p:spPr>
          <a:xfrm flipV="1">
            <a:off x="5199362" y="3426050"/>
            <a:ext cx="57531" cy="12243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0" name="圖片 119">
            <a:extLst>
              <a:ext uri="{FF2B5EF4-FFF2-40B4-BE49-F238E27FC236}">
                <a16:creationId xmlns:a16="http://schemas.microsoft.com/office/drawing/2014/main" id="{E406B241-0A70-4DCF-ABA0-F8B42761AB28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5242869" y="2823308"/>
            <a:ext cx="394762" cy="779900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7A07E351-0A92-4595-8F81-D7A4339B332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4745013" y="4047835"/>
            <a:ext cx="404931" cy="77990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FA3D2231-70F2-436E-898F-2B5BEA44CC57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4231660" y="3740870"/>
            <a:ext cx="411568" cy="7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4174128" y="2041116"/>
            <a:ext cx="1690529" cy="296589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4008" tIns="7004" rIns="14008" bIns="70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76" dirty="0"/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E7D364EB-A3E5-44D8-B826-9192CB5DD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4684591" y="2260494"/>
            <a:ext cx="400524" cy="791557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4689C949-80FA-4E14-8C73-1ADBABF1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5239918" y="2819361"/>
            <a:ext cx="397997" cy="788425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161FF075-13E2-477B-B2AC-908E3836FE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4230026" y="3736360"/>
            <a:ext cx="414224" cy="791557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DACFB157-4E3E-4C3E-89CD-3AEAF2FCA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4744831" y="4038371"/>
            <a:ext cx="410684" cy="79155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4243671" y="2090584"/>
            <a:ext cx="1548496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7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017" y="2928128"/>
                <a:ext cx="124979" cy="175882"/>
              </a:xfrm>
              <a:prstGeom prst="rect">
                <a:avLst/>
              </a:prstGeom>
              <a:blipFill>
                <a:blip r:embed="rId3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43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43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973" y="2518352"/>
                <a:ext cx="124979" cy="175882"/>
              </a:xfrm>
              <a:prstGeom prst="rect">
                <a:avLst/>
              </a:prstGeom>
              <a:blipFill>
                <a:blip r:embed="rId4"/>
                <a:stretch>
                  <a:fillRect r="-8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4875559" y="2429184"/>
            <a:ext cx="23471" cy="22516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42" y="2316053"/>
                <a:ext cx="92162" cy="177869"/>
              </a:xfrm>
              <a:prstGeom prst="rect">
                <a:avLst/>
              </a:prstGeom>
              <a:blipFill>
                <a:blip r:embed="rId5"/>
                <a:stretch>
                  <a:fillRect r="-5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58" y="2407040"/>
                <a:ext cx="69357" cy="171585"/>
              </a:xfrm>
              <a:prstGeom prst="rect">
                <a:avLst/>
              </a:prstGeom>
              <a:blipFill>
                <a:blip r:embed="rId6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4877740" y="2840684"/>
            <a:ext cx="23471" cy="22516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543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031" y="2727553"/>
                <a:ext cx="84825" cy="177869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1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51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816" y="2800839"/>
                <a:ext cx="69357" cy="171585"/>
              </a:xfrm>
              <a:prstGeom prst="rect">
                <a:avLst/>
              </a:prstGeom>
              <a:blipFill>
                <a:blip r:embed="rId8"/>
                <a:stretch>
                  <a:fillRect r="-8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086515" y="2657715"/>
            <a:ext cx="121049" cy="404739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085887" y="2249516"/>
            <a:ext cx="121049" cy="4014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739" y="2559813"/>
                <a:ext cx="94850" cy="163443"/>
              </a:xfrm>
              <a:prstGeom prst="rect">
                <a:avLst/>
              </a:prstGeom>
              <a:blipFill>
                <a:blip r:embed="rId10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462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462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341" y="2971314"/>
                <a:ext cx="94850" cy="163443"/>
              </a:xfrm>
              <a:prstGeom prst="rect">
                <a:avLst/>
              </a:prstGeom>
              <a:blipFill>
                <a:blip r:embed="rId11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1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27" y="3044264"/>
                <a:ext cx="503164" cy="2490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145" y="4532300"/>
                <a:ext cx="511513" cy="1715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33" y="4839740"/>
                <a:ext cx="474831" cy="1715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220" y="3837846"/>
                <a:ext cx="261492" cy="171585"/>
              </a:xfrm>
              <a:prstGeom prst="rect">
                <a:avLst/>
              </a:prstGeom>
              <a:blipFill>
                <a:blip r:embed="rId15"/>
                <a:stretch>
                  <a:fillRect t="-60714" r="-74419" b="-9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1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623" y="3196457"/>
                <a:ext cx="261492" cy="171585"/>
              </a:xfrm>
              <a:prstGeom prst="rect">
                <a:avLst/>
              </a:prstGeom>
              <a:blipFill>
                <a:blip r:embed="rId16"/>
                <a:stretch>
                  <a:fillRect t="-58621" r="-74419" b="-8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4920759" y="3307333"/>
            <a:ext cx="52253" cy="5412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4715354" y="3334396"/>
            <a:ext cx="464473" cy="481134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4920759" y="3788197"/>
            <a:ext cx="52253" cy="5412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4830488" y="3334558"/>
            <a:ext cx="232236" cy="481134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4846740" y="3342878"/>
            <a:ext cx="200293" cy="464473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72" y="3517756"/>
                <a:ext cx="56910" cy="171585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4920455" y="3788197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733" y="3548441"/>
                <a:ext cx="56910" cy="171585"/>
              </a:xfrm>
              <a:prstGeom prst="rect">
                <a:avLst/>
              </a:prstGeom>
              <a:blipFill>
                <a:blip r:embed="rId18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8" y="3345880"/>
                <a:ext cx="82656" cy="171585"/>
              </a:xfrm>
              <a:prstGeom prst="rect">
                <a:avLst/>
              </a:prstGeom>
              <a:blipFill>
                <a:blip r:embed="rId1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4830488" y="3334558"/>
            <a:ext cx="232236" cy="481134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5152967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4945631" y="3430996"/>
            <a:ext cx="546" cy="143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4946582" y="3573717"/>
            <a:ext cx="62981" cy="50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891474" y="3518560"/>
            <a:ext cx="0" cy="11031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4688441" y="35480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4920836" y="3304800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4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925559" y="3543432"/>
            <a:ext cx="32940" cy="6359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471" y="3554706"/>
                <a:ext cx="101398" cy="171585"/>
              </a:xfrm>
              <a:prstGeom prst="rect">
                <a:avLst/>
              </a:prstGeom>
              <a:blipFill>
                <a:blip r:embed="rId20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4875141" y="3575621"/>
            <a:ext cx="71274" cy="92167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4921467" y="3531449"/>
            <a:ext cx="47996" cy="9693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1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51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62" y="3451642"/>
                <a:ext cx="95547" cy="171585"/>
              </a:xfrm>
              <a:prstGeom prst="rect">
                <a:avLst/>
              </a:prstGeom>
              <a:blipFill>
                <a:blip r:embed="rId21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4943814" y="3432240"/>
            <a:ext cx="183963" cy="1446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5030752" y="3638684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4810158" y="3464661"/>
            <a:ext cx="52253" cy="5412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597" y="3601173"/>
                <a:ext cx="452609" cy="249043"/>
              </a:xfrm>
              <a:prstGeom prst="rect">
                <a:avLst/>
              </a:prstGeom>
              <a:blipFill>
                <a:blip r:embed="rId22"/>
                <a:stretch>
                  <a:fillRect l="-2703" t="-41463" b="-6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5082814" y="3700429"/>
            <a:ext cx="188820" cy="26405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3605312"/>
                <a:ext cx="511513" cy="17158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1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15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5" y="4496029"/>
                <a:ext cx="511513" cy="17158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4543119" y="3077135"/>
            <a:ext cx="282202" cy="40320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D46476D2-6E27-437E-BC02-4C4650B64389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5201242" y="2273302"/>
            <a:ext cx="573630" cy="111584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193D39BE-52B5-4EAD-AFC8-3B7DF6F078E3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5201242" y="2661021"/>
            <a:ext cx="573630" cy="138097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CD870927-DD84-4047-9E25-2070DA9856BD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5251930" y="2693632"/>
            <a:ext cx="234340" cy="46598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DEA4EC7B-903D-4344-A0D5-AB175E196F2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5251930" y="2279850"/>
            <a:ext cx="234340" cy="46598"/>
          </a:xfrm>
          <a:prstGeom prst="rect">
            <a:avLst/>
          </a:prstGeom>
        </p:spPr>
      </p:pic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EB7BEC6F-3B2D-4394-97F4-F8834EA0810E}"/>
              </a:ext>
            </a:extLst>
          </p:cNvPr>
          <p:cNvCxnSpPr>
            <a:cxnSpLocks/>
          </p:cNvCxnSpPr>
          <p:nvPr/>
        </p:nvCxnSpPr>
        <p:spPr>
          <a:xfrm flipH="1">
            <a:off x="4631417" y="3593685"/>
            <a:ext cx="65139" cy="15100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1C408A5-AE49-439C-AA5A-32C9D24E09FE}"/>
              </a:ext>
            </a:extLst>
          </p:cNvPr>
          <p:cNvCxnSpPr>
            <a:cxnSpLocks/>
          </p:cNvCxnSpPr>
          <p:nvPr/>
        </p:nvCxnSpPr>
        <p:spPr>
          <a:xfrm flipV="1">
            <a:off x="5199362" y="3426050"/>
            <a:ext cx="57531" cy="12243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8" name="圖片 67">
            <a:extLst>
              <a:ext uri="{FF2B5EF4-FFF2-40B4-BE49-F238E27FC236}">
                <a16:creationId xmlns:a16="http://schemas.microsoft.com/office/drawing/2014/main" id="{29B89FA1-624C-4991-8BBE-BF9F0E11DC4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5248914" y="3706047"/>
            <a:ext cx="393898" cy="785668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2EE34EFC-6BCF-49B8-A731-768A117A846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4229039" y="2831797"/>
            <a:ext cx="396463" cy="7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矩形: 圓角 1125">
            <a:extLst>
              <a:ext uri="{FF2B5EF4-FFF2-40B4-BE49-F238E27FC236}">
                <a16:creationId xmlns:a16="http://schemas.microsoft.com/office/drawing/2014/main" id="{3F81C03E-8459-4374-9089-3CE9F6EBC87F}"/>
              </a:ext>
            </a:extLst>
          </p:cNvPr>
          <p:cNvSpPr/>
          <p:nvPr/>
        </p:nvSpPr>
        <p:spPr>
          <a:xfrm>
            <a:off x="48185" y="1570785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grpSp>
        <p:nvGrpSpPr>
          <p:cNvPr id="1127" name="群組 1126">
            <a:extLst>
              <a:ext uri="{FF2B5EF4-FFF2-40B4-BE49-F238E27FC236}">
                <a16:creationId xmlns:a16="http://schemas.microsoft.com/office/drawing/2014/main" id="{76B87B99-4ECC-4AF8-8E70-6EC8652EAA3C}"/>
              </a:ext>
            </a:extLst>
          </p:cNvPr>
          <p:cNvGrpSpPr/>
          <p:nvPr/>
        </p:nvGrpSpPr>
        <p:grpSpPr>
          <a:xfrm>
            <a:off x="1531809" y="1695530"/>
            <a:ext cx="828577" cy="759514"/>
            <a:chOff x="4207769" y="2691196"/>
            <a:chExt cx="1323709" cy="1213375"/>
          </a:xfrm>
        </p:grpSpPr>
        <p:pic>
          <p:nvPicPr>
            <p:cNvPr id="1128" name="圖片 1127">
              <a:extLst>
                <a:ext uri="{FF2B5EF4-FFF2-40B4-BE49-F238E27FC236}">
                  <a16:creationId xmlns:a16="http://schemas.microsoft.com/office/drawing/2014/main" id="{F54D57A3-4F1E-45B7-B2B6-DB703C20DF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129" name="圖片 1128">
              <a:extLst>
                <a:ext uri="{FF2B5EF4-FFF2-40B4-BE49-F238E27FC236}">
                  <a16:creationId xmlns:a16="http://schemas.microsoft.com/office/drawing/2014/main" id="{258488CE-3D67-4495-9D99-8A029BDC9A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130" name="圖片 1129">
            <a:extLst>
              <a:ext uri="{FF2B5EF4-FFF2-40B4-BE49-F238E27FC236}">
                <a16:creationId xmlns:a16="http://schemas.microsoft.com/office/drawing/2014/main" id="{4162AC29-1DDC-4ABF-9B12-FC67287999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788267" y="1681597"/>
            <a:ext cx="549212" cy="550877"/>
          </a:xfrm>
          <a:prstGeom prst="rect">
            <a:avLst/>
          </a:prstGeom>
        </p:spPr>
      </p:pic>
      <p:pic>
        <p:nvPicPr>
          <p:cNvPr id="1131" name="圖片 1130">
            <a:extLst>
              <a:ext uri="{FF2B5EF4-FFF2-40B4-BE49-F238E27FC236}">
                <a16:creationId xmlns:a16="http://schemas.microsoft.com/office/drawing/2014/main" id="{0E365498-3DDF-4643-A502-51D6902613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882901" y="4254261"/>
            <a:ext cx="551708" cy="550877"/>
          </a:xfrm>
          <a:prstGeom prst="rect">
            <a:avLst/>
          </a:prstGeom>
        </p:spPr>
      </p:pic>
      <p:pic>
        <p:nvPicPr>
          <p:cNvPr id="1132" name="圖片 1131">
            <a:extLst>
              <a:ext uri="{FF2B5EF4-FFF2-40B4-BE49-F238E27FC236}">
                <a16:creationId xmlns:a16="http://schemas.microsoft.com/office/drawing/2014/main" id="{D3CDAFBD-A870-404F-BFC7-F124D5310A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789883" y="2275027"/>
            <a:ext cx="550875" cy="552541"/>
          </a:xfrm>
          <a:prstGeom prst="rect">
            <a:avLst/>
          </a:prstGeom>
        </p:spPr>
      </p:pic>
      <p:pic>
        <p:nvPicPr>
          <p:cNvPr id="1133" name="圖片 1132">
            <a:extLst>
              <a:ext uri="{FF2B5EF4-FFF2-40B4-BE49-F238E27FC236}">
                <a16:creationId xmlns:a16="http://schemas.microsoft.com/office/drawing/2014/main" id="{979ED628-F67C-4651-B609-B5A01105EB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883823" y="4847693"/>
            <a:ext cx="550045" cy="552541"/>
          </a:xfrm>
          <a:prstGeom prst="rect">
            <a:avLst/>
          </a:prstGeom>
        </p:spPr>
      </p:pic>
      <p:sp>
        <p:nvSpPr>
          <p:cNvPr id="1134" name="文字方塊 1133">
            <a:extLst>
              <a:ext uri="{FF2B5EF4-FFF2-40B4-BE49-F238E27FC236}">
                <a16:creationId xmlns:a16="http://schemas.microsoft.com/office/drawing/2014/main" id="{FA393A80-53CF-49E9-A194-38DFF8B3FB64}"/>
              </a:ext>
            </a:extLst>
          </p:cNvPr>
          <p:cNvSpPr txBox="1"/>
          <p:nvPr/>
        </p:nvSpPr>
        <p:spPr>
          <a:xfrm>
            <a:off x="2776206" y="1206565"/>
            <a:ext cx="4394381" cy="422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21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/>
              <p:nvPr/>
            </p:nvSpPr>
            <p:spPr>
              <a:xfrm>
                <a:off x="1033152" y="2643537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52" y="2643537"/>
                <a:ext cx="180524" cy="213135"/>
              </a:xfrm>
              <a:prstGeom prst="rect">
                <a:avLst/>
              </a:prstGeom>
              <a:blipFill>
                <a:blip r:embed="rId4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/>
              <p:nvPr/>
            </p:nvSpPr>
            <p:spPr>
              <a:xfrm>
                <a:off x="1040309" y="2051640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309" y="2051640"/>
                <a:ext cx="180524" cy="213135"/>
              </a:xfrm>
              <a:prstGeom prst="rect">
                <a:avLst/>
              </a:prstGeom>
              <a:blipFill>
                <a:blip r:embed="rId5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7" name="群組 1136">
            <a:extLst>
              <a:ext uri="{FF2B5EF4-FFF2-40B4-BE49-F238E27FC236}">
                <a16:creationId xmlns:a16="http://schemas.microsoft.com/office/drawing/2014/main" id="{B1FA43C7-EF16-45FA-AB54-A492D8DFD912}"/>
              </a:ext>
            </a:extLst>
          </p:cNvPr>
          <p:cNvGrpSpPr/>
          <p:nvPr/>
        </p:nvGrpSpPr>
        <p:grpSpPr>
          <a:xfrm>
            <a:off x="1061379" y="1922837"/>
            <a:ext cx="33903" cy="32523"/>
            <a:chOff x="1373392" y="2391862"/>
            <a:chExt cx="479433" cy="476535"/>
          </a:xfrm>
        </p:grpSpPr>
        <p:sp>
          <p:nvSpPr>
            <p:cNvPr id="1138" name="箭號: 向右 1137">
              <a:extLst>
                <a:ext uri="{FF2B5EF4-FFF2-40B4-BE49-F238E27FC236}">
                  <a16:creationId xmlns:a16="http://schemas.microsoft.com/office/drawing/2014/main" id="{4689C5B5-0310-4B61-9B95-049CCD04E097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139" name="箭號: 向右 1138">
              <a:extLst>
                <a:ext uri="{FF2B5EF4-FFF2-40B4-BE49-F238E27FC236}">
                  <a16:creationId xmlns:a16="http://schemas.microsoft.com/office/drawing/2014/main" id="{6D02E4E3-350F-4F39-B4A4-41603B1DA11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/>
              <p:nvPr/>
            </p:nvSpPr>
            <p:spPr>
              <a:xfrm>
                <a:off x="978010" y="1759412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10" y="1759412"/>
                <a:ext cx="133123" cy="216021"/>
              </a:xfrm>
              <a:prstGeom prst="rect">
                <a:avLst/>
              </a:prstGeom>
              <a:blipFill>
                <a:blip r:embed="rId6"/>
                <a:stretch>
                  <a:fillRect r="-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/>
              <p:nvPr/>
            </p:nvSpPr>
            <p:spPr>
              <a:xfrm>
                <a:off x="1038106" y="189083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06" y="1890838"/>
                <a:ext cx="100183" cy="206851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2" name="群組 1141">
            <a:extLst>
              <a:ext uri="{FF2B5EF4-FFF2-40B4-BE49-F238E27FC236}">
                <a16:creationId xmlns:a16="http://schemas.microsoft.com/office/drawing/2014/main" id="{F340941E-A7F5-47BA-B628-3BE12AEF678A}"/>
              </a:ext>
            </a:extLst>
          </p:cNvPr>
          <p:cNvGrpSpPr/>
          <p:nvPr/>
        </p:nvGrpSpPr>
        <p:grpSpPr>
          <a:xfrm>
            <a:off x="1064528" y="2517227"/>
            <a:ext cx="33903" cy="32523"/>
            <a:chOff x="1373392" y="2391862"/>
            <a:chExt cx="479433" cy="476535"/>
          </a:xfrm>
        </p:grpSpPr>
        <p:sp>
          <p:nvSpPr>
            <p:cNvPr id="1143" name="箭號: 向右 1142">
              <a:extLst>
                <a:ext uri="{FF2B5EF4-FFF2-40B4-BE49-F238E27FC236}">
                  <a16:creationId xmlns:a16="http://schemas.microsoft.com/office/drawing/2014/main" id="{1677A3D4-6466-4E11-A6F3-96703CAB470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144" name="箭號: 向右 1143">
              <a:extLst>
                <a:ext uri="{FF2B5EF4-FFF2-40B4-BE49-F238E27FC236}">
                  <a16:creationId xmlns:a16="http://schemas.microsoft.com/office/drawing/2014/main" id="{65D26E51-AB59-4010-B80C-AE1F14A3DC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/>
              <p:nvPr/>
            </p:nvSpPr>
            <p:spPr>
              <a:xfrm>
                <a:off x="981156" y="2353802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56" y="2353802"/>
                <a:ext cx="122526" cy="216021"/>
              </a:xfrm>
              <a:prstGeom prst="rect">
                <a:avLst/>
              </a:prstGeom>
              <a:blipFill>
                <a:blip r:embed="rId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/>
              <p:nvPr/>
            </p:nvSpPr>
            <p:spPr>
              <a:xfrm>
                <a:off x="1068956" y="245965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956" y="2459658"/>
                <a:ext cx="100183" cy="206851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7" name="圖片 1146">
            <a:extLst>
              <a:ext uri="{FF2B5EF4-FFF2-40B4-BE49-F238E27FC236}">
                <a16:creationId xmlns:a16="http://schemas.microsoft.com/office/drawing/2014/main" id="{FDE0442E-07B2-4C3F-9A8F-4F80F3DA771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1366077" y="2252925"/>
            <a:ext cx="174849" cy="584623"/>
          </a:xfrm>
          <a:prstGeom prst="rect">
            <a:avLst/>
          </a:prstGeom>
        </p:spPr>
      </p:pic>
      <p:pic>
        <p:nvPicPr>
          <p:cNvPr id="1148" name="圖片 1147">
            <a:extLst>
              <a:ext uri="{FF2B5EF4-FFF2-40B4-BE49-F238E27FC236}">
                <a16:creationId xmlns:a16="http://schemas.microsoft.com/office/drawing/2014/main" id="{39DB3BD9-D014-42A2-BF0D-D634E7DDD3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157140" y="3818608"/>
            <a:ext cx="546993" cy="550322"/>
          </a:xfrm>
          <a:prstGeom prst="rect">
            <a:avLst/>
          </a:prstGeom>
        </p:spPr>
      </p:pic>
      <p:pic>
        <p:nvPicPr>
          <p:cNvPr id="1149" name="圖片 1148">
            <a:extLst>
              <a:ext uri="{FF2B5EF4-FFF2-40B4-BE49-F238E27FC236}">
                <a16:creationId xmlns:a16="http://schemas.microsoft.com/office/drawing/2014/main" id="{6233F648-6A53-4F5E-91CF-1B36B6E65D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155614" y="4412684"/>
            <a:ext cx="550043" cy="550875"/>
          </a:xfrm>
          <a:prstGeom prst="rect">
            <a:avLst/>
          </a:prstGeom>
        </p:spPr>
      </p:pic>
      <p:pic>
        <p:nvPicPr>
          <p:cNvPr id="1150" name="圖片 1149">
            <a:extLst>
              <a:ext uri="{FF2B5EF4-FFF2-40B4-BE49-F238E27FC236}">
                <a16:creationId xmlns:a16="http://schemas.microsoft.com/office/drawing/2014/main" id="{957BEE41-4335-4B0E-B2C2-9C0BD50D0CB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1365170" y="1663318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/>
              <p:nvPr/>
            </p:nvSpPr>
            <p:spPr>
              <a:xfrm>
                <a:off x="1328861" y="2111526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861" y="2111526"/>
                <a:ext cx="137005" cy="194990"/>
              </a:xfrm>
              <a:prstGeom prst="rect">
                <a:avLst/>
              </a:prstGeom>
              <a:blipFill>
                <a:blip r:embed="rId10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/>
              <p:nvPr/>
            </p:nvSpPr>
            <p:spPr>
              <a:xfrm>
                <a:off x="1334064" y="270591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064" y="2705915"/>
                <a:ext cx="137005" cy="194990"/>
              </a:xfrm>
              <a:prstGeom prst="rect">
                <a:avLst/>
              </a:prstGeom>
              <a:blipFill>
                <a:blip r:embed="rId11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/>
              <p:nvPr/>
            </p:nvSpPr>
            <p:spPr>
              <a:xfrm>
                <a:off x="744277" y="2811286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77" y="2811286"/>
                <a:ext cx="726792" cy="3188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/>
              <p:nvPr/>
            </p:nvSpPr>
            <p:spPr>
              <a:xfrm>
                <a:off x="61210" y="4960659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0" y="4960659"/>
                <a:ext cx="738852" cy="2068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/>
              <p:nvPr/>
            </p:nvSpPr>
            <p:spPr>
              <a:xfrm>
                <a:off x="822271" y="5404739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71" y="5404739"/>
                <a:ext cx="685868" cy="206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/>
              <p:nvPr/>
            </p:nvSpPr>
            <p:spPr>
              <a:xfrm>
                <a:off x="965556" y="3957558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56" y="3957558"/>
                <a:ext cx="377711" cy="206851"/>
              </a:xfrm>
              <a:prstGeom prst="rect">
                <a:avLst/>
              </a:prstGeom>
              <a:blipFill>
                <a:blip r:embed="rId15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/>
              <p:nvPr/>
            </p:nvSpPr>
            <p:spPr>
              <a:xfrm>
                <a:off x="973360" y="3031107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60" y="3031107"/>
                <a:ext cx="377711" cy="206851"/>
              </a:xfrm>
              <a:prstGeom prst="rect">
                <a:avLst/>
              </a:prstGeom>
              <a:blipFill>
                <a:blip r:embed="rId16"/>
                <a:stretch>
                  <a:fillRect t="-73529" r="-66129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4">
            <a:extLst>
              <a:ext uri="{FF2B5EF4-FFF2-40B4-BE49-F238E27FC236}">
                <a16:creationId xmlns:a16="http://schemas.microsoft.com/office/drawing/2014/main" id="{AA653D80-6913-460E-BF93-2A9F5EC6EFFB}"/>
              </a:ext>
            </a:extLst>
          </p:cNvPr>
          <p:cNvSpPr/>
          <p:nvPr/>
        </p:nvSpPr>
        <p:spPr>
          <a:xfrm>
            <a:off x="1126667" y="3191261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159" name="Oval 4">
            <a:extLst>
              <a:ext uri="{FF2B5EF4-FFF2-40B4-BE49-F238E27FC236}">
                <a16:creationId xmlns:a16="http://schemas.microsoft.com/office/drawing/2014/main" id="{F3639644-23B4-419D-AD9D-69C0350F100F}"/>
              </a:ext>
            </a:extLst>
          </p:cNvPr>
          <p:cNvSpPr/>
          <p:nvPr/>
        </p:nvSpPr>
        <p:spPr>
          <a:xfrm>
            <a:off x="829972" y="3230352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0" name="Oval 15">
            <a:extLst>
              <a:ext uri="{FF2B5EF4-FFF2-40B4-BE49-F238E27FC236}">
                <a16:creationId xmlns:a16="http://schemas.microsoft.com/office/drawing/2014/main" id="{4744AE0D-95B2-4D1D-A31E-B3591D09EEF3}"/>
              </a:ext>
            </a:extLst>
          </p:cNvPr>
          <p:cNvSpPr/>
          <p:nvPr/>
        </p:nvSpPr>
        <p:spPr>
          <a:xfrm>
            <a:off x="1126667" y="3885842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1" name="SHO">
            <a:extLst>
              <a:ext uri="{FF2B5EF4-FFF2-40B4-BE49-F238E27FC236}">
                <a16:creationId xmlns:a16="http://schemas.microsoft.com/office/drawing/2014/main" id="{22F4A152-A563-477C-AA2A-D551D7B2EDDF}"/>
              </a:ext>
            </a:extLst>
          </p:cNvPr>
          <p:cNvSpPr/>
          <p:nvPr/>
        </p:nvSpPr>
        <p:spPr>
          <a:xfrm rot="16200000">
            <a:off x="1019750" y="3242618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2" name="SVO">
            <a:extLst>
              <a:ext uri="{FF2B5EF4-FFF2-40B4-BE49-F238E27FC236}">
                <a16:creationId xmlns:a16="http://schemas.microsoft.com/office/drawing/2014/main" id="{0C75A43C-B0E3-432D-B6CE-30BD10BA3028}"/>
              </a:ext>
            </a:extLst>
          </p:cNvPr>
          <p:cNvSpPr/>
          <p:nvPr/>
        </p:nvSpPr>
        <p:spPr>
          <a:xfrm>
            <a:off x="996262" y="3230585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163" name="Oval 6">
            <a:extLst>
              <a:ext uri="{FF2B5EF4-FFF2-40B4-BE49-F238E27FC236}">
                <a16:creationId xmlns:a16="http://schemas.microsoft.com/office/drawing/2014/main" id="{ABBB4698-43B1-41A9-AECD-F75C51EBB443}"/>
              </a:ext>
            </a:extLst>
          </p:cNvPr>
          <p:cNvSpPr/>
          <p:nvPr/>
        </p:nvSpPr>
        <p:spPr>
          <a:xfrm rot="16200000">
            <a:off x="1019750" y="3242618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/>
              <p:nvPr/>
            </p:nvSpPr>
            <p:spPr>
              <a:xfrm>
                <a:off x="909008" y="3495206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08" y="3495206"/>
                <a:ext cx="82204" cy="206851"/>
              </a:xfrm>
              <a:prstGeom prst="rect">
                <a:avLst/>
              </a:prstGeom>
              <a:blipFill>
                <a:blip r:embed="rId1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5" name="Oval 22">
            <a:extLst>
              <a:ext uri="{FF2B5EF4-FFF2-40B4-BE49-F238E27FC236}">
                <a16:creationId xmlns:a16="http://schemas.microsoft.com/office/drawing/2014/main" id="{AFB7E9B2-4CB5-481D-A372-FFDDC6DF8330}"/>
              </a:ext>
            </a:extLst>
          </p:cNvPr>
          <p:cNvSpPr/>
          <p:nvPr/>
        </p:nvSpPr>
        <p:spPr>
          <a:xfrm>
            <a:off x="1126229" y="388584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/>
              <p:nvPr/>
            </p:nvSpPr>
            <p:spPr>
              <a:xfrm>
                <a:off x="1213296" y="353952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296" y="3539529"/>
                <a:ext cx="82204" cy="206851"/>
              </a:xfrm>
              <a:prstGeom prst="rect">
                <a:avLst/>
              </a:prstGeom>
              <a:blipFill>
                <a:blip r:embed="rId1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/>
              <p:nvPr/>
            </p:nvSpPr>
            <p:spPr>
              <a:xfrm>
                <a:off x="1099872" y="3246941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72" y="3246941"/>
                <a:ext cx="119391" cy="206851"/>
              </a:xfrm>
              <a:prstGeom prst="rect">
                <a:avLst/>
              </a:prstGeom>
              <a:blipFill>
                <a:blip r:embed="rId1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8" name="DVO">
            <a:extLst>
              <a:ext uri="{FF2B5EF4-FFF2-40B4-BE49-F238E27FC236}">
                <a16:creationId xmlns:a16="http://schemas.microsoft.com/office/drawing/2014/main" id="{43B25A32-9DFA-4C8D-B7BB-8F835DF49E94}"/>
              </a:ext>
            </a:extLst>
          </p:cNvPr>
          <p:cNvSpPr/>
          <p:nvPr/>
        </p:nvSpPr>
        <p:spPr>
          <a:xfrm flipH="1">
            <a:off x="996262" y="3230585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9" name="Oval 23">
            <a:extLst>
              <a:ext uri="{FF2B5EF4-FFF2-40B4-BE49-F238E27FC236}">
                <a16:creationId xmlns:a16="http://schemas.microsoft.com/office/drawing/2014/main" id="{D9B3C60F-F09A-43EA-BEF1-E1EBA8B95247}"/>
              </a:ext>
            </a:extLst>
          </p:cNvPr>
          <p:cNvSpPr/>
          <p:nvPr/>
        </p:nvSpPr>
        <p:spPr>
          <a:xfrm>
            <a:off x="1462079" y="353897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170" name="Straight Arrow Connector 7">
            <a:extLst>
              <a:ext uri="{FF2B5EF4-FFF2-40B4-BE49-F238E27FC236}">
                <a16:creationId xmlns:a16="http://schemas.microsoft.com/office/drawing/2014/main" id="{FBC59AF6-7D90-433C-9817-9EF3ABFA0287}"/>
              </a:ext>
            </a:extLst>
          </p:cNvPr>
          <p:cNvCxnSpPr>
            <a:cxnSpLocks/>
          </p:cNvCxnSpPr>
          <p:nvPr/>
        </p:nvCxnSpPr>
        <p:spPr>
          <a:xfrm flipV="1">
            <a:off x="1162580" y="3369885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Arrow Connector 19">
            <a:extLst>
              <a:ext uri="{FF2B5EF4-FFF2-40B4-BE49-F238E27FC236}">
                <a16:creationId xmlns:a16="http://schemas.microsoft.com/office/drawing/2014/main" id="{28140EC2-24AE-4AEE-BD89-EC283772E98A}"/>
              </a:ext>
            </a:extLst>
          </p:cNvPr>
          <p:cNvCxnSpPr>
            <a:cxnSpLocks/>
          </p:cNvCxnSpPr>
          <p:nvPr/>
        </p:nvCxnSpPr>
        <p:spPr>
          <a:xfrm>
            <a:off x="1163967" y="3576038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Arrow Connector 18">
            <a:extLst>
              <a:ext uri="{FF2B5EF4-FFF2-40B4-BE49-F238E27FC236}">
                <a16:creationId xmlns:a16="http://schemas.microsoft.com/office/drawing/2014/main" id="{1C4FBA02-ACEE-4855-8483-0AAA4071387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84367" y="3496368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Oval 20">
            <a:extLst>
              <a:ext uri="{FF2B5EF4-FFF2-40B4-BE49-F238E27FC236}">
                <a16:creationId xmlns:a16="http://schemas.microsoft.com/office/drawing/2014/main" id="{3A6001A7-E31D-4533-A278-F437C90FAC3E}"/>
              </a:ext>
            </a:extLst>
          </p:cNvPr>
          <p:cNvSpPr/>
          <p:nvPr/>
        </p:nvSpPr>
        <p:spPr>
          <a:xfrm>
            <a:off x="791097" y="353897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174" name="Oval 22">
            <a:extLst>
              <a:ext uri="{FF2B5EF4-FFF2-40B4-BE49-F238E27FC236}">
                <a16:creationId xmlns:a16="http://schemas.microsoft.com/office/drawing/2014/main" id="{EFC1D29D-3F90-4FD1-801B-CA97BA7CAFD0}"/>
              </a:ext>
            </a:extLst>
          </p:cNvPr>
          <p:cNvSpPr/>
          <p:nvPr/>
        </p:nvSpPr>
        <p:spPr>
          <a:xfrm>
            <a:off x="1126778" y="3187603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175" name="Partial Circle 9">
            <a:extLst>
              <a:ext uri="{FF2B5EF4-FFF2-40B4-BE49-F238E27FC236}">
                <a16:creationId xmlns:a16="http://schemas.microsoft.com/office/drawing/2014/main" id="{31D16976-83A1-405A-B7A4-C5E1B8DAD51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133587" y="3532293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/>
              <p:nvPr/>
            </p:nvSpPr>
            <p:spPr>
              <a:xfrm>
                <a:off x="964460" y="3548578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460" y="3548578"/>
                <a:ext cx="146463" cy="206851"/>
              </a:xfrm>
              <a:prstGeom prst="rect">
                <a:avLst/>
              </a:prstGeom>
              <a:blipFill>
                <a:blip r:embed="rId2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7" name="Straight Arrow Connector 17">
            <a:extLst>
              <a:ext uri="{FF2B5EF4-FFF2-40B4-BE49-F238E27FC236}">
                <a16:creationId xmlns:a16="http://schemas.microsoft.com/office/drawing/2014/main" id="{8D8B4017-0E3B-4E13-A6DD-5ED66FC6AB0B}"/>
              </a:ext>
            </a:extLst>
          </p:cNvPr>
          <p:cNvCxnSpPr>
            <a:cxnSpLocks/>
          </p:cNvCxnSpPr>
          <p:nvPr/>
        </p:nvCxnSpPr>
        <p:spPr>
          <a:xfrm flipH="1">
            <a:off x="1060760" y="3578788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8" name="Partial Circle 9">
            <a:extLst>
              <a:ext uri="{FF2B5EF4-FFF2-40B4-BE49-F238E27FC236}">
                <a16:creationId xmlns:a16="http://schemas.microsoft.com/office/drawing/2014/main" id="{47F375D9-3CB7-41B8-8649-EF0644DDF79C}"/>
              </a:ext>
            </a:extLst>
          </p:cNvPr>
          <p:cNvSpPr>
            <a:spLocks noChangeAspect="1"/>
          </p:cNvSpPr>
          <p:nvPr/>
        </p:nvSpPr>
        <p:spPr>
          <a:xfrm>
            <a:off x="1127676" y="3515000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/>
              <p:nvPr/>
            </p:nvSpPr>
            <p:spPr>
              <a:xfrm>
                <a:off x="1146157" y="3399707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57" y="3399707"/>
                <a:ext cx="138012" cy="206851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0" name="Straight Arrow Connector 17">
            <a:extLst>
              <a:ext uri="{FF2B5EF4-FFF2-40B4-BE49-F238E27FC236}">
                <a16:creationId xmlns:a16="http://schemas.microsoft.com/office/drawing/2014/main" id="{64C47C89-C3D0-4E6E-B12F-99CA3D9A0FBF}"/>
              </a:ext>
            </a:extLst>
          </p:cNvPr>
          <p:cNvCxnSpPr>
            <a:cxnSpLocks/>
          </p:cNvCxnSpPr>
          <p:nvPr/>
        </p:nvCxnSpPr>
        <p:spPr>
          <a:xfrm flipV="1">
            <a:off x="1159954" y="3371696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81" name="Oval 22">
            <a:extLst>
              <a:ext uri="{FF2B5EF4-FFF2-40B4-BE49-F238E27FC236}">
                <a16:creationId xmlns:a16="http://schemas.microsoft.com/office/drawing/2014/main" id="{265A2CAE-93C0-489E-BBE3-70B05A77C8FE}"/>
              </a:ext>
            </a:extLst>
          </p:cNvPr>
          <p:cNvSpPr/>
          <p:nvPr/>
        </p:nvSpPr>
        <p:spPr>
          <a:xfrm>
            <a:off x="1285545" y="366987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82" name="Oval 22">
            <a:extLst>
              <a:ext uri="{FF2B5EF4-FFF2-40B4-BE49-F238E27FC236}">
                <a16:creationId xmlns:a16="http://schemas.microsoft.com/office/drawing/2014/main" id="{FBDE118E-64FA-47ED-BDDA-6C826F6C7B69}"/>
              </a:ext>
            </a:extLst>
          </p:cNvPr>
          <p:cNvSpPr/>
          <p:nvPr/>
        </p:nvSpPr>
        <p:spPr>
          <a:xfrm>
            <a:off x="966911" y="3418513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/>
              <p:nvPr/>
            </p:nvSpPr>
            <p:spPr>
              <a:xfrm>
                <a:off x="103752" y="3615710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2" y="3615710"/>
                <a:ext cx="653769" cy="318870"/>
              </a:xfrm>
              <a:prstGeom prst="rect">
                <a:avLst/>
              </a:prstGeom>
              <a:blipFill>
                <a:blip r:embed="rId22"/>
                <a:stretch>
                  <a:fillRect l="-3738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4" name="圖片 1183">
            <a:extLst>
              <a:ext uri="{FF2B5EF4-FFF2-40B4-BE49-F238E27FC236}">
                <a16:creationId xmlns:a16="http://schemas.microsoft.com/office/drawing/2014/main" id="{85654EC2-7B8A-4ECA-864D-646FDF73B1D5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51281" r="51003"/>
          <a:stretch/>
        </p:blipFill>
        <p:spPr>
          <a:xfrm>
            <a:off x="150696" y="3070773"/>
            <a:ext cx="559881" cy="552082"/>
          </a:xfrm>
          <a:prstGeom prst="rect">
            <a:avLst/>
          </a:prstGeom>
        </p:spPr>
      </p:pic>
      <p:cxnSp>
        <p:nvCxnSpPr>
          <p:cNvPr id="1185" name="直線接點 1184">
            <a:extLst>
              <a:ext uri="{FF2B5EF4-FFF2-40B4-BE49-F238E27FC236}">
                <a16:creationId xmlns:a16="http://schemas.microsoft.com/office/drawing/2014/main" id="{3F01E9F4-03A1-4731-9C23-B8A4223D4295}"/>
              </a:ext>
            </a:extLst>
          </p:cNvPr>
          <p:cNvCxnSpPr>
            <a:cxnSpLocks/>
          </p:cNvCxnSpPr>
          <p:nvPr/>
        </p:nvCxnSpPr>
        <p:spPr>
          <a:xfrm>
            <a:off x="1360746" y="3759081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86" name="圖片 1185">
            <a:extLst>
              <a:ext uri="{FF2B5EF4-FFF2-40B4-BE49-F238E27FC236}">
                <a16:creationId xmlns:a16="http://schemas.microsoft.com/office/drawing/2014/main" id="{7E0455C2-19FB-4623-8CA9-96B882E727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1615172" y="2488578"/>
            <a:ext cx="551708" cy="552541"/>
          </a:xfrm>
          <a:prstGeom prst="rect">
            <a:avLst/>
          </a:prstGeom>
        </p:spPr>
      </p:pic>
      <p:pic>
        <p:nvPicPr>
          <p:cNvPr id="1187" name="圖片 1186">
            <a:extLst>
              <a:ext uri="{FF2B5EF4-FFF2-40B4-BE49-F238E27FC236}">
                <a16:creationId xmlns:a16="http://schemas.microsoft.com/office/drawing/2014/main" id="{CF576AC4-872E-484B-A7C0-DE992DEB21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1615588" y="3082012"/>
            <a:ext cx="550876" cy="5542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/>
              <p:nvPr/>
            </p:nvSpPr>
            <p:spPr>
              <a:xfrm>
                <a:off x="1521600" y="3621676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600" y="3621676"/>
                <a:ext cx="738852" cy="20685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/>
              <p:nvPr/>
            </p:nvSpPr>
            <p:spPr>
              <a:xfrm>
                <a:off x="1521600" y="4908267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600" y="4908267"/>
                <a:ext cx="738852" cy="20685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90" name="圖片 1189">
            <a:extLst>
              <a:ext uri="{FF2B5EF4-FFF2-40B4-BE49-F238E27FC236}">
                <a16:creationId xmlns:a16="http://schemas.microsoft.com/office/drawing/2014/main" id="{8CBF70BF-095D-41F4-8736-F0F4EEA7DA4E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b="50807"/>
          <a:stretch/>
        </p:blipFill>
        <p:spPr>
          <a:xfrm>
            <a:off x="1612412" y="3767567"/>
            <a:ext cx="557229" cy="557453"/>
          </a:xfrm>
          <a:prstGeom prst="rect">
            <a:avLst/>
          </a:prstGeom>
        </p:spPr>
      </p:pic>
      <p:pic>
        <p:nvPicPr>
          <p:cNvPr id="1191" name="圖片 1190">
            <a:extLst>
              <a:ext uri="{FF2B5EF4-FFF2-40B4-BE49-F238E27FC236}">
                <a16:creationId xmlns:a16="http://schemas.microsoft.com/office/drawing/2014/main" id="{A3C49FC7-0814-4DAF-AE57-F82594688E12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t="50810"/>
          <a:stretch/>
        </p:blipFill>
        <p:spPr>
          <a:xfrm>
            <a:off x="1612412" y="4364649"/>
            <a:ext cx="557228" cy="557412"/>
          </a:xfrm>
          <a:prstGeom prst="rect">
            <a:avLst/>
          </a:prstGeom>
        </p:spPr>
      </p:pic>
      <p:cxnSp>
        <p:nvCxnSpPr>
          <p:cNvPr id="1192" name="直線接點 1191">
            <a:extLst>
              <a:ext uri="{FF2B5EF4-FFF2-40B4-BE49-F238E27FC236}">
                <a16:creationId xmlns:a16="http://schemas.microsoft.com/office/drawing/2014/main" id="{7AF4EA0F-9278-4890-999E-71CB44782D1D}"/>
              </a:ext>
            </a:extLst>
          </p:cNvPr>
          <p:cNvCxnSpPr>
            <a:cxnSpLocks/>
          </p:cNvCxnSpPr>
          <p:nvPr/>
        </p:nvCxnSpPr>
        <p:spPr>
          <a:xfrm>
            <a:off x="581173" y="2858768"/>
            <a:ext cx="407625" cy="58240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93" name="圖片 1192">
            <a:extLst>
              <a:ext uri="{FF2B5EF4-FFF2-40B4-BE49-F238E27FC236}">
                <a16:creationId xmlns:a16="http://schemas.microsoft.com/office/drawing/2014/main" id="{C3ECB37F-0F4A-4DE6-825A-A62D6A74B1F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1003" b="50581"/>
          <a:stretch/>
        </p:blipFill>
        <p:spPr>
          <a:xfrm>
            <a:off x="150695" y="2498250"/>
            <a:ext cx="559882" cy="560009"/>
          </a:xfrm>
          <a:prstGeom prst="rect">
            <a:avLst/>
          </a:prstGeom>
        </p:spPr>
      </p:pic>
      <p:cxnSp>
        <p:nvCxnSpPr>
          <p:cNvPr id="1194" name="直線接點 1193">
            <a:extLst>
              <a:ext uri="{FF2B5EF4-FFF2-40B4-BE49-F238E27FC236}">
                <a16:creationId xmlns:a16="http://schemas.microsoft.com/office/drawing/2014/main" id="{EEF28BCF-98DD-44EF-9275-1130455C4065}"/>
              </a:ext>
            </a:extLst>
          </p:cNvPr>
          <p:cNvCxnSpPr>
            <a:cxnSpLocks/>
          </p:cNvCxnSpPr>
          <p:nvPr/>
        </p:nvCxnSpPr>
        <p:spPr>
          <a:xfrm flipH="1">
            <a:off x="708728" y="3604881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5" name="直線接點 1194">
            <a:extLst>
              <a:ext uri="{FF2B5EF4-FFF2-40B4-BE49-F238E27FC236}">
                <a16:creationId xmlns:a16="http://schemas.microsoft.com/office/drawing/2014/main" id="{938750FF-74BB-453B-AA0C-43A905A7682F}"/>
              </a:ext>
            </a:extLst>
          </p:cNvPr>
          <p:cNvCxnSpPr>
            <a:cxnSpLocks/>
          </p:cNvCxnSpPr>
          <p:nvPr/>
        </p:nvCxnSpPr>
        <p:spPr>
          <a:xfrm flipV="1">
            <a:off x="1529079" y="3362757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96" name="矩形: 圓角 1195">
            <a:extLst>
              <a:ext uri="{FF2B5EF4-FFF2-40B4-BE49-F238E27FC236}">
                <a16:creationId xmlns:a16="http://schemas.microsoft.com/office/drawing/2014/main" id="{D13472D6-71FA-422C-977D-41CAD58036C2}"/>
              </a:ext>
            </a:extLst>
          </p:cNvPr>
          <p:cNvSpPr/>
          <p:nvPr/>
        </p:nvSpPr>
        <p:spPr>
          <a:xfrm>
            <a:off x="2495722" y="1575864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pic>
        <p:nvPicPr>
          <p:cNvPr id="1197" name="圖片 1196">
            <a:extLst>
              <a:ext uri="{FF2B5EF4-FFF2-40B4-BE49-F238E27FC236}">
                <a16:creationId xmlns:a16="http://schemas.microsoft.com/office/drawing/2014/main" id="{686DF4F1-9886-406A-8830-FD97A0E6DCAD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3235288" y="1684105"/>
            <a:ext cx="580872" cy="1142794"/>
          </a:xfrm>
          <a:prstGeom prst="rect">
            <a:avLst/>
          </a:prstGeom>
        </p:spPr>
      </p:pic>
      <p:pic>
        <p:nvPicPr>
          <p:cNvPr id="1198" name="圖片 1197">
            <a:extLst>
              <a:ext uri="{FF2B5EF4-FFF2-40B4-BE49-F238E27FC236}">
                <a16:creationId xmlns:a16="http://schemas.microsoft.com/office/drawing/2014/main" id="{78FC5479-B611-4BA6-9754-E5AEA3C4A31A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4044094" y="2489527"/>
            <a:ext cx="575365" cy="1142794"/>
          </a:xfrm>
          <a:prstGeom prst="rect">
            <a:avLst/>
          </a:prstGeom>
        </p:spPr>
      </p:pic>
      <p:pic>
        <p:nvPicPr>
          <p:cNvPr id="1199" name="圖片 1198">
            <a:extLst>
              <a:ext uri="{FF2B5EF4-FFF2-40B4-BE49-F238E27FC236}">
                <a16:creationId xmlns:a16="http://schemas.microsoft.com/office/drawing/2014/main" id="{0401C262-0BE3-444B-B169-177009532CF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2580395" y="3810627"/>
            <a:ext cx="595565" cy="1142794"/>
          </a:xfrm>
          <a:prstGeom prst="rect">
            <a:avLst/>
          </a:prstGeom>
        </p:spPr>
      </p:pic>
      <p:pic>
        <p:nvPicPr>
          <p:cNvPr id="1200" name="圖片 1199">
            <a:extLst>
              <a:ext uri="{FF2B5EF4-FFF2-40B4-BE49-F238E27FC236}">
                <a16:creationId xmlns:a16="http://schemas.microsoft.com/office/drawing/2014/main" id="{D53EC49E-DBC9-4FEE-A134-086546CABC2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3313117" y="4257195"/>
            <a:ext cx="604224" cy="1142794"/>
          </a:xfrm>
          <a:prstGeom prst="rect">
            <a:avLst/>
          </a:prstGeom>
        </p:spPr>
      </p:pic>
      <p:pic>
        <p:nvPicPr>
          <p:cNvPr id="1201" name="圖片 1200">
            <a:extLst>
              <a:ext uri="{FF2B5EF4-FFF2-40B4-BE49-F238E27FC236}">
                <a16:creationId xmlns:a16="http://schemas.microsoft.com/office/drawing/2014/main" id="{4D7B64FF-0347-4B60-AFBF-EACDA93671F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4051049" y="3771830"/>
            <a:ext cx="572313" cy="1152358"/>
          </a:xfrm>
          <a:prstGeom prst="rect">
            <a:avLst/>
          </a:prstGeom>
        </p:spPr>
      </p:pic>
      <p:pic>
        <p:nvPicPr>
          <p:cNvPr id="1202" name="圖片 1201">
            <a:extLst>
              <a:ext uri="{FF2B5EF4-FFF2-40B4-BE49-F238E27FC236}">
                <a16:creationId xmlns:a16="http://schemas.microsoft.com/office/drawing/2014/main" id="{94F17AAC-774A-49FD-A88E-6FA188968AB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2604179" y="2488311"/>
            <a:ext cx="575377" cy="11523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03" name="文字方塊 1202">
                <a:extLst>
                  <a:ext uri="{FF2B5EF4-FFF2-40B4-BE49-F238E27FC236}">
                    <a16:creationId xmlns:a16="http://schemas.microsoft.com/office/drawing/2014/main" id="{EA4201E3-6DAF-42D4-A235-CD97D5152E4F}"/>
                  </a:ext>
                </a:extLst>
              </p:cNvPr>
              <p:cNvSpPr txBox="1"/>
              <p:nvPr/>
            </p:nvSpPr>
            <p:spPr>
              <a:xfrm>
                <a:off x="3480689" y="2648615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203" name="文字方塊 1202">
                <a:extLst>
                  <a:ext uri="{FF2B5EF4-FFF2-40B4-BE49-F238E27FC236}">
                    <a16:creationId xmlns:a16="http://schemas.microsoft.com/office/drawing/2014/main" id="{EA4201E3-6DAF-42D4-A235-CD97D5152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689" y="2648615"/>
                <a:ext cx="180524" cy="213135"/>
              </a:xfrm>
              <a:prstGeom prst="rect">
                <a:avLst/>
              </a:prstGeom>
              <a:blipFill>
                <a:blip r:embed="rId28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4" name="文字方塊 1203">
                <a:extLst>
                  <a:ext uri="{FF2B5EF4-FFF2-40B4-BE49-F238E27FC236}">
                    <a16:creationId xmlns:a16="http://schemas.microsoft.com/office/drawing/2014/main" id="{46B7A2C3-6A46-43E2-BE15-D0098305EE62}"/>
                  </a:ext>
                </a:extLst>
              </p:cNvPr>
              <p:cNvSpPr txBox="1"/>
              <p:nvPr/>
            </p:nvSpPr>
            <p:spPr>
              <a:xfrm>
                <a:off x="3487846" y="2056718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204" name="文字方塊 1203">
                <a:extLst>
                  <a:ext uri="{FF2B5EF4-FFF2-40B4-BE49-F238E27FC236}">
                    <a16:creationId xmlns:a16="http://schemas.microsoft.com/office/drawing/2014/main" id="{46B7A2C3-6A46-43E2-BE15-D0098305E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46" y="2056718"/>
                <a:ext cx="180524" cy="213135"/>
              </a:xfrm>
              <a:prstGeom prst="rect">
                <a:avLst/>
              </a:prstGeom>
              <a:blipFill>
                <a:blip r:embed="rId28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5" name="群組 1204">
            <a:extLst>
              <a:ext uri="{FF2B5EF4-FFF2-40B4-BE49-F238E27FC236}">
                <a16:creationId xmlns:a16="http://schemas.microsoft.com/office/drawing/2014/main" id="{F63D3BB3-F9C4-4F9C-8001-FADDF56C2BE0}"/>
              </a:ext>
            </a:extLst>
          </p:cNvPr>
          <p:cNvGrpSpPr/>
          <p:nvPr/>
        </p:nvGrpSpPr>
        <p:grpSpPr>
          <a:xfrm>
            <a:off x="3508916" y="1927916"/>
            <a:ext cx="33903" cy="32523"/>
            <a:chOff x="1373392" y="2391862"/>
            <a:chExt cx="479433" cy="476535"/>
          </a:xfrm>
        </p:grpSpPr>
        <p:sp>
          <p:nvSpPr>
            <p:cNvPr id="1206" name="箭號: 向右 1205">
              <a:extLst>
                <a:ext uri="{FF2B5EF4-FFF2-40B4-BE49-F238E27FC236}">
                  <a16:creationId xmlns:a16="http://schemas.microsoft.com/office/drawing/2014/main" id="{9329CC8A-202F-471F-95A9-D457D494305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207" name="箭號: 向右 1206">
              <a:extLst>
                <a:ext uri="{FF2B5EF4-FFF2-40B4-BE49-F238E27FC236}">
                  <a16:creationId xmlns:a16="http://schemas.microsoft.com/office/drawing/2014/main" id="{CB0D061C-78E2-404F-8BC4-AA847E92765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08" name="文字方塊 1207">
                <a:extLst>
                  <a:ext uri="{FF2B5EF4-FFF2-40B4-BE49-F238E27FC236}">
                    <a16:creationId xmlns:a16="http://schemas.microsoft.com/office/drawing/2014/main" id="{12644F26-C9F2-42AF-B423-F69C1D64DFBA}"/>
                  </a:ext>
                </a:extLst>
              </p:cNvPr>
              <p:cNvSpPr txBox="1"/>
              <p:nvPr/>
            </p:nvSpPr>
            <p:spPr>
              <a:xfrm>
                <a:off x="3425547" y="1764490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08" name="文字方塊 1207">
                <a:extLst>
                  <a:ext uri="{FF2B5EF4-FFF2-40B4-BE49-F238E27FC236}">
                    <a16:creationId xmlns:a16="http://schemas.microsoft.com/office/drawing/2014/main" id="{12644F26-C9F2-42AF-B423-F69C1D64D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547" y="1764490"/>
                <a:ext cx="133123" cy="216021"/>
              </a:xfrm>
              <a:prstGeom prst="rect">
                <a:avLst/>
              </a:prstGeom>
              <a:blipFill>
                <a:blip r:embed="rId29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9" name="文字方塊 1208">
                <a:extLst>
                  <a:ext uri="{FF2B5EF4-FFF2-40B4-BE49-F238E27FC236}">
                    <a16:creationId xmlns:a16="http://schemas.microsoft.com/office/drawing/2014/main" id="{2ACE3764-848F-4688-A425-5C3BBC2DC643}"/>
                  </a:ext>
                </a:extLst>
              </p:cNvPr>
              <p:cNvSpPr txBox="1"/>
              <p:nvPr/>
            </p:nvSpPr>
            <p:spPr>
              <a:xfrm>
                <a:off x="3485643" y="1895917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09" name="文字方塊 1208">
                <a:extLst>
                  <a:ext uri="{FF2B5EF4-FFF2-40B4-BE49-F238E27FC236}">
                    <a16:creationId xmlns:a16="http://schemas.microsoft.com/office/drawing/2014/main" id="{2ACE3764-848F-4688-A425-5C3BBC2DC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643" y="1895917"/>
                <a:ext cx="100183" cy="206851"/>
              </a:xfrm>
              <a:prstGeom prst="rect">
                <a:avLst/>
              </a:prstGeom>
              <a:blipFill>
                <a:blip r:embed="rId30"/>
                <a:stretch>
                  <a:fillRect r="-8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0" name="群組 1209">
            <a:extLst>
              <a:ext uri="{FF2B5EF4-FFF2-40B4-BE49-F238E27FC236}">
                <a16:creationId xmlns:a16="http://schemas.microsoft.com/office/drawing/2014/main" id="{26C17E23-26AC-49CF-9A2E-D5FDEF92A604}"/>
              </a:ext>
            </a:extLst>
          </p:cNvPr>
          <p:cNvGrpSpPr/>
          <p:nvPr/>
        </p:nvGrpSpPr>
        <p:grpSpPr>
          <a:xfrm>
            <a:off x="3512065" y="2522306"/>
            <a:ext cx="33903" cy="32523"/>
            <a:chOff x="1373392" y="2391862"/>
            <a:chExt cx="479433" cy="476535"/>
          </a:xfrm>
        </p:grpSpPr>
        <p:sp>
          <p:nvSpPr>
            <p:cNvPr id="1211" name="箭號: 向右 1210">
              <a:extLst>
                <a:ext uri="{FF2B5EF4-FFF2-40B4-BE49-F238E27FC236}">
                  <a16:creationId xmlns:a16="http://schemas.microsoft.com/office/drawing/2014/main" id="{14531C87-888A-4468-82C6-1B6D40AC155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212" name="箭號: 向右 1211">
              <a:extLst>
                <a:ext uri="{FF2B5EF4-FFF2-40B4-BE49-F238E27FC236}">
                  <a16:creationId xmlns:a16="http://schemas.microsoft.com/office/drawing/2014/main" id="{EC025A0B-B981-4404-BE37-A46D334771C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3" name="文字方塊 1212">
                <a:extLst>
                  <a:ext uri="{FF2B5EF4-FFF2-40B4-BE49-F238E27FC236}">
                    <a16:creationId xmlns:a16="http://schemas.microsoft.com/office/drawing/2014/main" id="{3F41B4C4-BB58-4EE9-A8B3-1FC579937FC4}"/>
                  </a:ext>
                </a:extLst>
              </p:cNvPr>
              <p:cNvSpPr txBox="1"/>
              <p:nvPr/>
            </p:nvSpPr>
            <p:spPr>
              <a:xfrm>
                <a:off x="3428693" y="2358880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13" name="文字方塊 1212">
                <a:extLst>
                  <a:ext uri="{FF2B5EF4-FFF2-40B4-BE49-F238E27FC236}">
                    <a16:creationId xmlns:a16="http://schemas.microsoft.com/office/drawing/2014/main" id="{3F41B4C4-BB58-4EE9-A8B3-1FC579937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693" y="2358880"/>
                <a:ext cx="122526" cy="216021"/>
              </a:xfrm>
              <a:prstGeom prst="rect">
                <a:avLst/>
              </a:prstGeom>
              <a:blipFill>
                <a:blip r:embed="rId31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4" name="文字方塊 1213">
                <a:extLst>
                  <a:ext uri="{FF2B5EF4-FFF2-40B4-BE49-F238E27FC236}">
                    <a16:creationId xmlns:a16="http://schemas.microsoft.com/office/drawing/2014/main" id="{2D2DAB9B-FF1B-407E-B2A0-C9BF271711D6}"/>
                  </a:ext>
                </a:extLst>
              </p:cNvPr>
              <p:cNvSpPr txBox="1"/>
              <p:nvPr/>
            </p:nvSpPr>
            <p:spPr>
              <a:xfrm>
                <a:off x="3516493" y="2464737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14" name="文字方塊 1213">
                <a:extLst>
                  <a:ext uri="{FF2B5EF4-FFF2-40B4-BE49-F238E27FC236}">
                    <a16:creationId xmlns:a16="http://schemas.microsoft.com/office/drawing/2014/main" id="{2D2DAB9B-FF1B-407E-B2A0-C9BF27171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493" y="2464737"/>
                <a:ext cx="100183" cy="206851"/>
              </a:xfrm>
              <a:prstGeom prst="rect">
                <a:avLst/>
              </a:prstGeom>
              <a:blipFill>
                <a:blip r:embed="rId30"/>
                <a:stretch>
                  <a:fillRect r="-8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15" name="圖片 1214">
            <a:extLst>
              <a:ext uri="{FF2B5EF4-FFF2-40B4-BE49-F238E27FC236}">
                <a16:creationId xmlns:a16="http://schemas.microsoft.com/office/drawing/2014/main" id="{A196C719-3B8E-4381-BB26-03443F664C8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813614" y="2258003"/>
            <a:ext cx="174849" cy="584623"/>
          </a:xfrm>
          <a:prstGeom prst="rect">
            <a:avLst/>
          </a:prstGeom>
        </p:spPr>
      </p:pic>
      <p:pic>
        <p:nvPicPr>
          <p:cNvPr id="1216" name="圖片 1215">
            <a:extLst>
              <a:ext uri="{FF2B5EF4-FFF2-40B4-BE49-F238E27FC236}">
                <a16:creationId xmlns:a16="http://schemas.microsoft.com/office/drawing/2014/main" id="{12ABDB69-8F6D-4331-AA01-29E88F7D5E1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812707" y="1668396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17" name="文字方塊 1216">
                <a:extLst>
                  <a:ext uri="{FF2B5EF4-FFF2-40B4-BE49-F238E27FC236}">
                    <a16:creationId xmlns:a16="http://schemas.microsoft.com/office/drawing/2014/main" id="{FAC90901-4AD4-45C0-9EF3-D8140DD5E154}"/>
                  </a:ext>
                </a:extLst>
              </p:cNvPr>
              <p:cNvSpPr txBox="1"/>
              <p:nvPr/>
            </p:nvSpPr>
            <p:spPr>
              <a:xfrm>
                <a:off x="3776398" y="2116604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17" name="文字方塊 1216">
                <a:extLst>
                  <a:ext uri="{FF2B5EF4-FFF2-40B4-BE49-F238E27FC236}">
                    <a16:creationId xmlns:a16="http://schemas.microsoft.com/office/drawing/2014/main" id="{FAC90901-4AD4-45C0-9EF3-D8140DD5E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398" y="2116604"/>
                <a:ext cx="137005" cy="194990"/>
              </a:xfrm>
              <a:prstGeom prst="rect">
                <a:avLst/>
              </a:prstGeom>
              <a:blipFill>
                <a:blip r:embed="rId3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8" name="文字方塊 1217">
                <a:extLst>
                  <a:ext uri="{FF2B5EF4-FFF2-40B4-BE49-F238E27FC236}">
                    <a16:creationId xmlns:a16="http://schemas.microsoft.com/office/drawing/2014/main" id="{B94F509E-72E0-4F5B-9AD1-D90C04FC6D83}"/>
                  </a:ext>
                </a:extLst>
              </p:cNvPr>
              <p:cNvSpPr txBox="1"/>
              <p:nvPr/>
            </p:nvSpPr>
            <p:spPr>
              <a:xfrm>
                <a:off x="3781601" y="2710993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18" name="文字方塊 1217">
                <a:extLst>
                  <a:ext uri="{FF2B5EF4-FFF2-40B4-BE49-F238E27FC236}">
                    <a16:creationId xmlns:a16="http://schemas.microsoft.com/office/drawing/2014/main" id="{B94F509E-72E0-4F5B-9AD1-D90C04FC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601" y="2710993"/>
                <a:ext cx="137005" cy="194990"/>
              </a:xfrm>
              <a:prstGeom prst="rect">
                <a:avLst/>
              </a:prstGeom>
              <a:blipFill>
                <a:blip r:embed="rId33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9" name="文字方塊 1218">
                <a:extLst>
                  <a:ext uri="{FF2B5EF4-FFF2-40B4-BE49-F238E27FC236}">
                    <a16:creationId xmlns:a16="http://schemas.microsoft.com/office/drawing/2014/main" id="{632B5117-94CA-4463-BA2F-B0C66D1521E3}"/>
                  </a:ext>
                </a:extLst>
              </p:cNvPr>
              <p:cNvSpPr txBox="1"/>
              <p:nvPr/>
            </p:nvSpPr>
            <p:spPr>
              <a:xfrm>
                <a:off x="3191814" y="2816364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19" name="文字方塊 1218">
                <a:extLst>
                  <a:ext uri="{FF2B5EF4-FFF2-40B4-BE49-F238E27FC236}">
                    <a16:creationId xmlns:a16="http://schemas.microsoft.com/office/drawing/2014/main" id="{632B5117-94CA-4463-BA2F-B0C66D15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814" y="2816364"/>
                <a:ext cx="726792" cy="31887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0" name="文字方塊 1219">
                <a:extLst>
                  <a:ext uri="{FF2B5EF4-FFF2-40B4-BE49-F238E27FC236}">
                    <a16:creationId xmlns:a16="http://schemas.microsoft.com/office/drawing/2014/main" id="{22338D1E-19F1-462F-8AA9-DDAD678FABD2}"/>
                  </a:ext>
                </a:extLst>
              </p:cNvPr>
              <p:cNvSpPr txBox="1"/>
              <p:nvPr/>
            </p:nvSpPr>
            <p:spPr>
              <a:xfrm>
                <a:off x="2508747" y="4965737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20" name="文字方塊 1219">
                <a:extLst>
                  <a:ext uri="{FF2B5EF4-FFF2-40B4-BE49-F238E27FC236}">
                    <a16:creationId xmlns:a16="http://schemas.microsoft.com/office/drawing/2014/main" id="{22338D1E-19F1-462F-8AA9-DDAD678FA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747" y="4965737"/>
                <a:ext cx="738852" cy="20685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1" name="文字方塊 1220">
                <a:extLst>
                  <a:ext uri="{FF2B5EF4-FFF2-40B4-BE49-F238E27FC236}">
                    <a16:creationId xmlns:a16="http://schemas.microsoft.com/office/drawing/2014/main" id="{8AAA57EE-3560-4F68-A2D2-1B61EAA6075C}"/>
                  </a:ext>
                </a:extLst>
              </p:cNvPr>
              <p:cNvSpPr txBox="1"/>
              <p:nvPr/>
            </p:nvSpPr>
            <p:spPr>
              <a:xfrm>
                <a:off x="3297624" y="5417116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21" name="文字方塊 1220">
                <a:extLst>
                  <a:ext uri="{FF2B5EF4-FFF2-40B4-BE49-F238E27FC236}">
                    <a16:creationId xmlns:a16="http://schemas.microsoft.com/office/drawing/2014/main" id="{8AAA57EE-3560-4F68-A2D2-1B61EAA60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624" y="5417116"/>
                <a:ext cx="685868" cy="20685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2" name="文字方塊 1221">
                <a:extLst>
                  <a:ext uri="{FF2B5EF4-FFF2-40B4-BE49-F238E27FC236}">
                    <a16:creationId xmlns:a16="http://schemas.microsoft.com/office/drawing/2014/main" id="{4A4B0B81-8EA9-4026-A0EF-B557E0AB7512}"/>
                  </a:ext>
                </a:extLst>
              </p:cNvPr>
              <p:cNvSpPr txBox="1"/>
              <p:nvPr/>
            </p:nvSpPr>
            <p:spPr>
              <a:xfrm>
                <a:off x="3413093" y="3962637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22" name="文字方塊 1221">
                <a:extLst>
                  <a:ext uri="{FF2B5EF4-FFF2-40B4-BE49-F238E27FC236}">
                    <a16:creationId xmlns:a16="http://schemas.microsoft.com/office/drawing/2014/main" id="{4A4B0B81-8EA9-4026-A0EF-B557E0AB7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093" y="3962637"/>
                <a:ext cx="377711" cy="206851"/>
              </a:xfrm>
              <a:prstGeom prst="rect">
                <a:avLst/>
              </a:prstGeom>
              <a:blipFill>
                <a:blip r:embed="rId37"/>
                <a:stretch>
                  <a:fillRect t="-73529" r="-66129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3" name="文字方塊 1222">
                <a:extLst>
                  <a:ext uri="{FF2B5EF4-FFF2-40B4-BE49-F238E27FC236}">
                    <a16:creationId xmlns:a16="http://schemas.microsoft.com/office/drawing/2014/main" id="{204EFF91-B827-4BC0-B1C3-A45AF98BA991}"/>
                  </a:ext>
                </a:extLst>
              </p:cNvPr>
              <p:cNvSpPr txBox="1"/>
              <p:nvPr/>
            </p:nvSpPr>
            <p:spPr>
              <a:xfrm>
                <a:off x="3420897" y="3036185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23" name="文字方塊 1222">
                <a:extLst>
                  <a:ext uri="{FF2B5EF4-FFF2-40B4-BE49-F238E27FC236}">
                    <a16:creationId xmlns:a16="http://schemas.microsoft.com/office/drawing/2014/main" id="{204EFF91-B827-4BC0-B1C3-A45AF98B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897" y="3036185"/>
                <a:ext cx="377711" cy="206851"/>
              </a:xfrm>
              <a:prstGeom prst="rect">
                <a:avLst/>
              </a:prstGeom>
              <a:blipFill>
                <a:blip r:embed="rId38"/>
                <a:stretch>
                  <a:fillRect t="-73529" r="-48387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4" name="Oval 14">
            <a:extLst>
              <a:ext uri="{FF2B5EF4-FFF2-40B4-BE49-F238E27FC236}">
                <a16:creationId xmlns:a16="http://schemas.microsoft.com/office/drawing/2014/main" id="{56CB7EE4-2A2E-4CB9-97F2-75986264B5B4}"/>
              </a:ext>
            </a:extLst>
          </p:cNvPr>
          <p:cNvSpPr/>
          <p:nvPr/>
        </p:nvSpPr>
        <p:spPr>
          <a:xfrm>
            <a:off x="3574204" y="3196339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225" name="Oval 4">
            <a:extLst>
              <a:ext uri="{FF2B5EF4-FFF2-40B4-BE49-F238E27FC236}">
                <a16:creationId xmlns:a16="http://schemas.microsoft.com/office/drawing/2014/main" id="{3DDA1E9B-8EC1-406E-AC21-53BDC5C7965B}"/>
              </a:ext>
            </a:extLst>
          </p:cNvPr>
          <p:cNvSpPr/>
          <p:nvPr/>
        </p:nvSpPr>
        <p:spPr>
          <a:xfrm>
            <a:off x="3277509" y="3235431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26" name="Oval 15">
            <a:extLst>
              <a:ext uri="{FF2B5EF4-FFF2-40B4-BE49-F238E27FC236}">
                <a16:creationId xmlns:a16="http://schemas.microsoft.com/office/drawing/2014/main" id="{5EDED448-CD7F-4F31-B42D-060A7BB368A9}"/>
              </a:ext>
            </a:extLst>
          </p:cNvPr>
          <p:cNvSpPr/>
          <p:nvPr/>
        </p:nvSpPr>
        <p:spPr>
          <a:xfrm>
            <a:off x="3574204" y="3890921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27" name="SHO">
            <a:extLst>
              <a:ext uri="{FF2B5EF4-FFF2-40B4-BE49-F238E27FC236}">
                <a16:creationId xmlns:a16="http://schemas.microsoft.com/office/drawing/2014/main" id="{25029130-B792-4564-9F8C-4FAC5D594983}"/>
              </a:ext>
            </a:extLst>
          </p:cNvPr>
          <p:cNvSpPr/>
          <p:nvPr/>
        </p:nvSpPr>
        <p:spPr>
          <a:xfrm rot="16200000">
            <a:off x="3467287" y="3247697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28" name="SVO">
            <a:extLst>
              <a:ext uri="{FF2B5EF4-FFF2-40B4-BE49-F238E27FC236}">
                <a16:creationId xmlns:a16="http://schemas.microsoft.com/office/drawing/2014/main" id="{96D540F6-B661-4F4C-826A-2B0024E3921E}"/>
              </a:ext>
            </a:extLst>
          </p:cNvPr>
          <p:cNvSpPr/>
          <p:nvPr/>
        </p:nvSpPr>
        <p:spPr>
          <a:xfrm>
            <a:off x="3443799" y="3235664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229" name="Oval 6">
            <a:extLst>
              <a:ext uri="{FF2B5EF4-FFF2-40B4-BE49-F238E27FC236}">
                <a16:creationId xmlns:a16="http://schemas.microsoft.com/office/drawing/2014/main" id="{7100F8C3-EE8E-4CC4-8ECF-8637D0539B52}"/>
              </a:ext>
            </a:extLst>
          </p:cNvPr>
          <p:cNvSpPr/>
          <p:nvPr/>
        </p:nvSpPr>
        <p:spPr>
          <a:xfrm rot="16200000">
            <a:off x="3467287" y="3247697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0" name="TextBox 11">
                <a:extLst>
                  <a:ext uri="{FF2B5EF4-FFF2-40B4-BE49-F238E27FC236}">
                    <a16:creationId xmlns:a16="http://schemas.microsoft.com/office/drawing/2014/main" id="{A69EAD59-7B2F-4474-9DD9-1597A0163CA8}"/>
                  </a:ext>
                </a:extLst>
              </p:cNvPr>
              <p:cNvSpPr txBox="1"/>
              <p:nvPr/>
            </p:nvSpPr>
            <p:spPr>
              <a:xfrm>
                <a:off x="3356545" y="3500285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30" name="TextBox 11">
                <a:extLst>
                  <a:ext uri="{FF2B5EF4-FFF2-40B4-BE49-F238E27FC236}">
                    <a16:creationId xmlns:a16="http://schemas.microsoft.com/office/drawing/2014/main" id="{A69EAD59-7B2F-4474-9DD9-1597A016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545" y="3500285"/>
                <a:ext cx="82204" cy="206851"/>
              </a:xfrm>
              <a:prstGeom prst="rect">
                <a:avLst/>
              </a:prstGeom>
              <a:blipFill>
                <a:blip r:embed="rId39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1" name="Oval 22">
            <a:extLst>
              <a:ext uri="{FF2B5EF4-FFF2-40B4-BE49-F238E27FC236}">
                <a16:creationId xmlns:a16="http://schemas.microsoft.com/office/drawing/2014/main" id="{15E1B3C3-5890-4E78-8DA3-83F99DC66BB8}"/>
              </a:ext>
            </a:extLst>
          </p:cNvPr>
          <p:cNvSpPr/>
          <p:nvPr/>
        </p:nvSpPr>
        <p:spPr>
          <a:xfrm>
            <a:off x="3573766" y="3890921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2" name="TextBox 12">
                <a:extLst>
                  <a:ext uri="{FF2B5EF4-FFF2-40B4-BE49-F238E27FC236}">
                    <a16:creationId xmlns:a16="http://schemas.microsoft.com/office/drawing/2014/main" id="{B1611A96-B3FA-4B38-B9EF-465C9D4FA840}"/>
                  </a:ext>
                </a:extLst>
              </p:cNvPr>
              <p:cNvSpPr txBox="1"/>
              <p:nvPr/>
            </p:nvSpPr>
            <p:spPr>
              <a:xfrm>
                <a:off x="3660833" y="3544608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32" name="TextBox 12">
                <a:extLst>
                  <a:ext uri="{FF2B5EF4-FFF2-40B4-BE49-F238E27FC236}">
                    <a16:creationId xmlns:a16="http://schemas.microsoft.com/office/drawing/2014/main" id="{B1611A96-B3FA-4B38-B9EF-465C9D4FA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33" y="3544608"/>
                <a:ext cx="82204" cy="206851"/>
              </a:xfrm>
              <a:prstGeom prst="rect">
                <a:avLst/>
              </a:prstGeom>
              <a:blipFill>
                <a:blip r:embed="rId40"/>
                <a:stretch>
                  <a:fillRect r="-6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3" name="TextBox 13">
                <a:extLst>
                  <a:ext uri="{FF2B5EF4-FFF2-40B4-BE49-F238E27FC236}">
                    <a16:creationId xmlns:a16="http://schemas.microsoft.com/office/drawing/2014/main" id="{964A513C-EA4A-4C8C-B916-D5D0FA98D015}"/>
                  </a:ext>
                </a:extLst>
              </p:cNvPr>
              <p:cNvSpPr txBox="1"/>
              <p:nvPr/>
            </p:nvSpPr>
            <p:spPr>
              <a:xfrm>
                <a:off x="3547409" y="3252019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33" name="TextBox 13">
                <a:extLst>
                  <a:ext uri="{FF2B5EF4-FFF2-40B4-BE49-F238E27FC236}">
                    <a16:creationId xmlns:a16="http://schemas.microsoft.com/office/drawing/2014/main" id="{964A513C-EA4A-4C8C-B916-D5D0FA98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409" y="3252019"/>
                <a:ext cx="119391" cy="206851"/>
              </a:xfrm>
              <a:prstGeom prst="rect">
                <a:avLst/>
              </a:prstGeom>
              <a:blipFill>
                <a:blip r:embed="rId41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4" name="DVO">
            <a:extLst>
              <a:ext uri="{FF2B5EF4-FFF2-40B4-BE49-F238E27FC236}">
                <a16:creationId xmlns:a16="http://schemas.microsoft.com/office/drawing/2014/main" id="{7BA56351-A6E8-4584-81BB-2F7EA8067AE2}"/>
              </a:ext>
            </a:extLst>
          </p:cNvPr>
          <p:cNvSpPr/>
          <p:nvPr/>
        </p:nvSpPr>
        <p:spPr>
          <a:xfrm flipH="1">
            <a:off x="3443799" y="3235664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35" name="Oval 23">
            <a:extLst>
              <a:ext uri="{FF2B5EF4-FFF2-40B4-BE49-F238E27FC236}">
                <a16:creationId xmlns:a16="http://schemas.microsoft.com/office/drawing/2014/main" id="{71BB3D89-7A27-4E89-B5E3-3C17EB32A17C}"/>
              </a:ext>
            </a:extLst>
          </p:cNvPr>
          <p:cNvSpPr/>
          <p:nvPr/>
        </p:nvSpPr>
        <p:spPr>
          <a:xfrm>
            <a:off x="3909616" y="3544058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236" name="Straight Arrow Connector 7">
            <a:extLst>
              <a:ext uri="{FF2B5EF4-FFF2-40B4-BE49-F238E27FC236}">
                <a16:creationId xmlns:a16="http://schemas.microsoft.com/office/drawing/2014/main" id="{F1594841-63F0-4342-940D-9335B4DA4BB8}"/>
              </a:ext>
            </a:extLst>
          </p:cNvPr>
          <p:cNvCxnSpPr>
            <a:cxnSpLocks/>
          </p:cNvCxnSpPr>
          <p:nvPr/>
        </p:nvCxnSpPr>
        <p:spPr>
          <a:xfrm flipV="1">
            <a:off x="3610117" y="3374964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Straight Arrow Connector 19">
            <a:extLst>
              <a:ext uri="{FF2B5EF4-FFF2-40B4-BE49-F238E27FC236}">
                <a16:creationId xmlns:a16="http://schemas.microsoft.com/office/drawing/2014/main" id="{515DE870-F085-4411-9C8A-470D5DB12D32}"/>
              </a:ext>
            </a:extLst>
          </p:cNvPr>
          <p:cNvCxnSpPr>
            <a:cxnSpLocks/>
          </p:cNvCxnSpPr>
          <p:nvPr/>
        </p:nvCxnSpPr>
        <p:spPr>
          <a:xfrm>
            <a:off x="3611503" y="3581116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Straight Arrow Connector 18">
            <a:extLst>
              <a:ext uri="{FF2B5EF4-FFF2-40B4-BE49-F238E27FC236}">
                <a16:creationId xmlns:a16="http://schemas.microsoft.com/office/drawing/2014/main" id="{7D06EE01-651E-4D5D-BC70-4C15CEBB31F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531904" y="3501446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20">
            <a:extLst>
              <a:ext uri="{FF2B5EF4-FFF2-40B4-BE49-F238E27FC236}">
                <a16:creationId xmlns:a16="http://schemas.microsoft.com/office/drawing/2014/main" id="{8D2C7C57-7472-4B9C-88F5-5FC57744EA40}"/>
              </a:ext>
            </a:extLst>
          </p:cNvPr>
          <p:cNvSpPr/>
          <p:nvPr/>
        </p:nvSpPr>
        <p:spPr>
          <a:xfrm>
            <a:off x="3238634" y="3544058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240" name="Oval 22">
            <a:extLst>
              <a:ext uri="{FF2B5EF4-FFF2-40B4-BE49-F238E27FC236}">
                <a16:creationId xmlns:a16="http://schemas.microsoft.com/office/drawing/2014/main" id="{36285A96-9C63-425C-B3BD-A554B52F6C51}"/>
              </a:ext>
            </a:extLst>
          </p:cNvPr>
          <p:cNvSpPr/>
          <p:nvPr/>
        </p:nvSpPr>
        <p:spPr>
          <a:xfrm>
            <a:off x="3574314" y="3192681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241" name="Partial Circle 9">
            <a:extLst>
              <a:ext uri="{FF2B5EF4-FFF2-40B4-BE49-F238E27FC236}">
                <a16:creationId xmlns:a16="http://schemas.microsoft.com/office/drawing/2014/main" id="{656A79F3-1B72-44D8-98D6-5CFDA8E82E6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581124" y="3537371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2" name="TextBox 10">
                <a:extLst>
                  <a:ext uri="{FF2B5EF4-FFF2-40B4-BE49-F238E27FC236}">
                    <a16:creationId xmlns:a16="http://schemas.microsoft.com/office/drawing/2014/main" id="{644BA4D7-E028-4841-B544-D7652E750316}"/>
                  </a:ext>
                </a:extLst>
              </p:cNvPr>
              <p:cNvSpPr txBox="1"/>
              <p:nvPr/>
            </p:nvSpPr>
            <p:spPr>
              <a:xfrm>
                <a:off x="3411997" y="3553656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42" name="TextBox 10">
                <a:extLst>
                  <a:ext uri="{FF2B5EF4-FFF2-40B4-BE49-F238E27FC236}">
                    <a16:creationId xmlns:a16="http://schemas.microsoft.com/office/drawing/2014/main" id="{644BA4D7-E028-4841-B544-D7652E75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997" y="3553656"/>
                <a:ext cx="146463" cy="206851"/>
              </a:xfrm>
              <a:prstGeom prst="rect">
                <a:avLst/>
              </a:prstGeom>
              <a:blipFill>
                <a:blip r:embed="rId42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3" name="Straight Arrow Connector 17">
            <a:extLst>
              <a:ext uri="{FF2B5EF4-FFF2-40B4-BE49-F238E27FC236}">
                <a16:creationId xmlns:a16="http://schemas.microsoft.com/office/drawing/2014/main" id="{F9896CFA-063E-4425-AF30-F011A8EECC53}"/>
              </a:ext>
            </a:extLst>
          </p:cNvPr>
          <p:cNvCxnSpPr>
            <a:cxnSpLocks/>
          </p:cNvCxnSpPr>
          <p:nvPr/>
        </p:nvCxnSpPr>
        <p:spPr>
          <a:xfrm flipH="1">
            <a:off x="3508297" y="3583866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4" name="Partial Circle 9">
            <a:extLst>
              <a:ext uri="{FF2B5EF4-FFF2-40B4-BE49-F238E27FC236}">
                <a16:creationId xmlns:a16="http://schemas.microsoft.com/office/drawing/2014/main" id="{D2D80876-DB89-4945-B202-193028B19931}"/>
              </a:ext>
            </a:extLst>
          </p:cNvPr>
          <p:cNvSpPr>
            <a:spLocks noChangeAspect="1"/>
          </p:cNvSpPr>
          <p:nvPr/>
        </p:nvSpPr>
        <p:spPr>
          <a:xfrm>
            <a:off x="3575213" y="3520078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5" name="TextBox 10">
                <a:extLst>
                  <a:ext uri="{FF2B5EF4-FFF2-40B4-BE49-F238E27FC236}">
                    <a16:creationId xmlns:a16="http://schemas.microsoft.com/office/drawing/2014/main" id="{36B91655-6FA9-4A6A-A780-5A59AB600D4D}"/>
                  </a:ext>
                </a:extLst>
              </p:cNvPr>
              <p:cNvSpPr txBox="1"/>
              <p:nvPr/>
            </p:nvSpPr>
            <p:spPr>
              <a:xfrm>
                <a:off x="3593694" y="3404785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45" name="TextBox 10">
                <a:extLst>
                  <a:ext uri="{FF2B5EF4-FFF2-40B4-BE49-F238E27FC236}">
                    <a16:creationId xmlns:a16="http://schemas.microsoft.com/office/drawing/2014/main" id="{36B91655-6FA9-4A6A-A780-5A59AB600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94" y="3404785"/>
                <a:ext cx="138012" cy="206851"/>
              </a:xfrm>
              <a:prstGeom prst="rect">
                <a:avLst/>
              </a:prstGeom>
              <a:blipFill>
                <a:blip r:embed="rId43"/>
                <a:stretch>
                  <a:fillRect r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6" name="Straight Arrow Connector 17">
            <a:extLst>
              <a:ext uri="{FF2B5EF4-FFF2-40B4-BE49-F238E27FC236}">
                <a16:creationId xmlns:a16="http://schemas.microsoft.com/office/drawing/2014/main" id="{C8EBA89E-D98E-4F43-AAA3-4D0E85CC6242}"/>
              </a:ext>
            </a:extLst>
          </p:cNvPr>
          <p:cNvCxnSpPr>
            <a:cxnSpLocks/>
          </p:cNvCxnSpPr>
          <p:nvPr/>
        </p:nvCxnSpPr>
        <p:spPr>
          <a:xfrm flipV="1">
            <a:off x="3607491" y="3376775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7" name="Oval 22">
            <a:extLst>
              <a:ext uri="{FF2B5EF4-FFF2-40B4-BE49-F238E27FC236}">
                <a16:creationId xmlns:a16="http://schemas.microsoft.com/office/drawing/2014/main" id="{D36391A0-0B12-4162-8A5A-221B4BFC4F0A}"/>
              </a:ext>
            </a:extLst>
          </p:cNvPr>
          <p:cNvSpPr/>
          <p:nvPr/>
        </p:nvSpPr>
        <p:spPr>
          <a:xfrm>
            <a:off x="3733082" y="3674957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48" name="Oval 22">
            <a:extLst>
              <a:ext uri="{FF2B5EF4-FFF2-40B4-BE49-F238E27FC236}">
                <a16:creationId xmlns:a16="http://schemas.microsoft.com/office/drawing/2014/main" id="{EE05D831-9E72-42D5-B19C-F502E7DFFC42}"/>
              </a:ext>
            </a:extLst>
          </p:cNvPr>
          <p:cNvSpPr/>
          <p:nvPr/>
        </p:nvSpPr>
        <p:spPr>
          <a:xfrm>
            <a:off x="3414448" y="3423591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9" name="文字方塊 1248">
                <a:extLst>
                  <a:ext uri="{FF2B5EF4-FFF2-40B4-BE49-F238E27FC236}">
                    <a16:creationId xmlns:a16="http://schemas.microsoft.com/office/drawing/2014/main" id="{916565A7-BA3F-4084-AFF3-93AAC3EC6309}"/>
                  </a:ext>
                </a:extLst>
              </p:cNvPr>
              <p:cNvSpPr txBox="1"/>
              <p:nvPr/>
            </p:nvSpPr>
            <p:spPr>
              <a:xfrm>
                <a:off x="2551289" y="3620788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49" name="文字方塊 1248">
                <a:extLst>
                  <a:ext uri="{FF2B5EF4-FFF2-40B4-BE49-F238E27FC236}">
                    <a16:creationId xmlns:a16="http://schemas.microsoft.com/office/drawing/2014/main" id="{916565A7-BA3F-4084-AFF3-93AAC3EC6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89" y="3620788"/>
                <a:ext cx="653769" cy="318870"/>
              </a:xfrm>
              <a:prstGeom prst="rect">
                <a:avLst/>
              </a:prstGeom>
              <a:blipFill>
                <a:blip r:embed="rId44"/>
                <a:stretch>
                  <a:fillRect l="-4673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0" name="直線接點 1249">
            <a:extLst>
              <a:ext uri="{FF2B5EF4-FFF2-40B4-BE49-F238E27FC236}">
                <a16:creationId xmlns:a16="http://schemas.microsoft.com/office/drawing/2014/main" id="{0CF51D75-7AC8-42D1-9E49-2165C5467862}"/>
              </a:ext>
            </a:extLst>
          </p:cNvPr>
          <p:cNvCxnSpPr>
            <a:cxnSpLocks/>
          </p:cNvCxnSpPr>
          <p:nvPr/>
        </p:nvCxnSpPr>
        <p:spPr>
          <a:xfrm>
            <a:off x="3808283" y="3764160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1" name="文字方塊 1250">
                <a:extLst>
                  <a:ext uri="{FF2B5EF4-FFF2-40B4-BE49-F238E27FC236}">
                    <a16:creationId xmlns:a16="http://schemas.microsoft.com/office/drawing/2014/main" id="{00E8A049-D37D-43E4-B4AA-200740BE25A2}"/>
                  </a:ext>
                </a:extLst>
              </p:cNvPr>
              <p:cNvSpPr txBox="1"/>
              <p:nvPr/>
            </p:nvSpPr>
            <p:spPr>
              <a:xfrm>
                <a:off x="3969137" y="3626754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51" name="文字方塊 1250">
                <a:extLst>
                  <a:ext uri="{FF2B5EF4-FFF2-40B4-BE49-F238E27FC236}">
                    <a16:creationId xmlns:a16="http://schemas.microsoft.com/office/drawing/2014/main" id="{00E8A049-D37D-43E4-B4AA-200740BE2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137" y="3626754"/>
                <a:ext cx="738852" cy="206851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2" name="文字方塊 1251">
                <a:extLst>
                  <a:ext uri="{FF2B5EF4-FFF2-40B4-BE49-F238E27FC236}">
                    <a16:creationId xmlns:a16="http://schemas.microsoft.com/office/drawing/2014/main" id="{0E1D562B-364F-40FA-AD03-B5F71FA52856}"/>
                  </a:ext>
                </a:extLst>
              </p:cNvPr>
              <p:cNvSpPr txBox="1"/>
              <p:nvPr/>
            </p:nvSpPr>
            <p:spPr>
              <a:xfrm>
                <a:off x="3969137" y="4913345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52" name="文字方塊 1251">
                <a:extLst>
                  <a:ext uri="{FF2B5EF4-FFF2-40B4-BE49-F238E27FC236}">
                    <a16:creationId xmlns:a16="http://schemas.microsoft.com/office/drawing/2014/main" id="{0E1D562B-364F-40FA-AD03-B5F71FA52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137" y="4913345"/>
                <a:ext cx="738852" cy="206851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3" name="直線接點 1252">
            <a:extLst>
              <a:ext uri="{FF2B5EF4-FFF2-40B4-BE49-F238E27FC236}">
                <a16:creationId xmlns:a16="http://schemas.microsoft.com/office/drawing/2014/main" id="{3D51ABBF-56B6-4030-B382-331827D95103}"/>
              </a:ext>
            </a:extLst>
          </p:cNvPr>
          <p:cNvCxnSpPr>
            <a:cxnSpLocks/>
          </p:cNvCxnSpPr>
          <p:nvPr/>
        </p:nvCxnSpPr>
        <p:spPr>
          <a:xfrm>
            <a:off x="3169049" y="3064361"/>
            <a:ext cx="267285" cy="38189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54" name="群組 1253">
            <a:extLst>
              <a:ext uri="{FF2B5EF4-FFF2-40B4-BE49-F238E27FC236}">
                <a16:creationId xmlns:a16="http://schemas.microsoft.com/office/drawing/2014/main" id="{0A5894D7-0F68-490A-859B-9237EAFA441A}"/>
              </a:ext>
            </a:extLst>
          </p:cNvPr>
          <p:cNvGrpSpPr/>
          <p:nvPr/>
        </p:nvGrpSpPr>
        <p:grpSpPr>
          <a:xfrm>
            <a:off x="3978700" y="1700138"/>
            <a:ext cx="828577" cy="761557"/>
            <a:chOff x="4207769" y="2687931"/>
            <a:chExt cx="1323709" cy="1216640"/>
          </a:xfrm>
        </p:grpSpPr>
        <p:pic>
          <p:nvPicPr>
            <p:cNvPr id="1255" name="圖片 1254">
              <a:extLst>
                <a:ext uri="{FF2B5EF4-FFF2-40B4-BE49-F238E27FC236}">
                  <a16:creationId xmlns:a16="http://schemas.microsoft.com/office/drawing/2014/main" id="{90BA59B0-D4F2-47F1-9976-0E68A3A31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256" name="圖片 1255">
              <a:extLst>
                <a:ext uri="{FF2B5EF4-FFF2-40B4-BE49-F238E27FC236}">
                  <a16:creationId xmlns:a16="http://schemas.microsoft.com/office/drawing/2014/main" id="{419F2432-97BE-4222-A587-49E8E0E98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257" name="圖片 1256">
              <a:extLst>
                <a:ext uri="{FF2B5EF4-FFF2-40B4-BE49-F238E27FC236}">
                  <a16:creationId xmlns:a16="http://schemas.microsoft.com/office/drawing/2014/main" id="{CE8B4F80-E55D-40DC-AC00-8646755436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258" name="圖片 1257">
              <a:extLst>
                <a:ext uri="{FF2B5EF4-FFF2-40B4-BE49-F238E27FC236}">
                  <a16:creationId xmlns:a16="http://schemas.microsoft.com/office/drawing/2014/main" id="{0CB8588B-77A1-49C6-B5D9-1A264F847D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259" name="直線接點 1258">
            <a:extLst>
              <a:ext uri="{FF2B5EF4-FFF2-40B4-BE49-F238E27FC236}">
                <a16:creationId xmlns:a16="http://schemas.microsoft.com/office/drawing/2014/main" id="{CF946EC2-20FD-4ABB-BD9B-20597BBF3F3D}"/>
              </a:ext>
            </a:extLst>
          </p:cNvPr>
          <p:cNvCxnSpPr>
            <a:cxnSpLocks/>
          </p:cNvCxnSpPr>
          <p:nvPr/>
        </p:nvCxnSpPr>
        <p:spPr>
          <a:xfrm flipH="1">
            <a:off x="3156265" y="3609959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0" name="直線接點 1259">
            <a:extLst>
              <a:ext uri="{FF2B5EF4-FFF2-40B4-BE49-F238E27FC236}">
                <a16:creationId xmlns:a16="http://schemas.microsoft.com/office/drawing/2014/main" id="{218A6D23-A608-4CC1-9F1E-D2D74E89256C}"/>
              </a:ext>
            </a:extLst>
          </p:cNvPr>
          <p:cNvCxnSpPr>
            <a:cxnSpLocks/>
          </p:cNvCxnSpPr>
          <p:nvPr/>
        </p:nvCxnSpPr>
        <p:spPr>
          <a:xfrm flipV="1">
            <a:off x="3976616" y="3367835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1" name="矩形: 圓角 1260">
            <a:extLst>
              <a:ext uri="{FF2B5EF4-FFF2-40B4-BE49-F238E27FC236}">
                <a16:creationId xmlns:a16="http://schemas.microsoft.com/office/drawing/2014/main" id="{C6EE33C1-59E6-45C9-BD5C-B9B80E218A69}"/>
              </a:ext>
            </a:extLst>
          </p:cNvPr>
          <p:cNvSpPr/>
          <p:nvPr/>
        </p:nvSpPr>
        <p:spPr>
          <a:xfrm>
            <a:off x="4958320" y="1558479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pic>
        <p:nvPicPr>
          <p:cNvPr id="1262" name="圖片 1261">
            <a:extLst>
              <a:ext uri="{FF2B5EF4-FFF2-40B4-BE49-F238E27FC236}">
                <a16:creationId xmlns:a16="http://schemas.microsoft.com/office/drawing/2014/main" id="{1105AFC1-D97D-46A1-A59D-364B6055C334}"/>
              </a:ext>
            </a:extLst>
          </p:cNvPr>
          <p:cNvPicPr>
            <a:picLocks noChangeAspect="1"/>
          </p:cNvPicPr>
          <p:nvPr/>
        </p:nvPicPr>
        <p:blipFill rotWithShape="1">
          <a:blip r:embed="rId4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5704883" y="1670648"/>
            <a:ext cx="576573" cy="11388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63" name="文字方塊 1262">
                <a:extLst>
                  <a:ext uri="{FF2B5EF4-FFF2-40B4-BE49-F238E27FC236}">
                    <a16:creationId xmlns:a16="http://schemas.microsoft.com/office/drawing/2014/main" id="{0ED8A623-7272-41CB-A734-16B3E143C68C}"/>
                  </a:ext>
                </a:extLst>
              </p:cNvPr>
              <p:cNvSpPr txBox="1"/>
              <p:nvPr/>
            </p:nvSpPr>
            <p:spPr>
              <a:xfrm>
                <a:off x="5943287" y="2631230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263" name="文字方塊 1262">
                <a:extLst>
                  <a:ext uri="{FF2B5EF4-FFF2-40B4-BE49-F238E27FC236}">
                    <a16:creationId xmlns:a16="http://schemas.microsoft.com/office/drawing/2014/main" id="{0ED8A623-7272-41CB-A734-16B3E143C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287" y="2631230"/>
                <a:ext cx="180524" cy="213135"/>
              </a:xfrm>
              <a:prstGeom prst="rect">
                <a:avLst/>
              </a:prstGeom>
              <a:blipFill>
                <a:blip r:embed="rId49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4" name="文字方塊 1263">
                <a:extLst>
                  <a:ext uri="{FF2B5EF4-FFF2-40B4-BE49-F238E27FC236}">
                    <a16:creationId xmlns:a16="http://schemas.microsoft.com/office/drawing/2014/main" id="{CB1C2EFD-2C76-489F-B617-1815765B54B7}"/>
                  </a:ext>
                </a:extLst>
              </p:cNvPr>
              <p:cNvSpPr txBox="1"/>
              <p:nvPr/>
            </p:nvSpPr>
            <p:spPr>
              <a:xfrm>
                <a:off x="5950444" y="2039333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264" name="文字方塊 1263">
                <a:extLst>
                  <a:ext uri="{FF2B5EF4-FFF2-40B4-BE49-F238E27FC236}">
                    <a16:creationId xmlns:a16="http://schemas.microsoft.com/office/drawing/2014/main" id="{CB1C2EFD-2C76-489F-B617-1815765B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444" y="2039333"/>
                <a:ext cx="180524" cy="213135"/>
              </a:xfrm>
              <a:prstGeom prst="rect">
                <a:avLst/>
              </a:prstGeom>
              <a:blipFill>
                <a:blip r:embed="rId50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5" name="群組 1264">
            <a:extLst>
              <a:ext uri="{FF2B5EF4-FFF2-40B4-BE49-F238E27FC236}">
                <a16:creationId xmlns:a16="http://schemas.microsoft.com/office/drawing/2014/main" id="{42E40D2E-8674-408A-A487-6013C49C5DCA}"/>
              </a:ext>
            </a:extLst>
          </p:cNvPr>
          <p:cNvGrpSpPr/>
          <p:nvPr/>
        </p:nvGrpSpPr>
        <p:grpSpPr>
          <a:xfrm>
            <a:off x="5971514" y="1910531"/>
            <a:ext cx="33903" cy="32523"/>
            <a:chOff x="1373392" y="2391862"/>
            <a:chExt cx="479433" cy="476535"/>
          </a:xfrm>
        </p:grpSpPr>
        <p:sp>
          <p:nvSpPr>
            <p:cNvPr id="1266" name="箭號: 向右 1265">
              <a:extLst>
                <a:ext uri="{FF2B5EF4-FFF2-40B4-BE49-F238E27FC236}">
                  <a16:creationId xmlns:a16="http://schemas.microsoft.com/office/drawing/2014/main" id="{DDB7E7CC-506F-4E2E-82A3-FC2254B443D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267" name="箭號: 向右 1266">
              <a:extLst>
                <a:ext uri="{FF2B5EF4-FFF2-40B4-BE49-F238E27FC236}">
                  <a16:creationId xmlns:a16="http://schemas.microsoft.com/office/drawing/2014/main" id="{D45E34E6-9ACF-4C6F-8B3A-A67AED7F35C0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68" name="文字方塊 1267">
                <a:extLst>
                  <a:ext uri="{FF2B5EF4-FFF2-40B4-BE49-F238E27FC236}">
                    <a16:creationId xmlns:a16="http://schemas.microsoft.com/office/drawing/2014/main" id="{BC85F090-CDEE-4B17-8764-7CA59D639D68}"/>
                  </a:ext>
                </a:extLst>
              </p:cNvPr>
              <p:cNvSpPr txBox="1"/>
              <p:nvPr/>
            </p:nvSpPr>
            <p:spPr>
              <a:xfrm>
                <a:off x="5888145" y="1747105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68" name="文字方塊 1267">
                <a:extLst>
                  <a:ext uri="{FF2B5EF4-FFF2-40B4-BE49-F238E27FC236}">
                    <a16:creationId xmlns:a16="http://schemas.microsoft.com/office/drawing/2014/main" id="{BC85F090-CDEE-4B17-8764-7CA59D639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45" y="1747105"/>
                <a:ext cx="133123" cy="216021"/>
              </a:xfrm>
              <a:prstGeom prst="rect">
                <a:avLst/>
              </a:prstGeom>
              <a:blipFill>
                <a:blip r:embed="rId3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9" name="文字方塊 1268">
                <a:extLst>
                  <a:ext uri="{FF2B5EF4-FFF2-40B4-BE49-F238E27FC236}">
                    <a16:creationId xmlns:a16="http://schemas.microsoft.com/office/drawing/2014/main" id="{36B62C8E-0C42-490B-B7FD-14C9E48FE0F5}"/>
                  </a:ext>
                </a:extLst>
              </p:cNvPr>
              <p:cNvSpPr txBox="1"/>
              <p:nvPr/>
            </p:nvSpPr>
            <p:spPr>
              <a:xfrm>
                <a:off x="5948241" y="1878532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69" name="文字方塊 1268">
                <a:extLst>
                  <a:ext uri="{FF2B5EF4-FFF2-40B4-BE49-F238E27FC236}">
                    <a16:creationId xmlns:a16="http://schemas.microsoft.com/office/drawing/2014/main" id="{36B62C8E-0C42-490B-B7FD-14C9E48FE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1878532"/>
                <a:ext cx="100183" cy="206851"/>
              </a:xfrm>
              <a:prstGeom prst="rect">
                <a:avLst/>
              </a:prstGeom>
              <a:blipFill>
                <a:blip r:embed="rId51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0" name="群組 1269">
            <a:extLst>
              <a:ext uri="{FF2B5EF4-FFF2-40B4-BE49-F238E27FC236}">
                <a16:creationId xmlns:a16="http://schemas.microsoft.com/office/drawing/2014/main" id="{4D0A9489-EBE8-4683-B672-252A7CDFD940}"/>
              </a:ext>
            </a:extLst>
          </p:cNvPr>
          <p:cNvGrpSpPr/>
          <p:nvPr/>
        </p:nvGrpSpPr>
        <p:grpSpPr>
          <a:xfrm>
            <a:off x="5974663" y="2504921"/>
            <a:ext cx="33903" cy="32523"/>
            <a:chOff x="1373392" y="2391862"/>
            <a:chExt cx="479433" cy="476535"/>
          </a:xfrm>
        </p:grpSpPr>
        <p:sp>
          <p:nvSpPr>
            <p:cNvPr id="1271" name="箭號: 向右 1270">
              <a:extLst>
                <a:ext uri="{FF2B5EF4-FFF2-40B4-BE49-F238E27FC236}">
                  <a16:creationId xmlns:a16="http://schemas.microsoft.com/office/drawing/2014/main" id="{D73C7A9F-3FAB-43DB-BDF1-A3D9A13FA6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272" name="箭號: 向右 1271">
              <a:extLst>
                <a:ext uri="{FF2B5EF4-FFF2-40B4-BE49-F238E27FC236}">
                  <a16:creationId xmlns:a16="http://schemas.microsoft.com/office/drawing/2014/main" id="{EBEF5AE5-6B8F-46D4-AFC6-8CABA938A34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3" name="文字方塊 1272">
                <a:extLst>
                  <a:ext uri="{FF2B5EF4-FFF2-40B4-BE49-F238E27FC236}">
                    <a16:creationId xmlns:a16="http://schemas.microsoft.com/office/drawing/2014/main" id="{339F3546-E3CC-4180-A004-3129F29FE043}"/>
                  </a:ext>
                </a:extLst>
              </p:cNvPr>
              <p:cNvSpPr txBox="1"/>
              <p:nvPr/>
            </p:nvSpPr>
            <p:spPr>
              <a:xfrm>
                <a:off x="5891291" y="2341495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73" name="文字方塊 1272">
                <a:extLst>
                  <a:ext uri="{FF2B5EF4-FFF2-40B4-BE49-F238E27FC236}">
                    <a16:creationId xmlns:a16="http://schemas.microsoft.com/office/drawing/2014/main" id="{339F3546-E3CC-4180-A004-3129F29FE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291" y="2341495"/>
                <a:ext cx="122526" cy="216021"/>
              </a:xfrm>
              <a:prstGeom prst="rect">
                <a:avLst/>
              </a:prstGeom>
              <a:blipFill>
                <a:blip r:embed="rId29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4" name="文字方塊 1273">
                <a:extLst>
                  <a:ext uri="{FF2B5EF4-FFF2-40B4-BE49-F238E27FC236}">
                    <a16:creationId xmlns:a16="http://schemas.microsoft.com/office/drawing/2014/main" id="{E0A8C4C2-971F-4EDA-B35D-8160D11F85B0}"/>
                  </a:ext>
                </a:extLst>
              </p:cNvPr>
              <p:cNvSpPr txBox="1"/>
              <p:nvPr/>
            </p:nvSpPr>
            <p:spPr>
              <a:xfrm>
                <a:off x="5979091" y="2447351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74" name="文字方塊 1273">
                <a:extLst>
                  <a:ext uri="{FF2B5EF4-FFF2-40B4-BE49-F238E27FC236}">
                    <a16:creationId xmlns:a16="http://schemas.microsoft.com/office/drawing/2014/main" id="{E0A8C4C2-971F-4EDA-B35D-8160D11F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091" y="2447351"/>
                <a:ext cx="100183" cy="206851"/>
              </a:xfrm>
              <a:prstGeom prst="rect">
                <a:avLst/>
              </a:prstGeom>
              <a:blipFill>
                <a:blip r:embed="rId30"/>
                <a:stretch>
                  <a:fillRect r="-8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5" name="圖片 1274">
            <a:extLst>
              <a:ext uri="{FF2B5EF4-FFF2-40B4-BE49-F238E27FC236}">
                <a16:creationId xmlns:a16="http://schemas.microsoft.com/office/drawing/2014/main" id="{B87FD825-759B-4538-91E5-3B4B70F0AC2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6276212" y="2240618"/>
            <a:ext cx="174849" cy="584623"/>
          </a:xfrm>
          <a:prstGeom prst="rect">
            <a:avLst/>
          </a:prstGeom>
        </p:spPr>
      </p:pic>
      <p:pic>
        <p:nvPicPr>
          <p:cNvPr id="1276" name="圖片 1275">
            <a:extLst>
              <a:ext uri="{FF2B5EF4-FFF2-40B4-BE49-F238E27FC236}">
                <a16:creationId xmlns:a16="http://schemas.microsoft.com/office/drawing/2014/main" id="{8FD9D92E-6DD2-4D1E-B5D9-57B2443F262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6275305" y="1651011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77" name="文字方塊 1276">
                <a:extLst>
                  <a:ext uri="{FF2B5EF4-FFF2-40B4-BE49-F238E27FC236}">
                    <a16:creationId xmlns:a16="http://schemas.microsoft.com/office/drawing/2014/main" id="{C69A2209-02E7-4A5D-8EAF-0D053129ED2B}"/>
                  </a:ext>
                </a:extLst>
              </p:cNvPr>
              <p:cNvSpPr txBox="1"/>
              <p:nvPr/>
            </p:nvSpPr>
            <p:spPr>
              <a:xfrm>
                <a:off x="6238996" y="2099219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77" name="文字方塊 1276">
                <a:extLst>
                  <a:ext uri="{FF2B5EF4-FFF2-40B4-BE49-F238E27FC236}">
                    <a16:creationId xmlns:a16="http://schemas.microsoft.com/office/drawing/2014/main" id="{C69A2209-02E7-4A5D-8EAF-0D053129E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96" y="2099219"/>
                <a:ext cx="137005" cy="194990"/>
              </a:xfrm>
              <a:prstGeom prst="rect">
                <a:avLst/>
              </a:prstGeom>
              <a:blipFill>
                <a:blip r:embed="rId3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8" name="文字方塊 1277">
                <a:extLst>
                  <a:ext uri="{FF2B5EF4-FFF2-40B4-BE49-F238E27FC236}">
                    <a16:creationId xmlns:a16="http://schemas.microsoft.com/office/drawing/2014/main" id="{2D2B8ED6-B3F5-46CA-A2D5-33A6CB7127A9}"/>
                  </a:ext>
                </a:extLst>
              </p:cNvPr>
              <p:cNvSpPr txBox="1"/>
              <p:nvPr/>
            </p:nvSpPr>
            <p:spPr>
              <a:xfrm>
                <a:off x="6244199" y="2693608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78" name="文字方塊 1277">
                <a:extLst>
                  <a:ext uri="{FF2B5EF4-FFF2-40B4-BE49-F238E27FC236}">
                    <a16:creationId xmlns:a16="http://schemas.microsoft.com/office/drawing/2014/main" id="{2D2B8ED6-B3F5-46CA-A2D5-33A6CB712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199" y="2693608"/>
                <a:ext cx="137005" cy="194990"/>
              </a:xfrm>
              <a:prstGeom prst="rect">
                <a:avLst/>
              </a:prstGeom>
              <a:blipFill>
                <a:blip r:embed="rId33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9" name="文字方塊 1278">
                <a:extLst>
                  <a:ext uri="{FF2B5EF4-FFF2-40B4-BE49-F238E27FC236}">
                    <a16:creationId xmlns:a16="http://schemas.microsoft.com/office/drawing/2014/main" id="{9363B103-7EEE-444F-8CA9-10DBFAE3AF6F}"/>
                  </a:ext>
                </a:extLst>
              </p:cNvPr>
              <p:cNvSpPr txBox="1"/>
              <p:nvPr/>
            </p:nvSpPr>
            <p:spPr>
              <a:xfrm>
                <a:off x="5654412" y="2798979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79" name="文字方塊 1278">
                <a:extLst>
                  <a:ext uri="{FF2B5EF4-FFF2-40B4-BE49-F238E27FC236}">
                    <a16:creationId xmlns:a16="http://schemas.microsoft.com/office/drawing/2014/main" id="{9363B103-7EEE-444F-8CA9-10DBFAE3A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12" y="2798979"/>
                <a:ext cx="726792" cy="31887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0" name="文字方塊 1279">
                <a:extLst>
                  <a:ext uri="{FF2B5EF4-FFF2-40B4-BE49-F238E27FC236}">
                    <a16:creationId xmlns:a16="http://schemas.microsoft.com/office/drawing/2014/main" id="{E1A3B422-AD52-40AF-A3B3-ABF3FE233364}"/>
                  </a:ext>
                </a:extLst>
              </p:cNvPr>
              <p:cNvSpPr txBox="1"/>
              <p:nvPr/>
            </p:nvSpPr>
            <p:spPr>
              <a:xfrm>
                <a:off x="4971345" y="4948352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80" name="文字方塊 1279">
                <a:extLst>
                  <a:ext uri="{FF2B5EF4-FFF2-40B4-BE49-F238E27FC236}">
                    <a16:creationId xmlns:a16="http://schemas.microsoft.com/office/drawing/2014/main" id="{E1A3B422-AD52-40AF-A3B3-ABF3FE233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45" y="4948352"/>
                <a:ext cx="738852" cy="206851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1" name="文字方塊 1280">
                <a:extLst>
                  <a:ext uri="{FF2B5EF4-FFF2-40B4-BE49-F238E27FC236}">
                    <a16:creationId xmlns:a16="http://schemas.microsoft.com/office/drawing/2014/main" id="{7921EBD4-CDBF-44BD-BE9F-8D27D5F6260A}"/>
                  </a:ext>
                </a:extLst>
              </p:cNvPr>
              <p:cNvSpPr txBox="1"/>
              <p:nvPr/>
            </p:nvSpPr>
            <p:spPr>
              <a:xfrm>
                <a:off x="5732406" y="5392432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81" name="文字方塊 1280">
                <a:extLst>
                  <a:ext uri="{FF2B5EF4-FFF2-40B4-BE49-F238E27FC236}">
                    <a16:creationId xmlns:a16="http://schemas.microsoft.com/office/drawing/2014/main" id="{7921EBD4-CDBF-44BD-BE9F-8D27D5F6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06" y="5392432"/>
                <a:ext cx="685868" cy="206851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2" name="文字方塊 1281">
                <a:extLst>
                  <a:ext uri="{FF2B5EF4-FFF2-40B4-BE49-F238E27FC236}">
                    <a16:creationId xmlns:a16="http://schemas.microsoft.com/office/drawing/2014/main" id="{7529F8C7-2CB4-49D3-9A73-04160CFD5A66}"/>
                  </a:ext>
                </a:extLst>
              </p:cNvPr>
              <p:cNvSpPr txBox="1"/>
              <p:nvPr/>
            </p:nvSpPr>
            <p:spPr>
              <a:xfrm>
                <a:off x="5875691" y="3945251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82" name="文字方塊 1281">
                <a:extLst>
                  <a:ext uri="{FF2B5EF4-FFF2-40B4-BE49-F238E27FC236}">
                    <a16:creationId xmlns:a16="http://schemas.microsoft.com/office/drawing/2014/main" id="{7529F8C7-2CB4-49D3-9A73-04160CFD5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691" y="3945251"/>
                <a:ext cx="377711" cy="206851"/>
              </a:xfrm>
              <a:prstGeom prst="rect">
                <a:avLst/>
              </a:prstGeom>
              <a:blipFill>
                <a:blip r:embed="rId55"/>
                <a:stretch>
                  <a:fillRect t="-73529" r="-66129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3" name="文字方塊 1282">
                <a:extLst>
                  <a:ext uri="{FF2B5EF4-FFF2-40B4-BE49-F238E27FC236}">
                    <a16:creationId xmlns:a16="http://schemas.microsoft.com/office/drawing/2014/main" id="{72CD9021-71C4-41ED-8E85-5D85729B9CD8}"/>
                  </a:ext>
                </a:extLst>
              </p:cNvPr>
              <p:cNvSpPr txBox="1"/>
              <p:nvPr/>
            </p:nvSpPr>
            <p:spPr>
              <a:xfrm>
                <a:off x="5883495" y="3018800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283" name="文字方塊 1282">
                <a:extLst>
                  <a:ext uri="{FF2B5EF4-FFF2-40B4-BE49-F238E27FC236}">
                    <a16:creationId xmlns:a16="http://schemas.microsoft.com/office/drawing/2014/main" id="{72CD9021-71C4-41ED-8E85-5D85729B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95" y="3018800"/>
                <a:ext cx="377711" cy="206851"/>
              </a:xfrm>
              <a:prstGeom prst="rect">
                <a:avLst/>
              </a:prstGeom>
              <a:blipFill>
                <a:blip r:embed="rId38"/>
                <a:stretch>
                  <a:fillRect t="-73529" r="-48387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4" name="Oval 14">
            <a:extLst>
              <a:ext uri="{FF2B5EF4-FFF2-40B4-BE49-F238E27FC236}">
                <a16:creationId xmlns:a16="http://schemas.microsoft.com/office/drawing/2014/main" id="{211F9F62-8ECA-488F-ACF4-F2E7A9F497DF}"/>
              </a:ext>
            </a:extLst>
          </p:cNvPr>
          <p:cNvSpPr/>
          <p:nvPr/>
        </p:nvSpPr>
        <p:spPr>
          <a:xfrm>
            <a:off x="6036803" y="3178954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285" name="Oval 4">
            <a:extLst>
              <a:ext uri="{FF2B5EF4-FFF2-40B4-BE49-F238E27FC236}">
                <a16:creationId xmlns:a16="http://schemas.microsoft.com/office/drawing/2014/main" id="{089472F9-3593-46D1-8ABA-773B1BA3301E}"/>
              </a:ext>
            </a:extLst>
          </p:cNvPr>
          <p:cNvSpPr/>
          <p:nvPr/>
        </p:nvSpPr>
        <p:spPr>
          <a:xfrm>
            <a:off x="5740107" y="3218046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86" name="Oval 15">
            <a:extLst>
              <a:ext uri="{FF2B5EF4-FFF2-40B4-BE49-F238E27FC236}">
                <a16:creationId xmlns:a16="http://schemas.microsoft.com/office/drawing/2014/main" id="{E13FA905-648A-40A2-9A81-62084268BFF1}"/>
              </a:ext>
            </a:extLst>
          </p:cNvPr>
          <p:cNvSpPr/>
          <p:nvPr/>
        </p:nvSpPr>
        <p:spPr>
          <a:xfrm>
            <a:off x="6036803" y="3873536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87" name="SHO">
            <a:extLst>
              <a:ext uri="{FF2B5EF4-FFF2-40B4-BE49-F238E27FC236}">
                <a16:creationId xmlns:a16="http://schemas.microsoft.com/office/drawing/2014/main" id="{FA601E0C-C695-4160-83C5-71169373CE9E}"/>
              </a:ext>
            </a:extLst>
          </p:cNvPr>
          <p:cNvSpPr/>
          <p:nvPr/>
        </p:nvSpPr>
        <p:spPr>
          <a:xfrm rot="16200000">
            <a:off x="5929885" y="3230311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88" name="SVO">
            <a:extLst>
              <a:ext uri="{FF2B5EF4-FFF2-40B4-BE49-F238E27FC236}">
                <a16:creationId xmlns:a16="http://schemas.microsoft.com/office/drawing/2014/main" id="{F61AF90F-DA0C-4456-BE9F-E7F80BC29F0E}"/>
              </a:ext>
            </a:extLst>
          </p:cNvPr>
          <p:cNvSpPr/>
          <p:nvPr/>
        </p:nvSpPr>
        <p:spPr>
          <a:xfrm>
            <a:off x="5906397" y="3218278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289" name="Oval 6">
            <a:extLst>
              <a:ext uri="{FF2B5EF4-FFF2-40B4-BE49-F238E27FC236}">
                <a16:creationId xmlns:a16="http://schemas.microsoft.com/office/drawing/2014/main" id="{88234C3E-F881-4F85-A7F3-8C168C87C8C0}"/>
              </a:ext>
            </a:extLst>
          </p:cNvPr>
          <p:cNvSpPr/>
          <p:nvPr/>
        </p:nvSpPr>
        <p:spPr>
          <a:xfrm rot="16200000">
            <a:off x="5929885" y="3230311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0" name="TextBox 11">
                <a:extLst>
                  <a:ext uri="{FF2B5EF4-FFF2-40B4-BE49-F238E27FC236}">
                    <a16:creationId xmlns:a16="http://schemas.microsoft.com/office/drawing/2014/main" id="{214073AE-C8EB-463A-92B8-655055955C6F}"/>
                  </a:ext>
                </a:extLst>
              </p:cNvPr>
              <p:cNvSpPr txBox="1"/>
              <p:nvPr/>
            </p:nvSpPr>
            <p:spPr>
              <a:xfrm>
                <a:off x="5819143" y="348289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90" name="TextBox 11">
                <a:extLst>
                  <a:ext uri="{FF2B5EF4-FFF2-40B4-BE49-F238E27FC236}">
                    <a16:creationId xmlns:a16="http://schemas.microsoft.com/office/drawing/2014/main" id="{214073AE-C8EB-463A-92B8-655055955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143" y="3482899"/>
                <a:ext cx="82204" cy="206851"/>
              </a:xfrm>
              <a:prstGeom prst="rect">
                <a:avLst/>
              </a:prstGeom>
              <a:blipFill>
                <a:blip r:embed="rId39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1" name="Oval 22">
            <a:extLst>
              <a:ext uri="{FF2B5EF4-FFF2-40B4-BE49-F238E27FC236}">
                <a16:creationId xmlns:a16="http://schemas.microsoft.com/office/drawing/2014/main" id="{66BAAE15-2A90-4530-A112-5DB9D0CA7B5E}"/>
              </a:ext>
            </a:extLst>
          </p:cNvPr>
          <p:cNvSpPr/>
          <p:nvPr/>
        </p:nvSpPr>
        <p:spPr>
          <a:xfrm>
            <a:off x="6036364" y="3873536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2" name="TextBox 12">
                <a:extLst>
                  <a:ext uri="{FF2B5EF4-FFF2-40B4-BE49-F238E27FC236}">
                    <a16:creationId xmlns:a16="http://schemas.microsoft.com/office/drawing/2014/main" id="{31AE937C-79A5-4E25-B852-D78F04DC2A0F}"/>
                  </a:ext>
                </a:extLst>
              </p:cNvPr>
              <p:cNvSpPr txBox="1"/>
              <p:nvPr/>
            </p:nvSpPr>
            <p:spPr>
              <a:xfrm>
                <a:off x="6123431" y="3527222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92" name="TextBox 12">
                <a:extLst>
                  <a:ext uri="{FF2B5EF4-FFF2-40B4-BE49-F238E27FC236}">
                    <a16:creationId xmlns:a16="http://schemas.microsoft.com/office/drawing/2014/main" id="{31AE937C-79A5-4E25-B852-D78F04DC2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431" y="3527222"/>
                <a:ext cx="82204" cy="206851"/>
              </a:xfrm>
              <a:prstGeom prst="rect">
                <a:avLst/>
              </a:prstGeom>
              <a:blipFill>
                <a:blip r:embed="rId56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3" name="TextBox 13">
                <a:extLst>
                  <a:ext uri="{FF2B5EF4-FFF2-40B4-BE49-F238E27FC236}">
                    <a16:creationId xmlns:a16="http://schemas.microsoft.com/office/drawing/2014/main" id="{75D6CC24-50DC-49D0-8EA8-969A0B67890C}"/>
                  </a:ext>
                </a:extLst>
              </p:cNvPr>
              <p:cNvSpPr txBox="1"/>
              <p:nvPr/>
            </p:nvSpPr>
            <p:spPr>
              <a:xfrm>
                <a:off x="6010007" y="3234634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293" name="TextBox 13">
                <a:extLst>
                  <a:ext uri="{FF2B5EF4-FFF2-40B4-BE49-F238E27FC236}">
                    <a16:creationId xmlns:a16="http://schemas.microsoft.com/office/drawing/2014/main" id="{75D6CC24-50DC-49D0-8EA8-969A0B678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07" y="3234634"/>
                <a:ext cx="119391" cy="206851"/>
              </a:xfrm>
              <a:prstGeom prst="rect">
                <a:avLst/>
              </a:prstGeom>
              <a:blipFill>
                <a:blip r:embed="rId19"/>
                <a:stretch>
                  <a:fillRect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4" name="DVO">
            <a:extLst>
              <a:ext uri="{FF2B5EF4-FFF2-40B4-BE49-F238E27FC236}">
                <a16:creationId xmlns:a16="http://schemas.microsoft.com/office/drawing/2014/main" id="{AB23A6AD-A238-4DE6-8080-C1020921909F}"/>
              </a:ext>
            </a:extLst>
          </p:cNvPr>
          <p:cNvSpPr/>
          <p:nvPr/>
        </p:nvSpPr>
        <p:spPr>
          <a:xfrm flipH="1">
            <a:off x="5906397" y="3218278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295" name="Oval 23">
            <a:extLst>
              <a:ext uri="{FF2B5EF4-FFF2-40B4-BE49-F238E27FC236}">
                <a16:creationId xmlns:a16="http://schemas.microsoft.com/office/drawing/2014/main" id="{53B9E0F6-00F6-4D74-858E-31AD778FE213}"/>
              </a:ext>
            </a:extLst>
          </p:cNvPr>
          <p:cNvSpPr/>
          <p:nvPr/>
        </p:nvSpPr>
        <p:spPr>
          <a:xfrm>
            <a:off x="6372214" y="3526673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296" name="Straight Arrow Connector 7">
            <a:extLst>
              <a:ext uri="{FF2B5EF4-FFF2-40B4-BE49-F238E27FC236}">
                <a16:creationId xmlns:a16="http://schemas.microsoft.com/office/drawing/2014/main" id="{2E987718-A0D9-4D9A-8C3A-9C37B0E981F6}"/>
              </a:ext>
            </a:extLst>
          </p:cNvPr>
          <p:cNvCxnSpPr>
            <a:cxnSpLocks/>
          </p:cNvCxnSpPr>
          <p:nvPr/>
        </p:nvCxnSpPr>
        <p:spPr>
          <a:xfrm flipV="1">
            <a:off x="6072715" y="3357578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Straight Arrow Connector 19">
            <a:extLst>
              <a:ext uri="{FF2B5EF4-FFF2-40B4-BE49-F238E27FC236}">
                <a16:creationId xmlns:a16="http://schemas.microsoft.com/office/drawing/2014/main" id="{9FD0672D-22E7-4BB4-B46A-50F795A0A9FE}"/>
              </a:ext>
            </a:extLst>
          </p:cNvPr>
          <p:cNvCxnSpPr>
            <a:cxnSpLocks/>
          </p:cNvCxnSpPr>
          <p:nvPr/>
        </p:nvCxnSpPr>
        <p:spPr>
          <a:xfrm>
            <a:off x="6074102" y="3563731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Arrow Connector 18">
            <a:extLst>
              <a:ext uri="{FF2B5EF4-FFF2-40B4-BE49-F238E27FC236}">
                <a16:creationId xmlns:a16="http://schemas.microsoft.com/office/drawing/2014/main" id="{0155E8C3-1355-43DE-95C8-EFFD45DA93B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994502" y="3484061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9" name="Oval 20">
            <a:extLst>
              <a:ext uri="{FF2B5EF4-FFF2-40B4-BE49-F238E27FC236}">
                <a16:creationId xmlns:a16="http://schemas.microsoft.com/office/drawing/2014/main" id="{BDD0AA39-CD06-43D3-900D-485DE644E9F4}"/>
              </a:ext>
            </a:extLst>
          </p:cNvPr>
          <p:cNvSpPr/>
          <p:nvPr/>
        </p:nvSpPr>
        <p:spPr>
          <a:xfrm>
            <a:off x="5701232" y="3526673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00" name="Oval 22">
            <a:extLst>
              <a:ext uri="{FF2B5EF4-FFF2-40B4-BE49-F238E27FC236}">
                <a16:creationId xmlns:a16="http://schemas.microsoft.com/office/drawing/2014/main" id="{99212970-78AC-4362-BD7A-C44FF80F0637}"/>
              </a:ext>
            </a:extLst>
          </p:cNvPr>
          <p:cNvSpPr/>
          <p:nvPr/>
        </p:nvSpPr>
        <p:spPr>
          <a:xfrm>
            <a:off x="6036913" y="3175296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01" name="Partial Circle 9">
            <a:extLst>
              <a:ext uri="{FF2B5EF4-FFF2-40B4-BE49-F238E27FC236}">
                <a16:creationId xmlns:a16="http://schemas.microsoft.com/office/drawing/2014/main" id="{18C30D0B-4A78-44AC-8840-DA1350D71D1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043722" y="3519986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2" name="TextBox 10">
                <a:extLst>
                  <a:ext uri="{FF2B5EF4-FFF2-40B4-BE49-F238E27FC236}">
                    <a16:creationId xmlns:a16="http://schemas.microsoft.com/office/drawing/2014/main" id="{D543045B-0234-4EAF-AAB6-261D1937FBC1}"/>
                  </a:ext>
                </a:extLst>
              </p:cNvPr>
              <p:cNvSpPr txBox="1"/>
              <p:nvPr/>
            </p:nvSpPr>
            <p:spPr>
              <a:xfrm>
                <a:off x="5874595" y="3536271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02" name="TextBox 10">
                <a:extLst>
                  <a:ext uri="{FF2B5EF4-FFF2-40B4-BE49-F238E27FC236}">
                    <a16:creationId xmlns:a16="http://schemas.microsoft.com/office/drawing/2014/main" id="{D543045B-0234-4EAF-AAB6-261D1937F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595" y="3536271"/>
                <a:ext cx="146463" cy="206851"/>
              </a:xfrm>
              <a:prstGeom prst="rect">
                <a:avLst/>
              </a:prstGeom>
              <a:blipFill>
                <a:blip r:embed="rId2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3" name="Straight Arrow Connector 17">
            <a:extLst>
              <a:ext uri="{FF2B5EF4-FFF2-40B4-BE49-F238E27FC236}">
                <a16:creationId xmlns:a16="http://schemas.microsoft.com/office/drawing/2014/main" id="{E144F39D-5BFE-4CDE-8E38-A2E2ECA33CCC}"/>
              </a:ext>
            </a:extLst>
          </p:cNvPr>
          <p:cNvCxnSpPr>
            <a:cxnSpLocks/>
          </p:cNvCxnSpPr>
          <p:nvPr/>
        </p:nvCxnSpPr>
        <p:spPr>
          <a:xfrm flipH="1">
            <a:off x="5970895" y="3566481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04" name="Partial Circle 9">
            <a:extLst>
              <a:ext uri="{FF2B5EF4-FFF2-40B4-BE49-F238E27FC236}">
                <a16:creationId xmlns:a16="http://schemas.microsoft.com/office/drawing/2014/main" id="{D83A01F7-6EAF-49C1-AAA3-2F48FFC5CB50}"/>
              </a:ext>
            </a:extLst>
          </p:cNvPr>
          <p:cNvSpPr>
            <a:spLocks noChangeAspect="1"/>
          </p:cNvSpPr>
          <p:nvPr/>
        </p:nvSpPr>
        <p:spPr>
          <a:xfrm>
            <a:off x="6037811" y="3502693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5" name="TextBox 10">
                <a:extLst>
                  <a:ext uri="{FF2B5EF4-FFF2-40B4-BE49-F238E27FC236}">
                    <a16:creationId xmlns:a16="http://schemas.microsoft.com/office/drawing/2014/main" id="{D6986335-A833-428C-A039-66F504C137F3}"/>
                  </a:ext>
                </a:extLst>
              </p:cNvPr>
              <p:cNvSpPr txBox="1"/>
              <p:nvPr/>
            </p:nvSpPr>
            <p:spPr>
              <a:xfrm>
                <a:off x="6056293" y="3387400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05" name="TextBox 10">
                <a:extLst>
                  <a:ext uri="{FF2B5EF4-FFF2-40B4-BE49-F238E27FC236}">
                    <a16:creationId xmlns:a16="http://schemas.microsoft.com/office/drawing/2014/main" id="{D6986335-A833-428C-A039-66F504C13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293" y="3387400"/>
                <a:ext cx="138012" cy="206851"/>
              </a:xfrm>
              <a:prstGeom prst="rect">
                <a:avLst/>
              </a:prstGeom>
              <a:blipFill>
                <a:blip r:embed="rId57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6" name="Straight Arrow Connector 17">
            <a:extLst>
              <a:ext uri="{FF2B5EF4-FFF2-40B4-BE49-F238E27FC236}">
                <a16:creationId xmlns:a16="http://schemas.microsoft.com/office/drawing/2014/main" id="{C447C7D1-305C-4EB6-8DE3-A423D18087B8}"/>
              </a:ext>
            </a:extLst>
          </p:cNvPr>
          <p:cNvCxnSpPr>
            <a:cxnSpLocks/>
          </p:cNvCxnSpPr>
          <p:nvPr/>
        </p:nvCxnSpPr>
        <p:spPr>
          <a:xfrm flipV="1">
            <a:off x="6070089" y="3359389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07" name="Oval 22">
            <a:extLst>
              <a:ext uri="{FF2B5EF4-FFF2-40B4-BE49-F238E27FC236}">
                <a16:creationId xmlns:a16="http://schemas.microsoft.com/office/drawing/2014/main" id="{0AE7508C-A297-4E5A-B19E-FA1D9366F3A1}"/>
              </a:ext>
            </a:extLst>
          </p:cNvPr>
          <p:cNvSpPr/>
          <p:nvPr/>
        </p:nvSpPr>
        <p:spPr>
          <a:xfrm>
            <a:off x="6195680" y="365757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08" name="Oval 22">
            <a:extLst>
              <a:ext uri="{FF2B5EF4-FFF2-40B4-BE49-F238E27FC236}">
                <a16:creationId xmlns:a16="http://schemas.microsoft.com/office/drawing/2014/main" id="{F42B9E9B-9610-49D4-BF83-E344E6AE5FCC}"/>
              </a:ext>
            </a:extLst>
          </p:cNvPr>
          <p:cNvSpPr/>
          <p:nvPr/>
        </p:nvSpPr>
        <p:spPr>
          <a:xfrm>
            <a:off x="5877046" y="3406206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9" name="文字方塊 1308">
                <a:extLst>
                  <a:ext uri="{FF2B5EF4-FFF2-40B4-BE49-F238E27FC236}">
                    <a16:creationId xmlns:a16="http://schemas.microsoft.com/office/drawing/2014/main" id="{1B862125-A0CD-46A0-83DF-2B3A2B68E2BA}"/>
                  </a:ext>
                </a:extLst>
              </p:cNvPr>
              <p:cNvSpPr txBox="1"/>
              <p:nvPr/>
            </p:nvSpPr>
            <p:spPr>
              <a:xfrm>
                <a:off x="5013887" y="3603403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09" name="文字方塊 1308">
                <a:extLst>
                  <a:ext uri="{FF2B5EF4-FFF2-40B4-BE49-F238E27FC236}">
                    <a16:creationId xmlns:a16="http://schemas.microsoft.com/office/drawing/2014/main" id="{1B862125-A0CD-46A0-83DF-2B3A2B68E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887" y="3603403"/>
                <a:ext cx="653769" cy="318870"/>
              </a:xfrm>
              <a:prstGeom prst="rect">
                <a:avLst/>
              </a:prstGeom>
              <a:blipFill>
                <a:blip r:embed="rId58"/>
                <a:stretch>
                  <a:fillRect l="-3704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0" name="直線接點 1309">
            <a:extLst>
              <a:ext uri="{FF2B5EF4-FFF2-40B4-BE49-F238E27FC236}">
                <a16:creationId xmlns:a16="http://schemas.microsoft.com/office/drawing/2014/main" id="{8185C70D-1E4E-474C-8B25-FD50CA3AC40C}"/>
              </a:ext>
            </a:extLst>
          </p:cNvPr>
          <p:cNvCxnSpPr>
            <a:cxnSpLocks/>
          </p:cNvCxnSpPr>
          <p:nvPr/>
        </p:nvCxnSpPr>
        <p:spPr>
          <a:xfrm>
            <a:off x="6270882" y="3746774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11" name="文字方塊 1310">
                <a:extLst>
                  <a:ext uri="{FF2B5EF4-FFF2-40B4-BE49-F238E27FC236}">
                    <a16:creationId xmlns:a16="http://schemas.microsoft.com/office/drawing/2014/main" id="{AAAA9456-ECE1-45AB-8A84-AA420714CB59}"/>
                  </a:ext>
                </a:extLst>
              </p:cNvPr>
              <p:cNvSpPr txBox="1"/>
              <p:nvPr/>
            </p:nvSpPr>
            <p:spPr>
              <a:xfrm>
                <a:off x="6431735" y="3609369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11" name="文字方塊 1310">
                <a:extLst>
                  <a:ext uri="{FF2B5EF4-FFF2-40B4-BE49-F238E27FC236}">
                    <a16:creationId xmlns:a16="http://schemas.microsoft.com/office/drawing/2014/main" id="{AAAA9456-ECE1-45AB-8A84-AA420714C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735" y="3609369"/>
                <a:ext cx="738852" cy="206851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2" name="文字方塊 1311">
                <a:extLst>
                  <a:ext uri="{FF2B5EF4-FFF2-40B4-BE49-F238E27FC236}">
                    <a16:creationId xmlns:a16="http://schemas.microsoft.com/office/drawing/2014/main" id="{0027AFFC-4FAA-4055-B1DD-3F6F2F53670E}"/>
                  </a:ext>
                </a:extLst>
              </p:cNvPr>
              <p:cNvSpPr txBox="1"/>
              <p:nvPr/>
            </p:nvSpPr>
            <p:spPr>
              <a:xfrm>
                <a:off x="6431735" y="4895960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12" name="文字方塊 1311">
                <a:extLst>
                  <a:ext uri="{FF2B5EF4-FFF2-40B4-BE49-F238E27FC236}">
                    <a16:creationId xmlns:a16="http://schemas.microsoft.com/office/drawing/2014/main" id="{0027AFFC-4FAA-4055-B1DD-3F6F2F536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735" y="4895960"/>
                <a:ext cx="738852" cy="206851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3" name="直線接點 1312">
            <a:extLst>
              <a:ext uri="{FF2B5EF4-FFF2-40B4-BE49-F238E27FC236}">
                <a16:creationId xmlns:a16="http://schemas.microsoft.com/office/drawing/2014/main" id="{6945DAEC-2E6D-4530-9E9E-319EBE481224}"/>
              </a:ext>
            </a:extLst>
          </p:cNvPr>
          <p:cNvCxnSpPr>
            <a:cxnSpLocks/>
          </p:cNvCxnSpPr>
          <p:nvPr/>
        </p:nvCxnSpPr>
        <p:spPr>
          <a:xfrm>
            <a:off x="5491308" y="2846461"/>
            <a:ext cx="407625" cy="58240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14" name="圖片 1313">
            <a:extLst>
              <a:ext uri="{FF2B5EF4-FFF2-40B4-BE49-F238E27FC236}">
                <a16:creationId xmlns:a16="http://schemas.microsoft.com/office/drawing/2014/main" id="{03B7229B-25A9-414F-9F58-4CCC50F97B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6439814" y="1685354"/>
            <a:ext cx="828577" cy="161176"/>
          </a:xfrm>
          <a:prstGeom prst="rect">
            <a:avLst/>
          </a:prstGeom>
        </p:spPr>
      </p:pic>
      <p:pic>
        <p:nvPicPr>
          <p:cNvPr id="1315" name="圖片 1314">
            <a:extLst>
              <a:ext uri="{FF2B5EF4-FFF2-40B4-BE49-F238E27FC236}">
                <a16:creationId xmlns:a16="http://schemas.microsoft.com/office/drawing/2014/main" id="{12905DF2-FCC6-43A9-9221-ACEBD8DA75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6439814" y="2245394"/>
            <a:ext cx="828577" cy="199473"/>
          </a:xfrm>
          <a:prstGeom prst="rect">
            <a:avLst/>
          </a:prstGeom>
        </p:spPr>
      </p:pic>
      <p:pic>
        <p:nvPicPr>
          <p:cNvPr id="1316" name="圖片 1315">
            <a:extLst>
              <a:ext uri="{FF2B5EF4-FFF2-40B4-BE49-F238E27FC236}">
                <a16:creationId xmlns:a16="http://schemas.microsoft.com/office/drawing/2014/main" id="{28021F59-3BA2-44CC-A22B-B28B0E6464C4}"/>
              </a:ext>
            </a:extLst>
          </p:cNvPr>
          <p:cNvPicPr>
            <a:picLocks noChangeAspect="1"/>
          </p:cNvPicPr>
          <p:nvPr/>
        </p:nvPicPr>
        <p:blipFill rotWithShape="1">
          <a:blip r:embed="rId61"/>
          <a:srcRect l="11115" t="22564" r="9694" b="19380"/>
          <a:stretch/>
        </p:blipFill>
        <p:spPr>
          <a:xfrm>
            <a:off x="6507398" y="2284411"/>
            <a:ext cx="342523" cy="78954"/>
          </a:xfrm>
          <a:prstGeom prst="rect">
            <a:avLst/>
          </a:prstGeom>
        </p:spPr>
      </p:pic>
      <p:pic>
        <p:nvPicPr>
          <p:cNvPr id="1317" name="圖片 1316">
            <a:extLst>
              <a:ext uri="{FF2B5EF4-FFF2-40B4-BE49-F238E27FC236}">
                <a16:creationId xmlns:a16="http://schemas.microsoft.com/office/drawing/2014/main" id="{385235AD-52F9-437E-B7E5-4B817DA2D833}"/>
              </a:ext>
            </a:extLst>
          </p:cNvPr>
          <p:cNvPicPr>
            <a:picLocks noChangeAspect="1"/>
          </p:cNvPicPr>
          <p:nvPr/>
        </p:nvPicPr>
        <p:blipFill rotWithShape="1">
          <a:blip r:embed="rId61"/>
          <a:srcRect l="11115" t="22564" r="9694" b="19380"/>
          <a:stretch/>
        </p:blipFill>
        <p:spPr>
          <a:xfrm>
            <a:off x="6505801" y="1685129"/>
            <a:ext cx="342523" cy="78954"/>
          </a:xfrm>
          <a:prstGeom prst="rect">
            <a:avLst/>
          </a:prstGeom>
        </p:spPr>
      </p:pic>
      <p:pic>
        <p:nvPicPr>
          <p:cNvPr id="1318" name="圖片 1317">
            <a:extLst>
              <a:ext uri="{FF2B5EF4-FFF2-40B4-BE49-F238E27FC236}">
                <a16:creationId xmlns:a16="http://schemas.microsoft.com/office/drawing/2014/main" id="{81F73322-9649-46B3-9E99-746CFF61D7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6502221" y="3754874"/>
            <a:ext cx="563670" cy="1147888"/>
          </a:xfrm>
          <a:prstGeom prst="rect">
            <a:avLst/>
          </a:prstGeom>
        </p:spPr>
      </p:pic>
      <p:pic>
        <p:nvPicPr>
          <p:cNvPr id="1319" name="圖片 1318">
            <a:extLst>
              <a:ext uri="{FF2B5EF4-FFF2-40B4-BE49-F238E27FC236}">
                <a16:creationId xmlns:a16="http://schemas.microsoft.com/office/drawing/2014/main" id="{9425A47C-CBC3-43FD-A9E9-9BC9B30FFD6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5063458" y="2466494"/>
            <a:ext cx="575200" cy="1147750"/>
          </a:xfrm>
          <a:prstGeom prst="rect">
            <a:avLst/>
          </a:prstGeom>
        </p:spPr>
      </p:pic>
      <p:cxnSp>
        <p:nvCxnSpPr>
          <p:cNvPr id="1320" name="直線接點 1319">
            <a:extLst>
              <a:ext uri="{FF2B5EF4-FFF2-40B4-BE49-F238E27FC236}">
                <a16:creationId xmlns:a16="http://schemas.microsoft.com/office/drawing/2014/main" id="{79CFA347-69F1-4037-93FA-0448E522736B}"/>
              </a:ext>
            </a:extLst>
          </p:cNvPr>
          <p:cNvCxnSpPr>
            <a:cxnSpLocks/>
          </p:cNvCxnSpPr>
          <p:nvPr/>
        </p:nvCxnSpPr>
        <p:spPr>
          <a:xfrm flipH="1">
            <a:off x="5618863" y="3592574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1" name="直線接點 1320">
            <a:extLst>
              <a:ext uri="{FF2B5EF4-FFF2-40B4-BE49-F238E27FC236}">
                <a16:creationId xmlns:a16="http://schemas.microsoft.com/office/drawing/2014/main" id="{B71011CA-3FDF-4D2F-B442-C6CE5DCE4A8C}"/>
              </a:ext>
            </a:extLst>
          </p:cNvPr>
          <p:cNvCxnSpPr>
            <a:cxnSpLocks/>
          </p:cNvCxnSpPr>
          <p:nvPr/>
        </p:nvCxnSpPr>
        <p:spPr>
          <a:xfrm flipV="1">
            <a:off x="6439214" y="3350450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22" name="圖片 1321">
            <a:extLst>
              <a:ext uri="{FF2B5EF4-FFF2-40B4-BE49-F238E27FC236}">
                <a16:creationId xmlns:a16="http://schemas.microsoft.com/office/drawing/2014/main" id="{CA05C281-CCEE-47A7-8EA3-27FB0710C3AF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6502072" y="2479808"/>
            <a:ext cx="570211" cy="1126522"/>
          </a:xfrm>
          <a:prstGeom prst="rect">
            <a:avLst/>
          </a:prstGeom>
        </p:spPr>
      </p:pic>
      <p:pic>
        <p:nvPicPr>
          <p:cNvPr id="1323" name="圖片 1322">
            <a:extLst>
              <a:ext uri="{FF2B5EF4-FFF2-40B4-BE49-F238E27FC236}">
                <a16:creationId xmlns:a16="http://schemas.microsoft.com/office/drawing/2014/main" id="{C1D557D4-F57E-41D4-B14E-7360682E8945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5782933" y="4248570"/>
            <a:ext cx="584900" cy="1126522"/>
          </a:xfrm>
          <a:prstGeom prst="rect">
            <a:avLst/>
          </a:prstGeom>
        </p:spPr>
      </p:pic>
      <p:pic>
        <p:nvPicPr>
          <p:cNvPr id="1324" name="圖片 1323">
            <a:extLst>
              <a:ext uri="{FF2B5EF4-FFF2-40B4-BE49-F238E27FC236}">
                <a16:creationId xmlns:a16="http://schemas.microsoft.com/office/drawing/2014/main" id="{E82F669D-4134-450A-8758-BED6CC5EE47C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5041421" y="3805175"/>
            <a:ext cx="594488" cy="1126522"/>
          </a:xfrm>
          <a:prstGeom prst="rect">
            <a:avLst/>
          </a:prstGeom>
        </p:spPr>
      </p:pic>
      <p:sp>
        <p:nvSpPr>
          <p:cNvPr id="1325" name="矩形: 圓角 1324">
            <a:extLst>
              <a:ext uri="{FF2B5EF4-FFF2-40B4-BE49-F238E27FC236}">
                <a16:creationId xmlns:a16="http://schemas.microsoft.com/office/drawing/2014/main" id="{8E07622F-8C39-44AE-934F-28AD203AD89B}"/>
              </a:ext>
            </a:extLst>
          </p:cNvPr>
          <p:cNvSpPr/>
          <p:nvPr/>
        </p:nvSpPr>
        <p:spPr>
          <a:xfrm>
            <a:off x="7415950" y="1549365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pic>
        <p:nvPicPr>
          <p:cNvPr id="1326" name="圖片 1325">
            <a:extLst>
              <a:ext uri="{FF2B5EF4-FFF2-40B4-BE49-F238E27FC236}">
                <a16:creationId xmlns:a16="http://schemas.microsoft.com/office/drawing/2014/main" id="{90928B0A-C5CD-47BC-B2E1-16A753C9FBFF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8153286" y="1657741"/>
            <a:ext cx="578536" cy="1143360"/>
          </a:xfrm>
          <a:prstGeom prst="rect">
            <a:avLst/>
          </a:prstGeom>
        </p:spPr>
      </p:pic>
      <p:pic>
        <p:nvPicPr>
          <p:cNvPr id="1327" name="圖片 1326">
            <a:extLst>
              <a:ext uri="{FF2B5EF4-FFF2-40B4-BE49-F238E27FC236}">
                <a16:creationId xmlns:a16="http://schemas.microsoft.com/office/drawing/2014/main" id="{7105E68D-2093-4BCA-AD99-8DD463B91BBC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8955425" y="2465006"/>
            <a:ext cx="574885" cy="1138836"/>
          </a:xfrm>
          <a:prstGeom prst="rect">
            <a:avLst/>
          </a:prstGeom>
        </p:spPr>
      </p:pic>
      <p:pic>
        <p:nvPicPr>
          <p:cNvPr id="1328" name="圖片 1327">
            <a:extLst>
              <a:ext uri="{FF2B5EF4-FFF2-40B4-BE49-F238E27FC236}">
                <a16:creationId xmlns:a16="http://schemas.microsoft.com/office/drawing/2014/main" id="{9760781B-FC51-46CC-95E9-E185441133A4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7496707" y="3789546"/>
            <a:ext cx="598323" cy="1143360"/>
          </a:xfrm>
          <a:prstGeom prst="rect">
            <a:avLst/>
          </a:prstGeom>
        </p:spPr>
      </p:pic>
      <p:pic>
        <p:nvPicPr>
          <p:cNvPr id="1329" name="圖片 1328">
            <a:extLst>
              <a:ext uri="{FF2B5EF4-FFF2-40B4-BE49-F238E27FC236}">
                <a16:creationId xmlns:a16="http://schemas.microsoft.com/office/drawing/2014/main" id="{A50AD2CE-14A4-4E41-9866-B656D8515684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8240299" y="4225785"/>
            <a:ext cx="593209" cy="1143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/>
              <p:nvPr/>
            </p:nvSpPr>
            <p:spPr>
              <a:xfrm>
                <a:off x="8400917" y="2622116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917" y="2622116"/>
                <a:ext cx="180524" cy="213135"/>
              </a:xfrm>
              <a:prstGeom prst="rect">
                <a:avLst/>
              </a:prstGeom>
              <a:blipFill>
                <a:blip r:embed="rId28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/>
              <p:nvPr/>
            </p:nvSpPr>
            <p:spPr>
              <a:xfrm>
                <a:off x="8408074" y="2030219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074" y="2030219"/>
                <a:ext cx="180524" cy="213135"/>
              </a:xfrm>
              <a:prstGeom prst="rect">
                <a:avLst/>
              </a:prstGeom>
              <a:blipFill>
                <a:blip r:embed="rId65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2" name="群組 1331">
            <a:extLst>
              <a:ext uri="{FF2B5EF4-FFF2-40B4-BE49-F238E27FC236}">
                <a16:creationId xmlns:a16="http://schemas.microsoft.com/office/drawing/2014/main" id="{81C049A7-B3FC-4C21-97D3-24D217BCE15C}"/>
              </a:ext>
            </a:extLst>
          </p:cNvPr>
          <p:cNvGrpSpPr/>
          <p:nvPr/>
        </p:nvGrpSpPr>
        <p:grpSpPr>
          <a:xfrm>
            <a:off x="8429144" y="1901417"/>
            <a:ext cx="33903" cy="32523"/>
            <a:chOff x="1373392" y="2391862"/>
            <a:chExt cx="479433" cy="476535"/>
          </a:xfrm>
        </p:grpSpPr>
        <p:sp>
          <p:nvSpPr>
            <p:cNvPr id="1333" name="箭號: 向右 1332">
              <a:extLst>
                <a:ext uri="{FF2B5EF4-FFF2-40B4-BE49-F238E27FC236}">
                  <a16:creationId xmlns:a16="http://schemas.microsoft.com/office/drawing/2014/main" id="{E42B5946-181F-442C-8EBD-11401E4448C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334" name="箭號: 向右 1333">
              <a:extLst>
                <a:ext uri="{FF2B5EF4-FFF2-40B4-BE49-F238E27FC236}">
                  <a16:creationId xmlns:a16="http://schemas.microsoft.com/office/drawing/2014/main" id="{9DBC63C6-957F-4F9D-BDC1-33463F9AE23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/>
              <p:nvPr/>
            </p:nvSpPr>
            <p:spPr>
              <a:xfrm>
                <a:off x="8345775" y="1737991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775" y="1737991"/>
                <a:ext cx="133123" cy="216021"/>
              </a:xfrm>
              <a:prstGeom prst="rect">
                <a:avLst/>
              </a:prstGeom>
              <a:blipFill>
                <a:blip r:embed="rId29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/>
              <p:nvPr/>
            </p:nvSpPr>
            <p:spPr>
              <a:xfrm>
                <a:off x="8405871" y="186941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871" y="1869418"/>
                <a:ext cx="100183" cy="206851"/>
              </a:xfrm>
              <a:prstGeom prst="rect">
                <a:avLst/>
              </a:prstGeom>
              <a:blipFill>
                <a:blip r:embed="rId66"/>
                <a:stretch>
                  <a:fillRect r="-8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7" name="群組 1336">
            <a:extLst>
              <a:ext uri="{FF2B5EF4-FFF2-40B4-BE49-F238E27FC236}">
                <a16:creationId xmlns:a16="http://schemas.microsoft.com/office/drawing/2014/main" id="{D8AA9238-7A08-4711-8901-D136A6BC72ED}"/>
              </a:ext>
            </a:extLst>
          </p:cNvPr>
          <p:cNvGrpSpPr/>
          <p:nvPr/>
        </p:nvGrpSpPr>
        <p:grpSpPr>
          <a:xfrm>
            <a:off x="8432293" y="2495807"/>
            <a:ext cx="33903" cy="32523"/>
            <a:chOff x="1373392" y="2391862"/>
            <a:chExt cx="479433" cy="476535"/>
          </a:xfrm>
        </p:grpSpPr>
        <p:sp>
          <p:nvSpPr>
            <p:cNvPr id="1338" name="箭號: 向右 1337">
              <a:extLst>
                <a:ext uri="{FF2B5EF4-FFF2-40B4-BE49-F238E27FC236}">
                  <a16:creationId xmlns:a16="http://schemas.microsoft.com/office/drawing/2014/main" id="{49DF0131-390F-453C-B72C-0C1FE1D05FE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339" name="箭號: 向右 1338">
              <a:extLst>
                <a:ext uri="{FF2B5EF4-FFF2-40B4-BE49-F238E27FC236}">
                  <a16:creationId xmlns:a16="http://schemas.microsoft.com/office/drawing/2014/main" id="{150B8E6D-0C48-4A25-8C21-D2E423CF45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/>
              <p:nvPr/>
            </p:nvSpPr>
            <p:spPr>
              <a:xfrm>
                <a:off x="8348920" y="2332381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920" y="2332381"/>
                <a:ext cx="122526" cy="216021"/>
              </a:xfrm>
              <a:prstGeom prst="rect">
                <a:avLst/>
              </a:prstGeom>
              <a:blipFill>
                <a:blip r:embed="rId6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/>
              <p:nvPr/>
            </p:nvSpPr>
            <p:spPr>
              <a:xfrm>
                <a:off x="8436721" y="243823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721" y="2438238"/>
                <a:ext cx="100183" cy="206851"/>
              </a:xfrm>
              <a:prstGeom prst="rect">
                <a:avLst/>
              </a:prstGeom>
              <a:blipFill>
                <a:blip r:embed="rId30"/>
                <a:stretch>
                  <a:fillRect r="-8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42" name="圖片 1341">
            <a:extLst>
              <a:ext uri="{FF2B5EF4-FFF2-40B4-BE49-F238E27FC236}">
                <a16:creationId xmlns:a16="http://schemas.microsoft.com/office/drawing/2014/main" id="{E37D72D4-AC12-4E5B-85A6-466BC6CD5B6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8733842" y="2231505"/>
            <a:ext cx="174849" cy="584623"/>
          </a:xfrm>
          <a:prstGeom prst="rect">
            <a:avLst/>
          </a:prstGeom>
        </p:spPr>
      </p:pic>
      <p:pic>
        <p:nvPicPr>
          <p:cNvPr id="1343" name="圖片 1342">
            <a:extLst>
              <a:ext uri="{FF2B5EF4-FFF2-40B4-BE49-F238E27FC236}">
                <a16:creationId xmlns:a16="http://schemas.microsoft.com/office/drawing/2014/main" id="{3BC12AE4-C83C-4456-985B-D2302B5D0D2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8732935" y="1641897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/>
              <p:nvPr/>
            </p:nvSpPr>
            <p:spPr>
              <a:xfrm>
                <a:off x="8696625" y="209010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625" y="2090105"/>
                <a:ext cx="137005" cy="194990"/>
              </a:xfrm>
              <a:prstGeom prst="rect">
                <a:avLst/>
              </a:prstGeom>
              <a:blipFill>
                <a:blip r:embed="rId68"/>
                <a:stretch>
                  <a:fillRect r="-5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/>
              <p:nvPr/>
            </p:nvSpPr>
            <p:spPr>
              <a:xfrm>
                <a:off x="8701829" y="268449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829" y="2684495"/>
                <a:ext cx="137005" cy="194990"/>
              </a:xfrm>
              <a:prstGeom prst="rect">
                <a:avLst/>
              </a:prstGeom>
              <a:blipFill>
                <a:blip r:embed="rId3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/>
              <p:nvPr/>
            </p:nvSpPr>
            <p:spPr>
              <a:xfrm>
                <a:off x="8112042" y="2789866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042" y="2789866"/>
                <a:ext cx="726792" cy="31887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/>
              <p:nvPr/>
            </p:nvSpPr>
            <p:spPr>
              <a:xfrm>
                <a:off x="7428975" y="4939238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975" y="4939238"/>
                <a:ext cx="738852" cy="206851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/>
              <p:nvPr/>
            </p:nvSpPr>
            <p:spPr>
              <a:xfrm>
                <a:off x="8190035" y="5383318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035" y="5383318"/>
                <a:ext cx="685868" cy="206851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/>
              <p:nvPr/>
            </p:nvSpPr>
            <p:spPr>
              <a:xfrm>
                <a:off x="8333321" y="3936138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321" y="3936138"/>
                <a:ext cx="377711" cy="206851"/>
              </a:xfrm>
              <a:prstGeom prst="rect">
                <a:avLst/>
              </a:prstGeom>
              <a:blipFill>
                <a:blip r:embed="rId72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/>
              <p:nvPr/>
            </p:nvSpPr>
            <p:spPr>
              <a:xfrm>
                <a:off x="8341125" y="3009686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125" y="3009686"/>
                <a:ext cx="377711" cy="206851"/>
              </a:xfrm>
              <a:prstGeom prst="rect">
                <a:avLst/>
              </a:prstGeom>
              <a:blipFill>
                <a:blip r:embed="rId73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" name="Oval 14">
            <a:extLst>
              <a:ext uri="{FF2B5EF4-FFF2-40B4-BE49-F238E27FC236}">
                <a16:creationId xmlns:a16="http://schemas.microsoft.com/office/drawing/2014/main" id="{5BC60185-BEAE-4FA9-80DD-F76AB3298CFE}"/>
              </a:ext>
            </a:extLst>
          </p:cNvPr>
          <p:cNvSpPr/>
          <p:nvPr/>
        </p:nvSpPr>
        <p:spPr>
          <a:xfrm>
            <a:off x="8494432" y="3169840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52" name="Oval 4">
            <a:extLst>
              <a:ext uri="{FF2B5EF4-FFF2-40B4-BE49-F238E27FC236}">
                <a16:creationId xmlns:a16="http://schemas.microsoft.com/office/drawing/2014/main" id="{BAF00DB0-5D66-4D4B-99F3-E2DB347B76EA}"/>
              </a:ext>
            </a:extLst>
          </p:cNvPr>
          <p:cNvSpPr/>
          <p:nvPr/>
        </p:nvSpPr>
        <p:spPr>
          <a:xfrm>
            <a:off x="8197737" y="3208932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3" name="Oval 15">
            <a:extLst>
              <a:ext uri="{FF2B5EF4-FFF2-40B4-BE49-F238E27FC236}">
                <a16:creationId xmlns:a16="http://schemas.microsoft.com/office/drawing/2014/main" id="{B477F839-4355-46D9-9545-A97012977960}"/>
              </a:ext>
            </a:extLst>
          </p:cNvPr>
          <p:cNvSpPr/>
          <p:nvPr/>
        </p:nvSpPr>
        <p:spPr>
          <a:xfrm>
            <a:off x="8494432" y="3864422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4" name="SHO">
            <a:extLst>
              <a:ext uri="{FF2B5EF4-FFF2-40B4-BE49-F238E27FC236}">
                <a16:creationId xmlns:a16="http://schemas.microsoft.com/office/drawing/2014/main" id="{C5E1CF03-2F20-4F79-8B69-F1D91D3ECAC7}"/>
              </a:ext>
            </a:extLst>
          </p:cNvPr>
          <p:cNvSpPr/>
          <p:nvPr/>
        </p:nvSpPr>
        <p:spPr>
          <a:xfrm rot="16200000">
            <a:off x="8387515" y="3221198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5" name="SVO">
            <a:extLst>
              <a:ext uri="{FF2B5EF4-FFF2-40B4-BE49-F238E27FC236}">
                <a16:creationId xmlns:a16="http://schemas.microsoft.com/office/drawing/2014/main" id="{CD50E500-63B4-4FC6-BE7B-68CF7B511425}"/>
              </a:ext>
            </a:extLst>
          </p:cNvPr>
          <p:cNvSpPr/>
          <p:nvPr/>
        </p:nvSpPr>
        <p:spPr>
          <a:xfrm>
            <a:off x="8364027" y="3209165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56" name="Oval 6">
            <a:extLst>
              <a:ext uri="{FF2B5EF4-FFF2-40B4-BE49-F238E27FC236}">
                <a16:creationId xmlns:a16="http://schemas.microsoft.com/office/drawing/2014/main" id="{C5B3D3CD-1972-47EF-99A6-69C5E037F9EF}"/>
              </a:ext>
            </a:extLst>
          </p:cNvPr>
          <p:cNvSpPr/>
          <p:nvPr/>
        </p:nvSpPr>
        <p:spPr>
          <a:xfrm rot="16200000">
            <a:off x="8387515" y="3221198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/>
              <p:nvPr/>
            </p:nvSpPr>
            <p:spPr>
              <a:xfrm>
                <a:off x="8276773" y="3473786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773" y="3473786"/>
                <a:ext cx="82204" cy="206851"/>
              </a:xfrm>
              <a:prstGeom prst="rect">
                <a:avLst/>
              </a:prstGeom>
              <a:blipFill>
                <a:blip r:embed="rId74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8" name="Oval 22">
            <a:extLst>
              <a:ext uri="{FF2B5EF4-FFF2-40B4-BE49-F238E27FC236}">
                <a16:creationId xmlns:a16="http://schemas.microsoft.com/office/drawing/2014/main" id="{58F6BBA3-DB07-492E-94B3-BD0FFCB52F81}"/>
              </a:ext>
            </a:extLst>
          </p:cNvPr>
          <p:cNvSpPr/>
          <p:nvPr/>
        </p:nvSpPr>
        <p:spPr>
          <a:xfrm>
            <a:off x="8493993" y="386442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/>
              <p:nvPr/>
            </p:nvSpPr>
            <p:spPr>
              <a:xfrm>
                <a:off x="8581061" y="351810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061" y="3518109"/>
                <a:ext cx="82204" cy="206851"/>
              </a:xfrm>
              <a:prstGeom prst="rect">
                <a:avLst/>
              </a:prstGeom>
              <a:blipFill>
                <a:blip r:embed="rId40"/>
                <a:stretch>
                  <a:fillRect r="-6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/>
              <p:nvPr/>
            </p:nvSpPr>
            <p:spPr>
              <a:xfrm>
                <a:off x="8467637" y="3225521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637" y="3225521"/>
                <a:ext cx="119391" cy="206851"/>
              </a:xfrm>
              <a:prstGeom prst="rect">
                <a:avLst/>
              </a:prstGeom>
              <a:blipFill>
                <a:blip r:embed="rId41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1" name="DVO">
            <a:extLst>
              <a:ext uri="{FF2B5EF4-FFF2-40B4-BE49-F238E27FC236}">
                <a16:creationId xmlns:a16="http://schemas.microsoft.com/office/drawing/2014/main" id="{42FD4FAB-305B-4E20-9E3A-DC73C6526C86}"/>
              </a:ext>
            </a:extLst>
          </p:cNvPr>
          <p:cNvSpPr/>
          <p:nvPr/>
        </p:nvSpPr>
        <p:spPr>
          <a:xfrm flipH="1">
            <a:off x="8364027" y="3209165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62" name="Oval 23">
            <a:extLst>
              <a:ext uri="{FF2B5EF4-FFF2-40B4-BE49-F238E27FC236}">
                <a16:creationId xmlns:a16="http://schemas.microsoft.com/office/drawing/2014/main" id="{A03FA640-EC08-4F82-BCCA-C34DA85811F6}"/>
              </a:ext>
            </a:extLst>
          </p:cNvPr>
          <p:cNvSpPr/>
          <p:nvPr/>
        </p:nvSpPr>
        <p:spPr>
          <a:xfrm>
            <a:off x="8829843" y="35175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363" name="Straight Arrow Connector 7">
            <a:extLst>
              <a:ext uri="{FF2B5EF4-FFF2-40B4-BE49-F238E27FC236}">
                <a16:creationId xmlns:a16="http://schemas.microsoft.com/office/drawing/2014/main" id="{DD5389DE-BAFB-4C17-A000-4BA78932F5D8}"/>
              </a:ext>
            </a:extLst>
          </p:cNvPr>
          <p:cNvCxnSpPr>
            <a:cxnSpLocks/>
          </p:cNvCxnSpPr>
          <p:nvPr/>
        </p:nvCxnSpPr>
        <p:spPr>
          <a:xfrm flipV="1">
            <a:off x="8530345" y="3348465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Arrow Connector 19">
            <a:extLst>
              <a:ext uri="{FF2B5EF4-FFF2-40B4-BE49-F238E27FC236}">
                <a16:creationId xmlns:a16="http://schemas.microsoft.com/office/drawing/2014/main" id="{033B3428-2AC1-4CF9-99C1-3273CC60E684}"/>
              </a:ext>
            </a:extLst>
          </p:cNvPr>
          <p:cNvCxnSpPr>
            <a:cxnSpLocks/>
          </p:cNvCxnSpPr>
          <p:nvPr/>
        </p:nvCxnSpPr>
        <p:spPr>
          <a:xfrm>
            <a:off x="8531731" y="3554618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Arrow Connector 18">
            <a:extLst>
              <a:ext uri="{FF2B5EF4-FFF2-40B4-BE49-F238E27FC236}">
                <a16:creationId xmlns:a16="http://schemas.microsoft.com/office/drawing/2014/main" id="{07294AC1-8700-4D89-82B3-FEEAE60EAB2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452132" y="3474947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Oval 20">
            <a:extLst>
              <a:ext uri="{FF2B5EF4-FFF2-40B4-BE49-F238E27FC236}">
                <a16:creationId xmlns:a16="http://schemas.microsoft.com/office/drawing/2014/main" id="{DC5A5D1B-1BA3-4108-B260-22F28CFDE903}"/>
              </a:ext>
            </a:extLst>
          </p:cNvPr>
          <p:cNvSpPr/>
          <p:nvPr/>
        </p:nvSpPr>
        <p:spPr>
          <a:xfrm>
            <a:off x="8158862" y="35175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67" name="Oval 22">
            <a:extLst>
              <a:ext uri="{FF2B5EF4-FFF2-40B4-BE49-F238E27FC236}">
                <a16:creationId xmlns:a16="http://schemas.microsoft.com/office/drawing/2014/main" id="{1D045CD0-28A4-4991-A538-C326B4D40DB1}"/>
              </a:ext>
            </a:extLst>
          </p:cNvPr>
          <p:cNvSpPr/>
          <p:nvPr/>
        </p:nvSpPr>
        <p:spPr>
          <a:xfrm>
            <a:off x="8494542" y="316618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68" name="Partial Circle 9">
            <a:extLst>
              <a:ext uri="{FF2B5EF4-FFF2-40B4-BE49-F238E27FC236}">
                <a16:creationId xmlns:a16="http://schemas.microsoft.com/office/drawing/2014/main" id="{1EDA075F-217A-46A6-94BD-F87B4C83C2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1352" y="3510872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/>
              <p:nvPr/>
            </p:nvSpPr>
            <p:spPr>
              <a:xfrm>
                <a:off x="8332225" y="3527157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225" y="3527157"/>
                <a:ext cx="146463" cy="206851"/>
              </a:xfrm>
              <a:prstGeom prst="rect">
                <a:avLst/>
              </a:prstGeom>
              <a:blipFill>
                <a:blip r:embed="rId42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0" name="Straight Arrow Connector 17">
            <a:extLst>
              <a:ext uri="{FF2B5EF4-FFF2-40B4-BE49-F238E27FC236}">
                <a16:creationId xmlns:a16="http://schemas.microsoft.com/office/drawing/2014/main" id="{0ABC8776-2B91-479A-AA6F-EC2046B0D40A}"/>
              </a:ext>
            </a:extLst>
          </p:cNvPr>
          <p:cNvCxnSpPr>
            <a:cxnSpLocks/>
          </p:cNvCxnSpPr>
          <p:nvPr/>
        </p:nvCxnSpPr>
        <p:spPr>
          <a:xfrm flipH="1">
            <a:off x="8428525" y="3557367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1" name="Partial Circle 9">
            <a:extLst>
              <a:ext uri="{FF2B5EF4-FFF2-40B4-BE49-F238E27FC236}">
                <a16:creationId xmlns:a16="http://schemas.microsoft.com/office/drawing/2014/main" id="{D8B2B7A7-D8DA-4E0D-B46F-7DA26A6303F5}"/>
              </a:ext>
            </a:extLst>
          </p:cNvPr>
          <p:cNvSpPr>
            <a:spLocks noChangeAspect="1"/>
          </p:cNvSpPr>
          <p:nvPr/>
        </p:nvSpPr>
        <p:spPr>
          <a:xfrm>
            <a:off x="8495441" y="3493579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/>
              <p:nvPr/>
            </p:nvSpPr>
            <p:spPr>
              <a:xfrm>
                <a:off x="8513922" y="3378287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922" y="3378287"/>
                <a:ext cx="138012" cy="206851"/>
              </a:xfrm>
              <a:prstGeom prst="rect">
                <a:avLst/>
              </a:prstGeom>
              <a:blipFill>
                <a:blip r:embed="rId75"/>
                <a:stretch>
                  <a:fillRect r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3" name="Straight Arrow Connector 17">
            <a:extLst>
              <a:ext uri="{FF2B5EF4-FFF2-40B4-BE49-F238E27FC236}">
                <a16:creationId xmlns:a16="http://schemas.microsoft.com/office/drawing/2014/main" id="{41F8EC45-75DF-46B1-89B9-6254E81AFB0C}"/>
              </a:ext>
            </a:extLst>
          </p:cNvPr>
          <p:cNvCxnSpPr>
            <a:cxnSpLocks/>
          </p:cNvCxnSpPr>
          <p:nvPr/>
        </p:nvCxnSpPr>
        <p:spPr>
          <a:xfrm flipV="1">
            <a:off x="8527719" y="3350276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4" name="Oval 22">
            <a:extLst>
              <a:ext uri="{FF2B5EF4-FFF2-40B4-BE49-F238E27FC236}">
                <a16:creationId xmlns:a16="http://schemas.microsoft.com/office/drawing/2014/main" id="{0FEE4E25-E489-4AB9-A412-864D70171FF1}"/>
              </a:ext>
            </a:extLst>
          </p:cNvPr>
          <p:cNvSpPr/>
          <p:nvPr/>
        </p:nvSpPr>
        <p:spPr>
          <a:xfrm>
            <a:off x="8653310" y="36484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75" name="Oval 22">
            <a:extLst>
              <a:ext uri="{FF2B5EF4-FFF2-40B4-BE49-F238E27FC236}">
                <a16:creationId xmlns:a16="http://schemas.microsoft.com/office/drawing/2014/main" id="{DD8AD07A-100E-4167-97BA-59167025A6AA}"/>
              </a:ext>
            </a:extLst>
          </p:cNvPr>
          <p:cNvSpPr/>
          <p:nvPr/>
        </p:nvSpPr>
        <p:spPr>
          <a:xfrm>
            <a:off x="8334676" y="339709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/>
              <p:nvPr/>
            </p:nvSpPr>
            <p:spPr>
              <a:xfrm>
                <a:off x="7471517" y="3594289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517" y="3594289"/>
                <a:ext cx="653769" cy="318870"/>
              </a:xfrm>
              <a:prstGeom prst="rect">
                <a:avLst/>
              </a:prstGeom>
              <a:blipFill>
                <a:blip r:embed="rId44"/>
                <a:stretch>
                  <a:fillRect l="-4673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7" name="直線接點 1376">
            <a:extLst>
              <a:ext uri="{FF2B5EF4-FFF2-40B4-BE49-F238E27FC236}">
                <a16:creationId xmlns:a16="http://schemas.microsoft.com/office/drawing/2014/main" id="{8181E59C-0D82-4B71-8EE2-5199478CA036}"/>
              </a:ext>
            </a:extLst>
          </p:cNvPr>
          <p:cNvCxnSpPr>
            <a:cxnSpLocks/>
          </p:cNvCxnSpPr>
          <p:nvPr/>
        </p:nvCxnSpPr>
        <p:spPr>
          <a:xfrm>
            <a:off x="8728511" y="3737661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/>
              <p:nvPr/>
            </p:nvSpPr>
            <p:spPr>
              <a:xfrm>
                <a:off x="8889365" y="3600255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365" y="3600255"/>
                <a:ext cx="738852" cy="206851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/>
              <p:nvPr/>
            </p:nvSpPr>
            <p:spPr>
              <a:xfrm>
                <a:off x="8889365" y="4886846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365" y="4886846"/>
                <a:ext cx="738852" cy="206851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B820BCE2-C69F-424C-9431-36F7350C9E13}"/>
              </a:ext>
            </a:extLst>
          </p:cNvPr>
          <p:cNvCxnSpPr>
            <a:cxnSpLocks/>
          </p:cNvCxnSpPr>
          <p:nvPr/>
        </p:nvCxnSpPr>
        <p:spPr>
          <a:xfrm>
            <a:off x="7948938" y="2837347"/>
            <a:ext cx="407625" cy="58240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1" name="圖片 1380">
            <a:extLst>
              <a:ext uri="{FF2B5EF4-FFF2-40B4-BE49-F238E27FC236}">
                <a16:creationId xmlns:a16="http://schemas.microsoft.com/office/drawing/2014/main" id="{0F1C914E-48DD-4847-A7E2-90F2D5D319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8899574" y="1676240"/>
            <a:ext cx="828577" cy="161176"/>
          </a:xfrm>
          <a:prstGeom prst="rect">
            <a:avLst/>
          </a:prstGeom>
        </p:spPr>
      </p:pic>
      <p:pic>
        <p:nvPicPr>
          <p:cNvPr id="1382" name="圖片 1381">
            <a:extLst>
              <a:ext uri="{FF2B5EF4-FFF2-40B4-BE49-F238E27FC236}">
                <a16:creationId xmlns:a16="http://schemas.microsoft.com/office/drawing/2014/main" id="{FC62C5B7-E859-4EAB-9CF1-5D02CB6D9E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8899574" y="2236280"/>
            <a:ext cx="828577" cy="199473"/>
          </a:xfrm>
          <a:prstGeom prst="rect">
            <a:avLst/>
          </a:prstGeom>
        </p:spPr>
      </p:pic>
      <p:pic>
        <p:nvPicPr>
          <p:cNvPr id="1383" name="圖片 1382">
            <a:extLst>
              <a:ext uri="{FF2B5EF4-FFF2-40B4-BE49-F238E27FC236}">
                <a16:creationId xmlns:a16="http://schemas.microsoft.com/office/drawing/2014/main" id="{BB340BAD-407F-44EF-90F2-CFC947448167}"/>
              </a:ext>
            </a:extLst>
          </p:cNvPr>
          <p:cNvPicPr>
            <a:picLocks noChangeAspect="1"/>
          </p:cNvPicPr>
          <p:nvPr/>
        </p:nvPicPr>
        <p:blipFill rotWithShape="1">
          <a:blip r:embed="rId78"/>
          <a:srcRect l="9650" t="22680" r="8947" b="18411"/>
          <a:stretch/>
        </p:blipFill>
        <p:spPr>
          <a:xfrm>
            <a:off x="8972790" y="2283399"/>
            <a:ext cx="338491" cy="67308"/>
          </a:xfrm>
          <a:prstGeom prst="rect">
            <a:avLst/>
          </a:prstGeom>
        </p:spPr>
      </p:pic>
      <p:pic>
        <p:nvPicPr>
          <p:cNvPr id="1384" name="圖片 1383">
            <a:extLst>
              <a:ext uri="{FF2B5EF4-FFF2-40B4-BE49-F238E27FC236}">
                <a16:creationId xmlns:a16="http://schemas.microsoft.com/office/drawing/2014/main" id="{422BB6E5-5AB8-4543-A4A1-A948432CEBDA}"/>
              </a:ext>
            </a:extLst>
          </p:cNvPr>
          <p:cNvPicPr>
            <a:picLocks noChangeAspect="1"/>
          </p:cNvPicPr>
          <p:nvPr/>
        </p:nvPicPr>
        <p:blipFill rotWithShape="1">
          <a:blip r:embed="rId78"/>
          <a:srcRect l="9650" t="22680" r="8947" b="18411"/>
          <a:stretch/>
        </p:blipFill>
        <p:spPr>
          <a:xfrm>
            <a:off x="8972790" y="1685714"/>
            <a:ext cx="338491" cy="67308"/>
          </a:xfrm>
          <a:prstGeom prst="rect">
            <a:avLst/>
          </a:prstGeom>
        </p:spPr>
      </p:pic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8AF6DD71-9324-415A-BE57-FF2150FCD2FC}"/>
              </a:ext>
            </a:extLst>
          </p:cNvPr>
          <p:cNvCxnSpPr>
            <a:cxnSpLocks/>
          </p:cNvCxnSpPr>
          <p:nvPr/>
        </p:nvCxnSpPr>
        <p:spPr>
          <a:xfrm flipH="1">
            <a:off x="8076492" y="3583460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6" name="直線接點 1385">
            <a:extLst>
              <a:ext uri="{FF2B5EF4-FFF2-40B4-BE49-F238E27FC236}">
                <a16:creationId xmlns:a16="http://schemas.microsoft.com/office/drawing/2014/main" id="{1261BB49-BA4C-4827-A6EA-1F6EA7FE678F}"/>
              </a:ext>
            </a:extLst>
          </p:cNvPr>
          <p:cNvCxnSpPr>
            <a:cxnSpLocks/>
          </p:cNvCxnSpPr>
          <p:nvPr/>
        </p:nvCxnSpPr>
        <p:spPr>
          <a:xfrm flipV="1">
            <a:off x="8896844" y="3341336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7" name="圖片 1386">
            <a:extLst>
              <a:ext uri="{FF2B5EF4-FFF2-40B4-BE49-F238E27FC236}">
                <a16:creationId xmlns:a16="http://schemas.microsoft.com/office/drawing/2014/main" id="{CDB4FD7B-757D-4446-A9D2-4D891A05176E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8968433" y="3745760"/>
            <a:ext cx="568965" cy="1134853"/>
          </a:xfrm>
          <a:prstGeom prst="rect">
            <a:avLst/>
          </a:prstGeom>
        </p:spPr>
      </p:pic>
      <p:pic>
        <p:nvPicPr>
          <p:cNvPr id="1388" name="圖片 1387">
            <a:extLst>
              <a:ext uri="{FF2B5EF4-FFF2-40B4-BE49-F238E27FC236}">
                <a16:creationId xmlns:a16="http://schemas.microsoft.com/office/drawing/2014/main" id="{B8AD46BE-343F-43DE-89DA-6060E306568E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7495265" y="2482956"/>
            <a:ext cx="572669" cy="113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8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矩形: 圓角 1125">
            <a:extLst>
              <a:ext uri="{FF2B5EF4-FFF2-40B4-BE49-F238E27FC236}">
                <a16:creationId xmlns:a16="http://schemas.microsoft.com/office/drawing/2014/main" id="{3F81C03E-8459-4374-9089-3CE9F6EBC87F}"/>
              </a:ext>
            </a:extLst>
          </p:cNvPr>
          <p:cNvSpPr/>
          <p:nvPr/>
        </p:nvSpPr>
        <p:spPr>
          <a:xfrm>
            <a:off x="2517538" y="1570785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grpSp>
        <p:nvGrpSpPr>
          <p:cNvPr id="1127" name="群組 1126">
            <a:extLst>
              <a:ext uri="{FF2B5EF4-FFF2-40B4-BE49-F238E27FC236}">
                <a16:creationId xmlns:a16="http://schemas.microsoft.com/office/drawing/2014/main" id="{76B87B99-4ECC-4AF8-8E70-6EC8652EAA3C}"/>
              </a:ext>
            </a:extLst>
          </p:cNvPr>
          <p:cNvGrpSpPr/>
          <p:nvPr/>
        </p:nvGrpSpPr>
        <p:grpSpPr>
          <a:xfrm>
            <a:off x="4001162" y="1695530"/>
            <a:ext cx="828577" cy="759514"/>
            <a:chOff x="4207769" y="2691196"/>
            <a:chExt cx="1323709" cy="1213375"/>
          </a:xfrm>
        </p:grpSpPr>
        <p:pic>
          <p:nvPicPr>
            <p:cNvPr id="1128" name="圖片 1127">
              <a:extLst>
                <a:ext uri="{FF2B5EF4-FFF2-40B4-BE49-F238E27FC236}">
                  <a16:creationId xmlns:a16="http://schemas.microsoft.com/office/drawing/2014/main" id="{F54D57A3-4F1E-45B7-B2B6-DB703C20DF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129" name="圖片 1128">
              <a:extLst>
                <a:ext uri="{FF2B5EF4-FFF2-40B4-BE49-F238E27FC236}">
                  <a16:creationId xmlns:a16="http://schemas.microsoft.com/office/drawing/2014/main" id="{258488CE-3D67-4495-9D99-8A029BDC9A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130" name="圖片 1129">
            <a:extLst>
              <a:ext uri="{FF2B5EF4-FFF2-40B4-BE49-F238E27FC236}">
                <a16:creationId xmlns:a16="http://schemas.microsoft.com/office/drawing/2014/main" id="{4162AC29-1DDC-4ABF-9B12-FC67287999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3257620" y="1681597"/>
            <a:ext cx="549212" cy="550877"/>
          </a:xfrm>
          <a:prstGeom prst="rect">
            <a:avLst/>
          </a:prstGeom>
        </p:spPr>
      </p:pic>
      <p:pic>
        <p:nvPicPr>
          <p:cNvPr id="1131" name="圖片 1130">
            <a:extLst>
              <a:ext uri="{FF2B5EF4-FFF2-40B4-BE49-F238E27FC236}">
                <a16:creationId xmlns:a16="http://schemas.microsoft.com/office/drawing/2014/main" id="{0E365498-3DDF-4643-A502-51D6902613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3352254" y="4254261"/>
            <a:ext cx="551708" cy="550877"/>
          </a:xfrm>
          <a:prstGeom prst="rect">
            <a:avLst/>
          </a:prstGeom>
        </p:spPr>
      </p:pic>
      <p:pic>
        <p:nvPicPr>
          <p:cNvPr id="1132" name="圖片 1131">
            <a:extLst>
              <a:ext uri="{FF2B5EF4-FFF2-40B4-BE49-F238E27FC236}">
                <a16:creationId xmlns:a16="http://schemas.microsoft.com/office/drawing/2014/main" id="{D3CDAFBD-A870-404F-BFC7-F124D5310A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3259236" y="2275027"/>
            <a:ext cx="550875" cy="552541"/>
          </a:xfrm>
          <a:prstGeom prst="rect">
            <a:avLst/>
          </a:prstGeom>
        </p:spPr>
      </p:pic>
      <p:pic>
        <p:nvPicPr>
          <p:cNvPr id="1133" name="圖片 1132">
            <a:extLst>
              <a:ext uri="{FF2B5EF4-FFF2-40B4-BE49-F238E27FC236}">
                <a16:creationId xmlns:a16="http://schemas.microsoft.com/office/drawing/2014/main" id="{979ED628-F67C-4651-B609-B5A01105EB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3353176" y="4847693"/>
            <a:ext cx="550045" cy="552541"/>
          </a:xfrm>
          <a:prstGeom prst="rect">
            <a:avLst/>
          </a:prstGeom>
        </p:spPr>
      </p:pic>
      <p:sp>
        <p:nvSpPr>
          <p:cNvPr id="1134" name="文字方塊 1133">
            <a:extLst>
              <a:ext uri="{FF2B5EF4-FFF2-40B4-BE49-F238E27FC236}">
                <a16:creationId xmlns:a16="http://schemas.microsoft.com/office/drawing/2014/main" id="{FA393A80-53CF-49E9-A194-38DFF8B3FB64}"/>
              </a:ext>
            </a:extLst>
          </p:cNvPr>
          <p:cNvSpPr txBox="1"/>
          <p:nvPr/>
        </p:nvSpPr>
        <p:spPr>
          <a:xfrm>
            <a:off x="2776206" y="1206565"/>
            <a:ext cx="4394381" cy="422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21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/>
              <p:nvPr/>
            </p:nvSpPr>
            <p:spPr>
              <a:xfrm>
                <a:off x="3502505" y="2643537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505" y="2643537"/>
                <a:ext cx="180524" cy="213135"/>
              </a:xfrm>
              <a:prstGeom prst="rect">
                <a:avLst/>
              </a:prstGeom>
              <a:blipFill>
                <a:blip r:embed="rId4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/>
              <p:nvPr/>
            </p:nvSpPr>
            <p:spPr>
              <a:xfrm>
                <a:off x="3509662" y="2051640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662" y="2051640"/>
                <a:ext cx="180524" cy="213135"/>
              </a:xfrm>
              <a:prstGeom prst="rect">
                <a:avLst/>
              </a:prstGeom>
              <a:blipFill>
                <a:blip r:embed="rId5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7" name="群組 1136">
            <a:extLst>
              <a:ext uri="{FF2B5EF4-FFF2-40B4-BE49-F238E27FC236}">
                <a16:creationId xmlns:a16="http://schemas.microsoft.com/office/drawing/2014/main" id="{B1FA43C7-EF16-45FA-AB54-A492D8DFD912}"/>
              </a:ext>
            </a:extLst>
          </p:cNvPr>
          <p:cNvGrpSpPr/>
          <p:nvPr/>
        </p:nvGrpSpPr>
        <p:grpSpPr>
          <a:xfrm>
            <a:off x="3530732" y="1922837"/>
            <a:ext cx="33903" cy="32523"/>
            <a:chOff x="1373392" y="2391862"/>
            <a:chExt cx="479433" cy="476535"/>
          </a:xfrm>
        </p:grpSpPr>
        <p:sp>
          <p:nvSpPr>
            <p:cNvPr id="1138" name="箭號: 向右 1137">
              <a:extLst>
                <a:ext uri="{FF2B5EF4-FFF2-40B4-BE49-F238E27FC236}">
                  <a16:creationId xmlns:a16="http://schemas.microsoft.com/office/drawing/2014/main" id="{4689C5B5-0310-4B61-9B95-049CCD04E097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139" name="箭號: 向右 1138">
              <a:extLst>
                <a:ext uri="{FF2B5EF4-FFF2-40B4-BE49-F238E27FC236}">
                  <a16:creationId xmlns:a16="http://schemas.microsoft.com/office/drawing/2014/main" id="{6D02E4E3-350F-4F39-B4A4-41603B1DA11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/>
              <p:nvPr/>
            </p:nvSpPr>
            <p:spPr>
              <a:xfrm>
                <a:off x="3447363" y="1759412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63" y="1759412"/>
                <a:ext cx="133123" cy="216021"/>
              </a:xfrm>
              <a:prstGeom prst="rect">
                <a:avLst/>
              </a:prstGeom>
              <a:blipFill>
                <a:blip r:embed="rId6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/>
              <p:nvPr/>
            </p:nvSpPr>
            <p:spPr>
              <a:xfrm>
                <a:off x="3507459" y="189083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459" y="1890838"/>
                <a:ext cx="100183" cy="206851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2" name="群組 1141">
            <a:extLst>
              <a:ext uri="{FF2B5EF4-FFF2-40B4-BE49-F238E27FC236}">
                <a16:creationId xmlns:a16="http://schemas.microsoft.com/office/drawing/2014/main" id="{F340941E-A7F5-47BA-B628-3BE12AEF678A}"/>
              </a:ext>
            </a:extLst>
          </p:cNvPr>
          <p:cNvGrpSpPr/>
          <p:nvPr/>
        </p:nvGrpSpPr>
        <p:grpSpPr>
          <a:xfrm>
            <a:off x="3533881" y="2517227"/>
            <a:ext cx="33903" cy="32523"/>
            <a:chOff x="1373392" y="2391862"/>
            <a:chExt cx="479433" cy="476535"/>
          </a:xfrm>
        </p:grpSpPr>
        <p:sp>
          <p:nvSpPr>
            <p:cNvPr id="1143" name="箭號: 向右 1142">
              <a:extLst>
                <a:ext uri="{FF2B5EF4-FFF2-40B4-BE49-F238E27FC236}">
                  <a16:creationId xmlns:a16="http://schemas.microsoft.com/office/drawing/2014/main" id="{1677A3D4-6466-4E11-A6F3-96703CAB470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144" name="箭號: 向右 1143">
              <a:extLst>
                <a:ext uri="{FF2B5EF4-FFF2-40B4-BE49-F238E27FC236}">
                  <a16:creationId xmlns:a16="http://schemas.microsoft.com/office/drawing/2014/main" id="{65D26E51-AB59-4010-B80C-AE1F14A3DC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/>
              <p:nvPr/>
            </p:nvSpPr>
            <p:spPr>
              <a:xfrm>
                <a:off x="3450508" y="2353802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508" y="2353802"/>
                <a:ext cx="122526" cy="216021"/>
              </a:xfrm>
              <a:prstGeom prst="rect">
                <a:avLst/>
              </a:prstGeom>
              <a:blipFill>
                <a:blip r:embed="rId8"/>
                <a:stretch>
                  <a:fillRect r="-6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/>
              <p:nvPr/>
            </p:nvSpPr>
            <p:spPr>
              <a:xfrm>
                <a:off x="3538309" y="245965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309" y="2459658"/>
                <a:ext cx="100183" cy="206851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7" name="圖片 1146">
            <a:extLst>
              <a:ext uri="{FF2B5EF4-FFF2-40B4-BE49-F238E27FC236}">
                <a16:creationId xmlns:a16="http://schemas.microsoft.com/office/drawing/2014/main" id="{FDE0442E-07B2-4C3F-9A8F-4F80F3DA771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835430" y="2252925"/>
            <a:ext cx="174849" cy="584623"/>
          </a:xfrm>
          <a:prstGeom prst="rect">
            <a:avLst/>
          </a:prstGeom>
        </p:spPr>
      </p:pic>
      <p:pic>
        <p:nvPicPr>
          <p:cNvPr id="1148" name="圖片 1147">
            <a:extLst>
              <a:ext uri="{FF2B5EF4-FFF2-40B4-BE49-F238E27FC236}">
                <a16:creationId xmlns:a16="http://schemas.microsoft.com/office/drawing/2014/main" id="{39DB3BD9-D014-42A2-BF0D-D634E7DDD3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2626492" y="3818608"/>
            <a:ext cx="546993" cy="550322"/>
          </a:xfrm>
          <a:prstGeom prst="rect">
            <a:avLst/>
          </a:prstGeom>
        </p:spPr>
      </p:pic>
      <p:pic>
        <p:nvPicPr>
          <p:cNvPr id="1149" name="圖片 1148">
            <a:extLst>
              <a:ext uri="{FF2B5EF4-FFF2-40B4-BE49-F238E27FC236}">
                <a16:creationId xmlns:a16="http://schemas.microsoft.com/office/drawing/2014/main" id="{6233F648-6A53-4F5E-91CF-1B36B6E65D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2624967" y="4412684"/>
            <a:ext cx="550043" cy="550875"/>
          </a:xfrm>
          <a:prstGeom prst="rect">
            <a:avLst/>
          </a:prstGeom>
        </p:spPr>
      </p:pic>
      <p:pic>
        <p:nvPicPr>
          <p:cNvPr id="1150" name="圖片 1149">
            <a:extLst>
              <a:ext uri="{FF2B5EF4-FFF2-40B4-BE49-F238E27FC236}">
                <a16:creationId xmlns:a16="http://schemas.microsoft.com/office/drawing/2014/main" id="{957BEE41-4335-4B0E-B2C2-9C0BD50D0CB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834523" y="1663318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/>
              <p:nvPr/>
            </p:nvSpPr>
            <p:spPr>
              <a:xfrm>
                <a:off x="3798213" y="2111526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213" y="2111526"/>
                <a:ext cx="137005" cy="194990"/>
              </a:xfrm>
              <a:prstGeom prst="rect">
                <a:avLst/>
              </a:prstGeom>
              <a:blipFill>
                <a:blip r:embed="rId10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/>
              <p:nvPr/>
            </p:nvSpPr>
            <p:spPr>
              <a:xfrm>
                <a:off x="3803416" y="270591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416" y="2705915"/>
                <a:ext cx="137005" cy="194990"/>
              </a:xfrm>
              <a:prstGeom prst="rect">
                <a:avLst/>
              </a:prstGeom>
              <a:blipFill>
                <a:blip r:embed="rId11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/>
              <p:nvPr/>
            </p:nvSpPr>
            <p:spPr>
              <a:xfrm>
                <a:off x="3213630" y="2811286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630" y="2811286"/>
                <a:ext cx="726792" cy="3188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/>
              <p:nvPr/>
            </p:nvSpPr>
            <p:spPr>
              <a:xfrm>
                <a:off x="2530563" y="4960659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563" y="4960659"/>
                <a:ext cx="738852" cy="2068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/>
              <p:nvPr/>
            </p:nvSpPr>
            <p:spPr>
              <a:xfrm>
                <a:off x="3291623" y="5404739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623" y="5404739"/>
                <a:ext cx="685868" cy="206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/>
              <p:nvPr/>
            </p:nvSpPr>
            <p:spPr>
              <a:xfrm>
                <a:off x="3434909" y="3957558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09" y="3957558"/>
                <a:ext cx="377711" cy="206851"/>
              </a:xfrm>
              <a:prstGeom prst="rect">
                <a:avLst/>
              </a:prstGeom>
              <a:blipFill>
                <a:blip r:embed="rId15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/>
              <p:nvPr/>
            </p:nvSpPr>
            <p:spPr>
              <a:xfrm>
                <a:off x="3442713" y="3031107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713" y="3031107"/>
                <a:ext cx="377711" cy="206851"/>
              </a:xfrm>
              <a:prstGeom prst="rect">
                <a:avLst/>
              </a:prstGeom>
              <a:blipFill>
                <a:blip r:embed="rId16"/>
                <a:stretch>
                  <a:fillRect t="-73529" r="-66129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4">
            <a:extLst>
              <a:ext uri="{FF2B5EF4-FFF2-40B4-BE49-F238E27FC236}">
                <a16:creationId xmlns:a16="http://schemas.microsoft.com/office/drawing/2014/main" id="{AA653D80-6913-460E-BF93-2A9F5EC6EFFB}"/>
              </a:ext>
            </a:extLst>
          </p:cNvPr>
          <p:cNvSpPr/>
          <p:nvPr/>
        </p:nvSpPr>
        <p:spPr>
          <a:xfrm>
            <a:off x="3596020" y="3191261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159" name="Oval 4">
            <a:extLst>
              <a:ext uri="{FF2B5EF4-FFF2-40B4-BE49-F238E27FC236}">
                <a16:creationId xmlns:a16="http://schemas.microsoft.com/office/drawing/2014/main" id="{F3639644-23B4-419D-AD9D-69C0350F100F}"/>
              </a:ext>
            </a:extLst>
          </p:cNvPr>
          <p:cNvSpPr/>
          <p:nvPr/>
        </p:nvSpPr>
        <p:spPr>
          <a:xfrm>
            <a:off x="3299325" y="3230352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0" name="Oval 15">
            <a:extLst>
              <a:ext uri="{FF2B5EF4-FFF2-40B4-BE49-F238E27FC236}">
                <a16:creationId xmlns:a16="http://schemas.microsoft.com/office/drawing/2014/main" id="{4744AE0D-95B2-4D1D-A31E-B3591D09EEF3}"/>
              </a:ext>
            </a:extLst>
          </p:cNvPr>
          <p:cNvSpPr/>
          <p:nvPr/>
        </p:nvSpPr>
        <p:spPr>
          <a:xfrm>
            <a:off x="3596020" y="3885842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1" name="SHO">
            <a:extLst>
              <a:ext uri="{FF2B5EF4-FFF2-40B4-BE49-F238E27FC236}">
                <a16:creationId xmlns:a16="http://schemas.microsoft.com/office/drawing/2014/main" id="{22F4A152-A563-477C-AA2A-D551D7B2EDDF}"/>
              </a:ext>
            </a:extLst>
          </p:cNvPr>
          <p:cNvSpPr/>
          <p:nvPr/>
        </p:nvSpPr>
        <p:spPr>
          <a:xfrm rot="16200000">
            <a:off x="3489103" y="3242618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2" name="SVO">
            <a:extLst>
              <a:ext uri="{FF2B5EF4-FFF2-40B4-BE49-F238E27FC236}">
                <a16:creationId xmlns:a16="http://schemas.microsoft.com/office/drawing/2014/main" id="{0C75A43C-B0E3-432D-B6CE-30BD10BA3028}"/>
              </a:ext>
            </a:extLst>
          </p:cNvPr>
          <p:cNvSpPr/>
          <p:nvPr/>
        </p:nvSpPr>
        <p:spPr>
          <a:xfrm>
            <a:off x="3465615" y="3230585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163" name="Oval 6">
            <a:extLst>
              <a:ext uri="{FF2B5EF4-FFF2-40B4-BE49-F238E27FC236}">
                <a16:creationId xmlns:a16="http://schemas.microsoft.com/office/drawing/2014/main" id="{ABBB4698-43B1-41A9-AECD-F75C51EBB443}"/>
              </a:ext>
            </a:extLst>
          </p:cNvPr>
          <p:cNvSpPr/>
          <p:nvPr/>
        </p:nvSpPr>
        <p:spPr>
          <a:xfrm rot="16200000">
            <a:off x="3489103" y="3242618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/>
              <p:nvPr/>
            </p:nvSpPr>
            <p:spPr>
              <a:xfrm>
                <a:off x="3378361" y="3495206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361" y="3495206"/>
                <a:ext cx="82204" cy="206851"/>
              </a:xfrm>
              <a:prstGeom prst="rect">
                <a:avLst/>
              </a:prstGeom>
              <a:blipFill>
                <a:blip r:embed="rId1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5" name="Oval 22">
            <a:extLst>
              <a:ext uri="{FF2B5EF4-FFF2-40B4-BE49-F238E27FC236}">
                <a16:creationId xmlns:a16="http://schemas.microsoft.com/office/drawing/2014/main" id="{AFB7E9B2-4CB5-481D-A372-FFDDC6DF8330}"/>
              </a:ext>
            </a:extLst>
          </p:cNvPr>
          <p:cNvSpPr/>
          <p:nvPr/>
        </p:nvSpPr>
        <p:spPr>
          <a:xfrm>
            <a:off x="3595581" y="388584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/>
              <p:nvPr/>
            </p:nvSpPr>
            <p:spPr>
              <a:xfrm>
                <a:off x="3682649" y="353952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649" y="3539529"/>
                <a:ext cx="82204" cy="206851"/>
              </a:xfrm>
              <a:prstGeom prst="rect">
                <a:avLst/>
              </a:prstGeom>
              <a:blipFill>
                <a:blip r:embed="rId1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/>
              <p:nvPr/>
            </p:nvSpPr>
            <p:spPr>
              <a:xfrm>
                <a:off x="3569225" y="3246941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225" y="3246941"/>
                <a:ext cx="119391" cy="206851"/>
              </a:xfrm>
              <a:prstGeom prst="rect">
                <a:avLst/>
              </a:prstGeom>
              <a:blipFill>
                <a:blip r:embed="rId19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8" name="DVO">
            <a:extLst>
              <a:ext uri="{FF2B5EF4-FFF2-40B4-BE49-F238E27FC236}">
                <a16:creationId xmlns:a16="http://schemas.microsoft.com/office/drawing/2014/main" id="{43B25A32-9DFA-4C8D-B7BB-8F835DF49E94}"/>
              </a:ext>
            </a:extLst>
          </p:cNvPr>
          <p:cNvSpPr/>
          <p:nvPr/>
        </p:nvSpPr>
        <p:spPr>
          <a:xfrm flipH="1">
            <a:off x="3465615" y="3230585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69" name="Oval 23">
            <a:extLst>
              <a:ext uri="{FF2B5EF4-FFF2-40B4-BE49-F238E27FC236}">
                <a16:creationId xmlns:a16="http://schemas.microsoft.com/office/drawing/2014/main" id="{D9B3C60F-F09A-43EA-BEF1-E1EBA8B95247}"/>
              </a:ext>
            </a:extLst>
          </p:cNvPr>
          <p:cNvSpPr/>
          <p:nvPr/>
        </p:nvSpPr>
        <p:spPr>
          <a:xfrm>
            <a:off x="3931431" y="353897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170" name="Straight Arrow Connector 7">
            <a:extLst>
              <a:ext uri="{FF2B5EF4-FFF2-40B4-BE49-F238E27FC236}">
                <a16:creationId xmlns:a16="http://schemas.microsoft.com/office/drawing/2014/main" id="{FBC59AF6-7D90-433C-9817-9EF3ABFA0287}"/>
              </a:ext>
            </a:extLst>
          </p:cNvPr>
          <p:cNvCxnSpPr>
            <a:cxnSpLocks/>
          </p:cNvCxnSpPr>
          <p:nvPr/>
        </p:nvCxnSpPr>
        <p:spPr>
          <a:xfrm flipV="1">
            <a:off x="3631933" y="3369885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Arrow Connector 19">
            <a:extLst>
              <a:ext uri="{FF2B5EF4-FFF2-40B4-BE49-F238E27FC236}">
                <a16:creationId xmlns:a16="http://schemas.microsoft.com/office/drawing/2014/main" id="{28140EC2-24AE-4AEE-BD89-EC283772E98A}"/>
              </a:ext>
            </a:extLst>
          </p:cNvPr>
          <p:cNvCxnSpPr>
            <a:cxnSpLocks/>
          </p:cNvCxnSpPr>
          <p:nvPr/>
        </p:nvCxnSpPr>
        <p:spPr>
          <a:xfrm>
            <a:off x="3633319" y="3576038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Arrow Connector 18">
            <a:extLst>
              <a:ext uri="{FF2B5EF4-FFF2-40B4-BE49-F238E27FC236}">
                <a16:creationId xmlns:a16="http://schemas.microsoft.com/office/drawing/2014/main" id="{1C4FBA02-ACEE-4855-8483-0AAA4071387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553720" y="3496368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Oval 20">
            <a:extLst>
              <a:ext uri="{FF2B5EF4-FFF2-40B4-BE49-F238E27FC236}">
                <a16:creationId xmlns:a16="http://schemas.microsoft.com/office/drawing/2014/main" id="{3A6001A7-E31D-4533-A278-F437C90FAC3E}"/>
              </a:ext>
            </a:extLst>
          </p:cNvPr>
          <p:cNvSpPr/>
          <p:nvPr/>
        </p:nvSpPr>
        <p:spPr>
          <a:xfrm>
            <a:off x="3260449" y="353897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174" name="Oval 22">
            <a:extLst>
              <a:ext uri="{FF2B5EF4-FFF2-40B4-BE49-F238E27FC236}">
                <a16:creationId xmlns:a16="http://schemas.microsoft.com/office/drawing/2014/main" id="{EFC1D29D-3F90-4FD1-801B-CA97BA7CAFD0}"/>
              </a:ext>
            </a:extLst>
          </p:cNvPr>
          <p:cNvSpPr/>
          <p:nvPr/>
        </p:nvSpPr>
        <p:spPr>
          <a:xfrm>
            <a:off x="3596130" y="3187603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175" name="Partial Circle 9">
            <a:extLst>
              <a:ext uri="{FF2B5EF4-FFF2-40B4-BE49-F238E27FC236}">
                <a16:creationId xmlns:a16="http://schemas.microsoft.com/office/drawing/2014/main" id="{31D16976-83A1-405A-B7A4-C5E1B8DAD51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602940" y="3532293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/>
              <p:nvPr/>
            </p:nvSpPr>
            <p:spPr>
              <a:xfrm>
                <a:off x="3433813" y="3548578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13" y="3548578"/>
                <a:ext cx="146463" cy="206851"/>
              </a:xfrm>
              <a:prstGeom prst="rect">
                <a:avLst/>
              </a:prstGeom>
              <a:blipFill>
                <a:blip r:embed="rId2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7" name="Straight Arrow Connector 17">
            <a:extLst>
              <a:ext uri="{FF2B5EF4-FFF2-40B4-BE49-F238E27FC236}">
                <a16:creationId xmlns:a16="http://schemas.microsoft.com/office/drawing/2014/main" id="{8D8B4017-0E3B-4E13-A6DD-5ED66FC6AB0B}"/>
              </a:ext>
            </a:extLst>
          </p:cNvPr>
          <p:cNvCxnSpPr>
            <a:cxnSpLocks/>
          </p:cNvCxnSpPr>
          <p:nvPr/>
        </p:nvCxnSpPr>
        <p:spPr>
          <a:xfrm flipH="1">
            <a:off x="3530113" y="3578788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8" name="Partial Circle 9">
            <a:extLst>
              <a:ext uri="{FF2B5EF4-FFF2-40B4-BE49-F238E27FC236}">
                <a16:creationId xmlns:a16="http://schemas.microsoft.com/office/drawing/2014/main" id="{47F375D9-3CB7-41B8-8649-EF0644DDF79C}"/>
              </a:ext>
            </a:extLst>
          </p:cNvPr>
          <p:cNvSpPr>
            <a:spLocks noChangeAspect="1"/>
          </p:cNvSpPr>
          <p:nvPr/>
        </p:nvSpPr>
        <p:spPr>
          <a:xfrm>
            <a:off x="3597029" y="3515000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/>
              <p:nvPr/>
            </p:nvSpPr>
            <p:spPr>
              <a:xfrm>
                <a:off x="3615510" y="3399707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510" y="3399707"/>
                <a:ext cx="138012" cy="206851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0" name="Straight Arrow Connector 17">
            <a:extLst>
              <a:ext uri="{FF2B5EF4-FFF2-40B4-BE49-F238E27FC236}">
                <a16:creationId xmlns:a16="http://schemas.microsoft.com/office/drawing/2014/main" id="{64C47C89-C3D0-4E6E-B12F-99CA3D9A0FBF}"/>
              </a:ext>
            </a:extLst>
          </p:cNvPr>
          <p:cNvCxnSpPr>
            <a:cxnSpLocks/>
          </p:cNvCxnSpPr>
          <p:nvPr/>
        </p:nvCxnSpPr>
        <p:spPr>
          <a:xfrm flipV="1">
            <a:off x="3629307" y="3371696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81" name="Oval 22">
            <a:extLst>
              <a:ext uri="{FF2B5EF4-FFF2-40B4-BE49-F238E27FC236}">
                <a16:creationId xmlns:a16="http://schemas.microsoft.com/office/drawing/2014/main" id="{265A2CAE-93C0-489E-BBE3-70B05A77C8FE}"/>
              </a:ext>
            </a:extLst>
          </p:cNvPr>
          <p:cNvSpPr/>
          <p:nvPr/>
        </p:nvSpPr>
        <p:spPr>
          <a:xfrm>
            <a:off x="3754898" y="366987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182" name="Oval 22">
            <a:extLst>
              <a:ext uri="{FF2B5EF4-FFF2-40B4-BE49-F238E27FC236}">
                <a16:creationId xmlns:a16="http://schemas.microsoft.com/office/drawing/2014/main" id="{FBDE118E-64FA-47ED-BDDA-6C826F6C7B69}"/>
              </a:ext>
            </a:extLst>
          </p:cNvPr>
          <p:cNvSpPr/>
          <p:nvPr/>
        </p:nvSpPr>
        <p:spPr>
          <a:xfrm>
            <a:off x="3436264" y="3418513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/>
              <p:nvPr/>
            </p:nvSpPr>
            <p:spPr>
              <a:xfrm>
                <a:off x="2573104" y="3615710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104" y="3615710"/>
                <a:ext cx="653769" cy="318870"/>
              </a:xfrm>
              <a:prstGeom prst="rect">
                <a:avLst/>
              </a:prstGeom>
              <a:blipFill>
                <a:blip r:embed="rId22"/>
                <a:stretch>
                  <a:fillRect l="-3738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4" name="圖片 1183">
            <a:extLst>
              <a:ext uri="{FF2B5EF4-FFF2-40B4-BE49-F238E27FC236}">
                <a16:creationId xmlns:a16="http://schemas.microsoft.com/office/drawing/2014/main" id="{85654EC2-7B8A-4ECA-864D-646FDF73B1D5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51281" r="51003"/>
          <a:stretch/>
        </p:blipFill>
        <p:spPr>
          <a:xfrm>
            <a:off x="2620048" y="3070773"/>
            <a:ext cx="559881" cy="552082"/>
          </a:xfrm>
          <a:prstGeom prst="rect">
            <a:avLst/>
          </a:prstGeom>
        </p:spPr>
      </p:pic>
      <p:cxnSp>
        <p:nvCxnSpPr>
          <p:cNvPr id="1185" name="直線接點 1184">
            <a:extLst>
              <a:ext uri="{FF2B5EF4-FFF2-40B4-BE49-F238E27FC236}">
                <a16:creationId xmlns:a16="http://schemas.microsoft.com/office/drawing/2014/main" id="{3F01E9F4-03A1-4731-9C23-B8A4223D4295}"/>
              </a:ext>
            </a:extLst>
          </p:cNvPr>
          <p:cNvCxnSpPr>
            <a:cxnSpLocks/>
          </p:cNvCxnSpPr>
          <p:nvPr/>
        </p:nvCxnSpPr>
        <p:spPr>
          <a:xfrm>
            <a:off x="3830099" y="3759081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86" name="圖片 1185">
            <a:extLst>
              <a:ext uri="{FF2B5EF4-FFF2-40B4-BE49-F238E27FC236}">
                <a16:creationId xmlns:a16="http://schemas.microsoft.com/office/drawing/2014/main" id="{7E0455C2-19FB-4623-8CA9-96B882E727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4084525" y="2488578"/>
            <a:ext cx="551708" cy="552541"/>
          </a:xfrm>
          <a:prstGeom prst="rect">
            <a:avLst/>
          </a:prstGeom>
        </p:spPr>
      </p:pic>
      <p:pic>
        <p:nvPicPr>
          <p:cNvPr id="1187" name="圖片 1186">
            <a:extLst>
              <a:ext uri="{FF2B5EF4-FFF2-40B4-BE49-F238E27FC236}">
                <a16:creationId xmlns:a16="http://schemas.microsoft.com/office/drawing/2014/main" id="{CF576AC4-872E-484B-A7C0-DE992DEB21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4084941" y="3082012"/>
            <a:ext cx="550876" cy="5542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/>
              <p:nvPr/>
            </p:nvSpPr>
            <p:spPr>
              <a:xfrm>
                <a:off x="3990953" y="3621676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953" y="3621676"/>
                <a:ext cx="738852" cy="20685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/>
              <p:nvPr/>
            </p:nvSpPr>
            <p:spPr>
              <a:xfrm>
                <a:off x="3990953" y="4908267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953" y="4908267"/>
                <a:ext cx="738852" cy="20685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90" name="圖片 1189">
            <a:extLst>
              <a:ext uri="{FF2B5EF4-FFF2-40B4-BE49-F238E27FC236}">
                <a16:creationId xmlns:a16="http://schemas.microsoft.com/office/drawing/2014/main" id="{8CBF70BF-095D-41F4-8736-F0F4EEA7DA4E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b="50807"/>
          <a:stretch/>
        </p:blipFill>
        <p:spPr>
          <a:xfrm>
            <a:off x="4081765" y="3767567"/>
            <a:ext cx="557229" cy="557453"/>
          </a:xfrm>
          <a:prstGeom prst="rect">
            <a:avLst/>
          </a:prstGeom>
        </p:spPr>
      </p:pic>
      <p:pic>
        <p:nvPicPr>
          <p:cNvPr id="1191" name="圖片 1190">
            <a:extLst>
              <a:ext uri="{FF2B5EF4-FFF2-40B4-BE49-F238E27FC236}">
                <a16:creationId xmlns:a16="http://schemas.microsoft.com/office/drawing/2014/main" id="{A3C49FC7-0814-4DAF-AE57-F82594688E12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t="50810"/>
          <a:stretch/>
        </p:blipFill>
        <p:spPr>
          <a:xfrm>
            <a:off x="4081765" y="4364649"/>
            <a:ext cx="557228" cy="557412"/>
          </a:xfrm>
          <a:prstGeom prst="rect">
            <a:avLst/>
          </a:prstGeom>
        </p:spPr>
      </p:pic>
      <p:cxnSp>
        <p:nvCxnSpPr>
          <p:cNvPr id="1192" name="直線接點 1191">
            <a:extLst>
              <a:ext uri="{FF2B5EF4-FFF2-40B4-BE49-F238E27FC236}">
                <a16:creationId xmlns:a16="http://schemas.microsoft.com/office/drawing/2014/main" id="{7AF4EA0F-9278-4890-999E-71CB44782D1D}"/>
              </a:ext>
            </a:extLst>
          </p:cNvPr>
          <p:cNvCxnSpPr>
            <a:cxnSpLocks/>
          </p:cNvCxnSpPr>
          <p:nvPr/>
        </p:nvCxnSpPr>
        <p:spPr>
          <a:xfrm>
            <a:off x="3050526" y="2858768"/>
            <a:ext cx="407625" cy="58240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93" name="圖片 1192">
            <a:extLst>
              <a:ext uri="{FF2B5EF4-FFF2-40B4-BE49-F238E27FC236}">
                <a16:creationId xmlns:a16="http://schemas.microsoft.com/office/drawing/2014/main" id="{C3ECB37F-0F4A-4DE6-825A-A62D6A74B1F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1003" b="50581"/>
          <a:stretch/>
        </p:blipFill>
        <p:spPr>
          <a:xfrm>
            <a:off x="2620047" y="2498250"/>
            <a:ext cx="559882" cy="560009"/>
          </a:xfrm>
          <a:prstGeom prst="rect">
            <a:avLst/>
          </a:prstGeom>
        </p:spPr>
      </p:pic>
      <p:cxnSp>
        <p:nvCxnSpPr>
          <p:cNvPr id="1194" name="直線接點 1193">
            <a:extLst>
              <a:ext uri="{FF2B5EF4-FFF2-40B4-BE49-F238E27FC236}">
                <a16:creationId xmlns:a16="http://schemas.microsoft.com/office/drawing/2014/main" id="{EEF28BCF-98DD-44EF-9275-1130455C4065}"/>
              </a:ext>
            </a:extLst>
          </p:cNvPr>
          <p:cNvCxnSpPr>
            <a:cxnSpLocks/>
          </p:cNvCxnSpPr>
          <p:nvPr/>
        </p:nvCxnSpPr>
        <p:spPr>
          <a:xfrm flipH="1">
            <a:off x="3178080" y="3604881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5" name="直線接點 1194">
            <a:extLst>
              <a:ext uri="{FF2B5EF4-FFF2-40B4-BE49-F238E27FC236}">
                <a16:creationId xmlns:a16="http://schemas.microsoft.com/office/drawing/2014/main" id="{938750FF-74BB-453B-AA0C-43A905A7682F}"/>
              </a:ext>
            </a:extLst>
          </p:cNvPr>
          <p:cNvCxnSpPr>
            <a:cxnSpLocks/>
          </p:cNvCxnSpPr>
          <p:nvPr/>
        </p:nvCxnSpPr>
        <p:spPr>
          <a:xfrm flipV="1">
            <a:off x="3998432" y="3362757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1" name="矩形: 圓角 200">
            <a:extLst>
              <a:ext uri="{FF2B5EF4-FFF2-40B4-BE49-F238E27FC236}">
                <a16:creationId xmlns:a16="http://schemas.microsoft.com/office/drawing/2014/main" id="{25466D7F-246B-488F-9835-6459C57482F9}"/>
              </a:ext>
            </a:extLst>
          </p:cNvPr>
          <p:cNvSpPr/>
          <p:nvPr/>
        </p:nvSpPr>
        <p:spPr>
          <a:xfrm>
            <a:off x="4973843" y="2226654"/>
            <a:ext cx="2441875" cy="28705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8" rIns="20234" bIns="101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9" dirty="0"/>
          </a:p>
        </p:txBody>
      </p:sp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0EFD9C7B-7EC8-4A6B-BF6E-C7E6402CFDE2}"/>
              </a:ext>
            </a:extLst>
          </p:cNvPr>
          <p:cNvCxnSpPr>
            <a:cxnSpLocks/>
          </p:cNvCxnSpPr>
          <p:nvPr/>
        </p:nvCxnSpPr>
        <p:spPr>
          <a:xfrm>
            <a:off x="6286400" y="3822944"/>
            <a:ext cx="230124" cy="32181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3" name="直線接點 202">
            <a:extLst>
              <a:ext uri="{FF2B5EF4-FFF2-40B4-BE49-F238E27FC236}">
                <a16:creationId xmlns:a16="http://schemas.microsoft.com/office/drawing/2014/main" id="{24ABCE7B-7CF4-4FF8-A5A9-3516E1972AFB}"/>
              </a:ext>
            </a:extLst>
          </p:cNvPr>
          <p:cNvCxnSpPr>
            <a:cxnSpLocks/>
          </p:cNvCxnSpPr>
          <p:nvPr/>
        </p:nvCxnSpPr>
        <p:spPr>
          <a:xfrm>
            <a:off x="5647166" y="3123145"/>
            <a:ext cx="267285" cy="38189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4" name="直線接點 203">
            <a:extLst>
              <a:ext uri="{FF2B5EF4-FFF2-40B4-BE49-F238E27FC236}">
                <a16:creationId xmlns:a16="http://schemas.microsoft.com/office/drawing/2014/main" id="{1EFE23F1-3678-43D7-815C-460F24B94849}"/>
              </a:ext>
            </a:extLst>
          </p:cNvPr>
          <p:cNvCxnSpPr>
            <a:cxnSpLocks/>
          </p:cNvCxnSpPr>
          <p:nvPr/>
        </p:nvCxnSpPr>
        <p:spPr>
          <a:xfrm flipH="1">
            <a:off x="5634381" y="3668743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" name="直線接點 204">
            <a:extLst>
              <a:ext uri="{FF2B5EF4-FFF2-40B4-BE49-F238E27FC236}">
                <a16:creationId xmlns:a16="http://schemas.microsoft.com/office/drawing/2014/main" id="{1134DC6D-4189-4C63-8D8A-53AE08B40C91}"/>
              </a:ext>
            </a:extLst>
          </p:cNvPr>
          <p:cNvCxnSpPr>
            <a:cxnSpLocks/>
          </p:cNvCxnSpPr>
          <p:nvPr/>
        </p:nvCxnSpPr>
        <p:spPr>
          <a:xfrm flipV="1">
            <a:off x="6454732" y="3453827"/>
            <a:ext cx="70316" cy="14964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6" name="圖片 205">
            <a:extLst>
              <a:ext uri="{FF2B5EF4-FFF2-40B4-BE49-F238E27FC236}">
                <a16:creationId xmlns:a16="http://schemas.microsoft.com/office/drawing/2014/main" id="{1653A6D9-3C08-4DDD-BA51-6F60E7182A16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51606"/>
          <a:stretch/>
        </p:blipFill>
        <p:spPr>
          <a:xfrm>
            <a:off x="5784287" y="2305828"/>
            <a:ext cx="576690" cy="572100"/>
          </a:xfrm>
          <a:prstGeom prst="rect">
            <a:avLst/>
          </a:prstGeom>
        </p:spPr>
      </p:pic>
      <p:pic>
        <p:nvPicPr>
          <p:cNvPr id="207" name="圖片 206">
            <a:extLst>
              <a:ext uri="{FF2B5EF4-FFF2-40B4-BE49-F238E27FC236}">
                <a16:creationId xmlns:a16="http://schemas.microsoft.com/office/drawing/2014/main" id="{F5B97970-5F75-4EA7-8480-FC7FCD35C76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6402528" y="2318612"/>
            <a:ext cx="158210" cy="6110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文字方塊 207">
                <a:extLst>
                  <a:ext uri="{FF2B5EF4-FFF2-40B4-BE49-F238E27FC236}">
                    <a16:creationId xmlns:a16="http://schemas.microsoft.com/office/drawing/2014/main" id="{46D600F9-A6E4-412D-8E0B-6A712D062743}"/>
                  </a:ext>
                </a:extLst>
              </p:cNvPr>
              <p:cNvSpPr txBox="1"/>
              <p:nvPr/>
            </p:nvSpPr>
            <p:spPr>
              <a:xfrm>
                <a:off x="6041905" y="2707399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208" name="文字方塊 207">
                <a:extLst>
                  <a:ext uri="{FF2B5EF4-FFF2-40B4-BE49-F238E27FC236}">
                    <a16:creationId xmlns:a16="http://schemas.microsoft.com/office/drawing/2014/main" id="{46D600F9-A6E4-412D-8E0B-6A712D06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905" y="2707399"/>
                <a:ext cx="180524" cy="213135"/>
              </a:xfrm>
              <a:prstGeom prst="rect">
                <a:avLst/>
              </a:prstGeom>
              <a:blipFill>
                <a:blip r:embed="rId28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9" name="群組 208">
            <a:extLst>
              <a:ext uri="{FF2B5EF4-FFF2-40B4-BE49-F238E27FC236}">
                <a16:creationId xmlns:a16="http://schemas.microsoft.com/office/drawing/2014/main" id="{094D87A0-AE6F-4F86-8919-366EF7A9A6DD}"/>
              </a:ext>
            </a:extLst>
          </p:cNvPr>
          <p:cNvGrpSpPr/>
          <p:nvPr/>
        </p:nvGrpSpPr>
        <p:grpSpPr>
          <a:xfrm>
            <a:off x="6073281" y="2581090"/>
            <a:ext cx="33903" cy="32523"/>
            <a:chOff x="1373392" y="2391862"/>
            <a:chExt cx="479433" cy="476535"/>
          </a:xfrm>
        </p:grpSpPr>
        <p:sp>
          <p:nvSpPr>
            <p:cNvPr id="210" name="箭號: 向右 209">
              <a:extLst>
                <a:ext uri="{FF2B5EF4-FFF2-40B4-BE49-F238E27FC236}">
                  <a16:creationId xmlns:a16="http://schemas.microsoft.com/office/drawing/2014/main" id="{CF695E81-4E13-4F54-A59C-74605D37E841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211" name="箭號: 向右 210">
              <a:extLst>
                <a:ext uri="{FF2B5EF4-FFF2-40B4-BE49-F238E27FC236}">
                  <a16:creationId xmlns:a16="http://schemas.microsoft.com/office/drawing/2014/main" id="{4754FECE-DCED-4FD2-A56A-70771F8C5493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文字方塊 211">
                <a:extLst>
                  <a:ext uri="{FF2B5EF4-FFF2-40B4-BE49-F238E27FC236}">
                    <a16:creationId xmlns:a16="http://schemas.microsoft.com/office/drawing/2014/main" id="{5711CD61-C096-4D48-9538-4E1381BDC965}"/>
                  </a:ext>
                </a:extLst>
              </p:cNvPr>
              <p:cNvSpPr txBox="1"/>
              <p:nvPr/>
            </p:nvSpPr>
            <p:spPr>
              <a:xfrm>
                <a:off x="5989909" y="2417664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2" name="文字方塊 211">
                <a:extLst>
                  <a:ext uri="{FF2B5EF4-FFF2-40B4-BE49-F238E27FC236}">
                    <a16:creationId xmlns:a16="http://schemas.microsoft.com/office/drawing/2014/main" id="{5711CD61-C096-4D48-9538-4E1381BDC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909" y="2417664"/>
                <a:ext cx="122526" cy="216021"/>
              </a:xfrm>
              <a:prstGeom prst="rect">
                <a:avLst/>
              </a:prstGeom>
              <a:blipFill>
                <a:blip r:embed="rId29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3" name="文字方塊 212">
                <a:extLst>
                  <a:ext uri="{FF2B5EF4-FFF2-40B4-BE49-F238E27FC236}">
                    <a16:creationId xmlns:a16="http://schemas.microsoft.com/office/drawing/2014/main" id="{B5372AE6-6396-48A0-BC8A-85410685325C}"/>
                  </a:ext>
                </a:extLst>
              </p:cNvPr>
              <p:cNvSpPr txBox="1"/>
              <p:nvPr/>
            </p:nvSpPr>
            <p:spPr>
              <a:xfrm>
                <a:off x="6077710" y="2523521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3" name="文字方塊 212">
                <a:extLst>
                  <a:ext uri="{FF2B5EF4-FFF2-40B4-BE49-F238E27FC236}">
                    <a16:creationId xmlns:a16="http://schemas.microsoft.com/office/drawing/2014/main" id="{B5372AE6-6396-48A0-BC8A-854106853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10" y="2523521"/>
                <a:ext cx="100183" cy="206851"/>
              </a:xfrm>
              <a:prstGeom prst="rect">
                <a:avLst/>
              </a:prstGeom>
              <a:blipFill>
                <a:blip r:embed="rId30"/>
                <a:stretch>
                  <a:fillRect r="-8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607957F7-F48C-4B5A-B29A-154C2A17B7EA}"/>
                  </a:ext>
                </a:extLst>
              </p:cNvPr>
              <p:cNvSpPr txBox="1"/>
              <p:nvPr/>
            </p:nvSpPr>
            <p:spPr>
              <a:xfrm>
                <a:off x="6342817" y="2769777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607957F7-F48C-4B5A-B29A-154C2A17B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817" y="2769777"/>
                <a:ext cx="137005" cy="194990"/>
              </a:xfrm>
              <a:prstGeom prst="rect">
                <a:avLst/>
              </a:prstGeom>
              <a:blipFill>
                <a:blip r:embed="rId3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文字方塊 214">
                <a:extLst>
                  <a:ext uri="{FF2B5EF4-FFF2-40B4-BE49-F238E27FC236}">
                    <a16:creationId xmlns:a16="http://schemas.microsoft.com/office/drawing/2014/main" id="{46229927-510A-4EEB-84BD-725D89C37090}"/>
                  </a:ext>
                </a:extLst>
              </p:cNvPr>
              <p:cNvSpPr txBox="1"/>
              <p:nvPr/>
            </p:nvSpPr>
            <p:spPr>
              <a:xfrm>
                <a:off x="5753030" y="2875148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15" name="文字方塊 214">
                <a:extLst>
                  <a:ext uri="{FF2B5EF4-FFF2-40B4-BE49-F238E27FC236}">
                    <a16:creationId xmlns:a16="http://schemas.microsoft.com/office/drawing/2014/main" id="{46229927-510A-4EEB-84BD-725D89C37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030" y="2875148"/>
                <a:ext cx="726792" cy="31887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文字方塊 215">
                <a:extLst>
                  <a:ext uri="{FF2B5EF4-FFF2-40B4-BE49-F238E27FC236}">
                    <a16:creationId xmlns:a16="http://schemas.microsoft.com/office/drawing/2014/main" id="{95380A0B-288C-43C6-B4F4-20B5B5225222}"/>
                  </a:ext>
                </a:extLst>
              </p:cNvPr>
              <p:cNvSpPr txBox="1"/>
              <p:nvPr/>
            </p:nvSpPr>
            <p:spPr>
              <a:xfrm>
                <a:off x="4986863" y="4279813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16" name="文字方塊 215">
                <a:extLst>
                  <a:ext uri="{FF2B5EF4-FFF2-40B4-BE49-F238E27FC236}">
                    <a16:creationId xmlns:a16="http://schemas.microsoft.com/office/drawing/2014/main" id="{95380A0B-288C-43C6-B4F4-20B5B522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863" y="4279813"/>
                <a:ext cx="738852" cy="20685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文字方塊 216">
                <a:extLst>
                  <a:ext uri="{FF2B5EF4-FFF2-40B4-BE49-F238E27FC236}">
                    <a16:creationId xmlns:a16="http://schemas.microsoft.com/office/drawing/2014/main" id="{D4EC7779-AF84-430B-8F89-54CB4678C1DA}"/>
                  </a:ext>
                </a:extLst>
              </p:cNvPr>
              <p:cNvSpPr txBox="1"/>
              <p:nvPr/>
            </p:nvSpPr>
            <p:spPr>
              <a:xfrm>
                <a:off x="5747924" y="4897552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17" name="文字方塊 216">
                <a:extLst>
                  <a:ext uri="{FF2B5EF4-FFF2-40B4-BE49-F238E27FC236}">
                    <a16:creationId xmlns:a16="http://schemas.microsoft.com/office/drawing/2014/main" id="{D4EC7779-AF84-430B-8F89-54CB4678C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924" y="4897552"/>
                <a:ext cx="685868" cy="20685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56958590-1AB9-4748-8056-DEF97E80D7EB}"/>
                  </a:ext>
                </a:extLst>
              </p:cNvPr>
              <p:cNvSpPr txBox="1"/>
              <p:nvPr/>
            </p:nvSpPr>
            <p:spPr>
              <a:xfrm>
                <a:off x="5891209" y="4021421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56958590-1AB9-4748-8056-DEF97E80D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209" y="4021421"/>
                <a:ext cx="377711" cy="206851"/>
              </a:xfrm>
              <a:prstGeom prst="rect">
                <a:avLst/>
              </a:prstGeom>
              <a:blipFill>
                <a:blip r:embed="rId35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文字方塊 218">
                <a:extLst>
                  <a:ext uri="{FF2B5EF4-FFF2-40B4-BE49-F238E27FC236}">
                    <a16:creationId xmlns:a16="http://schemas.microsoft.com/office/drawing/2014/main" id="{0C01C742-5E2B-4D3B-9766-FB4165CDAC7F}"/>
                  </a:ext>
                </a:extLst>
              </p:cNvPr>
              <p:cNvSpPr txBox="1"/>
              <p:nvPr/>
            </p:nvSpPr>
            <p:spPr>
              <a:xfrm>
                <a:off x="5899013" y="3094969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19" name="文字方塊 218">
                <a:extLst>
                  <a:ext uri="{FF2B5EF4-FFF2-40B4-BE49-F238E27FC236}">
                    <a16:creationId xmlns:a16="http://schemas.microsoft.com/office/drawing/2014/main" id="{0C01C742-5E2B-4D3B-9766-FB4165CDA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013" y="3094969"/>
                <a:ext cx="377711" cy="206851"/>
              </a:xfrm>
              <a:prstGeom prst="rect">
                <a:avLst/>
              </a:prstGeom>
              <a:blipFill>
                <a:blip r:embed="rId36"/>
                <a:stretch>
                  <a:fillRect t="-73529" r="-66129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Oval 14">
            <a:extLst>
              <a:ext uri="{FF2B5EF4-FFF2-40B4-BE49-F238E27FC236}">
                <a16:creationId xmlns:a16="http://schemas.microsoft.com/office/drawing/2014/main" id="{BA11D874-D74B-4266-8C52-16C483F5D056}"/>
              </a:ext>
            </a:extLst>
          </p:cNvPr>
          <p:cNvSpPr/>
          <p:nvPr/>
        </p:nvSpPr>
        <p:spPr>
          <a:xfrm>
            <a:off x="6052321" y="3255123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221" name="Oval 4">
            <a:extLst>
              <a:ext uri="{FF2B5EF4-FFF2-40B4-BE49-F238E27FC236}">
                <a16:creationId xmlns:a16="http://schemas.microsoft.com/office/drawing/2014/main" id="{D0A5ABA3-C260-452D-B31E-3164D312523F}"/>
              </a:ext>
            </a:extLst>
          </p:cNvPr>
          <p:cNvSpPr/>
          <p:nvPr/>
        </p:nvSpPr>
        <p:spPr>
          <a:xfrm>
            <a:off x="5755625" y="3294215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222" name="Oval 15">
            <a:extLst>
              <a:ext uri="{FF2B5EF4-FFF2-40B4-BE49-F238E27FC236}">
                <a16:creationId xmlns:a16="http://schemas.microsoft.com/office/drawing/2014/main" id="{67222D50-B03C-4332-97F6-76DF979429E5}"/>
              </a:ext>
            </a:extLst>
          </p:cNvPr>
          <p:cNvSpPr/>
          <p:nvPr/>
        </p:nvSpPr>
        <p:spPr>
          <a:xfrm>
            <a:off x="6052321" y="3949705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223" name="SHO">
            <a:extLst>
              <a:ext uri="{FF2B5EF4-FFF2-40B4-BE49-F238E27FC236}">
                <a16:creationId xmlns:a16="http://schemas.microsoft.com/office/drawing/2014/main" id="{9F0601B9-E202-460E-A434-B95F07C1D840}"/>
              </a:ext>
            </a:extLst>
          </p:cNvPr>
          <p:cNvSpPr/>
          <p:nvPr/>
        </p:nvSpPr>
        <p:spPr>
          <a:xfrm rot="16200000">
            <a:off x="5945403" y="3306481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224" name="SVO">
            <a:extLst>
              <a:ext uri="{FF2B5EF4-FFF2-40B4-BE49-F238E27FC236}">
                <a16:creationId xmlns:a16="http://schemas.microsoft.com/office/drawing/2014/main" id="{DDBA7AD8-81AF-4E49-BFDA-ECF34704F56A}"/>
              </a:ext>
            </a:extLst>
          </p:cNvPr>
          <p:cNvSpPr/>
          <p:nvPr/>
        </p:nvSpPr>
        <p:spPr>
          <a:xfrm>
            <a:off x="5921915" y="3294448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225" name="Oval 6">
            <a:extLst>
              <a:ext uri="{FF2B5EF4-FFF2-40B4-BE49-F238E27FC236}">
                <a16:creationId xmlns:a16="http://schemas.microsoft.com/office/drawing/2014/main" id="{4E96C858-147F-4E95-8188-518F9F7897DF}"/>
              </a:ext>
            </a:extLst>
          </p:cNvPr>
          <p:cNvSpPr/>
          <p:nvPr/>
        </p:nvSpPr>
        <p:spPr>
          <a:xfrm rot="16200000">
            <a:off x="5945403" y="3306481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11">
                <a:extLst>
                  <a:ext uri="{FF2B5EF4-FFF2-40B4-BE49-F238E27FC236}">
                    <a16:creationId xmlns:a16="http://schemas.microsoft.com/office/drawing/2014/main" id="{F22B78BA-6DEB-48C1-B7DC-7BC0E0E66FA8}"/>
                  </a:ext>
                </a:extLst>
              </p:cNvPr>
              <p:cNvSpPr txBox="1"/>
              <p:nvPr/>
            </p:nvSpPr>
            <p:spPr>
              <a:xfrm>
                <a:off x="5834661" y="355906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226" name="TextBox 11">
                <a:extLst>
                  <a:ext uri="{FF2B5EF4-FFF2-40B4-BE49-F238E27FC236}">
                    <a16:creationId xmlns:a16="http://schemas.microsoft.com/office/drawing/2014/main" id="{F22B78BA-6DEB-48C1-B7DC-7BC0E0E66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661" y="3559069"/>
                <a:ext cx="82204" cy="206851"/>
              </a:xfrm>
              <a:prstGeom prst="rect">
                <a:avLst/>
              </a:prstGeom>
              <a:blipFill>
                <a:blip r:embed="rId3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Oval 22">
            <a:extLst>
              <a:ext uri="{FF2B5EF4-FFF2-40B4-BE49-F238E27FC236}">
                <a16:creationId xmlns:a16="http://schemas.microsoft.com/office/drawing/2014/main" id="{5348C73F-30F8-4386-8441-A2F17761CCE5}"/>
              </a:ext>
            </a:extLst>
          </p:cNvPr>
          <p:cNvSpPr/>
          <p:nvPr/>
        </p:nvSpPr>
        <p:spPr>
          <a:xfrm>
            <a:off x="6051882" y="3949705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TextBox 12">
                <a:extLst>
                  <a:ext uri="{FF2B5EF4-FFF2-40B4-BE49-F238E27FC236}">
                    <a16:creationId xmlns:a16="http://schemas.microsoft.com/office/drawing/2014/main" id="{2E8B7D74-2163-49F6-8F1C-5733F79569D6}"/>
                  </a:ext>
                </a:extLst>
              </p:cNvPr>
              <p:cNvSpPr txBox="1"/>
              <p:nvPr/>
            </p:nvSpPr>
            <p:spPr>
              <a:xfrm>
                <a:off x="6138949" y="3603392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228" name="TextBox 12">
                <a:extLst>
                  <a:ext uri="{FF2B5EF4-FFF2-40B4-BE49-F238E27FC236}">
                    <a16:creationId xmlns:a16="http://schemas.microsoft.com/office/drawing/2014/main" id="{2E8B7D74-2163-49F6-8F1C-5733F7956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949" y="3603392"/>
                <a:ext cx="82204" cy="206851"/>
              </a:xfrm>
              <a:prstGeom prst="rect">
                <a:avLst/>
              </a:prstGeom>
              <a:blipFill>
                <a:blip r:embed="rId3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extBox 13">
                <a:extLst>
                  <a:ext uri="{FF2B5EF4-FFF2-40B4-BE49-F238E27FC236}">
                    <a16:creationId xmlns:a16="http://schemas.microsoft.com/office/drawing/2014/main" id="{59CFBB48-26AF-4A9B-9404-12DF8BACF21C}"/>
                  </a:ext>
                </a:extLst>
              </p:cNvPr>
              <p:cNvSpPr txBox="1"/>
              <p:nvPr/>
            </p:nvSpPr>
            <p:spPr>
              <a:xfrm>
                <a:off x="6025525" y="3310804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229" name="TextBox 13">
                <a:extLst>
                  <a:ext uri="{FF2B5EF4-FFF2-40B4-BE49-F238E27FC236}">
                    <a16:creationId xmlns:a16="http://schemas.microsoft.com/office/drawing/2014/main" id="{59CFBB48-26AF-4A9B-9404-12DF8BACF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525" y="3310804"/>
                <a:ext cx="119391" cy="206851"/>
              </a:xfrm>
              <a:prstGeom prst="rect">
                <a:avLst/>
              </a:prstGeom>
              <a:blipFill>
                <a:blip r:embed="rId3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DVO">
            <a:extLst>
              <a:ext uri="{FF2B5EF4-FFF2-40B4-BE49-F238E27FC236}">
                <a16:creationId xmlns:a16="http://schemas.microsoft.com/office/drawing/2014/main" id="{BFBB8ACA-3C42-4641-AC6C-E10BDD283C2C}"/>
              </a:ext>
            </a:extLst>
          </p:cNvPr>
          <p:cNvSpPr/>
          <p:nvPr/>
        </p:nvSpPr>
        <p:spPr>
          <a:xfrm flipH="1">
            <a:off x="5921915" y="3294448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231" name="Oval 23">
            <a:extLst>
              <a:ext uri="{FF2B5EF4-FFF2-40B4-BE49-F238E27FC236}">
                <a16:creationId xmlns:a16="http://schemas.microsoft.com/office/drawing/2014/main" id="{C2A31B8D-3888-49D5-A5BF-5BCE0D25C283}"/>
              </a:ext>
            </a:extLst>
          </p:cNvPr>
          <p:cNvSpPr/>
          <p:nvPr/>
        </p:nvSpPr>
        <p:spPr>
          <a:xfrm>
            <a:off x="6387732" y="360284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232" name="Straight Arrow Connector 7">
            <a:extLst>
              <a:ext uri="{FF2B5EF4-FFF2-40B4-BE49-F238E27FC236}">
                <a16:creationId xmlns:a16="http://schemas.microsoft.com/office/drawing/2014/main" id="{6EB4957E-C3F0-4122-BC6C-772DAF4845DF}"/>
              </a:ext>
            </a:extLst>
          </p:cNvPr>
          <p:cNvCxnSpPr>
            <a:cxnSpLocks/>
          </p:cNvCxnSpPr>
          <p:nvPr/>
        </p:nvCxnSpPr>
        <p:spPr>
          <a:xfrm flipV="1">
            <a:off x="6088233" y="3433748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19">
            <a:extLst>
              <a:ext uri="{FF2B5EF4-FFF2-40B4-BE49-F238E27FC236}">
                <a16:creationId xmlns:a16="http://schemas.microsoft.com/office/drawing/2014/main" id="{14286DAE-69A1-4301-9CDF-1717F665ED3A}"/>
              </a:ext>
            </a:extLst>
          </p:cNvPr>
          <p:cNvCxnSpPr>
            <a:cxnSpLocks/>
          </p:cNvCxnSpPr>
          <p:nvPr/>
        </p:nvCxnSpPr>
        <p:spPr>
          <a:xfrm>
            <a:off x="6089620" y="3639901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18">
            <a:extLst>
              <a:ext uri="{FF2B5EF4-FFF2-40B4-BE49-F238E27FC236}">
                <a16:creationId xmlns:a16="http://schemas.microsoft.com/office/drawing/2014/main" id="{0BBCCF89-FE92-4706-9A8D-B141989015C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10020" y="3560230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Oval 20">
            <a:extLst>
              <a:ext uri="{FF2B5EF4-FFF2-40B4-BE49-F238E27FC236}">
                <a16:creationId xmlns:a16="http://schemas.microsoft.com/office/drawing/2014/main" id="{F146D9FC-F569-4601-910F-16DC4680DBDD}"/>
              </a:ext>
            </a:extLst>
          </p:cNvPr>
          <p:cNvSpPr/>
          <p:nvPr/>
        </p:nvSpPr>
        <p:spPr>
          <a:xfrm>
            <a:off x="5716750" y="360284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236" name="Oval 22">
            <a:extLst>
              <a:ext uri="{FF2B5EF4-FFF2-40B4-BE49-F238E27FC236}">
                <a16:creationId xmlns:a16="http://schemas.microsoft.com/office/drawing/2014/main" id="{640A2974-EB59-49CD-9E7C-6D5CD32B1F35}"/>
              </a:ext>
            </a:extLst>
          </p:cNvPr>
          <p:cNvSpPr/>
          <p:nvPr/>
        </p:nvSpPr>
        <p:spPr>
          <a:xfrm>
            <a:off x="6052431" y="3251465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237" name="Partial Circle 9">
            <a:extLst>
              <a:ext uri="{FF2B5EF4-FFF2-40B4-BE49-F238E27FC236}">
                <a16:creationId xmlns:a16="http://schemas.microsoft.com/office/drawing/2014/main" id="{40DF977E-5912-4BE6-BD74-84166C46028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059240" y="3596155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TextBox 10">
                <a:extLst>
                  <a:ext uri="{FF2B5EF4-FFF2-40B4-BE49-F238E27FC236}">
                    <a16:creationId xmlns:a16="http://schemas.microsoft.com/office/drawing/2014/main" id="{3ADCD9D8-DD05-4B55-A05F-DEB1D28F2B62}"/>
                  </a:ext>
                </a:extLst>
              </p:cNvPr>
              <p:cNvSpPr txBox="1"/>
              <p:nvPr/>
            </p:nvSpPr>
            <p:spPr>
              <a:xfrm>
                <a:off x="5890113" y="3612440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238" name="TextBox 10">
                <a:extLst>
                  <a:ext uri="{FF2B5EF4-FFF2-40B4-BE49-F238E27FC236}">
                    <a16:creationId xmlns:a16="http://schemas.microsoft.com/office/drawing/2014/main" id="{3ADCD9D8-DD05-4B55-A05F-DEB1D28F2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113" y="3612440"/>
                <a:ext cx="146463" cy="206851"/>
              </a:xfrm>
              <a:prstGeom prst="rect">
                <a:avLst/>
              </a:prstGeom>
              <a:blipFill>
                <a:blip r:embed="rId4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Straight Arrow Connector 17">
            <a:extLst>
              <a:ext uri="{FF2B5EF4-FFF2-40B4-BE49-F238E27FC236}">
                <a16:creationId xmlns:a16="http://schemas.microsoft.com/office/drawing/2014/main" id="{6E3B91CC-130D-4924-9CA3-B80D5A72D8FD}"/>
              </a:ext>
            </a:extLst>
          </p:cNvPr>
          <p:cNvCxnSpPr>
            <a:cxnSpLocks/>
          </p:cNvCxnSpPr>
          <p:nvPr/>
        </p:nvCxnSpPr>
        <p:spPr>
          <a:xfrm flipH="1">
            <a:off x="5986413" y="3642650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E335777F-DAE4-4B32-8A57-1B32149F7C7B}"/>
              </a:ext>
            </a:extLst>
          </p:cNvPr>
          <p:cNvSpPr>
            <a:spLocks noChangeAspect="1"/>
          </p:cNvSpPr>
          <p:nvPr/>
        </p:nvSpPr>
        <p:spPr>
          <a:xfrm>
            <a:off x="6053329" y="3578862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B5FAB2E1-E3DF-4D96-99DC-74E5CC7CA93D}"/>
                  </a:ext>
                </a:extLst>
              </p:cNvPr>
              <p:cNvSpPr txBox="1"/>
              <p:nvPr/>
            </p:nvSpPr>
            <p:spPr>
              <a:xfrm>
                <a:off x="6071811" y="3463569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B5FAB2E1-E3DF-4D96-99DC-74E5CC7CA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811" y="3463569"/>
                <a:ext cx="138012" cy="206851"/>
              </a:xfrm>
              <a:prstGeom prst="rect">
                <a:avLst/>
              </a:prstGeom>
              <a:blipFill>
                <a:blip r:embed="rId4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84D6A9BA-0F53-40E3-B67D-DFD3DAEAF432}"/>
              </a:ext>
            </a:extLst>
          </p:cNvPr>
          <p:cNvCxnSpPr>
            <a:cxnSpLocks/>
          </p:cNvCxnSpPr>
          <p:nvPr/>
        </p:nvCxnSpPr>
        <p:spPr>
          <a:xfrm flipV="1">
            <a:off x="6085607" y="3435559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Oval 22">
            <a:extLst>
              <a:ext uri="{FF2B5EF4-FFF2-40B4-BE49-F238E27FC236}">
                <a16:creationId xmlns:a16="http://schemas.microsoft.com/office/drawing/2014/main" id="{87E06DCF-6313-4D00-934C-F980C43BC439}"/>
              </a:ext>
            </a:extLst>
          </p:cNvPr>
          <p:cNvSpPr/>
          <p:nvPr/>
        </p:nvSpPr>
        <p:spPr>
          <a:xfrm>
            <a:off x="6211198" y="373374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244" name="Oval 22">
            <a:extLst>
              <a:ext uri="{FF2B5EF4-FFF2-40B4-BE49-F238E27FC236}">
                <a16:creationId xmlns:a16="http://schemas.microsoft.com/office/drawing/2014/main" id="{746C4B68-7C45-4853-932B-CD15C15E53C8}"/>
              </a:ext>
            </a:extLst>
          </p:cNvPr>
          <p:cNvSpPr/>
          <p:nvPr/>
        </p:nvSpPr>
        <p:spPr>
          <a:xfrm>
            <a:off x="5892564" y="3482375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字方塊 244">
                <a:extLst>
                  <a:ext uri="{FF2B5EF4-FFF2-40B4-BE49-F238E27FC236}">
                    <a16:creationId xmlns:a16="http://schemas.microsoft.com/office/drawing/2014/main" id="{27CA381D-2C0B-40CF-83BC-D1B82E955FB9}"/>
                  </a:ext>
                </a:extLst>
              </p:cNvPr>
              <p:cNvSpPr txBox="1"/>
              <p:nvPr/>
            </p:nvSpPr>
            <p:spPr>
              <a:xfrm>
                <a:off x="5029405" y="3494194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45" name="文字方塊 244">
                <a:extLst>
                  <a:ext uri="{FF2B5EF4-FFF2-40B4-BE49-F238E27FC236}">
                    <a16:creationId xmlns:a16="http://schemas.microsoft.com/office/drawing/2014/main" id="{27CA381D-2C0B-40CF-83BC-D1B82E955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405" y="3494194"/>
                <a:ext cx="653769" cy="318870"/>
              </a:xfrm>
              <a:prstGeom prst="rect">
                <a:avLst/>
              </a:prstGeom>
              <a:blipFill>
                <a:blip r:embed="rId22"/>
                <a:stretch>
                  <a:fillRect l="-3738" t="-50943" b="-830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文字方塊 245">
                <a:extLst>
                  <a:ext uri="{FF2B5EF4-FFF2-40B4-BE49-F238E27FC236}">
                    <a16:creationId xmlns:a16="http://schemas.microsoft.com/office/drawing/2014/main" id="{A845DACB-65D0-41FC-9424-A25FC5A13386}"/>
                  </a:ext>
                </a:extLst>
              </p:cNvPr>
              <p:cNvSpPr txBox="1"/>
              <p:nvPr/>
            </p:nvSpPr>
            <p:spPr>
              <a:xfrm>
                <a:off x="6545587" y="3478853"/>
                <a:ext cx="50383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46" name="文字方塊 245">
                <a:extLst>
                  <a:ext uri="{FF2B5EF4-FFF2-40B4-BE49-F238E27FC236}">
                    <a16:creationId xmlns:a16="http://schemas.microsoft.com/office/drawing/2014/main" id="{A845DACB-65D0-41FC-9424-A25FC5A13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87" y="3478853"/>
                <a:ext cx="503832" cy="318870"/>
              </a:xfrm>
              <a:prstGeom prst="rect">
                <a:avLst/>
              </a:prstGeom>
              <a:blipFill>
                <a:blip r:embed="rId42"/>
                <a:stretch>
                  <a:fillRect l="-6098" t="-51923" r="-1829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文字方塊 246">
                <a:extLst>
                  <a:ext uri="{FF2B5EF4-FFF2-40B4-BE49-F238E27FC236}">
                    <a16:creationId xmlns:a16="http://schemas.microsoft.com/office/drawing/2014/main" id="{5B6E5E09-F33F-4491-A527-C31D96552071}"/>
                  </a:ext>
                </a:extLst>
              </p:cNvPr>
              <p:cNvSpPr txBox="1"/>
              <p:nvPr/>
            </p:nvSpPr>
            <p:spPr>
              <a:xfrm>
                <a:off x="6428077" y="4264710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247" name="文字方塊 246">
                <a:extLst>
                  <a:ext uri="{FF2B5EF4-FFF2-40B4-BE49-F238E27FC236}">
                    <a16:creationId xmlns:a16="http://schemas.microsoft.com/office/drawing/2014/main" id="{5B6E5E09-F33F-4491-A527-C31D96552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077" y="4264710"/>
                <a:ext cx="738852" cy="206851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8" name="圖片 247">
            <a:extLst>
              <a:ext uri="{FF2B5EF4-FFF2-40B4-BE49-F238E27FC236}">
                <a16:creationId xmlns:a16="http://schemas.microsoft.com/office/drawing/2014/main" id="{EE0429EC-A3DC-43B5-B71D-E15F5F7E32F1}"/>
              </a:ext>
            </a:extLst>
          </p:cNvPr>
          <p:cNvPicPr>
            <a:picLocks noChangeAspect="1"/>
          </p:cNvPicPr>
          <p:nvPr/>
        </p:nvPicPr>
        <p:blipFill>
          <a:blip r:embed="rId4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34603" y="2561521"/>
            <a:ext cx="866195" cy="173239"/>
          </a:xfrm>
          <a:prstGeom prst="rect">
            <a:avLst/>
          </a:prstGeom>
        </p:spPr>
      </p:pic>
      <p:pic>
        <p:nvPicPr>
          <p:cNvPr id="249" name="圖片 248">
            <a:extLst>
              <a:ext uri="{FF2B5EF4-FFF2-40B4-BE49-F238E27FC236}">
                <a16:creationId xmlns:a16="http://schemas.microsoft.com/office/drawing/2014/main" id="{EFC162F9-99EA-4270-89A4-7CBA9227A131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51454"/>
          <a:stretch/>
        </p:blipFill>
        <p:spPr>
          <a:xfrm>
            <a:off x="5782470" y="4315211"/>
            <a:ext cx="578507" cy="572100"/>
          </a:xfrm>
          <a:prstGeom prst="rect">
            <a:avLst/>
          </a:prstGeom>
        </p:spPr>
      </p:pic>
      <p:pic>
        <p:nvPicPr>
          <p:cNvPr id="250" name="圖片 249">
            <a:extLst>
              <a:ext uri="{FF2B5EF4-FFF2-40B4-BE49-F238E27FC236}">
                <a16:creationId xmlns:a16="http://schemas.microsoft.com/office/drawing/2014/main" id="{E474F9D1-FC05-4BEA-B61C-0474B7603245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r="50731"/>
          <a:stretch/>
        </p:blipFill>
        <p:spPr>
          <a:xfrm>
            <a:off x="5075902" y="3709745"/>
            <a:ext cx="567002" cy="558635"/>
          </a:xfrm>
          <a:prstGeom prst="rect">
            <a:avLst/>
          </a:prstGeom>
        </p:spPr>
      </p:pic>
      <p:pic>
        <p:nvPicPr>
          <p:cNvPr id="251" name="圖片 250">
            <a:extLst>
              <a:ext uri="{FF2B5EF4-FFF2-40B4-BE49-F238E27FC236}">
                <a16:creationId xmlns:a16="http://schemas.microsoft.com/office/drawing/2014/main" id="{C075BB19-4DD2-4A09-BFDB-0F4D3AC22C67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l="51398"/>
          <a:stretch/>
        </p:blipFill>
        <p:spPr>
          <a:xfrm>
            <a:off x="6515991" y="2928281"/>
            <a:ext cx="559330" cy="558635"/>
          </a:xfrm>
          <a:prstGeom prst="rect">
            <a:avLst/>
          </a:prstGeom>
        </p:spPr>
      </p:pic>
      <p:pic>
        <p:nvPicPr>
          <p:cNvPr id="252" name="圖片 251">
            <a:extLst>
              <a:ext uri="{FF2B5EF4-FFF2-40B4-BE49-F238E27FC236}">
                <a16:creationId xmlns:a16="http://schemas.microsoft.com/office/drawing/2014/main" id="{64ED535D-E003-4A21-A8DB-05B4B2864BF7}"/>
              </a:ext>
            </a:extLst>
          </p:cNvPr>
          <p:cNvPicPr>
            <a:picLocks noChangeAspect="1"/>
          </p:cNvPicPr>
          <p:nvPr/>
        </p:nvPicPr>
        <p:blipFill rotWithShape="1">
          <a:blip r:embed="rId46"/>
          <a:srcRect t="1067" r="51003"/>
          <a:stretch/>
        </p:blipFill>
        <p:spPr>
          <a:xfrm>
            <a:off x="5076473" y="2940268"/>
            <a:ext cx="565366" cy="561268"/>
          </a:xfrm>
          <a:prstGeom prst="rect">
            <a:avLst/>
          </a:prstGeom>
        </p:spPr>
      </p:pic>
      <p:pic>
        <p:nvPicPr>
          <p:cNvPr id="253" name="圖片 252">
            <a:extLst>
              <a:ext uri="{FF2B5EF4-FFF2-40B4-BE49-F238E27FC236}">
                <a16:creationId xmlns:a16="http://schemas.microsoft.com/office/drawing/2014/main" id="{6A032EC8-7B83-44C0-AD83-715A6D4898E3}"/>
              </a:ext>
            </a:extLst>
          </p:cNvPr>
          <p:cNvPicPr>
            <a:picLocks noChangeAspect="1"/>
          </p:cNvPicPr>
          <p:nvPr/>
        </p:nvPicPr>
        <p:blipFill rotWithShape="1">
          <a:blip r:embed="rId46"/>
          <a:srcRect l="51710" t="1067"/>
          <a:stretch/>
        </p:blipFill>
        <p:spPr>
          <a:xfrm>
            <a:off x="6520786" y="3688205"/>
            <a:ext cx="557204" cy="56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7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矩形: 圓角 1324">
            <a:extLst>
              <a:ext uri="{FF2B5EF4-FFF2-40B4-BE49-F238E27FC236}">
                <a16:creationId xmlns:a16="http://schemas.microsoft.com/office/drawing/2014/main" id="{8E07622F-8C39-44AE-934F-28AD203AD89B}"/>
              </a:ext>
            </a:extLst>
          </p:cNvPr>
          <p:cNvSpPr/>
          <p:nvPr/>
        </p:nvSpPr>
        <p:spPr>
          <a:xfrm>
            <a:off x="2583339" y="1549365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pic>
        <p:nvPicPr>
          <p:cNvPr id="1326" name="圖片 1325">
            <a:extLst>
              <a:ext uri="{FF2B5EF4-FFF2-40B4-BE49-F238E27FC236}">
                <a16:creationId xmlns:a16="http://schemas.microsoft.com/office/drawing/2014/main" id="{90928B0A-C5CD-47BC-B2E1-16A753C9FB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3320675" y="1657741"/>
            <a:ext cx="578536" cy="1143360"/>
          </a:xfrm>
          <a:prstGeom prst="rect">
            <a:avLst/>
          </a:prstGeom>
        </p:spPr>
      </p:pic>
      <p:pic>
        <p:nvPicPr>
          <p:cNvPr id="1327" name="圖片 1326">
            <a:extLst>
              <a:ext uri="{FF2B5EF4-FFF2-40B4-BE49-F238E27FC236}">
                <a16:creationId xmlns:a16="http://schemas.microsoft.com/office/drawing/2014/main" id="{7105E68D-2093-4BCA-AD99-8DD463B91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4122814" y="2465006"/>
            <a:ext cx="574885" cy="1138836"/>
          </a:xfrm>
          <a:prstGeom prst="rect">
            <a:avLst/>
          </a:prstGeom>
        </p:spPr>
      </p:pic>
      <p:pic>
        <p:nvPicPr>
          <p:cNvPr id="1328" name="圖片 1327">
            <a:extLst>
              <a:ext uri="{FF2B5EF4-FFF2-40B4-BE49-F238E27FC236}">
                <a16:creationId xmlns:a16="http://schemas.microsoft.com/office/drawing/2014/main" id="{9760781B-FC51-46CC-95E9-E18544113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2664097" y="3789546"/>
            <a:ext cx="598323" cy="1143360"/>
          </a:xfrm>
          <a:prstGeom prst="rect">
            <a:avLst/>
          </a:prstGeom>
        </p:spPr>
      </p:pic>
      <p:pic>
        <p:nvPicPr>
          <p:cNvPr id="1329" name="圖片 1328">
            <a:extLst>
              <a:ext uri="{FF2B5EF4-FFF2-40B4-BE49-F238E27FC236}">
                <a16:creationId xmlns:a16="http://schemas.microsoft.com/office/drawing/2014/main" id="{A50AD2CE-14A4-4E41-9866-B656D85156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3407688" y="4225785"/>
            <a:ext cx="593209" cy="1143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/>
              <p:nvPr/>
            </p:nvSpPr>
            <p:spPr>
              <a:xfrm>
                <a:off x="3568306" y="2622116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306" y="2622116"/>
                <a:ext cx="180524" cy="213135"/>
              </a:xfrm>
              <a:prstGeom prst="rect">
                <a:avLst/>
              </a:prstGeom>
              <a:blipFill>
                <a:blip r:embed="rId3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/>
              <p:nvPr/>
            </p:nvSpPr>
            <p:spPr>
              <a:xfrm>
                <a:off x="3575463" y="2030219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63" y="2030219"/>
                <a:ext cx="180524" cy="213135"/>
              </a:xfrm>
              <a:prstGeom prst="rect">
                <a:avLst/>
              </a:prstGeom>
              <a:blipFill>
                <a:blip r:embed="rId4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2" name="群組 1331">
            <a:extLst>
              <a:ext uri="{FF2B5EF4-FFF2-40B4-BE49-F238E27FC236}">
                <a16:creationId xmlns:a16="http://schemas.microsoft.com/office/drawing/2014/main" id="{81C049A7-B3FC-4C21-97D3-24D217BCE15C}"/>
              </a:ext>
            </a:extLst>
          </p:cNvPr>
          <p:cNvGrpSpPr/>
          <p:nvPr/>
        </p:nvGrpSpPr>
        <p:grpSpPr>
          <a:xfrm>
            <a:off x="3596533" y="1901417"/>
            <a:ext cx="33903" cy="32523"/>
            <a:chOff x="1373392" y="2391862"/>
            <a:chExt cx="479433" cy="476535"/>
          </a:xfrm>
        </p:grpSpPr>
        <p:sp>
          <p:nvSpPr>
            <p:cNvPr id="1333" name="箭號: 向右 1332">
              <a:extLst>
                <a:ext uri="{FF2B5EF4-FFF2-40B4-BE49-F238E27FC236}">
                  <a16:creationId xmlns:a16="http://schemas.microsoft.com/office/drawing/2014/main" id="{E42B5946-181F-442C-8EBD-11401E4448C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334" name="箭號: 向右 1333">
              <a:extLst>
                <a:ext uri="{FF2B5EF4-FFF2-40B4-BE49-F238E27FC236}">
                  <a16:creationId xmlns:a16="http://schemas.microsoft.com/office/drawing/2014/main" id="{9DBC63C6-957F-4F9D-BDC1-33463F9AE23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/>
              <p:nvPr/>
            </p:nvSpPr>
            <p:spPr>
              <a:xfrm>
                <a:off x="3513164" y="1737991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164" y="1737991"/>
                <a:ext cx="133123" cy="216021"/>
              </a:xfrm>
              <a:prstGeom prst="rect">
                <a:avLst/>
              </a:prstGeom>
              <a:blipFill>
                <a:blip r:embed="rId5"/>
                <a:stretch>
                  <a:fillRect r="-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/>
              <p:nvPr/>
            </p:nvSpPr>
            <p:spPr>
              <a:xfrm>
                <a:off x="3573260" y="186941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260" y="1869418"/>
                <a:ext cx="100183" cy="206851"/>
              </a:xfrm>
              <a:prstGeom prst="rect">
                <a:avLst/>
              </a:prstGeom>
              <a:blipFill>
                <a:blip r:embed="rId6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7" name="群組 1336">
            <a:extLst>
              <a:ext uri="{FF2B5EF4-FFF2-40B4-BE49-F238E27FC236}">
                <a16:creationId xmlns:a16="http://schemas.microsoft.com/office/drawing/2014/main" id="{D8AA9238-7A08-4711-8901-D136A6BC72ED}"/>
              </a:ext>
            </a:extLst>
          </p:cNvPr>
          <p:cNvGrpSpPr/>
          <p:nvPr/>
        </p:nvGrpSpPr>
        <p:grpSpPr>
          <a:xfrm>
            <a:off x="3599682" y="2495807"/>
            <a:ext cx="33903" cy="32523"/>
            <a:chOff x="1373392" y="2391862"/>
            <a:chExt cx="479433" cy="476535"/>
          </a:xfrm>
        </p:grpSpPr>
        <p:sp>
          <p:nvSpPr>
            <p:cNvPr id="1338" name="箭號: 向右 1337">
              <a:extLst>
                <a:ext uri="{FF2B5EF4-FFF2-40B4-BE49-F238E27FC236}">
                  <a16:creationId xmlns:a16="http://schemas.microsoft.com/office/drawing/2014/main" id="{49DF0131-390F-453C-B72C-0C1FE1D05FE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339" name="箭號: 向右 1338">
              <a:extLst>
                <a:ext uri="{FF2B5EF4-FFF2-40B4-BE49-F238E27FC236}">
                  <a16:creationId xmlns:a16="http://schemas.microsoft.com/office/drawing/2014/main" id="{150B8E6D-0C48-4A25-8C21-D2E423CF45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/>
              <p:nvPr/>
            </p:nvSpPr>
            <p:spPr>
              <a:xfrm>
                <a:off x="3516310" y="2332381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310" y="2332381"/>
                <a:ext cx="122526" cy="216021"/>
              </a:xfrm>
              <a:prstGeom prst="rect">
                <a:avLst/>
              </a:prstGeom>
              <a:blipFill>
                <a:blip r:embed="rId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/>
              <p:nvPr/>
            </p:nvSpPr>
            <p:spPr>
              <a:xfrm>
                <a:off x="3604110" y="243823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110" y="2438238"/>
                <a:ext cx="100183" cy="206851"/>
              </a:xfrm>
              <a:prstGeom prst="rect">
                <a:avLst/>
              </a:prstGeom>
              <a:blipFill>
                <a:blip r:embed="rId8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42" name="圖片 1341">
            <a:extLst>
              <a:ext uri="{FF2B5EF4-FFF2-40B4-BE49-F238E27FC236}">
                <a16:creationId xmlns:a16="http://schemas.microsoft.com/office/drawing/2014/main" id="{E37D72D4-AC12-4E5B-85A6-466BC6CD5B6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901231" y="2231505"/>
            <a:ext cx="174849" cy="584623"/>
          </a:xfrm>
          <a:prstGeom prst="rect">
            <a:avLst/>
          </a:prstGeom>
        </p:spPr>
      </p:pic>
      <p:pic>
        <p:nvPicPr>
          <p:cNvPr id="1343" name="圖片 1342">
            <a:extLst>
              <a:ext uri="{FF2B5EF4-FFF2-40B4-BE49-F238E27FC236}">
                <a16:creationId xmlns:a16="http://schemas.microsoft.com/office/drawing/2014/main" id="{3BC12AE4-C83C-4456-985B-D2302B5D0D2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900324" y="1641897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/>
              <p:nvPr/>
            </p:nvSpPr>
            <p:spPr>
              <a:xfrm>
                <a:off x="3864015" y="209010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015" y="2090105"/>
                <a:ext cx="137005" cy="194990"/>
              </a:xfrm>
              <a:prstGeom prst="rect">
                <a:avLst/>
              </a:prstGeom>
              <a:blipFill>
                <a:blip r:embed="rId10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/>
              <p:nvPr/>
            </p:nvSpPr>
            <p:spPr>
              <a:xfrm>
                <a:off x="3869218" y="268449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18" y="2684495"/>
                <a:ext cx="137005" cy="194990"/>
              </a:xfrm>
              <a:prstGeom prst="rect">
                <a:avLst/>
              </a:prstGeom>
              <a:blipFill>
                <a:blip r:embed="rId11"/>
                <a:stretch>
                  <a:fillRect r="-5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/>
              <p:nvPr/>
            </p:nvSpPr>
            <p:spPr>
              <a:xfrm>
                <a:off x="3279431" y="2789866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431" y="2789866"/>
                <a:ext cx="726792" cy="3188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/>
              <p:nvPr/>
            </p:nvSpPr>
            <p:spPr>
              <a:xfrm>
                <a:off x="2596364" y="4939238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364" y="4939238"/>
                <a:ext cx="738852" cy="2068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/>
              <p:nvPr/>
            </p:nvSpPr>
            <p:spPr>
              <a:xfrm>
                <a:off x="3357425" y="5383318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425" y="5383318"/>
                <a:ext cx="685868" cy="206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/>
              <p:nvPr/>
            </p:nvSpPr>
            <p:spPr>
              <a:xfrm>
                <a:off x="3500710" y="3936138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710" y="3936138"/>
                <a:ext cx="377711" cy="206851"/>
              </a:xfrm>
              <a:prstGeom prst="rect">
                <a:avLst/>
              </a:prstGeom>
              <a:blipFill>
                <a:blip r:embed="rId15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/>
              <p:nvPr/>
            </p:nvSpPr>
            <p:spPr>
              <a:xfrm>
                <a:off x="3508514" y="3009686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514" y="3009686"/>
                <a:ext cx="377711" cy="206851"/>
              </a:xfrm>
              <a:prstGeom prst="rect">
                <a:avLst/>
              </a:prstGeom>
              <a:blipFill>
                <a:blip r:embed="rId16"/>
                <a:stretch>
                  <a:fillRect t="-73529" r="-66129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" name="Oval 14">
            <a:extLst>
              <a:ext uri="{FF2B5EF4-FFF2-40B4-BE49-F238E27FC236}">
                <a16:creationId xmlns:a16="http://schemas.microsoft.com/office/drawing/2014/main" id="{5BC60185-BEAE-4FA9-80DD-F76AB3298CFE}"/>
              </a:ext>
            </a:extLst>
          </p:cNvPr>
          <p:cNvSpPr/>
          <p:nvPr/>
        </p:nvSpPr>
        <p:spPr>
          <a:xfrm>
            <a:off x="3661821" y="3169840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52" name="Oval 4">
            <a:extLst>
              <a:ext uri="{FF2B5EF4-FFF2-40B4-BE49-F238E27FC236}">
                <a16:creationId xmlns:a16="http://schemas.microsoft.com/office/drawing/2014/main" id="{BAF00DB0-5D66-4D4B-99F3-E2DB347B76EA}"/>
              </a:ext>
            </a:extLst>
          </p:cNvPr>
          <p:cNvSpPr/>
          <p:nvPr/>
        </p:nvSpPr>
        <p:spPr>
          <a:xfrm>
            <a:off x="3365126" y="3208932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3" name="Oval 15">
            <a:extLst>
              <a:ext uri="{FF2B5EF4-FFF2-40B4-BE49-F238E27FC236}">
                <a16:creationId xmlns:a16="http://schemas.microsoft.com/office/drawing/2014/main" id="{B477F839-4355-46D9-9545-A97012977960}"/>
              </a:ext>
            </a:extLst>
          </p:cNvPr>
          <p:cNvSpPr/>
          <p:nvPr/>
        </p:nvSpPr>
        <p:spPr>
          <a:xfrm>
            <a:off x="3661821" y="3864422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4" name="SHO">
            <a:extLst>
              <a:ext uri="{FF2B5EF4-FFF2-40B4-BE49-F238E27FC236}">
                <a16:creationId xmlns:a16="http://schemas.microsoft.com/office/drawing/2014/main" id="{C5E1CF03-2F20-4F79-8B69-F1D91D3ECAC7}"/>
              </a:ext>
            </a:extLst>
          </p:cNvPr>
          <p:cNvSpPr/>
          <p:nvPr/>
        </p:nvSpPr>
        <p:spPr>
          <a:xfrm rot="16200000">
            <a:off x="3554904" y="3221198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5" name="SVO">
            <a:extLst>
              <a:ext uri="{FF2B5EF4-FFF2-40B4-BE49-F238E27FC236}">
                <a16:creationId xmlns:a16="http://schemas.microsoft.com/office/drawing/2014/main" id="{CD50E500-63B4-4FC6-BE7B-68CF7B511425}"/>
              </a:ext>
            </a:extLst>
          </p:cNvPr>
          <p:cNvSpPr/>
          <p:nvPr/>
        </p:nvSpPr>
        <p:spPr>
          <a:xfrm>
            <a:off x="3531416" y="3209165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56" name="Oval 6">
            <a:extLst>
              <a:ext uri="{FF2B5EF4-FFF2-40B4-BE49-F238E27FC236}">
                <a16:creationId xmlns:a16="http://schemas.microsoft.com/office/drawing/2014/main" id="{C5B3D3CD-1972-47EF-99A6-69C5E037F9EF}"/>
              </a:ext>
            </a:extLst>
          </p:cNvPr>
          <p:cNvSpPr/>
          <p:nvPr/>
        </p:nvSpPr>
        <p:spPr>
          <a:xfrm rot="16200000">
            <a:off x="3554904" y="3221198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/>
              <p:nvPr/>
            </p:nvSpPr>
            <p:spPr>
              <a:xfrm>
                <a:off x="3444162" y="3473786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162" y="3473786"/>
                <a:ext cx="82204" cy="206851"/>
              </a:xfrm>
              <a:prstGeom prst="rect">
                <a:avLst/>
              </a:prstGeom>
              <a:blipFill>
                <a:blip r:embed="rId17"/>
                <a:stretch>
                  <a:fillRect r="-5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8" name="Oval 22">
            <a:extLst>
              <a:ext uri="{FF2B5EF4-FFF2-40B4-BE49-F238E27FC236}">
                <a16:creationId xmlns:a16="http://schemas.microsoft.com/office/drawing/2014/main" id="{58F6BBA3-DB07-492E-94B3-BD0FFCB52F81}"/>
              </a:ext>
            </a:extLst>
          </p:cNvPr>
          <p:cNvSpPr/>
          <p:nvPr/>
        </p:nvSpPr>
        <p:spPr>
          <a:xfrm>
            <a:off x="3661383" y="386442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/>
              <p:nvPr/>
            </p:nvSpPr>
            <p:spPr>
              <a:xfrm>
                <a:off x="3748450" y="351810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450" y="3518109"/>
                <a:ext cx="82204" cy="206851"/>
              </a:xfrm>
              <a:prstGeom prst="rect">
                <a:avLst/>
              </a:prstGeom>
              <a:blipFill>
                <a:blip r:embed="rId18"/>
                <a:stretch>
                  <a:fillRect r="-6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/>
              <p:nvPr/>
            </p:nvSpPr>
            <p:spPr>
              <a:xfrm>
                <a:off x="3635026" y="3225521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026" y="3225521"/>
                <a:ext cx="119391" cy="206851"/>
              </a:xfrm>
              <a:prstGeom prst="rect">
                <a:avLst/>
              </a:prstGeom>
              <a:blipFill>
                <a:blip r:embed="rId1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1" name="DVO">
            <a:extLst>
              <a:ext uri="{FF2B5EF4-FFF2-40B4-BE49-F238E27FC236}">
                <a16:creationId xmlns:a16="http://schemas.microsoft.com/office/drawing/2014/main" id="{42FD4FAB-305B-4E20-9E3A-DC73C6526C86}"/>
              </a:ext>
            </a:extLst>
          </p:cNvPr>
          <p:cNvSpPr/>
          <p:nvPr/>
        </p:nvSpPr>
        <p:spPr>
          <a:xfrm flipH="1">
            <a:off x="3531416" y="3209165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62" name="Oval 23">
            <a:extLst>
              <a:ext uri="{FF2B5EF4-FFF2-40B4-BE49-F238E27FC236}">
                <a16:creationId xmlns:a16="http://schemas.microsoft.com/office/drawing/2014/main" id="{A03FA640-EC08-4F82-BCCA-C34DA85811F6}"/>
              </a:ext>
            </a:extLst>
          </p:cNvPr>
          <p:cNvSpPr/>
          <p:nvPr/>
        </p:nvSpPr>
        <p:spPr>
          <a:xfrm>
            <a:off x="3997233" y="35175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363" name="Straight Arrow Connector 7">
            <a:extLst>
              <a:ext uri="{FF2B5EF4-FFF2-40B4-BE49-F238E27FC236}">
                <a16:creationId xmlns:a16="http://schemas.microsoft.com/office/drawing/2014/main" id="{DD5389DE-BAFB-4C17-A000-4BA78932F5D8}"/>
              </a:ext>
            </a:extLst>
          </p:cNvPr>
          <p:cNvCxnSpPr>
            <a:cxnSpLocks/>
          </p:cNvCxnSpPr>
          <p:nvPr/>
        </p:nvCxnSpPr>
        <p:spPr>
          <a:xfrm flipV="1">
            <a:off x="3697734" y="3348465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Arrow Connector 19">
            <a:extLst>
              <a:ext uri="{FF2B5EF4-FFF2-40B4-BE49-F238E27FC236}">
                <a16:creationId xmlns:a16="http://schemas.microsoft.com/office/drawing/2014/main" id="{033B3428-2AC1-4CF9-99C1-3273CC60E684}"/>
              </a:ext>
            </a:extLst>
          </p:cNvPr>
          <p:cNvCxnSpPr>
            <a:cxnSpLocks/>
          </p:cNvCxnSpPr>
          <p:nvPr/>
        </p:nvCxnSpPr>
        <p:spPr>
          <a:xfrm>
            <a:off x="3699121" y="3554618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Arrow Connector 18">
            <a:extLst>
              <a:ext uri="{FF2B5EF4-FFF2-40B4-BE49-F238E27FC236}">
                <a16:creationId xmlns:a16="http://schemas.microsoft.com/office/drawing/2014/main" id="{07294AC1-8700-4D89-82B3-FEEAE60EAB2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619521" y="3474947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Oval 20">
            <a:extLst>
              <a:ext uri="{FF2B5EF4-FFF2-40B4-BE49-F238E27FC236}">
                <a16:creationId xmlns:a16="http://schemas.microsoft.com/office/drawing/2014/main" id="{DC5A5D1B-1BA3-4108-B260-22F28CFDE903}"/>
              </a:ext>
            </a:extLst>
          </p:cNvPr>
          <p:cNvSpPr/>
          <p:nvPr/>
        </p:nvSpPr>
        <p:spPr>
          <a:xfrm>
            <a:off x="3326251" y="35175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67" name="Oval 22">
            <a:extLst>
              <a:ext uri="{FF2B5EF4-FFF2-40B4-BE49-F238E27FC236}">
                <a16:creationId xmlns:a16="http://schemas.microsoft.com/office/drawing/2014/main" id="{1D045CD0-28A4-4991-A538-C326B4D40DB1}"/>
              </a:ext>
            </a:extLst>
          </p:cNvPr>
          <p:cNvSpPr/>
          <p:nvPr/>
        </p:nvSpPr>
        <p:spPr>
          <a:xfrm>
            <a:off x="3661932" y="316618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68" name="Partial Circle 9">
            <a:extLst>
              <a:ext uri="{FF2B5EF4-FFF2-40B4-BE49-F238E27FC236}">
                <a16:creationId xmlns:a16="http://schemas.microsoft.com/office/drawing/2014/main" id="{1EDA075F-217A-46A6-94BD-F87B4C83C2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668741" y="3510872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/>
              <p:nvPr/>
            </p:nvSpPr>
            <p:spPr>
              <a:xfrm>
                <a:off x="3499614" y="3527157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614" y="3527157"/>
                <a:ext cx="146463" cy="206851"/>
              </a:xfrm>
              <a:prstGeom prst="rect">
                <a:avLst/>
              </a:prstGeom>
              <a:blipFill>
                <a:blip r:embed="rId2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0" name="Straight Arrow Connector 17">
            <a:extLst>
              <a:ext uri="{FF2B5EF4-FFF2-40B4-BE49-F238E27FC236}">
                <a16:creationId xmlns:a16="http://schemas.microsoft.com/office/drawing/2014/main" id="{0ABC8776-2B91-479A-AA6F-EC2046B0D40A}"/>
              </a:ext>
            </a:extLst>
          </p:cNvPr>
          <p:cNvCxnSpPr>
            <a:cxnSpLocks/>
          </p:cNvCxnSpPr>
          <p:nvPr/>
        </p:nvCxnSpPr>
        <p:spPr>
          <a:xfrm flipH="1">
            <a:off x="3595914" y="3557367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1" name="Partial Circle 9">
            <a:extLst>
              <a:ext uri="{FF2B5EF4-FFF2-40B4-BE49-F238E27FC236}">
                <a16:creationId xmlns:a16="http://schemas.microsoft.com/office/drawing/2014/main" id="{D8B2B7A7-D8DA-4E0D-B46F-7DA26A6303F5}"/>
              </a:ext>
            </a:extLst>
          </p:cNvPr>
          <p:cNvSpPr>
            <a:spLocks noChangeAspect="1"/>
          </p:cNvSpPr>
          <p:nvPr/>
        </p:nvSpPr>
        <p:spPr>
          <a:xfrm>
            <a:off x="3662830" y="3493579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/>
              <p:nvPr/>
            </p:nvSpPr>
            <p:spPr>
              <a:xfrm>
                <a:off x="3681312" y="3378287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312" y="3378287"/>
                <a:ext cx="138012" cy="206851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3" name="Straight Arrow Connector 17">
            <a:extLst>
              <a:ext uri="{FF2B5EF4-FFF2-40B4-BE49-F238E27FC236}">
                <a16:creationId xmlns:a16="http://schemas.microsoft.com/office/drawing/2014/main" id="{41F8EC45-75DF-46B1-89B9-6254E81AFB0C}"/>
              </a:ext>
            </a:extLst>
          </p:cNvPr>
          <p:cNvCxnSpPr>
            <a:cxnSpLocks/>
          </p:cNvCxnSpPr>
          <p:nvPr/>
        </p:nvCxnSpPr>
        <p:spPr>
          <a:xfrm flipV="1">
            <a:off x="3695108" y="3350276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4" name="Oval 22">
            <a:extLst>
              <a:ext uri="{FF2B5EF4-FFF2-40B4-BE49-F238E27FC236}">
                <a16:creationId xmlns:a16="http://schemas.microsoft.com/office/drawing/2014/main" id="{0FEE4E25-E489-4AB9-A412-864D70171FF1}"/>
              </a:ext>
            </a:extLst>
          </p:cNvPr>
          <p:cNvSpPr/>
          <p:nvPr/>
        </p:nvSpPr>
        <p:spPr>
          <a:xfrm>
            <a:off x="3820699" y="36484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75" name="Oval 22">
            <a:extLst>
              <a:ext uri="{FF2B5EF4-FFF2-40B4-BE49-F238E27FC236}">
                <a16:creationId xmlns:a16="http://schemas.microsoft.com/office/drawing/2014/main" id="{DD8AD07A-100E-4167-97BA-59167025A6AA}"/>
              </a:ext>
            </a:extLst>
          </p:cNvPr>
          <p:cNvSpPr/>
          <p:nvPr/>
        </p:nvSpPr>
        <p:spPr>
          <a:xfrm>
            <a:off x="3502065" y="339709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/>
              <p:nvPr/>
            </p:nvSpPr>
            <p:spPr>
              <a:xfrm>
                <a:off x="2638906" y="3594289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906" y="3594289"/>
                <a:ext cx="653769" cy="318870"/>
              </a:xfrm>
              <a:prstGeom prst="rect">
                <a:avLst/>
              </a:prstGeom>
              <a:blipFill>
                <a:blip r:embed="rId22"/>
                <a:stretch>
                  <a:fillRect l="-4673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7" name="直線接點 1376">
            <a:extLst>
              <a:ext uri="{FF2B5EF4-FFF2-40B4-BE49-F238E27FC236}">
                <a16:creationId xmlns:a16="http://schemas.microsoft.com/office/drawing/2014/main" id="{8181E59C-0D82-4B71-8EE2-5199478CA036}"/>
              </a:ext>
            </a:extLst>
          </p:cNvPr>
          <p:cNvCxnSpPr>
            <a:cxnSpLocks/>
          </p:cNvCxnSpPr>
          <p:nvPr/>
        </p:nvCxnSpPr>
        <p:spPr>
          <a:xfrm>
            <a:off x="3895900" y="3737661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/>
              <p:nvPr/>
            </p:nvSpPr>
            <p:spPr>
              <a:xfrm>
                <a:off x="4056754" y="3600255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754" y="3600255"/>
                <a:ext cx="738852" cy="206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/>
              <p:nvPr/>
            </p:nvSpPr>
            <p:spPr>
              <a:xfrm>
                <a:off x="4056754" y="4886846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754" y="4886846"/>
                <a:ext cx="738852" cy="20685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B820BCE2-C69F-424C-9431-36F7350C9E13}"/>
              </a:ext>
            </a:extLst>
          </p:cNvPr>
          <p:cNvCxnSpPr>
            <a:cxnSpLocks/>
          </p:cNvCxnSpPr>
          <p:nvPr/>
        </p:nvCxnSpPr>
        <p:spPr>
          <a:xfrm>
            <a:off x="3116327" y="2837347"/>
            <a:ext cx="407625" cy="58240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1" name="圖片 1380">
            <a:extLst>
              <a:ext uri="{FF2B5EF4-FFF2-40B4-BE49-F238E27FC236}">
                <a16:creationId xmlns:a16="http://schemas.microsoft.com/office/drawing/2014/main" id="{0F1C914E-48DD-4847-A7E2-90F2D5D3191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4066963" y="1676240"/>
            <a:ext cx="828577" cy="161176"/>
          </a:xfrm>
          <a:prstGeom prst="rect">
            <a:avLst/>
          </a:prstGeom>
        </p:spPr>
      </p:pic>
      <p:pic>
        <p:nvPicPr>
          <p:cNvPr id="1382" name="圖片 1381">
            <a:extLst>
              <a:ext uri="{FF2B5EF4-FFF2-40B4-BE49-F238E27FC236}">
                <a16:creationId xmlns:a16="http://schemas.microsoft.com/office/drawing/2014/main" id="{FC62C5B7-E859-4EAB-9CF1-5D02CB6D9E7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66963" y="2236280"/>
            <a:ext cx="828577" cy="199473"/>
          </a:xfrm>
          <a:prstGeom prst="rect">
            <a:avLst/>
          </a:prstGeom>
        </p:spPr>
      </p:pic>
      <p:pic>
        <p:nvPicPr>
          <p:cNvPr id="1383" name="圖片 1382">
            <a:extLst>
              <a:ext uri="{FF2B5EF4-FFF2-40B4-BE49-F238E27FC236}">
                <a16:creationId xmlns:a16="http://schemas.microsoft.com/office/drawing/2014/main" id="{BB340BAD-407F-44EF-90F2-CFC947448167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4140179" y="2283399"/>
            <a:ext cx="338491" cy="67308"/>
          </a:xfrm>
          <a:prstGeom prst="rect">
            <a:avLst/>
          </a:prstGeom>
        </p:spPr>
      </p:pic>
      <p:pic>
        <p:nvPicPr>
          <p:cNvPr id="1384" name="圖片 1383">
            <a:extLst>
              <a:ext uri="{FF2B5EF4-FFF2-40B4-BE49-F238E27FC236}">
                <a16:creationId xmlns:a16="http://schemas.microsoft.com/office/drawing/2014/main" id="{422BB6E5-5AB8-4543-A4A1-A948432CEBDA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4140179" y="1685714"/>
            <a:ext cx="338491" cy="67308"/>
          </a:xfrm>
          <a:prstGeom prst="rect">
            <a:avLst/>
          </a:prstGeom>
        </p:spPr>
      </p:pic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8AF6DD71-9324-415A-BE57-FF2150FCD2FC}"/>
              </a:ext>
            </a:extLst>
          </p:cNvPr>
          <p:cNvCxnSpPr>
            <a:cxnSpLocks/>
          </p:cNvCxnSpPr>
          <p:nvPr/>
        </p:nvCxnSpPr>
        <p:spPr>
          <a:xfrm flipH="1">
            <a:off x="3243882" y="3583460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6" name="直線接點 1385">
            <a:extLst>
              <a:ext uri="{FF2B5EF4-FFF2-40B4-BE49-F238E27FC236}">
                <a16:creationId xmlns:a16="http://schemas.microsoft.com/office/drawing/2014/main" id="{1261BB49-BA4C-4827-A6EA-1F6EA7FE678F}"/>
              </a:ext>
            </a:extLst>
          </p:cNvPr>
          <p:cNvCxnSpPr>
            <a:cxnSpLocks/>
          </p:cNvCxnSpPr>
          <p:nvPr/>
        </p:nvCxnSpPr>
        <p:spPr>
          <a:xfrm flipV="1">
            <a:off x="4064233" y="3341336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7" name="圖片 1386">
            <a:extLst>
              <a:ext uri="{FF2B5EF4-FFF2-40B4-BE49-F238E27FC236}">
                <a16:creationId xmlns:a16="http://schemas.microsoft.com/office/drawing/2014/main" id="{CDB4FD7B-757D-4446-A9D2-4D891A05176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4135822" y="3745760"/>
            <a:ext cx="568965" cy="1134853"/>
          </a:xfrm>
          <a:prstGeom prst="rect">
            <a:avLst/>
          </a:prstGeom>
        </p:spPr>
      </p:pic>
      <p:pic>
        <p:nvPicPr>
          <p:cNvPr id="1388" name="圖片 1387">
            <a:extLst>
              <a:ext uri="{FF2B5EF4-FFF2-40B4-BE49-F238E27FC236}">
                <a16:creationId xmlns:a16="http://schemas.microsoft.com/office/drawing/2014/main" id="{B8AD46BE-343F-43DE-89DA-6060E306568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2662654" y="2482956"/>
            <a:ext cx="572669" cy="113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1609</TotalTime>
  <Words>358</Words>
  <Application>Microsoft Office PowerPoint</Application>
  <PresentationFormat>A4 紙張 (210x297 公釐)</PresentationFormat>
  <Paragraphs>233</Paragraphs>
  <Slides>7</Slides>
  <Notes>0</Notes>
  <HiddenSlides>6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64</cp:revision>
  <dcterms:created xsi:type="dcterms:W3CDTF">2026-04-28T04:34:15Z</dcterms:created>
  <dcterms:modified xsi:type="dcterms:W3CDTF">2026-07-09T09:04:26Z</dcterms:modified>
</cp:coreProperties>
</file>