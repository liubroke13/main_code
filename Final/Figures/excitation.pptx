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539288" cy="6750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FFF"/>
    <a:srgbClr val="FEFE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60"/>
  </p:normalViewPr>
  <p:slideViewPr>
    <p:cSldViewPr snapToGrid="0">
      <p:cViewPr>
        <p:scale>
          <a:sx n="100" d="100"/>
          <a:sy n="100" d="100"/>
        </p:scale>
        <p:origin x="172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5447" y="1104696"/>
            <a:ext cx="8108395" cy="2350017"/>
          </a:xfrm>
        </p:spPr>
        <p:txBody>
          <a:bodyPr anchor="b"/>
          <a:lstStyle>
            <a:lvl1pPr algn="ctr">
              <a:defRPr sz="590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411" y="3545339"/>
            <a:ext cx="7154466" cy="1629699"/>
          </a:xfrm>
        </p:spPr>
        <p:txBody>
          <a:bodyPr/>
          <a:lstStyle>
            <a:lvl1pPr marL="0" indent="0" algn="ctr">
              <a:buNone/>
              <a:defRPr sz="2362"/>
            </a:lvl1pPr>
            <a:lvl2pPr marL="450022" indent="0" algn="ctr">
              <a:buNone/>
              <a:defRPr sz="1969"/>
            </a:lvl2pPr>
            <a:lvl3pPr marL="900044" indent="0" algn="ctr">
              <a:buNone/>
              <a:defRPr sz="1772"/>
            </a:lvl3pPr>
            <a:lvl4pPr marL="1350066" indent="0" algn="ctr">
              <a:buNone/>
              <a:defRPr sz="1575"/>
            </a:lvl4pPr>
            <a:lvl5pPr marL="1800088" indent="0" algn="ctr">
              <a:buNone/>
              <a:defRPr sz="1575"/>
            </a:lvl5pPr>
            <a:lvl6pPr marL="2250110" indent="0" algn="ctr">
              <a:buNone/>
              <a:defRPr sz="1575"/>
            </a:lvl6pPr>
            <a:lvl7pPr marL="2700132" indent="0" algn="ctr">
              <a:buNone/>
              <a:defRPr sz="1575"/>
            </a:lvl7pPr>
            <a:lvl8pPr marL="3150154" indent="0" algn="ctr">
              <a:buNone/>
              <a:defRPr sz="1575"/>
            </a:lvl8pPr>
            <a:lvl9pPr marL="3600176" indent="0" algn="ctr">
              <a:buNone/>
              <a:defRPr sz="1575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13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784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58" y="1682827"/>
            <a:ext cx="8227636" cy="2807833"/>
          </a:xfrm>
        </p:spPr>
        <p:txBody>
          <a:bodyPr anchor="b"/>
          <a:lstStyle>
            <a:lvl1pPr>
              <a:defRPr sz="590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58" y="4517223"/>
            <a:ext cx="8227636" cy="1476573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/>
                </a:solidFill>
              </a:defRPr>
            </a:lvl1pPr>
            <a:lvl2pPr marL="450022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2pPr>
            <a:lvl3pPr marL="900044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3pPr>
            <a:lvl4pPr marL="1350066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800088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501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700132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501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600176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346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826" y="1796888"/>
            <a:ext cx="4054197" cy="428284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9265" y="1796888"/>
            <a:ext cx="4054197" cy="428284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05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8" y="359379"/>
            <a:ext cx="8227636" cy="130469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7070" y="1654700"/>
            <a:ext cx="4035565" cy="810943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50022" indent="0">
              <a:buNone/>
              <a:defRPr sz="1969" b="1"/>
            </a:lvl2pPr>
            <a:lvl3pPr marL="900044" indent="0">
              <a:buNone/>
              <a:defRPr sz="1772" b="1"/>
            </a:lvl3pPr>
            <a:lvl4pPr marL="1350066" indent="0">
              <a:buNone/>
              <a:defRPr sz="1575" b="1"/>
            </a:lvl4pPr>
            <a:lvl5pPr marL="1800088" indent="0">
              <a:buNone/>
              <a:defRPr sz="1575" b="1"/>
            </a:lvl5pPr>
            <a:lvl6pPr marL="2250110" indent="0">
              <a:buNone/>
              <a:defRPr sz="1575" b="1"/>
            </a:lvl6pPr>
            <a:lvl7pPr marL="2700132" indent="0">
              <a:buNone/>
              <a:defRPr sz="1575" b="1"/>
            </a:lvl7pPr>
            <a:lvl8pPr marL="3150154" indent="0">
              <a:buNone/>
              <a:defRPr sz="1575" b="1"/>
            </a:lvl8pPr>
            <a:lvl9pPr marL="3600176" indent="0">
              <a:buNone/>
              <a:defRPr sz="157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070" y="2465643"/>
            <a:ext cx="4035565" cy="36265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9265" y="1654700"/>
            <a:ext cx="4055440" cy="810943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50022" indent="0">
              <a:buNone/>
              <a:defRPr sz="1969" b="1"/>
            </a:lvl2pPr>
            <a:lvl3pPr marL="900044" indent="0">
              <a:buNone/>
              <a:defRPr sz="1772" b="1"/>
            </a:lvl3pPr>
            <a:lvl4pPr marL="1350066" indent="0">
              <a:buNone/>
              <a:defRPr sz="1575" b="1"/>
            </a:lvl4pPr>
            <a:lvl5pPr marL="1800088" indent="0">
              <a:buNone/>
              <a:defRPr sz="1575" b="1"/>
            </a:lvl5pPr>
            <a:lvl6pPr marL="2250110" indent="0">
              <a:buNone/>
              <a:defRPr sz="1575" b="1"/>
            </a:lvl6pPr>
            <a:lvl7pPr marL="2700132" indent="0">
              <a:buNone/>
              <a:defRPr sz="1575" b="1"/>
            </a:lvl7pPr>
            <a:lvl8pPr marL="3150154" indent="0">
              <a:buNone/>
              <a:defRPr sz="1575" b="1"/>
            </a:lvl8pPr>
            <a:lvl9pPr marL="3600176" indent="0">
              <a:buNone/>
              <a:defRPr sz="157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9265" y="2465643"/>
            <a:ext cx="4055440" cy="36265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73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79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21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8" y="450003"/>
            <a:ext cx="3076669" cy="1575012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5440" y="971883"/>
            <a:ext cx="4829265" cy="4796911"/>
          </a:xfrm>
        </p:spPr>
        <p:txBody>
          <a:bodyPr/>
          <a:lstStyle>
            <a:lvl1pPr>
              <a:defRPr sz="3150"/>
            </a:lvl1pPr>
            <a:lvl2pPr>
              <a:defRPr sz="2756"/>
            </a:lvl2pPr>
            <a:lvl3pPr>
              <a:defRPr sz="2362"/>
            </a:lvl3pPr>
            <a:lvl4pPr>
              <a:defRPr sz="1969"/>
            </a:lvl4pPr>
            <a:lvl5pPr>
              <a:defRPr sz="1969"/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068" y="2025015"/>
            <a:ext cx="3076669" cy="3751591"/>
          </a:xfrm>
        </p:spPr>
        <p:txBody>
          <a:bodyPr/>
          <a:lstStyle>
            <a:lvl1pPr marL="0" indent="0">
              <a:buNone/>
              <a:defRPr sz="1575"/>
            </a:lvl1pPr>
            <a:lvl2pPr marL="450022" indent="0">
              <a:buNone/>
              <a:defRPr sz="1378"/>
            </a:lvl2pPr>
            <a:lvl3pPr marL="900044" indent="0">
              <a:buNone/>
              <a:defRPr sz="1181"/>
            </a:lvl3pPr>
            <a:lvl4pPr marL="1350066" indent="0">
              <a:buNone/>
              <a:defRPr sz="984"/>
            </a:lvl4pPr>
            <a:lvl5pPr marL="1800088" indent="0">
              <a:buNone/>
              <a:defRPr sz="984"/>
            </a:lvl5pPr>
            <a:lvl6pPr marL="2250110" indent="0">
              <a:buNone/>
              <a:defRPr sz="984"/>
            </a:lvl6pPr>
            <a:lvl7pPr marL="2700132" indent="0">
              <a:buNone/>
              <a:defRPr sz="984"/>
            </a:lvl7pPr>
            <a:lvl8pPr marL="3150154" indent="0">
              <a:buNone/>
              <a:defRPr sz="984"/>
            </a:lvl8pPr>
            <a:lvl9pPr marL="3600176" indent="0">
              <a:buNone/>
              <a:defRPr sz="98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177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8" y="450003"/>
            <a:ext cx="3076669" cy="1575012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5440" y="971883"/>
            <a:ext cx="4829265" cy="4796911"/>
          </a:xfrm>
        </p:spPr>
        <p:txBody>
          <a:bodyPr anchor="t"/>
          <a:lstStyle>
            <a:lvl1pPr marL="0" indent="0">
              <a:buNone/>
              <a:defRPr sz="3150"/>
            </a:lvl1pPr>
            <a:lvl2pPr marL="450022" indent="0">
              <a:buNone/>
              <a:defRPr sz="2756"/>
            </a:lvl2pPr>
            <a:lvl3pPr marL="900044" indent="0">
              <a:buNone/>
              <a:defRPr sz="2362"/>
            </a:lvl3pPr>
            <a:lvl4pPr marL="1350066" indent="0">
              <a:buNone/>
              <a:defRPr sz="1969"/>
            </a:lvl4pPr>
            <a:lvl5pPr marL="1800088" indent="0">
              <a:buNone/>
              <a:defRPr sz="1969"/>
            </a:lvl5pPr>
            <a:lvl6pPr marL="2250110" indent="0">
              <a:buNone/>
              <a:defRPr sz="1969"/>
            </a:lvl6pPr>
            <a:lvl7pPr marL="2700132" indent="0">
              <a:buNone/>
              <a:defRPr sz="1969"/>
            </a:lvl7pPr>
            <a:lvl8pPr marL="3150154" indent="0">
              <a:buNone/>
              <a:defRPr sz="1969"/>
            </a:lvl8pPr>
            <a:lvl9pPr marL="3600176" indent="0">
              <a:buNone/>
              <a:defRPr sz="1969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068" y="2025015"/>
            <a:ext cx="3076669" cy="3751591"/>
          </a:xfrm>
        </p:spPr>
        <p:txBody>
          <a:bodyPr/>
          <a:lstStyle>
            <a:lvl1pPr marL="0" indent="0">
              <a:buNone/>
              <a:defRPr sz="1575"/>
            </a:lvl1pPr>
            <a:lvl2pPr marL="450022" indent="0">
              <a:buNone/>
              <a:defRPr sz="1378"/>
            </a:lvl2pPr>
            <a:lvl3pPr marL="900044" indent="0">
              <a:buNone/>
              <a:defRPr sz="1181"/>
            </a:lvl3pPr>
            <a:lvl4pPr marL="1350066" indent="0">
              <a:buNone/>
              <a:defRPr sz="984"/>
            </a:lvl4pPr>
            <a:lvl5pPr marL="1800088" indent="0">
              <a:buNone/>
              <a:defRPr sz="984"/>
            </a:lvl5pPr>
            <a:lvl6pPr marL="2250110" indent="0">
              <a:buNone/>
              <a:defRPr sz="984"/>
            </a:lvl6pPr>
            <a:lvl7pPr marL="2700132" indent="0">
              <a:buNone/>
              <a:defRPr sz="984"/>
            </a:lvl7pPr>
            <a:lvl8pPr marL="3150154" indent="0">
              <a:buNone/>
              <a:defRPr sz="984"/>
            </a:lvl8pPr>
            <a:lvl9pPr marL="3600176" indent="0">
              <a:buNone/>
              <a:defRPr sz="98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939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63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553" y="359378"/>
            <a:ext cx="2056909" cy="572035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826" y="359378"/>
            <a:ext cx="6051486" cy="572035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59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5826" y="359379"/>
            <a:ext cx="8227636" cy="1304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826" y="1796888"/>
            <a:ext cx="8227636" cy="4282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826" y="6256298"/>
            <a:ext cx="2146340" cy="3593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74AF8-4537-43CE-83A4-42BF2BB9F71C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9889" y="6256298"/>
            <a:ext cx="3219510" cy="3593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7122" y="6256298"/>
            <a:ext cx="2146340" cy="3593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1F2B6-2A9F-40DC-8679-C297CE5AB2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44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00044" rtl="0" eaLnBrk="1" latinLnBrk="0" hangingPunct="1">
        <a:lnSpc>
          <a:spcPct val="90000"/>
        </a:lnSpc>
        <a:spcBef>
          <a:spcPct val="0"/>
        </a:spcBef>
        <a:buNone/>
        <a:defRPr sz="43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011" indent="-225011" algn="l" defTabSz="900044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5033" indent="-225011" algn="l" defTabSz="900044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5055" indent="-225011" algn="l" defTabSz="900044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3pPr>
      <a:lvl4pPr marL="1575077" indent="-225011" algn="l" defTabSz="900044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5099" indent="-225011" algn="l" defTabSz="900044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5121" indent="-225011" algn="l" defTabSz="900044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5143" indent="-225011" algn="l" defTabSz="900044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5165" indent="-225011" algn="l" defTabSz="900044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5187" indent="-225011" algn="l" defTabSz="900044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50022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900044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50066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800088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50110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700132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50154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600176" algn="l" defTabSz="900044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8562123A-6A34-4E89-95C0-2436753E02D9}"/>
              </a:ext>
            </a:extLst>
          </p:cNvPr>
          <p:cNvGrpSpPr/>
          <p:nvPr/>
        </p:nvGrpSpPr>
        <p:grpSpPr>
          <a:xfrm>
            <a:off x="183070" y="360372"/>
            <a:ext cx="9173165" cy="6238875"/>
            <a:chOff x="1456197" y="428625"/>
            <a:chExt cx="9173165" cy="623887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FABFA1D-4A73-40AF-9517-C7E772CA0035}"/>
                </a:ext>
              </a:extLst>
            </p:cNvPr>
            <p:cNvSpPr/>
            <p:nvPr/>
          </p:nvSpPr>
          <p:spPr>
            <a:xfrm>
              <a:off x="8429087" y="428625"/>
              <a:ext cx="2200275" cy="6219825"/>
            </a:xfrm>
            <a:prstGeom prst="rect">
              <a:avLst/>
            </a:prstGeom>
            <a:solidFill>
              <a:srgbClr val="FAFFFF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9492807-9245-482B-8717-0E44D22453E0}"/>
                </a:ext>
              </a:extLst>
            </p:cNvPr>
            <p:cNvSpPr/>
            <p:nvPr/>
          </p:nvSpPr>
          <p:spPr>
            <a:xfrm>
              <a:off x="6229350" y="428625"/>
              <a:ext cx="2200275" cy="6219825"/>
            </a:xfrm>
            <a:prstGeom prst="rect">
              <a:avLst/>
            </a:prstGeom>
            <a:solidFill>
              <a:srgbClr val="FAFFFF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D16C148A-9816-45B6-9883-6B9B9C02D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45893" y="473637"/>
              <a:ext cx="2141941" cy="1562443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E12B911-4432-4988-9F89-A9F6A24E4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19208" y="2987795"/>
              <a:ext cx="2141941" cy="3637258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4D4FC130-633F-4F8C-9512-14D41AA1A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435189" y="506683"/>
              <a:ext cx="2142310" cy="1589230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EF9C6DD1-B01A-412D-A327-30E20E811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20184" y="3026186"/>
              <a:ext cx="2073217" cy="3564395"/>
            </a:xfrm>
            <a:prstGeom prst="rect">
              <a:avLst/>
            </a:prstGeom>
          </p:spPr>
        </p:pic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974798D-7997-42DB-925C-9C99D65A4DAD}"/>
                </a:ext>
              </a:extLst>
            </p:cNvPr>
            <p:cNvCxnSpPr>
              <a:cxnSpLocks/>
            </p:cNvCxnSpPr>
            <p:nvPr/>
          </p:nvCxnSpPr>
          <p:spPr>
            <a:xfrm>
              <a:off x="7455055" y="2095913"/>
              <a:ext cx="0" cy="8629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1A0249D3-F53A-4FEE-9756-F16D454844B2}"/>
                </a:ext>
              </a:extLst>
            </p:cNvPr>
            <p:cNvGrpSpPr/>
            <p:nvPr/>
          </p:nvGrpSpPr>
          <p:grpSpPr>
            <a:xfrm>
              <a:off x="1456197" y="438150"/>
              <a:ext cx="4498398" cy="6229350"/>
              <a:chOff x="331774" y="0"/>
              <a:chExt cx="4952364" cy="6858000"/>
            </a:xfrm>
          </p:grpSpPr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54D4EACB-6A66-40FF-8C92-951FAB49A90A}"/>
                  </a:ext>
                </a:extLst>
              </p:cNvPr>
              <p:cNvGrpSpPr/>
              <p:nvPr/>
            </p:nvGrpSpPr>
            <p:grpSpPr>
              <a:xfrm>
                <a:off x="331774" y="0"/>
                <a:ext cx="4952364" cy="6858000"/>
                <a:chOff x="331774" y="0"/>
                <a:chExt cx="4952364" cy="6858000"/>
              </a:xfrm>
            </p:grpSpPr>
            <p:pic>
              <p:nvPicPr>
                <p:cNvPr id="5" name="圖片 4">
                  <a:extLst>
                    <a:ext uri="{FF2B5EF4-FFF2-40B4-BE49-F238E27FC236}">
                      <a16:creationId xmlns:a16="http://schemas.microsoft.com/office/drawing/2014/main" id="{EE9D1C73-DE79-4C2D-87AE-5629C3D586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49809"/>
                <a:stretch/>
              </p:blipFill>
              <p:spPr>
                <a:xfrm>
                  <a:off x="331774" y="0"/>
                  <a:ext cx="4952364" cy="6858000"/>
                </a:xfrm>
                <a:prstGeom prst="rect">
                  <a:avLst/>
                </a:prstGeom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42D0C607-6D6C-4F87-AD08-D2B33B7397FC}"/>
                    </a:ext>
                  </a:extLst>
                </p:cNvPr>
                <p:cNvSpPr/>
                <p:nvPr/>
              </p:nvSpPr>
              <p:spPr>
                <a:xfrm>
                  <a:off x="453154" y="48552"/>
                  <a:ext cx="364142" cy="3965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E63DCDB4-4493-4AE9-80E8-A9E91E3D5AD7}"/>
                      </a:ext>
                    </a:extLst>
                  </p:cNvPr>
                  <p:cNvSpPr txBox="1"/>
                  <p:nvPr/>
                </p:nvSpPr>
                <p:spPr>
                  <a:xfrm>
                    <a:off x="541422" y="25504"/>
                    <a:ext cx="4533068" cy="406604"/>
                  </a:xfrm>
                  <a:prstGeom prst="rect">
                    <a:avLst/>
                  </a:prstGeom>
                  <a:solidFill>
                    <a:srgbClr val="FEFEFE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Transition rate for gray exciton in </a:t>
                    </a:r>
                    <a14:m>
                      <m:oMath xmlns:m="http://schemas.openxmlformats.org/officeDocument/2006/math"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a14:m>
                    <a: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space</a:t>
                    </a:r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9" name="文字方塊 18">
                    <a:extLst>
                      <a:ext uri="{FF2B5EF4-FFF2-40B4-BE49-F238E27FC236}">
                        <a16:creationId xmlns:a16="http://schemas.microsoft.com/office/drawing/2014/main" id="{E63DCDB4-4493-4AE9-80E8-A9E91E3D5A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1422" y="25504"/>
                    <a:ext cx="4533068" cy="40660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92" t="-8197" r="-44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ACFA1099-794D-45A0-8F95-ECECEEDB24B7}"/>
                </a:ext>
              </a:extLst>
            </p:cNvPr>
            <p:cNvCxnSpPr>
              <a:cxnSpLocks/>
            </p:cNvCxnSpPr>
            <p:nvPr/>
          </p:nvCxnSpPr>
          <p:spPr>
            <a:xfrm>
              <a:off x="9579130" y="2095913"/>
              <a:ext cx="0" cy="8629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71C80810-63A1-46A0-B908-72AE19942431}"/>
                </a:ext>
              </a:extLst>
            </p:cNvPr>
            <p:cNvSpPr txBox="1"/>
            <p:nvPr/>
          </p:nvSpPr>
          <p:spPr>
            <a:xfrm>
              <a:off x="9480089" y="2277400"/>
              <a:ext cx="963688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excite </a:t>
              </a:r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D323FA1-8C65-4708-881D-342D2373CF6F}"/>
                </a:ext>
              </a:extLst>
            </p:cNvPr>
            <p:cNvSpPr txBox="1"/>
            <p:nvPr/>
          </p:nvSpPr>
          <p:spPr>
            <a:xfrm>
              <a:off x="7358207" y="2277400"/>
              <a:ext cx="963688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excite </a:t>
              </a:r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84AED71-4F8F-4769-94C4-93C57559B852}"/>
              </a:ext>
            </a:extLst>
          </p:cNvPr>
          <p:cNvSpPr txBox="1"/>
          <p:nvPr/>
        </p:nvSpPr>
        <p:spPr>
          <a:xfrm>
            <a:off x="177506" y="11965"/>
            <a:ext cx="36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1EDB1E3-5D09-40DC-B176-18D4FC67387D}"/>
              </a:ext>
            </a:extLst>
          </p:cNvPr>
          <p:cNvSpPr txBox="1"/>
          <p:nvPr/>
        </p:nvSpPr>
        <p:spPr>
          <a:xfrm>
            <a:off x="4904467" y="11965"/>
            <a:ext cx="45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74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16</Words>
  <Application>Microsoft Office PowerPoint</Application>
  <PresentationFormat>自訂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</cp:revision>
  <dcterms:created xsi:type="dcterms:W3CDTF">2026-04-20T06:08:17Z</dcterms:created>
  <dcterms:modified xsi:type="dcterms:W3CDTF">2026-04-20T06:23:20Z</dcterms:modified>
</cp:coreProperties>
</file>