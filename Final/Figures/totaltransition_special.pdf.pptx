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</p:sldIdLst>
  <p:sldSz cx="11231563" cy="63896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7" autoAdjust="0"/>
    <p:restoredTop sz="94660"/>
  </p:normalViewPr>
  <p:slideViewPr>
    <p:cSldViewPr snapToGrid="0">
      <p:cViewPr>
        <p:scale>
          <a:sx n="66" d="100"/>
          <a:sy n="66" d="100"/>
        </p:scale>
        <p:origin x="1212" y="5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3946" y="1045720"/>
            <a:ext cx="8423672" cy="2224558"/>
          </a:xfrm>
        </p:spPr>
        <p:txBody>
          <a:bodyPr anchor="b"/>
          <a:lstStyle>
            <a:lvl1pPr algn="ctr">
              <a:defRPr sz="552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03946" y="3356066"/>
            <a:ext cx="8423672" cy="1542695"/>
          </a:xfrm>
        </p:spPr>
        <p:txBody>
          <a:bodyPr/>
          <a:lstStyle>
            <a:lvl1pPr marL="0" indent="0" algn="ctr">
              <a:buNone/>
              <a:defRPr sz="2211"/>
            </a:lvl1pPr>
            <a:lvl2pPr marL="421173" indent="0" algn="ctr">
              <a:buNone/>
              <a:defRPr sz="1842"/>
            </a:lvl2pPr>
            <a:lvl3pPr marL="842345" indent="0" algn="ctr">
              <a:buNone/>
              <a:defRPr sz="1658"/>
            </a:lvl3pPr>
            <a:lvl4pPr marL="1263518" indent="0" algn="ctr">
              <a:buNone/>
              <a:defRPr sz="1474"/>
            </a:lvl4pPr>
            <a:lvl5pPr marL="1684691" indent="0" algn="ctr">
              <a:buNone/>
              <a:defRPr sz="1474"/>
            </a:lvl5pPr>
            <a:lvl6pPr marL="2105863" indent="0" algn="ctr">
              <a:buNone/>
              <a:defRPr sz="1474"/>
            </a:lvl6pPr>
            <a:lvl7pPr marL="2527036" indent="0" algn="ctr">
              <a:buNone/>
              <a:defRPr sz="1474"/>
            </a:lvl7pPr>
            <a:lvl8pPr marL="2948208" indent="0" algn="ctr">
              <a:buNone/>
              <a:defRPr sz="1474"/>
            </a:lvl8pPr>
            <a:lvl9pPr marL="3369381" indent="0" algn="ctr">
              <a:buNone/>
              <a:defRPr sz="1474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57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6226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320" y="1592986"/>
            <a:ext cx="9687223" cy="2657932"/>
          </a:xfrm>
        </p:spPr>
        <p:txBody>
          <a:bodyPr anchor="b"/>
          <a:lstStyle>
            <a:lvl1pPr>
              <a:defRPr sz="552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6320" y="4276063"/>
            <a:ext cx="9687223" cy="1397744"/>
          </a:xfrm>
        </p:spPr>
        <p:txBody>
          <a:bodyPr/>
          <a:lstStyle>
            <a:lvl1pPr marL="0" indent="0">
              <a:buNone/>
              <a:defRPr sz="2211">
                <a:solidFill>
                  <a:schemeClr val="tx1">
                    <a:tint val="75000"/>
                  </a:schemeClr>
                </a:solidFill>
              </a:defRPr>
            </a:lvl1pPr>
            <a:lvl2pPr marL="421173" indent="0">
              <a:buNone/>
              <a:defRPr sz="1842">
                <a:solidFill>
                  <a:schemeClr val="tx1">
                    <a:tint val="75000"/>
                  </a:schemeClr>
                </a:solidFill>
              </a:defRPr>
            </a:lvl2pPr>
            <a:lvl3pPr marL="842345" indent="0">
              <a:buNone/>
              <a:defRPr sz="1658">
                <a:solidFill>
                  <a:schemeClr val="tx1">
                    <a:tint val="75000"/>
                  </a:schemeClr>
                </a:solidFill>
              </a:defRPr>
            </a:lvl3pPr>
            <a:lvl4pPr marL="1263518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4pPr>
            <a:lvl5pPr marL="1684691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5pPr>
            <a:lvl6pPr marL="2105863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6pPr>
            <a:lvl7pPr marL="2527036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7pPr>
            <a:lvl8pPr marL="2948208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8pPr>
            <a:lvl9pPr marL="3369381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5497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2170" y="1700959"/>
            <a:ext cx="4773414" cy="405419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85979" y="1700959"/>
            <a:ext cx="4773414" cy="405419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02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633" y="340192"/>
            <a:ext cx="9687223" cy="123504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3633" y="1566361"/>
            <a:ext cx="4751477" cy="767650"/>
          </a:xfrm>
        </p:spPr>
        <p:txBody>
          <a:bodyPr anchor="b"/>
          <a:lstStyle>
            <a:lvl1pPr marL="0" indent="0">
              <a:buNone/>
              <a:defRPr sz="2211" b="1"/>
            </a:lvl1pPr>
            <a:lvl2pPr marL="421173" indent="0">
              <a:buNone/>
              <a:defRPr sz="1842" b="1"/>
            </a:lvl2pPr>
            <a:lvl3pPr marL="842345" indent="0">
              <a:buNone/>
              <a:defRPr sz="1658" b="1"/>
            </a:lvl3pPr>
            <a:lvl4pPr marL="1263518" indent="0">
              <a:buNone/>
              <a:defRPr sz="1474" b="1"/>
            </a:lvl4pPr>
            <a:lvl5pPr marL="1684691" indent="0">
              <a:buNone/>
              <a:defRPr sz="1474" b="1"/>
            </a:lvl5pPr>
            <a:lvl6pPr marL="2105863" indent="0">
              <a:buNone/>
              <a:defRPr sz="1474" b="1"/>
            </a:lvl6pPr>
            <a:lvl7pPr marL="2527036" indent="0">
              <a:buNone/>
              <a:defRPr sz="1474" b="1"/>
            </a:lvl7pPr>
            <a:lvl8pPr marL="2948208" indent="0">
              <a:buNone/>
              <a:defRPr sz="1474" b="1"/>
            </a:lvl8pPr>
            <a:lvl9pPr marL="3369381" indent="0">
              <a:buNone/>
              <a:defRPr sz="147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73633" y="2334011"/>
            <a:ext cx="4751477" cy="343297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85979" y="1566361"/>
            <a:ext cx="4774877" cy="767650"/>
          </a:xfrm>
        </p:spPr>
        <p:txBody>
          <a:bodyPr anchor="b"/>
          <a:lstStyle>
            <a:lvl1pPr marL="0" indent="0">
              <a:buNone/>
              <a:defRPr sz="2211" b="1"/>
            </a:lvl1pPr>
            <a:lvl2pPr marL="421173" indent="0">
              <a:buNone/>
              <a:defRPr sz="1842" b="1"/>
            </a:lvl2pPr>
            <a:lvl3pPr marL="842345" indent="0">
              <a:buNone/>
              <a:defRPr sz="1658" b="1"/>
            </a:lvl3pPr>
            <a:lvl4pPr marL="1263518" indent="0">
              <a:buNone/>
              <a:defRPr sz="1474" b="1"/>
            </a:lvl4pPr>
            <a:lvl5pPr marL="1684691" indent="0">
              <a:buNone/>
              <a:defRPr sz="1474" b="1"/>
            </a:lvl5pPr>
            <a:lvl6pPr marL="2105863" indent="0">
              <a:buNone/>
              <a:defRPr sz="1474" b="1"/>
            </a:lvl6pPr>
            <a:lvl7pPr marL="2527036" indent="0">
              <a:buNone/>
              <a:defRPr sz="1474" b="1"/>
            </a:lvl7pPr>
            <a:lvl8pPr marL="2948208" indent="0">
              <a:buNone/>
              <a:defRPr sz="1474" b="1"/>
            </a:lvl8pPr>
            <a:lvl9pPr marL="3369381" indent="0">
              <a:buNone/>
              <a:defRPr sz="147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85979" y="2334011"/>
            <a:ext cx="4774877" cy="343297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242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4491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551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633" y="425979"/>
            <a:ext cx="3622471" cy="1490927"/>
          </a:xfrm>
        </p:spPr>
        <p:txBody>
          <a:bodyPr anchor="b"/>
          <a:lstStyle>
            <a:lvl1pPr>
              <a:defRPr sz="294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74877" y="919997"/>
            <a:ext cx="5685979" cy="4540820"/>
          </a:xfrm>
        </p:spPr>
        <p:txBody>
          <a:bodyPr/>
          <a:lstStyle>
            <a:lvl1pPr>
              <a:defRPr sz="2948"/>
            </a:lvl1pPr>
            <a:lvl2pPr>
              <a:defRPr sz="2579"/>
            </a:lvl2pPr>
            <a:lvl3pPr>
              <a:defRPr sz="2211"/>
            </a:lvl3pPr>
            <a:lvl4pPr>
              <a:defRPr sz="1842"/>
            </a:lvl4pPr>
            <a:lvl5pPr>
              <a:defRPr sz="1842"/>
            </a:lvl5pPr>
            <a:lvl6pPr>
              <a:defRPr sz="1842"/>
            </a:lvl6pPr>
            <a:lvl7pPr>
              <a:defRPr sz="1842"/>
            </a:lvl7pPr>
            <a:lvl8pPr>
              <a:defRPr sz="1842"/>
            </a:lvl8pPr>
            <a:lvl9pPr>
              <a:defRPr sz="1842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3633" y="1916907"/>
            <a:ext cx="3622471" cy="3551306"/>
          </a:xfrm>
        </p:spPr>
        <p:txBody>
          <a:bodyPr/>
          <a:lstStyle>
            <a:lvl1pPr marL="0" indent="0">
              <a:buNone/>
              <a:defRPr sz="1474"/>
            </a:lvl1pPr>
            <a:lvl2pPr marL="421173" indent="0">
              <a:buNone/>
              <a:defRPr sz="1290"/>
            </a:lvl2pPr>
            <a:lvl3pPr marL="842345" indent="0">
              <a:buNone/>
              <a:defRPr sz="1105"/>
            </a:lvl3pPr>
            <a:lvl4pPr marL="1263518" indent="0">
              <a:buNone/>
              <a:defRPr sz="921"/>
            </a:lvl4pPr>
            <a:lvl5pPr marL="1684691" indent="0">
              <a:buNone/>
              <a:defRPr sz="921"/>
            </a:lvl5pPr>
            <a:lvl6pPr marL="2105863" indent="0">
              <a:buNone/>
              <a:defRPr sz="921"/>
            </a:lvl6pPr>
            <a:lvl7pPr marL="2527036" indent="0">
              <a:buNone/>
              <a:defRPr sz="921"/>
            </a:lvl7pPr>
            <a:lvl8pPr marL="2948208" indent="0">
              <a:buNone/>
              <a:defRPr sz="921"/>
            </a:lvl8pPr>
            <a:lvl9pPr marL="3369381" indent="0">
              <a:buNone/>
              <a:defRPr sz="92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9744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633" y="425979"/>
            <a:ext cx="3622471" cy="1490927"/>
          </a:xfrm>
        </p:spPr>
        <p:txBody>
          <a:bodyPr anchor="b"/>
          <a:lstStyle>
            <a:lvl1pPr>
              <a:defRPr sz="294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74877" y="919997"/>
            <a:ext cx="5685979" cy="4540820"/>
          </a:xfrm>
        </p:spPr>
        <p:txBody>
          <a:bodyPr anchor="t"/>
          <a:lstStyle>
            <a:lvl1pPr marL="0" indent="0">
              <a:buNone/>
              <a:defRPr sz="2948"/>
            </a:lvl1pPr>
            <a:lvl2pPr marL="421173" indent="0">
              <a:buNone/>
              <a:defRPr sz="2579"/>
            </a:lvl2pPr>
            <a:lvl3pPr marL="842345" indent="0">
              <a:buNone/>
              <a:defRPr sz="2211"/>
            </a:lvl3pPr>
            <a:lvl4pPr marL="1263518" indent="0">
              <a:buNone/>
              <a:defRPr sz="1842"/>
            </a:lvl4pPr>
            <a:lvl5pPr marL="1684691" indent="0">
              <a:buNone/>
              <a:defRPr sz="1842"/>
            </a:lvl5pPr>
            <a:lvl6pPr marL="2105863" indent="0">
              <a:buNone/>
              <a:defRPr sz="1842"/>
            </a:lvl6pPr>
            <a:lvl7pPr marL="2527036" indent="0">
              <a:buNone/>
              <a:defRPr sz="1842"/>
            </a:lvl7pPr>
            <a:lvl8pPr marL="2948208" indent="0">
              <a:buNone/>
              <a:defRPr sz="1842"/>
            </a:lvl8pPr>
            <a:lvl9pPr marL="3369381" indent="0">
              <a:buNone/>
              <a:defRPr sz="1842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3633" y="1916907"/>
            <a:ext cx="3622471" cy="3551306"/>
          </a:xfrm>
        </p:spPr>
        <p:txBody>
          <a:bodyPr/>
          <a:lstStyle>
            <a:lvl1pPr marL="0" indent="0">
              <a:buNone/>
              <a:defRPr sz="1474"/>
            </a:lvl1pPr>
            <a:lvl2pPr marL="421173" indent="0">
              <a:buNone/>
              <a:defRPr sz="1290"/>
            </a:lvl2pPr>
            <a:lvl3pPr marL="842345" indent="0">
              <a:buNone/>
              <a:defRPr sz="1105"/>
            </a:lvl3pPr>
            <a:lvl4pPr marL="1263518" indent="0">
              <a:buNone/>
              <a:defRPr sz="921"/>
            </a:lvl4pPr>
            <a:lvl5pPr marL="1684691" indent="0">
              <a:buNone/>
              <a:defRPr sz="921"/>
            </a:lvl5pPr>
            <a:lvl6pPr marL="2105863" indent="0">
              <a:buNone/>
              <a:defRPr sz="921"/>
            </a:lvl6pPr>
            <a:lvl7pPr marL="2527036" indent="0">
              <a:buNone/>
              <a:defRPr sz="921"/>
            </a:lvl7pPr>
            <a:lvl8pPr marL="2948208" indent="0">
              <a:buNone/>
              <a:defRPr sz="921"/>
            </a:lvl8pPr>
            <a:lvl9pPr marL="3369381" indent="0">
              <a:buNone/>
              <a:defRPr sz="92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5023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2092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037587" y="340192"/>
            <a:ext cx="2421806" cy="541496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2170" y="340192"/>
            <a:ext cx="7125023" cy="541496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8599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2170" y="340192"/>
            <a:ext cx="9687223" cy="12350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2170" y="1700959"/>
            <a:ext cx="9687223" cy="40541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2170" y="5922294"/>
            <a:ext cx="2527102" cy="3401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2AE5C1-C91B-4CB5-96BE-6C63A5D03502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20455" y="5922294"/>
            <a:ext cx="3790653" cy="3401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32291" y="5922294"/>
            <a:ext cx="2527102" cy="3401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768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842345" rtl="0" eaLnBrk="1" latinLnBrk="0" hangingPunct="1">
        <a:lnSpc>
          <a:spcPct val="90000"/>
        </a:lnSpc>
        <a:spcBef>
          <a:spcPct val="0"/>
        </a:spcBef>
        <a:buNone/>
        <a:defRPr sz="40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0586" indent="-210586" algn="l" defTabSz="842345" rtl="0" eaLnBrk="1" latinLnBrk="0" hangingPunct="1">
        <a:lnSpc>
          <a:spcPct val="90000"/>
        </a:lnSpc>
        <a:spcBef>
          <a:spcPts val="921"/>
        </a:spcBef>
        <a:buFont typeface="Arial" panose="020B0604020202020204" pitchFamily="34" charset="0"/>
        <a:buChar char="•"/>
        <a:defRPr sz="2579" kern="1200">
          <a:solidFill>
            <a:schemeClr val="tx1"/>
          </a:solidFill>
          <a:latin typeface="+mn-lt"/>
          <a:ea typeface="+mn-ea"/>
          <a:cs typeface="+mn-cs"/>
        </a:defRPr>
      </a:lvl1pPr>
      <a:lvl2pPr marL="631759" indent="-210586" algn="l" defTabSz="842345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2211" kern="1200">
          <a:solidFill>
            <a:schemeClr val="tx1"/>
          </a:solidFill>
          <a:latin typeface="+mn-lt"/>
          <a:ea typeface="+mn-ea"/>
          <a:cs typeface="+mn-cs"/>
        </a:defRPr>
      </a:lvl2pPr>
      <a:lvl3pPr marL="1052932" indent="-210586" algn="l" defTabSz="842345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842" kern="1200">
          <a:solidFill>
            <a:schemeClr val="tx1"/>
          </a:solidFill>
          <a:latin typeface="+mn-lt"/>
          <a:ea typeface="+mn-ea"/>
          <a:cs typeface="+mn-cs"/>
        </a:defRPr>
      </a:lvl3pPr>
      <a:lvl4pPr marL="1474104" indent="-210586" algn="l" defTabSz="842345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8" kern="1200">
          <a:solidFill>
            <a:schemeClr val="tx1"/>
          </a:solidFill>
          <a:latin typeface="+mn-lt"/>
          <a:ea typeface="+mn-ea"/>
          <a:cs typeface="+mn-cs"/>
        </a:defRPr>
      </a:lvl4pPr>
      <a:lvl5pPr marL="1895277" indent="-210586" algn="l" defTabSz="842345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8" kern="1200">
          <a:solidFill>
            <a:schemeClr val="tx1"/>
          </a:solidFill>
          <a:latin typeface="+mn-lt"/>
          <a:ea typeface="+mn-ea"/>
          <a:cs typeface="+mn-cs"/>
        </a:defRPr>
      </a:lvl5pPr>
      <a:lvl6pPr marL="2316450" indent="-210586" algn="l" defTabSz="842345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8" kern="1200">
          <a:solidFill>
            <a:schemeClr val="tx1"/>
          </a:solidFill>
          <a:latin typeface="+mn-lt"/>
          <a:ea typeface="+mn-ea"/>
          <a:cs typeface="+mn-cs"/>
        </a:defRPr>
      </a:lvl6pPr>
      <a:lvl7pPr marL="2737622" indent="-210586" algn="l" defTabSz="842345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8" kern="1200">
          <a:solidFill>
            <a:schemeClr val="tx1"/>
          </a:solidFill>
          <a:latin typeface="+mn-lt"/>
          <a:ea typeface="+mn-ea"/>
          <a:cs typeface="+mn-cs"/>
        </a:defRPr>
      </a:lvl7pPr>
      <a:lvl8pPr marL="3158795" indent="-210586" algn="l" defTabSz="842345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8" kern="1200">
          <a:solidFill>
            <a:schemeClr val="tx1"/>
          </a:solidFill>
          <a:latin typeface="+mn-lt"/>
          <a:ea typeface="+mn-ea"/>
          <a:cs typeface="+mn-cs"/>
        </a:defRPr>
      </a:lvl8pPr>
      <a:lvl9pPr marL="3579967" indent="-210586" algn="l" defTabSz="842345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1pPr>
      <a:lvl2pPr marL="421173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2pPr>
      <a:lvl3pPr marL="842345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3pPr>
      <a:lvl4pPr marL="1263518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4pPr>
      <a:lvl5pPr marL="1684691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5pPr>
      <a:lvl6pPr marL="2105863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6pPr>
      <a:lvl7pPr marL="2527036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7pPr>
      <a:lvl8pPr marL="2948208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8pPr>
      <a:lvl9pPr marL="3369381" algn="l" defTabSz="842345" rtl="0" eaLnBrk="1" latinLnBrk="0" hangingPunct="1">
        <a:defRPr sz="1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../media/image8.png"/><Relationship Id="rId26" Type="http://schemas.openxmlformats.org/officeDocument/2006/relationships/image" Target="../media/image3.png"/><Relationship Id="rId3" Type="http://schemas.openxmlformats.org/officeDocument/2006/relationships/image" Target="../media/image5.png"/><Relationship Id="rId21" Type="http://schemas.openxmlformats.org/officeDocument/2006/relationships/image" Target="../media/image11.png"/><Relationship Id="rId17" Type="http://schemas.openxmlformats.org/officeDocument/2006/relationships/image" Target="../media/image7.png"/><Relationship Id="rId25" Type="http://schemas.openxmlformats.org/officeDocument/2006/relationships/image" Target="../media/image2.png"/><Relationship Id="rId2" Type="http://schemas.openxmlformats.org/officeDocument/2006/relationships/image" Target="../media/image4.png"/><Relationship Id="rId16" Type="http://schemas.openxmlformats.org/officeDocument/2006/relationships/image" Target="../media/image6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11" Type="http://schemas.openxmlformats.org/officeDocument/2006/relationships/image" Target="NULL"/><Relationship Id="rId24" Type="http://schemas.openxmlformats.org/officeDocument/2006/relationships/image" Target="../media/image15.png"/><Relationship Id="rId15" Type="http://schemas.openxmlformats.org/officeDocument/2006/relationships/image" Target="NULL"/><Relationship Id="rId23" Type="http://schemas.openxmlformats.org/officeDocument/2006/relationships/image" Target="../media/image13.png"/><Relationship Id="rId19" Type="http://schemas.openxmlformats.org/officeDocument/2006/relationships/image" Target="../media/image9.png"/><Relationship Id="rId14" Type="http://schemas.openxmlformats.org/officeDocument/2006/relationships/image" Target="NULL"/><Relationship Id="rId2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群組 28">
            <a:extLst>
              <a:ext uri="{FF2B5EF4-FFF2-40B4-BE49-F238E27FC236}">
                <a16:creationId xmlns:a16="http://schemas.microsoft.com/office/drawing/2014/main" id="{DAB19B49-B4FC-4F5F-84BA-0DA2FDCE2ABB}"/>
              </a:ext>
            </a:extLst>
          </p:cNvPr>
          <p:cNvGrpSpPr/>
          <p:nvPr/>
        </p:nvGrpSpPr>
        <p:grpSpPr>
          <a:xfrm>
            <a:off x="7949406" y="2045278"/>
            <a:ext cx="2319338" cy="2399146"/>
            <a:chOff x="8429625" y="2279434"/>
            <a:chExt cx="2319338" cy="2399146"/>
          </a:xfrm>
        </p:grpSpPr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9D7699A4-963D-47DE-8ED2-F9026DC25318}"/>
                </a:ext>
              </a:extLst>
            </p:cNvPr>
            <p:cNvSpPr/>
            <p:nvPr/>
          </p:nvSpPr>
          <p:spPr>
            <a:xfrm>
              <a:off x="8429625" y="2279434"/>
              <a:ext cx="2319338" cy="2399146"/>
            </a:xfrm>
            <a:prstGeom prst="roundRect">
              <a:avLst>
                <a:gd name="adj" fmla="val 2487"/>
              </a:avLst>
            </a:prstGeom>
            <a:gradFill>
              <a:gsLst>
                <a:gs pos="0">
                  <a:schemeClr val="accent3">
                    <a:satMod val="103000"/>
                    <a:tint val="94000"/>
                    <a:lumMod val="75000"/>
                    <a:lumOff val="25000"/>
                  </a:schemeClr>
                </a:gs>
                <a:gs pos="50000">
                  <a:schemeClr val="accent3">
                    <a:satMod val="110000"/>
                    <a:shade val="100000"/>
                    <a:lumMod val="77000"/>
                    <a:lumOff val="23000"/>
                  </a:schemeClr>
                </a:gs>
                <a:gs pos="100000">
                  <a:schemeClr val="accent3">
                    <a:satMod val="120000"/>
                    <a:shade val="78000"/>
                    <a:lumMod val="78000"/>
                    <a:lumOff val="22000"/>
                  </a:schemeClr>
                </a:gs>
              </a:gsLst>
            </a:gra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8066" tIns="29033" rIns="58066" bIns="29033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43" dirty="0"/>
            </a:p>
          </p:txBody>
        </p:sp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D4900B66-9776-408C-A53B-6E661E851D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10727" r="64147" b="9114"/>
            <a:stretch/>
          </p:blipFill>
          <p:spPr>
            <a:xfrm>
              <a:off x="8616955" y="2486025"/>
              <a:ext cx="846133" cy="2043113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5D1DC358-2679-4156-9FDD-6DA378B8AE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4815" r="49907"/>
            <a:stretch/>
          </p:blipFill>
          <p:spPr>
            <a:xfrm>
              <a:off x="9507740" y="2996758"/>
              <a:ext cx="1061469" cy="384394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A3E33E2C-FE82-4DC2-928E-14E9A0468C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74861"/>
            <a:stretch/>
          </p:blipFill>
          <p:spPr>
            <a:xfrm>
              <a:off x="9507740" y="2410917"/>
              <a:ext cx="1055637" cy="384394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32439F57-4EC5-4F82-881E-0EF57DF0279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49861" r="24676"/>
            <a:stretch/>
          </p:blipFill>
          <p:spPr>
            <a:xfrm>
              <a:off x="9507740" y="3579355"/>
              <a:ext cx="1069247" cy="384394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17A8D005-21D1-4839-8829-0F239D13BE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4768"/>
            <a:stretch/>
          </p:blipFill>
          <p:spPr>
            <a:xfrm>
              <a:off x="9507740" y="4169509"/>
              <a:ext cx="1059526" cy="384394"/>
            </a:xfrm>
            <a:prstGeom prst="rect">
              <a:avLst/>
            </a:prstGeom>
          </p:spPr>
        </p:pic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BB33955-2527-4500-A38F-5010B009902D}"/>
              </a:ext>
            </a:extLst>
          </p:cNvPr>
          <p:cNvGrpSpPr/>
          <p:nvPr/>
        </p:nvGrpSpPr>
        <p:grpSpPr>
          <a:xfrm>
            <a:off x="3931342" y="2138364"/>
            <a:ext cx="2319338" cy="2399146"/>
            <a:chOff x="3931342" y="2273301"/>
            <a:chExt cx="2319338" cy="2399146"/>
          </a:xfrm>
        </p:grpSpPr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3B9372F1-B300-4234-B686-5448E560C7CA}"/>
                </a:ext>
              </a:extLst>
            </p:cNvPr>
            <p:cNvGrpSpPr/>
            <p:nvPr/>
          </p:nvGrpSpPr>
          <p:grpSpPr>
            <a:xfrm>
              <a:off x="3931342" y="2273301"/>
              <a:ext cx="2319338" cy="2399146"/>
              <a:chOff x="8429625" y="2279434"/>
              <a:chExt cx="2319338" cy="2399146"/>
            </a:xfrm>
          </p:grpSpPr>
          <p:sp>
            <p:nvSpPr>
              <p:cNvPr id="33" name="矩形: 圓角 32">
                <a:extLst>
                  <a:ext uri="{FF2B5EF4-FFF2-40B4-BE49-F238E27FC236}">
                    <a16:creationId xmlns:a16="http://schemas.microsoft.com/office/drawing/2014/main" id="{94E99796-EFA5-4D3D-ACA9-5F824C06CE84}"/>
                  </a:ext>
                </a:extLst>
              </p:cNvPr>
              <p:cNvSpPr/>
              <p:nvPr/>
            </p:nvSpPr>
            <p:spPr>
              <a:xfrm>
                <a:off x="8429625" y="2279434"/>
                <a:ext cx="2319338" cy="2399146"/>
              </a:xfrm>
              <a:prstGeom prst="roundRect">
                <a:avLst>
                  <a:gd name="adj" fmla="val 2487"/>
                </a:avLst>
              </a:prstGeom>
              <a:gradFill>
                <a:gsLst>
                  <a:gs pos="0">
                    <a:schemeClr val="accent3">
                      <a:satMod val="103000"/>
                      <a:tint val="94000"/>
                      <a:lumMod val="75000"/>
                      <a:lumOff val="25000"/>
                    </a:schemeClr>
                  </a:gs>
                  <a:gs pos="50000">
                    <a:schemeClr val="accent3">
                      <a:satMod val="110000"/>
                      <a:shade val="100000"/>
                      <a:lumMod val="77000"/>
                      <a:lumOff val="23000"/>
                    </a:schemeClr>
                  </a:gs>
                  <a:gs pos="100000">
                    <a:schemeClr val="accent3">
                      <a:satMod val="120000"/>
                      <a:shade val="78000"/>
                      <a:lumMod val="78000"/>
                      <a:lumOff val="22000"/>
                    </a:schemeClr>
                  </a:gs>
                </a:gsLst>
              </a:gra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8066" tIns="29033" rIns="58066" bIns="29033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43" dirty="0"/>
              </a:p>
            </p:txBody>
          </p:sp>
          <p:pic>
            <p:nvPicPr>
              <p:cNvPr id="35" name="圖片 34">
                <a:extLst>
                  <a:ext uri="{FF2B5EF4-FFF2-40B4-BE49-F238E27FC236}">
                    <a16:creationId xmlns:a16="http://schemas.microsoft.com/office/drawing/2014/main" id="{BE9C89BA-821D-4198-A2AC-F9714FEFE0B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4815" r="49907"/>
              <a:stretch/>
            </p:blipFill>
            <p:spPr>
              <a:xfrm>
                <a:off x="9507740" y="2996758"/>
                <a:ext cx="1061469" cy="384394"/>
              </a:xfrm>
              <a:prstGeom prst="rect">
                <a:avLst/>
              </a:prstGeom>
            </p:spPr>
          </p:pic>
          <p:pic>
            <p:nvPicPr>
              <p:cNvPr id="36" name="圖片 35">
                <a:extLst>
                  <a:ext uri="{FF2B5EF4-FFF2-40B4-BE49-F238E27FC236}">
                    <a16:creationId xmlns:a16="http://schemas.microsoft.com/office/drawing/2014/main" id="{78513BC6-8C61-4AD2-ACB1-DA4F808FD55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r="74861"/>
              <a:stretch/>
            </p:blipFill>
            <p:spPr>
              <a:xfrm>
                <a:off x="9507740" y="2410917"/>
                <a:ext cx="1055637" cy="384394"/>
              </a:xfrm>
              <a:prstGeom prst="rect">
                <a:avLst/>
              </a:prstGeom>
            </p:spPr>
          </p:pic>
          <p:pic>
            <p:nvPicPr>
              <p:cNvPr id="37" name="圖片 36">
                <a:extLst>
                  <a:ext uri="{FF2B5EF4-FFF2-40B4-BE49-F238E27FC236}">
                    <a16:creationId xmlns:a16="http://schemas.microsoft.com/office/drawing/2014/main" id="{5B21B2B8-3FAF-4B0E-A9DA-D3132446429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49861" r="24676"/>
              <a:stretch/>
            </p:blipFill>
            <p:spPr>
              <a:xfrm>
                <a:off x="9507740" y="3579355"/>
                <a:ext cx="1069247" cy="384394"/>
              </a:xfrm>
              <a:prstGeom prst="rect">
                <a:avLst/>
              </a:prstGeom>
            </p:spPr>
          </p:pic>
          <p:pic>
            <p:nvPicPr>
              <p:cNvPr id="38" name="圖片 37">
                <a:extLst>
                  <a:ext uri="{FF2B5EF4-FFF2-40B4-BE49-F238E27FC236}">
                    <a16:creationId xmlns:a16="http://schemas.microsoft.com/office/drawing/2014/main" id="{285959C1-4DEF-4385-A988-A38FB77556A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74768"/>
              <a:stretch/>
            </p:blipFill>
            <p:spPr>
              <a:xfrm>
                <a:off x="9507740" y="4169509"/>
                <a:ext cx="1059526" cy="384394"/>
              </a:xfrm>
              <a:prstGeom prst="rect">
                <a:avLst/>
              </a:prstGeom>
            </p:spPr>
          </p:pic>
        </p:grpSp>
        <p:pic>
          <p:nvPicPr>
            <p:cNvPr id="31" name="圖片 30">
              <a:extLst>
                <a:ext uri="{FF2B5EF4-FFF2-40B4-BE49-F238E27FC236}">
                  <a16:creationId xmlns:a16="http://schemas.microsoft.com/office/drawing/2014/main" id="{EB63771A-9C44-4A5A-9C13-A5DD707806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194" t="34136" r="30343" b="39166"/>
            <a:stretch/>
          </p:blipFill>
          <p:spPr>
            <a:xfrm>
              <a:off x="4064762" y="2414839"/>
              <a:ext cx="811276" cy="21329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14273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" name="群組 110">
            <a:extLst>
              <a:ext uri="{FF2B5EF4-FFF2-40B4-BE49-F238E27FC236}">
                <a16:creationId xmlns:a16="http://schemas.microsoft.com/office/drawing/2014/main" id="{556BC181-F196-44A1-9241-47E9221FA8A9}"/>
              </a:ext>
            </a:extLst>
          </p:cNvPr>
          <p:cNvGrpSpPr/>
          <p:nvPr/>
        </p:nvGrpSpPr>
        <p:grpSpPr>
          <a:xfrm>
            <a:off x="21436" y="32547"/>
            <a:ext cx="11188699" cy="6324601"/>
            <a:chOff x="241300" y="317499"/>
            <a:chExt cx="11188699" cy="6324601"/>
          </a:xfrm>
        </p:grpSpPr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304AFB44-AE3C-4A1F-8656-62BCAC628641}"/>
                </a:ext>
              </a:extLst>
            </p:cNvPr>
            <p:cNvSpPr/>
            <p:nvPr/>
          </p:nvSpPr>
          <p:spPr>
            <a:xfrm>
              <a:off x="241300" y="317499"/>
              <a:ext cx="11188699" cy="6324601"/>
            </a:xfrm>
            <a:prstGeom prst="roundRect">
              <a:avLst>
                <a:gd name="adj" fmla="val 7772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8066" tIns="29033" rIns="58066" bIns="29033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43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7CA7E072-1D8B-40FF-A423-DEA0E6B6BA9F}"/>
                    </a:ext>
                  </a:extLst>
                </p:cNvPr>
                <p:cNvSpPr txBox="1"/>
                <p:nvPr/>
              </p:nvSpPr>
              <p:spPr>
                <a:xfrm>
                  <a:off x="2832526" y="442842"/>
                  <a:ext cx="7451856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TW" sz="3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Total transition rate at equator line </a:t>
                  </a:r>
                  <a14:m>
                    <m:oMath xmlns:m="http://schemas.openxmlformats.org/officeDocument/2006/math">
                      <m:r>
                        <a:rPr lang="en-US" altLang="zh-TW" sz="3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altLang="zh-TW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32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sz="3200" i="1">
                          <a:latin typeface="Cambria Math" panose="02040503050406030204" pitchFamily="18" charset="0"/>
                        </a:rPr>
                        <m:t>/2</m:t>
                      </m:r>
                    </m:oMath>
                  </a14:m>
                  <a:endParaRPr lang="zh-TW" altLang="en-US" sz="3200" dirty="0"/>
                </a:p>
              </p:txBody>
            </p:sp>
          </mc:Choice>
          <mc:Fallback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7CA7E072-1D8B-40FF-A423-DEA0E6B6BA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2526" y="442842"/>
                  <a:ext cx="7451856" cy="584775"/>
                </a:xfrm>
                <a:prstGeom prst="rect">
                  <a:avLst/>
                </a:prstGeom>
                <a:blipFill>
                  <a:blip r:embed="rId2"/>
                  <a:stretch>
                    <a:fillRect l="-1473" t="-15625" b="-31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9" name="群組 98">
              <a:extLst>
                <a:ext uri="{FF2B5EF4-FFF2-40B4-BE49-F238E27FC236}">
                  <a16:creationId xmlns:a16="http://schemas.microsoft.com/office/drawing/2014/main" id="{E0D3337E-999F-44A2-ABAD-58AEE63CCBC9}"/>
                </a:ext>
              </a:extLst>
            </p:cNvPr>
            <p:cNvGrpSpPr/>
            <p:nvPr/>
          </p:nvGrpSpPr>
          <p:grpSpPr>
            <a:xfrm>
              <a:off x="392419" y="1913426"/>
              <a:ext cx="2627943" cy="3705546"/>
              <a:chOff x="278119" y="1862626"/>
              <a:chExt cx="2627943" cy="3705546"/>
            </a:xfrm>
          </p:grpSpPr>
          <p:grpSp>
            <p:nvGrpSpPr>
              <p:cNvPr id="20" name="群組 19">
                <a:extLst>
                  <a:ext uri="{FF2B5EF4-FFF2-40B4-BE49-F238E27FC236}">
                    <a16:creationId xmlns:a16="http://schemas.microsoft.com/office/drawing/2014/main" id="{CE08241E-EDE6-4D36-B87D-107CC65A53A3}"/>
                  </a:ext>
                </a:extLst>
              </p:cNvPr>
              <p:cNvGrpSpPr/>
              <p:nvPr/>
            </p:nvGrpSpPr>
            <p:grpSpPr>
              <a:xfrm>
                <a:off x="278119" y="1862626"/>
                <a:ext cx="2627943" cy="3705546"/>
                <a:chOff x="447599" y="580602"/>
                <a:chExt cx="2627943" cy="3705546"/>
              </a:xfrm>
            </p:grpSpPr>
            <p:grpSp>
              <p:nvGrpSpPr>
                <p:cNvPr id="29" name="群組 28">
                  <a:extLst>
                    <a:ext uri="{FF2B5EF4-FFF2-40B4-BE49-F238E27FC236}">
                      <a16:creationId xmlns:a16="http://schemas.microsoft.com/office/drawing/2014/main" id="{BCEDBCD7-0DA3-4364-A481-7761E95349DA}"/>
                    </a:ext>
                  </a:extLst>
                </p:cNvPr>
                <p:cNvGrpSpPr/>
                <p:nvPr/>
              </p:nvGrpSpPr>
              <p:grpSpPr>
                <a:xfrm>
                  <a:off x="447599" y="580602"/>
                  <a:ext cx="2627943" cy="3705546"/>
                  <a:chOff x="-288283" y="3566921"/>
                  <a:chExt cx="2627943" cy="3705546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4" name="文字方塊 33">
                        <a:extLst>
                          <a:ext uri="{FF2B5EF4-FFF2-40B4-BE49-F238E27FC236}">
                            <a16:creationId xmlns:a16="http://schemas.microsoft.com/office/drawing/2014/main" id="{AD41D7DD-36E1-4473-BF56-D93D1ABCE71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4344" y="6906689"/>
                        <a:ext cx="938079" cy="36577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d>
                                <m:dPr>
                                  <m:begChr m:val=""/>
                                  <m:endChr m:val="⟩"/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−1, 1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zh-TW" altLang="en-US" dirty="0"/>
                      </a:p>
                    </p:txBody>
                  </p:sp>
                </mc:Choice>
                <mc:Fallback>
                  <p:sp>
                    <p:nvSpPr>
                      <p:cNvPr id="34" name="文字方塊 33">
                        <a:extLst>
                          <a:ext uri="{FF2B5EF4-FFF2-40B4-BE49-F238E27FC236}">
                            <a16:creationId xmlns:a16="http://schemas.microsoft.com/office/drawing/2014/main" id="{AD41D7DD-36E1-4473-BF56-D93D1ABCE71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4344" y="6906689"/>
                        <a:ext cx="938079" cy="365778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t="-121667" r="-49020" b="-188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5" name="文字方塊 34">
                        <a:extLst>
                          <a:ext uri="{FF2B5EF4-FFF2-40B4-BE49-F238E27FC236}">
                            <a16:creationId xmlns:a16="http://schemas.microsoft.com/office/drawing/2014/main" id="{E454296E-832D-4D38-A0C6-DD9FBB97EF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4344" y="3566921"/>
                        <a:ext cx="938079" cy="36577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d>
                                <m:dPr>
                                  <m:begChr m:val=""/>
                                  <m:endChr m:val="⟩"/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1, −1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zh-TW" altLang="en-US" dirty="0"/>
                      </a:p>
                    </p:txBody>
                  </p:sp>
                </mc:Choice>
                <mc:Fallback xmlns="">
                  <p:sp>
                    <p:nvSpPr>
                      <p:cNvPr id="114" name="文字方塊 113">
                        <a:extLst>
                          <a:ext uri="{FF2B5EF4-FFF2-40B4-BE49-F238E27FC236}">
                            <a16:creationId xmlns:a16="http://schemas.microsoft.com/office/drawing/2014/main" id="{61CC87A8-EF42-4DAB-B7E0-5ECE879342C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4344" y="3566921"/>
                        <a:ext cx="938079" cy="365778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t="-121667" r="-48052" b="-188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6" name="群組 35">
                    <a:extLst>
                      <a:ext uri="{FF2B5EF4-FFF2-40B4-BE49-F238E27FC236}">
                        <a16:creationId xmlns:a16="http://schemas.microsoft.com/office/drawing/2014/main" id="{69FFBE3B-D0E5-4C85-B11E-D802CED4057A}"/>
                      </a:ext>
                    </a:extLst>
                  </p:cNvPr>
                  <p:cNvGrpSpPr/>
                  <p:nvPr/>
                </p:nvGrpSpPr>
                <p:grpSpPr>
                  <a:xfrm>
                    <a:off x="-288283" y="4053977"/>
                    <a:ext cx="2627943" cy="2718993"/>
                    <a:chOff x="4057954" y="2288513"/>
                    <a:chExt cx="2627943" cy="2718993"/>
                  </a:xfrm>
                </p:grpSpPr>
                <p:sp>
                  <p:nvSpPr>
                    <p:cNvPr id="37" name="Oval 4">
                      <a:extLst>
                        <a:ext uri="{FF2B5EF4-FFF2-40B4-BE49-F238E27FC236}">
                          <a16:creationId xmlns:a16="http://schemas.microsoft.com/office/drawing/2014/main" id="{5F7B8D78-2CAB-40FD-9FEA-EF0C7576B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1937" y="2288513"/>
                      <a:ext cx="2623960" cy="2718084"/>
                    </a:xfrm>
                    <a:prstGeom prst="ellipse">
                      <a:avLst/>
                    </a:prstGeom>
                    <a:gradFill flip="none" rotWithShape="1">
                      <a:gsLst>
                        <a:gs pos="100000">
                          <a:schemeClr val="accent3">
                            <a:lumMod val="60000"/>
                            <a:lumOff val="40000"/>
                            <a:alpha val="60000"/>
                          </a:schemeClr>
                        </a:gs>
                        <a:gs pos="55000">
                          <a:schemeClr val="accent3">
                            <a:lumMod val="40000"/>
                            <a:lumOff val="60000"/>
                            <a:alpha val="60000"/>
                          </a:schemeClr>
                        </a:gs>
                        <a:gs pos="0">
                          <a:schemeClr val="bg1">
                            <a:alpha val="60000"/>
                          </a:schemeClr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 w="57150">
                      <a:solidFill>
                        <a:srgbClr val="D5D7DA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38" name="SHO">
                      <a:extLst>
                        <a:ext uri="{FF2B5EF4-FFF2-40B4-BE49-F238E27FC236}">
                          <a16:creationId xmlns:a16="http://schemas.microsoft.com/office/drawing/2014/main" id="{5B11F199-C378-4B82-A521-EFE3AB01F5B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804171" y="2336484"/>
                      <a:ext cx="1131525" cy="2623960"/>
                    </a:xfrm>
                    <a:prstGeom prst="arc">
                      <a:avLst>
                        <a:gd name="adj1" fmla="val 5396867"/>
                        <a:gd name="adj2" fmla="val 5395779"/>
                      </a:avLst>
                    </a:prstGeom>
                    <a:gradFill flip="none" rotWithShape="1">
                      <a:gsLst>
                        <a:gs pos="0">
                          <a:schemeClr val="bg1">
                            <a:lumMod val="65000"/>
                          </a:schemeClr>
                        </a:gs>
                        <a:gs pos="47000">
                          <a:schemeClr val="bg1">
                            <a:lumMod val="50000"/>
                          </a:schemeClr>
                        </a:gs>
                        <a:gs pos="97000">
                          <a:srgbClr val="5E5E5E"/>
                        </a:gs>
                      </a:gsLst>
                      <a:path path="circle">
                        <a:fillToRect l="50000" t="50000" r="50000" b="50000"/>
                      </a:path>
                      <a:tileRect/>
                    </a:gradFill>
                    <a:ln w="31750">
                      <a:solidFill>
                        <a:srgbClr val="EC711E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39" name="SVO">
                      <a:extLst>
                        <a:ext uri="{FF2B5EF4-FFF2-40B4-BE49-F238E27FC236}">
                          <a16:creationId xmlns:a16="http://schemas.microsoft.com/office/drawing/2014/main" id="{D50A92CB-3910-4F97-B484-7E7A5F5902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12309" y="2289422"/>
                      <a:ext cx="1311980" cy="2718084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0" name="Oval 6">
                      <a:extLst>
                        <a:ext uri="{FF2B5EF4-FFF2-40B4-BE49-F238E27FC236}">
                          <a16:creationId xmlns:a16="http://schemas.microsoft.com/office/drawing/2014/main" id="{DB842231-ED50-4529-999D-066257C6224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804171" y="2336484"/>
                      <a:ext cx="1131525" cy="2623960"/>
                    </a:xfrm>
                    <a:prstGeom prst="ellipse">
                      <a:avLst/>
                    </a:prstGeom>
                    <a:noFill/>
                    <a:ln w="38100">
                      <a:solidFill>
                        <a:srgbClr val="FF3300">
                          <a:alpha val="60000"/>
                        </a:srgbClr>
                      </a:solidFill>
                      <a:prstDash val="solid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11">
                          <a:extLst>
                            <a:ext uri="{FF2B5EF4-FFF2-40B4-BE49-F238E27FC236}">
                              <a16:creationId xmlns:a16="http://schemas.microsoft.com/office/drawing/2014/main" id="{10548A7A-088E-4C63-ADD7-17BA462B79E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40286" y="3358991"/>
                          <a:ext cx="321505" cy="51966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p:txBody>
                    </p:sp>
                  </mc:Choice>
                  <mc:Fallback xmlns="">
                    <p:sp>
                      <p:nvSpPr>
                        <p:cNvPr id="149" name="TextBox 11">
                          <a:extLst>
                            <a:ext uri="{FF2B5EF4-FFF2-40B4-BE49-F238E27FC236}">
                              <a16:creationId xmlns:a16="http://schemas.microsoft.com/office/drawing/2014/main" id="{BD9DB877-6816-42FC-B548-00D5312CDF4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40286" y="3358991"/>
                          <a:ext cx="321505" cy="519661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TW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2" name="TextBox 12">
                          <a:extLst>
                            <a:ext uri="{FF2B5EF4-FFF2-40B4-BE49-F238E27FC236}">
                              <a16:creationId xmlns:a16="http://schemas.microsoft.com/office/drawing/2014/main" id="{5F5372E9-2C77-4E4F-958B-ADF95636A39D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682303" y="3497725"/>
                          <a:ext cx="321505" cy="51966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p:txBody>
                    </p:sp>
                  </mc:Choice>
                  <mc:Fallback xmlns="">
                    <p:sp>
                      <p:nvSpPr>
                        <p:cNvPr id="151" name="TextBox 12">
                          <a:extLst>
                            <a:ext uri="{FF2B5EF4-FFF2-40B4-BE49-F238E27FC236}">
                              <a16:creationId xmlns:a16="http://schemas.microsoft.com/office/drawing/2014/main" id="{F7976580-4BE2-4593-8EC6-991FA6292EE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682303" y="3497725"/>
                          <a:ext cx="321505" cy="519661"/>
                        </a:xfrm>
                        <a:prstGeom prst="rect">
                          <a:avLst/>
                        </a:prstGeom>
                        <a:blipFill>
                          <a:blip r:embed="rId1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TW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3" name="TextBox 13">
                          <a:extLst>
                            <a:ext uri="{FF2B5EF4-FFF2-40B4-BE49-F238E27FC236}">
                              <a16:creationId xmlns:a16="http://schemas.microsoft.com/office/drawing/2014/main" id="{65048EFC-6E5D-4F5E-B21C-A5EB9188972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200614" y="2429547"/>
                          <a:ext cx="321505" cy="51966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p:txBody>
                    </p:sp>
                  </mc:Choice>
                  <mc:Fallback xmlns="">
                    <p:sp>
                      <p:nvSpPr>
                        <p:cNvPr id="152" name="TextBox 13">
                          <a:extLst>
                            <a:ext uri="{FF2B5EF4-FFF2-40B4-BE49-F238E27FC236}">
                              <a16:creationId xmlns:a16="http://schemas.microsoft.com/office/drawing/2014/main" id="{42276086-3A24-4D44-9798-6BF141BD4D1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200614" y="2429547"/>
                          <a:ext cx="321505" cy="519661"/>
                        </a:xfrm>
                        <a:prstGeom prst="rect">
                          <a:avLst/>
                        </a:prstGeom>
                        <a:blipFill>
                          <a:blip r:embed="rId1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TW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44" name="DVO">
                      <a:extLst>
                        <a:ext uri="{FF2B5EF4-FFF2-40B4-BE49-F238E27FC236}">
                          <a16:creationId xmlns:a16="http://schemas.microsoft.com/office/drawing/2014/main" id="{E9BEA31F-1022-4453-8378-900CE2FC25F4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4712309" y="2289422"/>
                      <a:ext cx="1311980" cy="2718084"/>
                    </a:xfrm>
                    <a:prstGeom prst="arc">
                      <a:avLst>
                        <a:gd name="adj1" fmla="val 5396867"/>
                        <a:gd name="adj2" fmla="val 16170484"/>
                      </a:avLst>
                    </a:prstGeom>
                    <a:ln w="25400">
                      <a:solidFill>
                        <a:schemeClr val="bg1">
                          <a:lumMod val="50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cxnSp>
                  <p:nvCxnSpPr>
                    <p:cNvPr id="45" name="Straight Arrow Connector 7">
                      <a:extLst>
                        <a:ext uri="{FF2B5EF4-FFF2-40B4-BE49-F238E27FC236}">
                          <a16:creationId xmlns:a16="http://schemas.microsoft.com/office/drawing/2014/main" id="{0D834752-0222-4706-A502-F64A2B7801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362789" y="2834235"/>
                      <a:ext cx="3083" cy="810248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 w="lg" len="lg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Arrow Connector 19">
                      <a:extLst>
                        <a:ext uri="{FF2B5EF4-FFF2-40B4-BE49-F238E27FC236}">
                          <a16:creationId xmlns:a16="http://schemas.microsoft.com/office/drawing/2014/main" id="{573EBD86-7B09-4EB2-B8EA-87E1E51F1CB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68214" y="3640512"/>
                      <a:ext cx="355802" cy="284861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 w="lg" len="lg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7" name="Straight Arrow Connector 18">
                      <a:extLst>
                        <a:ext uri="{FF2B5EF4-FFF2-40B4-BE49-F238E27FC236}">
                          <a16:creationId xmlns:a16="http://schemas.microsoft.com/office/drawing/2014/main" id="{288E804C-9FFC-4FFB-B040-B0010D9EA7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16200000" flipH="1" flipV="1">
                      <a:off x="5056896" y="3328917"/>
                      <a:ext cx="0" cy="62319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 w="lg" len="lg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" name="Partial Circle 9">
                  <a:extLst>
                    <a:ext uri="{FF2B5EF4-FFF2-40B4-BE49-F238E27FC236}">
                      <a16:creationId xmlns:a16="http://schemas.microsoft.com/office/drawing/2014/main" id="{7A0C311C-621A-4F95-A7DC-13E0CE389B8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 flipH="1">
                  <a:off x="1545316" y="2004821"/>
                  <a:ext cx="431715" cy="833530"/>
                </a:xfrm>
                <a:prstGeom prst="pie">
                  <a:avLst>
                    <a:gd name="adj1" fmla="val 16258856"/>
                    <a:gd name="adj2" fmla="val 19252600"/>
                  </a:avLst>
                </a:prstGeom>
                <a:gradFill flip="none" rotWithShape="1">
                  <a:gsLst>
                    <a:gs pos="0">
                      <a:schemeClr val="tx1"/>
                    </a:gs>
                    <a:gs pos="5000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bg1">
                        <a:lumMod val="50000"/>
                      </a:schemeClr>
                    </a:gs>
                  </a:gsLst>
                  <a:lin ang="2700000" scaled="1"/>
                  <a:tileRect/>
                </a:gra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10">
                      <a:extLst>
                        <a:ext uri="{FF2B5EF4-FFF2-40B4-BE49-F238E27FC236}">
                          <a16:creationId xmlns:a16="http://schemas.microsoft.com/office/drawing/2014/main" id="{A6780D20-608D-4846-BC44-ECC895EAB8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85869" y="2339562"/>
                      <a:ext cx="321504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oMath>
                        </m:oMathPara>
                      </a14:m>
                      <a:endParaRPr lang="en-US" sz="2800" dirty="0"/>
                    </a:p>
                  </p:txBody>
                </p:sp>
              </mc:Choice>
              <mc:Fallback>
                <p:sp>
                  <p:nvSpPr>
                    <p:cNvPr id="24" name="TextBox 10">
                      <a:extLst>
                        <a:ext uri="{FF2B5EF4-FFF2-40B4-BE49-F238E27FC236}">
                          <a16:creationId xmlns:a16="http://schemas.microsoft.com/office/drawing/2014/main" id="{A6780D20-608D-4846-BC44-ECC895EAB8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85869" y="2339562"/>
                      <a:ext cx="321504" cy="523220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" name="Straight Arrow Connector 17">
                  <a:extLst>
                    <a:ext uri="{FF2B5EF4-FFF2-40B4-BE49-F238E27FC236}">
                      <a16:creationId xmlns:a16="http://schemas.microsoft.com/office/drawing/2014/main" id="{B878944B-853A-4DB8-9BAE-F3015E95B1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58881" y="2423096"/>
                  <a:ext cx="402652" cy="520683"/>
                </a:xfrm>
                <a:prstGeom prst="straightConnector1">
                  <a:avLst/>
                </a:prstGeom>
                <a:ln w="53975">
                  <a:solidFill>
                    <a:schemeClr val="tx1"/>
                  </a:solidFill>
                  <a:tailEnd type="stealth" w="lg" len="lg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  <p:sp>
              <p:nvSpPr>
                <p:cNvPr id="26" name="Partial Circle 9">
                  <a:extLst>
                    <a:ext uri="{FF2B5EF4-FFF2-40B4-BE49-F238E27FC236}">
                      <a16:creationId xmlns:a16="http://schemas.microsoft.com/office/drawing/2014/main" id="{9BA6A617-DBA1-40F3-93BA-D8EF49AD07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09055" y="2112188"/>
                  <a:ext cx="301557" cy="609055"/>
                </a:xfrm>
                <a:prstGeom prst="pie">
                  <a:avLst>
                    <a:gd name="adj1" fmla="val 16258856"/>
                    <a:gd name="adj2" fmla="val 19252600"/>
                  </a:avLst>
                </a:prstGeom>
                <a:gradFill flip="none" rotWithShape="1">
                  <a:gsLst>
                    <a:gs pos="0">
                      <a:schemeClr val="tx1"/>
                    </a:gs>
                    <a:gs pos="5000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bg1">
                        <a:lumMod val="50000"/>
                      </a:schemeClr>
                    </a:gs>
                  </a:gsLst>
                  <a:lin ang="2700000" scaled="1"/>
                  <a:tileRect/>
                </a:gra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" name="TextBox 10">
                      <a:extLst>
                        <a:ext uri="{FF2B5EF4-FFF2-40B4-BE49-F238E27FC236}">
                          <a16:creationId xmlns:a16="http://schemas.microsoft.com/office/drawing/2014/main" id="{869C2AD8-C4E5-48A7-A1DF-099E88D7EFE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2884" y="1767698"/>
                      <a:ext cx="321504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sz="2800" dirty="0"/>
                    </a:p>
                  </p:txBody>
                </p:sp>
              </mc:Choice>
              <mc:Fallback>
                <p:sp>
                  <p:nvSpPr>
                    <p:cNvPr id="27" name="TextBox 10">
                      <a:extLst>
                        <a:ext uri="{FF2B5EF4-FFF2-40B4-BE49-F238E27FC236}">
                          <a16:creationId xmlns:a16="http://schemas.microsoft.com/office/drawing/2014/main" id="{869C2AD8-C4E5-48A7-A1DF-099E88D7EFE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2884" y="1767698"/>
                      <a:ext cx="321504" cy="523220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8" name="Straight Arrow Connector 17">
                  <a:extLst>
                    <a:ext uri="{FF2B5EF4-FFF2-40B4-BE49-F238E27FC236}">
                      <a16:creationId xmlns:a16="http://schemas.microsoft.com/office/drawing/2014/main" id="{7B128A95-9759-4272-9D59-94498F8398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46838" y="1613149"/>
                  <a:ext cx="1039268" cy="817070"/>
                </a:xfrm>
                <a:prstGeom prst="straightConnector1">
                  <a:avLst/>
                </a:prstGeom>
                <a:ln w="53975">
                  <a:solidFill>
                    <a:schemeClr val="tx1"/>
                  </a:solidFill>
                  <a:tailEnd type="stealth" w="lg" len="lg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8" name="等腰三角形 97">
                <a:extLst>
                  <a:ext uri="{FF2B5EF4-FFF2-40B4-BE49-F238E27FC236}">
                    <a16:creationId xmlns:a16="http://schemas.microsoft.com/office/drawing/2014/main" id="{8C3FBD2D-7EF7-4553-AE31-AD4ECEE48C01}"/>
                  </a:ext>
                </a:extLst>
              </p:cNvPr>
              <p:cNvSpPr/>
              <p:nvPr/>
            </p:nvSpPr>
            <p:spPr>
              <a:xfrm rot="5400000">
                <a:off x="1356130" y="4049215"/>
                <a:ext cx="641264" cy="430016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39" tIns="45720" rIns="91439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110" name="群組 109">
              <a:extLst>
                <a:ext uri="{FF2B5EF4-FFF2-40B4-BE49-F238E27FC236}">
                  <a16:creationId xmlns:a16="http://schemas.microsoft.com/office/drawing/2014/main" id="{C549E9CD-F5D7-4AC7-84BE-AD4FA7751BE7}"/>
                </a:ext>
              </a:extLst>
            </p:cNvPr>
            <p:cNvGrpSpPr/>
            <p:nvPr/>
          </p:nvGrpSpPr>
          <p:grpSpPr>
            <a:xfrm>
              <a:off x="3220094" y="1092200"/>
              <a:ext cx="6812044" cy="5531145"/>
              <a:chOff x="3220094" y="1092200"/>
              <a:chExt cx="6812044" cy="5531145"/>
            </a:xfrm>
          </p:grpSpPr>
          <p:grpSp>
            <p:nvGrpSpPr>
              <p:cNvPr id="90" name="群組 89">
                <a:extLst>
                  <a:ext uri="{FF2B5EF4-FFF2-40B4-BE49-F238E27FC236}">
                    <a16:creationId xmlns:a16="http://schemas.microsoft.com/office/drawing/2014/main" id="{FF7FCB96-36C3-420E-A62B-C505A647D741}"/>
                  </a:ext>
                </a:extLst>
              </p:cNvPr>
              <p:cNvGrpSpPr/>
              <p:nvPr/>
            </p:nvGrpSpPr>
            <p:grpSpPr>
              <a:xfrm>
                <a:off x="3220094" y="1153911"/>
                <a:ext cx="6812044" cy="5469434"/>
                <a:chOff x="3677951" y="2003456"/>
                <a:chExt cx="5309655" cy="384071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2" name="文字方塊 91">
                      <a:extLst>
                        <a:ext uri="{FF2B5EF4-FFF2-40B4-BE49-F238E27FC236}">
                          <a16:creationId xmlns:a16="http://schemas.microsoft.com/office/drawing/2014/main" id="{B315D0CD-69B8-4E42-A7E0-B00D0330CD0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77951" y="5469401"/>
                      <a:ext cx="935697" cy="36741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oMath>
                        </m:oMathPara>
                      </a14:m>
                      <a:endParaRPr lang="zh-TW" altLang="en-US" sz="2800" dirty="0"/>
                    </a:p>
                  </p:txBody>
                </p:sp>
              </mc:Choice>
              <mc:Fallback>
                <p:sp>
                  <p:nvSpPr>
                    <p:cNvPr id="92" name="文字方塊 91">
                      <a:extLst>
                        <a:ext uri="{FF2B5EF4-FFF2-40B4-BE49-F238E27FC236}">
                          <a16:creationId xmlns:a16="http://schemas.microsoft.com/office/drawing/2014/main" id="{B315D0CD-69B8-4E42-A7E0-B00D0330CD0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77951" y="5469401"/>
                      <a:ext cx="935697" cy="367412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3" name="文字方塊 92">
                      <a:extLst>
                        <a:ext uri="{FF2B5EF4-FFF2-40B4-BE49-F238E27FC236}">
                          <a16:creationId xmlns:a16="http://schemas.microsoft.com/office/drawing/2014/main" id="{E959E21E-866F-4164-9EC6-2DA25503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43936" y="5469401"/>
                      <a:ext cx="54367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oMath>
                        </m:oMathPara>
                      </a14:m>
                      <a:endParaRPr lang="zh-TW" altLang="en-US" sz="2800" dirty="0"/>
                    </a:p>
                  </p:txBody>
                </p:sp>
              </mc:Choice>
              <mc:Fallback>
                <p:sp>
                  <p:nvSpPr>
                    <p:cNvPr id="93" name="文字方塊 92">
                      <a:extLst>
                        <a:ext uri="{FF2B5EF4-FFF2-40B4-BE49-F238E27FC236}">
                          <a16:creationId xmlns:a16="http://schemas.microsoft.com/office/drawing/2014/main" id="{E959E21E-866F-4164-9EC6-2DA25503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443936" y="5469401"/>
                      <a:ext cx="543670" cy="369332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4" name="文字方塊 93">
                      <a:extLst>
                        <a:ext uri="{FF2B5EF4-FFF2-40B4-BE49-F238E27FC236}">
                          <a16:creationId xmlns:a16="http://schemas.microsoft.com/office/drawing/2014/main" id="{D13B2A8B-882B-4987-9873-0FED454CC82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0995" y="5476756"/>
                      <a:ext cx="865663" cy="36741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oMath>
                        </m:oMathPara>
                      </a14:m>
                      <a:endParaRPr lang="zh-TW" altLang="en-US" sz="2800" dirty="0"/>
                    </a:p>
                  </p:txBody>
                </p:sp>
              </mc:Choice>
              <mc:Fallback>
                <p:sp>
                  <p:nvSpPr>
                    <p:cNvPr id="94" name="文字方塊 93">
                      <a:extLst>
                        <a:ext uri="{FF2B5EF4-FFF2-40B4-BE49-F238E27FC236}">
                          <a16:creationId xmlns:a16="http://schemas.microsoft.com/office/drawing/2014/main" id="{D13B2A8B-882B-4987-9873-0FED454CC82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0995" y="5476756"/>
                      <a:ext cx="865663" cy="367412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5" name="文字方塊 94">
                      <a:extLst>
                        <a:ext uri="{FF2B5EF4-FFF2-40B4-BE49-F238E27FC236}">
                          <a16:creationId xmlns:a16="http://schemas.microsoft.com/office/drawing/2014/main" id="{EF56A411-7952-4419-9680-98A1AFFEF81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5999" y="2003456"/>
                      <a:ext cx="35385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2800" dirty="0"/>
                    </a:p>
                  </p:txBody>
                </p:sp>
              </mc:Choice>
              <mc:Fallback>
                <p:sp>
                  <p:nvSpPr>
                    <p:cNvPr id="95" name="文字方塊 94">
                      <a:extLst>
                        <a:ext uri="{FF2B5EF4-FFF2-40B4-BE49-F238E27FC236}">
                          <a16:creationId xmlns:a16="http://schemas.microsoft.com/office/drawing/2014/main" id="{EF56A411-7952-4419-9680-98A1AFFEF81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5999" y="2003456"/>
                      <a:ext cx="353850" cy="3693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6" name="文字方塊 95">
                      <a:extLst>
                        <a:ext uri="{FF2B5EF4-FFF2-40B4-BE49-F238E27FC236}">
                          <a16:creationId xmlns:a16="http://schemas.microsoft.com/office/drawing/2014/main" id="{E1FC4C25-9C59-4E3E-A43F-FEA53E982F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78686" y="5075200"/>
                      <a:ext cx="24847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zh-TW" altLang="en-US" sz="2800" dirty="0"/>
                    </a:p>
                  </p:txBody>
                </p:sp>
              </mc:Choice>
              <mc:Fallback>
                <p:sp>
                  <p:nvSpPr>
                    <p:cNvPr id="96" name="文字方塊 95">
                      <a:extLst>
                        <a:ext uri="{FF2B5EF4-FFF2-40B4-BE49-F238E27FC236}">
                          <a16:creationId xmlns:a16="http://schemas.microsoft.com/office/drawing/2014/main" id="{E1FC4C25-9C59-4E3E-A43F-FEA53E982F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78686" y="5075200"/>
                      <a:ext cx="248476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7" name="文字方塊 96">
                      <a:extLst>
                        <a:ext uri="{FF2B5EF4-FFF2-40B4-BE49-F238E27FC236}">
                          <a16:creationId xmlns:a16="http://schemas.microsoft.com/office/drawing/2014/main" id="{FDEF6E31-6CEA-40DE-8268-E67835E3C9DE}"/>
                        </a:ext>
                      </a:extLst>
                    </p:cNvPr>
                    <p:cNvSpPr txBox="1"/>
                    <p:nvPr/>
                  </p:nvSpPr>
                  <p:spPr>
                    <a:xfrm rot="16200000">
                      <a:off x="3648200" y="3506881"/>
                      <a:ext cx="487945" cy="407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TW" sz="2800" dirty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altLang="zh-TW" sz="2800" dirty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m:rPr>
                                <m:sty m:val="p"/>
                              </m:rPr>
                              <a:rPr lang="en-US" altLang="zh-TW" sz="2800" dirty="0">
                                <a:latin typeface="Cambria Math" panose="02040503050406030204" pitchFamily="18" charset="0"/>
                              </a:rPr>
                              <m:t>u</m:t>
                            </m:r>
                            <m:r>
                              <a:rPr lang="en-US" altLang="zh-TW" sz="2800" dirty="0">
                                <a:latin typeface="Cambria Math" panose="02040503050406030204" pitchFamily="18" charset="0"/>
                              </a:rPr>
                              <m:t>.</m:t>
                            </m:r>
                          </m:oMath>
                        </m:oMathPara>
                      </a14:m>
                      <a:endParaRPr lang="zh-TW" altLang="en-US" sz="2800" dirty="0"/>
                    </a:p>
                  </p:txBody>
                </p:sp>
              </mc:Choice>
              <mc:Fallback>
                <p:sp>
                  <p:nvSpPr>
                    <p:cNvPr id="97" name="文字方塊 96">
                      <a:extLst>
                        <a:ext uri="{FF2B5EF4-FFF2-40B4-BE49-F238E27FC236}">
                          <a16:creationId xmlns:a16="http://schemas.microsoft.com/office/drawing/2014/main" id="{FDEF6E31-6CEA-40DE-8268-E67835E3C9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6200000">
                      <a:off x="3648200" y="3506881"/>
                      <a:ext cx="487945" cy="407824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pic>
            <p:nvPicPr>
              <p:cNvPr id="109" name="圖片 108">
                <a:extLst>
                  <a:ext uri="{FF2B5EF4-FFF2-40B4-BE49-F238E27FC236}">
                    <a16:creationId xmlns:a16="http://schemas.microsoft.com/office/drawing/2014/main" id="{599620D1-D750-4CB6-92F0-6E1E6D67F8C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196" t="10298" r="8713" b="9225"/>
              <a:stretch/>
            </p:blipFill>
            <p:spPr>
              <a:xfrm>
                <a:off x="3695700" y="1092200"/>
                <a:ext cx="6051940" cy="5067300"/>
              </a:xfrm>
              <a:prstGeom prst="rect">
                <a:avLst/>
              </a:prstGeom>
            </p:spPr>
          </p:pic>
        </p:grp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891D3DD-CA42-4E3B-862C-1E531521AF18}"/>
                </a:ext>
              </a:extLst>
            </p:cNvPr>
            <p:cNvGrpSpPr/>
            <p:nvPr/>
          </p:nvGrpSpPr>
          <p:grpSpPr>
            <a:xfrm>
              <a:off x="8943215" y="2460113"/>
              <a:ext cx="2319338" cy="2399146"/>
              <a:chOff x="3931342" y="2273301"/>
              <a:chExt cx="2319338" cy="2399146"/>
            </a:xfrm>
          </p:grpSpPr>
          <p:grpSp>
            <p:nvGrpSpPr>
              <p:cNvPr id="101" name="群組 100">
                <a:extLst>
                  <a:ext uri="{FF2B5EF4-FFF2-40B4-BE49-F238E27FC236}">
                    <a16:creationId xmlns:a16="http://schemas.microsoft.com/office/drawing/2014/main" id="{1D88D25E-8ACE-474D-99D5-98CE042D1311}"/>
                  </a:ext>
                </a:extLst>
              </p:cNvPr>
              <p:cNvGrpSpPr/>
              <p:nvPr/>
            </p:nvGrpSpPr>
            <p:grpSpPr>
              <a:xfrm>
                <a:off x="3931342" y="2273301"/>
                <a:ext cx="2319338" cy="2399146"/>
                <a:chOff x="8429625" y="2279434"/>
                <a:chExt cx="2319338" cy="2399146"/>
              </a:xfrm>
            </p:grpSpPr>
            <p:sp>
              <p:nvSpPr>
                <p:cNvPr id="103" name="矩形: 圓角 102">
                  <a:extLst>
                    <a:ext uri="{FF2B5EF4-FFF2-40B4-BE49-F238E27FC236}">
                      <a16:creationId xmlns:a16="http://schemas.microsoft.com/office/drawing/2014/main" id="{0F8570AA-B79B-4813-8A09-F41912059DEF}"/>
                    </a:ext>
                  </a:extLst>
                </p:cNvPr>
                <p:cNvSpPr/>
                <p:nvPr/>
              </p:nvSpPr>
              <p:spPr>
                <a:xfrm>
                  <a:off x="8429625" y="2279434"/>
                  <a:ext cx="2319338" cy="2399146"/>
                </a:xfrm>
                <a:prstGeom prst="roundRect">
                  <a:avLst>
                    <a:gd name="adj" fmla="val 2487"/>
                  </a:avLst>
                </a:prstGeom>
                <a:gradFill>
                  <a:gsLst>
                    <a:gs pos="0">
                      <a:schemeClr val="accent3">
                        <a:satMod val="103000"/>
                        <a:tint val="94000"/>
                        <a:lumMod val="75000"/>
                        <a:lumOff val="25000"/>
                      </a:schemeClr>
                    </a:gs>
                    <a:gs pos="50000">
                      <a:schemeClr val="accent3">
                        <a:satMod val="110000"/>
                        <a:shade val="100000"/>
                        <a:lumMod val="77000"/>
                        <a:lumOff val="23000"/>
                      </a:schemeClr>
                    </a:gs>
                    <a:gs pos="100000">
                      <a:schemeClr val="accent3">
                        <a:satMod val="120000"/>
                        <a:shade val="78000"/>
                        <a:lumMod val="78000"/>
                        <a:lumOff val="22000"/>
                      </a:schemeClr>
                    </a:gs>
                  </a:gsLst>
                </a:gradFill>
              </p:spPr>
              <p:style>
                <a:lnRef idx="0">
                  <a:schemeClr val="accent3"/>
                </a:lnRef>
                <a:fillRef idx="3">
                  <a:schemeClr val="accent3"/>
                </a:fillRef>
                <a:effectRef idx="3">
                  <a:schemeClr val="accent3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58066" tIns="29033" rIns="58066" bIns="2903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TW" altLang="en-US" sz="1143" dirty="0"/>
                </a:p>
              </p:txBody>
            </p:sp>
            <p:pic>
              <p:nvPicPr>
                <p:cNvPr id="104" name="圖片 103">
                  <a:extLst>
                    <a:ext uri="{FF2B5EF4-FFF2-40B4-BE49-F238E27FC236}">
                      <a16:creationId xmlns:a16="http://schemas.microsoft.com/office/drawing/2014/main" id="{816EFE65-7CC6-441D-BAE1-FC184AD584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5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</a:blip>
                <a:srcRect l="24815" r="49907"/>
                <a:stretch/>
              </p:blipFill>
              <p:spPr>
                <a:xfrm>
                  <a:off x="9507740" y="2996758"/>
                  <a:ext cx="1061469" cy="384394"/>
                </a:xfrm>
                <a:prstGeom prst="rect">
                  <a:avLst/>
                </a:prstGeom>
              </p:spPr>
            </p:pic>
            <p:pic>
              <p:nvPicPr>
                <p:cNvPr id="105" name="圖片 104">
                  <a:extLst>
                    <a:ext uri="{FF2B5EF4-FFF2-40B4-BE49-F238E27FC236}">
                      <a16:creationId xmlns:a16="http://schemas.microsoft.com/office/drawing/2014/main" id="{ADC94B57-B79E-42F7-B251-D11376F3F5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5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</a:blip>
                <a:srcRect r="74861"/>
                <a:stretch/>
              </p:blipFill>
              <p:spPr>
                <a:xfrm>
                  <a:off x="9507740" y="2410917"/>
                  <a:ext cx="1055637" cy="384394"/>
                </a:xfrm>
                <a:prstGeom prst="rect">
                  <a:avLst/>
                </a:prstGeom>
              </p:spPr>
            </p:pic>
            <p:pic>
              <p:nvPicPr>
                <p:cNvPr id="106" name="圖片 105">
                  <a:extLst>
                    <a:ext uri="{FF2B5EF4-FFF2-40B4-BE49-F238E27FC236}">
                      <a16:creationId xmlns:a16="http://schemas.microsoft.com/office/drawing/2014/main" id="{9B0D56D2-4D2E-4AD0-B6D2-F775797A4B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5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</a:blip>
                <a:srcRect l="49861" r="24676"/>
                <a:stretch/>
              </p:blipFill>
              <p:spPr>
                <a:xfrm>
                  <a:off x="9507740" y="3579355"/>
                  <a:ext cx="1069247" cy="384394"/>
                </a:xfrm>
                <a:prstGeom prst="rect">
                  <a:avLst/>
                </a:prstGeom>
              </p:spPr>
            </p:pic>
            <p:pic>
              <p:nvPicPr>
                <p:cNvPr id="107" name="圖片 106">
                  <a:extLst>
                    <a:ext uri="{FF2B5EF4-FFF2-40B4-BE49-F238E27FC236}">
                      <a16:creationId xmlns:a16="http://schemas.microsoft.com/office/drawing/2014/main" id="{A0FC878E-C831-4DB8-8C7A-35ED80FC8F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5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</a:blip>
                <a:srcRect l="74768"/>
                <a:stretch/>
              </p:blipFill>
              <p:spPr>
                <a:xfrm>
                  <a:off x="9507740" y="4169509"/>
                  <a:ext cx="1059526" cy="384394"/>
                </a:xfrm>
                <a:prstGeom prst="rect">
                  <a:avLst/>
                </a:prstGeom>
              </p:spPr>
            </p:pic>
          </p:grpSp>
          <p:pic>
            <p:nvPicPr>
              <p:cNvPr id="102" name="圖片 101">
                <a:extLst>
                  <a:ext uri="{FF2B5EF4-FFF2-40B4-BE49-F238E27FC236}">
                    <a16:creationId xmlns:a16="http://schemas.microsoft.com/office/drawing/2014/main" id="{4F1AA4D3-A4D7-4974-A36D-A1DD6F1523E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1194" t="34136" r="30343" b="39166"/>
              <a:stretch/>
            </p:blipFill>
            <p:spPr>
              <a:xfrm>
                <a:off x="4064762" y="2414839"/>
                <a:ext cx="811276" cy="213293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973348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</TotalTime>
  <Words>32</Words>
  <Application>Microsoft Office PowerPoint</Application>
  <PresentationFormat>自訂</PresentationFormat>
  <Paragraphs>14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9</cp:revision>
  <dcterms:created xsi:type="dcterms:W3CDTF">2026-05-06T09:00:56Z</dcterms:created>
  <dcterms:modified xsi:type="dcterms:W3CDTF">2026-05-06T09:47:30Z</dcterms:modified>
</cp:coreProperties>
</file>