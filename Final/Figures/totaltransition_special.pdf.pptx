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</p:sldIdLst>
  <p:sldSz cx="9906000" cy="5129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7" autoAdjust="0"/>
    <p:restoredTop sz="94660"/>
  </p:normalViewPr>
  <p:slideViewPr>
    <p:cSldViewPr snapToGrid="0">
      <p:cViewPr>
        <p:scale>
          <a:sx n="75" d="100"/>
          <a:sy n="75" d="100"/>
        </p:scale>
        <p:origin x="480" y="6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839434"/>
            <a:ext cx="7429500" cy="1785726"/>
          </a:xfrm>
        </p:spPr>
        <p:txBody>
          <a:bodyPr anchor="b"/>
          <a:lstStyle>
            <a:lvl1pPr algn="ctr">
              <a:defRPr sz="448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2694025"/>
            <a:ext cx="7429500" cy="1238372"/>
          </a:xfrm>
        </p:spPr>
        <p:txBody>
          <a:bodyPr/>
          <a:lstStyle>
            <a:lvl1pPr marL="0" indent="0" algn="ctr">
              <a:buNone/>
              <a:defRPr sz="1795"/>
            </a:lvl1pPr>
            <a:lvl2pPr marL="341940" indent="0" algn="ctr">
              <a:buNone/>
              <a:defRPr sz="1496"/>
            </a:lvl2pPr>
            <a:lvl3pPr marL="683880" indent="0" algn="ctr">
              <a:buNone/>
              <a:defRPr sz="1346"/>
            </a:lvl3pPr>
            <a:lvl4pPr marL="1025820" indent="0" algn="ctr">
              <a:buNone/>
              <a:defRPr sz="1197"/>
            </a:lvl4pPr>
            <a:lvl5pPr marL="1367760" indent="0" algn="ctr">
              <a:buNone/>
              <a:defRPr sz="1197"/>
            </a:lvl5pPr>
            <a:lvl6pPr marL="1709699" indent="0" algn="ctr">
              <a:buNone/>
              <a:defRPr sz="1197"/>
            </a:lvl6pPr>
            <a:lvl7pPr marL="2051639" indent="0" algn="ctr">
              <a:buNone/>
              <a:defRPr sz="1197"/>
            </a:lvl7pPr>
            <a:lvl8pPr marL="2393579" indent="0" algn="ctr">
              <a:buNone/>
              <a:defRPr sz="1197"/>
            </a:lvl8pPr>
            <a:lvl9pPr marL="2735519" indent="0" algn="ctr">
              <a:buNone/>
              <a:defRPr sz="1197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AE5C1-C91B-4CB5-96BE-6C63A5D03502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7E31-028B-46C1-AF11-B191D92D99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5564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AE5C1-C91B-4CB5-96BE-6C63A5D03502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7E31-028B-46C1-AF11-B191D92D99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874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1278742"/>
            <a:ext cx="8543925" cy="2133610"/>
          </a:xfrm>
        </p:spPr>
        <p:txBody>
          <a:bodyPr anchor="b"/>
          <a:lstStyle>
            <a:lvl1pPr>
              <a:defRPr sz="448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3432537"/>
            <a:ext cx="8543925" cy="1122015"/>
          </a:xfrm>
        </p:spPr>
        <p:txBody>
          <a:bodyPr/>
          <a:lstStyle>
            <a:lvl1pPr marL="0" indent="0">
              <a:buNone/>
              <a:defRPr sz="1795">
                <a:solidFill>
                  <a:schemeClr val="tx1">
                    <a:tint val="75000"/>
                  </a:schemeClr>
                </a:solidFill>
              </a:defRPr>
            </a:lvl1pPr>
            <a:lvl2pPr marL="341940" indent="0">
              <a:buNone/>
              <a:defRPr sz="1496">
                <a:solidFill>
                  <a:schemeClr val="tx1">
                    <a:tint val="75000"/>
                  </a:schemeClr>
                </a:solidFill>
              </a:defRPr>
            </a:lvl2pPr>
            <a:lvl3pPr marL="683880" indent="0">
              <a:buNone/>
              <a:defRPr sz="1346">
                <a:solidFill>
                  <a:schemeClr val="tx1">
                    <a:tint val="75000"/>
                  </a:schemeClr>
                </a:solidFill>
              </a:defRPr>
            </a:lvl3pPr>
            <a:lvl4pPr marL="102582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36776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70969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05163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39357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273551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AE5C1-C91B-4CB5-96BE-6C63A5D03502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7E31-028B-46C1-AF11-B191D92D99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0876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365415"/>
            <a:ext cx="4210050" cy="325443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365415"/>
            <a:ext cx="4210050" cy="325443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AE5C1-C91B-4CB5-96BE-6C63A5D03502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7E31-028B-46C1-AF11-B191D92D99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7099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273083"/>
            <a:ext cx="8543925" cy="99141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1257370"/>
            <a:ext cx="4190702" cy="616218"/>
          </a:xfrm>
        </p:spPr>
        <p:txBody>
          <a:bodyPr anchor="b"/>
          <a:lstStyle>
            <a:lvl1pPr marL="0" indent="0">
              <a:buNone/>
              <a:defRPr sz="1795" b="1"/>
            </a:lvl1pPr>
            <a:lvl2pPr marL="341940" indent="0">
              <a:buNone/>
              <a:defRPr sz="1496" b="1"/>
            </a:lvl2pPr>
            <a:lvl3pPr marL="683880" indent="0">
              <a:buNone/>
              <a:defRPr sz="1346" b="1"/>
            </a:lvl3pPr>
            <a:lvl4pPr marL="1025820" indent="0">
              <a:buNone/>
              <a:defRPr sz="1197" b="1"/>
            </a:lvl4pPr>
            <a:lvl5pPr marL="1367760" indent="0">
              <a:buNone/>
              <a:defRPr sz="1197" b="1"/>
            </a:lvl5pPr>
            <a:lvl6pPr marL="1709699" indent="0">
              <a:buNone/>
              <a:defRPr sz="1197" b="1"/>
            </a:lvl6pPr>
            <a:lvl7pPr marL="2051639" indent="0">
              <a:buNone/>
              <a:defRPr sz="1197" b="1"/>
            </a:lvl7pPr>
            <a:lvl8pPr marL="2393579" indent="0">
              <a:buNone/>
              <a:defRPr sz="1197" b="1"/>
            </a:lvl8pPr>
            <a:lvl9pPr marL="2735519" indent="0">
              <a:buNone/>
              <a:defRPr sz="1197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1873588"/>
            <a:ext cx="4190702" cy="275576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257370"/>
            <a:ext cx="4211340" cy="616218"/>
          </a:xfrm>
        </p:spPr>
        <p:txBody>
          <a:bodyPr anchor="b"/>
          <a:lstStyle>
            <a:lvl1pPr marL="0" indent="0">
              <a:buNone/>
              <a:defRPr sz="1795" b="1"/>
            </a:lvl1pPr>
            <a:lvl2pPr marL="341940" indent="0">
              <a:buNone/>
              <a:defRPr sz="1496" b="1"/>
            </a:lvl2pPr>
            <a:lvl3pPr marL="683880" indent="0">
              <a:buNone/>
              <a:defRPr sz="1346" b="1"/>
            </a:lvl3pPr>
            <a:lvl4pPr marL="1025820" indent="0">
              <a:buNone/>
              <a:defRPr sz="1197" b="1"/>
            </a:lvl4pPr>
            <a:lvl5pPr marL="1367760" indent="0">
              <a:buNone/>
              <a:defRPr sz="1197" b="1"/>
            </a:lvl5pPr>
            <a:lvl6pPr marL="1709699" indent="0">
              <a:buNone/>
              <a:defRPr sz="1197" b="1"/>
            </a:lvl6pPr>
            <a:lvl7pPr marL="2051639" indent="0">
              <a:buNone/>
              <a:defRPr sz="1197" b="1"/>
            </a:lvl7pPr>
            <a:lvl8pPr marL="2393579" indent="0">
              <a:buNone/>
              <a:defRPr sz="1197" b="1"/>
            </a:lvl8pPr>
            <a:lvl9pPr marL="2735519" indent="0">
              <a:buNone/>
              <a:defRPr sz="1197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1873588"/>
            <a:ext cx="4211340" cy="275576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AE5C1-C91B-4CB5-96BE-6C63A5D03502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7E31-028B-46C1-AF11-B191D92D99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1267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AE5C1-C91B-4CB5-96BE-6C63A5D03502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7E31-028B-46C1-AF11-B191D92D99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9518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AE5C1-C91B-4CB5-96BE-6C63A5D03502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7E31-028B-46C1-AF11-B191D92D99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6624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41948"/>
            <a:ext cx="3194943" cy="1196816"/>
          </a:xfrm>
        </p:spPr>
        <p:txBody>
          <a:bodyPr anchor="b"/>
          <a:lstStyle>
            <a:lvl1pPr>
              <a:defRPr sz="2393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738512"/>
            <a:ext cx="5014913" cy="3645066"/>
          </a:xfrm>
        </p:spPr>
        <p:txBody>
          <a:bodyPr/>
          <a:lstStyle>
            <a:lvl1pPr>
              <a:defRPr sz="2393"/>
            </a:lvl1pPr>
            <a:lvl2pPr>
              <a:defRPr sz="2094"/>
            </a:lvl2pPr>
            <a:lvl3pPr>
              <a:defRPr sz="1795"/>
            </a:lvl3pPr>
            <a:lvl4pPr>
              <a:defRPr sz="1496"/>
            </a:lvl4pPr>
            <a:lvl5pPr>
              <a:defRPr sz="1496"/>
            </a:lvl5pPr>
            <a:lvl6pPr>
              <a:defRPr sz="1496"/>
            </a:lvl6pPr>
            <a:lvl7pPr>
              <a:defRPr sz="1496"/>
            </a:lvl7pPr>
            <a:lvl8pPr>
              <a:defRPr sz="1496"/>
            </a:lvl8pPr>
            <a:lvl9pPr>
              <a:defRPr sz="1496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538764"/>
            <a:ext cx="3194943" cy="2850750"/>
          </a:xfrm>
        </p:spPr>
        <p:txBody>
          <a:bodyPr/>
          <a:lstStyle>
            <a:lvl1pPr marL="0" indent="0">
              <a:buNone/>
              <a:defRPr sz="1197"/>
            </a:lvl1pPr>
            <a:lvl2pPr marL="341940" indent="0">
              <a:buNone/>
              <a:defRPr sz="1047"/>
            </a:lvl2pPr>
            <a:lvl3pPr marL="683880" indent="0">
              <a:buNone/>
              <a:defRPr sz="897"/>
            </a:lvl3pPr>
            <a:lvl4pPr marL="1025820" indent="0">
              <a:buNone/>
              <a:defRPr sz="748"/>
            </a:lvl4pPr>
            <a:lvl5pPr marL="1367760" indent="0">
              <a:buNone/>
              <a:defRPr sz="748"/>
            </a:lvl5pPr>
            <a:lvl6pPr marL="1709699" indent="0">
              <a:buNone/>
              <a:defRPr sz="748"/>
            </a:lvl6pPr>
            <a:lvl7pPr marL="2051639" indent="0">
              <a:buNone/>
              <a:defRPr sz="748"/>
            </a:lvl7pPr>
            <a:lvl8pPr marL="2393579" indent="0">
              <a:buNone/>
              <a:defRPr sz="748"/>
            </a:lvl8pPr>
            <a:lvl9pPr marL="2735519" indent="0">
              <a:buNone/>
              <a:defRPr sz="748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AE5C1-C91B-4CB5-96BE-6C63A5D03502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7E31-028B-46C1-AF11-B191D92D99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0275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41948"/>
            <a:ext cx="3194943" cy="1196816"/>
          </a:xfrm>
        </p:spPr>
        <p:txBody>
          <a:bodyPr anchor="b"/>
          <a:lstStyle>
            <a:lvl1pPr>
              <a:defRPr sz="2393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738512"/>
            <a:ext cx="5014913" cy="3645066"/>
          </a:xfrm>
        </p:spPr>
        <p:txBody>
          <a:bodyPr anchor="t"/>
          <a:lstStyle>
            <a:lvl1pPr marL="0" indent="0">
              <a:buNone/>
              <a:defRPr sz="2393"/>
            </a:lvl1pPr>
            <a:lvl2pPr marL="341940" indent="0">
              <a:buNone/>
              <a:defRPr sz="2094"/>
            </a:lvl2pPr>
            <a:lvl3pPr marL="683880" indent="0">
              <a:buNone/>
              <a:defRPr sz="1795"/>
            </a:lvl3pPr>
            <a:lvl4pPr marL="1025820" indent="0">
              <a:buNone/>
              <a:defRPr sz="1496"/>
            </a:lvl4pPr>
            <a:lvl5pPr marL="1367760" indent="0">
              <a:buNone/>
              <a:defRPr sz="1496"/>
            </a:lvl5pPr>
            <a:lvl6pPr marL="1709699" indent="0">
              <a:buNone/>
              <a:defRPr sz="1496"/>
            </a:lvl6pPr>
            <a:lvl7pPr marL="2051639" indent="0">
              <a:buNone/>
              <a:defRPr sz="1496"/>
            </a:lvl7pPr>
            <a:lvl8pPr marL="2393579" indent="0">
              <a:buNone/>
              <a:defRPr sz="1496"/>
            </a:lvl8pPr>
            <a:lvl9pPr marL="2735519" indent="0">
              <a:buNone/>
              <a:defRPr sz="1496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538764"/>
            <a:ext cx="3194943" cy="2850750"/>
          </a:xfrm>
        </p:spPr>
        <p:txBody>
          <a:bodyPr/>
          <a:lstStyle>
            <a:lvl1pPr marL="0" indent="0">
              <a:buNone/>
              <a:defRPr sz="1197"/>
            </a:lvl1pPr>
            <a:lvl2pPr marL="341940" indent="0">
              <a:buNone/>
              <a:defRPr sz="1047"/>
            </a:lvl2pPr>
            <a:lvl3pPr marL="683880" indent="0">
              <a:buNone/>
              <a:defRPr sz="897"/>
            </a:lvl3pPr>
            <a:lvl4pPr marL="1025820" indent="0">
              <a:buNone/>
              <a:defRPr sz="748"/>
            </a:lvl4pPr>
            <a:lvl5pPr marL="1367760" indent="0">
              <a:buNone/>
              <a:defRPr sz="748"/>
            </a:lvl5pPr>
            <a:lvl6pPr marL="1709699" indent="0">
              <a:buNone/>
              <a:defRPr sz="748"/>
            </a:lvl6pPr>
            <a:lvl7pPr marL="2051639" indent="0">
              <a:buNone/>
              <a:defRPr sz="748"/>
            </a:lvl7pPr>
            <a:lvl8pPr marL="2393579" indent="0">
              <a:buNone/>
              <a:defRPr sz="748"/>
            </a:lvl8pPr>
            <a:lvl9pPr marL="2735519" indent="0">
              <a:buNone/>
              <a:defRPr sz="748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AE5C1-C91B-4CB5-96BE-6C63A5D03502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7E31-028B-46C1-AF11-B191D92D99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0411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AE5C1-C91B-4CB5-96BE-6C63A5D03502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7E31-028B-46C1-AF11-B191D92D99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5623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273083"/>
            <a:ext cx="2135981" cy="434677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273083"/>
            <a:ext cx="6284119" cy="4346771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AE5C1-C91B-4CB5-96BE-6C63A5D03502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B7E31-028B-46C1-AF11-B191D92D99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2367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273083"/>
            <a:ext cx="8543925" cy="9914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365415"/>
            <a:ext cx="8543925" cy="3254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4754021"/>
            <a:ext cx="2228850" cy="273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AE5C1-C91B-4CB5-96BE-6C63A5D03502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4754021"/>
            <a:ext cx="3343275" cy="273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4754021"/>
            <a:ext cx="2228850" cy="273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FB7E31-028B-46C1-AF11-B191D92D99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4420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683880" rtl="0" eaLnBrk="1" latinLnBrk="0" hangingPunct="1">
        <a:lnSpc>
          <a:spcPct val="90000"/>
        </a:lnSpc>
        <a:spcBef>
          <a:spcPct val="0"/>
        </a:spcBef>
        <a:buNone/>
        <a:defRPr sz="329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0970" indent="-170970" algn="l" defTabSz="683880" rtl="0" eaLnBrk="1" latinLnBrk="0" hangingPunct="1">
        <a:lnSpc>
          <a:spcPct val="90000"/>
        </a:lnSpc>
        <a:spcBef>
          <a:spcPts val="748"/>
        </a:spcBef>
        <a:buFont typeface="Arial" panose="020B0604020202020204" pitchFamily="34" charset="0"/>
        <a:buChar char="•"/>
        <a:defRPr sz="2094" kern="1200">
          <a:solidFill>
            <a:schemeClr val="tx1"/>
          </a:solidFill>
          <a:latin typeface="+mn-lt"/>
          <a:ea typeface="+mn-ea"/>
          <a:cs typeface="+mn-cs"/>
        </a:defRPr>
      </a:lvl1pPr>
      <a:lvl2pPr marL="512910" indent="-170970" algn="l" defTabSz="683880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854850" indent="-170970" algn="l" defTabSz="683880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96" kern="1200">
          <a:solidFill>
            <a:schemeClr val="tx1"/>
          </a:solidFill>
          <a:latin typeface="+mn-lt"/>
          <a:ea typeface="+mn-ea"/>
          <a:cs typeface="+mn-cs"/>
        </a:defRPr>
      </a:lvl3pPr>
      <a:lvl4pPr marL="1196790" indent="-170970" algn="l" defTabSz="683880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6" kern="1200">
          <a:solidFill>
            <a:schemeClr val="tx1"/>
          </a:solidFill>
          <a:latin typeface="+mn-lt"/>
          <a:ea typeface="+mn-ea"/>
          <a:cs typeface="+mn-cs"/>
        </a:defRPr>
      </a:lvl4pPr>
      <a:lvl5pPr marL="1538729" indent="-170970" algn="l" defTabSz="683880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6" kern="1200">
          <a:solidFill>
            <a:schemeClr val="tx1"/>
          </a:solidFill>
          <a:latin typeface="+mn-lt"/>
          <a:ea typeface="+mn-ea"/>
          <a:cs typeface="+mn-cs"/>
        </a:defRPr>
      </a:lvl5pPr>
      <a:lvl6pPr marL="1880669" indent="-170970" algn="l" defTabSz="683880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6" kern="1200">
          <a:solidFill>
            <a:schemeClr val="tx1"/>
          </a:solidFill>
          <a:latin typeface="+mn-lt"/>
          <a:ea typeface="+mn-ea"/>
          <a:cs typeface="+mn-cs"/>
        </a:defRPr>
      </a:lvl6pPr>
      <a:lvl7pPr marL="2222609" indent="-170970" algn="l" defTabSz="683880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6" kern="1200">
          <a:solidFill>
            <a:schemeClr val="tx1"/>
          </a:solidFill>
          <a:latin typeface="+mn-lt"/>
          <a:ea typeface="+mn-ea"/>
          <a:cs typeface="+mn-cs"/>
        </a:defRPr>
      </a:lvl7pPr>
      <a:lvl8pPr marL="2564549" indent="-170970" algn="l" defTabSz="683880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6" kern="1200">
          <a:solidFill>
            <a:schemeClr val="tx1"/>
          </a:solidFill>
          <a:latin typeface="+mn-lt"/>
          <a:ea typeface="+mn-ea"/>
          <a:cs typeface="+mn-cs"/>
        </a:defRPr>
      </a:lvl8pPr>
      <a:lvl9pPr marL="2906489" indent="-170970" algn="l" defTabSz="683880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3880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1pPr>
      <a:lvl2pPr marL="341940" algn="l" defTabSz="683880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2pPr>
      <a:lvl3pPr marL="683880" algn="l" defTabSz="683880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3pPr>
      <a:lvl4pPr marL="1025820" algn="l" defTabSz="683880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4pPr>
      <a:lvl5pPr marL="1367760" algn="l" defTabSz="683880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5pPr>
      <a:lvl6pPr marL="1709699" algn="l" defTabSz="683880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6pPr>
      <a:lvl7pPr marL="2051639" algn="l" defTabSz="683880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7pPr>
      <a:lvl8pPr marL="2393579" algn="l" defTabSz="683880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8pPr>
      <a:lvl9pPr marL="2735519" algn="l" defTabSz="683880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4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3.png"/><Relationship Id="rId5" Type="http://schemas.openxmlformats.org/officeDocument/2006/relationships/image" Target="../media/image7.png"/><Relationship Id="rId15" Type="http://schemas.openxmlformats.org/officeDocument/2006/relationships/image" Target="../media/image15.png"/><Relationship Id="rId10" Type="http://schemas.openxmlformats.org/officeDocument/2006/relationships/image" Target="../media/image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群組 28">
            <a:extLst>
              <a:ext uri="{FF2B5EF4-FFF2-40B4-BE49-F238E27FC236}">
                <a16:creationId xmlns:a16="http://schemas.microsoft.com/office/drawing/2014/main" id="{DAB19B49-B4FC-4F5F-84BA-0DA2FDCE2ABB}"/>
              </a:ext>
            </a:extLst>
          </p:cNvPr>
          <p:cNvGrpSpPr/>
          <p:nvPr/>
        </p:nvGrpSpPr>
        <p:grpSpPr>
          <a:xfrm>
            <a:off x="7011216" y="1550713"/>
            <a:ext cx="2045607" cy="2115996"/>
            <a:chOff x="8429625" y="2279434"/>
            <a:chExt cx="2319338" cy="2399146"/>
          </a:xfrm>
        </p:grpSpPr>
        <p:sp>
          <p:nvSpPr>
            <p:cNvPr id="23" name="矩形: 圓角 22">
              <a:extLst>
                <a:ext uri="{FF2B5EF4-FFF2-40B4-BE49-F238E27FC236}">
                  <a16:creationId xmlns:a16="http://schemas.microsoft.com/office/drawing/2014/main" id="{9D7699A4-963D-47DE-8ED2-F9026DC25318}"/>
                </a:ext>
              </a:extLst>
            </p:cNvPr>
            <p:cNvSpPr/>
            <p:nvPr/>
          </p:nvSpPr>
          <p:spPr>
            <a:xfrm>
              <a:off x="8429625" y="2279434"/>
              <a:ext cx="2319338" cy="2399146"/>
            </a:xfrm>
            <a:prstGeom prst="roundRect">
              <a:avLst>
                <a:gd name="adj" fmla="val 2487"/>
              </a:avLst>
            </a:prstGeom>
            <a:gradFill>
              <a:gsLst>
                <a:gs pos="0">
                  <a:schemeClr val="accent3">
                    <a:satMod val="103000"/>
                    <a:tint val="94000"/>
                    <a:lumMod val="75000"/>
                    <a:lumOff val="25000"/>
                  </a:schemeClr>
                </a:gs>
                <a:gs pos="50000">
                  <a:schemeClr val="accent3">
                    <a:satMod val="110000"/>
                    <a:shade val="100000"/>
                    <a:lumMod val="77000"/>
                    <a:lumOff val="23000"/>
                  </a:schemeClr>
                </a:gs>
                <a:gs pos="100000">
                  <a:schemeClr val="accent3">
                    <a:satMod val="120000"/>
                    <a:shade val="78000"/>
                    <a:lumMod val="78000"/>
                    <a:lumOff val="22000"/>
                  </a:schemeClr>
                </a:gs>
              </a:gsLst>
            </a:gra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213" tIns="25606" rIns="51213" bIns="2560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008" dirty="0"/>
            </a:p>
          </p:txBody>
        </p:sp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id="{D4900B66-9776-408C-A53B-6E661E851D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10727" r="64147" b="9114"/>
            <a:stretch/>
          </p:blipFill>
          <p:spPr>
            <a:xfrm>
              <a:off x="8616955" y="2486025"/>
              <a:ext cx="846133" cy="2043113"/>
            </a:xfrm>
            <a:prstGeom prst="rect">
              <a:avLst/>
            </a:prstGeom>
          </p:spPr>
        </p:pic>
        <p:pic>
          <p:nvPicPr>
            <p:cNvPr id="25" name="圖片 24">
              <a:extLst>
                <a:ext uri="{FF2B5EF4-FFF2-40B4-BE49-F238E27FC236}">
                  <a16:creationId xmlns:a16="http://schemas.microsoft.com/office/drawing/2014/main" id="{5D1DC358-2679-4156-9FDD-6DA378B8AE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4815" r="49907"/>
            <a:stretch/>
          </p:blipFill>
          <p:spPr>
            <a:xfrm>
              <a:off x="9507740" y="2996758"/>
              <a:ext cx="1061469" cy="384394"/>
            </a:xfrm>
            <a:prstGeom prst="rect">
              <a:avLst/>
            </a:prstGeom>
          </p:spPr>
        </p:pic>
        <p:pic>
          <p:nvPicPr>
            <p:cNvPr id="26" name="圖片 25">
              <a:extLst>
                <a:ext uri="{FF2B5EF4-FFF2-40B4-BE49-F238E27FC236}">
                  <a16:creationId xmlns:a16="http://schemas.microsoft.com/office/drawing/2014/main" id="{A3E33E2C-FE82-4DC2-928E-14E9A0468C1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74861"/>
            <a:stretch/>
          </p:blipFill>
          <p:spPr>
            <a:xfrm>
              <a:off x="9507740" y="2410917"/>
              <a:ext cx="1055637" cy="384394"/>
            </a:xfrm>
            <a:prstGeom prst="rect">
              <a:avLst/>
            </a:prstGeom>
          </p:spPr>
        </p:pic>
        <p:pic>
          <p:nvPicPr>
            <p:cNvPr id="27" name="圖片 26">
              <a:extLst>
                <a:ext uri="{FF2B5EF4-FFF2-40B4-BE49-F238E27FC236}">
                  <a16:creationId xmlns:a16="http://schemas.microsoft.com/office/drawing/2014/main" id="{32439F57-4EC5-4F82-881E-0EF57DF0279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49861" r="24676"/>
            <a:stretch/>
          </p:blipFill>
          <p:spPr>
            <a:xfrm>
              <a:off x="9507740" y="3579355"/>
              <a:ext cx="1069247" cy="384394"/>
            </a:xfrm>
            <a:prstGeom prst="rect">
              <a:avLst/>
            </a:prstGeom>
          </p:spPr>
        </p:pic>
        <p:pic>
          <p:nvPicPr>
            <p:cNvPr id="28" name="圖片 27">
              <a:extLst>
                <a:ext uri="{FF2B5EF4-FFF2-40B4-BE49-F238E27FC236}">
                  <a16:creationId xmlns:a16="http://schemas.microsoft.com/office/drawing/2014/main" id="{17A8D005-21D1-4839-8829-0F239D13BE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74768"/>
            <a:stretch/>
          </p:blipFill>
          <p:spPr>
            <a:xfrm>
              <a:off x="9507740" y="4169509"/>
              <a:ext cx="1059526" cy="384394"/>
            </a:xfrm>
            <a:prstGeom prst="rect">
              <a:avLst/>
            </a:prstGeom>
          </p:spPr>
        </p:pic>
      </p:grp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DBB33955-2527-4500-A38F-5010B009902D}"/>
              </a:ext>
            </a:extLst>
          </p:cNvPr>
          <p:cNvGrpSpPr/>
          <p:nvPr/>
        </p:nvGrpSpPr>
        <p:grpSpPr>
          <a:xfrm>
            <a:off x="3467368" y="1632813"/>
            <a:ext cx="2045607" cy="2115996"/>
            <a:chOff x="3931342" y="2273301"/>
            <a:chExt cx="2319338" cy="2399146"/>
          </a:xfrm>
        </p:grpSpPr>
        <p:grpSp>
          <p:nvGrpSpPr>
            <p:cNvPr id="32" name="群組 31">
              <a:extLst>
                <a:ext uri="{FF2B5EF4-FFF2-40B4-BE49-F238E27FC236}">
                  <a16:creationId xmlns:a16="http://schemas.microsoft.com/office/drawing/2014/main" id="{3B9372F1-B300-4234-B686-5448E560C7CA}"/>
                </a:ext>
              </a:extLst>
            </p:cNvPr>
            <p:cNvGrpSpPr/>
            <p:nvPr/>
          </p:nvGrpSpPr>
          <p:grpSpPr>
            <a:xfrm>
              <a:off x="3931342" y="2273301"/>
              <a:ext cx="2319338" cy="2399146"/>
              <a:chOff x="8429625" y="2279434"/>
              <a:chExt cx="2319338" cy="2399146"/>
            </a:xfrm>
          </p:grpSpPr>
          <p:sp>
            <p:nvSpPr>
              <p:cNvPr id="33" name="矩形: 圓角 32">
                <a:extLst>
                  <a:ext uri="{FF2B5EF4-FFF2-40B4-BE49-F238E27FC236}">
                    <a16:creationId xmlns:a16="http://schemas.microsoft.com/office/drawing/2014/main" id="{94E99796-EFA5-4D3D-ACA9-5F824C06CE84}"/>
                  </a:ext>
                </a:extLst>
              </p:cNvPr>
              <p:cNvSpPr/>
              <p:nvPr/>
            </p:nvSpPr>
            <p:spPr>
              <a:xfrm>
                <a:off x="8429625" y="2279434"/>
                <a:ext cx="2319338" cy="2399146"/>
              </a:xfrm>
              <a:prstGeom prst="roundRect">
                <a:avLst>
                  <a:gd name="adj" fmla="val 2487"/>
                </a:avLst>
              </a:prstGeom>
              <a:gradFill>
                <a:gsLst>
                  <a:gs pos="0">
                    <a:schemeClr val="accent3">
                      <a:satMod val="103000"/>
                      <a:tint val="94000"/>
                      <a:lumMod val="75000"/>
                      <a:lumOff val="25000"/>
                    </a:schemeClr>
                  </a:gs>
                  <a:gs pos="50000">
                    <a:schemeClr val="accent3">
                      <a:satMod val="110000"/>
                      <a:shade val="100000"/>
                      <a:lumMod val="77000"/>
                      <a:lumOff val="23000"/>
                    </a:schemeClr>
                  </a:gs>
                  <a:gs pos="100000">
                    <a:schemeClr val="accent3">
                      <a:satMod val="120000"/>
                      <a:shade val="78000"/>
                      <a:lumMod val="78000"/>
                      <a:lumOff val="22000"/>
                    </a:schemeClr>
                  </a:gs>
                </a:gsLst>
              </a:gra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1213" tIns="25606" rIns="51213" bIns="2560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008" dirty="0"/>
              </a:p>
            </p:txBody>
          </p:sp>
          <p:pic>
            <p:nvPicPr>
              <p:cNvPr id="35" name="圖片 34">
                <a:extLst>
                  <a:ext uri="{FF2B5EF4-FFF2-40B4-BE49-F238E27FC236}">
                    <a16:creationId xmlns:a16="http://schemas.microsoft.com/office/drawing/2014/main" id="{BE9C89BA-821D-4198-A2AC-F9714FEFE0B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24815" r="49907"/>
              <a:stretch/>
            </p:blipFill>
            <p:spPr>
              <a:xfrm>
                <a:off x="9507740" y="2996758"/>
                <a:ext cx="1061469" cy="384394"/>
              </a:xfrm>
              <a:prstGeom prst="rect">
                <a:avLst/>
              </a:prstGeom>
            </p:spPr>
          </p:pic>
          <p:pic>
            <p:nvPicPr>
              <p:cNvPr id="36" name="圖片 35">
                <a:extLst>
                  <a:ext uri="{FF2B5EF4-FFF2-40B4-BE49-F238E27FC236}">
                    <a16:creationId xmlns:a16="http://schemas.microsoft.com/office/drawing/2014/main" id="{78513BC6-8C61-4AD2-ACB1-DA4F808FD55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r="74861"/>
              <a:stretch/>
            </p:blipFill>
            <p:spPr>
              <a:xfrm>
                <a:off x="9507740" y="2410917"/>
                <a:ext cx="1055637" cy="384394"/>
              </a:xfrm>
              <a:prstGeom prst="rect">
                <a:avLst/>
              </a:prstGeom>
            </p:spPr>
          </p:pic>
          <p:pic>
            <p:nvPicPr>
              <p:cNvPr id="37" name="圖片 36">
                <a:extLst>
                  <a:ext uri="{FF2B5EF4-FFF2-40B4-BE49-F238E27FC236}">
                    <a16:creationId xmlns:a16="http://schemas.microsoft.com/office/drawing/2014/main" id="{5B21B2B8-3FAF-4B0E-A9DA-D3132446429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49861" r="24676"/>
              <a:stretch/>
            </p:blipFill>
            <p:spPr>
              <a:xfrm>
                <a:off x="9507740" y="3579355"/>
                <a:ext cx="1069247" cy="384394"/>
              </a:xfrm>
              <a:prstGeom prst="rect">
                <a:avLst/>
              </a:prstGeom>
            </p:spPr>
          </p:pic>
          <p:pic>
            <p:nvPicPr>
              <p:cNvPr id="38" name="圖片 37">
                <a:extLst>
                  <a:ext uri="{FF2B5EF4-FFF2-40B4-BE49-F238E27FC236}">
                    <a16:creationId xmlns:a16="http://schemas.microsoft.com/office/drawing/2014/main" id="{285959C1-4DEF-4385-A988-A38FB77556A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74768"/>
              <a:stretch/>
            </p:blipFill>
            <p:spPr>
              <a:xfrm>
                <a:off x="9507740" y="4169509"/>
                <a:ext cx="1059526" cy="384394"/>
              </a:xfrm>
              <a:prstGeom prst="rect">
                <a:avLst/>
              </a:prstGeom>
            </p:spPr>
          </p:pic>
        </p:grpSp>
        <p:pic>
          <p:nvPicPr>
            <p:cNvPr id="31" name="圖片 30">
              <a:extLst>
                <a:ext uri="{FF2B5EF4-FFF2-40B4-BE49-F238E27FC236}">
                  <a16:creationId xmlns:a16="http://schemas.microsoft.com/office/drawing/2014/main" id="{EB63771A-9C44-4A5A-9C13-A5DD707806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194" t="34136" r="30343" b="39166"/>
            <a:stretch/>
          </p:blipFill>
          <p:spPr>
            <a:xfrm>
              <a:off x="4064762" y="2414839"/>
              <a:ext cx="811276" cy="21329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14273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7399701C-F9CB-4E09-A86F-9281B68389C1}"/>
              </a:ext>
            </a:extLst>
          </p:cNvPr>
          <p:cNvGrpSpPr/>
          <p:nvPr/>
        </p:nvGrpSpPr>
        <p:grpSpPr>
          <a:xfrm>
            <a:off x="18915" y="52467"/>
            <a:ext cx="9868195" cy="5024278"/>
            <a:chOff x="18908" y="330359"/>
            <a:chExt cx="9868195" cy="5024278"/>
          </a:xfrm>
        </p:grpSpPr>
        <p:sp>
          <p:nvSpPr>
            <p:cNvPr id="19" name="矩形: 圓角 18">
              <a:extLst>
                <a:ext uri="{FF2B5EF4-FFF2-40B4-BE49-F238E27FC236}">
                  <a16:creationId xmlns:a16="http://schemas.microsoft.com/office/drawing/2014/main" id="{304AFB44-AE3C-4A1F-8656-62BCAC628641}"/>
                </a:ext>
              </a:extLst>
            </p:cNvPr>
            <p:cNvSpPr/>
            <p:nvPr/>
          </p:nvSpPr>
          <p:spPr>
            <a:xfrm>
              <a:off x="18908" y="330359"/>
              <a:ext cx="9868195" cy="5024278"/>
            </a:xfrm>
            <a:prstGeom prst="roundRect">
              <a:avLst>
                <a:gd name="adj" fmla="val 7772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51213" tIns="25606" rIns="51213" bIns="2560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008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1" name="文字方塊 80">
                  <a:extLst>
                    <a:ext uri="{FF2B5EF4-FFF2-40B4-BE49-F238E27FC236}">
                      <a16:creationId xmlns:a16="http://schemas.microsoft.com/office/drawing/2014/main" id="{7CA7E072-1D8B-40FF-A423-DEA0E6B6BA9F}"/>
                    </a:ext>
                  </a:extLst>
                </p:cNvPr>
                <p:cNvSpPr txBox="1"/>
                <p:nvPr/>
              </p:nvSpPr>
              <p:spPr>
                <a:xfrm>
                  <a:off x="2089825" y="565087"/>
                  <a:ext cx="6572379" cy="5266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27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Total transition rate at equator line </a:t>
                  </a:r>
                  <a14:m>
                    <m:oMath xmlns:m="http://schemas.openxmlformats.org/officeDocument/2006/math">
                      <m:r>
                        <a:rPr lang="en-US" altLang="zh-TW" sz="2700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TW" sz="27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700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TW" sz="2700" i="1">
                          <a:latin typeface="Cambria Math" panose="02040503050406030204" pitchFamily="18" charset="0"/>
                        </a:rPr>
                        <m:t>/2</m:t>
                      </m:r>
                    </m:oMath>
                  </a14:m>
                  <a:endParaRPr lang="zh-TW" altLang="en-US" sz="2700" dirty="0"/>
                </a:p>
              </p:txBody>
            </p:sp>
          </mc:Choice>
          <mc:Fallback>
            <p:sp>
              <p:nvSpPr>
                <p:cNvPr id="81" name="文字方塊 80">
                  <a:extLst>
                    <a:ext uri="{FF2B5EF4-FFF2-40B4-BE49-F238E27FC236}">
                      <a16:creationId xmlns:a16="http://schemas.microsoft.com/office/drawing/2014/main" id="{7CA7E072-1D8B-40FF-A423-DEA0E6B6BA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89825" y="565087"/>
                  <a:ext cx="6572379" cy="526619"/>
                </a:xfrm>
                <a:prstGeom prst="rect">
                  <a:avLst/>
                </a:prstGeom>
                <a:blipFill>
                  <a:blip r:embed="rId2"/>
                  <a:stretch>
                    <a:fillRect t="-12791" b="-2558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0" name="群組 109">
              <a:extLst>
                <a:ext uri="{FF2B5EF4-FFF2-40B4-BE49-F238E27FC236}">
                  <a16:creationId xmlns:a16="http://schemas.microsoft.com/office/drawing/2014/main" id="{C549E9CD-F5D7-4AC7-84BE-AD4FA7751BE7}"/>
                </a:ext>
              </a:extLst>
            </p:cNvPr>
            <p:cNvGrpSpPr/>
            <p:nvPr/>
          </p:nvGrpSpPr>
          <p:grpSpPr>
            <a:xfrm>
              <a:off x="2219678" y="1152736"/>
              <a:ext cx="5933596" cy="3885347"/>
              <a:chOff x="3220094" y="1092200"/>
              <a:chExt cx="6812044" cy="5701155"/>
            </a:xfrm>
          </p:grpSpPr>
          <p:grpSp>
            <p:nvGrpSpPr>
              <p:cNvPr id="90" name="群組 89">
                <a:extLst>
                  <a:ext uri="{FF2B5EF4-FFF2-40B4-BE49-F238E27FC236}">
                    <a16:creationId xmlns:a16="http://schemas.microsoft.com/office/drawing/2014/main" id="{FF7FCB96-36C3-420E-A62B-C505A647D741}"/>
                  </a:ext>
                </a:extLst>
              </p:cNvPr>
              <p:cNvGrpSpPr/>
              <p:nvPr/>
            </p:nvGrpSpPr>
            <p:grpSpPr>
              <a:xfrm>
                <a:off x="3220094" y="1153911"/>
                <a:ext cx="6812044" cy="5639444"/>
                <a:chOff x="3677951" y="2003456"/>
                <a:chExt cx="5309655" cy="3960095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92" name="文字方塊 91">
                      <a:extLst>
                        <a:ext uri="{FF2B5EF4-FFF2-40B4-BE49-F238E27FC236}">
                          <a16:creationId xmlns:a16="http://schemas.microsoft.com/office/drawing/2014/main" id="{B315D0CD-69B8-4E42-A7E0-B00D0330CD0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677951" y="5469400"/>
                      <a:ext cx="935697" cy="48679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247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247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oMath>
                        </m:oMathPara>
                      </a14:m>
                      <a:endParaRPr lang="zh-TW" altLang="en-US" sz="2470" dirty="0"/>
                    </a:p>
                  </p:txBody>
                </p:sp>
              </mc:Choice>
              <mc:Fallback>
                <p:sp>
                  <p:nvSpPr>
                    <p:cNvPr id="92" name="文字方塊 91">
                      <a:extLst>
                        <a:ext uri="{FF2B5EF4-FFF2-40B4-BE49-F238E27FC236}">
                          <a16:creationId xmlns:a16="http://schemas.microsoft.com/office/drawing/2014/main" id="{B315D0CD-69B8-4E42-A7E0-B00D0330CD0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677951" y="5469400"/>
                      <a:ext cx="935697" cy="486795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93" name="文字方塊 92">
                      <a:extLst>
                        <a:ext uri="{FF2B5EF4-FFF2-40B4-BE49-F238E27FC236}">
                          <a16:creationId xmlns:a16="http://schemas.microsoft.com/office/drawing/2014/main" id="{E959E21E-866F-4164-9EC6-2DA255030BF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443936" y="5469401"/>
                      <a:ext cx="543670" cy="48679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247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TW" sz="247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oMath>
                        </m:oMathPara>
                      </a14:m>
                      <a:endParaRPr lang="zh-TW" altLang="en-US" sz="2470" dirty="0"/>
                    </a:p>
                  </p:txBody>
                </p:sp>
              </mc:Choice>
              <mc:Fallback>
                <p:sp>
                  <p:nvSpPr>
                    <p:cNvPr id="93" name="文字方塊 92">
                      <a:extLst>
                        <a:ext uri="{FF2B5EF4-FFF2-40B4-BE49-F238E27FC236}">
                          <a16:creationId xmlns:a16="http://schemas.microsoft.com/office/drawing/2014/main" id="{E959E21E-866F-4164-9EC6-2DA255030BF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443936" y="5469401"/>
                      <a:ext cx="543670" cy="486795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303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94" name="文字方塊 93">
                      <a:extLst>
                        <a:ext uri="{FF2B5EF4-FFF2-40B4-BE49-F238E27FC236}">
                          <a16:creationId xmlns:a16="http://schemas.microsoft.com/office/drawing/2014/main" id="{D13B2A8B-882B-4987-9873-0FED454CC82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990995" y="5476756"/>
                      <a:ext cx="865663" cy="48679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247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oMath>
                        </m:oMathPara>
                      </a14:m>
                      <a:endParaRPr lang="zh-TW" altLang="en-US" sz="2470" dirty="0"/>
                    </a:p>
                  </p:txBody>
                </p:sp>
              </mc:Choice>
              <mc:Fallback>
                <p:sp>
                  <p:nvSpPr>
                    <p:cNvPr id="94" name="文字方塊 93">
                      <a:extLst>
                        <a:ext uri="{FF2B5EF4-FFF2-40B4-BE49-F238E27FC236}">
                          <a16:creationId xmlns:a16="http://schemas.microsoft.com/office/drawing/2014/main" id="{D13B2A8B-882B-4987-9873-0FED454CC82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990995" y="5476756"/>
                      <a:ext cx="865663" cy="486795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95" name="文字方塊 94">
                      <a:extLst>
                        <a:ext uri="{FF2B5EF4-FFF2-40B4-BE49-F238E27FC236}">
                          <a16:creationId xmlns:a16="http://schemas.microsoft.com/office/drawing/2014/main" id="{EF56A411-7952-4419-9680-98A1AFFEF81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825999" y="2003456"/>
                      <a:ext cx="353850" cy="48679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247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zh-TW" altLang="en-US" sz="2470" dirty="0"/>
                    </a:p>
                  </p:txBody>
                </p:sp>
              </mc:Choice>
              <mc:Fallback>
                <p:sp>
                  <p:nvSpPr>
                    <p:cNvPr id="95" name="文字方塊 94">
                      <a:extLst>
                        <a:ext uri="{FF2B5EF4-FFF2-40B4-BE49-F238E27FC236}">
                          <a16:creationId xmlns:a16="http://schemas.microsoft.com/office/drawing/2014/main" id="{EF56A411-7952-4419-9680-98A1AFFEF81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25999" y="2003456"/>
                      <a:ext cx="353850" cy="486795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769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96" name="文字方塊 95">
                      <a:extLst>
                        <a:ext uri="{FF2B5EF4-FFF2-40B4-BE49-F238E27FC236}">
                          <a16:creationId xmlns:a16="http://schemas.microsoft.com/office/drawing/2014/main" id="{E1FC4C25-9C59-4E3E-A43F-FEA53E982F2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878686" y="5075200"/>
                      <a:ext cx="248476" cy="48679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247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zh-TW" altLang="en-US" sz="2470" dirty="0"/>
                    </a:p>
                  </p:txBody>
                </p:sp>
              </mc:Choice>
              <mc:Fallback>
                <p:sp>
                  <p:nvSpPr>
                    <p:cNvPr id="96" name="文字方塊 95">
                      <a:extLst>
                        <a:ext uri="{FF2B5EF4-FFF2-40B4-BE49-F238E27FC236}">
                          <a16:creationId xmlns:a16="http://schemas.microsoft.com/office/drawing/2014/main" id="{E1FC4C25-9C59-4E3E-A43F-FEA53E982F2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78686" y="5075200"/>
                      <a:ext cx="248476" cy="486795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33333" r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97" name="文字方塊 96">
                      <a:extLst>
                        <a:ext uri="{FF2B5EF4-FFF2-40B4-BE49-F238E27FC236}">
                          <a16:creationId xmlns:a16="http://schemas.microsoft.com/office/drawing/2014/main" id="{FDEF6E31-6CEA-40DE-8268-E67835E3C9DE}"/>
                        </a:ext>
                      </a:extLst>
                    </p:cNvPr>
                    <p:cNvSpPr txBox="1"/>
                    <p:nvPr/>
                  </p:nvSpPr>
                  <p:spPr>
                    <a:xfrm rot="16200000">
                      <a:off x="3648200" y="3499414"/>
                      <a:ext cx="487945" cy="42275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en-US" altLang="zh-TW" sz="2470" dirty="0"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altLang="zh-TW" sz="2470" dirty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m:rPr>
                                <m:sty m:val="p"/>
                              </m:rPr>
                              <a:rPr lang="en-US" altLang="zh-TW" sz="2470" dirty="0">
                                <a:latin typeface="Cambria Math" panose="02040503050406030204" pitchFamily="18" charset="0"/>
                              </a:rPr>
                              <m:t>u</m:t>
                            </m:r>
                            <m:r>
                              <a:rPr lang="en-US" altLang="zh-TW" sz="2470" dirty="0">
                                <a:latin typeface="Cambria Math" panose="02040503050406030204" pitchFamily="18" charset="0"/>
                              </a:rPr>
                              <m:t>.</m:t>
                            </m:r>
                          </m:oMath>
                        </m:oMathPara>
                      </a14:m>
                      <a:endParaRPr lang="zh-TW" altLang="en-US" sz="2470" dirty="0"/>
                    </a:p>
                  </p:txBody>
                </p:sp>
              </mc:Choice>
              <mc:Fallback>
                <p:sp>
                  <p:nvSpPr>
                    <p:cNvPr id="97" name="文字方塊 96">
                      <a:extLst>
                        <a:ext uri="{FF2B5EF4-FFF2-40B4-BE49-F238E27FC236}">
                          <a16:creationId xmlns:a16="http://schemas.microsoft.com/office/drawing/2014/main" id="{FDEF6E31-6CEA-40DE-8268-E67835E3C9D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6200000">
                      <a:off x="3648200" y="3499414"/>
                      <a:ext cx="487945" cy="422758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b="-2692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pic>
            <p:nvPicPr>
              <p:cNvPr id="109" name="圖片 108">
                <a:extLst>
                  <a:ext uri="{FF2B5EF4-FFF2-40B4-BE49-F238E27FC236}">
                    <a16:creationId xmlns:a16="http://schemas.microsoft.com/office/drawing/2014/main" id="{599620D1-D750-4CB6-92F0-6E1E6D67F8C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196" t="10298" r="8713" b="9225"/>
              <a:stretch/>
            </p:blipFill>
            <p:spPr>
              <a:xfrm>
                <a:off x="3695700" y="1092200"/>
                <a:ext cx="6051940" cy="5067300"/>
              </a:xfrm>
              <a:prstGeom prst="rect">
                <a:avLst/>
              </a:prstGeom>
            </p:spPr>
          </p:pic>
        </p:grpSp>
        <p:grpSp>
          <p:nvGrpSpPr>
            <p:cNvPr id="100" name="群組 99">
              <a:extLst>
                <a:ext uri="{FF2B5EF4-FFF2-40B4-BE49-F238E27FC236}">
                  <a16:creationId xmlns:a16="http://schemas.microsoft.com/office/drawing/2014/main" id="{A891D3DD-CA42-4E3B-862C-1E531521AF18}"/>
                </a:ext>
              </a:extLst>
            </p:cNvPr>
            <p:cNvGrpSpPr/>
            <p:nvPr/>
          </p:nvGrpSpPr>
          <p:grpSpPr>
            <a:xfrm>
              <a:off x="7418646" y="1902599"/>
              <a:ext cx="2045607" cy="2115996"/>
              <a:chOff x="3931342" y="2273301"/>
              <a:chExt cx="2319338" cy="2399146"/>
            </a:xfrm>
          </p:grpSpPr>
          <p:grpSp>
            <p:nvGrpSpPr>
              <p:cNvPr id="101" name="群組 100">
                <a:extLst>
                  <a:ext uri="{FF2B5EF4-FFF2-40B4-BE49-F238E27FC236}">
                    <a16:creationId xmlns:a16="http://schemas.microsoft.com/office/drawing/2014/main" id="{1D88D25E-8ACE-474D-99D5-98CE042D1311}"/>
                  </a:ext>
                </a:extLst>
              </p:cNvPr>
              <p:cNvGrpSpPr/>
              <p:nvPr/>
            </p:nvGrpSpPr>
            <p:grpSpPr>
              <a:xfrm>
                <a:off x="3931342" y="2273301"/>
                <a:ext cx="2319338" cy="2399146"/>
                <a:chOff x="8429625" y="2279434"/>
                <a:chExt cx="2319338" cy="2399146"/>
              </a:xfrm>
            </p:grpSpPr>
            <p:sp>
              <p:nvSpPr>
                <p:cNvPr id="103" name="矩形: 圓角 102">
                  <a:extLst>
                    <a:ext uri="{FF2B5EF4-FFF2-40B4-BE49-F238E27FC236}">
                      <a16:creationId xmlns:a16="http://schemas.microsoft.com/office/drawing/2014/main" id="{0F8570AA-B79B-4813-8A09-F41912059DEF}"/>
                    </a:ext>
                  </a:extLst>
                </p:cNvPr>
                <p:cNvSpPr/>
                <p:nvPr/>
              </p:nvSpPr>
              <p:spPr>
                <a:xfrm>
                  <a:off x="8429625" y="2279434"/>
                  <a:ext cx="2319338" cy="2399146"/>
                </a:xfrm>
                <a:prstGeom prst="roundRect">
                  <a:avLst>
                    <a:gd name="adj" fmla="val 2487"/>
                  </a:avLst>
                </a:prstGeom>
                <a:gradFill>
                  <a:gsLst>
                    <a:gs pos="100000">
                      <a:schemeClr val="bg1">
                        <a:lumMod val="95000"/>
                      </a:schemeClr>
                    </a:gs>
                    <a:gs pos="0">
                      <a:schemeClr val="bg1">
                        <a:lumMod val="85000"/>
                      </a:schemeClr>
                    </a:gs>
                  </a:gsLst>
                </a:gradFill>
              </p:spPr>
              <p:style>
                <a:lnRef idx="0">
                  <a:schemeClr val="accent3"/>
                </a:lnRef>
                <a:fillRef idx="3">
                  <a:schemeClr val="accent3"/>
                </a:fillRef>
                <a:effectRef idx="3">
                  <a:schemeClr val="accent3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51213" tIns="25606" rIns="51213" bIns="25606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1008" dirty="0"/>
                </a:p>
              </p:txBody>
            </p:sp>
            <p:pic>
              <p:nvPicPr>
                <p:cNvPr id="104" name="圖片 103">
                  <a:extLst>
                    <a:ext uri="{FF2B5EF4-FFF2-40B4-BE49-F238E27FC236}">
                      <a16:creationId xmlns:a16="http://schemas.microsoft.com/office/drawing/2014/main" id="{816EFE65-7CC6-441D-BAE1-FC184AD584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0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</a:blip>
                <a:srcRect l="24815" r="49907"/>
                <a:stretch/>
              </p:blipFill>
              <p:spPr>
                <a:xfrm>
                  <a:off x="9507740" y="2996758"/>
                  <a:ext cx="1061469" cy="384394"/>
                </a:xfrm>
                <a:prstGeom prst="rect">
                  <a:avLst/>
                </a:prstGeom>
              </p:spPr>
            </p:pic>
            <p:pic>
              <p:nvPicPr>
                <p:cNvPr id="105" name="圖片 104">
                  <a:extLst>
                    <a:ext uri="{FF2B5EF4-FFF2-40B4-BE49-F238E27FC236}">
                      <a16:creationId xmlns:a16="http://schemas.microsoft.com/office/drawing/2014/main" id="{ADC94B57-B79E-42F7-B251-D11376F3F5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0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</a:blip>
                <a:srcRect r="74861"/>
                <a:stretch/>
              </p:blipFill>
              <p:spPr>
                <a:xfrm>
                  <a:off x="9507740" y="2410917"/>
                  <a:ext cx="1055637" cy="384394"/>
                </a:xfrm>
                <a:prstGeom prst="rect">
                  <a:avLst/>
                </a:prstGeom>
              </p:spPr>
            </p:pic>
            <p:pic>
              <p:nvPicPr>
                <p:cNvPr id="106" name="圖片 105">
                  <a:extLst>
                    <a:ext uri="{FF2B5EF4-FFF2-40B4-BE49-F238E27FC236}">
                      <a16:creationId xmlns:a16="http://schemas.microsoft.com/office/drawing/2014/main" id="{9B0D56D2-4D2E-4AD0-B6D2-F775797A4B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0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</a:blip>
                <a:srcRect l="49861" r="24676"/>
                <a:stretch/>
              </p:blipFill>
              <p:spPr>
                <a:xfrm>
                  <a:off x="9507740" y="3579355"/>
                  <a:ext cx="1069247" cy="384394"/>
                </a:xfrm>
                <a:prstGeom prst="rect">
                  <a:avLst/>
                </a:prstGeom>
              </p:spPr>
            </p:pic>
            <p:pic>
              <p:nvPicPr>
                <p:cNvPr id="107" name="圖片 106">
                  <a:extLst>
                    <a:ext uri="{FF2B5EF4-FFF2-40B4-BE49-F238E27FC236}">
                      <a16:creationId xmlns:a16="http://schemas.microsoft.com/office/drawing/2014/main" id="{A0FC878E-C831-4DB8-8C7A-35ED80FC8F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0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</a:blip>
                <a:srcRect l="74768"/>
                <a:stretch/>
              </p:blipFill>
              <p:spPr>
                <a:xfrm>
                  <a:off x="9507740" y="4169509"/>
                  <a:ext cx="1059526" cy="384394"/>
                </a:xfrm>
                <a:prstGeom prst="rect">
                  <a:avLst/>
                </a:prstGeom>
              </p:spPr>
            </p:pic>
          </p:grpSp>
          <p:pic>
            <p:nvPicPr>
              <p:cNvPr id="102" name="圖片 101">
                <a:extLst>
                  <a:ext uri="{FF2B5EF4-FFF2-40B4-BE49-F238E27FC236}">
                    <a16:creationId xmlns:a16="http://schemas.microsoft.com/office/drawing/2014/main" id="{4F1AA4D3-A4D7-4974-A36D-A1DD6F1523E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1194" t="34136" r="30343" b="39166"/>
              <a:stretch/>
            </p:blipFill>
            <p:spPr>
              <a:xfrm>
                <a:off x="4064762" y="2414839"/>
                <a:ext cx="811276" cy="2132931"/>
              </a:xfrm>
              <a:prstGeom prst="rect">
                <a:avLst/>
              </a:prstGeom>
            </p:spPr>
          </p:pic>
        </p:grpSp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C442AC70-635E-4D32-8B70-E0C2CA7499E9}"/>
                </a:ext>
              </a:extLst>
            </p:cNvPr>
            <p:cNvGrpSpPr/>
            <p:nvPr/>
          </p:nvGrpSpPr>
          <p:grpSpPr>
            <a:xfrm>
              <a:off x="535756" y="1740179"/>
              <a:ext cx="1446191" cy="2284146"/>
              <a:chOff x="1269221" y="-909815"/>
              <a:chExt cx="1446191" cy="2284146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9" name="文字方塊 48">
                    <a:extLst>
                      <a:ext uri="{FF2B5EF4-FFF2-40B4-BE49-F238E27FC236}">
                        <a16:creationId xmlns:a16="http://schemas.microsoft.com/office/drawing/2014/main" id="{FBF53740-3821-4DC0-B0C2-B03AF01F965D}"/>
                      </a:ext>
                    </a:extLst>
                  </p:cNvPr>
                  <p:cNvSpPr txBox="1"/>
                  <p:nvPr/>
                </p:nvSpPr>
                <p:spPr>
                  <a:xfrm>
                    <a:off x="1563231" y="1035777"/>
                    <a:ext cx="81295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−1, </m:t>
                              </m:r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oMath>
                      </m:oMathPara>
                    </a14:m>
                    <a:endParaRPr lang="zh-TW" altLang="en-US" sz="1600" dirty="0"/>
                  </a:p>
                </p:txBody>
              </p:sp>
            </mc:Choice>
            <mc:Fallback>
              <p:sp>
                <p:nvSpPr>
                  <p:cNvPr id="49" name="文字方塊 48">
                    <a:extLst>
                      <a:ext uri="{FF2B5EF4-FFF2-40B4-BE49-F238E27FC236}">
                        <a16:creationId xmlns:a16="http://schemas.microsoft.com/office/drawing/2014/main" id="{FBF53740-3821-4DC0-B0C2-B03AF01F965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63231" y="1035777"/>
                    <a:ext cx="812954" cy="338554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t="-108929" r="-47368" b="-16785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文字方塊 49">
                    <a:extLst>
                      <a:ext uri="{FF2B5EF4-FFF2-40B4-BE49-F238E27FC236}">
                        <a16:creationId xmlns:a16="http://schemas.microsoft.com/office/drawing/2014/main" id="{F6703772-D62D-410E-8CBB-3657AD0B1213}"/>
                      </a:ext>
                    </a:extLst>
                  </p:cNvPr>
                  <p:cNvSpPr txBox="1"/>
                  <p:nvPr/>
                </p:nvSpPr>
                <p:spPr>
                  <a:xfrm>
                    <a:off x="1580027" y="-909815"/>
                    <a:ext cx="81295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"/>
                              <m:endChr m:val="⟩"/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1, −1</m:t>
                              </m:r>
                            </m:e>
                          </m:d>
                        </m:oMath>
                      </m:oMathPara>
                    </a14:m>
                    <a:endParaRPr lang="zh-TW" altLang="en-US" sz="1600" dirty="0"/>
                  </a:p>
                </p:txBody>
              </p:sp>
            </mc:Choice>
            <mc:Fallback xmlns="">
              <p:sp>
                <p:nvSpPr>
                  <p:cNvPr id="110" name="文字方塊 109">
                    <a:extLst>
                      <a:ext uri="{FF2B5EF4-FFF2-40B4-BE49-F238E27FC236}">
                        <a16:creationId xmlns:a16="http://schemas.microsoft.com/office/drawing/2014/main" id="{AA0071A4-0DA4-44B4-A41D-67D31117A47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80027" y="-909815"/>
                    <a:ext cx="812954" cy="33855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t="-108929" r="-47368" b="-16785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1" name="Oval 4">
                <a:extLst>
                  <a:ext uri="{FF2B5EF4-FFF2-40B4-BE49-F238E27FC236}">
                    <a16:creationId xmlns:a16="http://schemas.microsoft.com/office/drawing/2014/main" id="{AFE19F3B-91E8-4FEC-917C-B2AFC2DD0EC2}"/>
                  </a:ext>
                </a:extLst>
              </p:cNvPr>
              <p:cNvSpPr/>
              <p:nvPr/>
            </p:nvSpPr>
            <p:spPr>
              <a:xfrm>
                <a:off x="1271413" y="-529397"/>
                <a:ext cx="1443999" cy="1495797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3">
                      <a:lumMod val="60000"/>
                      <a:lumOff val="40000"/>
                      <a:alpha val="60000"/>
                    </a:schemeClr>
                  </a:gs>
                  <a:gs pos="55000">
                    <a:schemeClr val="accent3">
                      <a:lumMod val="40000"/>
                      <a:lumOff val="60000"/>
                      <a:alpha val="60000"/>
                    </a:schemeClr>
                  </a:gs>
                  <a:gs pos="0">
                    <a:schemeClr val="bg1">
                      <a:alpha val="60000"/>
                    </a:scheme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57150">
                <a:solidFill>
                  <a:srgbClr val="D5D7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52" name="SHO">
                <a:extLst>
                  <a:ext uri="{FF2B5EF4-FFF2-40B4-BE49-F238E27FC236}">
                    <a16:creationId xmlns:a16="http://schemas.microsoft.com/office/drawing/2014/main" id="{271EBE3E-50A2-4546-88A8-7D84E9F7DD27}"/>
                  </a:ext>
                </a:extLst>
              </p:cNvPr>
              <p:cNvSpPr/>
              <p:nvPr/>
            </p:nvSpPr>
            <p:spPr>
              <a:xfrm rot="16200000">
                <a:off x="1679874" y="-502998"/>
                <a:ext cx="622693" cy="1443999"/>
              </a:xfrm>
              <a:prstGeom prst="arc">
                <a:avLst>
                  <a:gd name="adj1" fmla="val 5396867"/>
                  <a:gd name="adj2" fmla="val 5395779"/>
                </a:avLst>
              </a:prstGeom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7000">
                    <a:schemeClr val="bg1">
                      <a:lumMod val="50000"/>
                    </a:schemeClr>
                  </a:gs>
                  <a:gs pos="97000">
                    <a:srgbClr val="5E5E5E"/>
                  </a:gs>
                </a:gsLst>
                <a:path path="circle">
                  <a:fillToRect l="50000" t="50000" r="50000" b="50000"/>
                </a:path>
                <a:tileRect/>
              </a:gradFill>
              <a:ln w="317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53" name="SVO">
                <a:extLst>
                  <a:ext uri="{FF2B5EF4-FFF2-40B4-BE49-F238E27FC236}">
                    <a16:creationId xmlns:a16="http://schemas.microsoft.com/office/drawing/2014/main" id="{80625FC8-72C7-41B1-9C8D-E9879A086ECC}"/>
                  </a:ext>
                </a:extLst>
              </p:cNvPr>
              <p:cNvSpPr/>
              <p:nvPr/>
            </p:nvSpPr>
            <p:spPr>
              <a:xfrm>
                <a:off x="1629320" y="-528896"/>
                <a:ext cx="722000" cy="1495797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54" name="Oval 6">
                <a:extLst>
                  <a:ext uri="{FF2B5EF4-FFF2-40B4-BE49-F238E27FC236}">
                    <a16:creationId xmlns:a16="http://schemas.microsoft.com/office/drawing/2014/main" id="{A72BD00D-72C1-4AC1-9E18-24F79F488786}"/>
                  </a:ext>
                </a:extLst>
              </p:cNvPr>
              <p:cNvSpPr/>
              <p:nvPr/>
            </p:nvSpPr>
            <p:spPr>
              <a:xfrm rot="16200000">
                <a:off x="1679874" y="-502998"/>
                <a:ext cx="622693" cy="1443999"/>
              </a:xfrm>
              <a:prstGeom prst="ellipse">
                <a:avLst/>
              </a:prstGeom>
              <a:noFill/>
              <a:ln w="38100">
                <a:solidFill>
                  <a:srgbClr val="FF3300">
                    <a:alpha val="6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Box 11">
                    <a:extLst>
                      <a:ext uri="{FF2B5EF4-FFF2-40B4-BE49-F238E27FC236}">
                        <a16:creationId xmlns:a16="http://schemas.microsoft.com/office/drawing/2014/main" id="{2C660CDC-D9A8-44E4-B6A2-8D2E6CD6D9F3}"/>
                      </a:ext>
                    </a:extLst>
                  </p:cNvPr>
                  <p:cNvSpPr txBox="1"/>
                  <p:nvPr/>
                </p:nvSpPr>
                <p:spPr>
                  <a:xfrm>
                    <a:off x="1441522" y="40650"/>
                    <a:ext cx="176928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125" name="TextBox 11">
                    <a:extLst>
                      <a:ext uri="{FF2B5EF4-FFF2-40B4-BE49-F238E27FC236}">
                        <a16:creationId xmlns:a16="http://schemas.microsoft.com/office/drawing/2014/main" id="{115660D2-D291-4CC2-9F64-AC685B91012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1522" y="40650"/>
                    <a:ext cx="176928" cy="338554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r="-41379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Box 12">
                    <a:extLst>
                      <a:ext uri="{FF2B5EF4-FFF2-40B4-BE49-F238E27FC236}">
                        <a16:creationId xmlns:a16="http://schemas.microsoft.com/office/drawing/2014/main" id="{5D9434DF-9D09-4ECB-ABE4-0C76FE93439D}"/>
                      </a:ext>
                    </a:extLst>
                  </p:cNvPr>
                  <p:cNvSpPr txBox="1"/>
                  <p:nvPr/>
                </p:nvSpPr>
                <p:spPr>
                  <a:xfrm>
                    <a:off x="2096445" y="136047"/>
                    <a:ext cx="176928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127" name="TextBox 12">
                    <a:extLst>
                      <a:ext uri="{FF2B5EF4-FFF2-40B4-BE49-F238E27FC236}">
                        <a16:creationId xmlns:a16="http://schemas.microsoft.com/office/drawing/2014/main" id="{3BFF9703-6F9D-4BE1-800D-35E8D1FA757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96445" y="136047"/>
                    <a:ext cx="176928" cy="338554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r="-51724" b="-363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13">
                    <a:extLst>
                      <a:ext uri="{FF2B5EF4-FFF2-40B4-BE49-F238E27FC236}">
                        <a16:creationId xmlns:a16="http://schemas.microsoft.com/office/drawing/2014/main" id="{FD3E0DB0-BFA5-4C05-8197-56FED2EA48A3}"/>
                      </a:ext>
                    </a:extLst>
                  </p:cNvPr>
                  <p:cNvSpPr txBox="1"/>
                  <p:nvPr/>
                </p:nvSpPr>
                <p:spPr>
                  <a:xfrm>
                    <a:off x="1852321" y="-493695"/>
                    <a:ext cx="256967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129" name="TextBox 13">
                    <a:extLst>
                      <a:ext uri="{FF2B5EF4-FFF2-40B4-BE49-F238E27FC236}">
                        <a16:creationId xmlns:a16="http://schemas.microsoft.com/office/drawing/2014/main" id="{006DB87D-4747-446D-A81F-C70C343CD78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52321" y="-493695"/>
                    <a:ext cx="256967" cy="338554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8" name="DVO">
                <a:extLst>
                  <a:ext uri="{FF2B5EF4-FFF2-40B4-BE49-F238E27FC236}">
                    <a16:creationId xmlns:a16="http://schemas.microsoft.com/office/drawing/2014/main" id="{8014F4CC-016E-429A-A39F-EF381543DB95}"/>
                  </a:ext>
                </a:extLst>
              </p:cNvPr>
              <p:cNvSpPr/>
              <p:nvPr/>
            </p:nvSpPr>
            <p:spPr>
              <a:xfrm flipH="1">
                <a:off x="1629320" y="-528896"/>
                <a:ext cx="722000" cy="1495797"/>
              </a:xfrm>
              <a:prstGeom prst="arc">
                <a:avLst>
                  <a:gd name="adj1" fmla="val 5396867"/>
                  <a:gd name="adj2" fmla="val 16170484"/>
                </a:avLst>
              </a:prstGeom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cxnSp>
            <p:nvCxnSpPr>
              <p:cNvPr id="60" name="Straight Arrow Connector 7">
                <a:extLst>
                  <a:ext uri="{FF2B5EF4-FFF2-40B4-BE49-F238E27FC236}">
                    <a16:creationId xmlns:a16="http://schemas.microsoft.com/office/drawing/2014/main" id="{0F735830-0119-41EE-8B88-9E1CEF71A06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87289" y="-229080"/>
                <a:ext cx="1697" cy="44589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19">
                <a:extLst>
                  <a:ext uri="{FF2B5EF4-FFF2-40B4-BE49-F238E27FC236}">
                    <a16:creationId xmlns:a16="http://schemas.microsoft.com/office/drawing/2014/main" id="{39E2CFE6-71B5-48A8-A33D-0F7BAF74F8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90273" y="214626"/>
                <a:ext cx="195802" cy="15676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18">
                <a:extLst>
                  <a:ext uri="{FF2B5EF4-FFF2-40B4-BE49-F238E27FC236}">
                    <a16:creationId xmlns:a16="http://schemas.microsoft.com/office/drawing/2014/main" id="{77E2241E-E6BD-4C5C-BF46-A54DF191C71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 flipV="1">
                <a:off x="1818951" y="43150"/>
                <a:ext cx="0" cy="34295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Partial Circle 9">
                <a:extLst>
                  <a:ext uri="{FF2B5EF4-FFF2-40B4-BE49-F238E27FC236}">
                    <a16:creationId xmlns:a16="http://schemas.microsoft.com/office/drawing/2014/main" id="{D88A16EF-A4D9-422C-B440-1E9B0B79D7E9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H="1">
                <a:off x="1924887" y="120473"/>
                <a:ext cx="102408" cy="197724"/>
              </a:xfrm>
              <a:prstGeom prst="pie">
                <a:avLst>
                  <a:gd name="adj1" fmla="val 16258856"/>
                  <a:gd name="adj2" fmla="val 19252600"/>
                </a:avLst>
              </a:prstGeom>
              <a:gradFill flip="none" rotWithShape="1">
                <a:gsLst>
                  <a:gs pos="0">
                    <a:schemeClr val="tx1"/>
                  </a:gs>
                  <a:gs pos="50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lin ang="27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TextBox 10">
                    <a:extLst>
                      <a:ext uri="{FF2B5EF4-FFF2-40B4-BE49-F238E27FC236}">
                        <a16:creationId xmlns:a16="http://schemas.microsoft.com/office/drawing/2014/main" id="{B0755140-1ED3-418E-8E73-E1D2B917C7ED}"/>
                      </a:ext>
                    </a:extLst>
                  </p:cNvPr>
                  <p:cNvSpPr txBox="1"/>
                  <p:nvPr/>
                </p:nvSpPr>
                <p:spPr>
                  <a:xfrm>
                    <a:off x="1560871" y="155523"/>
                    <a:ext cx="31523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143" name="TextBox 10">
                    <a:extLst>
                      <a:ext uri="{FF2B5EF4-FFF2-40B4-BE49-F238E27FC236}">
                        <a16:creationId xmlns:a16="http://schemas.microsoft.com/office/drawing/2014/main" id="{F4BA87A4-FF23-4612-80FF-80921F92BB6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60871" y="155523"/>
                    <a:ext cx="315234" cy="338554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7" name="Straight Arrow Connector 17">
                <a:extLst>
                  <a:ext uri="{FF2B5EF4-FFF2-40B4-BE49-F238E27FC236}">
                    <a16:creationId xmlns:a16="http://schemas.microsoft.com/office/drawing/2014/main" id="{BF6121CE-90BE-4D19-9571-5F7CB3DD431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68140" y="220545"/>
                <a:ext cx="221585" cy="28653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stealth" w="lg" len="lg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68" name="Partial Circle 9">
                <a:extLst>
                  <a:ext uri="{FF2B5EF4-FFF2-40B4-BE49-F238E27FC236}">
                    <a16:creationId xmlns:a16="http://schemas.microsoft.com/office/drawing/2014/main" id="{528F2B9E-C51B-4BE0-A58B-43D54E2EE50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12164" y="83252"/>
                <a:ext cx="149214" cy="301366"/>
              </a:xfrm>
              <a:prstGeom prst="pie">
                <a:avLst>
                  <a:gd name="adj1" fmla="val 16258856"/>
                  <a:gd name="adj2" fmla="val 19252600"/>
                </a:avLst>
              </a:prstGeom>
              <a:gradFill flip="none" rotWithShape="1">
                <a:gsLst>
                  <a:gs pos="0">
                    <a:schemeClr val="tx1"/>
                  </a:gs>
                  <a:gs pos="50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lin ang="2700000" scaled="1"/>
                <a:tileRect/>
              </a:gra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TextBox 10">
                    <a:extLst>
                      <a:ext uri="{FF2B5EF4-FFF2-40B4-BE49-F238E27FC236}">
                        <a16:creationId xmlns:a16="http://schemas.microsoft.com/office/drawing/2014/main" id="{E3CB8141-3307-4D03-B1E5-D63D5A364FA6}"/>
                      </a:ext>
                    </a:extLst>
                  </p:cNvPr>
                  <p:cNvSpPr txBox="1"/>
                  <p:nvPr/>
                </p:nvSpPr>
                <p:spPr>
                  <a:xfrm>
                    <a:off x="1951942" y="-164895"/>
                    <a:ext cx="297046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146" name="TextBox 10">
                    <a:extLst>
                      <a:ext uri="{FF2B5EF4-FFF2-40B4-BE49-F238E27FC236}">
                        <a16:creationId xmlns:a16="http://schemas.microsoft.com/office/drawing/2014/main" id="{18AA10A0-393A-4B71-8D8A-7D5D0CD59BF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51942" y="-164895"/>
                    <a:ext cx="297046" cy="338554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r="-4082" b="-8929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0" name="Straight Arrow Connector 17">
                <a:extLst>
                  <a:ext uri="{FF2B5EF4-FFF2-40B4-BE49-F238E27FC236}">
                    <a16:creationId xmlns:a16="http://schemas.microsoft.com/office/drawing/2014/main" id="{5F124962-8FE5-4142-B6B9-BECD5A587C8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81637" y="-225181"/>
                <a:ext cx="571923" cy="449644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stealth" w="lg" len="lg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71" name="等腰三角形 70">
                <a:extLst>
                  <a:ext uri="{FF2B5EF4-FFF2-40B4-BE49-F238E27FC236}">
                    <a16:creationId xmlns:a16="http://schemas.microsoft.com/office/drawing/2014/main" id="{1BA0EA36-2FEC-48FE-A773-79C92D57F754}"/>
                  </a:ext>
                </a:extLst>
              </p:cNvPr>
              <p:cNvSpPr/>
              <p:nvPr/>
            </p:nvSpPr>
            <p:spPr>
              <a:xfrm rot="5400000">
                <a:off x="1943813" y="420057"/>
                <a:ext cx="329835" cy="221179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1889" tIns="35945" rIns="71889" bIns="3594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415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7334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</TotalTime>
  <Words>32</Words>
  <Application>Microsoft Office PowerPoint</Application>
  <PresentationFormat>自訂</PresentationFormat>
  <Paragraphs>14</Paragraphs>
  <Slides>2</Slides>
  <Notes>0</Notes>
  <HiddenSlides>1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9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13</cp:revision>
  <dcterms:created xsi:type="dcterms:W3CDTF">2026-05-06T09:00:56Z</dcterms:created>
  <dcterms:modified xsi:type="dcterms:W3CDTF">2026-05-22T09:20:03Z</dcterms:modified>
</cp:coreProperties>
</file>