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</p:sldIdLst>
  <p:sldSz cx="99060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060529"/>
            <a:ext cx="842010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3592"/>
            <a:ext cx="742950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53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15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615546"/>
            <a:ext cx="8543925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336619"/>
            <a:ext cx="8543925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9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725046"/>
            <a:ext cx="4210050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725046"/>
            <a:ext cx="4210050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49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5011"/>
            <a:ext cx="8543925" cy="1252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588543"/>
            <a:ext cx="4190702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367064"/>
            <a:ext cx="4190702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88543"/>
            <a:ext cx="421134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367064"/>
            <a:ext cx="4211340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83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6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44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32012"/>
            <a:ext cx="31949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33027"/>
            <a:ext cx="5014913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944052"/>
            <a:ext cx="31949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32012"/>
            <a:ext cx="31949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33027"/>
            <a:ext cx="5014913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944052"/>
            <a:ext cx="31949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62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94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45009"/>
            <a:ext cx="2135981" cy="549164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45009"/>
            <a:ext cx="6284119" cy="549164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86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45011"/>
            <a:ext cx="8543925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725046"/>
            <a:ext cx="8543925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006164"/>
            <a:ext cx="222885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9EBDB-ED21-4F12-8F84-164F28F696EF}" type="datetimeFigureOut">
              <a:rPr lang="zh-TW" altLang="en-US" smtClean="0"/>
              <a:t>2026/6/19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006164"/>
            <a:ext cx="334327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006164"/>
            <a:ext cx="222885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32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34" Type="http://schemas.openxmlformats.org/officeDocument/2006/relationships/image" Target="../media/image33.png"/><Relationship Id="rId42" Type="http://schemas.openxmlformats.org/officeDocument/2006/relationships/image" Target="../media/image2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32.png"/><Relationship Id="rId38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37" Type="http://schemas.openxmlformats.org/officeDocument/2006/relationships/image" Target="../media/image22.png"/><Relationship Id="rId40" Type="http://schemas.openxmlformats.org/officeDocument/2006/relationships/image" Target="../media/image25.png"/><Relationship Id="rId5" Type="http://schemas.openxmlformats.org/officeDocument/2006/relationships/image" Target="../media/image310.png"/><Relationship Id="rId15" Type="http://schemas.openxmlformats.org/officeDocument/2006/relationships/image" Target="../media/image13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35" Type="http://schemas.openxmlformats.org/officeDocument/2006/relationships/image" Target="../media/image20.png"/><Relationship Id="rId4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67621CD4-4F1D-42D1-8FE7-1231C9749372}"/>
              </a:ext>
            </a:extLst>
          </p:cNvPr>
          <p:cNvGrpSpPr/>
          <p:nvPr/>
        </p:nvGrpSpPr>
        <p:grpSpPr>
          <a:xfrm>
            <a:off x="137483" y="-16960"/>
            <a:ext cx="9631034" cy="6514095"/>
            <a:chOff x="178758" y="101259"/>
            <a:chExt cx="9631034" cy="651409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A35AA70-FA23-48E2-82B5-4403B1DDB7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51"/>
            <a:stretch/>
          </p:blipFill>
          <p:spPr>
            <a:xfrm>
              <a:off x="930790" y="2186008"/>
              <a:ext cx="7937195" cy="159480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E2CEEFC-EB1F-4232-89C9-D8854B65D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223"/>
            <a:stretch/>
          </p:blipFill>
          <p:spPr>
            <a:xfrm>
              <a:off x="930790" y="4510233"/>
              <a:ext cx="7920807" cy="1594800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91246B0-6793-4A42-BD59-084A6D23E9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169"/>
            <a:stretch/>
          </p:blipFill>
          <p:spPr>
            <a:xfrm>
              <a:off x="930790" y="574477"/>
              <a:ext cx="7925854" cy="1594800"/>
            </a:xfrm>
            <a:prstGeom prst="rect">
              <a:avLst/>
            </a:prstGeom>
          </p:spPr>
        </p:pic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288E9896-9E4F-4C2C-A911-7FEF0722013B}"/>
                </a:ext>
              </a:extLst>
            </p:cNvPr>
            <p:cNvSpPr/>
            <p:nvPr/>
          </p:nvSpPr>
          <p:spPr>
            <a:xfrm>
              <a:off x="285634" y="4475225"/>
              <a:ext cx="8726400" cy="1827150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7BFE40E8-D447-4A65-A047-52809FD40D23}"/>
                </a:ext>
              </a:extLst>
            </p:cNvPr>
            <p:cNvSpPr/>
            <p:nvPr/>
          </p:nvSpPr>
          <p:spPr>
            <a:xfrm>
              <a:off x="285634" y="610720"/>
              <a:ext cx="8726557" cy="3300880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16FEC379-B580-4556-AB9A-6B9F500A38DB}"/>
                </a:ext>
              </a:extLst>
            </p:cNvPr>
            <p:cNvGrpSpPr/>
            <p:nvPr/>
          </p:nvGrpSpPr>
          <p:grpSpPr>
            <a:xfrm>
              <a:off x="7328737" y="6272183"/>
              <a:ext cx="1718308" cy="343171"/>
              <a:chOff x="10557418" y="6399554"/>
              <a:chExt cx="2266734" cy="452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6D3AE693-FAE4-4477-9E97-B705D2E634A1}"/>
                      </a:ext>
                    </a:extLst>
                  </p:cNvPr>
                  <p:cNvSpPr/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=1.5 </m:t>
                          </m:r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US" altLang="zh-TW" sz="1630"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m:oMathPara>
                    </a14:m>
                    <a:endParaRPr lang="zh-TW" altLang="en-US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33615A92-2488-4DAF-823B-7ACEF39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8" name="圖片 57">
                <a:extLst>
                  <a:ext uri="{FF2B5EF4-FFF2-40B4-BE49-F238E27FC236}">
                    <a16:creationId xmlns:a16="http://schemas.microsoft.com/office/drawing/2014/main" id="{302A021D-6B28-487B-B28E-B5D67657C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57418" y="6619851"/>
                <a:ext cx="476304" cy="13693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4EE619D1-FE5A-4904-9EF9-812D48C58D84}"/>
                    </a:ext>
                  </a:extLst>
                </p:cNvPr>
                <p:cNvSpPr/>
                <p:nvPr/>
              </p:nvSpPr>
              <p:spPr>
                <a:xfrm>
                  <a:off x="178758" y="4024383"/>
                  <a:ext cx="1495601" cy="4567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4EE619D1-FE5A-4904-9EF9-812D48C58D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58" y="4024383"/>
                  <a:ext cx="1495601" cy="456728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16C610F-D114-49B6-AA8F-93D1163DC516}"/>
                    </a:ext>
                  </a:extLst>
                </p:cNvPr>
                <p:cNvSpPr/>
                <p:nvPr/>
              </p:nvSpPr>
              <p:spPr>
                <a:xfrm>
                  <a:off x="302388" y="1128575"/>
                  <a:ext cx="7922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16C610F-D114-49B6-AA8F-93D1163DC5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88" y="1128575"/>
                  <a:ext cx="79220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FCF0267-AF69-408E-83CF-E40240898E3F}"/>
                    </a:ext>
                  </a:extLst>
                </p:cNvPr>
                <p:cNvSpPr/>
                <p:nvPr/>
              </p:nvSpPr>
              <p:spPr>
                <a:xfrm>
                  <a:off x="1233850" y="3299172"/>
                  <a:ext cx="64152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FCF0267-AF69-408E-83CF-E40240898E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50" y="3299172"/>
                  <a:ext cx="641522" cy="343171"/>
                </a:xfrm>
                <a:prstGeom prst="rect">
                  <a:avLst/>
                </a:prstGeom>
                <a:blipFill>
                  <a:blip r:embed="rId9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7D2BA6ED-F3F6-4E48-8797-E5C62278738A}"/>
                    </a:ext>
                  </a:extLst>
                </p:cNvPr>
                <p:cNvSpPr/>
                <p:nvPr/>
              </p:nvSpPr>
              <p:spPr>
                <a:xfrm>
                  <a:off x="1369160" y="352569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7D2BA6ED-F3F6-4E48-8797-E5C6227873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160" y="3525693"/>
                  <a:ext cx="889154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4318D726-0C1E-4335-AC86-FC2D896A545D}"/>
                    </a:ext>
                  </a:extLst>
                </p:cNvPr>
                <p:cNvSpPr/>
                <p:nvPr/>
              </p:nvSpPr>
              <p:spPr>
                <a:xfrm>
                  <a:off x="2876622" y="352569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4318D726-0C1E-4335-AC86-FC2D896A54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6622" y="3525693"/>
                  <a:ext cx="889154" cy="3431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7DB720B7-D574-4D15-8E19-7228E0981AF0}"/>
                    </a:ext>
                  </a:extLst>
                </p:cNvPr>
                <p:cNvSpPr/>
                <p:nvPr/>
              </p:nvSpPr>
              <p:spPr>
                <a:xfrm>
                  <a:off x="4594960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7DB720B7-D574-4D15-8E19-7228E0981A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960" y="3525693"/>
                  <a:ext cx="733662" cy="3431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223FB366-A8D4-4B76-B8D8-D9A4CC5F9B70}"/>
                    </a:ext>
                  </a:extLst>
                </p:cNvPr>
                <p:cNvSpPr/>
                <p:nvPr/>
              </p:nvSpPr>
              <p:spPr>
                <a:xfrm>
                  <a:off x="6213693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223FB366-A8D4-4B76-B8D8-D9A4CC5F9B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93" y="3525693"/>
                  <a:ext cx="733662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C3C5C89E-1517-4044-84F9-4A556E673FCF}"/>
                    </a:ext>
                  </a:extLst>
                </p:cNvPr>
                <p:cNvSpPr/>
                <p:nvPr/>
              </p:nvSpPr>
              <p:spPr>
                <a:xfrm>
                  <a:off x="7724876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C3C5C89E-1517-4044-84F9-4A556E673F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76" y="3525693"/>
                  <a:ext cx="733662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528E9D6-6595-4C2C-8910-534DECC142AE}"/>
                </a:ext>
              </a:extLst>
            </p:cNvPr>
            <p:cNvSpPr/>
            <p:nvPr/>
          </p:nvSpPr>
          <p:spPr>
            <a:xfrm rot="5400000">
              <a:off x="8958373" y="2732176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01C039CF-7E75-48C6-AE99-5CDFFCE59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40" r="9825"/>
            <a:stretch/>
          </p:blipFill>
          <p:spPr>
            <a:xfrm>
              <a:off x="9023022" y="2124366"/>
              <a:ext cx="490120" cy="165506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AA7DB4D-008D-4D94-A265-1F97D8FAF1FD}"/>
                    </a:ext>
                  </a:extLst>
                </p:cNvPr>
                <p:cNvSpPr/>
                <p:nvPr/>
              </p:nvSpPr>
              <p:spPr>
                <a:xfrm>
                  <a:off x="241755" y="101259"/>
                  <a:ext cx="1311256" cy="517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ℓ,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AA7DB4D-008D-4D94-A265-1F97D8FAF1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55" y="101259"/>
                  <a:ext cx="1311256" cy="51751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28A5EB9-9DE5-40C8-9CDD-B9ACC7FA4D60}"/>
                    </a:ext>
                  </a:extLst>
                </p:cNvPr>
                <p:cNvSpPr/>
                <p:nvPr/>
              </p:nvSpPr>
              <p:spPr>
                <a:xfrm>
                  <a:off x="1363870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28A5EB9-9DE5-40C8-9CDD-B9ACC7FA4D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3870" y="1926077"/>
                  <a:ext cx="744243" cy="343171"/>
                </a:xfrm>
                <a:prstGeom prst="rect">
                  <a:avLst/>
                </a:prstGeom>
                <a:blipFill>
                  <a:blip r:embed="rId17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32EE6FA-1AD1-4016-BD95-6900EA5B5573}"/>
                    </a:ext>
                  </a:extLst>
                </p:cNvPr>
                <p:cNvSpPr/>
                <p:nvPr/>
              </p:nvSpPr>
              <p:spPr>
                <a:xfrm>
                  <a:off x="2949078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32EE6FA-1AD1-4016-BD95-6900EA5B5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9078" y="1926077"/>
                  <a:ext cx="744243" cy="343171"/>
                </a:xfrm>
                <a:prstGeom prst="rect">
                  <a:avLst/>
                </a:prstGeom>
                <a:blipFill>
                  <a:blip r:embed="rId18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A529BC5-5052-446D-8C8C-9BC5C653DB64}"/>
                    </a:ext>
                  </a:extLst>
                </p:cNvPr>
                <p:cNvSpPr/>
                <p:nvPr/>
              </p:nvSpPr>
              <p:spPr>
                <a:xfrm>
                  <a:off x="4589670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A529BC5-5052-446D-8C8C-9BC5C653DB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670" y="1926077"/>
                  <a:ext cx="744243" cy="343171"/>
                </a:xfrm>
                <a:prstGeom prst="rect">
                  <a:avLst/>
                </a:prstGeom>
                <a:blipFill>
                  <a:blip r:embed="rId19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6CD9DE1A-C7D0-4B39-AC88-51776198DF4F}"/>
                    </a:ext>
                  </a:extLst>
                </p:cNvPr>
                <p:cNvSpPr/>
                <p:nvPr/>
              </p:nvSpPr>
              <p:spPr>
                <a:xfrm>
                  <a:off x="6130657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6CD9DE1A-C7D0-4B39-AC88-51776198DF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0657" y="1926077"/>
                  <a:ext cx="744243" cy="343171"/>
                </a:xfrm>
                <a:prstGeom prst="rect">
                  <a:avLst/>
                </a:prstGeom>
                <a:blipFill>
                  <a:blip r:embed="rId20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F090529-51DA-4CEB-A8A7-EF1B88A1CED7}"/>
                    </a:ext>
                  </a:extLst>
                </p:cNvPr>
                <p:cNvSpPr/>
                <p:nvPr/>
              </p:nvSpPr>
              <p:spPr>
                <a:xfrm>
                  <a:off x="7719586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F090529-51DA-4CEB-A8A7-EF1B88A1CE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586" y="1926077"/>
                  <a:ext cx="744243" cy="343171"/>
                </a:xfrm>
                <a:prstGeom prst="rect">
                  <a:avLst/>
                </a:prstGeom>
                <a:blipFill>
                  <a:blip r:embed="rId21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群組 76">
              <a:extLst>
                <a:ext uri="{FF2B5EF4-FFF2-40B4-BE49-F238E27FC236}">
                  <a16:creationId xmlns:a16="http://schemas.microsoft.com/office/drawing/2014/main" id="{F9A72FEA-E719-4DA3-B473-7A60CB359938}"/>
                </a:ext>
              </a:extLst>
            </p:cNvPr>
            <p:cNvGrpSpPr/>
            <p:nvPr/>
          </p:nvGrpSpPr>
          <p:grpSpPr>
            <a:xfrm>
              <a:off x="1550691" y="2549818"/>
              <a:ext cx="550009" cy="592612"/>
              <a:chOff x="-988088" y="945710"/>
              <a:chExt cx="550009" cy="5926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EDEB094F-393C-43F0-B603-2E7016A0DB05}"/>
                      </a:ext>
                    </a:extLst>
                  </p:cNvPr>
                  <p:cNvSpPr txBox="1"/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DA635BAA-EFD7-435B-BCE4-F0FC3026F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字方塊 78">
                    <a:extLst>
                      <a:ext uri="{FF2B5EF4-FFF2-40B4-BE49-F238E27FC236}">
                        <a16:creationId xmlns:a16="http://schemas.microsoft.com/office/drawing/2014/main" id="{8A92889A-0FBC-4115-AD7E-E858414A4C33}"/>
                      </a:ext>
                    </a:extLst>
                  </p:cNvPr>
                  <p:cNvSpPr txBox="1"/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0E789C9-D068-48AA-8926-92B8566159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1194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箭號: 向右 79">
                <a:extLst>
                  <a:ext uri="{FF2B5EF4-FFF2-40B4-BE49-F238E27FC236}">
                    <a16:creationId xmlns:a16="http://schemas.microsoft.com/office/drawing/2014/main" id="{F32A89A1-E095-4210-B194-1EC0B4AD3DA8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箭號: 向右 80">
                <a:extLst>
                  <a:ext uri="{FF2B5EF4-FFF2-40B4-BE49-F238E27FC236}">
                    <a16:creationId xmlns:a16="http://schemas.microsoft.com/office/drawing/2014/main" id="{E42CAD77-BEA0-4CB1-B01D-A8A1D4284141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240CA1BD-0A6B-483E-82FB-D0031F2E5140}"/>
                    </a:ext>
                  </a:extLst>
                </p:cNvPr>
                <p:cNvSpPr/>
                <p:nvPr/>
              </p:nvSpPr>
              <p:spPr>
                <a:xfrm>
                  <a:off x="296970" y="2640980"/>
                  <a:ext cx="80304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240CA1BD-0A6B-483E-82FB-D0031F2E51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70" y="2640980"/>
                  <a:ext cx="803040" cy="369332"/>
                </a:xfrm>
                <a:prstGeom prst="rect">
                  <a:avLst/>
                </a:prstGeom>
                <a:blipFill>
                  <a:blip r:embed="rId3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287FE308-8D4D-42B7-B8A9-E8CDF97468FD}"/>
                    </a:ext>
                  </a:extLst>
                </p:cNvPr>
                <p:cNvSpPr/>
                <p:nvPr/>
              </p:nvSpPr>
              <p:spPr>
                <a:xfrm>
                  <a:off x="296980" y="5266055"/>
                  <a:ext cx="80304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287FE308-8D4D-42B7-B8A9-E8CDF97468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80" y="5266055"/>
                  <a:ext cx="803040" cy="369332"/>
                </a:xfrm>
                <a:prstGeom prst="rect">
                  <a:avLst/>
                </a:prstGeom>
                <a:blipFill>
                  <a:blip r:embed="rId3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65E3A63F-4D89-41B4-B9E7-ED2A3B2D83B3}"/>
                    </a:ext>
                  </a:extLst>
                </p:cNvPr>
                <p:cNvSpPr/>
                <p:nvPr/>
              </p:nvSpPr>
              <p:spPr>
                <a:xfrm>
                  <a:off x="1233850" y="5685548"/>
                  <a:ext cx="688009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65E3A63F-4D89-41B4-B9E7-ED2A3B2D8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50" y="5685548"/>
                  <a:ext cx="688009" cy="343171"/>
                </a:xfrm>
                <a:prstGeom prst="rect">
                  <a:avLst/>
                </a:prstGeom>
                <a:blipFill>
                  <a:blip r:embed="rId37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1" name="群組 90">
              <a:extLst>
                <a:ext uri="{FF2B5EF4-FFF2-40B4-BE49-F238E27FC236}">
                  <a16:creationId xmlns:a16="http://schemas.microsoft.com/office/drawing/2014/main" id="{3A0BB8D0-0BD8-440C-854D-8B897490D785}"/>
                </a:ext>
              </a:extLst>
            </p:cNvPr>
            <p:cNvGrpSpPr/>
            <p:nvPr/>
          </p:nvGrpSpPr>
          <p:grpSpPr>
            <a:xfrm>
              <a:off x="1550691" y="4829514"/>
              <a:ext cx="550009" cy="592612"/>
              <a:chOff x="-988088" y="945710"/>
              <a:chExt cx="550009" cy="5926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A535CFE8-1251-45EE-BB8B-E1894B468772}"/>
                      </a:ext>
                    </a:extLst>
                  </p:cNvPr>
                  <p:cNvSpPr txBox="1"/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DA635BAA-EFD7-435B-BCE4-F0FC3026F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字方塊 94">
                    <a:extLst>
                      <a:ext uri="{FF2B5EF4-FFF2-40B4-BE49-F238E27FC236}">
                        <a16:creationId xmlns:a16="http://schemas.microsoft.com/office/drawing/2014/main" id="{463C40B9-DE99-4F6D-882C-ECBE1952202D}"/>
                      </a:ext>
                    </a:extLst>
                  </p:cNvPr>
                  <p:cNvSpPr txBox="1"/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0E789C9-D068-48AA-8926-92B8566159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1194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0" name="箭號: 向右 99">
                <a:extLst>
                  <a:ext uri="{FF2B5EF4-FFF2-40B4-BE49-F238E27FC236}">
                    <a16:creationId xmlns:a16="http://schemas.microsoft.com/office/drawing/2014/main" id="{B3AB2D38-FC86-4126-A3D7-6A0087F848FE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箭號: 向右 117">
                <a:extLst>
                  <a:ext uri="{FF2B5EF4-FFF2-40B4-BE49-F238E27FC236}">
                    <a16:creationId xmlns:a16="http://schemas.microsoft.com/office/drawing/2014/main" id="{B3462263-DD9C-42BC-B36A-8B9B88B1A8C8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4DFBEE7D-1A45-46FE-8255-F523F7D876CA}"/>
                </a:ext>
              </a:extLst>
            </p:cNvPr>
            <p:cNvSpPr/>
            <p:nvPr/>
          </p:nvSpPr>
          <p:spPr>
            <a:xfrm rot="5400000">
              <a:off x="8939323" y="5277341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335F656F-FA50-472B-B729-81BF2650313C}"/>
                </a:ext>
              </a:extLst>
            </p:cNvPr>
            <p:cNvGrpSpPr/>
            <p:nvPr/>
          </p:nvGrpSpPr>
          <p:grpSpPr>
            <a:xfrm>
              <a:off x="7328737" y="3884249"/>
              <a:ext cx="1718308" cy="343171"/>
              <a:chOff x="10557418" y="6399554"/>
              <a:chExt cx="2266734" cy="452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矩形 120">
                    <a:extLst>
                      <a:ext uri="{FF2B5EF4-FFF2-40B4-BE49-F238E27FC236}">
                        <a16:creationId xmlns:a16="http://schemas.microsoft.com/office/drawing/2014/main" id="{BF324142-26FB-4303-A2B5-0000DAE79927}"/>
                      </a:ext>
                    </a:extLst>
                  </p:cNvPr>
                  <p:cNvSpPr/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=1.5 </m:t>
                          </m:r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US" altLang="zh-TW" sz="1630"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m:oMathPara>
                    </a14:m>
                    <a:endParaRPr lang="zh-TW" altLang="en-US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33615A92-2488-4DAF-823B-7ACEF39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22" name="圖片 121">
                <a:extLst>
                  <a:ext uri="{FF2B5EF4-FFF2-40B4-BE49-F238E27FC236}">
                    <a16:creationId xmlns:a16="http://schemas.microsoft.com/office/drawing/2014/main" id="{2611E32E-A1A0-4605-A171-F58183CFC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57418" y="6619851"/>
                <a:ext cx="476304" cy="136937"/>
              </a:xfrm>
              <a:prstGeom prst="rect">
                <a:avLst/>
              </a:prstGeom>
            </p:spPr>
          </p:pic>
        </p:grpSp>
        <p:pic>
          <p:nvPicPr>
            <p:cNvPr id="130" name="圖片 129">
              <a:extLst>
                <a:ext uri="{FF2B5EF4-FFF2-40B4-BE49-F238E27FC236}">
                  <a16:creationId xmlns:a16="http://schemas.microsoft.com/office/drawing/2014/main" id="{F555AF0C-3810-4679-8E01-4026370689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53" r="8793"/>
            <a:stretch/>
          </p:blipFill>
          <p:spPr>
            <a:xfrm>
              <a:off x="9036049" y="4609293"/>
              <a:ext cx="609601" cy="1651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766A6797-B527-42E4-AAAE-D300A21D06BC}"/>
                    </a:ext>
                  </a:extLst>
                </p:cNvPr>
                <p:cNvSpPr/>
                <p:nvPr/>
              </p:nvSpPr>
              <p:spPr>
                <a:xfrm>
                  <a:off x="1369160" y="596802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766A6797-B527-42E4-AAAE-D300A21D06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160" y="5968021"/>
                  <a:ext cx="889154" cy="343171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45D33A5D-2041-49C7-B8E4-FC63B6CA6197}"/>
                    </a:ext>
                  </a:extLst>
                </p:cNvPr>
                <p:cNvSpPr/>
                <p:nvPr/>
              </p:nvSpPr>
              <p:spPr>
                <a:xfrm>
                  <a:off x="2876622" y="596802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45D33A5D-2041-49C7-B8E4-FC63B6CA61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6622" y="5968021"/>
                  <a:ext cx="889154" cy="343171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A03566F-34DE-4C4D-B70A-2359579CE0E3}"/>
                    </a:ext>
                  </a:extLst>
                </p:cNvPr>
                <p:cNvSpPr/>
                <p:nvPr/>
              </p:nvSpPr>
              <p:spPr>
                <a:xfrm>
                  <a:off x="4594960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A03566F-34DE-4C4D-B70A-2359579CE0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960" y="5968021"/>
                  <a:ext cx="733662" cy="343171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42BD8D82-DCE9-4560-A18D-E0990D1AA76E}"/>
                    </a:ext>
                  </a:extLst>
                </p:cNvPr>
                <p:cNvSpPr/>
                <p:nvPr/>
              </p:nvSpPr>
              <p:spPr>
                <a:xfrm>
                  <a:off x="6213693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42BD8D82-DCE9-4560-A18D-E0990D1AA7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93" y="5968021"/>
                  <a:ext cx="733662" cy="343171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C33AF4E-9F38-497C-ADDC-B3D40E9CE7FD}"/>
                    </a:ext>
                  </a:extLst>
                </p:cNvPr>
                <p:cNvSpPr/>
                <p:nvPr/>
              </p:nvSpPr>
              <p:spPr>
                <a:xfrm>
                  <a:off x="7724876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C33AF4E-9F38-497C-ADDC-B3D40E9CE7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76" y="5968021"/>
                  <a:ext cx="733662" cy="343171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806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85</Words>
  <Application>Microsoft Office PowerPoint</Application>
  <PresentationFormat>自訂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36</cp:revision>
  <dcterms:created xsi:type="dcterms:W3CDTF">2026-03-29T16:21:02Z</dcterms:created>
  <dcterms:modified xsi:type="dcterms:W3CDTF">2026-06-19T12:10:25Z</dcterms:modified>
</cp:coreProperties>
</file>