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40" r:id="rId1"/>
  </p:sldMasterIdLst>
  <p:sldIdLst>
    <p:sldId id="256" r:id="rId2"/>
    <p:sldId id="257" r:id="rId3"/>
    <p:sldId id="258" r:id="rId4"/>
  </p:sldIdLst>
  <p:sldSz cx="9906000" cy="648017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707" autoAdjust="0"/>
    <p:restoredTop sz="94660"/>
  </p:normalViewPr>
  <p:slideViewPr>
    <p:cSldViewPr snapToGrid="0">
      <p:cViewPr>
        <p:scale>
          <a:sx n="150" d="100"/>
          <a:sy n="150" d="100"/>
        </p:scale>
        <p:origin x="258" y="-3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060529"/>
            <a:ext cx="8420100" cy="2256061"/>
          </a:xfrm>
        </p:spPr>
        <p:txBody>
          <a:bodyPr anchor="b"/>
          <a:lstStyle>
            <a:lvl1pPr algn="ctr">
              <a:defRPr sz="5669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403592"/>
            <a:ext cx="7429500" cy="1564542"/>
          </a:xfrm>
        </p:spPr>
        <p:txBody>
          <a:bodyPr/>
          <a:lstStyle>
            <a:lvl1pPr marL="0" indent="0" algn="ctr">
              <a:buNone/>
              <a:defRPr sz="2268"/>
            </a:lvl1pPr>
            <a:lvl2pPr marL="432008" indent="0" algn="ctr">
              <a:buNone/>
              <a:defRPr sz="1890"/>
            </a:lvl2pPr>
            <a:lvl3pPr marL="864017" indent="0" algn="ctr">
              <a:buNone/>
              <a:defRPr sz="1701"/>
            </a:lvl3pPr>
            <a:lvl4pPr marL="1296025" indent="0" algn="ctr">
              <a:buNone/>
              <a:defRPr sz="1512"/>
            </a:lvl4pPr>
            <a:lvl5pPr marL="1728033" indent="0" algn="ctr">
              <a:buNone/>
              <a:defRPr sz="1512"/>
            </a:lvl5pPr>
            <a:lvl6pPr marL="2160041" indent="0" algn="ctr">
              <a:buNone/>
              <a:defRPr sz="1512"/>
            </a:lvl6pPr>
            <a:lvl7pPr marL="2592050" indent="0" algn="ctr">
              <a:buNone/>
              <a:defRPr sz="1512"/>
            </a:lvl7pPr>
            <a:lvl8pPr marL="3024058" indent="0" algn="ctr">
              <a:buNone/>
              <a:defRPr sz="1512"/>
            </a:lvl8pPr>
            <a:lvl9pPr marL="3456066" indent="0" algn="ctr">
              <a:buNone/>
              <a:defRPr sz="1512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29EBDB-ED21-4F12-8F84-164F28F696EF}" type="datetimeFigureOut">
              <a:rPr lang="zh-TW" altLang="en-US" smtClean="0"/>
              <a:t>2026/7/2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CAF4C4-6A9E-48A0-9A53-D3080AA7F05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385331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29EBDB-ED21-4F12-8F84-164F28F696EF}" type="datetimeFigureOut">
              <a:rPr lang="zh-TW" altLang="en-US" smtClean="0"/>
              <a:t>2026/7/2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CAF4C4-6A9E-48A0-9A53-D3080AA7F05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011512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615546"/>
            <a:ext cx="8543925" cy="2695572"/>
          </a:xfrm>
        </p:spPr>
        <p:txBody>
          <a:bodyPr anchor="b"/>
          <a:lstStyle>
            <a:lvl1pPr>
              <a:defRPr sz="5669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336619"/>
            <a:ext cx="8543925" cy="1417538"/>
          </a:xfrm>
        </p:spPr>
        <p:txBody>
          <a:bodyPr/>
          <a:lstStyle>
            <a:lvl1pPr marL="0" indent="0">
              <a:buNone/>
              <a:defRPr sz="2268">
                <a:solidFill>
                  <a:schemeClr val="tx1"/>
                </a:solidFill>
              </a:defRPr>
            </a:lvl1pPr>
            <a:lvl2pPr marL="432008" indent="0">
              <a:buNone/>
              <a:defRPr sz="1890">
                <a:solidFill>
                  <a:schemeClr val="tx1">
                    <a:tint val="75000"/>
                  </a:schemeClr>
                </a:solidFill>
              </a:defRPr>
            </a:lvl2pPr>
            <a:lvl3pPr marL="864017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3pPr>
            <a:lvl4pPr marL="1296025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4pPr>
            <a:lvl5pPr marL="1728033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5pPr>
            <a:lvl6pPr marL="2160041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6pPr>
            <a:lvl7pPr marL="2592050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7pPr>
            <a:lvl8pPr marL="3024058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8pPr>
            <a:lvl9pPr marL="3456066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29EBDB-ED21-4F12-8F84-164F28F696EF}" type="datetimeFigureOut">
              <a:rPr lang="zh-TW" altLang="en-US" smtClean="0"/>
              <a:t>2026/7/2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CAF4C4-6A9E-48A0-9A53-D3080AA7F05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31985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725046"/>
            <a:ext cx="4210050" cy="4111612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725046"/>
            <a:ext cx="4210050" cy="4111612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29EBDB-ED21-4F12-8F84-164F28F696EF}" type="datetimeFigureOut">
              <a:rPr lang="zh-TW" altLang="en-US" smtClean="0"/>
              <a:t>2026/7/2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CAF4C4-6A9E-48A0-9A53-D3080AA7F05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164924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45011"/>
            <a:ext cx="8543925" cy="1252534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588543"/>
            <a:ext cx="4190702" cy="778521"/>
          </a:xfrm>
        </p:spPr>
        <p:txBody>
          <a:bodyPr anchor="b"/>
          <a:lstStyle>
            <a:lvl1pPr marL="0" indent="0">
              <a:buNone/>
              <a:defRPr sz="2268" b="1"/>
            </a:lvl1pPr>
            <a:lvl2pPr marL="432008" indent="0">
              <a:buNone/>
              <a:defRPr sz="1890" b="1"/>
            </a:lvl2pPr>
            <a:lvl3pPr marL="864017" indent="0">
              <a:buNone/>
              <a:defRPr sz="1701" b="1"/>
            </a:lvl3pPr>
            <a:lvl4pPr marL="1296025" indent="0">
              <a:buNone/>
              <a:defRPr sz="1512" b="1"/>
            </a:lvl4pPr>
            <a:lvl5pPr marL="1728033" indent="0">
              <a:buNone/>
              <a:defRPr sz="1512" b="1"/>
            </a:lvl5pPr>
            <a:lvl6pPr marL="2160041" indent="0">
              <a:buNone/>
              <a:defRPr sz="1512" b="1"/>
            </a:lvl6pPr>
            <a:lvl7pPr marL="2592050" indent="0">
              <a:buNone/>
              <a:defRPr sz="1512" b="1"/>
            </a:lvl7pPr>
            <a:lvl8pPr marL="3024058" indent="0">
              <a:buNone/>
              <a:defRPr sz="1512" b="1"/>
            </a:lvl8pPr>
            <a:lvl9pPr marL="3456066" indent="0">
              <a:buNone/>
              <a:defRPr sz="1512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367064"/>
            <a:ext cx="4190702" cy="3481594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588543"/>
            <a:ext cx="4211340" cy="778521"/>
          </a:xfrm>
        </p:spPr>
        <p:txBody>
          <a:bodyPr anchor="b"/>
          <a:lstStyle>
            <a:lvl1pPr marL="0" indent="0">
              <a:buNone/>
              <a:defRPr sz="2268" b="1"/>
            </a:lvl1pPr>
            <a:lvl2pPr marL="432008" indent="0">
              <a:buNone/>
              <a:defRPr sz="1890" b="1"/>
            </a:lvl2pPr>
            <a:lvl3pPr marL="864017" indent="0">
              <a:buNone/>
              <a:defRPr sz="1701" b="1"/>
            </a:lvl3pPr>
            <a:lvl4pPr marL="1296025" indent="0">
              <a:buNone/>
              <a:defRPr sz="1512" b="1"/>
            </a:lvl4pPr>
            <a:lvl5pPr marL="1728033" indent="0">
              <a:buNone/>
              <a:defRPr sz="1512" b="1"/>
            </a:lvl5pPr>
            <a:lvl6pPr marL="2160041" indent="0">
              <a:buNone/>
              <a:defRPr sz="1512" b="1"/>
            </a:lvl6pPr>
            <a:lvl7pPr marL="2592050" indent="0">
              <a:buNone/>
              <a:defRPr sz="1512" b="1"/>
            </a:lvl7pPr>
            <a:lvl8pPr marL="3024058" indent="0">
              <a:buNone/>
              <a:defRPr sz="1512" b="1"/>
            </a:lvl8pPr>
            <a:lvl9pPr marL="3456066" indent="0">
              <a:buNone/>
              <a:defRPr sz="1512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367064"/>
            <a:ext cx="4211340" cy="3481594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29EBDB-ED21-4F12-8F84-164F28F696EF}" type="datetimeFigureOut">
              <a:rPr lang="zh-TW" altLang="en-US" smtClean="0"/>
              <a:t>2026/7/2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CAF4C4-6A9E-48A0-9A53-D3080AA7F05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218320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29EBDB-ED21-4F12-8F84-164F28F696EF}" type="datetimeFigureOut">
              <a:rPr lang="zh-TW" altLang="en-US" smtClean="0"/>
              <a:t>2026/7/2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CAF4C4-6A9E-48A0-9A53-D3080AA7F05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126269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29EBDB-ED21-4F12-8F84-164F28F696EF}" type="datetimeFigureOut">
              <a:rPr lang="zh-TW" altLang="en-US" smtClean="0"/>
              <a:t>2026/7/2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CAF4C4-6A9E-48A0-9A53-D3080AA7F05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454412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32012"/>
            <a:ext cx="3194943" cy="1512041"/>
          </a:xfrm>
        </p:spPr>
        <p:txBody>
          <a:bodyPr anchor="b"/>
          <a:lstStyle>
            <a:lvl1pPr>
              <a:defRPr sz="3024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33027"/>
            <a:ext cx="5014913" cy="4605124"/>
          </a:xfrm>
        </p:spPr>
        <p:txBody>
          <a:bodyPr/>
          <a:lstStyle>
            <a:lvl1pPr>
              <a:defRPr sz="3024"/>
            </a:lvl1pPr>
            <a:lvl2pPr>
              <a:defRPr sz="2646"/>
            </a:lvl2pPr>
            <a:lvl3pPr>
              <a:defRPr sz="2268"/>
            </a:lvl3pPr>
            <a:lvl4pPr>
              <a:defRPr sz="1890"/>
            </a:lvl4pPr>
            <a:lvl5pPr>
              <a:defRPr sz="1890"/>
            </a:lvl5pPr>
            <a:lvl6pPr>
              <a:defRPr sz="1890"/>
            </a:lvl6pPr>
            <a:lvl7pPr>
              <a:defRPr sz="1890"/>
            </a:lvl7pPr>
            <a:lvl8pPr>
              <a:defRPr sz="1890"/>
            </a:lvl8pPr>
            <a:lvl9pPr>
              <a:defRPr sz="189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1944052"/>
            <a:ext cx="3194943" cy="3601598"/>
          </a:xfrm>
        </p:spPr>
        <p:txBody>
          <a:bodyPr/>
          <a:lstStyle>
            <a:lvl1pPr marL="0" indent="0">
              <a:buNone/>
              <a:defRPr sz="1512"/>
            </a:lvl1pPr>
            <a:lvl2pPr marL="432008" indent="0">
              <a:buNone/>
              <a:defRPr sz="1323"/>
            </a:lvl2pPr>
            <a:lvl3pPr marL="864017" indent="0">
              <a:buNone/>
              <a:defRPr sz="1134"/>
            </a:lvl3pPr>
            <a:lvl4pPr marL="1296025" indent="0">
              <a:buNone/>
              <a:defRPr sz="945"/>
            </a:lvl4pPr>
            <a:lvl5pPr marL="1728033" indent="0">
              <a:buNone/>
              <a:defRPr sz="945"/>
            </a:lvl5pPr>
            <a:lvl6pPr marL="2160041" indent="0">
              <a:buNone/>
              <a:defRPr sz="945"/>
            </a:lvl6pPr>
            <a:lvl7pPr marL="2592050" indent="0">
              <a:buNone/>
              <a:defRPr sz="945"/>
            </a:lvl7pPr>
            <a:lvl8pPr marL="3024058" indent="0">
              <a:buNone/>
              <a:defRPr sz="945"/>
            </a:lvl8pPr>
            <a:lvl9pPr marL="3456066" indent="0">
              <a:buNone/>
              <a:defRPr sz="945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29EBDB-ED21-4F12-8F84-164F28F696EF}" type="datetimeFigureOut">
              <a:rPr lang="zh-TW" altLang="en-US" smtClean="0"/>
              <a:t>2026/7/2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CAF4C4-6A9E-48A0-9A53-D3080AA7F05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610570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32012"/>
            <a:ext cx="3194943" cy="1512041"/>
          </a:xfrm>
        </p:spPr>
        <p:txBody>
          <a:bodyPr anchor="b"/>
          <a:lstStyle>
            <a:lvl1pPr>
              <a:defRPr sz="3024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33027"/>
            <a:ext cx="5014913" cy="4605124"/>
          </a:xfrm>
        </p:spPr>
        <p:txBody>
          <a:bodyPr anchor="t"/>
          <a:lstStyle>
            <a:lvl1pPr marL="0" indent="0">
              <a:buNone/>
              <a:defRPr sz="3024"/>
            </a:lvl1pPr>
            <a:lvl2pPr marL="432008" indent="0">
              <a:buNone/>
              <a:defRPr sz="2646"/>
            </a:lvl2pPr>
            <a:lvl3pPr marL="864017" indent="0">
              <a:buNone/>
              <a:defRPr sz="2268"/>
            </a:lvl3pPr>
            <a:lvl4pPr marL="1296025" indent="0">
              <a:buNone/>
              <a:defRPr sz="1890"/>
            </a:lvl4pPr>
            <a:lvl5pPr marL="1728033" indent="0">
              <a:buNone/>
              <a:defRPr sz="1890"/>
            </a:lvl5pPr>
            <a:lvl6pPr marL="2160041" indent="0">
              <a:buNone/>
              <a:defRPr sz="1890"/>
            </a:lvl6pPr>
            <a:lvl7pPr marL="2592050" indent="0">
              <a:buNone/>
              <a:defRPr sz="1890"/>
            </a:lvl7pPr>
            <a:lvl8pPr marL="3024058" indent="0">
              <a:buNone/>
              <a:defRPr sz="1890"/>
            </a:lvl8pPr>
            <a:lvl9pPr marL="3456066" indent="0">
              <a:buNone/>
              <a:defRPr sz="189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1944052"/>
            <a:ext cx="3194943" cy="3601598"/>
          </a:xfrm>
        </p:spPr>
        <p:txBody>
          <a:bodyPr/>
          <a:lstStyle>
            <a:lvl1pPr marL="0" indent="0">
              <a:buNone/>
              <a:defRPr sz="1512"/>
            </a:lvl1pPr>
            <a:lvl2pPr marL="432008" indent="0">
              <a:buNone/>
              <a:defRPr sz="1323"/>
            </a:lvl2pPr>
            <a:lvl3pPr marL="864017" indent="0">
              <a:buNone/>
              <a:defRPr sz="1134"/>
            </a:lvl3pPr>
            <a:lvl4pPr marL="1296025" indent="0">
              <a:buNone/>
              <a:defRPr sz="945"/>
            </a:lvl4pPr>
            <a:lvl5pPr marL="1728033" indent="0">
              <a:buNone/>
              <a:defRPr sz="945"/>
            </a:lvl5pPr>
            <a:lvl6pPr marL="2160041" indent="0">
              <a:buNone/>
              <a:defRPr sz="945"/>
            </a:lvl6pPr>
            <a:lvl7pPr marL="2592050" indent="0">
              <a:buNone/>
              <a:defRPr sz="945"/>
            </a:lvl7pPr>
            <a:lvl8pPr marL="3024058" indent="0">
              <a:buNone/>
              <a:defRPr sz="945"/>
            </a:lvl8pPr>
            <a:lvl9pPr marL="3456066" indent="0">
              <a:buNone/>
              <a:defRPr sz="945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29EBDB-ED21-4F12-8F84-164F28F696EF}" type="datetimeFigureOut">
              <a:rPr lang="zh-TW" altLang="en-US" smtClean="0"/>
              <a:t>2026/7/2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CAF4C4-6A9E-48A0-9A53-D3080AA7F05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916204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29EBDB-ED21-4F12-8F84-164F28F696EF}" type="datetimeFigureOut">
              <a:rPr lang="zh-TW" altLang="en-US" smtClean="0"/>
              <a:t>2026/7/2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CAF4C4-6A9E-48A0-9A53-D3080AA7F05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599436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45009"/>
            <a:ext cx="2135981" cy="5491649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45009"/>
            <a:ext cx="6284119" cy="5491649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29EBDB-ED21-4F12-8F84-164F28F696EF}" type="datetimeFigureOut">
              <a:rPr lang="zh-TW" altLang="en-US" smtClean="0"/>
              <a:t>2026/7/2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CAF4C4-6A9E-48A0-9A53-D3080AA7F05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028664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45011"/>
            <a:ext cx="8543925" cy="12525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725046"/>
            <a:ext cx="8543925" cy="41116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006164"/>
            <a:ext cx="2228850" cy="3450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29EBDB-ED21-4F12-8F84-164F28F696EF}" type="datetimeFigureOut">
              <a:rPr lang="zh-TW" altLang="en-US" smtClean="0"/>
              <a:t>2026/7/2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006164"/>
            <a:ext cx="3343275" cy="3450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006164"/>
            <a:ext cx="2228850" cy="3450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6CAF4C4-6A9E-48A0-9A53-D3080AA7F05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783262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41" r:id="rId1"/>
    <p:sldLayoutId id="2147483842" r:id="rId2"/>
    <p:sldLayoutId id="2147483843" r:id="rId3"/>
    <p:sldLayoutId id="2147483844" r:id="rId4"/>
    <p:sldLayoutId id="2147483845" r:id="rId5"/>
    <p:sldLayoutId id="2147483846" r:id="rId6"/>
    <p:sldLayoutId id="2147483847" r:id="rId7"/>
    <p:sldLayoutId id="2147483848" r:id="rId8"/>
    <p:sldLayoutId id="2147483849" r:id="rId9"/>
    <p:sldLayoutId id="2147483850" r:id="rId10"/>
    <p:sldLayoutId id="2147483851" r:id="rId11"/>
  </p:sldLayoutIdLst>
  <p:txStyles>
    <p:titleStyle>
      <a:lvl1pPr algn="l" defTabSz="864017" rtl="0" eaLnBrk="1" latinLnBrk="0" hangingPunct="1">
        <a:lnSpc>
          <a:spcPct val="90000"/>
        </a:lnSpc>
        <a:spcBef>
          <a:spcPct val="0"/>
        </a:spcBef>
        <a:buNone/>
        <a:defRPr sz="415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16004" indent="-216004" algn="l" defTabSz="864017" rtl="0" eaLnBrk="1" latinLnBrk="0" hangingPunct="1">
        <a:lnSpc>
          <a:spcPct val="90000"/>
        </a:lnSpc>
        <a:spcBef>
          <a:spcPts val="945"/>
        </a:spcBef>
        <a:buFont typeface="Arial" panose="020B0604020202020204" pitchFamily="34" charset="0"/>
        <a:buChar char="•"/>
        <a:defRPr sz="2646" kern="1200">
          <a:solidFill>
            <a:schemeClr val="tx1"/>
          </a:solidFill>
          <a:latin typeface="+mn-lt"/>
          <a:ea typeface="+mn-ea"/>
          <a:cs typeface="+mn-cs"/>
        </a:defRPr>
      </a:lvl1pPr>
      <a:lvl2pPr marL="648012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2268" kern="1200">
          <a:solidFill>
            <a:schemeClr val="tx1"/>
          </a:solidFill>
          <a:latin typeface="+mn-lt"/>
          <a:ea typeface="+mn-ea"/>
          <a:cs typeface="+mn-cs"/>
        </a:defRPr>
      </a:lvl2pPr>
      <a:lvl3pPr marL="1080021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3pPr>
      <a:lvl4pPr marL="1512029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4pPr>
      <a:lvl5pPr marL="1944037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5pPr>
      <a:lvl6pPr marL="2376046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6pPr>
      <a:lvl7pPr marL="2808054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7pPr>
      <a:lvl8pPr marL="3240062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8pPr>
      <a:lvl9pPr marL="3672070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1pPr>
      <a:lvl2pPr marL="432008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2pPr>
      <a:lvl3pPr marL="864017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3pPr>
      <a:lvl4pPr marL="1296025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4pPr>
      <a:lvl5pPr marL="1728033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5pPr>
      <a:lvl6pPr marL="2160041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6pPr>
      <a:lvl7pPr marL="2592050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7pPr>
      <a:lvl8pPr marL="3024058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8pPr>
      <a:lvl9pPr marL="3456066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39" Type="http://schemas.openxmlformats.org/officeDocument/2006/relationships/image" Target="../media/image24.png"/><Relationship Id="rId3" Type="http://schemas.openxmlformats.org/officeDocument/2006/relationships/image" Target="../media/image2.png"/><Relationship Id="rId21" Type="http://schemas.openxmlformats.org/officeDocument/2006/relationships/image" Target="../media/image19.png"/><Relationship Id="rId34" Type="http://schemas.openxmlformats.org/officeDocument/2006/relationships/image" Target="../media/image33.png"/><Relationship Id="rId42" Type="http://schemas.openxmlformats.org/officeDocument/2006/relationships/image" Target="../media/image27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33" Type="http://schemas.openxmlformats.org/officeDocument/2006/relationships/image" Target="../media/image32.png"/><Relationship Id="rId38" Type="http://schemas.openxmlformats.org/officeDocument/2006/relationships/image" Target="../media/image23.png"/><Relationship Id="rId2" Type="http://schemas.openxmlformats.org/officeDocument/2006/relationships/image" Target="../media/image1.png"/><Relationship Id="rId16" Type="http://schemas.openxmlformats.org/officeDocument/2006/relationships/image" Target="../media/image14.png"/><Relationship Id="rId20" Type="http://schemas.openxmlformats.org/officeDocument/2006/relationships/image" Target="../media/image18.png"/><Relationship Id="rId41" Type="http://schemas.openxmlformats.org/officeDocument/2006/relationships/image" Target="../media/image2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37" Type="http://schemas.openxmlformats.org/officeDocument/2006/relationships/image" Target="../media/image22.png"/><Relationship Id="rId40" Type="http://schemas.openxmlformats.org/officeDocument/2006/relationships/image" Target="../media/image25.png"/><Relationship Id="rId5" Type="http://schemas.openxmlformats.org/officeDocument/2006/relationships/image" Target="../media/image310.png"/><Relationship Id="rId15" Type="http://schemas.openxmlformats.org/officeDocument/2006/relationships/image" Target="../media/image13.png"/><Relationship Id="rId36" Type="http://schemas.openxmlformats.org/officeDocument/2006/relationships/image" Target="../media/image21.png"/><Relationship Id="rId10" Type="http://schemas.openxmlformats.org/officeDocument/2006/relationships/image" Target="../media/image8.png"/><Relationship Id="rId19" Type="http://schemas.openxmlformats.org/officeDocument/2006/relationships/image" Target="../media/image17.png"/><Relationship Id="rId4" Type="http://schemas.openxmlformats.org/officeDocument/2006/relationships/image" Target="../media/image3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Relationship Id="rId35" Type="http://schemas.openxmlformats.org/officeDocument/2006/relationships/image" Target="../media/image20.png"/><Relationship Id="rId43" Type="http://schemas.openxmlformats.org/officeDocument/2006/relationships/image" Target="../media/image2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13" Type="http://schemas.openxmlformats.org/officeDocument/2006/relationships/image" Target="../media/image37.png"/><Relationship Id="rId18" Type="http://schemas.openxmlformats.org/officeDocument/2006/relationships/image" Target="../media/image41.png"/><Relationship Id="rId39" Type="http://schemas.openxmlformats.org/officeDocument/2006/relationships/image" Target="../media/image46.png"/><Relationship Id="rId3" Type="http://schemas.openxmlformats.org/officeDocument/2006/relationships/image" Target="../media/image3.png"/><Relationship Id="rId21" Type="http://schemas.openxmlformats.org/officeDocument/2006/relationships/image" Target="../media/image44.png"/><Relationship Id="rId34" Type="http://schemas.openxmlformats.org/officeDocument/2006/relationships/image" Target="../media/image33.png"/><Relationship Id="rId42" Type="http://schemas.openxmlformats.org/officeDocument/2006/relationships/image" Target="../media/image48.png"/><Relationship Id="rId12" Type="http://schemas.openxmlformats.org/officeDocument/2006/relationships/image" Target="../media/image36.png"/><Relationship Id="rId17" Type="http://schemas.openxmlformats.org/officeDocument/2006/relationships/image" Target="../media/image40.png"/><Relationship Id="rId33" Type="http://schemas.openxmlformats.org/officeDocument/2006/relationships/image" Target="../media/image32.png"/><Relationship Id="rId38" Type="http://schemas.openxmlformats.org/officeDocument/2006/relationships/image" Target="../media/image29.png"/><Relationship Id="rId46" Type="http://schemas.openxmlformats.org/officeDocument/2006/relationships/image" Target="../media/image52.png"/><Relationship Id="rId2" Type="http://schemas.openxmlformats.org/officeDocument/2006/relationships/image" Target="../media/image1.png"/><Relationship Id="rId16" Type="http://schemas.openxmlformats.org/officeDocument/2006/relationships/image" Target="../media/image39.png"/><Relationship Id="rId20" Type="http://schemas.openxmlformats.org/officeDocument/2006/relationships/image" Target="../media/image43.png"/><Relationship Id="rId41" Type="http://schemas.openxmlformats.org/officeDocument/2006/relationships/image" Target="../media/image23.png"/><Relationship Id="rId1" Type="http://schemas.openxmlformats.org/officeDocument/2006/relationships/slideLayout" Target="../slideLayouts/slideLayout1.xml"/><Relationship Id="rId11" Type="http://schemas.openxmlformats.org/officeDocument/2006/relationships/image" Target="../media/image35.png"/><Relationship Id="rId37" Type="http://schemas.openxmlformats.org/officeDocument/2006/relationships/image" Target="../media/image2.png"/><Relationship Id="rId40" Type="http://schemas.openxmlformats.org/officeDocument/2006/relationships/image" Target="../media/image47.png"/><Relationship Id="rId45" Type="http://schemas.openxmlformats.org/officeDocument/2006/relationships/image" Target="../media/image51.png"/><Relationship Id="rId15" Type="http://schemas.openxmlformats.org/officeDocument/2006/relationships/image" Target="../media/image13.png"/><Relationship Id="rId5" Type="http://schemas.openxmlformats.org/officeDocument/2006/relationships/image" Target="../media/image310.png"/><Relationship Id="rId36" Type="http://schemas.openxmlformats.org/officeDocument/2006/relationships/image" Target="../media/image4.png"/><Relationship Id="rId10" Type="http://schemas.openxmlformats.org/officeDocument/2006/relationships/image" Target="../media/image34.png"/><Relationship Id="rId19" Type="http://schemas.openxmlformats.org/officeDocument/2006/relationships/image" Target="../media/image42.png"/><Relationship Id="rId44" Type="http://schemas.openxmlformats.org/officeDocument/2006/relationships/image" Target="../media/image50.png"/><Relationship Id="rId9" Type="http://schemas.openxmlformats.org/officeDocument/2006/relationships/image" Target="../media/image31.png"/><Relationship Id="rId14" Type="http://schemas.openxmlformats.org/officeDocument/2006/relationships/image" Target="../media/image38.png"/><Relationship Id="rId35" Type="http://schemas.openxmlformats.org/officeDocument/2006/relationships/image" Target="../media/image45.png"/><Relationship Id="rId43" Type="http://schemas.openxmlformats.org/officeDocument/2006/relationships/image" Target="../media/image49.png"/></Relationships>
</file>

<file path=ppt/slides/_rels/slide3.xml.rels><?xml version="1.0" encoding="UTF-8" standalone="yes"?>
<Relationships xmlns="http://schemas.openxmlformats.org/package/2006/relationships"><Relationship Id="rId39" Type="http://schemas.openxmlformats.org/officeDocument/2006/relationships/image" Target="../media/image57.png"/><Relationship Id="rId3" Type="http://schemas.openxmlformats.org/officeDocument/2006/relationships/image" Target="../media/image53.png"/><Relationship Id="rId34" Type="http://schemas.openxmlformats.org/officeDocument/2006/relationships/image" Target="../media/image33.png"/><Relationship Id="rId42" Type="http://schemas.openxmlformats.org/officeDocument/2006/relationships/image" Target="../media/image60.png"/><Relationship Id="rId47" Type="http://schemas.openxmlformats.org/officeDocument/2006/relationships/image" Target="../media/image65.png"/><Relationship Id="rId50" Type="http://schemas.openxmlformats.org/officeDocument/2006/relationships/image" Target="../media/image68.png"/><Relationship Id="rId33" Type="http://schemas.openxmlformats.org/officeDocument/2006/relationships/image" Target="../media/image32.png"/><Relationship Id="rId38" Type="http://schemas.openxmlformats.org/officeDocument/2006/relationships/image" Target="../media/image56.png"/><Relationship Id="rId46" Type="http://schemas.openxmlformats.org/officeDocument/2006/relationships/image" Target="../media/image64.png"/><Relationship Id="rId2" Type="http://schemas.openxmlformats.org/officeDocument/2006/relationships/image" Target="../media/image1.png"/><Relationship Id="rId41" Type="http://schemas.openxmlformats.org/officeDocument/2006/relationships/image" Target="../media/image59.png"/><Relationship Id="rId1" Type="http://schemas.openxmlformats.org/officeDocument/2006/relationships/slideLayout" Target="../slideLayouts/slideLayout1.xml"/><Relationship Id="rId37" Type="http://schemas.openxmlformats.org/officeDocument/2006/relationships/image" Target="../media/image55.png"/><Relationship Id="rId40" Type="http://schemas.openxmlformats.org/officeDocument/2006/relationships/image" Target="../media/image58.png"/><Relationship Id="rId45" Type="http://schemas.openxmlformats.org/officeDocument/2006/relationships/image" Target="../media/image63.png"/><Relationship Id="rId36" Type="http://schemas.openxmlformats.org/officeDocument/2006/relationships/image" Target="../media/image54.png"/><Relationship Id="rId49" Type="http://schemas.openxmlformats.org/officeDocument/2006/relationships/image" Target="../media/image67.png"/><Relationship Id="rId44" Type="http://schemas.openxmlformats.org/officeDocument/2006/relationships/image" Target="../media/image62.png"/><Relationship Id="rId35" Type="http://schemas.openxmlformats.org/officeDocument/2006/relationships/image" Target="../media/image2.png"/><Relationship Id="rId43" Type="http://schemas.openxmlformats.org/officeDocument/2006/relationships/image" Target="../media/image61.png"/><Relationship Id="rId48" Type="http://schemas.openxmlformats.org/officeDocument/2006/relationships/image" Target="../media/image6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群組 11">
            <a:extLst>
              <a:ext uri="{FF2B5EF4-FFF2-40B4-BE49-F238E27FC236}">
                <a16:creationId xmlns:a16="http://schemas.microsoft.com/office/drawing/2014/main" id="{67621CD4-4F1D-42D1-8FE7-1231C9749372}"/>
              </a:ext>
            </a:extLst>
          </p:cNvPr>
          <p:cNvGrpSpPr/>
          <p:nvPr/>
        </p:nvGrpSpPr>
        <p:grpSpPr>
          <a:xfrm>
            <a:off x="137483" y="-16960"/>
            <a:ext cx="9631034" cy="6514095"/>
            <a:chOff x="178758" y="101259"/>
            <a:chExt cx="9631034" cy="6514095"/>
          </a:xfrm>
        </p:grpSpPr>
        <p:pic>
          <p:nvPicPr>
            <p:cNvPr id="7" name="圖片 6">
              <a:extLst>
                <a:ext uri="{FF2B5EF4-FFF2-40B4-BE49-F238E27FC236}">
                  <a16:creationId xmlns:a16="http://schemas.microsoft.com/office/drawing/2014/main" id="{BA35AA70-FA23-48E2-82B5-4403B1DDB74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17051"/>
            <a:stretch/>
          </p:blipFill>
          <p:spPr>
            <a:xfrm>
              <a:off x="930790" y="2186008"/>
              <a:ext cx="7937195" cy="1594800"/>
            </a:xfrm>
            <a:prstGeom prst="rect">
              <a:avLst/>
            </a:prstGeom>
          </p:spPr>
        </p:pic>
        <p:pic>
          <p:nvPicPr>
            <p:cNvPr id="9" name="圖片 8">
              <a:extLst>
                <a:ext uri="{FF2B5EF4-FFF2-40B4-BE49-F238E27FC236}">
                  <a16:creationId xmlns:a16="http://schemas.microsoft.com/office/drawing/2014/main" id="{9E2CEEFC-EB1F-4232-89C9-D8854B65D16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17223"/>
            <a:stretch/>
          </p:blipFill>
          <p:spPr>
            <a:xfrm>
              <a:off x="930790" y="4510233"/>
              <a:ext cx="7920807" cy="1594800"/>
            </a:xfrm>
            <a:prstGeom prst="rect">
              <a:avLst/>
            </a:prstGeom>
          </p:spPr>
        </p:pic>
        <p:pic>
          <p:nvPicPr>
            <p:cNvPr id="11" name="圖片 10">
              <a:extLst>
                <a:ext uri="{FF2B5EF4-FFF2-40B4-BE49-F238E27FC236}">
                  <a16:creationId xmlns:a16="http://schemas.microsoft.com/office/drawing/2014/main" id="{A91246B0-6793-4A42-BD59-084A6D23E97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17169"/>
            <a:stretch/>
          </p:blipFill>
          <p:spPr>
            <a:xfrm>
              <a:off x="930790" y="574477"/>
              <a:ext cx="7925854" cy="1594800"/>
            </a:xfrm>
            <a:prstGeom prst="rect">
              <a:avLst/>
            </a:prstGeom>
          </p:spPr>
        </p:pic>
        <p:sp>
          <p:nvSpPr>
            <p:cNvPr id="54" name="矩形: 圓角 53">
              <a:extLst>
                <a:ext uri="{FF2B5EF4-FFF2-40B4-BE49-F238E27FC236}">
                  <a16:creationId xmlns:a16="http://schemas.microsoft.com/office/drawing/2014/main" id="{288E9896-9E4F-4C2C-A911-7FEF0722013B}"/>
                </a:ext>
              </a:extLst>
            </p:cNvPr>
            <p:cNvSpPr/>
            <p:nvPr/>
          </p:nvSpPr>
          <p:spPr>
            <a:xfrm>
              <a:off x="285634" y="4475225"/>
              <a:ext cx="8726400" cy="1827150"/>
            </a:xfrm>
            <a:prstGeom prst="roundRect">
              <a:avLst>
                <a:gd name="adj" fmla="val 6163"/>
              </a:avLst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9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5" name="矩形: 圓角 54">
              <a:extLst>
                <a:ext uri="{FF2B5EF4-FFF2-40B4-BE49-F238E27FC236}">
                  <a16:creationId xmlns:a16="http://schemas.microsoft.com/office/drawing/2014/main" id="{7BFE40E8-D447-4A65-A047-52809FD40D23}"/>
                </a:ext>
              </a:extLst>
            </p:cNvPr>
            <p:cNvSpPr/>
            <p:nvPr/>
          </p:nvSpPr>
          <p:spPr>
            <a:xfrm>
              <a:off x="285634" y="610720"/>
              <a:ext cx="8726557" cy="3300880"/>
            </a:xfrm>
            <a:prstGeom prst="roundRect">
              <a:avLst>
                <a:gd name="adj" fmla="val 6163"/>
              </a:avLst>
            </a:prstGeom>
            <a:noFill/>
            <a:ln w="9525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9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56" name="群組 55">
              <a:extLst>
                <a:ext uri="{FF2B5EF4-FFF2-40B4-BE49-F238E27FC236}">
                  <a16:creationId xmlns:a16="http://schemas.microsoft.com/office/drawing/2014/main" id="{16FEC379-B580-4556-AB9A-6B9F500A38DB}"/>
                </a:ext>
              </a:extLst>
            </p:cNvPr>
            <p:cNvGrpSpPr/>
            <p:nvPr/>
          </p:nvGrpSpPr>
          <p:grpSpPr>
            <a:xfrm>
              <a:off x="7328737" y="6272183"/>
              <a:ext cx="1718308" cy="343171"/>
              <a:chOff x="10557418" y="6399554"/>
              <a:chExt cx="2266734" cy="452699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7" name="矩形 56">
                    <a:extLst>
                      <a:ext uri="{FF2B5EF4-FFF2-40B4-BE49-F238E27FC236}">
                        <a16:creationId xmlns:a16="http://schemas.microsoft.com/office/drawing/2014/main" id="{6D3AE693-FAE4-4477-9E97-B705D2E634A1}"/>
                      </a:ext>
                    </a:extLst>
                  </p:cNvPr>
                  <p:cNvSpPr/>
                  <p:nvPr/>
                </p:nvSpPr>
                <p:spPr>
                  <a:xfrm>
                    <a:off x="10995506" y="6399554"/>
                    <a:ext cx="1828646" cy="452699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en-US" altLang="zh-TW" sz="163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1630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altLang="zh-TW" sz="163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altLang="zh-TW" sz="163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</m:sSubSup>
                          <m:r>
                            <a:rPr lang="en-US" altLang="zh-TW" sz="1630" i="1">
                              <a:latin typeface="Cambria Math" panose="02040503050406030204" pitchFamily="18" charset="0"/>
                            </a:rPr>
                            <m:t>=1.5 </m:t>
                          </m:r>
                          <m:r>
                            <a:rPr lang="en-US" altLang="zh-TW" sz="1630" i="1"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m:rPr>
                              <m:sty m:val="p"/>
                            </m:rPr>
                            <a:rPr lang="en-US" altLang="zh-TW" sz="1630">
                              <a:latin typeface="Cambria Math" panose="02040503050406030204" pitchFamily="18" charset="0"/>
                            </a:rPr>
                            <m:t>m</m:t>
                          </m:r>
                        </m:oMath>
                      </m:oMathPara>
                    </a14:m>
                    <a:endParaRPr lang="zh-TW" altLang="en-US" sz="1630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6" name="矩形 5">
                    <a:extLst>
                      <a:ext uri="{FF2B5EF4-FFF2-40B4-BE49-F238E27FC236}">
                        <a16:creationId xmlns:a16="http://schemas.microsoft.com/office/drawing/2014/main" id="{33615A92-2488-4DAF-823B-7ACEF3923D2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995506" y="6399554"/>
                    <a:ext cx="1828646" cy="452699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5263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58" name="圖片 57">
                <a:extLst>
                  <a:ext uri="{FF2B5EF4-FFF2-40B4-BE49-F238E27FC236}">
                    <a16:creationId xmlns:a16="http://schemas.microsoft.com/office/drawing/2014/main" id="{302A021D-6B28-487B-B28E-B5D67657CE5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10557418" y="6619851"/>
                <a:ext cx="476304" cy="136937"/>
              </a:xfrm>
              <a:prstGeom prst="rect">
                <a:avLst/>
              </a:prstGeom>
            </p:spPr>
          </p:pic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矩形 58">
                  <a:extLst>
                    <a:ext uri="{FF2B5EF4-FFF2-40B4-BE49-F238E27FC236}">
                      <a16:creationId xmlns:a16="http://schemas.microsoft.com/office/drawing/2014/main" id="{4EE619D1-FE5A-4904-9EF9-812D48C58D84}"/>
                    </a:ext>
                  </a:extLst>
                </p:cNvPr>
                <p:cNvSpPr/>
                <p:nvPr/>
              </p:nvSpPr>
              <p:spPr>
                <a:xfrm>
                  <a:off x="178758" y="4024383"/>
                  <a:ext cx="1495601" cy="45672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TW" sz="2000">
                            <a:latin typeface="Cambria Math" panose="02040503050406030204" pitchFamily="18" charset="0"/>
                          </a:rPr>
                          <m:t>Re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ℓ,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sub>
                              <m:sup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sup>
                            </m:sSubSup>
                            <m:d>
                              <m:dPr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TW" sz="2000" b="1" i="1">
                                    <a:latin typeface="Cambria Math" panose="02040503050406030204" pitchFamily="18" charset="0"/>
                                  </a:rPr>
                                  <m:t>𝒓</m:t>
                                </m:r>
                              </m:e>
                            </m:d>
                          </m:e>
                        </m:d>
                      </m:oMath>
                    </m:oMathPara>
                  </a14:m>
                  <a:endPara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59" name="矩形 58">
                  <a:extLst>
                    <a:ext uri="{FF2B5EF4-FFF2-40B4-BE49-F238E27FC236}">
                      <a16:creationId xmlns:a16="http://schemas.microsoft.com/office/drawing/2014/main" id="{4EE619D1-FE5A-4904-9EF9-812D48C58D8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8758" y="4024383"/>
                  <a:ext cx="1495601" cy="456728"/>
                </a:xfrm>
                <a:prstGeom prst="rect">
                  <a:avLst/>
                </a:prstGeom>
                <a:blipFill>
                  <a:blip r:embed="rId7"/>
                  <a:stretch>
                    <a:fillRect b="-4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矩形 59">
                  <a:extLst>
                    <a:ext uri="{FF2B5EF4-FFF2-40B4-BE49-F238E27FC236}">
                      <a16:creationId xmlns:a16="http://schemas.microsoft.com/office/drawing/2014/main" id="{F16C610F-D114-49B6-AA8F-93D1163DC516}"/>
                    </a:ext>
                  </a:extLst>
                </p:cNvPr>
                <p:cNvSpPr/>
                <p:nvPr/>
              </p:nvSpPr>
              <p:spPr>
                <a:xfrm>
                  <a:off x="302388" y="1128575"/>
                  <a:ext cx="792204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ℓ=0</m:t>
                        </m:r>
                      </m:oMath>
                    </m:oMathPara>
                  </a14:m>
                  <a:endParaRPr lang="zh-TW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60" name="矩形 59">
                  <a:extLst>
                    <a:ext uri="{FF2B5EF4-FFF2-40B4-BE49-F238E27FC236}">
                      <a16:creationId xmlns:a16="http://schemas.microsoft.com/office/drawing/2014/main" id="{F16C610F-D114-49B6-AA8F-93D1163DC51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2388" y="1128575"/>
                  <a:ext cx="792204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1" name="矩形 60">
                  <a:extLst>
                    <a:ext uri="{FF2B5EF4-FFF2-40B4-BE49-F238E27FC236}">
                      <a16:creationId xmlns:a16="http://schemas.microsoft.com/office/drawing/2014/main" id="{9FCF0267-AF69-408E-83CF-E40240898E3F}"/>
                    </a:ext>
                  </a:extLst>
                </p:cNvPr>
                <p:cNvSpPr/>
                <p:nvPr/>
              </p:nvSpPr>
              <p:spPr>
                <a:xfrm>
                  <a:off x="1233850" y="3299172"/>
                  <a:ext cx="641522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𝜇</m:t>
                        </m:r>
                        <m:r>
                          <m:rPr>
                            <m:sty m:val="p"/>
                          </m:rPr>
                          <a:rPr lang="en-US" altLang="zh-TW" sz="1630">
                            <a:latin typeface="Cambria Math" panose="02040503050406030204" pitchFamily="18" charset="0"/>
                          </a:rPr>
                          <m:t>m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61" name="矩形 60">
                  <a:extLst>
                    <a:ext uri="{FF2B5EF4-FFF2-40B4-BE49-F238E27FC236}">
                      <a16:creationId xmlns:a16="http://schemas.microsoft.com/office/drawing/2014/main" id="{9FCF0267-AF69-408E-83CF-E40240898E3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33850" y="3299172"/>
                  <a:ext cx="641522" cy="343171"/>
                </a:xfrm>
                <a:prstGeom prst="rect">
                  <a:avLst/>
                </a:prstGeom>
                <a:blipFill>
                  <a:blip r:embed="rId9"/>
                  <a:stretch>
                    <a:fillRect b="-125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2" name="矩形 61">
                  <a:extLst>
                    <a:ext uri="{FF2B5EF4-FFF2-40B4-BE49-F238E27FC236}">
                      <a16:creationId xmlns:a16="http://schemas.microsoft.com/office/drawing/2014/main" id="{7D2BA6ED-F3F6-4E48-8797-E5C62278738A}"/>
                    </a:ext>
                  </a:extLst>
                </p:cNvPr>
                <p:cNvSpPr/>
                <p:nvPr/>
              </p:nvSpPr>
              <p:spPr>
                <a:xfrm>
                  <a:off x="1369160" y="3525693"/>
                  <a:ext cx="889154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ℓ=−2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62" name="矩形 61">
                  <a:extLst>
                    <a:ext uri="{FF2B5EF4-FFF2-40B4-BE49-F238E27FC236}">
                      <a16:creationId xmlns:a16="http://schemas.microsoft.com/office/drawing/2014/main" id="{7D2BA6ED-F3F6-4E48-8797-E5C62278738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69160" y="3525693"/>
                  <a:ext cx="889154" cy="343171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矩形 62">
                  <a:extLst>
                    <a:ext uri="{FF2B5EF4-FFF2-40B4-BE49-F238E27FC236}">
                      <a16:creationId xmlns:a16="http://schemas.microsoft.com/office/drawing/2014/main" id="{4318D726-0C1E-4335-AC86-FC2D896A545D}"/>
                    </a:ext>
                  </a:extLst>
                </p:cNvPr>
                <p:cNvSpPr/>
                <p:nvPr/>
              </p:nvSpPr>
              <p:spPr>
                <a:xfrm>
                  <a:off x="2876622" y="3525693"/>
                  <a:ext cx="889154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ℓ=−1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63" name="矩形 62">
                  <a:extLst>
                    <a:ext uri="{FF2B5EF4-FFF2-40B4-BE49-F238E27FC236}">
                      <a16:creationId xmlns:a16="http://schemas.microsoft.com/office/drawing/2014/main" id="{4318D726-0C1E-4335-AC86-FC2D896A545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76622" y="3525693"/>
                  <a:ext cx="889154" cy="343171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矩形 63">
                  <a:extLst>
                    <a:ext uri="{FF2B5EF4-FFF2-40B4-BE49-F238E27FC236}">
                      <a16:creationId xmlns:a16="http://schemas.microsoft.com/office/drawing/2014/main" id="{7DB720B7-D574-4D15-8E19-7228E0981AF0}"/>
                    </a:ext>
                  </a:extLst>
                </p:cNvPr>
                <p:cNvSpPr/>
                <p:nvPr/>
              </p:nvSpPr>
              <p:spPr>
                <a:xfrm>
                  <a:off x="4594960" y="3525693"/>
                  <a:ext cx="733662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ℓ=0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64" name="矩形 63">
                  <a:extLst>
                    <a:ext uri="{FF2B5EF4-FFF2-40B4-BE49-F238E27FC236}">
                      <a16:creationId xmlns:a16="http://schemas.microsoft.com/office/drawing/2014/main" id="{7DB720B7-D574-4D15-8E19-7228E0981AF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94960" y="3525693"/>
                  <a:ext cx="733662" cy="343171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矩形 64">
                  <a:extLst>
                    <a:ext uri="{FF2B5EF4-FFF2-40B4-BE49-F238E27FC236}">
                      <a16:creationId xmlns:a16="http://schemas.microsoft.com/office/drawing/2014/main" id="{223FB366-A8D4-4B76-B8D8-D9A4CC5F9B70}"/>
                    </a:ext>
                  </a:extLst>
                </p:cNvPr>
                <p:cNvSpPr/>
                <p:nvPr/>
              </p:nvSpPr>
              <p:spPr>
                <a:xfrm>
                  <a:off x="6213693" y="3525693"/>
                  <a:ext cx="733662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ℓ=1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65" name="矩形 64">
                  <a:extLst>
                    <a:ext uri="{FF2B5EF4-FFF2-40B4-BE49-F238E27FC236}">
                      <a16:creationId xmlns:a16="http://schemas.microsoft.com/office/drawing/2014/main" id="{223FB366-A8D4-4B76-B8D8-D9A4CC5F9B7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13693" y="3525693"/>
                  <a:ext cx="733662" cy="343171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矩形 65">
                  <a:extLst>
                    <a:ext uri="{FF2B5EF4-FFF2-40B4-BE49-F238E27FC236}">
                      <a16:creationId xmlns:a16="http://schemas.microsoft.com/office/drawing/2014/main" id="{C3C5C89E-1517-4044-84F9-4A556E673FCF}"/>
                    </a:ext>
                  </a:extLst>
                </p:cNvPr>
                <p:cNvSpPr/>
                <p:nvPr/>
              </p:nvSpPr>
              <p:spPr>
                <a:xfrm>
                  <a:off x="7724876" y="3525693"/>
                  <a:ext cx="733662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ℓ=2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66" name="矩形 65">
                  <a:extLst>
                    <a:ext uri="{FF2B5EF4-FFF2-40B4-BE49-F238E27FC236}">
                      <a16:creationId xmlns:a16="http://schemas.microsoft.com/office/drawing/2014/main" id="{C3C5C89E-1517-4044-84F9-4A556E673FC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24876" y="3525693"/>
                  <a:ext cx="733662" cy="343171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8" name="矩形 67">
              <a:extLst>
                <a:ext uri="{FF2B5EF4-FFF2-40B4-BE49-F238E27FC236}">
                  <a16:creationId xmlns:a16="http://schemas.microsoft.com/office/drawing/2014/main" id="{8528E9D6-6595-4C2C-8910-534DECC142AE}"/>
                </a:ext>
              </a:extLst>
            </p:cNvPr>
            <p:cNvSpPr/>
            <p:nvPr/>
          </p:nvSpPr>
          <p:spPr>
            <a:xfrm rot="5400000">
              <a:off x="8958373" y="2732176"/>
              <a:ext cx="1359668" cy="34317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TW" sz="163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arbitrary units</a:t>
              </a:r>
              <a:endParaRPr lang="zh-TW" altLang="en-US" sz="163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69" name="圖片 68">
              <a:extLst>
                <a:ext uri="{FF2B5EF4-FFF2-40B4-BE49-F238E27FC236}">
                  <a16:creationId xmlns:a16="http://schemas.microsoft.com/office/drawing/2014/main" id="{01C039CF-7E75-48C6-AE99-5CDFFCE5965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5240" r="9825"/>
            <a:stretch/>
          </p:blipFill>
          <p:spPr>
            <a:xfrm>
              <a:off x="9023022" y="2124366"/>
              <a:ext cx="490120" cy="1655064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矩形 69">
                  <a:extLst>
                    <a:ext uri="{FF2B5EF4-FFF2-40B4-BE49-F238E27FC236}">
                      <a16:creationId xmlns:a16="http://schemas.microsoft.com/office/drawing/2014/main" id="{9AA7DB4D-008D-4D94-A265-1F97D8FAF1FD}"/>
                    </a:ext>
                  </a:extLst>
                </p:cNvPr>
                <p:cNvSpPr/>
                <p:nvPr/>
              </p:nvSpPr>
              <p:spPr>
                <a:xfrm>
                  <a:off x="241755" y="101259"/>
                  <a:ext cx="1311256" cy="517514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Sup>
                                  <m:sSubSupPr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ℓ,</m:t>
                                    </m:r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sub>
                                  <m:sup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sup>
                                </m:sSubSup>
                                <m:d>
                                  <m:dPr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TW" sz="2000" b="1" i="1">
                                        <a:latin typeface="Cambria Math" panose="02040503050406030204" pitchFamily="18" charset="0"/>
                                      </a:rPr>
                                      <m:t>𝒓</m:t>
                                    </m:r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oMath>
                    </m:oMathPara>
                  </a14:m>
                  <a:endPara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70" name="矩形 69">
                  <a:extLst>
                    <a:ext uri="{FF2B5EF4-FFF2-40B4-BE49-F238E27FC236}">
                      <a16:creationId xmlns:a16="http://schemas.microsoft.com/office/drawing/2014/main" id="{9AA7DB4D-008D-4D94-A265-1F97D8FAF1F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755" y="101259"/>
                  <a:ext cx="1311256" cy="517514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矩形 70">
                  <a:extLst>
                    <a:ext uri="{FF2B5EF4-FFF2-40B4-BE49-F238E27FC236}">
                      <a16:creationId xmlns:a16="http://schemas.microsoft.com/office/drawing/2014/main" id="{828A5EB9-9DE5-40C8-9CDD-B9ACC7FA4D60}"/>
                    </a:ext>
                  </a:extLst>
                </p:cNvPr>
                <p:cNvSpPr/>
                <p:nvPr/>
              </p:nvSpPr>
              <p:spPr>
                <a:xfrm>
                  <a:off x="1363870" y="1926077"/>
                  <a:ext cx="744243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=0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71" name="矩形 70">
                  <a:extLst>
                    <a:ext uri="{FF2B5EF4-FFF2-40B4-BE49-F238E27FC236}">
                      <a16:creationId xmlns:a16="http://schemas.microsoft.com/office/drawing/2014/main" id="{828A5EB9-9DE5-40C8-9CDD-B9ACC7FA4D6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63870" y="1926077"/>
                  <a:ext cx="744243" cy="343171"/>
                </a:xfrm>
                <a:prstGeom prst="rect">
                  <a:avLst/>
                </a:prstGeom>
                <a:blipFill>
                  <a:blip r:embed="rId17"/>
                  <a:stretch>
                    <a:fillRect b="-535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矩形 71">
                  <a:extLst>
                    <a:ext uri="{FF2B5EF4-FFF2-40B4-BE49-F238E27FC236}">
                      <a16:creationId xmlns:a16="http://schemas.microsoft.com/office/drawing/2014/main" id="{F32EE6FA-1AD1-4016-BD95-6900EA5B5573}"/>
                    </a:ext>
                  </a:extLst>
                </p:cNvPr>
                <p:cNvSpPr/>
                <p:nvPr/>
              </p:nvSpPr>
              <p:spPr>
                <a:xfrm>
                  <a:off x="2949078" y="1926077"/>
                  <a:ext cx="744243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72" name="矩形 71">
                  <a:extLst>
                    <a:ext uri="{FF2B5EF4-FFF2-40B4-BE49-F238E27FC236}">
                      <a16:creationId xmlns:a16="http://schemas.microsoft.com/office/drawing/2014/main" id="{F32EE6FA-1AD1-4016-BD95-6900EA5B557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49078" y="1926077"/>
                  <a:ext cx="744243" cy="343171"/>
                </a:xfrm>
                <a:prstGeom prst="rect">
                  <a:avLst/>
                </a:prstGeom>
                <a:blipFill>
                  <a:blip r:embed="rId18"/>
                  <a:stretch>
                    <a:fillRect b="-535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3" name="矩形 72">
                  <a:extLst>
                    <a:ext uri="{FF2B5EF4-FFF2-40B4-BE49-F238E27FC236}">
                      <a16:creationId xmlns:a16="http://schemas.microsoft.com/office/drawing/2014/main" id="{3A529BC5-5052-446D-8C8C-9BC5C653DB64}"/>
                    </a:ext>
                  </a:extLst>
                </p:cNvPr>
                <p:cNvSpPr/>
                <p:nvPr/>
              </p:nvSpPr>
              <p:spPr>
                <a:xfrm>
                  <a:off x="4589670" y="1926077"/>
                  <a:ext cx="744243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=2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73" name="矩形 72">
                  <a:extLst>
                    <a:ext uri="{FF2B5EF4-FFF2-40B4-BE49-F238E27FC236}">
                      <a16:creationId xmlns:a16="http://schemas.microsoft.com/office/drawing/2014/main" id="{3A529BC5-5052-446D-8C8C-9BC5C653DB6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89670" y="1926077"/>
                  <a:ext cx="744243" cy="343171"/>
                </a:xfrm>
                <a:prstGeom prst="rect">
                  <a:avLst/>
                </a:prstGeom>
                <a:blipFill>
                  <a:blip r:embed="rId19"/>
                  <a:stretch>
                    <a:fillRect b="-535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矩形 73">
                  <a:extLst>
                    <a:ext uri="{FF2B5EF4-FFF2-40B4-BE49-F238E27FC236}">
                      <a16:creationId xmlns:a16="http://schemas.microsoft.com/office/drawing/2014/main" id="{6CD9DE1A-C7D0-4B39-AC88-51776198DF4F}"/>
                    </a:ext>
                  </a:extLst>
                </p:cNvPr>
                <p:cNvSpPr/>
                <p:nvPr/>
              </p:nvSpPr>
              <p:spPr>
                <a:xfrm>
                  <a:off x="6130657" y="1926077"/>
                  <a:ext cx="744243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=3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74" name="矩形 73">
                  <a:extLst>
                    <a:ext uri="{FF2B5EF4-FFF2-40B4-BE49-F238E27FC236}">
                      <a16:creationId xmlns:a16="http://schemas.microsoft.com/office/drawing/2014/main" id="{6CD9DE1A-C7D0-4B39-AC88-51776198DF4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30657" y="1926077"/>
                  <a:ext cx="744243" cy="343171"/>
                </a:xfrm>
                <a:prstGeom prst="rect">
                  <a:avLst/>
                </a:prstGeom>
                <a:blipFill>
                  <a:blip r:embed="rId20"/>
                  <a:stretch>
                    <a:fillRect b="-535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5" name="矩形 74">
                  <a:extLst>
                    <a:ext uri="{FF2B5EF4-FFF2-40B4-BE49-F238E27FC236}">
                      <a16:creationId xmlns:a16="http://schemas.microsoft.com/office/drawing/2014/main" id="{AF090529-51DA-4CEB-A8A7-EF1B88A1CED7}"/>
                    </a:ext>
                  </a:extLst>
                </p:cNvPr>
                <p:cNvSpPr/>
                <p:nvPr/>
              </p:nvSpPr>
              <p:spPr>
                <a:xfrm>
                  <a:off x="7719586" y="1926077"/>
                  <a:ext cx="744243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=4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75" name="矩形 74">
                  <a:extLst>
                    <a:ext uri="{FF2B5EF4-FFF2-40B4-BE49-F238E27FC236}">
                      <a16:creationId xmlns:a16="http://schemas.microsoft.com/office/drawing/2014/main" id="{AF090529-51DA-4CEB-A8A7-EF1B88A1CED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19586" y="1926077"/>
                  <a:ext cx="744243" cy="343171"/>
                </a:xfrm>
                <a:prstGeom prst="rect">
                  <a:avLst/>
                </a:prstGeom>
                <a:blipFill>
                  <a:blip r:embed="rId21"/>
                  <a:stretch>
                    <a:fillRect b="-535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77" name="群組 76">
              <a:extLst>
                <a:ext uri="{FF2B5EF4-FFF2-40B4-BE49-F238E27FC236}">
                  <a16:creationId xmlns:a16="http://schemas.microsoft.com/office/drawing/2014/main" id="{F9A72FEA-E719-4DA3-B473-7A60CB359938}"/>
                </a:ext>
              </a:extLst>
            </p:cNvPr>
            <p:cNvGrpSpPr/>
            <p:nvPr/>
          </p:nvGrpSpPr>
          <p:grpSpPr>
            <a:xfrm>
              <a:off x="1550691" y="2549818"/>
              <a:ext cx="550009" cy="592612"/>
              <a:chOff x="-988088" y="945710"/>
              <a:chExt cx="550009" cy="59261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8" name="文字方塊 77">
                    <a:extLst>
                      <a:ext uri="{FF2B5EF4-FFF2-40B4-BE49-F238E27FC236}">
                        <a16:creationId xmlns:a16="http://schemas.microsoft.com/office/drawing/2014/main" id="{EDEB094F-393C-43F0-B603-2E7016A0DB05}"/>
                      </a:ext>
                    </a:extLst>
                  </p:cNvPr>
                  <p:cNvSpPr txBox="1"/>
                  <p:nvPr/>
                </p:nvSpPr>
                <p:spPr>
                  <a:xfrm>
                    <a:off x="-988088" y="945710"/>
                    <a:ext cx="323386" cy="34317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̂"/>
                              <m:ctrlPr>
                                <a:rPr lang="en-US" altLang="zh-TW" sz="163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630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oMath>
                      </m:oMathPara>
                    </a14:m>
                    <a:endParaRPr lang="en-US" altLang="zh-TW" sz="1630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76" name="文字方塊 75">
                    <a:extLst>
                      <a:ext uri="{FF2B5EF4-FFF2-40B4-BE49-F238E27FC236}">
                        <a16:creationId xmlns:a16="http://schemas.microsoft.com/office/drawing/2014/main" id="{DA635BAA-EFD7-435B-BCE4-F0FC3026F2A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-988088" y="945710"/>
                    <a:ext cx="323386" cy="343171"/>
                  </a:xfrm>
                  <a:prstGeom prst="rect">
                    <a:avLst/>
                  </a:prstGeom>
                  <a:blipFill>
                    <a:blip r:embed="rId33"/>
                    <a:stretch>
                      <a:fillRect b="-7143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9" name="文字方塊 78">
                    <a:extLst>
                      <a:ext uri="{FF2B5EF4-FFF2-40B4-BE49-F238E27FC236}">
                        <a16:creationId xmlns:a16="http://schemas.microsoft.com/office/drawing/2014/main" id="{8A92889A-0FBC-4115-AD7E-E858414A4C33}"/>
                      </a:ext>
                    </a:extLst>
                  </p:cNvPr>
                  <p:cNvSpPr txBox="1"/>
                  <p:nvPr/>
                </p:nvSpPr>
                <p:spPr>
                  <a:xfrm>
                    <a:off x="-844998" y="1195151"/>
                    <a:ext cx="406919" cy="34317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̂"/>
                              <m:ctrlPr>
                                <a:rPr lang="en-US" altLang="zh-TW" sz="163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63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</m:acc>
                        </m:oMath>
                      </m:oMathPara>
                    </a14:m>
                    <a:endParaRPr lang="en-US" altLang="zh-TW" sz="1630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77" name="文字方塊 76">
                    <a:extLst>
                      <a:ext uri="{FF2B5EF4-FFF2-40B4-BE49-F238E27FC236}">
                        <a16:creationId xmlns:a16="http://schemas.microsoft.com/office/drawing/2014/main" id="{70E789C9-D068-48AA-8926-92B85661596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-844998" y="1195151"/>
                    <a:ext cx="406919" cy="343171"/>
                  </a:xfrm>
                  <a:prstGeom prst="rect">
                    <a:avLst/>
                  </a:prstGeom>
                  <a:blipFill>
                    <a:blip r:embed="rId34"/>
                    <a:stretch>
                      <a:fillRect r="-11940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80" name="箭號: 向右 79">
                <a:extLst>
                  <a:ext uri="{FF2B5EF4-FFF2-40B4-BE49-F238E27FC236}">
                    <a16:creationId xmlns:a16="http://schemas.microsoft.com/office/drawing/2014/main" id="{F32A89A1-E095-4210-B194-1EC0B4AD3DA8}"/>
                  </a:ext>
                </a:extLst>
              </p:cNvPr>
              <p:cNvSpPr/>
              <p:nvPr/>
            </p:nvSpPr>
            <p:spPr>
              <a:xfrm>
                <a:off x="-837092" y="1356364"/>
                <a:ext cx="92654" cy="27541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63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81" name="箭號: 向右 80">
                <a:extLst>
                  <a:ext uri="{FF2B5EF4-FFF2-40B4-BE49-F238E27FC236}">
                    <a16:creationId xmlns:a16="http://schemas.microsoft.com/office/drawing/2014/main" id="{E42CAD77-BEA0-4CB1-B01D-A8A1D4284141}"/>
                  </a:ext>
                </a:extLst>
              </p:cNvPr>
              <p:cNvSpPr/>
              <p:nvPr/>
            </p:nvSpPr>
            <p:spPr>
              <a:xfrm rot="16200000">
                <a:off x="-877012" y="1316853"/>
                <a:ext cx="91764" cy="27808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63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矩形 81">
                  <a:extLst>
                    <a:ext uri="{FF2B5EF4-FFF2-40B4-BE49-F238E27FC236}">
                      <a16:creationId xmlns:a16="http://schemas.microsoft.com/office/drawing/2014/main" id="{240CA1BD-0A6B-483E-82FB-D0031F2E5140}"/>
                    </a:ext>
                  </a:extLst>
                </p:cNvPr>
                <p:cNvSpPr/>
                <p:nvPr/>
              </p:nvSpPr>
              <p:spPr>
                <a:xfrm>
                  <a:off x="296970" y="2640980"/>
                  <a:ext cx="80304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=0</m:t>
                        </m:r>
                      </m:oMath>
                    </m:oMathPara>
                  </a14:m>
                  <a:endParaRPr lang="zh-TW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82" name="矩形 81">
                  <a:extLst>
                    <a:ext uri="{FF2B5EF4-FFF2-40B4-BE49-F238E27FC236}">
                      <a16:creationId xmlns:a16="http://schemas.microsoft.com/office/drawing/2014/main" id="{240CA1BD-0A6B-483E-82FB-D0031F2E514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6970" y="2640980"/>
                  <a:ext cx="803040" cy="369332"/>
                </a:xfrm>
                <a:prstGeom prst="rect">
                  <a:avLst/>
                </a:prstGeom>
                <a:blipFill>
                  <a:blip r:embed="rId35"/>
                  <a:stretch>
                    <a:fillRect b="-833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矩形 82">
                  <a:extLst>
                    <a:ext uri="{FF2B5EF4-FFF2-40B4-BE49-F238E27FC236}">
                      <a16:creationId xmlns:a16="http://schemas.microsoft.com/office/drawing/2014/main" id="{287FE308-8D4D-42B7-B8A9-E8CDF97468FD}"/>
                    </a:ext>
                  </a:extLst>
                </p:cNvPr>
                <p:cNvSpPr/>
                <p:nvPr/>
              </p:nvSpPr>
              <p:spPr>
                <a:xfrm>
                  <a:off x="296980" y="5266055"/>
                  <a:ext cx="80304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=0</m:t>
                        </m:r>
                      </m:oMath>
                    </m:oMathPara>
                  </a14:m>
                  <a:endParaRPr lang="zh-TW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83" name="矩形 82">
                  <a:extLst>
                    <a:ext uri="{FF2B5EF4-FFF2-40B4-BE49-F238E27FC236}">
                      <a16:creationId xmlns:a16="http://schemas.microsoft.com/office/drawing/2014/main" id="{287FE308-8D4D-42B7-B8A9-E8CDF97468F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6980" y="5266055"/>
                  <a:ext cx="803040" cy="369332"/>
                </a:xfrm>
                <a:prstGeom prst="rect">
                  <a:avLst/>
                </a:prstGeom>
                <a:blipFill>
                  <a:blip r:embed="rId36"/>
                  <a:stretch>
                    <a:fillRect b="-819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4" name="矩形 83">
                  <a:extLst>
                    <a:ext uri="{FF2B5EF4-FFF2-40B4-BE49-F238E27FC236}">
                      <a16:creationId xmlns:a16="http://schemas.microsoft.com/office/drawing/2014/main" id="{65E3A63F-4D89-41B4-B9E7-ED2A3B2D83B3}"/>
                    </a:ext>
                  </a:extLst>
                </p:cNvPr>
                <p:cNvSpPr/>
                <p:nvPr/>
              </p:nvSpPr>
              <p:spPr>
                <a:xfrm>
                  <a:off x="1233850" y="5685548"/>
                  <a:ext cx="688009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1 </m:t>
                        </m:r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𝜇</m:t>
                        </m:r>
                        <m:r>
                          <m:rPr>
                            <m:sty m:val="p"/>
                          </m:rPr>
                          <a:rPr lang="en-US" altLang="zh-TW" sz="1630">
                            <a:latin typeface="Cambria Math" panose="02040503050406030204" pitchFamily="18" charset="0"/>
                          </a:rPr>
                          <m:t>m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84" name="矩形 83">
                  <a:extLst>
                    <a:ext uri="{FF2B5EF4-FFF2-40B4-BE49-F238E27FC236}">
                      <a16:creationId xmlns:a16="http://schemas.microsoft.com/office/drawing/2014/main" id="{65E3A63F-4D89-41B4-B9E7-ED2A3B2D83B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33850" y="5685548"/>
                  <a:ext cx="688009" cy="343171"/>
                </a:xfrm>
                <a:prstGeom prst="rect">
                  <a:avLst/>
                </a:prstGeom>
                <a:blipFill>
                  <a:blip r:embed="rId37"/>
                  <a:stretch>
                    <a:fillRect b="-526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91" name="群組 90">
              <a:extLst>
                <a:ext uri="{FF2B5EF4-FFF2-40B4-BE49-F238E27FC236}">
                  <a16:creationId xmlns:a16="http://schemas.microsoft.com/office/drawing/2014/main" id="{3A0BB8D0-0BD8-440C-854D-8B897490D785}"/>
                </a:ext>
              </a:extLst>
            </p:cNvPr>
            <p:cNvGrpSpPr/>
            <p:nvPr/>
          </p:nvGrpSpPr>
          <p:grpSpPr>
            <a:xfrm>
              <a:off x="1550691" y="4829514"/>
              <a:ext cx="550009" cy="592612"/>
              <a:chOff x="-988088" y="945710"/>
              <a:chExt cx="550009" cy="59261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2" name="文字方塊 91">
                    <a:extLst>
                      <a:ext uri="{FF2B5EF4-FFF2-40B4-BE49-F238E27FC236}">
                        <a16:creationId xmlns:a16="http://schemas.microsoft.com/office/drawing/2014/main" id="{A535CFE8-1251-45EE-BB8B-E1894B468772}"/>
                      </a:ext>
                    </a:extLst>
                  </p:cNvPr>
                  <p:cNvSpPr txBox="1"/>
                  <p:nvPr/>
                </p:nvSpPr>
                <p:spPr>
                  <a:xfrm>
                    <a:off x="-988088" y="945710"/>
                    <a:ext cx="323386" cy="34317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̂"/>
                              <m:ctrlPr>
                                <a:rPr lang="en-US" altLang="zh-TW" sz="163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630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oMath>
                      </m:oMathPara>
                    </a14:m>
                    <a:endParaRPr lang="en-US" altLang="zh-TW" sz="1630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76" name="文字方塊 75">
                    <a:extLst>
                      <a:ext uri="{FF2B5EF4-FFF2-40B4-BE49-F238E27FC236}">
                        <a16:creationId xmlns:a16="http://schemas.microsoft.com/office/drawing/2014/main" id="{DA635BAA-EFD7-435B-BCE4-F0FC3026F2A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-988088" y="945710"/>
                    <a:ext cx="323386" cy="343171"/>
                  </a:xfrm>
                  <a:prstGeom prst="rect">
                    <a:avLst/>
                  </a:prstGeom>
                  <a:blipFill>
                    <a:blip r:embed="rId33"/>
                    <a:stretch>
                      <a:fillRect b="-7143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5" name="文字方塊 94">
                    <a:extLst>
                      <a:ext uri="{FF2B5EF4-FFF2-40B4-BE49-F238E27FC236}">
                        <a16:creationId xmlns:a16="http://schemas.microsoft.com/office/drawing/2014/main" id="{463C40B9-DE99-4F6D-882C-ECBE1952202D}"/>
                      </a:ext>
                    </a:extLst>
                  </p:cNvPr>
                  <p:cNvSpPr txBox="1"/>
                  <p:nvPr/>
                </p:nvSpPr>
                <p:spPr>
                  <a:xfrm>
                    <a:off x="-844998" y="1195151"/>
                    <a:ext cx="406919" cy="34317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̂"/>
                              <m:ctrlPr>
                                <a:rPr lang="en-US" altLang="zh-TW" sz="163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63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</m:acc>
                        </m:oMath>
                      </m:oMathPara>
                    </a14:m>
                    <a:endParaRPr lang="en-US" altLang="zh-TW" sz="1630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77" name="文字方塊 76">
                    <a:extLst>
                      <a:ext uri="{FF2B5EF4-FFF2-40B4-BE49-F238E27FC236}">
                        <a16:creationId xmlns:a16="http://schemas.microsoft.com/office/drawing/2014/main" id="{70E789C9-D068-48AA-8926-92B85661596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-844998" y="1195151"/>
                    <a:ext cx="406919" cy="343171"/>
                  </a:xfrm>
                  <a:prstGeom prst="rect">
                    <a:avLst/>
                  </a:prstGeom>
                  <a:blipFill>
                    <a:blip r:embed="rId34"/>
                    <a:stretch>
                      <a:fillRect r="-11940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00" name="箭號: 向右 99">
                <a:extLst>
                  <a:ext uri="{FF2B5EF4-FFF2-40B4-BE49-F238E27FC236}">
                    <a16:creationId xmlns:a16="http://schemas.microsoft.com/office/drawing/2014/main" id="{B3AB2D38-FC86-4126-A3D7-6A0087F848FE}"/>
                  </a:ext>
                </a:extLst>
              </p:cNvPr>
              <p:cNvSpPr/>
              <p:nvPr/>
            </p:nvSpPr>
            <p:spPr>
              <a:xfrm>
                <a:off x="-837092" y="1356364"/>
                <a:ext cx="92654" cy="27541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63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18" name="箭號: 向右 117">
                <a:extLst>
                  <a:ext uri="{FF2B5EF4-FFF2-40B4-BE49-F238E27FC236}">
                    <a16:creationId xmlns:a16="http://schemas.microsoft.com/office/drawing/2014/main" id="{B3462263-DD9C-42BC-B36A-8B9B88B1A8C8}"/>
                  </a:ext>
                </a:extLst>
              </p:cNvPr>
              <p:cNvSpPr/>
              <p:nvPr/>
            </p:nvSpPr>
            <p:spPr>
              <a:xfrm rot="16200000">
                <a:off x="-877012" y="1316853"/>
                <a:ext cx="91764" cy="27808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63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19" name="矩形 118">
              <a:extLst>
                <a:ext uri="{FF2B5EF4-FFF2-40B4-BE49-F238E27FC236}">
                  <a16:creationId xmlns:a16="http://schemas.microsoft.com/office/drawing/2014/main" id="{4DFBEE7D-1A45-46FE-8255-F523F7D876CA}"/>
                </a:ext>
              </a:extLst>
            </p:cNvPr>
            <p:cNvSpPr/>
            <p:nvPr/>
          </p:nvSpPr>
          <p:spPr>
            <a:xfrm rot="5400000">
              <a:off x="8939323" y="5277341"/>
              <a:ext cx="1359668" cy="34317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TW" sz="163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arbitrary units</a:t>
              </a:r>
              <a:endParaRPr lang="zh-TW" altLang="en-US" sz="163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20" name="群組 119">
              <a:extLst>
                <a:ext uri="{FF2B5EF4-FFF2-40B4-BE49-F238E27FC236}">
                  <a16:creationId xmlns:a16="http://schemas.microsoft.com/office/drawing/2014/main" id="{335F656F-FA50-472B-B729-81BF2650313C}"/>
                </a:ext>
              </a:extLst>
            </p:cNvPr>
            <p:cNvGrpSpPr/>
            <p:nvPr/>
          </p:nvGrpSpPr>
          <p:grpSpPr>
            <a:xfrm>
              <a:off x="7328737" y="3884249"/>
              <a:ext cx="1718308" cy="343171"/>
              <a:chOff x="10557418" y="6399554"/>
              <a:chExt cx="2266734" cy="452699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1" name="矩形 120">
                    <a:extLst>
                      <a:ext uri="{FF2B5EF4-FFF2-40B4-BE49-F238E27FC236}">
                        <a16:creationId xmlns:a16="http://schemas.microsoft.com/office/drawing/2014/main" id="{BF324142-26FB-4303-A2B5-0000DAE79927}"/>
                      </a:ext>
                    </a:extLst>
                  </p:cNvPr>
                  <p:cNvSpPr/>
                  <p:nvPr/>
                </p:nvSpPr>
                <p:spPr>
                  <a:xfrm>
                    <a:off x="10995506" y="6399554"/>
                    <a:ext cx="1828646" cy="452699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en-US" altLang="zh-TW" sz="163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1630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altLang="zh-TW" sz="163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altLang="zh-TW" sz="163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</m:sSubSup>
                          <m:r>
                            <a:rPr lang="en-US" altLang="zh-TW" sz="1630" i="1">
                              <a:latin typeface="Cambria Math" panose="02040503050406030204" pitchFamily="18" charset="0"/>
                            </a:rPr>
                            <m:t>=1.5 </m:t>
                          </m:r>
                          <m:r>
                            <a:rPr lang="en-US" altLang="zh-TW" sz="1630" i="1"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m:rPr>
                              <m:sty m:val="p"/>
                            </m:rPr>
                            <a:rPr lang="en-US" altLang="zh-TW" sz="1630">
                              <a:latin typeface="Cambria Math" panose="02040503050406030204" pitchFamily="18" charset="0"/>
                            </a:rPr>
                            <m:t>m</m:t>
                          </m:r>
                        </m:oMath>
                      </m:oMathPara>
                    </a14:m>
                    <a:endParaRPr lang="zh-TW" altLang="en-US" sz="1630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6" name="矩形 5">
                    <a:extLst>
                      <a:ext uri="{FF2B5EF4-FFF2-40B4-BE49-F238E27FC236}">
                        <a16:creationId xmlns:a16="http://schemas.microsoft.com/office/drawing/2014/main" id="{33615A92-2488-4DAF-823B-7ACEF3923D2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995506" y="6399554"/>
                    <a:ext cx="1828646" cy="452699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5263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122" name="圖片 121">
                <a:extLst>
                  <a:ext uri="{FF2B5EF4-FFF2-40B4-BE49-F238E27FC236}">
                    <a16:creationId xmlns:a16="http://schemas.microsoft.com/office/drawing/2014/main" id="{2611E32E-A1A0-4605-A171-F58183CFCA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10557418" y="6619851"/>
                <a:ext cx="476304" cy="136937"/>
              </a:xfrm>
              <a:prstGeom prst="rect">
                <a:avLst/>
              </a:prstGeom>
            </p:spPr>
          </p:pic>
        </p:grpSp>
        <p:pic>
          <p:nvPicPr>
            <p:cNvPr id="130" name="圖片 129">
              <a:extLst>
                <a:ext uri="{FF2B5EF4-FFF2-40B4-BE49-F238E27FC236}">
                  <a16:creationId xmlns:a16="http://schemas.microsoft.com/office/drawing/2014/main" id="{F555AF0C-3810-4679-8E01-40263706895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5053" r="8793"/>
            <a:stretch/>
          </p:blipFill>
          <p:spPr>
            <a:xfrm>
              <a:off x="9036049" y="4609293"/>
              <a:ext cx="609601" cy="165100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8" name="矩形 147">
                  <a:extLst>
                    <a:ext uri="{FF2B5EF4-FFF2-40B4-BE49-F238E27FC236}">
                      <a16:creationId xmlns:a16="http://schemas.microsoft.com/office/drawing/2014/main" id="{766A6797-B527-42E4-AAAE-D300A21D06BC}"/>
                    </a:ext>
                  </a:extLst>
                </p:cNvPr>
                <p:cNvSpPr/>
                <p:nvPr/>
              </p:nvSpPr>
              <p:spPr>
                <a:xfrm>
                  <a:off x="1369160" y="5968021"/>
                  <a:ext cx="889154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ℓ=−2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48" name="矩形 147">
                  <a:extLst>
                    <a:ext uri="{FF2B5EF4-FFF2-40B4-BE49-F238E27FC236}">
                      <a16:creationId xmlns:a16="http://schemas.microsoft.com/office/drawing/2014/main" id="{766A6797-B527-42E4-AAAE-D300A21D06B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69160" y="5968021"/>
                  <a:ext cx="889154" cy="343171"/>
                </a:xfrm>
                <a:prstGeom prst="rect">
                  <a:avLst/>
                </a:prstGeom>
                <a:blipFill>
                  <a:blip r:embed="rId3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9" name="矩形 148">
                  <a:extLst>
                    <a:ext uri="{FF2B5EF4-FFF2-40B4-BE49-F238E27FC236}">
                      <a16:creationId xmlns:a16="http://schemas.microsoft.com/office/drawing/2014/main" id="{45D33A5D-2041-49C7-B8E4-FC63B6CA6197}"/>
                    </a:ext>
                  </a:extLst>
                </p:cNvPr>
                <p:cNvSpPr/>
                <p:nvPr/>
              </p:nvSpPr>
              <p:spPr>
                <a:xfrm>
                  <a:off x="2876622" y="5968021"/>
                  <a:ext cx="889154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ℓ=−1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49" name="矩形 148">
                  <a:extLst>
                    <a:ext uri="{FF2B5EF4-FFF2-40B4-BE49-F238E27FC236}">
                      <a16:creationId xmlns:a16="http://schemas.microsoft.com/office/drawing/2014/main" id="{45D33A5D-2041-49C7-B8E4-FC63B6CA619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76622" y="5968021"/>
                  <a:ext cx="889154" cy="343171"/>
                </a:xfrm>
                <a:prstGeom prst="rect">
                  <a:avLst/>
                </a:prstGeom>
                <a:blipFill>
                  <a:blip r:embed="rId4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0" name="矩形 149">
                  <a:extLst>
                    <a:ext uri="{FF2B5EF4-FFF2-40B4-BE49-F238E27FC236}">
                      <a16:creationId xmlns:a16="http://schemas.microsoft.com/office/drawing/2014/main" id="{1A03566F-34DE-4C4D-B70A-2359579CE0E3}"/>
                    </a:ext>
                  </a:extLst>
                </p:cNvPr>
                <p:cNvSpPr/>
                <p:nvPr/>
              </p:nvSpPr>
              <p:spPr>
                <a:xfrm>
                  <a:off x="4594960" y="5968021"/>
                  <a:ext cx="733662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ℓ=0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50" name="矩形 149">
                  <a:extLst>
                    <a:ext uri="{FF2B5EF4-FFF2-40B4-BE49-F238E27FC236}">
                      <a16:creationId xmlns:a16="http://schemas.microsoft.com/office/drawing/2014/main" id="{1A03566F-34DE-4C4D-B70A-2359579CE0E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94960" y="5968021"/>
                  <a:ext cx="733662" cy="343171"/>
                </a:xfrm>
                <a:prstGeom prst="rect">
                  <a:avLst/>
                </a:prstGeom>
                <a:blipFill>
                  <a:blip r:embed="rId4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1" name="矩形 150">
                  <a:extLst>
                    <a:ext uri="{FF2B5EF4-FFF2-40B4-BE49-F238E27FC236}">
                      <a16:creationId xmlns:a16="http://schemas.microsoft.com/office/drawing/2014/main" id="{42BD8D82-DCE9-4560-A18D-E0990D1AA76E}"/>
                    </a:ext>
                  </a:extLst>
                </p:cNvPr>
                <p:cNvSpPr/>
                <p:nvPr/>
              </p:nvSpPr>
              <p:spPr>
                <a:xfrm>
                  <a:off x="6213693" y="5968021"/>
                  <a:ext cx="733662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ℓ=1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51" name="矩形 150">
                  <a:extLst>
                    <a:ext uri="{FF2B5EF4-FFF2-40B4-BE49-F238E27FC236}">
                      <a16:creationId xmlns:a16="http://schemas.microsoft.com/office/drawing/2014/main" id="{42BD8D82-DCE9-4560-A18D-E0990D1AA7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13693" y="5968021"/>
                  <a:ext cx="733662" cy="343171"/>
                </a:xfrm>
                <a:prstGeom prst="rect">
                  <a:avLst/>
                </a:prstGeom>
                <a:blipFill>
                  <a:blip r:embed="rId4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2" name="矩形 151">
                  <a:extLst>
                    <a:ext uri="{FF2B5EF4-FFF2-40B4-BE49-F238E27FC236}">
                      <a16:creationId xmlns:a16="http://schemas.microsoft.com/office/drawing/2014/main" id="{4C33AF4E-9F38-497C-ADDC-B3D40E9CE7FD}"/>
                    </a:ext>
                  </a:extLst>
                </p:cNvPr>
                <p:cNvSpPr/>
                <p:nvPr/>
              </p:nvSpPr>
              <p:spPr>
                <a:xfrm>
                  <a:off x="7724876" y="5968021"/>
                  <a:ext cx="733662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ℓ=2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52" name="矩形 151">
                  <a:extLst>
                    <a:ext uri="{FF2B5EF4-FFF2-40B4-BE49-F238E27FC236}">
                      <a16:creationId xmlns:a16="http://schemas.microsoft.com/office/drawing/2014/main" id="{4C33AF4E-9F38-497C-ADDC-B3D40E9CE7F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24876" y="5968021"/>
                  <a:ext cx="733662" cy="343171"/>
                </a:xfrm>
                <a:prstGeom prst="rect">
                  <a:avLst/>
                </a:prstGeom>
                <a:blipFill>
                  <a:blip r:embed="rId4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0580682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>
            <a:extLst>
              <a:ext uri="{FF2B5EF4-FFF2-40B4-BE49-F238E27FC236}">
                <a16:creationId xmlns:a16="http://schemas.microsoft.com/office/drawing/2014/main" id="{BA35AA70-FA23-48E2-82B5-4403B1DDB74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DFDFD"/>
              </a:clrFrom>
              <a:clrTo>
                <a:srgbClr val="FDFDFD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4386"/>
          <a:stretch/>
        </p:blipFill>
        <p:spPr>
          <a:xfrm>
            <a:off x="1842366" y="1967580"/>
            <a:ext cx="1587970" cy="1695009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A91246B0-6793-4A42-BD59-084A6D23E97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DFDFD"/>
              </a:clrFrom>
              <a:clrTo>
                <a:srgbClr val="FDFDFD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4708"/>
          <a:stretch/>
        </p:blipFill>
        <p:spPr>
          <a:xfrm>
            <a:off x="1842366" y="356049"/>
            <a:ext cx="1555211" cy="1695009"/>
          </a:xfrm>
          <a:prstGeom prst="rect">
            <a:avLst/>
          </a:prstGeom>
        </p:spPr>
      </p:pic>
      <p:sp>
        <p:nvSpPr>
          <p:cNvPr id="55" name="矩形: 圓角 54">
            <a:extLst>
              <a:ext uri="{FF2B5EF4-FFF2-40B4-BE49-F238E27FC236}">
                <a16:creationId xmlns:a16="http://schemas.microsoft.com/office/drawing/2014/main" id="{7BFE40E8-D447-4A65-A047-52809FD40D23}"/>
              </a:ext>
            </a:extLst>
          </p:cNvPr>
          <p:cNvSpPr/>
          <p:nvPr/>
        </p:nvSpPr>
        <p:spPr>
          <a:xfrm>
            <a:off x="1278833" y="492501"/>
            <a:ext cx="7555886" cy="3300880"/>
          </a:xfrm>
          <a:prstGeom prst="roundRect">
            <a:avLst>
              <a:gd name="adj" fmla="val 6163"/>
            </a:avLst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1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0" name="矩形 59">
                <a:extLst>
                  <a:ext uri="{FF2B5EF4-FFF2-40B4-BE49-F238E27FC236}">
                    <a16:creationId xmlns:a16="http://schemas.microsoft.com/office/drawing/2014/main" id="{F16C610F-D114-49B6-AA8F-93D1163DC516}"/>
                  </a:ext>
                </a:extLst>
              </p:cNvPr>
              <p:cNvSpPr/>
              <p:nvPr/>
            </p:nvSpPr>
            <p:spPr>
              <a:xfrm>
                <a:off x="1244786" y="1010356"/>
                <a:ext cx="792204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>
                          <a:latin typeface="Cambria Math" panose="02040503050406030204" pitchFamily="18" charset="0"/>
                        </a:rPr>
                        <m:t>ℓ=0</m:t>
                      </m:r>
                    </m:oMath>
                  </m:oMathPara>
                </a14:m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0" name="矩形 59">
                <a:extLst>
                  <a:ext uri="{FF2B5EF4-FFF2-40B4-BE49-F238E27FC236}">
                    <a16:creationId xmlns:a16="http://schemas.microsoft.com/office/drawing/2014/main" id="{F16C610F-D114-49B6-AA8F-93D1163DC51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4786" y="1010356"/>
                <a:ext cx="792204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矩形 60">
                <a:extLst>
                  <a:ext uri="{FF2B5EF4-FFF2-40B4-BE49-F238E27FC236}">
                    <a16:creationId xmlns:a16="http://schemas.microsoft.com/office/drawing/2014/main" id="{9FCF0267-AF69-408E-83CF-E40240898E3F}"/>
                  </a:ext>
                </a:extLst>
              </p:cNvPr>
              <p:cNvSpPr/>
              <p:nvPr/>
            </p:nvSpPr>
            <p:spPr>
              <a:xfrm>
                <a:off x="2176248" y="3180953"/>
                <a:ext cx="641522" cy="34317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𝜇</m:t>
                      </m:r>
                      <m:r>
                        <m:rPr>
                          <m:sty m:val="p"/>
                        </m:rPr>
                        <a:rPr lang="en-US" altLang="zh-TW" sz="1630">
                          <a:latin typeface="Cambria Math" panose="02040503050406030204" pitchFamily="18" charset="0"/>
                        </a:rPr>
                        <m:t>m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1" name="矩形 60">
                <a:extLst>
                  <a:ext uri="{FF2B5EF4-FFF2-40B4-BE49-F238E27FC236}">
                    <a16:creationId xmlns:a16="http://schemas.microsoft.com/office/drawing/2014/main" id="{9FCF0267-AF69-408E-83CF-E40240898E3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6248" y="3180953"/>
                <a:ext cx="641522" cy="343171"/>
              </a:xfrm>
              <a:prstGeom prst="rect">
                <a:avLst/>
              </a:prstGeom>
              <a:blipFill>
                <a:blip r:embed="rId9"/>
                <a:stretch>
                  <a:fillRect b="-125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矩形 61">
                <a:extLst>
                  <a:ext uri="{FF2B5EF4-FFF2-40B4-BE49-F238E27FC236}">
                    <a16:creationId xmlns:a16="http://schemas.microsoft.com/office/drawing/2014/main" id="{7D2BA6ED-F3F6-4E48-8797-E5C62278738A}"/>
                  </a:ext>
                </a:extLst>
              </p:cNvPr>
              <p:cNvSpPr/>
              <p:nvPr/>
            </p:nvSpPr>
            <p:spPr>
              <a:xfrm>
                <a:off x="2311558" y="3407474"/>
                <a:ext cx="889154" cy="34317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ℓ=−2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2" name="矩形 61">
                <a:extLst>
                  <a:ext uri="{FF2B5EF4-FFF2-40B4-BE49-F238E27FC236}">
                    <a16:creationId xmlns:a16="http://schemas.microsoft.com/office/drawing/2014/main" id="{7D2BA6ED-F3F6-4E48-8797-E5C62278738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11558" y="3407474"/>
                <a:ext cx="889154" cy="343171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矩形 62">
                <a:extLst>
                  <a:ext uri="{FF2B5EF4-FFF2-40B4-BE49-F238E27FC236}">
                    <a16:creationId xmlns:a16="http://schemas.microsoft.com/office/drawing/2014/main" id="{4318D726-0C1E-4335-AC86-FC2D896A545D}"/>
                  </a:ext>
                </a:extLst>
              </p:cNvPr>
              <p:cNvSpPr/>
              <p:nvPr/>
            </p:nvSpPr>
            <p:spPr>
              <a:xfrm>
                <a:off x="3724233" y="3407474"/>
                <a:ext cx="889154" cy="34317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ℓ=−1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3" name="矩形 62">
                <a:extLst>
                  <a:ext uri="{FF2B5EF4-FFF2-40B4-BE49-F238E27FC236}">
                    <a16:creationId xmlns:a16="http://schemas.microsoft.com/office/drawing/2014/main" id="{4318D726-0C1E-4335-AC86-FC2D896A545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24233" y="3407474"/>
                <a:ext cx="889154" cy="343171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" name="矩形 63">
                <a:extLst>
                  <a:ext uri="{FF2B5EF4-FFF2-40B4-BE49-F238E27FC236}">
                    <a16:creationId xmlns:a16="http://schemas.microsoft.com/office/drawing/2014/main" id="{7DB720B7-D574-4D15-8E19-7228E0981AF0}"/>
                  </a:ext>
                </a:extLst>
              </p:cNvPr>
              <p:cNvSpPr/>
              <p:nvPr/>
            </p:nvSpPr>
            <p:spPr>
              <a:xfrm>
                <a:off x="5136908" y="3407474"/>
                <a:ext cx="733662" cy="34317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ℓ=0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4" name="矩形 63">
                <a:extLst>
                  <a:ext uri="{FF2B5EF4-FFF2-40B4-BE49-F238E27FC236}">
                    <a16:creationId xmlns:a16="http://schemas.microsoft.com/office/drawing/2014/main" id="{7DB720B7-D574-4D15-8E19-7228E0981AF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36908" y="3407474"/>
                <a:ext cx="733662" cy="343171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矩形 64">
                <a:extLst>
                  <a:ext uri="{FF2B5EF4-FFF2-40B4-BE49-F238E27FC236}">
                    <a16:creationId xmlns:a16="http://schemas.microsoft.com/office/drawing/2014/main" id="{223FB366-A8D4-4B76-B8D8-D9A4CC5F9B70}"/>
                  </a:ext>
                </a:extLst>
              </p:cNvPr>
              <p:cNvSpPr/>
              <p:nvPr/>
            </p:nvSpPr>
            <p:spPr>
              <a:xfrm>
                <a:off x="6394091" y="3407474"/>
                <a:ext cx="733662" cy="34317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ℓ=1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5" name="矩形 64">
                <a:extLst>
                  <a:ext uri="{FF2B5EF4-FFF2-40B4-BE49-F238E27FC236}">
                    <a16:creationId xmlns:a16="http://schemas.microsoft.com/office/drawing/2014/main" id="{223FB366-A8D4-4B76-B8D8-D9A4CC5F9B7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4091" y="3407474"/>
                <a:ext cx="733662" cy="343171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矩形 65">
                <a:extLst>
                  <a:ext uri="{FF2B5EF4-FFF2-40B4-BE49-F238E27FC236}">
                    <a16:creationId xmlns:a16="http://schemas.microsoft.com/office/drawing/2014/main" id="{C3C5C89E-1517-4044-84F9-4A556E673FCF}"/>
                  </a:ext>
                </a:extLst>
              </p:cNvPr>
              <p:cNvSpPr/>
              <p:nvPr/>
            </p:nvSpPr>
            <p:spPr>
              <a:xfrm>
                <a:off x="7651274" y="3407474"/>
                <a:ext cx="733662" cy="34317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ℓ=2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6" name="矩形 65">
                <a:extLst>
                  <a:ext uri="{FF2B5EF4-FFF2-40B4-BE49-F238E27FC236}">
                    <a16:creationId xmlns:a16="http://schemas.microsoft.com/office/drawing/2014/main" id="{C3C5C89E-1517-4044-84F9-4A556E673FC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51274" y="3407474"/>
                <a:ext cx="733662" cy="343171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8" name="矩形 67">
            <a:extLst>
              <a:ext uri="{FF2B5EF4-FFF2-40B4-BE49-F238E27FC236}">
                <a16:creationId xmlns:a16="http://schemas.microsoft.com/office/drawing/2014/main" id="{8528E9D6-6595-4C2C-8910-534DECC142AE}"/>
              </a:ext>
            </a:extLst>
          </p:cNvPr>
          <p:cNvSpPr/>
          <p:nvPr/>
        </p:nvSpPr>
        <p:spPr>
          <a:xfrm rot="5400000">
            <a:off x="8736989" y="2613957"/>
            <a:ext cx="1359668" cy="34317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16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arbitrary units</a:t>
            </a:r>
            <a:endParaRPr lang="zh-TW" altLang="en-US" sz="16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9" name="圖片 68">
            <a:extLst>
              <a:ext uri="{FF2B5EF4-FFF2-40B4-BE49-F238E27FC236}">
                <a16:creationId xmlns:a16="http://schemas.microsoft.com/office/drawing/2014/main" id="{01C039CF-7E75-48C6-AE99-5CDFFCE59650}"/>
              </a:ext>
            </a:extLst>
          </p:cNvPr>
          <p:cNvPicPr>
            <a:picLocks noChangeAspect="1"/>
          </p:cNvPicPr>
          <p:nvPr/>
        </p:nvPicPr>
        <p:blipFill rotWithShape="1">
          <a:blip r:embed="rId1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5240" r="9825"/>
          <a:stretch/>
        </p:blipFill>
        <p:spPr>
          <a:xfrm>
            <a:off x="8801638" y="2006147"/>
            <a:ext cx="490120" cy="165506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0" name="矩形 69">
                <a:extLst>
                  <a:ext uri="{FF2B5EF4-FFF2-40B4-BE49-F238E27FC236}">
                    <a16:creationId xmlns:a16="http://schemas.microsoft.com/office/drawing/2014/main" id="{9AA7DB4D-008D-4D94-A265-1F97D8FAF1FD}"/>
                  </a:ext>
                </a:extLst>
              </p:cNvPr>
              <p:cNvSpPr/>
              <p:nvPr/>
            </p:nvSpPr>
            <p:spPr>
              <a:xfrm>
                <a:off x="1184153" y="-16960"/>
                <a:ext cx="1311256" cy="51751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ℓ,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  <m:sup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𝒓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0" name="矩形 69">
                <a:extLst>
                  <a:ext uri="{FF2B5EF4-FFF2-40B4-BE49-F238E27FC236}">
                    <a16:creationId xmlns:a16="http://schemas.microsoft.com/office/drawing/2014/main" id="{9AA7DB4D-008D-4D94-A265-1F97D8FAF1F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4153" y="-16960"/>
                <a:ext cx="1311256" cy="517514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矩形 70">
                <a:extLst>
                  <a:ext uri="{FF2B5EF4-FFF2-40B4-BE49-F238E27FC236}">
                    <a16:creationId xmlns:a16="http://schemas.microsoft.com/office/drawing/2014/main" id="{828A5EB9-9DE5-40C8-9CDD-B9ACC7FA4D60}"/>
                  </a:ext>
                </a:extLst>
              </p:cNvPr>
              <p:cNvSpPr/>
              <p:nvPr/>
            </p:nvSpPr>
            <p:spPr>
              <a:xfrm>
                <a:off x="2306268" y="1807858"/>
                <a:ext cx="744243" cy="34317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1" name="矩形 70">
                <a:extLst>
                  <a:ext uri="{FF2B5EF4-FFF2-40B4-BE49-F238E27FC236}">
                    <a16:creationId xmlns:a16="http://schemas.microsoft.com/office/drawing/2014/main" id="{828A5EB9-9DE5-40C8-9CDD-B9ACC7FA4D6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06268" y="1807858"/>
                <a:ext cx="744243" cy="343171"/>
              </a:xfrm>
              <a:prstGeom prst="rect">
                <a:avLst/>
              </a:prstGeom>
              <a:blipFill>
                <a:blip r:embed="rId17"/>
                <a:stretch>
                  <a:fillRect b="-53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矩形 71">
                <a:extLst>
                  <a:ext uri="{FF2B5EF4-FFF2-40B4-BE49-F238E27FC236}">
                    <a16:creationId xmlns:a16="http://schemas.microsoft.com/office/drawing/2014/main" id="{F32EE6FA-1AD1-4016-BD95-6900EA5B5573}"/>
                  </a:ext>
                </a:extLst>
              </p:cNvPr>
              <p:cNvSpPr/>
              <p:nvPr/>
            </p:nvSpPr>
            <p:spPr>
              <a:xfrm>
                <a:off x="3641197" y="1807858"/>
                <a:ext cx="744243" cy="34317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2" name="矩形 71">
                <a:extLst>
                  <a:ext uri="{FF2B5EF4-FFF2-40B4-BE49-F238E27FC236}">
                    <a16:creationId xmlns:a16="http://schemas.microsoft.com/office/drawing/2014/main" id="{F32EE6FA-1AD1-4016-BD95-6900EA5B557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1197" y="1807858"/>
                <a:ext cx="744243" cy="343171"/>
              </a:xfrm>
              <a:prstGeom prst="rect">
                <a:avLst/>
              </a:prstGeom>
              <a:blipFill>
                <a:blip r:embed="rId18"/>
                <a:stretch>
                  <a:fillRect b="-53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3" name="矩形 72">
                <a:extLst>
                  <a:ext uri="{FF2B5EF4-FFF2-40B4-BE49-F238E27FC236}">
                    <a16:creationId xmlns:a16="http://schemas.microsoft.com/office/drawing/2014/main" id="{3A529BC5-5052-446D-8C8C-9BC5C653DB64}"/>
                  </a:ext>
                </a:extLst>
              </p:cNvPr>
              <p:cNvSpPr/>
              <p:nvPr/>
            </p:nvSpPr>
            <p:spPr>
              <a:xfrm>
                <a:off x="4976126" y="1807858"/>
                <a:ext cx="744243" cy="34317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3" name="矩形 72">
                <a:extLst>
                  <a:ext uri="{FF2B5EF4-FFF2-40B4-BE49-F238E27FC236}">
                    <a16:creationId xmlns:a16="http://schemas.microsoft.com/office/drawing/2014/main" id="{3A529BC5-5052-446D-8C8C-9BC5C653DB6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76126" y="1807858"/>
                <a:ext cx="744243" cy="343171"/>
              </a:xfrm>
              <a:prstGeom prst="rect">
                <a:avLst/>
              </a:prstGeom>
              <a:blipFill>
                <a:blip r:embed="rId19"/>
                <a:stretch>
                  <a:fillRect b="-53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矩形 73">
                <a:extLst>
                  <a:ext uri="{FF2B5EF4-FFF2-40B4-BE49-F238E27FC236}">
                    <a16:creationId xmlns:a16="http://schemas.microsoft.com/office/drawing/2014/main" id="{6CD9DE1A-C7D0-4B39-AC88-51776198DF4F}"/>
                  </a:ext>
                </a:extLst>
              </p:cNvPr>
              <p:cNvSpPr/>
              <p:nvPr/>
            </p:nvSpPr>
            <p:spPr>
              <a:xfrm>
                <a:off x="6311055" y="1807858"/>
                <a:ext cx="744243" cy="34317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4" name="矩形 73">
                <a:extLst>
                  <a:ext uri="{FF2B5EF4-FFF2-40B4-BE49-F238E27FC236}">
                    <a16:creationId xmlns:a16="http://schemas.microsoft.com/office/drawing/2014/main" id="{6CD9DE1A-C7D0-4B39-AC88-51776198DF4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1055" y="1807858"/>
                <a:ext cx="744243" cy="343171"/>
              </a:xfrm>
              <a:prstGeom prst="rect">
                <a:avLst/>
              </a:prstGeom>
              <a:blipFill>
                <a:blip r:embed="rId20"/>
                <a:stretch>
                  <a:fillRect b="-53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矩形 74">
                <a:extLst>
                  <a:ext uri="{FF2B5EF4-FFF2-40B4-BE49-F238E27FC236}">
                    <a16:creationId xmlns:a16="http://schemas.microsoft.com/office/drawing/2014/main" id="{AF090529-51DA-4CEB-A8A7-EF1B88A1CED7}"/>
                  </a:ext>
                </a:extLst>
              </p:cNvPr>
              <p:cNvSpPr/>
              <p:nvPr/>
            </p:nvSpPr>
            <p:spPr>
              <a:xfrm>
                <a:off x="7645984" y="1807858"/>
                <a:ext cx="744243" cy="34317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=4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5" name="矩形 74">
                <a:extLst>
                  <a:ext uri="{FF2B5EF4-FFF2-40B4-BE49-F238E27FC236}">
                    <a16:creationId xmlns:a16="http://schemas.microsoft.com/office/drawing/2014/main" id="{AF090529-51DA-4CEB-A8A7-EF1B88A1CED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45984" y="1807858"/>
                <a:ext cx="744243" cy="343171"/>
              </a:xfrm>
              <a:prstGeom prst="rect">
                <a:avLst/>
              </a:prstGeom>
              <a:blipFill>
                <a:blip r:embed="rId21"/>
                <a:stretch>
                  <a:fillRect b="-53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7" name="群組 76">
            <a:extLst>
              <a:ext uri="{FF2B5EF4-FFF2-40B4-BE49-F238E27FC236}">
                <a16:creationId xmlns:a16="http://schemas.microsoft.com/office/drawing/2014/main" id="{F9A72FEA-E719-4DA3-B473-7A60CB359938}"/>
              </a:ext>
            </a:extLst>
          </p:cNvPr>
          <p:cNvGrpSpPr/>
          <p:nvPr/>
        </p:nvGrpSpPr>
        <p:grpSpPr>
          <a:xfrm>
            <a:off x="2493089" y="2431599"/>
            <a:ext cx="550009" cy="592612"/>
            <a:chOff x="-988088" y="945710"/>
            <a:chExt cx="550009" cy="59261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8" name="文字方塊 77">
                  <a:extLst>
                    <a:ext uri="{FF2B5EF4-FFF2-40B4-BE49-F238E27FC236}">
                      <a16:creationId xmlns:a16="http://schemas.microsoft.com/office/drawing/2014/main" id="{EDEB094F-393C-43F0-B603-2E7016A0DB05}"/>
                    </a:ext>
                  </a:extLst>
                </p:cNvPr>
                <p:cNvSpPr txBox="1"/>
                <p:nvPr/>
              </p:nvSpPr>
              <p:spPr>
                <a:xfrm>
                  <a:off x="-988088" y="945710"/>
                  <a:ext cx="323386" cy="34317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altLang="zh-TW" sz="163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163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</m:oMath>
                    </m:oMathPara>
                  </a14:m>
                  <a:endParaRPr lang="en-US" altLang="zh-TW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76" name="文字方塊 75">
                  <a:extLst>
                    <a:ext uri="{FF2B5EF4-FFF2-40B4-BE49-F238E27FC236}">
                      <a16:creationId xmlns:a16="http://schemas.microsoft.com/office/drawing/2014/main" id="{DA635BAA-EFD7-435B-BCE4-F0FC3026F2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988088" y="945710"/>
                  <a:ext cx="323386" cy="343171"/>
                </a:xfrm>
                <a:prstGeom prst="rect">
                  <a:avLst/>
                </a:prstGeom>
                <a:blipFill>
                  <a:blip r:embed="rId33"/>
                  <a:stretch>
                    <a:fillRect b="-714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9" name="文字方塊 78">
                  <a:extLst>
                    <a:ext uri="{FF2B5EF4-FFF2-40B4-BE49-F238E27FC236}">
                      <a16:creationId xmlns:a16="http://schemas.microsoft.com/office/drawing/2014/main" id="{8A92889A-0FBC-4115-AD7E-E858414A4C33}"/>
                    </a:ext>
                  </a:extLst>
                </p:cNvPr>
                <p:cNvSpPr txBox="1"/>
                <p:nvPr/>
              </p:nvSpPr>
              <p:spPr>
                <a:xfrm>
                  <a:off x="-844998" y="1195151"/>
                  <a:ext cx="406919" cy="34317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altLang="zh-TW" sz="163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163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acc>
                      </m:oMath>
                    </m:oMathPara>
                  </a14:m>
                  <a:endParaRPr lang="en-US" altLang="zh-TW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77" name="文字方塊 76">
                  <a:extLst>
                    <a:ext uri="{FF2B5EF4-FFF2-40B4-BE49-F238E27FC236}">
                      <a16:creationId xmlns:a16="http://schemas.microsoft.com/office/drawing/2014/main" id="{70E789C9-D068-48AA-8926-92B85661596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844998" y="1195151"/>
                  <a:ext cx="406919" cy="343171"/>
                </a:xfrm>
                <a:prstGeom prst="rect">
                  <a:avLst/>
                </a:prstGeom>
                <a:blipFill>
                  <a:blip r:embed="rId34"/>
                  <a:stretch>
                    <a:fillRect r="-1194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0" name="箭號: 向右 79">
              <a:extLst>
                <a:ext uri="{FF2B5EF4-FFF2-40B4-BE49-F238E27FC236}">
                  <a16:creationId xmlns:a16="http://schemas.microsoft.com/office/drawing/2014/main" id="{F32A89A1-E095-4210-B194-1EC0B4AD3DA8}"/>
                </a:ext>
              </a:extLst>
            </p:cNvPr>
            <p:cNvSpPr/>
            <p:nvPr/>
          </p:nvSpPr>
          <p:spPr>
            <a:xfrm>
              <a:off x="-837092" y="1356364"/>
              <a:ext cx="92654" cy="27541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63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1" name="箭號: 向右 80">
              <a:extLst>
                <a:ext uri="{FF2B5EF4-FFF2-40B4-BE49-F238E27FC236}">
                  <a16:creationId xmlns:a16="http://schemas.microsoft.com/office/drawing/2014/main" id="{E42CAD77-BEA0-4CB1-B01D-A8A1D4284141}"/>
                </a:ext>
              </a:extLst>
            </p:cNvPr>
            <p:cNvSpPr/>
            <p:nvPr/>
          </p:nvSpPr>
          <p:spPr>
            <a:xfrm rot="16200000">
              <a:off x="-877012" y="1316853"/>
              <a:ext cx="91764" cy="27808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63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2" name="矩形 81">
                <a:extLst>
                  <a:ext uri="{FF2B5EF4-FFF2-40B4-BE49-F238E27FC236}">
                    <a16:creationId xmlns:a16="http://schemas.microsoft.com/office/drawing/2014/main" id="{240CA1BD-0A6B-483E-82FB-D0031F2E5140}"/>
                  </a:ext>
                </a:extLst>
              </p:cNvPr>
              <p:cNvSpPr/>
              <p:nvPr/>
            </p:nvSpPr>
            <p:spPr>
              <a:xfrm>
                <a:off x="1239368" y="2522761"/>
                <a:ext cx="80304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altLang="zh-TW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2" name="矩形 81">
                <a:extLst>
                  <a:ext uri="{FF2B5EF4-FFF2-40B4-BE49-F238E27FC236}">
                    <a16:creationId xmlns:a16="http://schemas.microsoft.com/office/drawing/2014/main" id="{240CA1BD-0A6B-483E-82FB-D0031F2E514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9368" y="2522761"/>
                <a:ext cx="803040" cy="369332"/>
              </a:xfrm>
              <a:prstGeom prst="rect">
                <a:avLst/>
              </a:prstGeom>
              <a:blipFill>
                <a:blip r:embed="rId35"/>
                <a:stretch>
                  <a:fillRect b="-8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0" name="群組 119">
            <a:extLst>
              <a:ext uri="{FF2B5EF4-FFF2-40B4-BE49-F238E27FC236}">
                <a16:creationId xmlns:a16="http://schemas.microsoft.com/office/drawing/2014/main" id="{335F656F-FA50-472B-B729-81BF2650313C}"/>
              </a:ext>
            </a:extLst>
          </p:cNvPr>
          <p:cNvGrpSpPr/>
          <p:nvPr/>
        </p:nvGrpSpPr>
        <p:grpSpPr>
          <a:xfrm>
            <a:off x="7121208" y="3766030"/>
            <a:ext cx="1718308" cy="343171"/>
            <a:chOff x="10557418" y="6399554"/>
            <a:chExt cx="2266734" cy="45269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1" name="矩形 120">
                  <a:extLst>
                    <a:ext uri="{FF2B5EF4-FFF2-40B4-BE49-F238E27FC236}">
                      <a16:creationId xmlns:a16="http://schemas.microsoft.com/office/drawing/2014/main" id="{BF324142-26FB-4303-A2B5-0000DAE79927}"/>
                    </a:ext>
                  </a:extLst>
                </p:cNvPr>
                <p:cNvSpPr/>
                <p:nvPr/>
              </p:nvSpPr>
              <p:spPr>
                <a:xfrm>
                  <a:off x="10995506" y="6399554"/>
                  <a:ext cx="1828646" cy="452699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sz="163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1630" i="1"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TW" sz="163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en-US" altLang="zh-TW" sz="163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</m:sup>
                        </m:sSubSup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=1.5 </m:t>
                        </m:r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𝜇</m:t>
                        </m:r>
                        <m:r>
                          <m:rPr>
                            <m:sty m:val="p"/>
                          </m:rPr>
                          <a:rPr lang="en-US" altLang="zh-TW" sz="1630">
                            <a:latin typeface="Cambria Math" panose="02040503050406030204" pitchFamily="18" charset="0"/>
                          </a:rPr>
                          <m:t>m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6" name="矩形 5">
                  <a:extLst>
                    <a:ext uri="{FF2B5EF4-FFF2-40B4-BE49-F238E27FC236}">
                      <a16:creationId xmlns:a16="http://schemas.microsoft.com/office/drawing/2014/main" id="{33615A92-2488-4DAF-823B-7ACEF3923D2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95506" y="6399554"/>
                  <a:ext cx="1828646" cy="452699"/>
                </a:xfrm>
                <a:prstGeom prst="rect">
                  <a:avLst/>
                </a:prstGeom>
                <a:blipFill>
                  <a:blip r:embed="rId5"/>
                  <a:stretch>
                    <a:fillRect b="-526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22" name="圖片 121">
              <a:extLst>
                <a:ext uri="{FF2B5EF4-FFF2-40B4-BE49-F238E27FC236}">
                  <a16:creationId xmlns:a16="http://schemas.microsoft.com/office/drawing/2014/main" id="{2611E32E-A1A0-4605-A171-F58183CFCAA7}"/>
                </a:ext>
              </a:extLst>
            </p:cNvPr>
            <p:cNvPicPr>
              <a:picLocks noChangeAspect="1"/>
            </p:cNvPicPr>
            <p:nvPr/>
          </p:nvPicPr>
          <p:blipFill>
            <a:blip r:embed="rId36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10557418" y="6619851"/>
              <a:ext cx="476304" cy="136937"/>
            </a:xfrm>
            <a:prstGeom prst="rect">
              <a:avLst/>
            </a:prstGeom>
          </p:spPr>
        </p:pic>
      </p:grpSp>
      <p:pic>
        <p:nvPicPr>
          <p:cNvPr id="50" name="圖片 49">
            <a:extLst>
              <a:ext uri="{FF2B5EF4-FFF2-40B4-BE49-F238E27FC236}">
                <a16:creationId xmlns:a16="http://schemas.microsoft.com/office/drawing/2014/main" id="{9941990F-EDFD-42E2-BC7D-65C32F7AA87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332" r="67529"/>
          <a:stretch/>
        </p:blipFill>
        <p:spPr>
          <a:xfrm>
            <a:off x="3264963" y="1967582"/>
            <a:ext cx="1539683" cy="1695008"/>
          </a:xfrm>
          <a:prstGeom prst="rect">
            <a:avLst/>
          </a:prstGeom>
        </p:spPr>
      </p:pic>
      <p:pic>
        <p:nvPicPr>
          <p:cNvPr id="52" name="圖片 51">
            <a:extLst>
              <a:ext uri="{FF2B5EF4-FFF2-40B4-BE49-F238E27FC236}">
                <a16:creationId xmlns:a16="http://schemas.microsoft.com/office/drawing/2014/main" id="{80805C89-A09B-4AD9-A6CA-D73D43ED32F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869" r="68173"/>
          <a:stretch/>
        </p:blipFill>
        <p:spPr>
          <a:xfrm>
            <a:off x="3316335" y="356049"/>
            <a:ext cx="1419564" cy="1695009"/>
          </a:xfrm>
          <a:prstGeom prst="rect">
            <a:avLst/>
          </a:prstGeom>
        </p:spPr>
      </p:pic>
      <p:pic>
        <p:nvPicPr>
          <p:cNvPr id="53" name="圖片 52">
            <a:extLst>
              <a:ext uri="{FF2B5EF4-FFF2-40B4-BE49-F238E27FC236}">
                <a16:creationId xmlns:a16="http://schemas.microsoft.com/office/drawing/2014/main" id="{919D1125-A4A7-42D9-9B8A-E98DA487BA1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297" r="51208"/>
          <a:stretch/>
        </p:blipFill>
        <p:spPr>
          <a:xfrm>
            <a:off x="4652297" y="1967580"/>
            <a:ext cx="1474164" cy="1695009"/>
          </a:xfrm>
          <a:prstGeom prst="rect">
            <a:avLst/>
          </a:prstGeom>
        </p:spPr>
      </p:pic>
      <p:pic>
        <p:nvPicPr>
          <p:cNvPr id="76" name="圖片 75">
            <a:extLst>
              <a:ext uri="{FF2B5EF4-FFF2-40B4-BE49-F238E27FC236}">
                <a16:creationId xmlns:a16="http://schemas.microsoft.com/office/drawing/2014/main" id="{5A582E73-AA70-49B8-B03E-0CF3D8C1442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727" r="51100"/>
          <a:stretch/>
        </p:blipFill>
        <p:spPr>
          <a:xfrm>
            <a:off x="4702916" y="356049"/>
            <a:ext cx="1441405" cy="1695009"/>
          </a:xfrm>
          <a:prstGeom prst="rect">
            <a:avLst/>
          </a:prstGeom>
        </p:spPr>
      </p:pic>
      <p:pic>
        <p:nvPicPr>
          <p:cNvPr id="85" name="圖片 84">
            <a:extLst>
              <a:ext uri="{FF2B5EF4-FFF2-40B4-BE49-F238E27FC236}">
                <a16:creationId xmlns:a16="http://schemas.microsoft.com/office/drawing/2014/main" id="{66B8A3C7-F5DC-40CE-9E13-D42A0E9B708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262" r="34350"/>
          <a:stretch/>
        </p:blipFill>
        <p:spPr>
          <a:xfrm>
            <a:off x="6047335" y="1967580"/>
            <a:ext cx="1463244" cy="1695009"/>
          </a:xfrm>
          <a:prstGeom prst="rect">
            <a:avLst/>
          </a:prstGeom>
        </p:spPr>
      </p:pic>
      <p:pic>
        <p:nvPicPr>
          <p:cNvPr id="87" name="圖片 86">
            <a:extLst>
              <a:ext uri="{FF2B5EF4-FFF2-40B4-BE49-F238E27FC236}">
                <a16:creationId xmlns:a16="http://schemas.microsoft.com/office/drawing/2014/main" id="{F5CB16CB-E5EB-44F9-9347-7118514D531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155" r="34350"/>
          <a:stretch/>
        </p:blipFill>
        <p:spPr>
          <a:xfrm>
            <a:off x="6027536" y="356049"/>
            <a:ext cx="1474163" cy="1695009"/>
          </a:xfrm>
          <a:prstGeom prst="rect">
            <a:avLst/>
          </a:prstGeom>
        </p:spPr>
      </p:pic>
      <p:pic>
        <p:nvPicPr>
          <p:cNvPr id="88" name="圖片 87">
            <a:extLst>
              <a:ext uri="{FF2B5EF4-FFF2-40B4-BE49-F238E27FC236}">
                <a16:creationId xmlns:a16="http://schemas.microsoft.com/office/drawing/2014/main" id="{7696136E-F0F1-4D55-B922-76665211E37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475" r="17051"/>
          <a:stretch/>
        </p:blipFill>
        <p:spPr>
          <a:xfrm>
            <a:off x="7349904" y="1967580"/>
            <a:ext cx="1573726" cy="1695009"/>
          </a:xfrm>
          <a:prstGeom prst="rect">
            <a:avLst/>
          </a:prstGeom>
        </p:spPr>
      </p:pic>
      <p:pic>
        <p:nvPicPr>
          <p:cNvPr id="90" name="圖片 89">
            <a:extLst>
              <a:ext uri="{FF2B5EF4-FFF2-40B4-BE49-F238E27FC236}">
                <a16:creationId xmlns:a16="http://schemas.microsoft.com/office/drawing/2014/main" id="{6A619A0F-40AE-4B91-A63A-3C778E89B6C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475" r="17169"/>
          <a:stretch/>
        </p:blipFill>
        <p:spPr>
          <a:xfrm>
            <a:off x="7349903" y="356049"/>
            <a:ext cx="1561673" cy="1695009"/>
          </a:xfrm>
          <a:prstGeom prst="rect">
            <a:avLst/>
          </a:prstGeom>
        </p:spPr>
      </p:pic>
      <p:pic>
        <p:nvPicPr>
          <p:cNvPr id="93" name="圖片 92">
            <a:extLst>
              <a:ext uri="{FF2B5EF4-FFF2-40B4-BE49-F238E27FC236}">
                <a16:creationId xmlns:a16="http://schemas.microsoft.com/office/drawing/2014/main" id="{8062FFDC-16EC-484E-AF52-585DDF499DE0}"/>
              </a:ext>
            </a:extLst>
          </p:cNvPr>
          <p:cNvPicPr>
            <a:picLocks noChangeAspect="1"/>
          </p:cNvPicPr>
          <p:nvPr/>
        </p:nvPicPr>
        <p:blipFill rotWithShape="1">
          <a:blip r:embed="rId3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4278"/>
          <a:stretch/>
        </p:blipFill>
        <p:spPr>
          <a:xfrm>
            <a:off x="1949389" y="4392014"/>
            <a:ext cx="1504364" cy="1594800"/>
          </a:xfrm>
          <a:prstGeom prst="rect">
            <a:avLst/>
          </a:prstGeom>
        </p:spPr>
      </p:pic>
      <p:sp>
        <p:nvSpPr>
          <p:cNvPr id="94" name="矩形: 圓角 93">
            <a:extLst>
              <a:ext uri="{FF2B5EF4-FFF2-40B4-BE49-F238E27FC236}">
                <a16:creationId xmlns:a16="http://schemas.microsoft.com/office/drawing/2014/main" id="{656D87AA-E882-4DEB-B6E0-ADDD3D8553FA}"/>
              </a:ext>
            </a:extLst>
          </p:cNvPr>
          <p:cNvSpPr/>
          <p:nvPr/>
        </p:nvSpPr>
        <p:spPr>
          <a:xfrm>
            <a:off x="1278832" y="4357006"/>
            <a:ext cx="7555750" cy="1827150"/>
          </a:xfrm>
          <a:prstGeom prst="roundRect">
            <a:avLst>
              <a:gd name="adj" fmla="val 6163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1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96" name="群組 95">
            <a:extLst>
              <a:ext uri="{FF2B5EF4-FFF2-40B4-BE49-F238E27FC236}">
                <a16:creationId xmlns:a16="http://schemas.microsoft.com/office/drawing/2014/main" id="{028FB8BC-4F3E-40A6-B87C-91DB333A844B}"/>
              </a:ext>
            </a:extLst>
          </p:cNvPr>
          <p:cNvGrpSpPr/>
          <p:nvPr/>
        </p:nvGrpSpPr>
        <p:grpSpPr>
          <a:xfrm>
            <a:off x="7121208" y="6153964"/>
            <a:ext cx="1718308" cy="343171"/>
            <a:chOff x="10557418" y="6399554"/>
            <a:chExt cx="2266734" cy="45269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7" name="矩形 96">
                  <a:extLst>
                    <a:ext uri="{FF2B5EF4-FFF2-40B4-BE49-F238E27FC236}">
                      <a16:creationId xmlns:a16="http://schemas.microsoft.com/office/drawing/2014/main" id="{68AD742F-7E41-41E5-91DA-135B74635ECE}"/>
                    </a:ext>
                  </a:extLst>
                </p:cNvPr>
                <p:cNvSpPr/>
                <p:nvPr/>
              </p:nvSpPr>
              <p:spPr>
                <a:xfrm>
                  <a:off x="10995506" y="6399554"/>
                  <a:ext cx="1828646" cy="452699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sz="163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1630" i="1"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TW" sz="163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en-US" altLang="zh-TW" sz="163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</m:sup>
                        </m:sSubSup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=1.5 </m:t>
                        </m:r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𝜇</m:t>
                        </m:r>
                        <m:r>
                          <m:rPr>
                            <m:sty m:val="p"/>
                          </m:rPr>
                          <a:rPr lang="en-US" altLang="zh-TW" sz="1630">
                            <a:latin typeface="Cambria Math" panose="02040503050406030204" pitchFamily="18" charset="0"/>
                          </a:rPr>
                          <m:t>m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6" name="矩形 5">
                  <a:extLst>
                    <a:ext uri="{FF2B5EF4-FFF2-40B4-BE49-F238E27FC236}">
                      <a16:creationId xmlns:a16="http://schemas.microsoft.com/office/drawing/2014/main" id="{33615A92-2488-4DAF-823B-7ACEF3923D2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95506" y="6399554"/>
                  <a:ext cx="1828646" cy="452699"/>
                </a:xfrm>
                <a:prstGeom prst="rect">
                  <a:avLst/>
                </a:prstGeom>
                <a:blipFill>
                  <a:blip r:embed="rId5"/>
                  <a:stretch>
                    <a:fillRect b="-526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98" name="圖片 97">
              <a:extLst>
                <a:ext uri="{FF2B5EF4-FFF2-40B4-BE49-F238E27FC236}">
                  <a16:creationId xmlns:a16="http://schemas.microsoft.com/office/drawing/2014/main" id="{B382353E-4620-45C9-BA4A-FB116C5FFF88}"/>
                </a:ext>
              </a:extLst>
            </p:cNvPr>
            <p:cNvPicPr>
              <a:picLocks noChangeAspect="1"/>
            </p:cNvPicPr>
            <p:nvPr/>
          </p:nvPicPr>
          <p:blipFill>
            <a:blip r:embed="rId36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10557418" y="6619851"/>
              <a:ext cx="476304" cy="136937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9" name="矩形 98">
                <a:extLst>
                  <a:ext uri="{FF2B5EF4-FFF2-40B4-BE49-F238E27FC236}">
                    <a16:creationId xmlns:a16="http://schemas.microsoft.com/office/drawing/2014/main" id="{CCDFC17F-8CE5-4CD9-BDDC-9BDD40AFD416}"/>
                  </a:ext>
                </a:extLst>
              </p:cNvPr>
              <p:cNvSpPr/>
              <p:nvPr/>
            </p:nvSpPr>
            <p:spPr>
              <a:xfrm>
                <a:off x="1121156" y="3906164"/>
                <a:ext cx="1495601" cy="45672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2000">
                          <a:latin typeface="Cambria Math" panose="02040503050406030204" pitchFamily="18" charset="0"/>
                        </a:rPr>
                        <m:t>Re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ℓ,</m:t>
                              </m:r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  <m:sup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sup>
                          </m:sSubSup>
                          <m:d>
                            <m:dPr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2000" b="1" i="1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9" name="矩形 98">
                <a:extLst>
                  <a:ext uri="{FF2B5EF4-FFF2-40B4-BE49-F238E27FC236}">
                    <a16:creationId xmlns:a16="http://schemas.microsoft.com/office/drawing/2014/main" id="{CCDFC17F-8CE5-4CD9-BDDC-9BDD40AFD41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1156" y="3906164"/>
                <a:ext cx="1495601" cy="456728"/>
              </a:xfrm>
              <a:prstGeom prst="rect">
                <a:avLst/>
              </a:prstGeom>
              <a:blipFill>
                <a:blip r:embed="rId38"/>
                <a:stretch>
                  <a:fillRect b="-4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1" name="矩形 100">
                <a:extLst>
                  <a:ext uri="{FF2B5EF4-FFF2-40B4-BE49-F238E27FC236}">
                    <a16:creationId xmlns:a16="http://schemas.microsoft.com/office/drawing/2014/main" id="{5350D42C-0061-44AB-A6FD-6537AA87F885}"/>
                  </a:ext>
                </a:extLst>
              </p:cNvPr>
              <p:cNvSpPr/>
              <p:nvPr/>
            </p:nvSpPr>
            <p:spPr>
              <a:xfrm>
                <a:off x="1239378" y="5147836"/>
                <a:ext cx="80304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altLang="zh-TW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1" name="矩形 100">
                <a:extLst>
                  <a:ext uri="{FF2B5EF4-FFF2-40B4-BE49-F238E27FC236}">
                    <a16:creationId xmlns:a16="http://schemas.microsoft.com/office/drawing/2014/main" id="{5350D42C-0061-44AB-A6FD-6537AA87F88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9378" y="5147836"/>
                <a:ext cx="803040" cy="369332"/>
              </a:xfrm>
              <a:prstGeom prst="rect">
                <a:avLst/>
              </a:prstGeom>
              <a:blipFill>
                <a:blip r:embed="rId39"/>
                <a:stretch>
                  <a:fillRect b="-81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2" name="矩形 101">
                <a:extLst>
                  <a:ext uri="{FF2B5EF4-FFF2-40B4-BE49-F238E27FC236}">
                    <a16:creationId xmlns:a16="http://schemas.microsoft.com/office/drawing/2014/main" id="{C6A9F499-88C2-4A42-9E6C-0A60EEFB352A}"/>
                  </a:ext>
                </a:extLst>
              </p:cNvPr>
              <p:cNvSpPr/>
              <p:nvPr/>
            </p:nvSpPr>
            <p:spPr>
              <a:xfrm>
                <a:off x="2252448" y="5567329"/>
                <a:ext cx="688009" cy="34317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1 </m:t>
                      </m:r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𝜇</m:t>
                      </m:r>
                      <m:r>
                        <m:rPr>
                          <m:sty m:val="p"/>
                        </m:rPr>
                        <a:rPr lang="en-US" altLang="zh-TW" sz="1630">
                          <a:latin typeface="Cambria Math" panose="02040503050406030204" pitchFamily="18" charset="0"/>
                        </a:rPr>
                        <m:t>m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2" name="矩形 101">
                <a:extLst>
                  <a:ext uri="{FF2B5EF4-FFF2-40B4-BE49-F238E27FC236}">
                    <a16:creationId xmlns:a16="http://schemas.microsoft.com/office/drawing/2014/main" id="{C6A9F499-88C2-4A42-9E6C-0A60EEFB352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52448" y="5567329"/>
                <a:ext cx="688009" cy="343171"/>
              </a:xfrm>
              <a:prstGeom prst="rect">
                <a:avLst/>
              </a:prstGeom>
              <a:blipFill>
                <a:blip r:embed="rId40"/>
                <a:stretch>
                  <a:fillRect b="-52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3" name="群組 102">
            <a:extLst>
              <a:ext uri="{FF2B5EF4-FFF2-40B4-BE49-F238E27FC236}">
                <a16:creationId xmlns:a16="http://schemas.microsoft.com/office/drawing/2014/main" id="{8C4C4C6F-3736-49D5-9E57-59F5D2782B00}"/>
              </a:ext>
            </a:extLst>
          </p:cNvPr>
          <p:cNvGrpSpPr/>
          <p:nvPr/>
        </p:nvGrpSpPr>
        <p:grpSpPr>
          <a:xfrm>
            <a:off x="2569289" y="4711295"/>
            <a:ext cx="550009" cy="592612"/>
            <a:chOff x="-988088" y="945710"/>
            <a:chExt cx="550009" cy="59261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4" name="文字方塊 103">
                  <a:extLst>
                    <a:ext uri="{FF2B5EF4-FFF2-40B4-BE49-F238E27FC236}">
                      <a16:creationId xmlns:a16="http://schemas.microsoft.com/office/drawing/2014/main" id="{7902BC07-72A6-475A-B460-886E80236F90}"/>
                    </a:ext>
                  </a:extLst>
                </p:cNvPr>
                <p:cNvSpPr txBox="1"/>
                <p:nvPr/>
              </p:nvSpPr>
              <p:spPr>
                <a:xfrm>
                  <a:off x="-988088" y="945710"/>
                  <a:ext cx="323386" cy="34317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altLang="zh-TW" sz="163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163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</m:oMath>
                    </m:oMathPara>
                  </a14:m>
                  <a:endParaRPr lang="en-US" altLang="zh-TW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76" name="文字方塊 75">
                  <a:extLst>
                    <a:ext uri="{FF2B5EF4-FFF2-40B4-BE49-F238E27FC236}">
                      <a16:creationId xmlns:a16="http://schemas.microsoft.com/office/drawing/2014/main" id="{DA635BAA-EFD7-435B-BCE4-F0FC3026F2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988088" y="945710"/>
                  <a:ext cx="323386" cy="343171"/>
                </a:xfrm>
                <a:prstGeom prst="rect">
                  <a:avLst/>
                </a:prstGeom>
                <a:blipFill>
                  <a:blip r:embed="rId33"/>
                  <a:stretch>
                    <a:fillRect b="-714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5" name="文字方塊 104">
                  <a:extLst>
                    <a:ext uri="{FF2B5EF4-FFF2-40B4-BE49-F238E27FC236}">
                      <a16:creationId xmlns:a16="http://schemas.microsoft.com/office/drawing/2014/main" id="{564F2B1A-3189-4A19-811A-9C3E28670919}"/>
                    </a:ext>
                  </a:extLst>
                </p:cNvPr>
                <p:cNvSpPr txBox="1"/>
                <p:nvPr/>
              </p:nvSpPr>
              <p:spPr>
                <a:xfrm>
                  <a:off x="-844998" y="1195151"/>
                  <a:ext cx="406919" cy="34317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altLang="zh-TW" sz="163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163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acc>
                      </m:oMath>
                    </m:oMathPara>
                  </a14:m>
                  <a:endParaRPr lang="en-US" altLang="zh-TW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77" name="文字方塊 76">
                  <a:extLst>
                    <a:ext uri="{FF2B5EF4-FFF2-40B4-BE49-F238E27FC236}">
                      <a16:creationId xmlns:a16="http://schemas.microsoft.com/office/drawing/2014/main" id="{70E789C9-D068-48AA-8926-92B85661596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844998" y="1195151"/>
                  <a:ext cx="406919" cy="343171"/>
                </a:xfrm>
                <a:prstGeom prst="rect">
                  <a:avLst/>
                </a:prstGeom>
                <a:blipFill>
                  <a:blip r:embed="rId34"/>
                  <a:stretch>
                    <a:fillRect r="-1194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6" name="箭號: 向右 105">
              <a:extLst>
                <a:ext uri="{FF2B5EF4-FFF2-40B4-BE49-F238E27FC236}">
                  <a16:creationId xmlns:a16="http://schemas.microsoft.com/office/drawing/2014/main" id="{6573FC33-013C-4C93-B7FA-21C524D99D39}"/>
                </a:ext>
              </a:extLst>
            </p:cNvPr>
            <p:cNvSpPr/>
            <p:nvPr/>
          </p:nvSpPr>
          <p:spPr>
            <a:xfrm>
              <a:off x="-837092" y="1356364"/>
              <a:ext cx="92654" cy="27541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63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7" name="箭號: 向右 106">
              <a:extLst>
                <a:ext uri="{FF2B5EF4-FFF2-40B4-BE49-F238E27FC236}">
                  <a16:creationId xmlns:a16="http://schemas.microsoft.com/office/drawing/2014/main" id="{D0D33CFE-70D9-4A4A-8EFF-97E30FFA784E}"/>
                </a:ext>
              </a:extLst>
            </p:cNvPr>
            <p:cNvSpPr/>
            <p:nvPr/>
          </p:nvSpPr>
          <p:spPr>
            <a:xfrm rot="16200000">
              <a:off x="-877012" y="1316853"/>
              <a:ext cx="91764" cy="27808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63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08" name="矩形 107">
            <a:extLst>
              <a:ext uri="{FF2B5EF4-FFF2-40B4-BE49-F238E27FC236}">
                <a16:creationId xmlns:a16="http://schemas.microsoft.com/office/drawing/2014/main" id="{036E5104-5C13-443B-BDDD-07DCEF8E90BD}"/>
              </a:ext>
            </a:extLst>
          </p:cNvPr>
          <p:cNvSpPr/>
          <p:nvPr/>
        </p:nvSpPr>
        <p:spPr>
          <a:xfrm rot="5400000">
            <a:off x="8717939" y="5159122"/>
            <a:ext cx="1359668" cy="34317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16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arbitrary units</a:t>
            </a:r>
            <a:endParaRPr lang="zh-TW" altLang="en-US" sz="16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09" name="群組 108">
            <a:extLst>
              <a:ext uri="{FF2B5EF4-FFF2-40B4-BE49-F238E27FC236}">
                <a16:creationId xmlns:a16="http://schemas.microsoft.com/office/drawing/2014/main" id="{C4C985B0-C879-48BD-BCCD-A235F5FEF147}"/>
              </a:ext>
            </a:extLst>
          </p:cNvPr>
          <p:cNvGrpSpPr/>
          <p:nvPr/>
        </p:nvGrpSpPr>
        <p:grpSpPr>
          <a:xfrm>
            <a:off x="7121208" y="3766030"/>
            <a:ext cx="1718308" cy="343171"/>
            <a:chOff x="10557418" y="6399554"/>
            <a:chExt cx="2266734" cy="45269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0" name="矩形 109">
                  <a:extLst>
                    <a:ext uri="{FF2B5EF4-FFF2-40B4-BE49-F238E27FC236}">
                      <a16:creationId xmlns:a16="http://schemas.microsoft.com/office/drawing/2014/main" id="{EBC29B61-F0D3-4950-B2B4-182FB0496461}"/>
                    </a:ext>
                  </a:extLst>
                </p:cNvPr>
                <p:cNvSpPr/>
                <p:nvPr/>
              </p:nvSpPr>
              <p:spPr>
                <a:xfrm>
                  <a:off x="10995506" y="6399554"/>
                  <a:ext cx="1828646" cy="452699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sz="163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1630" i="1"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TW" sz="163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en-US" altLang="zh-TW" sz="163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</m:sup>
                        </m:sSubSup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=1.5 </m:t>
                        </m:r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𝜇</m:t>
                        </m:r>
                        <m:r>
                          <m:rPr>
                            <m:sty m:val="p"/>
                          </m:rPr>
                          <a:rPr lang="en-US" altLang="zh-TW" sz="1630">
                            <a:latin typeface="Cambria Math" panose="02040503050406030204" pitchFamily="18" charset="0"/>
                          </a:rPr>
                          <m:t>m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6" name="矩形 5">
                  <a:extLst>
                    <a:ext uri="{FF2B5EF4-FFF2-40B4-BE49-F238E27FC236}">
                      <a16:creationId xmlns:a16="http://schemas.microsoft.com/office/drawing/2014/main" id="{33615A92-2488-4DAF-823B-7ACEF3923D2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95506" y="6399554"/>
                  <a:ext cx="1828646" cy="452699"/>
                </a:xfrm>
                <a:prstGeom prst="rect">
                  <a:avLst/>
                </a:prstGeom>
                <a:blipFill>
                  <a:blip r:embed="rId5"/>
                  <a:stretch>
                    <a:fillRect b="-526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11" name="圖片 110">
              <a:extLst>
                <a:ext uri="{FF2B5EF4-FFF2-40B4-BE49-F238E27FC236}">
                  <a16:creationId xmlns:a16="http://schemas.microsoft.com/office/drawing/2014/main" id="{56F2958E-C52B-4A64-B882-21A3EF78BC2D}"/>
                </a:ext>
              </a:extLst>
            </p:cNvPr>
            <p:cNvPicPr>
              <a:picLocks noChangeAspect="1"/>
            </p:cNvPicPr>
            <p:nvPr/>
          </p:nvPicPr>
          <p:blipFill>
            <a:blip r:embed="rId36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10557418" y="6619851"/>
              <a:ext cx="476304" cy="136937"/>
            </a:xfrm>
            <a:prstGeom prst="rect">
              <a:avLst/>
            </a:prstGeom>
          </p:spPr>
        </p:pic>
      </p:grpSp>
      <p:pic>
        <p:nvPicPr>
          <p:cNvPr id="112" name="圖片 111">
            <a:extLst>
              <a:ext uri="{FF2B5EF4-FFF2-40B4-BE49-F238E27FC236}">
                <a16:creationId xmlns:a16="http://schemas.microsoft.com/office/drawing/2014/main" id="{B1531D21-9AF9-4A4B-8857-E00A8399A7DD}"/>
              </a:ext>
            </a:extLst>
          </p:cNvPr>
          <p:cNvPicPr>
            <a:picLocks noChangeAspect="1"/>
          </p:cNvPicPr>
          <p:nvPr/>
        </p:nvPicPr>
        <p:blipFill rotWithShape="1">
          <a:blip r:embed="rId4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5053" r="8793"/>
          <a:stretch/>
        </p:blipFill>
        <p:spPr>
          <a:xfrm>
            <a:off x="8814665" y="4491074"/>
            <a:ext cx="609601" cy="1651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矩形 112">
                <a:extLst>
                  <a:ext uri="{FF2B5EF4-FFF2-40B4-BE49-F238E27FC236}">
                    <a16:creationId xmlns:a16="http://schemas.microsoft.com/office/drawing/2014/main" id="{9DEC81DF-6031-49D2-9CD1-E732851FF766}"/>
                  </a:ext>
                </a:extLst>
              </p:cNvPr>
              <p:cNvSpPr/>
              <p:nvPr/>
            </p:nvSpPr>
            <p:spPr>
              <a:xfrm>
                <a:off x="2387758" y="5849802"/>
                <a:ext cx="889154" cy="34317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ℓ=−2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3" name="矩形 112">
                <a:extLst>
                  <a:ext uri="{FF2B5EF4-FFF2-40B4-BE49-F238E27FC236}">
                    <a16:creationId xmlns:a16="http://schemas.microsoft.com/office/drawing/2014/main" id="{9DEC81DF-6031-49D2-9CD1-E732851FF76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7758" y="5849802"/>
                <a:ext cx="889154" cy="343171"/>
              </a:xfrm>
              <a:prstGeom prst="rect">
                <a:avLst/>
              </a:prstGeom>
              <a:blipFill>
                <a:blip r:embed="rId4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4" name="矩形 113">
                <a:extLst>
                  <a:ext uri="{FF2B5EF4-FFF2-40B4-BE49-F238E27FC236}">
                    <a16:creationId xmlns:a16="http://schemas.microsoft.com/office/drawing/2014/main" id="{E6EAA432-1643-452A-9AC3-23AB910C519F}"/>
                  </a:ext>
                </a:extLst>
              </p:cNvPr>
              <p:cNvSpPr/>
              <p:nvPr/>
            </p:nvSpPr>
            <p:spPr>
              <a:xfrm>
                <a:off x="3800433" y="5849802"/>
                <a:ext cx="889154" cy="34317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ℓ=−1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4" name="矩形 113">
                <a:extLst>
                  <a:ext uri="{FF2B5EF4-FFF2-40B4-BE49-F238E27FC236}">
                    <a16:creationId xmlns:a16="http://schemas.microsoft.com/office/drawing/2014/main" id="{E6EAA432-1643-452A-9AC3-23AB910C519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0433" y="5849802"/>
                <a:ext cx="889154" cy="343171"/>
              </a:xfrm>
              <a:prstGeom prst="rect">
                <a:avLst/>
              </a:prstGeom>
              <a:blipFill>
                <a:blip r:embed="rId4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5" name="矩形 114">
                <a:extLst>
                  <a:ext uri="{FF2B5EF4-FFF2-40B4-BE49-F238E27FC236}">
                    <a16:creationId xmlns:a16="http://schemas.microsoft.com/office/drawing/2014/main" id="{1E52D081-4BD4-4D63-8029-E5567872D5B0}"/>
                  </a:ext>
                </a:extLst>
              </p:cNvPr>
              <p:cNvSpPr/>
              <p:nvPr/>
            </p:nvSpPr>
            <p:spPr>
              <a:xfrm>
                <a:off x="5213108" y="5849802"/>
                <a:ext cx="733662" cy="34317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ℓ=0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5" name="矩形 114">
                <a:extLst>
                  <a:ext uri="{FF2B5EF4-FFF2-40B4-BE49-F238E27FC236}">
                    <a16:creationId xmlns:a16="http://schemas.microsoft.com/office/drawing/2014/main" id="{1E52D081-4BD4-4D63-8029-E5567872D5B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3108" y="5849802"/>
                <a:ext cx="733662" cy="343171"/>
              </a:xfrm>
              <a:prstGeom prst="rect">
                <a:avLst/>
              </a:prstGeom>
              <a:blipFill>
                <a:blip r:embed="rId4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6" name="矩形 115">
                <a:extLst>
                  <a:ext uri="{FF2B5EF4-FFF2-40B4-BE49-F238E27FC236}">
                    <a16:creationId xmlns:a16="http://schemas.microsoft.com/office/drawing/2014/main" id="{4821C43D-677F-4466-A460-32B3CD264391}"/>
                  </a:ext>
                </a:extLst>
              </p:cNvPr>
              <p:cNvSpPr/>
              <p:nvPr/>
            </p:nvSpPr>
            <p:spPr>
              <a:xfrm>
                <a:off x="6470291" y="5849802"/>
                <a:ext cx="733662" cy="34317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ℓ=1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6" name="矩形 115">
                <a:extLst>
                  <a:ext uri="{FF2B5EF4-FFF2-40B4-BE49-F238E27FC236}">
                    <a16:creationId xmlns:a16="http://schemas.microsoft.com/office/drawing/2014/main" id="{4821C43D-677F-4466-A460-32B3CD26439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0291" y="5849802"/>
                <a:ext cx="733662" cy="343171"/>
              </a:xfrm>
              <a:prstGeom prst="rect">
                <a:avLst/>
              </a:prstGeom>
              <a:blipFill>
                <a:blip r:embed="rId4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7" name="矩形 116">
                <a:extLst>
                  <a:ext uri="{FF2B5EF4-FFF2-40B4-BE49-F238E27FC236}">
                    <a16:creationId xmlns:a16="http://schemas.microsoft.com/office/drawing/2014/main" id="{5F7400E2-F586-4724-8F83-C92277C4EFE7}"/>
                  </a:ext>
                </a:extLst>
              </p:cNvPr>
              <p:cNvSpPr/>
              <p:nvPr/>
            </p:nvSpPr>
            <p:spPr>
              <a:xfrm>
                <a:off x="7727474" y="5849802"/>
                <a:ext cx="733662" cy="34317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ℓ=2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7" name="矩形 116">
                <a:extLst>
                  <a:ext uri="{FF2B5EF4-FFF2-40B4-BE49-F238E27FC236}">
                    <a16:creationId xmlns:a16="http://schemas.microsoft.com/office/drawing/2014/main" id="{5F7400E2-F586-4724-8F83-C92277C4EFE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27474" y="5849802"/>
                <a:ext cx="733662" cy="343171"/>
              </a:xfrm>
              <a:prstGeom prst="rect">
                <a:avLst/>
              </a:prstGeom>
              <a:blipFill>
                <a:blip r:embed="rId4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3" name="圖片 122">
            <a:extLst>
              <a:ext uri="{FF2B5EF4-FFF2-40B4-BE49-F238E27FC236}">
                <a16:creationId xmlns:a16="http://schemas.microsoft.com/office/drawing/2014/main" id="{30BE35BA-D894-41C9-A128-410E4E9F4129}"/>
              </a:ext>
            </a:extLst>
          </p:cNvPr>
          <p:cNvPicPr>
            <a:picLocks noChangeAspect="1"/>
          </p:cNvPicPr>
          <p:nvPr/>
        </p:nvPicPr>
        <p:blipFill rotWithShape="1">
          <a:blip r:embed="rId3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225" r="67421"/>
          <a:stretch/>
        </p:blipFill>
        <p:spPr>
          <a:xfrm>
            <a:off x="3340414" y="4392014"/>
            <a:ext cx="1469205" cy="1594800"/>
          </a:xfrm>
          <a:prstGeom prst="rect">
            <a:avLst/>
          </a:prstGeom>
        </p:spPr>
      </p:pic>
      <p:pic>
        <p:nvPicPr>
          <p:cNvPr id="124" name="圖片 123">
            <a:extLst>
              <a:ext uri="{FF2B5EF4-FFF2-40B4-BE49-F238E27FC236}">
                <a16:creationId xmlns:a16="http://schemas.microsoft.com/office/drawing/2014/main" id="{AAED66B1-6CFF-4038-8CEE-02DA5DC18B69}"/>
              </a:ext>
            </a:extLst>
          </p:cNvPr>
          <p:cNvPicPr>
            <a:picLocks noChangeAspect="1"/>
          </p:cNvPicPr>
          <p:nvPr/>
        </p:nvPicPr>
        <p:blipFill rotWithShape="1">
          <a:blip r:embed="rId3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190" r="50564"/>
          <a:stretch/>
        </p:blipFill>
        <p:spPr>
          <a:xfrm>
            <a:off x="4699173" y="4392014"/>
            <a:ext cx="1458930" cy="1594800"/>
          </a:xfrm>
          <a:prstGeom prst="rect">
            <a:avLst/>
          </a:prstGeom>
        </p:spPr>
      </p:pic>
      <p:pic>
        <p:nvPicPr>
          <p:cNvPr id="125" name="圖片 124">
            <a:extLst>
              <a:ext uri="{FF2B5EF4-FFF2-40B4-BE49-F238E27FC236}">
                <a16:creationId xmlns:a16="http://schemas.microsoft.com/office/drawing/2014/main" id="{32A7021F-663B-448A-8378-C8F095901872}"/>
              </a:ext>
            </a:extLst>
          </p:cNvPr>
          <p:cNvPicPr>
            <a:picLocks noChangeAspect="1"/>
          </p:cNvPicPr>
          <p:nvPr/>
        </p:nvPicPr>
        <p:blipFill rotWithShape="1">
          <a:blip r:embed="rId3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617" r="33814"/>
          <a:stretch/>
        </p:blipFill>
        <p:spPr>
          <a:xfrm>
            <a:off x="6014265" y="4392014"/>
            <a:ext cx="1489754" cy="1594800"/>
          </a:xfrm>
          <a:prstGeom prst="rect">
            <a:avLst/>
          </a:prstGeom>
        </p:spPr>
      </p:pic>
      <p:pic>
        <p:nvPicPr>
          <p:cNvPr id="126" name="圖片 125">
            <a:extLst>
              <a:ext uri="{FF2B5EF4-FFF2-40B4-BE49-F238E27FC236}">
                <a16:creationId xmlns:a16="http://schemas.microsoft.com/office/drawing/2014/main" id="{AE47195B-22CC-480E-A1E2-15EFA861DD19}"/>
              </a:ext>
            </a:extLst>
          </p:cNvPr>
          <p:cNvPicPr>
            <a:picLocks noChangeAspect="1"/>
          </p:cNvPicPr>
          <p:nvPr/>
        </p:nvPicPr>
        <p:blipFill rotWithShape="1">
          <a:blip r:embed="rId3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474" r="17223"/>
          <a:stretch/>
        </p:blipFill>
        <p:spPr>
          <a:xfrm>
            <a:off x="7359430" y="4392014"/>
            <a:ext cx="1464300" cy="159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0794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0" name="圖片 239">
            <a:extLst>
              <a:ext uri="{FF2B5EF4-FFF2-40B4-BE49-F238E27FC236}">
                <a16:creationId xmlns:a16="http://schemas.microsoft.com/office/drawing/2014/main" id="{E4ABF8C9-BDD5-4FDC-B525-F363264D5DA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297" r="51208"/>
          <a:stretch/>
        </p:blipFill>
        <p:spPr>
          <a:xfrm>
            <a:off x="4044403" y="813435"/>
            <a:ext cx="1437816" cy="1653215"/>
          </a:xfrm>
          <a:prstGeom prst="rect">
            <a:avLst/>
          </a:prstGeom>
        </p:spPr>
      </p:pic>
      <p:pic>
        <p:nvPicPr>
          <p:cNvPr id="241" name="圖片 240">
            <a:extLst>
              <a:ext uri="{FF2B5EF4-FFF2-40B4-BE49-F238E27FC236}">
                <a16:creationId xmlns:a16="http://schemas.microsoft.com/office/drawing/2014/main" id="{4A57137C-AD2A-4A95-B92B-9F1AE34C425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262" r="34350"/>
          <a:stretch/>
        </p:blipFill>
        <p:spPr>
          <a:xfrm>
            <a:off x="5396681" y="809856"/>
            <a:ext cx="1427165" cy="1653215"/>
          </a:xfrm>
          <a:prstGeom prst="rect">
            <a:avLst/>
          </a:prstGeom>
        </p:spPr>
      </p:pic>
      <p:pic>
        <p:nvPicPr>
          <p:cNvPr id="242" name="圖片 241">
            <a:extLst>
              <a:ext uri="{FF2B5EF4-FFF2-40B4-BE49-F238E27FC236}">
                <a16:creationId xmlns:a16="http://schemas.microsoft.com/office/drawing/2014/main" id="{4EAF5B16-037E-457E-88EE-903BED6D773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475" r="17051"/>
          <a:stretch/>
        </p:blipFill>
        <p:spPr>
          <a:xfrm>
            <a:off x="6669084" y="812595"/>
            <a:ext cx="1534923" cy="1653215"/>
          </a:xfrm>
          <a:prstGeom prst="rect">
            <a:avLst/>
          </a:prstGeom>
        </p:spPr>
      </p:pic>
      <p:pic>
        <p:nvPicPr>
          <p:cNvPr id="250" name="圖片 249">
            <a:extLst>
              <a:ext uri="{FF2B5EF4-FFF2-40B4-BE49-F238E27FC236}">
                <a16:creationId xmlns:a16="http://schemas.microsoft.com/office/drawing/2014/main" id="{E5EF5287-B535-4B53-AB19-E5673B8EF50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332" r="67529"/>
          <a:stretch/>
        </p:blipFill>
        <p:spPr>
          <a:xfrm>
            <a:off x="2690768" y="813197"/>
            <a:ext cx="1501719" cy="1653214"/>
          </a:xfrm>
          <a:prstGeom prst="rect">
            <a:avLst/>
          </a:prstGeom>
        </p:spPr>
      </p:pic>
      <p:pic>
        <p:nvPicPr>
          <p:cNvPr id="243" name="圖片 242">
            <a:extLst>
              <a:ext uri="{FF2B5EF4-FFF2-40B4-BE49-F238E27FC236}">
                <a16:creationId xmlns:a16="http://schemas.microsoft.com/office/drawing/2014/main" id="{3AB6BEB7-054D-4263-BEB6-A75427E1591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4386"/>
          <a:stretch/>
        </p:blipFill>
        <p:spPr>
          <a:xfrm>
            <a:off x="1308700" y="808045"/>
            <a:ext cx="1548815" cy="165321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44" name="矩形 243">
                <a:extLst>
                  <a:ext uri="{FF2B5EF4-FFF2-40B4-BE49-F238E27FC236}">
                    <a16:creationId xmlns:a16="http://schemas.microsoft.com/office/drawing/2014/main" id="{9803DA60-4D17-420D-9F49-3158D55FB955}"/>
                  </a:ext>
                </a:extLst>
              </p:cNvPr>
              <p:cNvSpPr/>
              <p:nvPr/>
            </p:nvSpPr>
            <p:spPr>
              <a:xfrm>
                <a:off x="1621731" y="1957198"/>
                <a:ext cx="638167" cy="34137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𝜇</m:t>
                      </m:r>
                      <m:r>
                        <m:rPr>
                          <m:sty m:val="p"/>
                        </m:rPr>
                        <a:rPr lang="en-US" altLang="zh-TW" sz="1630">
                          <a:latin typeface="Cambria Math" panose="02040503050406030204" pitchFamily="18" charset="0"/>
                        </a:rPr>
                        <m:t>m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244" name="矩形 243">
                <a:extLst>
                  <a:ext uri="{FF2B5EF4-FFF2-40B4-BE49-F238E27FC236}">
                    <a16:creationId xmlns:a16="http://schemas.microsoft.com/office/drawing/2014/main" id="{9803DA60-4D17-420D-9F49-3158D55FB95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1731" y="1957198"/>
                <a:ext cx="638167" cy="341376"/>
              </a:xfrm>
              <a:prstGeom prst="rect">
                <a:avLst/>
              </a:prstGeom>
              <a:blipFill>
                <a:blip r:embed="rId3"/>
                <a:stretch>
                  <a:fillRect b="-125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45" name="群組 244">
            <a:extLst>
              <a:ext uri="{FF2B5EF4-FFF2-40B4-BE49-F238E27FC236}">
                <a16:creationId xmlns:a16="http://schemas.microsoft.com/office/drawing/2014/main" id="{981E025F-F8E1-473F-9275-46E38E26D45E}"/>
              </a:ext>
            </a:extLst>
          </p:cNvPr>
          <p:cNvGrpSpPr/>
          <p:nvPr/>
        </p:nvGrpSpPr>
        <p:grpSpPr>
          <a:xfrm>
            <a:off x="1943813" y="1266297"/>
            <a:ext cx="547133" cy="589513"/>
            <a:chOff x="-988088" y="945710"/>
            <a:chExt cx="550009" cy="59261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6" name="文字方塊 245">
                  <a:extLst>
                    <a:ext uri="{FF2B5EF4-FFF2-40B4-BE49-F238E27FC236}">
                      <a16:creationId xmlns:a16="http://schemas.microsoft.com/office/drawing/2014/main" id="{164E4BDC-DA51-41C1-9707-8864C6CC3791}"/>
                    </a:ext>
                  </a:extLst>
                </p:cNvPr>
                <p:cNvSpPr txBox="1"/>
                <p:nvPr/>
              </p:nvSpPr>
              <p:spPr>
                <a:xfrm>
                  <a:off x="-988088" y="945710"/>
                  <a:ext cx="323386" cy="34317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altLang="zh-TW" sz="163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163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</m:oMath>
                    </m:oMathPara>
                  </a14:m>
                  <a:endParaRPr lang="en-US" altLang="zh-TW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76" name="文字方塊 75">
                  <a:extLst>
                    <a:ext uri="{FF2B5EF4-FFF2-40B4-BE49-F238E27FC236}">
                      <a16:creationId xmlns:a16="http://schemas.microsoft.com/office/drawing/2014/main" id="{DA635BAA-EFD7-435B-BCE4-F0FC3026F2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988088" y="945710"/>
                  <a:ext cx="323386" cy="343171"/>
                </a:xfrm>
                <a:prstGeom prst="rect">
                  <a:avLst/>
                </a:prstGeom>
                <a:blipFill>
                  <a:blip r:embed="rId33"/>
                  <a:stretch>
                    <a:fillRect b="-714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7" name="文字方塊 246">
                  <a:extLst>
                    <a:ext uri="{FF2B5EF4-FFF2-40B4-BE49-F238E27FC236}">
                      <a16:creationId xmlns:a16="http://schemas.microsoft.com/office/drawing/2014/main" id="{E972B4EF-A20D-427C-9573-FC5F5C014C23}"/>
                    </a:ext>
                  </a:extLst>
                </p:cNvPr>
                <p:cNvSpPr txBox="1"/>
                <p:nvPr/>
              </p:nvSpPr>
              <p:spPr>
                <a:xfrm>
                  <a:off x="-844998" y="1195151"/>
                  <a:ext cx="406919" cy="34317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altLang="zh-TW" sz="163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163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acc>
                      </m:oMath>
                    </m:oMathPara>
                  </a14:m>
                  <a:endParaRPr lang="en-US" altLang="zh-TW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77" name="文字方塊 76">
                  <a:extLst>
                    <a:ext uri="{FF2B5EF4-FFF2-40B4-BE49-F238E27FC236}">
                      <a16:creationId xmlns:a16="http://schemas.microsoft.com/office/drawing/2014/main" id="{70E789C9-D068-48AA-8926-92B85661596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844998" y="1195151"/>
                  <a:ext cx="406919" cy="343171"/>
                </a:xfrm>
                <a:prstGeom prst="rect">
                  <a:avLst/>
                </a:prstGeom>
                <a:blipFill>
                  <a:blip r:embed="rId34"/>
                  <a:stretch>
                    <a:fillRect r="-1194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48" name="箭號: 向右 247">
              <a:extLst>
                <a:ext uri="{FF2B5EF4-FFF2-40B4-BE49-F238E27FC236}">
                  <a16:creationId xmlns:a16="http://schemas.microsoft.com/office/drawing/2014/main" id="{D132410C-D406-4069-8C32-A2613DAD9AFD}"/>
                </a:ext>
              </a:extLst>
            </p:cNvPr>
            <p:cNvSpPr/>
            <p:nvPr/>
          </p:nvSpPr>
          <p:spPr>
            <a:xfrm>
              <a:off x="-837092" y="1356364"/>
              <a:ext cx="92654" cy="27541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63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49" name="箭號: 向右 248">
              <a:extLst>
                <a:ext uri="{FF2B5EF4-FFF2-40B4-BE49-F238E27FC236}">
                  <a16:creationId xmlns:a16="http://schemas.microsoft.com/office/drawing/2014/main" id="{EFDCAD22-6987-40D2-B778-462652F4816C}"/>
                </a:ext>
              </a:extLst>
            </p:cNvPr>
            <p:cNvSpPr/>
            <p:nvPr/>
          </p:nvSpPr>
          <p:spPr>
            <a:xfrm rot="16200000">
              <a:off x="-877012" y="1316853"/>
              <a:ext cx="91764" cy="27808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63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pic>
        <p:nvPicPr>
          <p:cNvPr id="221" name="圖片 220">
            <a:extLst>
              <a:ext uri="{FF2B5EF4-FFF2-40B4-BE49-F238E27FC236}">
                <a16:creationId xmlns:a16="http://schemas.microsoft.com/office/drawing/2014/main" id="{9062F56B-8BDE-4A44-8A82-191077FF726C}"/>
              </a:ext>
            </a:extLst>
          </p:cNvPr>
          <p:cNvPicPr>
            <a:picLocks noChangeAspect="1"/>
          </p:cNvPicPr>
          <p:nvPr/>
        </p:nvPicPr>
        <p:blipFill rotWithShape="1">
          <a:blip r:embed="rId3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4278"/>
          <a:stretch/>
        </p:blipFill>
        <p:spPr>
          <a:xfrm>
            <a:off x="1327089" y="2753714"/>
            <a:ext cx="1504364" cy="159480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22" name="矩形 221">
                <a:extLst>
                  <a:ext uri="{FF2B5EF4-FFF2-40B4-BE49-F238E27FC236}">
                    <a16:creationId xmlns:a16="http://schemas.microsoft.com/office/drawing/2014/main" id="{0762649D-4ACF-4647-AD67-87E68438E902}"/>
                  </a:ext>
                </a:extLst>
              </p:cNvPr>
              <p:cNvSpPr/>
              <p:nvPr/>
            </p:nvSpPr>
            <p:spPr>
              <a:xfrm>
                <a:off x="1596810" y="3916329"/>
                <a:ext cx="688009" cy="34317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1 </m:t>
                      </m:r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𝜇</m:t>
                      </m:r>
                      <m:r>
                        <m:rPr>
                          <m:sty m:val="p"/>
                        </m:rPr>
                        <a:rPr lang="en-US" altLang="zh-TW" sz="1630">
                          <a:latin typeface="Cambria Math" panose="02040503050406030204" pitchFamily="18" charset="0"/>
                        </a:rPr>
                        <m:t>m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222" name="矩形 221">
                <a:extLst>
                  <a:ext uri="{FF2B5EF4-FFF2-40B4-BE49-F238E27FC236}">
                    <a16:creationId xmlns:a16="http://schemas.microsoft.com/office/drawing/2014/main" id="{0762649D-4ACF-4647-AD67-87E68438E90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96810" y="3916329"/>
                <a:ext cx="688009" cy="343171"/>
              </a:xfrm>
              <a:prstGeom prst="rect">
                <a:avLst/>
              </a:prstGeom>
              <a:blipFill>
                <a:blip r:embed="rId36"/>
                <a:stretch>
                  <a:fillRect b="-52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23" name="群組 222">
            <a:extLst>
              <a:ext uri="{FF2B5EF4-FFF2-40B4-BE49-F238E27FC236}">
                <a16:creationId xmlns:a16="http://schemas.microsoft.com/office/drawing/2014/main" id="{719691A9-5B92-49BA-A48B-37D6E7B06756}"/>
              </a:ext>
            </a:extLst>
          </p:cNvPr>
          <p:cNvGrpSpPr/>
          <p:nvPr/>
        </p:nvGrpSpPr>
        <p:grpSpPr>
          <a:xfrm>
            <a:off x="1946989" y="3072995"/>
            <a:ext cx="550009" cy="592612"/>
            <a:chOff x="-988088" y="945710"/>
            <a:chExt cx="550009" cy="59261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4" name="文字方塊 223">
                  <a:extLst>
                    <a:ext uri="{FF2B5EF4-FFF2-40B4-BE49-F238E27FC236}">
                      <a16:creationId xmlns:a16="http://schemas.microsoft.com/office/drawing/2014/main" id="{CB348BB9-D3AF-4D13-85BA-2D8AF80CBA42}"/>
                    </a:ext>
                  </a:extLst>
                </p:cNvPr>
                <p:cNvSpPr txBox="1"/>
                <p:nvPr/>
              </p:nvSpPr>
              <p:spPr>
                <a:xfrm>
                  <a:off x="-988088" y="945710"/>
                  <a:ext cx="323386" cy="34317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altLang="zh-TW" sz="163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163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</m:oMath>
                    </m:oMathPara>
                  </a14:m>
                  <a:endParaRPr lang="en-US" altLang="zh-TW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76" name="文字方塊 75">
                  <a:extLst>
                    <a:ext uri="{FF2B5EF4-FFF2-40B4-BE49-F238E27FC236}">
                      <a16:creationId xmlns:a16="http://schemas.microsoft.com/office/drawing/2014/main" id="{DA635BAA-EFD7-435B-BCE4-F0FC3026F2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988088" y="945710"/>
                  <a:ext cx="323386" cy="343171"/>
                </a:xfrm>
                <a:prstGeom prst="rect">
                  <a:avLst/>
                </a:prstGeom>
                <a:blipFill>
                  <a:blip r:embed="rId33"/>
                  <a:stretch>
                    <a:fillRect b="-714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5" name="文字方塊 224">
                  <a:extLst>
                    <a:ext uri="{FF2B5EF4-FFF2-40B4-BE49-F238E27FC236}">
                      <a16:creationId xmlns:a16="http://schemas.microsoft.com/office/drawing/2014/main" id="{984D9FC3-753B-4A02-B4F8-B0B94AEB1642}"/>
                    </a:ext>
                  </a:extLst>
                </p:cNvPr>
                <p:cNvSpPr txBox="1"/>
                <p:nvPr/>
              </p:nvSpPr>
              <p:spPr>
                <a:xfrm>
                  <a:off x="-844998" y="1195151"/>
                  <a:ext cx="406919" cy="34317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altLang="zh-TW" sz="163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163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acc>
                      </m:oMath>
                    </m:oMathPara>
                  </a14:m>
                  <a:endParaRPr lang="en-US" altLang="zh-TW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77" name="文字方塊 76">
                  <a:extLst>
                    <a:ext uri="{FF2B5EF4-FFF2-40B4-BE49-F238E27FC236}">
                      <a16:creationId xmlns:a16="http://schemas.microsoft.com/office/drawing/2014/main" id="{70E789C9-D068-48AA-8926-92B85661596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844998" y="1195151"/>
                  <a:ext cx="406919" cy="343171"/>
                </a:xfrm>
                <a:prstGeom prst="rect">
                  <a:avLst/>
                </a:prstGeom>
                <a:blipFill>
                  <a:blip r:embed="rId34"/>
                  <a:stretch>
                    <a:fillRect r="-1194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26" name="箭號: 向右 225">
              <a:extLst>
                <a:ext uri="{FF2B5EF4-FFF2-40B4-BE49-F238E27FC236}">
                  <a16:creationId xmlns:a16="http://schemas.microsoft.com/office/drawing/2014/main" id="{F53FDFCE-8E66-4891-B9BD-FCA604BB352F}"/>
                </a:ext>
              </a:extLst>
            </p:cNvPr>
            <p:cNvSpPr/>
            <p:nvPr/>
          </p:nvSpPr>
          <p:spPr>
            <a:xfrm>
              <a:off x="-837092" y="1356364"/>
              <a:ext cx="92654" cy="27541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63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27" name="箭號: 向右 226">
              <a:extLst>
                <a:ext uri="{FF2B5EF4-FFF2-40B4-BE49-F238E27FC236}">
                  <a16:creationId xmlns:a16="http://schemas.microsoft.com/office/drawing/2014/main" id="{154FE730-F265-4876-A44B-B6821A9DF058}"/>
                </a:ext>
              </a:extLst>
            </p:cNvPr>
            <p:cNvSpPr/>
            <p:nvPr/>
          </p:nvSpPr>
          <p:spPr>
            <a:xfrm rot="16200000">
              <a:off x="-877012" y="1316853"/>
              <a:ext cx="91764" cy="27808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63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pic>
        <p:nvPicPr>
          <p:cNvPr id="228" name="圖片 227">
            <a:extLst>
              <a:ext uri="{FF2B5EF4-FFF2-40B4-BE49-F238E27FC236}">
                <a16:creationId xmlns:a16="http://schemas.microsoft.com/office/drawing/2014/main" id="{791856D3-FB09-4816-B497-A4B106581B53}"/>
              </a:ext>
            </a:extLst>
          </p:cNvPr>
          <p:cNvPicPr>
            <a:picLocks noChangeAspect="1"/>
          </p:cNvPicPr>
          <p:nvPr/>
        </p:nvPicPr>
        <p:blipFill rotWithShape="1">
          <a:blip r:embed="rId3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225" r="67421"/>
          <a:stretch/>
        </p:blipFill>
        <p:spPr>
          <a:xfrm>
            <a:off x="2718114" y="2753714"/>
            <a:ext cx="1469205" cy="1594800"/>
          </a:xfrm>
          <a:prstGeom prst="rect">
            <a:avLst/>
          </a:prstGeom>
        </p:spPr>
      </p:pic>
      <p:pic>
        <p:nvPicPr>
          <p:cNvPr id="229" name="圖片 228">
            <a:extLst>
              <a:ext uri="{FF2B5EF4-FFF2-40B4-BE49-F238E27FC236}">
                <a16:creationId xmlns:a16="http://schemas.microsoft.com/office/drawing/2014/main" id="{34763A44-946B-40AE-BBC9-696A33FFE6E9}"/>
              </a:ext>
            </a:extLst>
          </p:cNvPr>
          <p:cNvPicPr>
            <a:picLocks noChangeAspect="1"/>
          </p:cNvPicPr>
          <p:nvPr/>
        </p:nvPicPr>
        <p:blipFill rotWithShape="1">
          <a:blip r:embed="rId3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190" r="50564"/>
          <a:stretch/>
        </p:blipFill>
        <p:spPr>
          <a:xfrm>
            <a:off x="4076873" y="2753714"/>
            <a:ext cx="1458930" cy="1594800"/>
          </a:xfrm>
          <a:prstGeom prst="rect">
            <a:avLst/>
          </a:prstGeom>
        </p:spPr>
      </p:pic>
      <p:pic>
        <p:nvPicPr>
          <p:cNvPr id="230" name="圖片 229">
            <a:extLst>
              <a:ext uri="{FF2B5EF4-FFF2-40B4-BE49-F238E27FC236}">
                <a16:creationId xmlns:a16="http://schemas.microsoft.com/office/drawing/2014/main" id="{009FCB5C-21A9-4122-AE88-948E33792833}"/>
              </a:ext>
            </a:extLst>
          </p:cNvPr>
          <p:cNvPicPr>
            <a:picLocks noChangeAspect="1"/>
          </p:cNvPicPr>
          <p:nvPr/>
        </p:nvPicPr>
        <p:blipFill rotWithShape="1">
          <a:blip r:embed="rId3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617" r="33814"/>
          <a:stretch/>
        </p:blipFill>
        <p:spPr>
          <a:xfrm>
            <a:off x="5391965" y="2753714"/>
            <a:ext cx="1489754" cy="1594800"/>
          </a:xfrm>
          <a:prstGeom prst="rect">
            <a:avLst/>
          </a:prstGeom>
        </p:spPr>
      </p:pic>
      <p:pic>
        <p:nvPicPr>
          <p:cNvPr id="231" name="圖片 230">
            <a:extLst>
              <a:ext uri="{FF2B5EF4-FFF2-40B4-BE49-F238E27FC236}">
                <a16:creationId xmlns:a16="http://schemas.microsoft.com/office/drawing/2014/main" id="{561E6830-F9BA-4AF7-B12F-932A60D522A7}"/>
              </a:ext>
            </a:extLst>
          </p:cNvPr>
          <p:cNvPicPr>
            <a:picLocks noChangeAspect="1"/>
          </p:cNvPicPr>
          <p:nvPr/>
        </p:nvPicPr>
        <p:blipFill rotWithShape="1">
          <a:blip r:embed="rId3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474" r="17223"/>
          <a:stretch/>
        </p:blipFill>
        <p:spPr>
          <a:xfrm>
            <a:off x="6737130" y="2753714"/>
            <a:ext cx="1464300" cy="1594800"/>
          </a:xfrm>
          <a:prstGeom prst="rect">
            <a:avLst/>
          </a:prstGeom>
        </p:spPr>
      </p:pic>
      <p:sp>
        <p:nvSpPr>
          <p:cNvPr id="155" name="矩形: 圓角 154">
            <a:extLst>
              <a:ext uri="{FF2B5EF4-FFF2-40B4-BE49-F238E27FC236}">
                <a16:creationId xmlns:a16="http://schemas.microsoft.com/office/drawing/2014/main" id="{3D78B5F8-F682-43E1-BE1D-F6967D1B45A0}"/>
              </a:ext>
            </a:extLst>
          </p:cNvPr>
          <p:cNvSpPr/>
          <p:nvPr/>
        </p:nvSpPr>
        <p:spPr>
          <a:xfrm>
            <a:off x="1424763" y="2858022"/>
            <a:ext cx="6717600" cy="1458000"/>
          </a:xfrm>
          <a:prstGeom prst="roundRect">
            <a:avLst>
              <a:gd name="adj" fmla="val 6163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1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6" name="矩形: 圓角 155">
            <a:extLst>
              <a:ext uri="{FF2B5EF4-FFF2-40B4-BE49-F238E27FC236}">
                <a16:creationId xmlns:a16="http://schemas.microsoft.com/office/drawing/2014/main" id="{925F3798-9827-4801-A7A6-B7B2F0DED723}"/>
              </a:ext>
            </a:extLst>
          </p:cNvPr>
          <p:cNvSpPr/>
          <p:nvPr/>
        </p:nvSpPr>
        <p:spPr>
          <a:xfrm>
            <a:off x="1424763" y="911563"/>
            <a:ext cx="6717600" cy="1458000"/>
          </a:xfrm>
          <a:prstGeom prst="roundRect">
            <a:avLst>
              <a:gd name="adj" fmla="val 6163"/>
            </a:avLst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1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9" name="矩形 158">
            <a:extLst>
              <a:ext uri="{FF2B5EF4-FFF2-40B4-BE49-F238E27FC236}">
                <a16:creationId xmlns:a16="http://schemas.microsoft.com/office/drawing/2014/main" id="{303F359A-0868-4109-80BE-C1349A96A532}"/>
              </a:ext>
            </a:extLst>
          </p:cNvPr>
          <p:cNvSpPr/>
          <p:nvPr/>
        </p:nvSpPr>
        <p:spPr>
          <a:xfrm>
            <a:off x="8160260" y="2194314"/>
            <a:ext cx="487634" cy="34317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16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a.u.</a:t>
            </a:r>
            <a:endParaRPr lang="zh-TW" altLang="en-US" sz="16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0" name="矩形 159">
            <a:extLst>
              <a:ext uri="{FF2B5EF4-FFF2-40B4-BE49-F238E27FC236}">
                <a16:creationId xmlns:a16="http://schemas.microsoft.com/office/drawing/2014/main" id="{1DE638A3-8BB0-4516-8569-56E92209AD1E}"/>
              </a:ext>
            </a:extLst>
          </p:cNvPr>
          <p:cNvSpPr/>
          <p:nvPr/>
        </p:nvSpPr>
        <p:spPr>
          <a:xfrm>
            <a:off x="8135689" y="4076479"/>
            <a:ext cx="487634" cy="34317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16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a.u.</a:t>
            </a:r>
            <a:endParaRPr lang="zh-TW" altLang="en-US" sz="16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78" name="圖片 177">
            <a:extLst>
              <a:ext uri="{FF2B5EF4-FFF2-40B4-BE49-F238E27FC236}">
                <a16:creationId xmlns:a16="http://schemas.microsoft.com/office/drawing/2014/main" id="{93CA0CC9-C323-43A2-943A-1A295F3F96A4}"/>
              </a:ext>
            </a:extLst>
          </p:cNvPr>
          <p:cNvPicPr>
            <a:picLocks noChangeAspect="1"/>
          </p:cNvPicPr>
          <p:nvPr/>
        </p:nvPicPr>
        <p:blipFill rotWithShape="1">
          <a:blip r:embed="rId3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r="32321"/>
          <a:stretch/>
        </p:blipFill>
        <p:spPr>
          <a:xfrm>
            <a:off x="8165045" y="2903493"/>
            <a:ext cx="407456" cy="1328804"/>
          </a:xfrm>
          <a:prstGeom prst="rect">
            <a:avLst/>
          </a:prstGeom>
        </p:spPr>
      </p:pic>
      <p:sp>
        <p:nvSpPr>
          <p:cNvPr id="180" name="矩形 179">
            <a:extLst>
              <a:ext uri="{FF2B5EF4-FFF2-40B4-BE49-F238E27FC236}">
                <a16:creationId xmlns:a16="http://schemas.microsoft.com/office/drawing/2014/main" id="{C2ECF718-33F2-4E2C-A318-57364F701A8D}"/>
              </a:ext>
            </a:extLst>
          </p:cNvPr>
          <p:cNvSpPr/>
          <p:nvPr/>
        </p:nvSpPr>
        <p:spPr>
          <a:xfrm>
            <a:off x="8463801" y="797525"/>
            <a:ext cx="288862" cy="34317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16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TW" altLang="en-US" sz="16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1" name="矩形 180">
            <a:extLst>
              <a:ext uri="{FF2B5EF4-FFF2-40B4-BE49-F238E27FC236}">
                <a16:creationId xmlns:a16="http://schemas.microsoft.com/office/drawing/2014/main" id="{FB404701-AAB7-4BD8-B2A4-9BE0DD467677}"/>
              </a:ext>
            </a:extLst>
          </p:cNvPr>
          <p:cNvSpPr/>
          <p:nvPr/>
        </p:nvSpPr>
        <p:spPr>
          <a:xfrm>
            <a:off x="8482851" y="2064350"/>
            <a:ext cx="288862" cy="34317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16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TW" altLang="en-US" sz="16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2" name="矩形 181">
            <a:extLst>
              <a:ext uri="{FF2B5EF4-FFF2-40B4-BE49-F238E27FC236}">
                <a16:creationId xmlns:a16="http://schemas.microsoft.com/office/drawing/2014/main" id="{A8C52134-6557-48E2-A151-DA03DEB70544}"/>
              </a:ext>
            </a:extLst>
          </p:cNvPr>
          <p:cNvSpPr/>
          <p:nvPr/>
        </p:nvSpPr>
        <p:spPr>
          <a:xfrm>
            <a:off x="8473326" y="2751030"/>
            <a:ext cx="288862" cy="34317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16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TW" altLang="en-US" sz="16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3" name="矩形 182">
            <a:extLst>
              <a:ext uri="{FF2B5EF4-FFF2-40B4-BE49-F238E27FC236}">
                <a16:creationId xmlns:a16="http://schemas.microsoft.com/office/drawing/2014/main" id="{C7EFE756-5E38-43BF-96A1-8A61973C490F}"/>
              </a:ext>
            </a:extLst>
          </p:cNvPr>
          <p:cNvSpPr/>
          <p:nvPr/>
        </p:nvSpPr>
        <p:spPr>
          <a:xfrm>
            <a:off x="8492376" y="3989280"/>
            <a:ext cx="357790" cy="34317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16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-1</a:t>
            </a:r>
            <a:endParaRPr lang="zh-TW" altLang="en-US" sz="16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4" name="矩形 183">
                <a:extLst>
                  <a:ext uri="{FF2B5EF4-FFF2-40B4-BE49-F238E27FC236}">
                    <a16:creationId xmlns:a16="http://schemas.microsoft.com/office/drawing/2014/main" id="{33E2B86C-A084-4896-8EE7-FA115B79155C}"/>
                  </a:ext>
                </a:extLst>
              </p:cNvPr>
              <p:cNvSpPr/>
              <p:nvPr/>
            </p:nvSpPr>
            <p:spPr>
              <a:xfrm>
                <a:off x="1623084" y="935011"/>
                <a:ext cx="889154" cy="34317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ℓ=−2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84" name="矩形 183">
                <a:extLst>
                  <a:ext uri="{FF2B5EF4-FFF2-40B4-BE49-F238E27FC236}">
                    <a16:creationId xmlns:a16="http://schemas.microsoft.com/office/drawing/2014/main" id="{33E2B86C-A084-4896-8EE7-FA115B79155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3084" y="935011"/>
                <a:ext cx="889154" cy="343171"/>
              </a:xfrm>
              <a:prstGeom prst="rect">
                <a:avLst/>
              </a:prstGeom>
              <a:blipFill>
                <a:blip r:embed="rId3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5" name="矩形 184">
                <a:extLst>
                  <a:ext uri="{FF2B5EF4-FFF2-40B4-BE49-F238E27FC236}">
                    <a16:creationId xmlns:a16="http://schemas.microsoft.com/office/drawing/2014/main" id="{46E4B8A7-96DC-4BB5-9110-C662649FB0C4}"/>
                  </a:ext>
                </a:extLst>
              </p:cNvPr>
              <p:cNvSpPr/>
              <p:nvPr/>
            </p:nvSpPr>
            <p:spPr>
              <a:xfrm>
                <a:off x="3052942" y="935011"/>
                <a:ext cx="889154" cy="34317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ℓ=−1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85" name="矩形 184">
                <a:extLst>
                  <a:ext uri="{FF2B5EF4-FFF2-40B4-BE49-F238E27FC236}">
                    <a16:creationId xmlns:a16="http://schemas.microsoft.com/office/drawing/2014/main" id="{46E4B8A7-96DC-4BB5-9110-C662649FB0C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2942" y="935011"/>
                <a:ext cx="889154" cy="343171"/>
              </a:xfrm>
              <a:prstGeom prst="rect">
                <a:avLst/>
              </a:prstGeom>
              <a:blipFill>
                <a:blip r:embed="rId3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6" name="矩形 185">
                <a:extLst>
                  <a:ext uri="{FF2B5EF4-FFF2-40B4-BE49-F238E27FC236}">
                    <a16:creationId xmlns:a16="http://schemas.microsoft.com/office/drawing/2014/main" id="{76F95031-8E6F-40C7-AF08-8C9090FF69BD}"/>
                  </a:ext>
                </a:extLst>
              </p:cNvPr>
              <p:cNvSpPr/>
              <p:nvPr/>
            </p:nvSpPr>
            <p:spPr>
              <a:xfrm>
                <a:off x="4482800" y="935011"/>
                <a:ext cx="733662" cy="34317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ℓ=0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86" name="矩形 185">
                <a:extLst>
                  <a:ext uri="{FF2B5EF4-FFF2-40B4-BE49-F238E27FC236}">
                    <a16:creationId xmlns:a16="http://schemas.microsoft.com/office/drawing/2014/main" id="{76F95031-8E6F-40C7-AF08-8C9090FF69B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82800" y="935011"/>
                <a:ext cx="733662" cy="343171"/>
              </a:xfrm>
              <a:prstGeom prst="rect">
                <a:avLst/>
              </a:prstGeom>
              <a:blipFill>
                <a:blip r:embed="rId4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7" name="矩形 186">
                <a:extLst>
                  <a:ext uri="{FF2B5EF4-FFF2-40B4-BE49-F238E27FC236}">
                    <a16:creationId xmlns:a16="http://schemas.microsoft.com/office/drawing/2014/main" id="{B881B78E-D62F-402E-8FF6-E622C6CEAD3A}"/>
                  </a:ext>
                </a:extLst>
              </p:cNvPr>
              <p:cNvSpPr/>
              <p:nvPr/>
            </p:nvSpPr>
            <p:spPr>
              <a:xfrm>
                <a:off x="5757166" y="935011"/>
                <a:ext cx="733662" cy="34317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ℓ=1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87" name="矩形 186">
                <a:extLst>
                  <a:ext uri="{FF2B5EF4-FFF2-40B4-BE49-F238E27FC236}">
                    <a16:creationId xmlns:a16="http://schemas.microsoft.com/office/drawing/2014/main" id="{B881B78E-D62F-402E-8FF6-E622C6CEAD3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57166" y="935011"/>
                <a:ext cx="733662" cy="343171"/>
              </a:xfrm>
              <a:prstGeom prst="rect">
                <a:avLst/>
              </a:prstGeom>
              <a:blipFill>
                <a:blip r:embed="rId4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8" name="矩形 187">
                <a:extLst>
                  <a:ext uri="{FF2B5EF4-FFF2-40B4-BE49-F238E27FC236}">
                    <a16:creationId xmlns:a16="http://schemas.microsoft.com/office/drawing/2014/main" id="{BE70C4E9-570B-4E92-A732-B28DB6CE6804}"/>
                  </a:ext>
                </a:extLst>
              </p:cNvPr>
              <p:cNvSpPr/>
              <p:nvPr/>
            </p:nvSpPr>
            <p:spPr>
              <a:xfrm>
                <a:off x="7031532" y="935011"/>
                <a:ext cx="733662" cy="34317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ℓ=2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88" name="矩形 187">
                <a:extLst>
                  <a:ext uri="{FF2B5EF4-FFF2-40B4-BE49-F238E27FC236}">
                    <a16:creationId xmlns:a16="http://schemas.microsoft.com/office/drawing/2014/main" id="{BE70C4E9-570B-4E92-A732-B28DB6CE680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1532" y="935011"/>
                <a:ext cx="733662" cy="343171"/>
              </a:xfrm>
              <a:prstGeom prst="rect">
                <a:avLst/>
              </a:prstGeom>
              <a:blipFill>
                <a:blip r:embed="rId4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9" name="矩形 188">
                <a:extLst>
                  <a:ext uri="{FF2B5EF4-FFF2-40B4-BE49-F238E27FC236}">
                    <a16:creationId xmlns:a16="http://schemas.microsoft.com/office/drawing/2014/main" id="{60575900-638F-4CA4-8087-C2F6EF1866A8}"/>
                  </a:ext>
                </a:extLst>
              </p:cNvPr>
              <p:cNvSpPr/>
              <p:nvPr/>
            </p:nvSpPr>
            <p:spPr>
              <a:xfrm>
                <a:off x="1623084" y="2879587"/>
                <a:ext cx="889154" cy="34317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ℓ=−2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89" name="矩形 188">
                <a:extLst>
                  <a:ext uri="{FF2B5EF4-FFF2-40B4-BE49-F238E27FC236}">
                    <a16:creationId xmlns:a16="http://schemas.microsoft.com/office/drawing/2014/main" id="{60575900-638F-4CA4-8087-C2F6EF1866A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3084" y="2879587"/>
                <a:ext cx="889154" cy="343171"/>
              </a:xfrm>
              <a:prstGeom prst="rect">
                <a:avLst/>
              </a:prstGeom>
              <a:blipFill>
                <a:blip r:embed="rId4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0" name="矩形 189">
                <a:extLst>
                  <a:ext uri="{FF2B5EF4-FFF2-40B4-BE49-F238E27FC236}">
                    <a16:creationId xmlns:a16="http://schemas.microsoft.com/office/drawing/2014/main" id="{E767A449-E26E-4726-8DFF-9677104AC5DA}"/>
                  </a:ext>
                </a:extLst>
              </p:cNvPr>
              <p:cNvSpPr/>
              <p:nvPr/>
            </p:nvSpPr>
            <p:spPr>
              <a:xfrm>
                <a:off x="3052942" y="2879588"/>
                <a:ext cx="889154" cy="34317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ℓ=−1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90" name="矩形 189">
                <a:extLst>
                  <a:ext uri="{FF2B5EF4-FFF2-40B4-BE49-F238E27FC236}">
                    <a16:creationId xmlns:a16="http://schemas.microsoft.com/office/drawing/2014/main" id="{E767A449-E26E-4726-8DFF-9677104AC5D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2942" y="2879588"/>
                <a:ext cx="889154" cy="343171"/>
              </a:xfrm>
              <a:prstGeom prst="rect">
                <a:avLst/>
              </a:prstGeom>
              <a:blipFill>
                <a:blip r:embed="rId4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1" name="矩形 190">
                <a:extLst>
                  <a:ext uri="{FF2B5EF4-FFF2-40B4-BE49-F238E27FC236}">
                    <a16:creationId xmlns:a16="http://schemas.microsoft.com/office/drawing/2014/main" id="{74B26087-255A-4B06-A1E6-EAAB6689F43E}"/>
                  </a:ext>
                </a:extLst>
              </p:cNvPr>
              <p:cNvSpPr/>
              <p:nvPr/>
            </p:nvSpPr>
            <p:spPr>
              <a:xfrm>
                <a:off x="4482800" y="2879588"/>
                <a:ext cx="733662" cy="34317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ℓ=0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91" name="矩形 190">
                <a:extLst>
                  <a:ext uri="{FF2B5EF4-FFF2-40B4-BE49-F238E27FC236}">
                    <a16:creationId xmlns:a16="http://schemas.microsoft.com/office/drawing/2014/main" id="{74B26087-255A-4B06-A1E6-EAAB6689F43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82800" y="2879588"/>
                <a:ext cx="733662" cy="343171"/>
              </a:xfrm>
              <a:prstGeom prst="rect">
                <a:avLst/>
              </a:prstGeom>
              <a:blipFill>
                <a:blip r:embed="rId4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矩形 191">
                <a:extLst>
                  <a:ext uri="{FF2B5EF4-FFF2-40B4-BE49-F238E27FC236}">
                    <a16:creationId xmlns:a16="http://schemas.microsoft.com/office/drawing/2014/main" id="{F61D4A4B-C92D-4118-8551-5302DD874E0A}"/>
                  </a:ext>
                </a:extLst>
              </p:cNvPr>
              <p:cNvSpPr/>
              <p:nvPr/>
            </p:nvSpPr>
            <p:spPr>
              <a:xfrm>
                <a:off x="5757166" y="2879588"/>
                <a:ext cx="733662" cy="34317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ℓ=1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92" name="矩形 191">
                <a:extLst>
                  <a:ext uri="{FF2B5EF4-FFF2-40B4-BE49-F238E27FC236}">
                    <a16:creationId xmlns:a16="http://schemas.microsoft.com/office/drawing/2014/main" id="{F61D4A4B-C92D-4118-8551-5302DD874E0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57166" y="2879588"/>
                <a:ext cx="733662" cy="343171"/>
              </a:xfrm>
              <a:prstGeom prst="rect">
                <a:avLst/>
              </a:prstGeom>
              <a:blipFill>
                <a:blip r:embed="rId4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3" name="矩形 192">
                <a:extLst>
                  <a:ext uri="{FF2B5EF4-FFF2-40B4-BE49-F238E27FC236}">
                    <a16:creationId xmlns:a16="http://schemas.microsoft.com/office/drawing/2014/main" id="{9DE260DA-0080-4990-BAAC-BDEC6FE012AA}"/>
                  </a:ext>
                </a:extLst>
              </p:cNvPr>
              <p:cNvSpPr/>
              <p:nvPr/>
            </p:nvSpPr>
            <p:spPr>
              <a:xfrm>
                <a:off x="7031532" y="2879588"/>
                <a:ext cx="733662" cy="34317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ℓ=2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93" name="矩形 192">
                <a:extLst>
                  <a:ext uri="{FF2B5EF4-FFF2-40B4-BE49-F238E27FC236}">
                    <a16:creationId xmlns:a16="http://schemas.microsoft.com/office/drawing/2014/main" id="{9DE260DA-0080-4990-BAAC-BDEC6FE012A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1532" y="2879588"/>
                <a:ext cx="733662" cy="343171"/>
              </a:xfrm>
              <a:prstGeom prst="rect">
                <a:avLst/>
              </a:prstGeom>
              <a:blipFill>
                <a:blip r:embed="rId4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6" name="矩形 195">
                <a:extLst>
                  <a:ext uri="{FF2B5EF4-FFF2-40B4-BE49-F238E27FC236}">
                    <a16:creationId xmlns:a16="http://schemas.microsoft.com/office/drawing/2014/main" id="{1ED8499A-FFA3-48E1-A361-DA6D3B98A280}"/>
                  </a:ext>
                </a:extLst>
              </p:cNvPr>
              <p:cNvSpPr/>
              <p:nvPr/>
            </p:nvSpPr>
            <p:spPr>
              <a:xfrm>
                <a:off x="1343810" y="360411"/>
                <a:ext cx="1556516" cy="51751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ℓ,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r>
                                    <a:rPr lang="en-US" altLang="zh-TW" sz="2000" b="0" i="1" smtClean="0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</m:sub>
                                <m:sup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𝒓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96" name="矩形 195">
                <a:extLst>
                  <a:ext uri="{FF2B5EF4-FFF2-40B4-BE49-F238E27FC236}">
                    <a16:creationId xmlns:a16="http://schemas.microsoft.com/office/drawing/2014/main" id="{1ED8499A-FFA3-48E1-A361-DA6D3B98A28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43810" y="360411"/>
                <a:ext cx="1556516" cy="517514"/>
              </a:xfrm>
              <a:prstGeom prst="rect">
                <a:avLst/>
              </a:prstGeom>
              <a:blipFill>
                <a:blip r:embed="rId4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7" name="矩形 196">
                <a:extLst>
                  <a:ext uri="{FF2B5EF4-FFF2-40B4-BE49-F238E27FC236}">
                    <a16:creationId xmlns:a16="http://schemas.microsoft.com/office/drawing/2014/main" id="{1F70F799-7021-4B0C-8F9E-27C76519BF43}"/>
                  </a:ext>
                </a:extLst>
              </p:cNvPr>
              <p:cNvSpPr/>
              <p:nvPr/>
            </p:nvSpPr>
            <p:spPr>
              <a:xfrm>
                <a:off x="1338870" y="2425707"/>
                <a:ext cx="1740861" cy="45672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2000" smtClean="0">
                          <a:latin typeface="Cambria Math" panose="02040503050406030204" pitchFamily="18" charset="0"/>
                        </a:rPr>
                        <m:t>Re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ℓ,</m:t>
                              </m:r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sub>
                            <m:sup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sup>
                          </m:sSubSup>
                          <m:d>
                            <m:dPr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2000" b="1" i="1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97" name="矩形 196">
                <a:extLst>
                  <a:ext uri="{FF2B5EF4-FFF2-40B4-BE49-F238E27FC236}">
                    <a16:creationId xmlns:a16="http://schemas.microsoft.com/office/drawing/2014/main" id="{1F70F799-7021-4B0C-8F9E-27C76519BF4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8870" y="2425707"/>
                <a:ext cx="1740861" cy="456728"/>
              </a:xfrm>
              <a:prstGeom prst="rect">
                <a:avLst/>
              </a:prstGeom>
              <a:blipFill>
                <a:blip r:embed="rId49"/>
                <a:stretch>
                  <a:fillRect b="-4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98" name="圖片 197">
            <a:extLst>
              <a:ext uri="{FF2B5EF4-FFF2-40B4-BE49-F238E27FC236}">
                <a16:creationId xmlns:a16="http://schemas.microsoft.com/office/drawing/2014/main" id="{3C328688-BC2D-4C22-B96C-C9B7514EB829}"/>
              </a:ext>
            </a:extLst>
          </p:cNvPr>
          <p:cNvPicPr>
            <a:picLocks noChangeAspect="1"/>
          </p:cNvPicPr>
          <p:nvPr/>
        </p:nvPicPr>
        <p:blipFill rotWithShape="1">
          <a:blip r:embed="rId5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r="26374"/>
          <a:stretch/>
        </p:blipFill>
        <p:spPr>
          <a:xfrm>
            <a:off x="8193838" y="929640"/>
            <a:ext cx="363590" cy="1350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88557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佈景主題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1403</TotalTime>
  <Words>235</Words>
  <Application>Microsoft Office PowerPoint</Application>
  <PresentationFormat>自訂</PresentationFormat>
  <Paragraphs>85</Paragraphs>
  <Slides>3</Slides>
  <Notes>0</Notes>
  <HiddenSlides>2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</vt:i4>
      </vt:variant>
    </vt:vector>
  </HeadingPairs>
  <TitlesOfParts>
    <vt:vector size="10" baseType="lpstr">
      <vt:lpstr>新細明體</vt:lpstr>
      <vt:lpstr>Arial</vt:lpstr>
      <vt:lpstr>Calibri</vt:lpstr>
      <vt:lpstr>Calibri Light</vt:lpstr>
      <vt:lpstr>Cambria Math</vt:lpstr>
      <vt:lpstr>Times New Roman</vt:lpstr>
      <vt:lpstr>Office 佈景主題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nycugpu</dc:creator>
  <cp:lastModifiedBy>nycugpu</cp:lastModifiedBy>
  <cp:revision>40</cp:revision>
  <dcterms:created xsi:type="dcterms:W3CDTF">2026-03-29T16:21:02Z</dcterms:created>
  <dcterms:modified xsi:type="dcterms:W3CDTF">2026-07-02T05:32:10Z</dcterms:modified>
</cp:coreProperties>
</file>