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40" r:id="rId1"/>
  </p:sldMasterIdLst>
  <p:sldIdLst>
    <p:sldId id="256" r:id="rId2"/>
    <p:sldId id="257" r:id="rId3"/>
  </p:sldIdLst>
  <p:sldSz cx="9906000" cy="64801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07" autoAdjust="0"/>
    <p:restoredTop sz="94660"/>
  </p:normalViewPr>
  <p:slideViewPr>
    <p:cSldViewPr snapToGrid="0">
      <p:cViewPr>
        <p:scale>
          <a:sx n="75" d="100"/>
          <a:sy n="75" d="100"/>
        </p:scale>
        <p:origin x="1068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060529"/>
            <a:ext cx="8420100" cy="2256061"/>
          </a:xfrm>
        </p:spPr>
        <p:txBody>
          <a:bodyPr anchor="b"/>
          <a:lstStyle>
            <a:lvl1pPr algn="ctr">
              <a:defRPr sz="5669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403592"/>
            <a:ext cx="7429500" cy="1564542"/>
          </a:xfrm>
        </p:spPr>
        <p:txBody>
          <a:bodyPr/>
          <a:lstStyle>
            <a:lvl1pPr marL="0" indent="0" algn="ctr">
              <a:buNone/>
              <a:defRPr sz="2268"/>
            </a:lvl1pPr>
            <a:lvl2pPr marL="432008" indent="0" algn="ctr">
              <a:buNone/>
              <a:defRPr sz="1890"/>
            </a:lvl2pPr>
            <a:lvl3pPr marL="864017" indent="0" algn="ctr">
              <a:buNone/>
              <a:defRPr sz="1701"/>
            </a:lvl3pPr>
            <a:lvl4pPr marL="1296025" indent="0" algn="ctr">
              <a:buNone/>
              <a:defRPr sz="1512"/>
            </a:lvl4pPr>
            <a:lvl5pPr marL="1728033" indent="0" algn="ctr">
              <a:buNone/>
              <a:defRPr sz="1512"/>
            </a:lvl5pPr>
            <a:lvl6pPr marL="2160041" indent="0" algn="ctr">
              <a:buNone/>
              <a:defRPr sz="1512"/>
            </a:lvl6pPr>
            <a:lvl7pPr marL="2592050" indent="0" algn="ctr">
              <a:buNone/>
              <a:defRPr sz="1512"/>
            </a:lvl7pPr>
            <a:lvl8pPr marL="3024058" indent="0" algn="ctr">
              <a:buNone/>
              <a:defRPr sz="1512"/>
            </a:lvl8pPr>
            <a:lvl9pPr marL="3456066" indent="0" algn="ctr">
              <a:buNone/>
              <a:defRPr sz="1512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8533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1151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615546"/>
            <a:ext cx="8543925" cy="2695572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336619"/>
            <a:ext cx="8543925" cy="1417538"/>
          </a:xfrm>
        </p:spPr>
        <p:txBody>
          <a:bodyPr/>
          <a:lstStyle>
            <a:lvl1pPr marL="0" indent="0">
              <a:buNone/>
              <a:defRPr sz="2268">
                <a:solidFill>
                  <a:schemeClr val="tx1"/>
                </a:solidFill>
              </a:defRPr>
            </a:lvl1pPr>
            <a:lvl2pPr marL="432008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2pPr>
            <a:lvl3pPr marL="864017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3pPr>
            <a:lvl4pPr marL="1296025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4pPr>
            <a:lvl5pPr marL="1728033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5pPr>
            <a:lvl6pPr marL="216004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6pPr>
            <a:lvl7pPr marL="2592050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7pPr>
            <a:lvl8pPr marL="3024058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8pPr>
            <a:lvl9pPr marL="3456066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198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725046"/>
            <a:ext cx="4210050" cy="4111612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725046"/>
            <a:ext cx="4210050" cy="4111612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6492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45011"/>
            <a:ext cx="8543925" cy="1252534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588543"/>
            <a:ext cx="4190702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367064"/>
            <a:ext cx="4190702" cy="3481594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588543"/>
            <a:ext cx="4211340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367064"/>
            <a:ext cx="4211340" cy="3481594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1832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2626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5441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32012"/>
            <a:ext cx="3194943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33027"/>
            <a:ext cx="5014913" cy="4605124"/>
          </a:xfrm>
        </p:spPr>
        <p:txBody>
          <a:bodyPr/>
          <a:lstStyle>
            <a:lvl1pPr>
              <a:defRPr sz="3024"/>
            </a:lvl1pPr>
            <a:lvl2pPr>
              <a:defRPr sz="2646"/>
            </a:lvl2pPr>
            <a:lvl3pPr>
              <a:defRPr sz="2268"/>
            </a:lvl3pPr>
            <a:lvl4pPr>
              <a:defRPr sz="1890"/>
            </a:lvl4pPr>
            <a:lvl5pPr>
              <a:defRPr sz="1890"/>
            </a:lvl5pPr>
            <a:lvl6pPr>
              <a:defRPr sz="1890"/>
            </a:lvl6pPr>
            <a:lvl7pPr>
              <a:defRPr sz="1890"/>
            </a:lvl7pPr>
            <a:lvl8pPr>
              <a:defRPr sz="1890"/>
            </a:lvl8pPr>
            <a:lvl9pPr>
              <a:defRPr sz="189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944052"/>
            <a:ext cx="3194943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70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32012"/>
            <a:ext cx="3194943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33027"/>
            <a:ext cx="5014913" cy="4605124"/>
          </a:xfrm>
        </p:spPr>
        <p:txBody>
          <a:bodyPr anchor="t"/>
          <a:lstStyle>
            <a:lvl1pPr marL="0" indent="0">
              <a:buNone/>
              <a:defRPr sz="3024"/>
            </a:lvl1pPr>
            <a:lvl2pPr marL="432008" indent="0">
              <a:buNone/>
              <a:defRPr sz="2646"/>
            </a:lvl2pPr>
            <a:lvl3pPr marL="864017" indent="0">
              <a:buNone/>
              <a:defRPr sz="2268"/>
            </a:lvl3pPr>
            <a:lvl4pPr marL="1296025" indent="0">
              <a:buNone/>
              <a:defRPr sz="1890"/>
            </a:lvl4pPr>
            <a:lvl5pPr marL="1728033" indent="0">
              <a:buNone/>
              <a:defRPr sz="1890"/>
            </a:lvl5pPr>
            <a:lvl6pPr marL="2160041" indent="0">
              <a:buNone/>
              <a:defRPr sz="1890"/>
            </a:lvl6pPr>
            <a:lvl7pPr marL="2592050" indent="0">
              <a:buNone/>
              <a:defRPr sz="1890"/>
            </a:lvl7pPr>
            <a:lvl8pPr marL="3024058" indent="0">
              <a:buNone/>
              <a:defRPr sz="1890"/>
            </a:lvl8pPr>
            <a:lvl9pPr marL="3456066" indent="0">
              <a:buNone/>
              <a:defRPr sz="189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944052"/>
            <a:ext cx="3194943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16204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9943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45009"/>
            <a:ext cx="2135981" cy="5491649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45009"/>
            <a:ext cx="6284119" cy="5491649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2866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45011"/>
            <a:ext cx="8543925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725046"/>
            <a:ext cx="8543925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006164"/>
            <a:ext cx="222885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29EBDB-ED21-4F12-8F84-164F28F696EF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006164"/>
            <a:ext cx="3343275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006164"/>
            <a:ext cx="222885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8326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l" defTabSz="864017" rtl="0" eaLnBrk="1" latinLnBrk="0" hangingPunct="1">
        <a:lnSpc>
          <a:spcPct val="90000"/>
        </a:lnSpc>
        <a:spcBef>
          <a:spcPct val="0"/>
        </a:spcBef>
        <a:buNone/>
        <a:defRPr sz="41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004" indent="-216004" algn="l" defTabSz="864017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1pPr>
      <a:lvl2pPr marL="64801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2pPr>
      <a:lvl3pPr marL="1080021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512029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944037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376046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808054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24006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672070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1pPr>
      <a:lvl2pPr marL="43200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64017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296025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728033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160041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59205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02405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456066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9" Type="http://schemas.openxmlformats.org/officeDocument/2006/relationships/image" Target="../media/image24.png"/><Relationship Id="rId3" Type="http://schemas.openxmlformats.org/officeDocument/2006/relationships/image" Target="../media/image2.png"/><Relationship Id="rId21" Type="http://schemas.openxmlformats.org/officeDocument/2006/relationships/image" Target="../media/image19.png"/><Relationship Id="rId34" Type="http://schemas.openxmlformats.org/officeDocument/2006/relationships/image" Target="../media/image33.png"/><Relationship Id="rId42" Type="http://schemas.openxmlformats.org/officeDocument/2006/relationships/image" Target="../media/image27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33" Type="http://schemas.openxmlformats.org/officeDocument/2006/relationships/image" Target="../media/image32.png"/><Relationship Id="rId38" Type="http://schemas.openxmlformats.org/officeDocument/2006/relationships/image" Target="../media/image23.png"/><Relationship Id="rId2" Type="http://schemas.openxmlformats.org/officeDocument/2006/relationships/image" Target="../media/image1.png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41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37" Type="http://schemas.openxmlformats.org/officeDocument/2006/relationships/image" Target="../media/image22.png"/><Relationship Id="rId40" Type="http://schemas.openxmlformats.org/officeDocument/2006/relationships/image" Target="../media/image25.png"/><Relationship Id="rId5" Type="http://schemas.openxmlformats.org/officeDocument/2006/relationships/image" Target="../media/image310.png"/><Relationship Id="rId15" Type="http://schemas.openxmlformats.org/officeDocument/2006/relationships/image" Target="../media/image13.png"/><Relationship Id="rId36" Type="http://schemas.openxmlformats.org/officeDocument/2006/relationships/image" Target="../media/image21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35" Type="http://schemas.openxmlformats.org/officeDocument/2006/relationships/image" Target="../media/image20.png"/><Relationship Id="rId43" Type="http://schemas.openxmlformats.org/officeDocument/2006/relationships/image" Target="../media/image2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6.png"/><Relationship Id="rId39" Type="http://schemas.openxmlformats.org/officeDocument/2006/relationships/image" Target="../media/image44.png"/><Relationship Id="rId3" Type="http://schemas.openxmlformats.org/officeDocument/2006/relationships/image" Target="../media/image2.png"/><Relationship Id="rId34" Type="http://schemas.openxmlformats.org/officeDocument/2006/relationships/image" Target="../media/image33.png"/><Relationship Id="rId42" Type="http://schemas.openxmlformats.org/officeDocument/2006/relationships/image" Target="../media/image47.png"/><Relationship Id="rId7" Type="http://schemas.openxmlformats.org/officeDocument/2006/relationships/image" Target="../media/image29.png"/><Relationship Id="rId12" Type="http://schemas.openxmlformats.org/officeDocument/2006/relationships/image" Target="../media/image35.png"/><Relationship Id="rId33" Type="http://schemas.openxmlformats.org/officeDocument/2006/relationships/image" Target="../media/image32.png"/><Relationship Id="rId38" Type="http://schemas.openxmlformats.org/officeDocument/2006/relationships/image" Target="../media/image43.png"/><Relationship Id="rId2" Type="http://schemas.openxmlformats.org/officeDocument/2006/relationships/image" Target="../media/image1.png"/><Relationship Id="rId16" Type="http://schemas.openxmlformats.org/officeDocument/2006/relationships/image" Target="../media/image39.png"/><Relationship Id="rId41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34.png"/><Relationship Id="rId37" Type="http://schemas.openxmlformats.org/officeDocument/2006/relationships/image" Target="../media/image42.png"/><Relationship Id="rId40" Type="http://schemas.openxmlformats.org/officeDocument/2006/relationships/image" Target="../media/image45.png"/><Relationship Id="rId5" Type="http://schemas.openxmlformats.org/officeDocument/2006/relationships/image" Target="../media/image310.png"/><Relationship Id="rId15" Type="http://schemas.openxmlformats.org/officeDocument/2006/relationships/image" Target="../media/image38.png"/><Relationship Id="rId36" Type="http://schemas.openxmlformats.org/officeDocument/2006/relationships/image" Target="../media/image41.png"/><Relationship Id="rId10" Type="http://schemas.openxmlformats.org/officeDocument/2006/relationships/image" Target="../media/image13.png"/><Relationship Id="rId44" Type="http://schemas.openxmlformats.org/officeDocument/2006/relationships/image" Target="../media/image23.png"/><Relationship Id="rId4" Type="http://schemas.openxmlformats.org/officeDocument/2006/relationships/image" Target="../media/image3.png"/><Relationship Id="rId9" Type="http://schemas.openxmlformats.org/officeDocument/2006/relationships/image" Target="../media/image31.png"/><Relationship Id="rId14" Type="http://schemas.openxmlformats.org/officeDocument/2006/relationships/image" Target="../media/image37.png"/><Relationship Id="rId35" Type="http://schemas.openxmlformats.org/officeDocument/2006/relationships/image" Target="../media/image40.png"/><Relationship Id="rId43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群組 11">
            <a:extLst>
              <a:ext uri="{FF2B5EF4-FFF2-40B4-BE49-F238E27FC236}">
                <a16:creationId xmlns:a16="http://schemas.microsoft.com/office/drawing/2014/main" id="{67621CD4-4F1D-42D1-8FE7-1231C9749372}"/>
              </a:ext>
            </a:extLst>
          </p:cNvPr>
          <p:cNvGrpSpPr/>
          <p:nvPr/>
        </p:nvGrpSpPr>
        <p:grpSpPr>
          <a:xfrm>
            <a:off x="137483" y="-16960"/>
            <a:ext cx="9631034" cy="6514095"/>
            <a:chOff x="178758" y="101259"/>
            <a:chExt cx="9631034" cy="6514095"/>
          </a:xfrm>
        </p:grpSpPr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BA35AA70-FA23-48E2-82B5-4403B1DDB7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7051"/>
            <a:stretch/>
          </p:blipFill>
          <p:spPr>
            <a:xfrm>
              <a:off x="930790" y="2186008"/>
              <a:ext cx="7937195" cy="1594800"/>
            </a:xfrm>
            <a:prstGeom prst="rect">
              <a:avLst/>
            </a:prstGeom>
          </p:spPr>
        </p:pic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9E2CEEFC-EB1F-4232-89C9-D8854B65D1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7223"/>
            <a:stretch/>
          </p:blipFill>
          <p:spPr>
            <a:xfrm>
              <a:off x="930790" y="4510233"/>
              <a:ext cx="7920807" cy="1594800"/>
            </a:xfrm>
            <a:prstGeom prst="rect">
              <a:avLst/>
            </a:prstGeom>
          </p:spPr>
        </p:pic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A91246B0-6793-4A42-BD59-084A6D23E97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7169"/>
            <a:stretch/>
          </p:blipFill>
          <p:spPr>
            <a:xfrm>
              <a:off x="930790" y="574477"/>
              <a:ext cx="7925854" cy="1594800"/>
            </a:xfrm>
            <a:prstGeom prst="rect">
              <a:avLst/>
            </a:prstGeom>
          </p:spPr>
        </p:pic>
        <p:sp>
          <p:nvSpPr>
            <p:cNvPr id="54" name="矩形: 圓角 53">
              <a:extLst>
                <a:ext uri="{FF2B5EF4-FFF2-40B4-BE49-F238E27FC236}">
                  <a16:creationId xmlns:a16="http://schemas.microsoft.com/office/drawing/2014/main" id="{288E9896-9E4F-4C2C-A911-7FEF0722013B}"/>
                </a:ext>
              </a:extLst>
            </p:cNvPr>
            <p:cNvSpPr/>
            <p:nvPr/>
          </p:nvSpPr>
          <p:spPr>
            <a:xfrm>
              <a:off x="285634" y="4475225"/>
              <a:ext cx="8726400" cy="1827150"/>
            </a:xfrm>
            <a:prstGeom prst="roundRect">
              <a:avLst>
                <a:gd name="adj" fmla="val 6163"/>
              </a:avLst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矩形: 圓角 54">
              <a:extLst>
                <a:ext uri="{FF2B5EF4-FFF2-40B4-BE49-F238E27FC236}">
                  <a16:creationId xmlns:a16="http://schemas.microsoft.com/office/drawing/2014/main" id="{7BFE40E8-D447-4A65-A047-52809FD40D23}"/>
                </a:ext>
              </a:extLst>
            </p:cNvPr>
            <p:cNvSpPr/>
            <p:nvPr/>
          </p:nvSpPr>
          <p:spPr>
            <a:xfrm>
              <a:off x="285634" y="610720"/>
              <a:ext cx="8726557" cy="3300880"/>
            </a:xfrm>
            <a:prstGeom prst="roundRect">
              <a:avLst>
                <a:gd name="adj" fmla="val 6163"/>
              </a:avLst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56" name="群組 55">
              <a:extLst>
                <a:ext uri="{FF2B5EF4-FFF2-40B4-BE49-F238E27FC236}">
                  <a16:creationId xmlns:a16="http://schemas.microsoft.com/office/drawing/2014/main" id="{16FEC379-B580-4556-AB9A-6B9F500A38DB}"/>
                </a:ext>
              </a:extLst>
            </p:cNvPr>
            <p:cNvGrpSpPr/>
            <p:nvPr/>
          </p:nvGrpSpPr>
          <p:grpSpPr>
            <a:xfrm>
              <a:off x="7328737" y="6272183"/>
              <a:ext cx="1718308" cy="343171"/>
              <a:chOff x="10557418" y="6399554"/>
              <a:chExt cx="2266734" cy="45269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矩形 56">
                    <a:extLst>
                      <a:ext uri="{FF2B5EF4-FFF2-40B4-BE49-F238E27FC236}">
                        <a16:creationId xmlns:a16="http://schemas.microsoft.com/office/drawing/2014/main" id="{6D3AE693-FAE4-4477-9E97-B705D2E634A1}"/>
                      </a:ext>
                    </a:extLst>
                  </p:cNvPr>
                  <p:cNvSpPr/>
                  <p:nvPr/>
                </p:nvSpPr>
                <p:spPr>
                  <a:xfrm>
                    <a:off x="10995506" y="6399554"/>
                    <a:ext cx="1828646" cy="452699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bSup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=1.5 </m:t>
                          </m:r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m:rPr>
                              <m:sty m:val="p"/>
                            </m:rPr>
                            <a:rPr lang="en-US" altLang="zh-TW" sz="1630">
                              <a:latin typeface="Cambria Math" panose="02040503050406030204" pitchFamily="18" charset="0"/>
                            </a:rPr>
                            <m:t>m</m:t>
                          </m:r>
                        </m:oMath>
                      </m:oMathPara>
                    </a14:m>
                    <a:endParaRPr lang="zh-TW" altLang="en-US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6" name="矩形 5">
                    <a:extLst>
                      <a:ext uri="{FF2B5EF4-FFF2-40B4-BE49-F238E27FC236}">
                        <a16:creationId xmlns:a16="http://schemas.microsoft.com/office/drawing/2014/main" id="{33615A92-2488-4DAF-823B-7ACEF3923D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95506" y="6399554"/>
                    <a:ext cx="1828646" cy="4526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58" name="圖片 57">
                <a:extLst>
                  <a:ext uri="{FF2B5EF4-FFF2-40B4-BE49-F238E27FC236}">
                    <a16:creationId xmlns:a16="http://schemas.microsoft.com/office/drawing/2014/main" id="{302A021D-6B28-487B-B28E-B5D67657CE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57418" y="6619851"/>
                <a:ext cx="476304" cy="136937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4EE619D1-FE5A-4904-9EF9-812D48C58D84}"/>
                    </a:ext>
                  </a:extLst>
                </p:cNvPr>
                <p:cNvSpPr/>
                <p:nvPr/>
              </p:nvSpPr>
              <p:spPr>
                <a:xfrm>
                  <a:off x="178758" y="4024383"/>
                  <a:ext cx="1495601" cy="45672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2000">
                            <a:latin typeface="Cambria Math" panose="02040503050406030204" pitchFamily="18" charset="0"/>
                          </a:rPr>
                          <m:t>Re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ℓ,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4EE619D1-FE5A-4904-9EF9-812D48C58D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758" y="4024383"/>
                  <a:ext cx="1495601" cy="456728"/>
                </a:xfrm>
                <a:prstGeom prst="rect">
                  <a:avLst/>
                </a:prstGeom>
                <a:blipFill>
                  <a:blip r:embed="rId7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F16C610F-D114-49B6-AA8F-93D1163DC516}"/>
                    </a:ext>
                  </a:extLst>
                </p:cNvPr>
                <p:cNvSpPr/>
                <p:nvPr/>
              </p:nvSpPr>
              <p:spPr>
                <a:xfrm>
                  <a:off x="302388" y="1128575"/>
                  <a:ext cx="79220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F16C610F-D114-49B6-AA8F-93D1163DC51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388" y="1128575"/>
                  <a:ext cx="792204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9FCF0267-AF69-408E-83CF-E40240898E3F}"/>
                    </a:ext>
                  </a:extLst>
                </p:cNvPr>
                <p:cNvSpPr/>
                <p:nvPr/>
              </p:nvSpPr>
              <p:spPr>
                <a:xfrm>
                  <a:off x="1233850" y="3299172"/>
                  <a:ext cx="64152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sty m:val="p"/>
                          </m:rPr>
                          <a:rPr lang="en-US" altLang="zh-TW" sz="1630">
                            <a:latin typeface="Cambria Math" panose="02040503050406030204" pitchFamily="18" charset="0"/>
                          </a:rPr>
                          <m:t>m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9FCF0267-AF69-408E-83CF-E40240898E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3850" y="3299172"/>
                  <a:ext cx="641522" cy="343171"/>
                </a:xfrm>
                <a:prstGeom prst="rect">
                  <a:avLst/>
                </a:prstGeom>
                <a:blipFill>
                  <a:blip r:embed="rId9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2" name="矩形 61">
                  <a:extLst>
                    <a:ext uri="{FF2B5EF4-FFF2-40B4-BE49-F238E27FC236}">
                      <a16:creationId xmlns:a16="http://schemas.microsoft.com/office/drawing/2014/main" id="{7D2BA6ED-F3F6-4E48-8797-E5C62278738A}"/>
                    </a:ext>
                  </a:extLst>
                </p:cNvPr>
                <p:cNvSpPr/>
                <p:nvPr/>
              </p:nvSpPr>
              <p:spPr>
                <a:xfrm>
                  <a:off x="1369160" y="3525693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62" name="矩形 61">
                  <a:extLst>
                    <a:ext uri="{FF2B5EF4-FFF2-40B4-BE49-F238E27FC236}">
                      <a16:creationId xmlns:a16="http://schemas.microsoft.com/office/drawing/2014/main" id="{7D2BA6ED-F3F6-4E48-8797-E5C62278738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160" y="3525693"/>
                  <a:ext cx="889154" cy="34317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318D726-0C1E-4335-AC86-FC2D896A545D}"/>
                    </a:ext>
                  </a:extLst>
                </p:cNvPr>
                <p:cNvSpPr/>
                <p:nvPr/>
              </p:nvSpPr>
              <p:spPr>
                <a:xfrm>
                  <a:off x="2876622" y="3525693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318D726-0C1E-4335-AC86-FC2D896A54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6622" y="3525693"/>
                  <a:ext cx="889154" cy="34317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7DB720B7-D574-4D15-8E19-7228E0981AF0}"/>
                    </a:ext>
                  </a:extLst>
                </p:cNvPr>
                <p:cNvSpPr/>
                <p:nvPr/>
              </p:nvSpPr>
              <p:spPr>
                <a:xfrm>
                  <a:off x="4594960" y="3525693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7DB720B7-D574-4D15-8E19-7228E0981AF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4960" y="3525693"/>
                  <a:ext cx="733662" cy="34317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223FB366-A8D4-4B76-B8D8-D9A4CC5F9B70}"/>
                    </a:ext>
                  </a:extLst>
                </p:cNvPr>
                <p:cNvSpPr/>
                <p:nvPr/>
              </p:nvSpPr>
              <p:spPr>
                <a:xfrm>
                  <a:off x="6213693" y="3525693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223FB366-A8D4-4B76-B8D8-D9A4CC5F9B7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693" y="3525693"/>
                  <a:ext cx="733662" cy="343171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C3C5C89E-1517-4044-84F9-4A556E673FCF}"/>
                    </a:ext>
                  </a:extLst>
                </p:cNvPr>
                <p:cNvSpPr/>
                <p:nvPr/>
              </p:nvSpPr>
              <p:spPr>
                <a:xfrm>
                  <a:off x="7724876" y="3525693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C3C5C89E-1517-4044-84F9-4A556E673FC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4876" y="3525693"/>
                  <a:ext cx="733662" cy="343171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8528E9D6-6595-4C2C-8910-534DECC142AE}"/>
                </a:ext>
              </a:extLst>
            </p:cNvPr>
            <p:cNvSpPr/>
            <p:nvPr/>
          </p:nvSpPr>
          <p:spPr>
            <a:xfrm rot="5400000">
              <a:off x="8958373" y="2732176"/>
              <a:ext cx="1359668" cy="3431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69" name="圖片 68">
              <a:extLst>
                <a:ext uri="{FF2B5EF4-FFF2-40B4-BE49-F238E27FC236}">
                  <a16:creationId xmlns:a16="http://schemas.microsoft.com/office/drawing/2014/main" id="{01C039CF-7E75-48C6-AE99-5CDFFCE5965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240" r="9825"/>
            <a:stretch/>
          </p:blipFill>
          <p:spPr>
            <a:xfrm>
              <a:off x="9023022" y="2124366"/>
              <a:ext cx="490120" cy="1655064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9AA7DB4D-008D-4D94-A265-1F97D8FAF1FD}"/>
                    </a:ext>
                  </a:extLst>
                </p:cNvPr>
                <p:cNvSpPr/>
                <p:nvPr/>
              </p:nvSpPr>
              <p:spPr>
                <a:xfrm>
                  <a:off x="241755" y="101259"/>
                  <a:ext cx="1311256" cy="517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ℓ,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  <m:sup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9AA7DB4D-008D-4D94-A265-1F97D8FAF1F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755" y="101259"/>
                  <a:ext cx="1311256" cy="51751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28A5EB9-9DE5-40C8-9CDD-B9ACC7FA4D60}"/>
                    </a:ext>
                  </a:extLst>
                </p:cNvPr>
                <p:cNvSpPr/>
                <p:nvPr/>
              </p:nvSpPr>
              <p:spPr>
                <a:xfrm>
                  <a:off x="1363870" y="1926077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28A5EB9-9DE5-40C8-9CDD-B9ACC7FA4D6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3870" y="1926077"/>
                  <a:ext cx="744243" cy="343171"/>
                </a:xfrm>
                <a:prstGeom prst="rect">
                  <a:avLst/>
                </a:prstGeom>
                <a:blipFill>
                  <a:blip r:embed="rId17"/>
                  <a:stretch>
                    <a:fillRect b="-53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F32EE6FA-1AD1-4016-BD95-6900EA5B5573}"/>
                    </a:ext>
                  </a:extLst>
                </p:cNvPr>
                <p:cNvSpPr/>
                <p:nvPr/>
              </p:nvSpPr>
              <p:spPr>
                <a:xfrm>
                  <a:off x="2949078" y="1926077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F32EE6FA-1AD1-4016-BD95-6900EA5B5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49078" y="1926077"/>
                  <a:ext cx="744243" cy="343171"/>
                </a:xfrm>
                <a:prstGeom prst="rect">
                  <a:avLst/>
                </a:prstGeom>
                <a:blipFill>
                  <a:blip r:embed="rId18"/>
                  <a:stretch>
                    <a:fillRect b="-53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3" name="矩形 72">
                  <a:extLst>
                    <a:ext uri="{FF2B5EF4-FFF2-40B4-BE49-F238E27FC236}">
                      <a16:creationId xmlns:a16="http://schemas.microsoft.com/office/drawing/2014/main" id="{3A529BC5-5052-446D-8C8C-9BC5C653DB64}"/>
                    </a:ext>
                  </a:extLst>
                </p:cNvPr>
                <p:cNvSpPr/>
                <p:nvPr/>
              </p:nvSpPr>
              <p:spPr>
                <a:xfrm>
                  <a:off x="4589670" y="1926077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73" name="矩形 72">
                  <a:extLst>
                    <a:ext uri="{FF2B5EF4-FFF2-40B4-BE49-F238E27FC236}">
                      <a16:creationId xmlns:a16="http://schemas.microsoft.com/office/drawing/2014/main" id="{3A529BC5-5052-446D-8C8C-9BC5C653DB6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89670" y="1926077"/>
                  <a:ext cx="744243" cy="343171"/>
                </a:xfrm>
                <a:prstGeom prst="rect">
                  <a:avLst/>
                </a:prstGeom>
                <a:blipFill>
                  <a:blip r:embed="rId19"/>
                  <a:stretch>
                    <a:fillRect b="-53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6CD9DE1A-C7D0-4B39-AC88-51776198DF4F}"/>
                    </a:ext>
                  </a:extLst>
                </p:cNvPr>
                <p:cNvSpPr/>
                <p:nvPr/>
              </p:nvSpPr>
              <p:spPr>
                <a:xfrm>
                  <a:off x="6130657" y="1926077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6CD9DE1A-C7D0-4B39-AC88-51776198DF4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30657" y="1926077"/>
                  <a:ext cx="744243" cy="343171"/>
                </a:xfrm>
                <a:prstGeom prst="rect">
                  <a:avLst/>
                </a:prstGeom>
                <a:blipFill>
                  <a:blip r:embed="rId20"/>
                  <a:stretch>
                    <a:fillRect b="-53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AF090529-51DA-4CEB-A8A7-EF1B88A1CED7}"/>
                    </a:ext>
                  </a:extLst>
                </p:cNvPr>
                <p:cNvSpPr/>
                <p:nvPr/>
              </p:nvSpPr>
              <p:spPr>
                <a:xfrm>
                  <a:off x="7719586" y="1926077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=4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AF090529-51DA-4CEB-A8A7-EF1B88A1C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9586" y="1926077"/>
                  <a:ext cx="744243" cy="343171"/>
                </a:xfrm>
                <a:prstGeom prst="rect">
                  <a:avLst/>
                </a:prstGeom>
                <a:blipFill>
                  <a:blip r:embed="rId21"/>
                  <a:stretch>
                    <a:fillRect b="-53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7" name="群組 76">
              <a:extLst>
                <a:ext uri="{FF2B5EF4-FFF2-40B4-BE49-F238E27FC236}">
                  <a16:creationId xmlns:a16="http://schemas.microsoft.com/office/drawing/2014/main" id="{F9A72FEA-E719-4DA3-B473-7A60CB359938}"/>
                </a:ext>
              </a:extLst>
            </p:cNvPr>
            <p:cNvGrpSpPr/>
            <p:nvPr/>
          </p:nvGrpSpPr>
          <p:grpSpPr>
            <a:xfrm>
              <a:off x="1550691" y="2549818"/>
              <a:ext cx="550009" cy="592612"/>
              <a:chOff x="-988088" y="945710"/>
              <a:chExt cx="550009" cy="59261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8" name="文字方塊 77">
                    <a:extLst>
                      <a:ext uri="{FF2B5EF4-FFF2-40B4-BE49-F238E27FC236}">
                        <a16:creationId xmlns:a16="http://schemas.microsoft.com/office/drawing/2014/main" id="{EDEB094F-393C-43F0-B603-2E7016A0DB05}"/>
                      </a:ext>
                    </a:extLst>
                  </p:cNvPr>
                  <p:cNvSpPr txBox="1"/>
                  <p:nvPr/>
                </p:nvSpPr>
                <p:spPr>
                  <a:xfrm>
                    <a:off x="-988088" y="945710"/>
                    <a:ext cx="323386" cy="3431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76" name="文字方塊 75">
                    <a:extLst>
                      <a:ext uri="{FF2B5EF4-FFF2-40B4-BE49-F238E27FC236}">
                        <a16:creationId xmlns:a16="http://schemas.microsoft.com/office/drawing/2014/main" id="{DA635BAA-EFD7-435B-BCE4-F0FC3026F2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988088" y="945710"/>
                    <a:ext cx="323386" cy="343171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 b="-714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文字方塊 78">
                    <a:extLst>
                      <a:ext uri="{FF2B5EF4-FFF2-40B4-BE49-F238E27FC236}">
                        <a16:creationId xmlns:a16="http://schemas.microsoft.com/office/drawing/2014/main" id="{8A92889A-0FBC-4115-AD7E-E858414A4C33}"/>
                      </a:ext>
                    </a:extLst>
                  </p:cNvPr>
                  <p:cNvSpPr txBox="1"/>
                  <p:nvPr/>
                </p:nvSpPr>
                <p:spPr>
                  <a:xfrm>
                    <a:off x="-844998" y="1195151"/>
                    <a:ext cx="406919" cy="3431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77" name="文字方塊 76">
                    <a:extLst>
                      <a:ext uri="{FF2B5EF4-FFF2-40B4-BE49-F238E27FC236}">
                        <a16:creationId xmlns:a16="http://schemas.microsoft.com/office/drawing/2014/main" id="{70E789C9-D068-48AA-8926-92B85661596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844998" y="1195151"/>
                    <a:ext cx="406919" cy="343171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 r="-1194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0" name="箭號: 向右 79">
                <a:extLst>
                  <a:ext uri="{FF2B5EF4-FFF2-40B4-BE49-F238E27FC236}">
                    <a16:creationId xmlns:a16="http://schemas.microsoft.com/office/drawing/2014/main" id="{F32A89A1-E095-4210-B194-1EC0B4AD3DA8}"/>
                  </a:ext>
                </a:extLst>
              </p:cNvPr>
              <p:cNvSpPr/>
              <p:nvPr/>
            </p:nvSpPr>
            <p:spPr>
              <a:xfrm>
                <a:off x="-837092" y="1356364"/>
                <a:ext cx="92654" cy="2754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1" name="箭號: 向右 80">
                <a:extLst>
                  <a:ext uri="{FF2B5EF4-FFF2-40B4-BE49-F238E27FC236}">
                    <a16:creationId xmlns:a16="http://schemas.microsoft.com/office/drawing/2014/main" id="{E42CAD77-BEA0-4CB1-B01D-A8A1D4284141}"/>
                  </a:ext>
                </a:extLst>
              </p:cNvPr>
              <p:cNvSpPr/>
              <p:nvPr/>
            </p:nvSpPr>
            <p:spPr>
              <a:xfrm rot="16200000">
                <a:off x="-877012" y="1316853"/>
                <a:ext cx="91764" cy="27808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240CA1BD-0A6B-483E-82FB-D0031F2E5140}"/>
                    </a:ext>
                  </a:extLst>
                </p:cNvPr>
                <p:cNvSpPr/>
                <p:nvPr/>
              </p:nvSpPr>
              <p:spPr>
                <a:xfrm>
                  <a:off x="296970" y="2640980"/>
                  <a:ext cx="80304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240CA1BD-0A6B-483E-82FB-D0031F2E514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70" y="2640980"/>
                  <a:ext cx="803040" cy="369332"/>
                </a:xfrm>
                <a:prstGeom prst="rect">
                  <a:avLst/>
                </a:prstGeom>
                <a:blipFill>
                  <a:blip r:embed="rId35"/>
                  <a:stretch>
                    <a:fillRect b="-8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3" name="矩形 82">
                  <a:extLst>
                    <a:ext uri="{FF2B5EF4-FFF2-40B4-BE49-F238E27FC236}">
                      <a16:creationId xmlns:a16="http://schemas.microsoft.com/office/drawing/2014/main" id="{287FE308-8D4D-42B7-B8A9-E8CDF97468FD}"/>
                    </a:ext>
                  </a:extLst>
                </p:cNvPr>
                <p:cNvSpPr/>
                <p:nvPr/>
              </p:nvSpPr>
              <p:spPr>
                <a:xfrm>
                  <a:off x="296980" y="5266055"/>
                  <a:ext cx="80304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83" name="矩形 82">
                  <a:extLst>
                    <a:ext uri="{FF2B5EF4-FFF2-40B4-BE49-F238E27FC236}">
                      <a16:creationId xmlns:a16="http://schemas.microsoft.com/office/drawing/2014/main" id="{287FE308-8D4D-42B7-B8A9-E8CDF97468F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80" y="5266055"/>
                  <a:ext cx="803040" cy="369332"/>
                </a:xfrm>
                <a:prstGeom prst="rect">
                  <a:avLst/>
                </a:prstGeom>
                <a:blipFill>
                  <a:blip r:embed="rId36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4" name="矩形 83">
                  <a:extLst>
                    <a:ext uri="{FF2B5EF4-FFF2-40B4-BE49-F238E27FC236}">
                      <a16:creationId xmlns:a16="http://schemas.microsoft.com/office/drawing/2014/main" id="{65E3A63F-4D89-41B4-B9E7-ED2A3B2D83B3}"/>
                    </a:ext>
                  </a:extLst>
                </p:cNvPr>
                <p:cNvSpPr/>
                <p:nvPr/>
              </p:nvSpPr>
              <p:spPr>
                <a:xfrm>
                  <a:off x="1233850" y="5685548"/>
                  <a:ext cx="688009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sty m:val="p"/>
                          </m:rPr>
                          <a:rPr lang="en-US" altLang="zh-TW" sz="1630">
                            <a:latin typeface="Cambria Math" panose="02040503050406030204" pitchFamily="18" charset="0"/>
                          </a:rPr>
                          <m:t>m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84" name="矩形 83">
                  <a:extLst>
                    <a:ext uri="{FF2B5EF4-FFF2-40B4-BE49-F238E27FC236}">
                      <a16:creationId xmlns:a16="http://schemas.microsoft.com/office/drawing/2014/main" id="{65E3A63F-4D89-41B4-B9E7-ED2A3B2D83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3850" y="5685548"/>
                  <a:ext cx="688009" cy="343171"/>
                </a:xfrm>
                <a:prstGeom prst="rect">
                  <a:avLst/>
                </a:prstGeom>
                <a:blipFill>
                  <a:blip r:embed="rId37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1" name="群組 90">
              <a:extLst>
                <a:ext uri="{FF2B5EF4-FFF2-40B4-BE49-F238E27FC236}">
                  <a16:creationId xmlns:a16="http://schemas.microsoft.com/office/drawing/2014/main" id="{3A0BB8D0-0BD8-440C-854D-8B897490D785}"/>
                </a:ext>
              </a:extLst>
            </p:cNvPr>
            <p:cNvGrpSpPr/>
            <p:nvPr/>
          </p:nvGrpSpPr>
          <p:grpSpPr>
            <a:xfrm>
              <a:off x="1550691" y="4829514"/>
              <a:ext cx="550009" cy="592612"/>
              <a:chOff x="-988088" y="945710"/>
              <a:chExt cx="550009" cy="59261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文字方塊 91">
                    <a:extLst>
                      <a:ext uri="{FF2B5EF4-FFF2-40B4-BE49-F238E27FC236}">
                        <a16:creationId xmlns:a16="http://schemas.microsoft.com/office/drawing/2014/main" id="{A535CFE8-1251-45EE-BB8B-E1894B468772}"/>
                      </a:ext>
                    </a:extLst>
                  </p:cNvPr>
                  <p:cNvSpPr txBox="1"/>
                  <p:nvPr/>
                </p:nvSpPr>
                <p:spPr>
                  <a:xfrm>
                    <a:off x="-988088" y="945710"/>
                    <a:ext cx="323386" cy="3431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76" name="文字方塊 75">
                    <a:extLst>
                      <a:ext uri="{FF2B5EF4-FFF2-40B4-BE49-F238E27FC236}">
                        <a16:creationId xmlns:a16="http://schemas.microsoft.com/office/drawing/2014/main" id="{DA635BAA-EFD7-435B-BCE4-F0FC3026F2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988088" y="945710"/>
                    <a:ext cx="323386" cy="343171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 b="-714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5" name="文字方塊 94">
                    <a:extLst>
                      <a:ext uri="{FF2B5EF4-FFF2-40B4-BE49-F238E27FC236}">
                        <a16:creationId xmlns:a16="http://schemas.microsoft.com/office/drawing/2014/main" id="{463C40B9-DE99-4F6D-882C-ECBE1952202D}"/>
                      </a:ext>
                    </a:extLst>
                  </p:cNvPr>
                  <p:cNvSpPr txBox="1"/>
                  <p:nvPr/>
                </p:nvSpPr>
                <p:spPr>
                  <a:xfrm>
                    <a:off x="-844998" y="1195151"/>
                    <a:ext cx="406919" cy="3431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77" name="文字方塊 76">
                    <a:extLst>
                      <a:ext uri="{FF2B5EF4-FFF2-40B4-BE49-F238E27FC236}">
                        <a16:creationId xmlns:a16="http://schemas.microsoft.com/office/drawing/2014/main" id="{70E789C9-D068-48AA-8926-92B85661596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844998" y="1195151"/>
                    <a:ext cx="406919" cy="343171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 r="-1194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0" name="箭號: 向右 99">
                <a:extLst>
                  <a:ext uri="{FF2B5EF4-FFF2-40B4-BE49-F238E27FC236}">
                    <a16:creationId xmlns:a16="http://schemas.microsoft.com/office/drawing/2014/main" id="{B3AB2D38-FC86-4126-A3D7-6A0087F848FE}"/>
                  </a:ext>
                </a:extLst>
              </p:cNvPr>
              <p:cNvSpPr/>
              <p:nvPr/>
            </p:nvSpPr>
            <p:spPr>
              <a:xfrm>
                <a:off x="-837092" y="1356364"/>
                <a:ext cx="92654" cy="2754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8" name="箭號: 向右 117">
                <a:extLst>
                  <a:ext uri="{FF2B5EF4-FFF2-40B4-BE49-F238E27FC236}">
                    <a16:creationId xmlns:a16="http://schemas.microsoft.com/office/drawing/2014/main" id="{B3462263-DD9C-42BC-B36A-8B9B88B1A8C8}"/>
                  </a:ext>
                </a:extLst>
              </p:cNvPr>
              <p:cNvSpPr/>
              <p:nvPr/>
            </p:nvSpPr>
            <p:spPr>
              <a:xfrm rot="16200000">
                <a:off x="-877012" y="1316853"/>
                <a:ext cx="91764" cy="27808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4DFBEE7D-1A45-46FE-8255-F523F7D876CA}"/>
                </a:ext>
              </a:extLst>
            </p:cNvPr>
            <p:cNvSpPr/>
            <p:nvPr/>
          </p:nvSpPr>
          <p:spPr>
            <a:xfrm rot="5400000">
              <a:off x="8939323" y="5277341"/>
              <a:ext cx="1359668" cy="3431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0" name="群組 119">
              <a:extLst>
                <a:ext uri="{FF2B5EF4-FFF2-40B4-BE49-F238E27FC236}">
                  <a16:creationId xmlns:a16="http://schemas.microsoft.com/office/drawing/2014/main" id="{335F656F-FA50-472B-B729-81BF2650313C}"/>
                </a:ext>
              </a:extLst>
            </p:cNvPr>
            <p:cNvGrpSpPr/>
            <p:nvPr/>
          </p:nvGrpSpPr>
          <p:grpSpPr>
            <a:xfrm>
              <a:off x="7328737" y="3884249"/>
              <a:ext cx="1718308" cy="343171"/>
              <a:chOff x="10557418" y="6399554"/>
              <a:chExt cx="2266734" cy="45269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矩形 120">
                    <a:extLst>
                      <a:ext uri="{FF2B5EF4-FFF2-40B4-BE49-F238E27FC236}">
                        <a16:creationId xmlns:a16="http://schemas.microsoft.com/office/drawing/2014/main" id="{BF324142-26FB-4303-A2B5-0000DAE79927}"/>
                      </a:ext>
                    </a:extLst>
                  </p:cNvPr>
                  <p:cNvSpPr/>
                  <p:nvPr/>
                </p:nvSpPr>
                <p:spPr>
                  <a:xfrm>
                    <a:off x="10995506" y="6399554"/>
                    <a:ext cx="1828646" cy="452699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bSup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=1.5 </m:t>
                          </m:r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m:rPr>
                              <m:sty m:val="p"/>
                            </m:rPr>
                            <a:rPr lang="en-US" altLang="zh-TW" sz="1630">
                              <a:latin typeface="Cambria Math" panose="02040503050406030204" pitchFamily="18" charset="0"/>
                            </a:rPr>
                            <m:t>m</m:t>
                          </m:r>
                        </m:oMath>
                      </m:oMathPara>
                    </a14:m>
                    <a:endParaRPr lang="zh-TW" altLang="en-US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6" name="矩形 5">
                    <a:extLst>
                      <a:ext uri="{FF2B5EF4-FFF2-40B4-BE49-F238E27FC236}">
                        <a16:creationId xmlns:a16="http://schemas.microsoft.com/office/drawing/2014/main" id="{33615A92-2488-4DAF-823B-7ACEF3923D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95506" y="6399554"/>
                    <a:ext cx="1828646" cy="4526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22" name="圖片 121">
                <a:extLst>
                  <a:ext uri="{FF2B5EF4-FFF2-40B4-BE49-F238E27FC236}">
                    <a16:creationId xmlns:a16="http://schemas.microsoft.com/office/drawing/2014/main" id="{2611E32E-A1A0-4605-A171-F58183CFCA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57418" y="6619851"/>
                <a:ext cx="476304" cy="136937"/>
              </a:xfrm>
              <a:prstGeom prst="rect">
                <a:avLst/>
              </a:prstGeom>
            </p:spPr>
          </p:pic>
        </p:grpSp>
        <p:pic>
          <p:nvPicPr>
            <p:cNvPr id="130" name="圖片 129">
              <a:extLst>
                <a:ext uri="{FF2B5EF4-FFF2-40B4-BE49-F238E27FC236}">
                  <a16:creationId xmlns:a16="http://schemas.microsoft.com/office/drawing/2014/main" id="{F555AF0C-3810-4679-8E01-40263706895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053" r="8793"/>
            <a:stretch/>
          </p:blipFill>
          <p:spPr>
            <a:xfrm>
              <a:off x="9036049" y="4609293"/>
              <a:ext cx="609601" cy="165100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8" name="矩形 147">
                  <a:extLst>
                    <a:ext uri="{FF2B5EF4-FFF2-40B4-BE49-F238E27FC236}">
                      <a16:creationId xmlns:a16="http://schemas.microsoft.com/office/drawing/2014/main" id="{766A6797-B527-42E4-AAAE-D300A21D06BC}"/>
                    </a:ext>
                  </a:extLst>
                </p:cNvPr>
                <p:cNvSpPr/>
                <p:nvPr/>
              </p:nvSpPr>
              <p:spPr>
                <a:xfrm>
                  <a:off x="1369160" y="5968021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48" name="矩形 147">
                  <a:extLst>
                    <a:ext uri="{FF2B5EF4-FFF2-40B4-BE49-F238E27FC236}">
                      <a16:creationId xmlns:a16="http://schemas.microsoft.com/office/drawing/2014/main" id="{766A6797-B527-42E4-AAAE-D300A21D06B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160" y="5968021"/>
                  <a:ext cx="889154" cy="343171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9" name="矩形 148">
                  <a:extLst>
                    <a:ext uri="{FF2B5EF4-FFF2-40B4-BE49-F238E27FC236}">
                      <a16:creationId xmlns:a16="http://schemas.microsoft.com/office/drawing/2014/main" id="{45D33A5D-2041-49C7-B8E4-FC63B6CA6197}"/>
                    </a:ext>
                  </a:extLst>
                </p:cNvPr>
                <p:cNvSpPr/>
                <p:nvPr/>
              </p:nvSpPr>
              <p:spPr>
                <a:xfrm>
                  <a:off x="2876622" y="5968021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49" name="矩形 148">
                  <a:extLst>
                    <a:ext uri="{FF2B5EF4-FFF2-40B4-BE49-F238E27FC236}">
                      <a16:creationId xmlns:a16="http://schemas.microsoft.com/office/drawing/2014/main" id="{45D33A5D-2041-49C7-B8E4-FC63B6CA61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6622" y="5968021"/>
                  <a:ext cx="889154" cy="343171"/>
                </a:xfrm>
                <a:prstGeom prst="rect">
                  <a:avLst/>
                </a:prstGeom>
                <a:blipFill>
                  <a:blip r:embed="rId4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0" name="矩形 149">
                  <a:extLst>
                    <a:ext uri="{FF2B5EF4-FFF2-40B4-BE49-F238E27FC236}">
                      <a16:creationId xmlns:a16="http://schemas.microsoft.com/office/drawing/2014/main" id="{1A03566F-34DE-4C4D-B70A-2359579CE0E3}"/>
                    </a:ext>
                  </a:extLst>
                </p:cNvPr>
                <p:cNvSpPr/>
                <p:nvPr/>
              </p:nvSpPr>
              <p:spPr>
                <a:xfrm>
                  <a:off x="4594960" y="5968021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50" name="矩形 149">
                  <a:extLst>
                    <a:ext uri="{FF2B5EF4-FFF2-40B4-BE49-F238E27FC236}">
                      <a16:creationId xmlns:a16="http://schemas.microsoft.com/office/drawing/2014/main" id="{1A03566F-34DE-4C4D-B70A-2359579CE0E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4960" y="5968021"/>
                  <a:ext cx="733662" cy="343171"/>
                </a:xfrm>
                <a:prstGeom prst="rect">
                  <a:avLst/>
                </a:prstGeom>
                <a:blipFill>
                  <a:blip r:embed="rId4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1" name="矩形 150">
                  <a:extLst>
                    <a:ext uri="{FF2B5EF4-FFF2-40B4-BE49-F238E27FC236}">
                      <a16:creationId xmlns:a16="http://schemas.microsoft.com/office/drawing/2014/main" id="{42BD8D82-DCE9-4560-A18D-E0990D1AA76E}"/>
                    </a:ext>
                  </a:extLst>
                </p:cNvPr>
                <p:cNvSpPr/>
                <p:nvPr/>
              </p:nvSpPr>
              <p:spPr>
                <a:xfrm>
                  <a:off x="6213693" y="5968021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51" name="矩形 150">
                  <a:extLst>
                    <a:ext uri="{FF2B5EF4-FFF2-40B4-BE49-F238E27FC236}">
                      <a16:creationId xmlns:a16="http://schemas.microsoft.com/office/drawing/2014/main" id="{42BD8D82-DCE9-4560-A18D-E0990D1AA7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693" y="5968021"/>
                  <a:ext cx="733662" cy="343171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2" name="矩形 151">
                  <a:extLst>
                    <a:ext uri="{FF2B5EF4-FFF2-40B4-BE49-F238E27FC236}">
                      <a16:creationId xmlns:a16="http://schemas.microsoft.com/office/drawing/2014/main" id="{4C33AF4E-9F38-497C-ADDC-B3D40E9CE7FD}"/>
                    </a:ext>
                  </a:extLst>
                </p:cNvPr>
                <p:cNvSpPr/>
                <p:nvPr/>
              </p:nvSpPr>
              <p:spPr>
                <a:xfrm>
                  <a:off x="7724876" y="5968021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52" name="矩形 151">
                  <a:extLst>
                    <a:ext uri="{FF2B5EF4-FFF2-40B4-BE49-F238E27FC236}">
                      <a16:creationId xmlns:a16="http://schemas.microsoft.com/office/drawing/2014/main" id="{4C33AF4E-9F38-497C-ADDC-B3D40E9CE7F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4876" y="5968021"/>
                  <a:ext cx="733662" cy="343171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58068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BA35AA70-FA23-48E2-82B5-4403B1DDB74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051"/>
          <a:stretch/>
        </p:blipFill>
        <p:spPr>
          <a:xfrm>
            <a:off x="930791" y="2251095"/>
            <a:ext cx="7937195" cy="15948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9E2CEEFC-EB1F-4232-89C9-D8854B65D16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223"/>
          <a:stretch/>
        </p:blipFill>
        <p:spPr>
          <a:xfrm>
            <a:off x="930791" y="4927745"/>
            <a:ext cx="7920807" cy="1594800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A91246B0-6793-4A42-BD59-084A6D23E97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169"/>
          <a:stretch/>
        </p:blipFill>
        <p:spPr>
          <a:xfrm>
            <a:off x="930790" y="639564"/>
            <a:ext cx="7925854" cy="1594800"/>
          </a:xfrm>
          <a:prstGeom prst="rect">
            <a:avLst/>
          </a:prstGeom>
        </p:spPr>
      </p:pic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288E9896-9E4F-4C2C-A911-7FEF0722013B}"/>
              </a:ext>
            </a:extLst>
          </p:cNvPr>
          <p:cNvSpPr/>
          <p:nvPr/>
        </p:nvSpPr>
        <p:spPr>
          <a:xfrm>
            <a:off x="285634" y="4626038"/>
            <a:ext cx="8726400" cy="1640371"/>
          </a:xfrm>
          <a:prstGeom prst="roundRect">
            <a:avLst>
              <a:gd name="adj" fmla="val 6163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7BFE40E8-D447-4A65-A047-52809FD40D23}"/>
              </a:ext>
            </a:extLst>
          </p:cNvPr>
          <p:cNvSpPr/>
          <p:nvPr/>
        </p:nvSpPr>
        <p:spPr>
          <a:xfrm>
            <a:off x="285635" y="675807"/>
            <a:ext cx="8726557" cy="3300880"/>
          </a:xfrm>
          <a:prstGeom prst="roundRect">
            <a:avLst>
              <a:gd name="adj" fmla="val 6163"/>
            </a:avLst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16FEC379-B580-4556-AB9A-6B9F500A38DB}"/>
              </a:ext>
            </a:extLst>
          </p:cNvPr>
          <p:cNvGrpSpPr/>
          <p:nvPr/>
        </p:nvGrpSpPr>
        <p:grpSpPr>
          <a:xfrm>
            <a:off x="7328737" y="6283167"/>
            <a:ext cx="1718308" cy="343171"/>
            <a:chOff x="10557418" y="6399554"/>
            <a:chExt cx="2266734" cy="4526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D3AE693-FAE4-4477-9E97-B705D2E634A1}"/>
                    </a:ext>
                  </a:extLst>
                </p:cNvPr>
                <p:cNvSpPr/>
                <p:nvPr/>
              </p:nvSpPr>
              <p:spPr>
                <a:xfrm>
                  <a:off x="10995506" y="6399554"/>
                  <a:ext cx="1828646" cy="4526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bSup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=1.5 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sty m:val="p"/>
                          </m:rPr>
                          <a:rPr lang="en-US" altLang="zh-TW" sz="1630">
                            <a:latin typeface="Cambria Math" panose="02040503050406030204" pitchFamily="18" charset="0"/>
                          </a:rPr>
                          <m:t>m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33615A92-2488-4DAF-823B-7ACEF3923D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06" y="6399554"/>
                  <a:ext cx="1828646" cy="452699"/>
                </a:xfrm>
                <a:prstGeom prst="rect">
                  <a:avLst/>
                </a:prstGeom>
                <a:blipFill>
                  <a:blip r:embed="rId5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片 57">
              <a:extLst>
                <a:ext uri="{FF2B5EF4-FFF2-40B4-BE49-F238E27FC236}">
                  <a16:creationId xmlns:a16="http://schemas.microsoft.com/office/drawing/2014/main" id="{302A021D-6B28-487B-B28E-B5D67657C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0557418" y="6619851"/>
              <a:ext cx="476304" cy="136937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4EE619D1-FE5A-4904-9EF9-812D48C58D84}"/>
                  </a:ext>
                </a:extLst>
              </p:cNvPr>
              <p:cNvSpPr/>
              <p:nvPr/>
            </p:nvSpPr>
            <p:spPr>
              <a:xfrm>
                <a:off x="178759" y="4175195"/>
                <a:ext cx="1495601" cy="45672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000">
                          <a:latin typeface="Cambria Math" panose="02040503050406030204" pitchFamily="18" charset="0"/>
                        </a:rPr>
                        <m:t>Re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ℓ,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  <m:sup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4EE619D1-FE5A-4904-9EF9-812D48C58D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59" y="4175195"/>
                <a:ext cx="1495601" cy="456728"/>
              </a:xfrm>
              <a:prstGeom prst="rect">
                <a:avLst/>
              </a:prstGeom>
              <a:blipFill>
                <a:blip r:embed="rId7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16C610F-D114-49B6-AA8F-93D1163DC516}"/>
                  </a:ext>
                </a:extLst>
              </p:cNvPr>
              <p:cNvSpPr/>
              <p:nvPr/>
            </p:nvSpPr>
            <p:spPr>
              <a:xfrm>
                <a:off x="302388" y="1193662"/>
                <a:ext cx="79220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16C610F-D114-49B6-AA8F-93D1163DC5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388" y="1193662"/>
                <a:ext cx="792204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9FCF0267-AF69-408E-83CF-E40240898E3F}"/>
                  </a:ext>
                </a:extLst>
              </p:cNvPr>
              <p:cNvSpPr/>
              <p:nvPr/>
            </p:nvSpPr>
            <p:spPr>
              <a:xfrm>
                <a:off x="1325290" y="2945160"/>
                <a:ext cx="64152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altLang="zh-TW" sz="1630"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9FCF0267-AF69-408E-83CF-E40240898E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5290" y="2945160"/>
                <a:ext cx="641522" cy="343171"/>
              </a:xfrm>
              <a:prstGeom prst="rect">
                <a:avLst/>
              </a:prstGeom>
              <a:blipFill>
                <a:blip r:embed="rId9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矩形 67">
            <a:extLst>
              <a:ext uri="{FF2B5EF4-FFF2-40B4-BE49-F238E27FC236}">
                <a16:creationId xmlns:a16="http://schemas.microsoft.com/office/drawing/2014/main" id="{8528E9D6-6595-4C2C-8910-534DECC142AE}"/>
              </a:ext>
            </a:extLst>
          </p:cNvPr>
          <p:cNvSpPr/>
          <p:nvPr/>
        </p:nvSpPr>
        <p:spPr>
          <a:xfrm rot="5400000">
            <a:off x="8875823" y="2682963"/>
            <a:ext cx="1359668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arbitrary units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9" name="圖片 68">
            <a:extLst>
              <a:ext uri="{FF2B5EF4-FFF2-40B4-BE49-F238E27FC236}">
                <a16:creationId xmlns:a16="http://schemas.microsoft.com/office/drawing/2014/main" id="{01C039CF-7E75-48C6-AE99-5CDFFCE59650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240" r="9825"/>
          <a:stretch/>
        </p:blipFill>
        <p:spPr>
          <a:xfrm>
            <a:off x="9040006" y="2132501"/>
            <a:ext cx="456153" cy="154036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9AA7DB4D-008D-4D94-A265-1F97D8FAF1FD}"/>
                  </a:ext>
                </a:extLst>
              </p:cNvPr>
              <p:cNvSpPr/>
              <p:nvPr/>
            </p:nvSpPr>
            <p:spPr>
              <a:xfrm>
                <a:off x="241755" y="166346"/>
                <a:ext cx="1311256" cy="517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ℓ,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9AA7DB4D-008D-4D94-A265-1F97D8FAF1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755" y="166346"/>
                <a:ext cx="1311256" cy="51751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828A5EB9-9DE5-40C8-9CDD-B9ACC7FA4D60}"/>
                  </a:ext>
                </a:extLst>
              </p:cNvPr>
              <p:cNvSpPr/>
              <p:nvPr/>
            </p:nvSpPr>
            <p:spPr>
              <a:xfrm>
                <a:off x="1363871" y="1991165"/>
                <a:ext cx="744243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828A5EB9-9DE5-40C8-9CDD-B9ACC7FA4D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3871" y="1991165"/>
                <a:ext cx="744243" cy="343171"/>
              </a:xfrm>
              <a:prstGeom prst="rect">
                <a:avLst/>
              </a:prstGeom>
              <a:blipFill>
                <a:blip r:embed="rId12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F32EE6FA-1AD1-4016-BD95-6900EA5B5573}"/>
                  </a:ext>
                </a:extLst>
              </p:cNvPr>
              <p:cNvSpPr/>
              <p:nvPr/>
            </p:nvSpPr>
            <p:spPr>
              <a:xfrm>
                <a:off x="2952800" y="1991165"/>
                <a:ext cx="744243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F32EE6FA-1AD1-4016-BD95-6900EA5B55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2800" y="1991165"/>
                <a:ext cx="744243" cy="343171"/>
              </a:xfrm>
              <a:prstGeom prst="rect">
                <a:avLst/>
              </a:prstGeom>
              <a:blipFill>
                <a:blip r:embed="rId13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3A529BC5-5052-446D-8C8C-9BC5C653DB64}"/>
                  </a:ext>
                </a:extLst>
              </p:cNvPr>
              <p:cNvSpPr/>
              <p:nvPr/>
            </p:nvSpPr>
            <p:spPr>
              <a:xfrm>
                <a:off x="4541729" y="1991165"/>
                <a:ext cx="744243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3A529BC5-5052-446D-8C8C-9BC5C653DB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1729" y="1991165"/>
                <a:ext cx="744243" cy="343171"/>
              </a:xfrm>
              <a:prstGeom prst="rect">
                <a:avLst/>
              </a:prstGeom>
              <a:blipFill>
                <a:blip r:embed="rId14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6CD9DE1A-C7D0-4B39-AC88-51776198DF4F}"/>
                  </a:ext>
                </a:extLst>
              </p:cNvPr>
              <p:cNvSpPr/>
              <p:nvPr/>
            </p:nvSpPr>
            <p:spPr>
              <a:xfrm>
                <a:off x="6130658" y="1991165"/>
                <a:ext cx="744243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6CD9DE1A-C7D0-4B39-AC88-51776198DF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0658" y="1991165"/>
                <a:ext cx="744243" cy="343171"/>
              </a:xfrm>
              <a:prstGeom prst="rect">
                <a:avLst/>
              </a:prstGeom>
              <a:blipFill>
                <a:blip r:embed="rId15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AF090529-51DA-4CEB-A8A7-EF1B88A1CED7}"/>
                  </a:ext>
                </a:extLst>
              </p:cNvPr>
              <p:cNvSpPr/>
              <p:nvPr/>
            </p:nvSpPr>
            <p:spPr>
              <a:xfrm>
                <a:off x="7719587" y="1991165"/>
                <a:ext cx="744243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AF090529-51DA-4CEB-A8A7-EF1B88A1CE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9587" y="1991165"/>
                <a:ext cx="744243" cy="343171"/>
              </a:xfrm>
              <a:prstGeom prst="rect">
                <a:avLst/>
              </a:prstGeom>
              <a:blipFill>
                <a:blip r:embed="rId16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7" name="群組 76">
            <a:extLst>
              <a:ext uri="{FF2B5EF4-FFF2-40B4-BE49-F238E27FC236}">
                <a16:creationId xmlns:a16="http://schemas.microsoft.com/office/drawing/2014/main" id="{F9A72FEA-E719-4DA3-B473-7A60CB359938}"/>
              </a:ext>
            </a:extLst>
          </p:cNvPr>
          <p:cNvGrpSpPr/>
          <p:nvPr/>
        </p:nvGrpSpPr>
        <p:grpSpPr>
          <a:xfrm>
            <a:off x="1550692" y="2302485"/>
            <a:ext cx="550009" cy="592612"/>
            <a:chOff x="-988088" y="945710"/>
            <a:chExt cx="550009" cy="592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EDEB094F-393C-43F0-B603-2E7016A0DB05}"/>
                    </a:ext>
                  </a:extLst>
                </p:cNvPr>
                <p:cNvSpPr txBox="1"/>
                <p:nvPr/>
              </p:nvSpPr>
              <p:spPr>
                <a:xfrm>
                  <a:off x="-988088" y="945710"/>
                  <a:ext cx="323386" cy="3431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6" name="文字方塊 75">
                  <a:extLst>
                    <a:ext uri="{FF2B5EF4-FFF2-40B4-BE49-F238E27FC236}">
                      <a16:creationId xmlns:a16="http://schemas.microsoft.com/office/drawing/2014/main" id="{DA635BAA-EFD7-435B-BCE4-F0FC3026F2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88088" y="945710"/>
                  <a:ext cx="323386" cy="343171"/>
                </a:xfrm>
                <a:prstGeom prst="rect">
                  <a:avLst/>
                </a:prstGeom>
                <a:blipFill>
                  <a:blip r:embed="rId33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8A92889A-0FBC-4115-AD7E-E858414A4C33}"/>
                    </a:ext>
                  </a:extLst>
                </p:cNvPr>
                <p:cNvSpPr txBox="1"/>
                <p:nvPr/>
              </p:nvSpPr>
              <p:spPr>
                <a:xfrm>
                  <a:off x="-844998" y="1195151"/>
                  <a:ext cx="406919" cy="3431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70E789C9-D068-48AA-8926-92B8566159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44998" y="1195151"/>
                  <a:ext cx="406919" cy="343171"/>
                </a:xfrm>
                <a:prstGeom prst="rect">
                  <a:avLst/>
                </a:prstGeom>
                <a:blipFill>
                  <a:blip r:embed="rId34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0" name="箭號: 向右 79">
              <a:extLst>
                <a:ext uri="{FF2B5EF4-FFF2-40B4-BE49-F238E27FC236}">
                  <a16:creationId xmlns:a16="http://schemas.microsoft.com/office/drawing/2014/main" id="{F32A89A1-E095-4210-B194-1EC0B4AD3DA8}"/>
                </a:ext>
              </a:extLst>
            </p:cNvPr>
            <p:cNvSpPr/>
            <p:nvPr/>
          </p:nvSpPr>
          <p:spPr>
            <a:xfrm>
              <a:off x="-837092" y="1356364"/>
              <a:ext cx="92654" cy="27541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1" name="箭號: 向右 80">
              <a:extLst>
                <a:ext uri="{FF2B5EF4-FFF2-40B4-BE49-F238E27FC236}">
                  <a16:creationId xmlns:a16="http://schemas.microsoft.com/office/drawing/2014/main" id="{E42CAD77-BEA0-4CB1-B01D-A8A1D4284141}"/>
                </a:ext>
              </a:extLst>
            </p:cNvPr>
            <p:cNvSpPr/>
            <p:nvPr/>
          </p:nvSpPr>
          <p:spPr>
            <a:xfrm rot="16200000">
              <a:off x="-877012" y="1316853"/>
              <a:ext cx="91764" cy="27808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矩形 81">
                <a:extLst>
                  <a:ext uri="{FF2B5EF4-FFF2-40B4-BE49-F238E27FC236}">
                    <a16:creationId xmlns:a16="http://schemas.microsoft.com/office/drawing/2014/main" id="{240CA1BD-0A6B-483E-82FB-D0031F2E5140}"/>
                  </a:ext>
                </a:extLst>
              </p:cNvPr>
              <p:cNvSpPr/>
              <p:nvPr/>
            </p:nvSpPr>
            <p:spPr>
              <a:xfrm>
                <a:off x="296970" y="2706067"/>
                <a:ext cx="80304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2" name="矩形 81">
                <a:extLst>
                  <a:ext uri="{FF2B5EF4-FFF2-40B4-BE49-F238E27FC236}">
                    <a16:creationId xmlns:a16="http://schemas.microsoft.com/office/drawing/2014/main" id="{240CA1BD-0A6B-483E-82FB-D0031F2E51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970" y="2706067"/>
                <a:ext cx="803040" cy="369332"/>
              </a:xfrm>
              <a:prstGeom prst="rect">
                <a:avLst/>
              </a:prstGeom>
              <a:blipFill>
                <a:blip r:embed="rId35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287FE308-8D4D-42B7-B8A9-E8CDF97468FD}"/>
                  </a:ext>
                </a:extLst>
              </p:cNvPr>
              <p:cNvSpPr/>
              <p:nvPr/>
            </p:nvSpPr>
            <p:spPr>
              <a:xfrm>
                <a:off x="296980" y="5416867"/>
                <a:ext cx="80304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287FE308-8D4D-42B7-B8A9-E8CDF97468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980" y="5416867"/>
                <a:ext cx="803040" cy="369332"/>
              </a:xfrm>
              <a:prstGeom prst="rect">
                <a:avLst/>
              </a:prstGeom>
              <a:blipFill>
                <a:blip r:embed="rId36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65E3A63F-4D89-41B4-B9E7-ED2A3B2D83B3}"/>
                  </a:ext>
                </a:extLst>
              </p:cNvPr>
              <p:cNvSpPr/>
              <p:nvPr/>
            </p:nvSpPr>
            <p:spPr>
              <a:xfrm>
                <a:off x="1325291" y="5623001"/>
                <a:ext cx="688009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altLang="zh-TW" sz="1630"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65E3A63F-4D89-41B4-B9E7-ED2A3B2D83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5291" y="5623001"/>
                <a:ext cx="688009" cy="343171"/>
              </a:xfrm>
              <a:prstGeom prst="rect">
                <a:avLst/>
              </a:prstGeom>
              <a:blipFill>
                <a:blip r:embed="rId37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64AB2B82-A8A6-437F-A032-ED9FB3F2F711}"/>
                  </a:ext>
                </a:extLst>
              </p:cNvPr>
              <p:cNvSpPr/>
              <p:nvPr/>
            </p:nvSpPr>
            <p:spPr>
              <a:xfrm>
                <a:off x="1369160" y="5926877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64AB2B82-A8A6-437F-A032-ED9FB3F2F7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160" y="5926877"/>
                <a:ext cx="733662" cy="343171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07AE37D6-3F51-4720-948D-B2DED8F98B9E}"/>
                  </a:ext>
                </a:extLst>
              </p:cNvPr>
              <p:cNvSpPr/>
              <p:nvPr/>
            </p:nvSpPr>
            <p:spPr>
              <a:xfrm>
                <a:off x="2699471" y="5926877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07AE37D6-3F51-4720-948D-B2DED8F98B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9471" y="5926877"/>
                <a:ext cx="733662" cy="343171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77649220-E0E6-4321-A42E-D79265FC9B0C}"/>
                  </a:ext>
                </a:extLst>
              </p:cNvPr>
              <p:cNvSpPr/>
              <p:nvPr/>
            </p:nvSpPr>
            <p:spPr>
              <a:xfrm>
                <a:off x="4029782" y="5926877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77649220-E0E6-4321-A42E-D79265FC9B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9782" y="5926877"/>
                <a:ext cx="733662" cy="343171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740E9BDB-A55F-4B43-B564-FBE299BC3554}"/>
                  </a:ext>
                </a:extLst>
              </p:cNvPr>
              <p:cNvSpPr/>
              <p:nvPr/>
            </p:nvSpPr>
            <p:spPr>
              <a:xfrm>
                <a:off x="5360092" y="5926877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ℓ=3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740E9BDB-A55F-4B43-B564-FBE299BC35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0092" y="5926877"/>
                <a:ext cx="733662" cy="343171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0EA96164-B0C0-4072-B490-80B8393F7375}"/>
                  </a:ext>
                </a:extLst>
              </p:cNvPr>
              <p:cNvSpPr/>
              <p:nvPr/>
            </p:nvSpPr>
            <p:spPr>
              <a:xfrm>
                <a:off x="6690403" y="5926877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ℓ=4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0EA96164-B0C0-4072-B490-80B8393F73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0403" y="5926877"/>
                <a:ext cx="733662" cy="343171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DCD1A786-7253-4336-8E36-2604F976B9F6}"/>
                  </a:ext>
                </a:extLst>
              </p:cNvPr>
              <p:cNvSpPr/>
              <p:nvPr/>
            </p:nvSpPr>
            <p:spPr>
              <a:xfrm>
                <a:off x="7959329" y="5926877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ℓ=5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DCD1A786-7253-4336-8E36-2604F976B9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9329" y="5926877"/>
                <a:ext cx="733662" cy="343171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1" name="群組 90">
            <a:extLst>
              <a:ext uri="{FF2B5EF4-FFF2-40B4-BE49-F238E27FC236}">
                <a16:creationId xmlns:a16="http://schemas.microsoft.com/office/drawing/2014/main" id="{3A0BB8D0-0BD8-440C-854D-8B897490D785}"/>
              </a:ext>
            </a:extLst>
          </p:cNvPr>
          <p:cNvGrpSpPr/>
          <p:nvPr/>
        </p:nvGrpSpPr>
        <p:grpSpPr>
          <a:xfrm>
            <a:off x="1550692" y="4980326"/>
            <a:ext cx="550009" cy="592612"/>
            <a:chOff x="-988088" y="945710"/>
            <a:chExt cx="550009" cy="592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A535CFE8-1251-45EE-BB8B-E1894B468772}"/>
                    </a:ext>
                  </a:extLst>
                </p:cNvPr>
                <p:cNvSpPr txBox="1"/>
                <p:nvPr/>
              </p:nvSpPr>
              <p:spPr>
                <a:xfrm>
                  <a:off x="-988088" y="945710"/>
                  <a:ext cx="323386" cy="3431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6" name="文字方塊 75">
                  <a:extLst>
                    <a:ext uri="{FF2B5EF4-FFF2-40B4-BE49-F238E27FC236}">
                      <a16:creationId xmlns:a16="http://schemas.microsoft.com/office/drawing/2014/main" id="{DA635BAA-EFD7-435B-BCE4-F0FC3026F2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88088" y="945710"/>
                  <a:ext cx="323386" cy="343171"/>
                </a:xfrm>
                <a:prstGeom prst="rect">
                  <a:avLst/>
                </a:prstGeom>
                <a:blipFill>
                  <a:blip r:embed="rId33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文字方塊 94">
                  <a:extLst>
                    <a:ext uri="{FF2B5EF4-FFF2-40B4-BE49-F238E27FC236}">
                      <a16:creationId xmlns:a16="http://schemas.microsoft.com/office/drawing/2014/main" id="{463C40B9-DE99-4F6D-882C-ECBE1952202D}"/>
                    </a:ext>
                  </a:extLst>
                </p:cNvPr>
                <p:cNvSpPr txBox="1"/>
                <p:nvPr/>
              </p:nvSpPr>
              <p:spPr>
                <a:xfrm>
                  <a:off x="-844998" y="1195151"/>
                  <a:ext cx="406919" cy="3431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70E789C9-D068-48AA-8926-92B8566159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44998" y="1195151"/>
                  <a:ext cx="406919" cy="343171"/>
                </a:xfrm>
                <a:prstGeom prst="rect">
                  <a:avLst/>
                </a:prstGeom>
                <a:blipFill>
                  <a:blip r:embed="rId34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0" name="箭號: 向右 99">
              <a:extLst>
                <a:ext uri="{FF2B5EF4-FFF2-40B4-BE49-F238E27FC236}">
                  <a16:creationId xmlns:a16="http://schemas.microsoft.com/office/drawing/2014/main" id="{B3AB2D38-FC86-4126-A3D7-6A0087F848FE}"/>
                </a:ext>
              </a:extLst>
            </p:cNvPr>
            <p:cNvSpPr/>
            <p:nvPr/>
          </p:nvSpPr>
          <p:spPr>
            <a:xfrm>
              <a:off x="-837092" y="1356364"/>
              <a:ext cx="92654" cy="27541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8" name="箭號: 向右 117">
              <a:extLst>
                <a:ext uri="{FF2B5EF4-FFF2-40B4-BE49-F238E27FC236}">
                  <a16:creationId xmlns:a16="http://schemas.microsoft.com/office/drawing/2014/main" id="{B3462263-DD9C-42BC-B36A-8B9B88B1A8C8}"/>
                </a:ext>
              </a:extLst>
            </p:cNvPr>
            <p:cNvSpPr/>
            <p:nvPr/>
          </p:nvSpPr>
          <p:spPr>
            <a:xfrm rot="16200000">
              <a:off x="-877012" y="1316853"/>
              <a:ext cx="91764" cy="27808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19" name="矩形 118">
            <a:extLst>
              <a:ext uri="{FF2B5EF4-FFF2-40B4-BE49-F238E27FC236}">
                <a16:creationId xmlns:a16="http://schemas.microsoft.com/office/drawing/2014/main" id="{4DFBEE7D-1A45-46FE-8255-F523F7D876CA}"/>
              </a:ext>
            </a:extLst>
          </p:cNvPr>
          <p:cNvSpPr/>
          <p:nvPr/>
        </p:nvSpPr>
        <p:spPr>
          <a:xfrm rot="5400000">
            <a:off x="9002823" y="5313853"/>
            <a:ext cx="1359668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arbitrary units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0" name="群組 119">
            <a:extLst>
              <a:ext uri="{FF2B5EF4-FFF2-40B4-BE49-F238E27FC236}">
                <a16:creationId xmlns:a16="http://schemas.microsoft.com/office/drawing/2014/main" id="{335F656F-FA50-472B-B729-81BF2650313C}"/>
              </a:ext>
            </a:extLst>
          </p:cNvPr>
          <p:cNvGrpSpPr/>
          <p:nvPr/>
        </p:nvGrpSpPr>
        <p:grpSpPr>
          <a:xfrm>
            <a:off x="7328737" y="3949337"/>
            <a:ext cx="1718308" cy="343171"/>
            <a:chOff x="10557418" y="6399554"/>
            <a:chExt cx="2266734" cy="4526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矩形 120">
                  <a:extLst>
                    <a:ext uri="{FF2B5EF4-FFF2-40B4-BE49-F238E27FC236}">
                      <a16:creationId xmlns:a16="http://schemas.microsoft.com/office/drawing/2014/main" id="{BF324142-26FB-4303-A2B5-0000DAE79927}"/>
                    </a:ext>
                  </a:extLst>
                </p:cNvPr>
                <p:cNvSpPr/>
                <p:nvPr/>
              </p:nvSpPr>
              <p:spPr>
                <a:xfrm>
                  <a:off x="10995506" y="6399554"/>
                  <a:ext cx="1828646" cy="4526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bSup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=1.5 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sty m:val="p"/>
                          </m:rPr>
                          <a:rPr lang="en-US" altLang="zh-TW" sz="1630">
                            <a:latin typeface="Cambria Math" panose="02040503050406030204" pitchFamily="18" charset="0"/>
                          </a:rPr>
                          <m:t>m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33615A92-2488-4DAF-823B-7ACEF3923D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06" y="6399554"/>
                  <a:ext cx="1828646" cy="452699"/>
                </a:xfrm>
                <a:prstGeom prst="rect">
                  <a:avLst/>
                </a:prstGeom>
                <a:blipFill>
                  <a:blip r:embed="rId5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22" name="圖片 121">
              <a:extLst>
                <a:ext uri="{FF2B5EF4-FFF2-40B4-BE49-F238E27FC236}">
                  <a16:creationId xmlns:a16="http://schemas.microsoft.com/office/drawing/2014/main" id="{2611E32E-A1A0-4605-A171-F58183CFCAA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0557418" y="6619851"/>
              <a:ext cx="476304" cy="136937"/>
            </a:xfrm>
            <a:prstGeom prst="rect">
              <a:avLst/>
            </a:prstGeom>
          </p:spPr>
        </p:pic>
      </p:grpSp>
      <p:pic>
        <p:nvPicPr>
          <p:cNvPr id="130" name="圖片 129">
            <a:extLst>
              <a:ext uri="{FF2B5EF4-FFF2-40B4-BE49-F238E27FC236}">
                <a16:creationId xmlns:a16="http://schemas.microsoft.com/office/drawing/2014/main" id="{F555AF0C-3810-4679-8E01-402637068956}"/>
              </a:ext>
            </a:extLst>
          </p:cNvPr>
          <p:cNvPicPr>
            <a:picLocks noChangeAspect="1"/>
          </p:cNvPicPr>
          <p:nvPr/>
        </p:nvPicPr>
        <p:blipFill rotWithShape="1">
          <a:blip r:embed="rId4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053" r="8793"/>
          <a:stretch/>
        </p:blipFill>
        <p:spPr>
          <a:xfrm>
            <a:off x="9017000" y="4645804"/>
            <a:ext cx="609601" cy="165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917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255</TotalTime>
  <Words>154</Words>
  <Application>Microsoft Office PowerPoint</Application>
  <PresentationFormat>自訂</PresentationFormat>
  <Paragraphs>56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9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35</cp:revision>
  <dcterms:created xsi:type="dcterms:W3CDTF">2026-03-29T16:21:02Z</dcterms:created>
  <dcterms:modified xsi:type="dcterms:W3CDTF">2026-06-18T15:00:29Z</dcterms:modified>
</cp:coreProperties>
</file>