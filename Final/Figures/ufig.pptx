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sldIdLst>
    <p:sldId id="256" r:id="rId2"/>
  </p:sldIdLst>
  <p:sldSz cx="16200438" cy="72358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707" autoAdjust="0"/>
    <p:restoredTop sz="94660"/>
  </p:normalViewPr>
  <p:slideViewPr>
    <p:cSldViewPr snapToGrid="0">
      <p:cViewPr varScale="1">
        <p:scale>
          <a:sx n="60" d="100"/>
          <a:sy n="60" d="100"/>
        </p:scale>
        <p:origin x="126" y="12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25055" y="1184197"/>
            <a:ext cx="12150329" cy="2519139"/>
          </a:xfrm>
        </p:spPr>
        <p:txBody>
          <a:bodyPr anchor="b"/>
          <a:lstStyle>
            <a:lvl1pPr algn="ctr">
              <a:defRPr sz="6331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25055" y="3800484"/>
            <a:ext cx="12150329" cy="1746982"/>
          </a:xfrm>
        </p:spPr>
        <p:txBody>
          <a:bodyPr/>
          <a:lstStyle>
            <a:lvl1pPr marL="0" indent="0" algn="ctr">
              <a:buNone/>
              <a:defRPr sz="2532"/>
            </a:lvl1pPr>
            <a:lvl2pPr marL="482392" indent="0" algn="ctr">
              <a:buNone/>
              <a:defRPr sz="2110"/>
            </a:lvl2pPr>
            <a:lvl3pPr marL="964783" indent="0" algn="ctr">
              <a:buNone/>
              <a:defRPr sz="1899"/>
            </a:lvl3pPr>
            <a:lvl4pPr marL="1447175" indent="0" algn="ctr">
              <a:buNone/>
              <a:defRPr sz="1688"/>
            </a:lvl4pPr>
            <a:lvl5pPr marL="1929567" indent="0" algn="ctr">
              <a:buNone/>
              <a:defRPr sz="1688"/>
            </a:lvl5pPr>
            <a:lvl6pPr marL="2411959" indent="0" algn="ctr">
              <a:buNone/>
              <a:defRPr sz="1688"/>
            </a:lvl6pPr>
            <a:lvl7pPr marL="2894350" indent="0" algn="ctr">
              <a:buNone/>
              <a:defRPr sz="1688"/>
            </a:lvl7pPr>
            <a:lvl8pPr marL="3376742" indent="0" algn="ctr">
              <a:buNone/>
              <a:defRPr sz="1688"/>
            </a:lvl8pPr>
            <a:lvl9pPr marL="3859134" indent="0" algn="ctr">
              <a:buNone/>
              <a:defRPr sz="1688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EBDB-ED21-4F12-8F84-164F28F696EF}" type="datetimeFigureOut">
              <a:rPr lang="zh-TW" altLang="en-US" smtClean="0"/>
              <a:t>2026/4/22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881685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EBDB-ED21-4F12-8F84-164F28F696EF}" type="datetimeFigureOut">
              <a:rPr lang="zh-TW" altLang="en-US" smtClean="0"/>
              <a:t>2026/4/22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570582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5342" y="1803932"/>
            <a:ext cx="13972878" cy="3009902"/>
          </a:xfrm>
        </p:spPr>
        <p:txBody>
          <a:bodyPr anchor="b"/>
          <a:lstStyle>
            <a:lvl1pPr>
              <a:defRPr sz="6331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5342" y="4842309"/>
            <a:ext cx="13972878" cy="1582836"/>
          </a:xfrm>
        </p:spPr>
        <p:txBody>
          <a:bodyPr/>
          <a:lstStyle>
            <a:lvl1pPr marL="0" indent="0">
              <a:buNone/>
              <a:defRPr sz="2532">
                <a:solidFill>
                  <a:schemeClr val="tx1">
                    <a:tint val="75000"/>
                  </a:schemeClr>
                </a:solidFill>
              </a:defRPr>
            </a:lvl1pPr>
            <a:lvl2pPr marL="482392" indent="0">
              <a:buNone/>
              <a:defRPr sz="2110">
                <a:solidFill>
                  <a:schemeClr val="tx1">
                    <a:tint val="75000"/>
                  </a:schemeClr>
                </a:solidFill>
              </a:defRPr>
            </a:lvl2pPr>
            <a:lvl3pPr marL="964783" indent="0">
              <a:buNone/>
              <a:defRPr sz="1899">
                <a:solidFill>
                  <a:schemeClr val="tx1">
                    <a:tint val="75000"/>
                  </a:schemeClr>
                </a:solidFill>
              </a:defRPr>
            </a:lvl3pPr>
            <a:lvl4pPr marL="1447175" indent="0">
              <a:buNone/>
              <a:defRPr sz="1688">
                <a:solidFill>
                  <a:schemeClr val="tx1">
                    <a:tint val="75000"/>
                  </a:schemeClr>
                </a:solidFill>
              </a:defRPr>
            </a:lvl4pPr>
            <a:lvl5pPr marL="1929567" indent="0">
              <a:buNone/>
              <a:defRPr sz="1688">
                <a:solidFill>
                  <a:schemeClr val="tx1">
                    <a:tint val="75000"/>
                  </a:schemeClr>
                </a:solidFill>
              </a:defRPr>
            </a:lvl5pPr>
            <a:lvl6pPr marL="2411959" indent="0">
              <a:buNone/>
              <a:defRPr sz="1688">
                <a:solidFill>
                  <a:schemeClr val="tx1">
                    <a:tint val="75000"/>
                  </a:schemeClr>
                </a:solidFill>
              </a:defRPr>
            </a:lvl6pPr>
            <a:lvl7pPr marL="2894350" indent="0">
              <a:buNone/>
              <a:defRPr sz="1688">
                <a:solidFill>
                  <a:schemeClr val="tx1">
                    <a:tint val="75000"/>
                  </a:schemeClr>
                </a:solidFill>
              </a:defRPr>
            </a:lvl7pPr>
            <a:lvl8pPr marL="3376742" indent="0">
              <a:buNone/>
              <a:defRPr sz="1688">
                <a:solidFill>
                  <a:schemeClr val="tx1">
                    <a:tint val="75000"/>
                  </a:schemeClr>
                </a:solidFill>
              </a:defRPr>
            </a:lvl8pPr>
            <a:lvl9pPr marL="3859134" indent="0">
              <a:buNone/>
              <a:defRPr sz="168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EBDB-ED21-4F12-8F84-164F28F696EF}" type="datetimeFigureOut">
              <a:rPr lang="zh-TW" altLang="en-US" smtClean="0"/>
              <a:t>2026/4/22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244580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13780" y="1926204"/>
            <a:ext cx="6885186" cy="4591064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01472" y="1926204"/>
            <a:ext cx="6885186" cy="4591064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EBDB-ED21-4F12-8F84-164F28F696EF}" type="datetimeFigureOut">
              <a:rPr lang="zh-TW" altLang="en-US" smtClean="0"/>
              <a:t>2026/4/22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757463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5890" y="385241"/>
            <a:ext cx="13972878" cy="1398592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5891" y="1773783"/>
            <a:ext cx="6853544" cy="869303"/>
          </a:xfrm>
        </p:spPr>
        <p:txBody>
          <a:bodyPr anchor="b"/>
          <a:lstStyle>
            <a:lvl1pPr marL="0" indent="0">
              <a:buNone/>
              <a:defRPr sz="2532" b="1"/>
            </a:lvl1pPr>
            <a:lvl2pPr marL="482392" indent="0">
              <a:buNone/>
              <a:defRPr sz="2110" b="1"/>
            </a:lvl2pPr>
            <a:lvl3pPr marL="964783" indent="0">
              <a:buNone/>
              <a:defRPr sz="1899" b="1"/>
            </a:lvl3pPr>
            <a:lvl4pPr marL="1447175" indent="0">
              <a:buNone/>
              <a:defRPr sz="1688" b="1"/>
            </a:lvl4pPr>
            <a:lvl5pPr marL="1929567" indent="0">
              <a:buNone/>
              <a:defRPr sz="1688" b="1"/>
            </a:lvl5pPr>
            <a:lvl6pPr marL="2411959" indent="0">
              <a:buNone/>
              <a:defRPr sz="1688" b="1"/>
            </a:lvl6pPr>
            <a:lvl7pPr marL="2894350" indent="0">
              <a:buNone/>
              <a:defRPr sz="1688" b="1"/>
            </a:lvl7pPr>
            <a:lvl8pPr marL="3376742" indent="0">
              <a:buNone/>
              <a:defRPr sz="1688" b="1"/>
            </a:lvl8pPr>
            <a:lvl9pPr marL="3859134" indent="0">
              <a:buNone/>
              <a:defRPr sz="1688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15891" y="2643086"/>
            <a:ext cx="6853544" cy="3887582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201472" y="1773783"/>
            <a:ext cx="6887296" cy="869303"/>
          </a:xfrm>
        </p:spPr>
        <p:txBody>
          <a:bodyPr anchor="b"/>
          <a:lstStyle>
            <a:lvl1pPr marL="0" indent="0">
              <a:buNone/>
              <a:defRPr sz="2532" b="1"/>
            </a:lvl1pPr>
            <a:lvl2pPr marL="482392" indent="0">
              <a:buNone/>
              <a:defRPr sz="2110" b="1"/>
            </a:lvl2pPr>
            <a:lvl3pPr marL="964783" indent="0">
              <a:buNone/>
              <a:defRPr sz="1899" b="1"/>
            </a:lvl3pPr>
            <a:lvl4pPr marL="1447175" indent="0">
              <a:buNone/>
              <a:defRPr sz="1688" b="1"/>
            </a:lvl4pPr>
            <a:lvl5pPr marL="1929567" indent="0">
              <a:buNone/>
              <a:defRPr sz="1688" b="1"/>
            </a:lvl5pPr>
            <a:lvl6pPr marL="2411959" indent="0">
              <a:buNone/>
              <a:defRPr sz="1688" b="1"/>
            </a:lvl6pPr>
            <a:lvl7pPr marL="2894350" indent="0">
              <a:buNone/>
              <a:defRPr sz="1688" b="1"/>
            </a:lvl7pPr>
            <a:lvl8pPr marL="3376742" indent="0">
              <a:buNone/>
              <a:defRPr sz="1688" b="1"/>
            </a:lvl8pPr>
            <a:lvl9pPr marL="3859134" indent="0">
              <a:buNone/>
              <a:defRPr sz="1688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201472" y="2643086"/>
            <a:ext cx="6887296" cy="3887582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EBDB-ED21-4F12-8F84-164F28F696EF}" type="datetimeFigureOut">
              <a:rPr lang="zh-TW" altLang="en-US" smtClean="0"/>
              <a:t>2026/4/22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80874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EBDB-ED21-4F12-8F84-164F28F696EF}" type="datetimeFigureOut">
              <a:rPr lang="zh-TW" altLang="en-US" smtClean="0"/>
              <a:t>2026/4/22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762622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EBDB-ED21-4F12-8F84-164F28F696EF}" type="datetimeFigureOut">
              <a:rPr lang="zh-TW" altLang="en-US" smtClean="0"/>
              <a:t>2026/4/22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080149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5891" y="482388"/>
            <a:ext cx="5225062" cy="1688359"/>
          </a:xfrm>
        </p:spPr>
        <p:txBody>
          <a:bodyPr anchor="b"/>
          <a:lstStyle>
            <a:lvl1pPr>
              <a:defRPr sz="3376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87296" y="1041825"/>
            <a:ext cx="8201472" cy="5142126"/>
          </a:xfrm>
        </p:spPr>
        <p:txBody>
          <a:bodyPr/>
          <a:lstStyle>
            <a:lvl1pPr>
              <a:defRPr sz="3376"/>
            </a:lvl1pPr>
            <a:lvl2pPr>
              <a:defRPr sz="2954"/>
            </a:lvl2pPr>
            <a:lvl3pPr>
              <a:defRPr sz="2532"/>
            </a:lvl3pPr>
            <a:lvl4pPr>
              <a:defRPr sz="2110"/>
            </a:lvl4pPr>
            <a:lvl5pPr>
              <a:defRPr sz="2110"/>
            </a:lvl5pPr>
            <a:lvl6pPr>
              <a:defRPr sz="2110"/>
            </a:lvl6pPr>
            <a:lvl7pPr>
              <a:defRPr sz="2110"/>
            </a:lvl7pPr>
            <a:lvl8pPr>
              <a:defRPr sz="2110"/>
            </a:lvl8pPr>
            <a:lvl9pPr>
              <a:defRPr sz="211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891" y="2170748"/>
            <a:ext cx="5225062" cy="4021578"/>
          </a:xfrm>
        </p:spPr>
        <p:txBody>
          <a:bodyPr/>
          <a:lstStyle>
            <a:lvl1pPr marL="0" indent="0">
              <a:buNone/>
              <a:defRPr sz="1688"/>
            </a:lvl1pPr>
            <a:lvl2pPr marL="482392" indent="0">
              <a:buNone/>
              <a:defRPr sz="1477"/>
            </a:lvl2pPr>
            <a:lvl3pPr marL="964783" indent="0">
              <a:buNone/>
              <a:defRPr sz="1266"/>
            </a:lvl3pPr>
            <a:lvl4pPr marL="1447175" indent="0">
              <a:buNone/>
              <a:defRPr sz="1055"/>
            </a:lvl4pPr>
            <a:lvl5pPr marL="1929567" indent="0">
              <a:buNone/>
              <a:defRPr sz="1055"/>
            </a:lvl5pPr>
            <a:lvl6pPr marL="2411959" indent="0">
              <a:buNone/>
              <a:defRPr sz="1055"/>
            </a:lvl6pPr>
            <a:lvl7pPr marL="2894350" indent="0">
              <a:buNone/>
              <a:defRPr sz="1055"/>
            </a:lvl7pPr>
            <a:lvl8pPr marL="3376742" indent="0">
              <a:buNone/>
              <a:defRPr sz="1055"/>
            </a:lvl8pPr>
            <a:lvl9pPr marL="3859134" indent="0">
              <a:buNone/>
              <a:defRPr sz="1055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EBDB-ED21-4F12-8F84-164F28F696EF}" type="datetimeFigureOut">
              <a:rPr lang="zh-TW" altLang="en-US" smtClean="0"/>
              <a:t>2026/4/22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119301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5891" y="482388"/>
            <a:ext cx="5225062" cy="1688359"/>
          </a:xfrm>
        </p:spPr>
        <p:txBody>
          <a:bodyPr anchor="b"/>
          <a:lstStyle>
            <a:lvl1pPr>
              <a:defRPr sz="3376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87296" y="1041825"/>
            <a:ext cx="8201472" cy="5142126"/>
          </a:xfrm>
        </p:spPr>
        <p:txBody>
          <a:bodyPr anchor="t"/>
          <a:lstStyle>
            <a:lvl1pPr marL="0" indent="0">
              <a:buNone/>
              <a:defRPr sz="3376"/>
            </a:lvl1pPr>
            <a:lvl2pPr marL="482392" indent="0">
              <a:buNone/>
              <a:defRPr sz="2954"/>
            </a:lvl2pPr>
            <a:lvl3pPr marL="964783" indent="0">
              <a:buNone/>
              <a:defRPr sz="2532"/>
            </a:lvl3pPr>
            <a:lvl4pPr marL="1447175" indent="0">
              <a:buNone/>
              <a:defRPr sz="2110"/>
            </a:lvl4pPr>
            <a:lvl5pPr marL="1929567" indent="0">
              <a:buNone/>
              <a:defRPr sz="2110"/>
            </a:lvl5pPr>
            <a:lvl6pPr marL="2411959" indent="0">
              <a:buNone/>
              <a:defRPr sz="2110"/>
            </a:lvl6pPr>
            <a:lvl7pPr marL="2894350" indent="0">
              <a:buNone/>
              <a:defRPr sz="2110"/>
            </a:lvl7pPr>
            <a:lvl8pPr marL="3376742" indent="0">
              <a:buNone/>
              <a:defRPr sz="2110"/>
            </a:lvl8pPr>
            <a:lvl9pPr marL="3859134" indent="0">
              <a:buNone/>
              <a:defRPr sz="211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891" y="2170748"/>
            <a:ext cx="5225062" cy="4021578"/>
          </a:xfrm>
        </p:spPr>
        <p:txBody>
          <a:bodyPr/>
          <a:lstStyle>
            <a:lvl1pPr marL="0" indent="0">
              <a:buNone/>
              <a:defRPr sz="1688"/>
            </a:lvl1pPr>
            <a:lvl2pPr marL="482392" indent="0">
              <a:buNone/>
              <a:defRPr sz="1477"/>
            </a:lvl2pPr>
            <a:lvl3pPr marL="964783" indent="0">
              <a:buNone/>
              <a:defRPr sz="1266"/>
            </a:lvl3pPr>
            <a:lvl4pPr marL="1447175" indent="0">
              <a:buNone/>
              <a:defRPr sz="1055"/>
            </a:lvl4pPr>
            <a:lvl5pPr marL="1929567" indent="0">
              <a:buNone/>
              <a:defRPr sz="1055"/>
            </a:lvl5pPr>
            <a:lvl6pPr marL="2411959" indent="0">
              <a:buNone/>
              <a:defRPr sz="1055"/>
            </a:lvl6pPr>
            <a:lvl7pPr marL="2894350" indent="0">
              <a:buNone/>
              <a:defRPr sz="1055"/>
            </a:lvl7pPr>
            <a:lvl8pPr marL="3376742" indent="0">
              <a:buNone/>
              <a:defRPr sz="1055"/>
            </a:lvl8pPr>
            <a:lvl9pPr marL="3859134" indent="0">
              <a:buNone/>
              <a:defRPr sz="1055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EBDB-ED21-4F12-8F84-164F28F696EF}" type="datetimeFigureOut">
              <a:rPr lang="zh-TW" altLang="en-US" smtClean="0"/>
              <a:t>2026/4/22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537764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EBDB-ED21-4F12-8F84-164F28F696EF}" type="datetimeFigureOut">
              <a:rPr lang="zh-TW" altLang="en-US" smtClean="0"/>
              <a:t>2026/4/22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00685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593439" y="385241"/>
            <a:ext cx="3493219" cy="6132027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13780" y="385241"/>
            <a:ext cx="10277153" cy="6132027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EBDB-ED21-4F12-8F84-164F28F696EF}" type="datetimeFigureOut">
              <a:rPr lang="zh-TW" altLang="en-US" smtClean="0"/>
              <a:t>2026/4/22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83716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13780" y="385241"/>
            <a:ext cx="13972878" cy="13985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780" y="1926204"/>
            <a:ext cx="13972878" cy="4591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13780" y="6706538"/>
            <a:ext cx="3645099" cy="3852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6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29EBDB-ED21-4F12-8F84-164F28F696EF}" type="datetimeFigureOut">
              <a:rPr lang="zh-TW" altLang="en-US" smtClean="0"/>
              <a:t>2026/4/22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66395" y="6706538"/>
            <a:ext cx="5467648" cy="3852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6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441559" y="6706538"/>
            <a:ext cx="3645099" cy="3852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6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710846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964783" rtl="0" eaLnBrk="1" latinLnBrk="0" hangingPunct="1">
        <a:lnSpc>
          <a:spcPct val="90000"/>
        </a:lnSpc>
        <a:spcBef>
          <a:spcPct val="0"/>
        </a:spcBef>
        <a:buNone/>
        <a:defRPr sz="464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1196" indent="-241196" algn="l" defTabSz="964783" rtl="0" eaLnBrk="1" latinLnBrk="0" hangingPunct="1">
        <a:lnSpc>
          <a:spcPct val="90000"/>
        </a:lnSpc>
        <a:spcBef>
          <a:spcPts val="1055"/>
        </a:spcBef>
        <a:buFont typeface="Arial" panose="020B0604020202020204" pitchFamily="34" charset="0"/>
        <a:buChar char="•"/>
        <a:defRPr sz="2954" kern="1200">
          <a:solidFill>
            <a:schemeClr val="tx1"/>
          </a:solidFill>
          <a:latin typeface="+mn-lt"/>
          <a:ea typeface="+mn-ea"/>
          <a:cs typeface="+mn-cs"/>
        </a:defRPr>
      </a:lvl1pPr>
      <a:lvl2pPr marL="723588" indent="-241196" algn="l" defTabSz="964783" rtl="0" eaLnBrk="1" latinLnBrk="0" hangingPunct="1">
        <a:lnSpc>
          <a:spcPct val="90000"/>
        </a:lnSpc>
        <a:spcBef>
          <a:spcPts val="528"/>
        </a:spcBef>
        <a:buFont typeface="Arial" panose="020B0604020202020204" pitchFamily="34" charset="0"/>
        <a:buChar char="•"/>
        <a:defRPr sz="2532" kern="1200">
          <a:solidFill>
            <a:schemeClr val="tx1"/>
          </a:solidFill>
          <a:latin typeface="+mn-lt"/>
          <a:ea typeface="+mn-ea"/>
          <a:cs typeface="+mn-cs"/>
        </a:defRPr>
      </a:lvl2pPr>
      <a:lvl3pPr marL="1205979" indent="-241196" algn="l" defTabSz="964783" rtl="0" eaLnBrk="1" latinLnBrk="0" hangingPunct="1">
        <a:lnSpc>
          <a:spcPct val="90000"/>
        </a:lnSpc>
        <a:spcBef>
          <a:spcPts val="528"/>
        </a:spcBef>
        <a:buFont typeface="Arial" panose="020B0604020202020204" pitchFamily="34" charset="0"/>
        <a:buChar char="•"/>
        <a:defRPr sz="2110" kern="1200">
          <a:solidFill>
            <a:schemeClr val="tx1"/>
          </a:solidFill>
          <a:latin typeface="+mn-lt"/>
          <a:ea typeface="+mn-ea"/>
          <a:cs typeface="+mn-cs"/>
        </a:defRPr>
      </a:lvl3pPr>
      <a:lvl4pPr marL="1688371" indent="-241196" algn="l" defTabSz="964783" rtl="0" eaLnBrk="1" latinLnBrk="0" hangingPunct="1">
        <a:lnSpc>
          <a:spcPct val="90000"/>
        </a:lnSpc>
        <a:spcBef>
          <a:spcPts val="528"/>
        </a:spcBef>
        <a:buFont typeface="Arial" panose="020B0604020202020204" pitchFamily="34" charset="0"/>
        <a:buChar char="•"/>
        <a:defRPr sz="1899" kern="1200">
          <a:solidFill>
            <a:schemeClr val="tx1"/>
          </a:solidFill>
          <a:latin typeface="+mn-lt"/>
          <a:ea typeface="+mn-ea"/>
          <a:cs typeface="+mn-cs"/>
        </a:defRPr>
      </a:lvl4pPr>
      <a:lvl5pPr marL="2170763" indent="-241196" algn="l" defTabSz="964783" rtl="0" eaLnBrk="1" latinLnBrk="0" hangingPunct="1">
        <a:lnSpc>
          <a:spcPct val="90000"/>
        </a:lnSpc>
        <a:spcBef>
          <a:spcPts val="528"/>
        </a:spcBef>
        <a:buFont typeface="Arial" panose="020B0604020202020204" pitchFamily="34" charset="0"/>
        <a:buChar char="•"/>
        <a:defRPr sz="1899" kern="1200">
          <a:solidFill>
            <a:schemeClr val="tx1"/>
          </a:solidFill>
          <a:latin typeface="+mn-lt"/>
          <a:ea typeface="+mn-ea"/>
          <a:cs typeface="+mn-cs"/>
        </a:defRPr>
      </a:lvl5pPr>
      <a:lvl6pPr marL="2653154" indent="-241196" algn="l" defTabSz="964783" rtl="0" eaLnBrk="1" latinLnBrk="0" hangingPunct="1">
        <a:lnSpc>
          <a:spcPct val="90000"/>
        </a:lnSpc>
        <a:spcBef>
          <a:spcPts val="528"/>
        </a:spcBef>
        <a:buFont typeface="Arial" panose="020B0604020202020204" pitchFamily="34" charset="0"/>
        <a:buChar char="•"/>
        <a:defRPr sz="1899" kern="1200">
          <a:solidFill>
            <a:schemeClr val="tx1"/>
          </a:solidFill>
          <a:latin typeface="+mn-lt"/>
          <a:ea typeface="+mn-ea"/>
          <a:cs typeface="+mn-cs"/>
        </a:defRPr>
      </a:lvl6pPr>
      <a:lvl7pPr marL="3135546" indent="-241196" algn="l" defTabSz="964783" rtl="0" eaLnBrk="1" latinLnBrk="0" hangingPunct="1">
        <a:lnSpc>
          <a:spcPct val="90000"/>
        </a:lnSpc>
        <a:spcBef>
          <a:spcPts val="528"/>
        </a:spcBef>
        <a:buFont typeface="Arial" panose="020B0604020202020204" pitchFamily="34" charset="0"/>
        <a:buChar char="•"/>
        <a:defRPr sz="1899" kern="1200">
          <a:solidFill>
            <a:schemeClr val="tx1"/>
          </a:solidFill>
          <a:latin typeface="+mn-lt"/>
          <a:ea typeface="+mn-ea"/>
          <a:cs typeface="+mn-cs"/>
        </a:defRPr>
      </a:lvl7pPr>
      <a:lvl8pPr marL="3617938" indent="-241196" algn="l" defTabSz="964783" rtl="0" eaLnBrk="1" latinLnBrk="0" hangingPunct="1">
        <a:lnSpc>
          <a:spcPct val="90000"/>
        </a:lnSpc>
        <a:spcBef>
          <a:spcPts val="528"/>
        </a:spcBef>
        <a:buFont typeface="Arial" panose="020B0604020202020204" pitchFamily="34" charset="0"/>
        <a:buChar char="•"/>
        <a:defRPr sz="1899" kern="1200">
          <a:solidFill>
            <a:schemeClr val="tx1"/>
          </a:solidFill>
          <a:latin typeface="+mn-lt"/>
          <a:ea typeface="+mn-ea"/>
          <a:cs typeface="+mn-cs"/>
        </a:defRPr>
      </a:lvl8pPr>
      <a:lvl9pPr marL="4100330" indent="-241196" algn="l" defTabSz="964783" rtl="0" eaLnBrk="1" latinLnBrk="0" hangingPunct="1">
        <a:lnSpc>
          <a:spcPct val="90000"/>
        </a:lnSpc>
        <a:spcBef>
          <a:spcPts val="528"/>
        </a:spcBef>
        <a:buFont typeface="Arial" panose="020B0604020202020204" pitchFamily="34" charset="0"/>
        <a:buChar char="•"/>
        <a:defRPr sz="18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64783" rtl="0" eaLnBrk="1" latinLnBrk="0" hangingPunct="1">
        <a:defRPr sz="1899" kern="1200">
          <a:solidFill>
            <a:schemeClr val="tx1"/>
          </a:solidFill>
          <a:latin typeface="+mn-lt"/>
          <a:ea typeface="+mn-ea"/>
          <a:cs typeface="+mn-cs"/>
        </a:defRPr>
      </a:lvl1pPr>
      <a:lvl2pPr marL="482392" algn="l" defTabSz="964783" rtl="0" eaLnBrk="1" latinLnBrk="0" hangingPunct="1">
        <a:defRPr sz="1899" kern="1200">
          <a:solidFill>
            <a:schemeClr val="tx1"/>
          </a:solidFill>
          <a:latin typeface="+mn-lt"/>
          <a:ea typeface="+mn-ea"/>
          <a:cs typeface="+mn-cs"/>
        </a:defRPr>
      </a:lvl2pPr>
      <a:lvl3pPr marL="964783" algn="l" defTabSz="964783" rtl="0" eaLnBrk="1" latinLnBrk="0" hangingPunct="1">
        <a:defRPr sz="1899" kern="1200">
          <a:solidFill>
            <a:schemeClr val="tx1"/>
          </a:solidFill>
          <a:latin typeface="+mn-lt"/>
          <a:ea typeface="+mn-ea"/>
          <a:cs typeface="+mn-cs"/>
        </a:defRPr>
      </a:lvl3pPr>
      <a:lvl4pPr marL="1447175" algn="l" defTabSz="964783" rtl="0" eaLnBrk="1" latinLnBrk="0" hangingPunct="1">
        <a:defRPr sz="1899" kern="1200">
          <a:solidFill>
            <a:schemeClr val="tx1"/>
          </a:solidFill>
          <a:latin typeface="+mn-lt"/>
          <a:ea typeface="+mn-ea"/>
          <a:cs typeface="+mn-cs"/>
        </a:defRPr>
      </a:lvl4pPr>
      <a:lvl5pPr marL="1929567" algn="l" defTabSz="964783" rtl="0" eaLnBrk="1" latinLnBrk="0" hangingPunct="1">
        <a:defRPr sz="1899" kern="1200">
          <a:solidFill>
            <a:schemeClr val="tx1"/>
          </a:solidFill>
          <a:latin typeface="+mn-lt"/>
          <a:ea typeface="+mn-ea"/>
          <a:cs typeface="+mn-cs"/>
        </a:defRPr>
      </a:lvl5pPr>
      <a:lvl6pPr marL="2411959" algn="l" defTabSz="964783" rtl="0" eaLnBrk="1" latinLnBrk="0" hangingPunct="1">
        <a:defRPr sz="1899" kern="1200">
          <a:solidFill>
            <a:schemeClr val="tx1"/>
          </a:solidFill>
          <a:latin typeface="+mn-lt"/>
          <a:ea typeface="+mn-ea"/>
          <a:cs typeface="+mn-cs"/>
        </a:defRPr>
      </a:lvl6pPr>
      <a:lvl7pPr marL="2894350" algn="l" defTabSz="964783" rtl="0" eaLnBrk="1" latinLnBrk="0" hangingPunct="1">
        <a:defRPr sz="1899" kern="1200">
          <a:solidFill>
            <a:schemeClr val="tx1"/>
          </a:solidFill>
          <a:latin typeface="+mn-lt"/>
          <a:ea typeface="+mn-ea"/>
          <a:cs typeface="+mn-cs"/>
        </a:defRPr>
      </a:lvl7pPr>
      <a:lvl8pPr marL="3376742" algn="l" defTabSz="964783" rtl="0" eaLnBrk="1" latinLnBrk="0" hangingPunct="1">
        <a:defRPr sz="1899" kern="1200">
          <a:solidFill>
            <a:schemeClr val="tx1"/>
          </a:solidFill>
          <a:latin typeface="+mn-lt"/>
          <a:ea typeface="+mn-ea"/>
          <a:cs typeface="+mn-cs"/>
        </a:defRPr>
      </a:lvl8pPr>
      <a:lvl9pPr marL="3859134" algn="l" defTabSz="964783" rtl="0" eaLnBrk="1" latinLnBrk="0" hangingPunct="1">
        <a:defRPr sz="18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34" Type="http://schemas.openxmlformats.org/officeDocument/2006/relationships/image" Target="../media/image33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2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32" Type="http://schemas.openxmlformats.org/officeDocument/2006/relationships/image" Target="../media/image31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png"/><Relationship Id="rId36" Type="http://schemas.openxmlformats.org/officeDocument/2006/relationships/image" Target="../media/image35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31" Type="http://schemas.openxmlformats.org/officeDocument/2006/relationships/image" Target="../media/image30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png"/><Relationship Id="rId30" Type="http://schemas.openxmlformats.org/officeDocument/2006/relationships/image" Target="../media/image29.png"/><Relationship Id="rId35" Type="http://schemas.openxmlformats.org/officeDocument/2006/relationships/image" Target="../media/image34.png"/><Relationship Id="rId8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群組 20">
            <a:extLst>
              <a:ext uri="{FF2B5EF4-FFF2-40B4-BE49-F238E27FC236}">
                <a16:creationId xmlns:a16="http://schemas.microsoft.com/office/drawing/2014/main" id="{F22CA748-B862-45A3-90F2-2C852619F1E8}"/>
              </a:ext>
            </a:extLst>
          </p:cNvPr>
          <p:cNvGrpSpPr/>
          <p:nvPr/>
        </p:nvGrpSpPr>
        <p:grpSpPr>
          <a:xfrm>
            <a:off x="156287" y="-344688"/>
            <a:ext cx="15887864" cy="7636444"/>
            <a:chOff x="-413229" y="-1605596"/>
            <a:chExt cx="12815534" cy="6159739"/>
          </a:xfrm>
        </p:grpSpPr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370EBDD2-9C03-4813-AA96-58D58F615769}"/>
                </a:ext>
              </a:extLst>
            </p:cNvPr>
            <p:cNvSpPr/>
            <p:nvPr/>
          </p:nvSpPr>
          <p:spPr>
            <a:xfrm>
              <a:off x="-390526" y="-1314623"/>
              <a:ext cx="12582525" cy="586876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13362" tIns="56681" rIns="113362" bIns="56681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231" dirty="0"/>
            </a:p>
          </p:txBody>
        </p:sp>
        <p:pic>
          <p:nvPicPr>
            <p:cNvPr id="3" name="圖片 2">
              <a:extLst>
                <a:ext uri="{FF2B5EF4-FFF2-40B4-BE49-F238E27FC236}">
                  <a16:creationId xmlns:a16="http://schemas.microsoft.com/office/drawing/2014/main" id="{BE00864A-DE67-4991-A009-9D0DABF0840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5078"/>
            <a:stretch/>
          </p:blipFill>
          <p:spPr>
            <a:xfrm>
              <a:off x="982870" y="-1605596"/>
              <a:ext cx="10345530" cy="2030400"/>
            </a:xfrm>
            <a:prstGeom prst="rect">
              <a:avLst/>
            </a:prstGeom>
          </p:spPr>
        </p:pic>
        <p:pic>
          <p:nvPicPr>
            <p:cNvPr id="4" name="圖片 3">
              <a:extLst>
                <a:ext uri="{FF2B5EF4-FFF2-40B4-BE49-F238E27FC236}">
                  <a16:creationId xmlns:a16="http://schemas.microsoft.com/office/drawing/2014/main" id="{231174D3-9C58-4F91-AA35-C45A330E351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4682"/>
            <a:stretch/>
          </p:blipFill>
          <p:spPr>
            <a:xfrm>
              <a:off x="982870" y="2064668"/>
              <a:ext cx="10401944" cy="2032000"/>
            </a:xfrm>
            <a:prstGeom prst="rect">
              <a:avLst/>
            </a:prstGeom>
          </p:spPr>
        </p:pic>
        <p:grpSp>
          <p:nvGrpSpPr>
            <p:cNvPr id="5" name="群組 4">
              <a:extLst>
                <a:ext uri="{FF2B5EF4-FFF2-40B4-BE49-F238E27FC236}">
                  <a16:creationId xmlns:a16="http://schemas.microsoft.com/office/drawing/2014/main" id="{EF86E01C-4A47-4CFF-B337-809B85DD9832}"/>
                </a:ext>
              </a:extLst>
            </p:cNvPr>
            <p:cNvGrpSpPr/>
            <p:nvPr/>
          </p:nvGrpSpPr>
          <p:grpSpPr>
            <a:xfrm>
              <a:off x="10649234" y="4215589"/>
              <a:ext cx="1753071" cy="321152"/>
              <a:chOff x="10569984" y="6399554"/>
              <a:chExt cx="1753071" cy="32115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矩形 5">
                    <a:extLst>
                      <a:ext uri="{FF2B5EF4-FFF2-40B4-BE49-F238E27FC236}">
                        <a16:creationId xmlns:a16="http://schemas.microsoft.com/office/drawing/2014/main" id="{33615A92-2488-4DAF-823B-7ACEF3923D24}"/>
                      </a:ext>
                    </a:extLst>
                  </p:cNvPr>
                  <p:cNvSpPr/>
                  <p:nvPr/>
                </p:nvSpPr>
                <p:spPr>
                  <a:xfrm>
                    <a:off x="10995509" y="6399554"/>
                    <a:ext cx="1327546" cy="32115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US" altLang="zh-TW" sz="1984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984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TW" sz="1984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altLang="zh-TW" sz="1984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</m:sSubSup>
                          <m:r>
                            <a:rPr lang="en-US" altLang="zh-TW" sz="1984" i="1">
                              <a:latin typeface="Cambria Math" panose="02040503050406030204" pitchFamily="18" charset="0"/>
                            </a:rPr>
                            <m:t>=1.5 </m:t>
                          </m:r>
                          <m:r>
                            <a:rPr lang="en-US" altLang="zh-TW" sz="1984" i="1"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m:rPr>
                              <m:sty m:val="p"/>
                            </m:rPr>
                            <a:rPr lang="en-US" altLang="zh-TW" sz="1984">
                              <a:latin typeface="Cambria Math" panose="02040503050406030204" pitchFamily="18" charset="0"/>
                            </a:rPr>
                            <m:t>m</m:t>
                          </m:r>
                        </m:oMath>
                      </m:oMathPara>
                    </a14:m>
                    <a:endParaRPr lang="zh-TW" altLang="en-US" sz="1984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6" name="矩形 5">
                    <a:extLst>
                      <a:ext uri="{FF2B5EF4-FFF2-40B4-BE49-F238E27FC236}">
                        <a16:creationId xmlns:a16="http://schemas.microsoft.com/office/drawing/2014/main" id="{33615A92-2488-4DAF-823B-7ACEF3923D2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995509" y="6399554"/>
                    <a:ext cx="1327546" cy="32115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7692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7" name="圖片 6">
                <a:extLst>
                  <a:ext uri="{FF2B5EF4-FFF2-40B4-BE49-F238E27FC236}">
                    <a16:creationId xmlns:a16="http://schemas.microsoft.com/office/drawing/2014/main" id="{E209AB72-5138-4548-89E7-3D9EFF5762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0569984" y="6506765"/>
                <a:ext cx="476303" cy="136937"/>
              </a:xfrm>
              <a:prstGeom prst="rect">
                <a:avLst/>
              </a:prstGeom>
            </p:spPr>
          </p:pic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33417CD2-E1E8-413F-8C18-0D504D47D80D}"/>
                    </a:ext>
                  </a:extLst>
                </p:cNvPr>
                <p:cNvSpPr/>
                <p:nvPr/>
              </p:nvSpPr>
              <p:spPr>
                <a:xfrm>
                  <a:off x="1439616" y="3804841"/>
                  <a:ext cx="754848" cy="35182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231" i="1">
                            <a:latin typeface="Cambria Math" panose="02040503050406030204" pitchFamily="18" charset="0"/>
                          </a:rPr>
                          <m:t>ℓ=0</m:t>
                        </m:r>
                      </m:oMath>
                    </m:oMathPara>
                  </a14:m>
                  <a:endParaRPr lang="zh-TW" altLang="en-US" sz="223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33417CD2-E1E8-413F-8C18-0D504D47D80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9616" y="3804841"/>
                  <a:ext cx="754848" cy="35182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矩形 12">
                  <a:extLst>
                    <a:ext uri="{FF2B5EF4-FFF2-40B4-BE49-F238E27FC236}">
                      <a16:creationId xmlns:a16="http://schemas.microsoft.com/office/drawing/2014/main" id="{28356711-DAC5-4533-8A31-1712BBCBA33C}"/>
                    </a:ext>
                  </a:extLst>
                </p:cNvPr>
                <p:cNvSpPr/>
                <p:nvPr/>
              </p:nvSpPr>
              <p:spPr>
                <a:xfrm>
                  <a:off x="3194517" y="3804841"/>
                  <a:ext cx="754848" cy="35182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231" i="1">
                            <a:latin typeface="Cambria Math" panose="02040503050406030204" pitchFamily="18" charset="0"/>
                          </a:rPr>
                          <m:t>ℓ=1</m:t>
                        </m:r>
                      </m:oMath>
                    </m:oMathPara>
                  </a14:m>
                  <a:endParaRPr lang="zh-TW" altLang="en-US" sz="223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3" name="矩形 12">
                  <a:extLst>
                    <a:ext uri="{FF2B5EF4-FFF2-40B4-BE49-F238E27FC236}">
                      <a16:creationId xmlns:a16="http://schemas.microsoft.com/office/drawing/2014/main" id="{28356711-DAC5-4533-8A31-1712BBCBA3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94517" y="3804841"/>
                  <a:ext cx="754848" cy="35182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矩形 13">
                  <a:extLst>
                    <a:ext uri="{FF2B5EF4-FFF2-40B4-BE49-F238E27FC236}">
                      <a16:creationId xmlns:a16="http://schemas.microsoft.com/office/drawing/2014/main" id="{5C0A473F-0409-48F6-9BF8-01C7F5D2CCD0}"/>
                    </a:ext>
                  </a:extLst>
                </p:cNvPr>
                <p:cNvSpPr/>
                <p:nvPr/>
              </p:nvSpPr>
              <p:spPr>
                <a:xfrm>
                  <a:off x="4949418" y="3804841"/>
                  <a:ext cx="754848" cy="35182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231" i="1">
                            <a:latin typeface="Cambria Math" panose="02040503050406030204" pitchFamily="18" charset="0"/>
                          </a:rPr>
                          <m:t>ℓ=2</m:t>
                        </m:r>
                      </m:oMath>
                    </m:oMathPara>
                  </a14:m>
                  <a:endParaRPr lang="zh-TW" altLang="en-US" sz="223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4" name="矩形 13">
                  <a:extLst>
                    <a:ext uri="{FF2B5EF4-FFF2-40B4-BE49-F238E27FC236}">
                      <a16:creationId xmlns:a16="http://schemas.microsoft.com/office/drawing/2014/main" id="{5C0A473F-0409-48F6-9BF8-01C7F5D2CCD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49418" y="3804841"/>
                  <a:ext cx="754848" cy="35182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EB0FB83E-0BCF-44B0-8BE1-43BACBF361FE}"/>
                    </a:ext>
                  </a:extLst>
                </p:cNvPr>
                <p:cNvSpPr/>
                <p:nvPr/>
              </p:nvSpPr>
              <p:spPr>
                <a:xfrm>
                  <a:off x="6704319" y="3804841"/>
                  <a:ext cx="754848" cy="35182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231" i="1">
                            <a:latin typeface="Cambria Math" panose="02040503050406030204" pitchFamily="18" charset="0"/>
                          </a:rPr>
                          <m:t>ℓ=3</m:t>
                        </m:r>
                      </m:oMath>
                    </m:oMathPara>
                  </a14:m>
                  <a:endParaRPr lang="zh-TW" altLang="en-US" sz="223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EB0FB83E-0BCF-44B0-8BE1-43BACBF361F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04319" y="3804841"/>
                  <a:ext cx="754848" cy="35182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矩形 15">
                  <a:extLst>
                    <a:ext uri="{FF2B5EF4-FFF2-40B4-BE49-F238E27FC236}">
                      <a16:creationId xmlns:a16="http://schemas.microsoft.com/office/drawing/2014/main" id="{99D6788F-3984-4D00-AF76-D14E1257F0B8}"/>
                    </a:ext>
                  </a:extLst>
                </p:cNvPr>
                <p:cNvSpPr/>
                <p:nvPr/>
              </p:nvSpPr>
              <p:spPr>
                <a:xfrm>
                  <a:off x="8459220" y="3804841"/>
                  <a:ext cx="754848" cy="35182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231" i="1">
                            <a:latin typeface="Cambria Math" panose="02040503050406030204" pitchFamily="18" charset="0"/>
                          </a:rPr>
                          <m:t>ℓ=4</m:t>
                        </m:r>
                      </m:oMath>
                    </m:oMathPara>
                  </a14:m>
                  <a:endParaRPr lang="zh-TW" altLang="en-US" sz="223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6" name="矩形 15">
                  <a:extLst>
                    <a:ext uri="{FF2B5EF4-FFF2-40B4-BE49-F238E27FC236}">
                      <a16:creationId xmlns:a16="http://schemas.microsoft.com/office/drawing/2014/main" id="{99D6788F-3984-4D00-AF76-D14E1257F0B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59220" y="3804841"/>
                  <a:ext cx="754848" cy="35182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矩形 16">
                  <a:extLst>
                    <a:ext uri="{FF2B5EF4-FFF2-40B4-BE49-F238E27FC236}">
                      <a16:creationId xmlns:a16="http://schemas.microsoft.com/office/drawing/2014/main" id="{C94D08BF-A858-4A35-884F-4C5F862B9199}"/>
                    </a:ext>
                  </a:extLst>
                </p:cNvPr>
                <p:cNvSpPr/>
                <p:nvPr/>
              </p:nvSpPr>
              <p:spPr>
                <a:xfrm>
                  <a:off x="10214122" y="3804841"/>
                  <a:ext cx="754848" cy="35182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231" i="1">
                            <a:latin typeface="Cambria Math" panose="02040503050406030204" pitchFamily="18" charset="0"/>
                          </a:rPr>
                          <m:t>ℓ=5</m:t>
                        </m:r>
                      </m:oMath>
                    </m:oMathPara>
                  </a14:m>
                  <a:endParaRPr lang="zh-TW" altLang="en-US" sz="223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7" name="矩形 16">
                  <a:extLst>
                    <a:ext uri="{FF2B5EF4-FFF2-40B4-BE49-F238E27FC236}">
                      <a16:creationId xmlns:a16="http://schemas.microsoft.com/office/drawing/2014/main" id="{C94D08BF-A858-4A35-884F-4C5F862B919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14122" y="3804841"/>
                  <a:ext cx="754848" cy="35182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矩形 17">
                  <a:extLst>
                    <a:ext uri="{FF2B5EF4-FFF2-40B4-BE49-F238E27FC236}">
                      <a16:creationId xmlns:a16="http://schemas.microsoft.com/office/drawing/2014/main" id="{2842B66A-0D56-4D4C-AD6F-C3C8D7E4D89F}"/>
                    </a:ext>
                  </a:extLst>
                </p:cNvPr>
                <p:cNvSpPr/>
                <p:nvPr/>
              </p:nvSpPr>
              <p:spPr>
                <a:xfrm>
                  <a:off x="-205320" y="2912768"/>
                  <a:ext cx="1041379" cy="38748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TW" sz="2231">
                            <a:latin typeface="Cambria Math" panose="02040503050406030204" pitchFamily="18" charset="0"/>
                          </a:rPr>
                          <m:t>Re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TW" sz="223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TW" sz="2231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2231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altLang="zh-TW" sz="2231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altLang="zh-TW" sz="2231" i="1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  <m:r>
                                  <a:rPr lang="en-US" altLang="zh-TW" sz="2231" i="1"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zh-TW" altLang="en-US" sz="223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8" name="矩形 17">
                  <a:extLst>
                    <a:ext uri="{FF2B5EF4-FFF2-40B4-BE49-F238E27FC236}">
                      <a16:creationId xmlns:a16="http://schemas.microsoft.com/office/drawing/2014/main" id="{2842B66A-0D56-4D4C-AD6F-C3C8D7E4D89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205320" y="2912768"/>
                  <a:ext cx="1041379" cy="38748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矩形 18">
                  <a:extLst>
                    <a:ext uri="{FF2B5EF4-FFF2-40B4-BE49-F238E27FC236}">
                      <a16:creationId xmlns:a16="http://schemas.microsoft.com/office/drawing/2014/main" id="{4B47A37E-E9B4-4F85-896D-EDD826A6FF0A}"/>
                    </a:ext>
                  </a:extLst>
                </p:cNvPr>
                <p:cNvSpPr/>
                <p:nvPr/>
              </p:nvSpPr>
              <p:spPr>
                <a:xfrm>
                  <a:off x="838474" y="3465503"/>
                  <a:ext cx="344648" cy="35182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TW" sz="223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231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oMath>
                    </m:oMathPara>
                  </a14:m>
                  <a:endParaRPr lang="zh-TW" altLang="en-US" sz="223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9" name="矩形 18">
                  <a:extLst>
                    <a:ext uri="{FF2B5EF4-FFF2-40B4-BE49-F238E27FC236}">
                      <a16:creationId xmlns:a16="http://schemas.microsoft.com/office/drawing/2014/main" id="{4B47A37E-E9B4-4F85-896D-EDD826A6FF0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474" y="3465503"/>
                  <a:ext cx="344648" cy="351822"/>
                </a:xfrm>
                <a:prstGeom prst="rect">
                  <a:avLst/>
                </a:prstGeom>
                <a:blipFill>
                  <a:blip r:embed="rId13"/>
                  <a:stretch>
                    <a:fillRect t="-5634" r="-14286" b="-1126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矩形 19">
                  <a:extLst>
                    <a:ext uri="{FF2B5EF4-FFF2-40B4-BE49-F238E27FC236}">
                      <a16:creationId xmlns:a16="http://schemas.microsoft.com/office/drawing/2014/main" id="{3EFB7547-172A-4CFD-954B-6E8F7078CE0E}"/>
                    </a:ext>
                  </a:extLst>
                </p:cNvPr>
                <p:cNvSpPr/>
                <p:nvPr/>
              </p:nvSpPr>
              <p:spPr>
                <a:xfrm>
                  <a:off x="1076025" y="3737134"/>
                  <a:ext cx="339450" cy="35182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TW" sz="223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231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acc>
                      </m:oMath>
                    </m:oMathPara>
                  </a14:m>
                  <a:endParaRPr lang="zh-TW" altLang="en-US" sz="223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0" name="矩形 19">
                  <a:extLst>
                    <a:ext uri="{FF2B5EF4-FFF2-40B4-BE49-F238E27FC236}">
                      <a16:creationId xmlns:a16="http://schemas.microsoft.com/office/drawing/2014/main" id="{3EFB7547-172A-4CFD-954B-6E8F7078CE0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6025" y="3737134"/>
                  <a:ext cx="339450" cy="351822"/>
                </a:xfrm>
                <a:prstGeom prst="rect">
                  <a:avLst/>
                </a:prstGeom>
                <a:blipFill>
                  <a:blip r:embed="rId14"/>
                  <a:stretch>
                    <a:fillRect t="-5634" r="-1449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40" name="圖片 39">
              <a:extLst>
                <a:ext uri="{FF2B5EF4-FFF2-40B4-BE49-F238E27FC236}">
                  <a16:creationId xmlns:a16="http://schemas.microsoft.com/office/drawing/2014/main" id="{850A724E-19A5-45F6-8F44-08A0C2E74CB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4937"/>
            <a:stretch/>
          </p:blipFill>
          <p:spPr>
            <a:xfrm>
              <a:off x="982870" y="138508"/>
              <a:ext cx="10370930" cy="20320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矩形 40">
                  <a:extLst>
                    <a:ext uri="{FF2B5EF4-FFF2-40B4-BE49-F238E27FC236}">
                      <a16:creationId xmlns:a16="http://schemas.microsoft.com/office/drawing/2014/main" id="{B8081044-23C9-466E-9772-59D6D3E81898}"/>
                    </a:ext>
                  </a:extLst>
                </p:cNvPr>
                <p:cNvSpPr/>
                <p:nvPr/>
              </p:nvSpPr>
              <p:spPr>
                <a:xfrm>
                  <a:off x="-413229" y="-792588"/>
                  <a:ext cx="1455165" cy="44767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23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23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TW" sz="223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231" i="1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altLang="zh-TW" sz="2231" i="1">
                                        <a:latin typeface="Cambria Math" panose="02040503050406030204" pitchFamily="18" charset="0"/>
                                      </a:rPr>
                                      <m:t>ℓ=0,</m:t>
                                    </m:r>
                                    <m:r>
                                      <a:rPr lang="en-US" altLang="zh-TW" sz="2231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altLang="zh-TW" sz="223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TW" sz="2231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231" b="1" i="1">
                                            <a:latin typeface="Cambria Math" panose="02040503050406030204" pitchFamily="18" charset="0"/>
                                          </a:rPr>
                                          <m:t>𝒓</m:t>
                                        </m:r>
                                      </m:e>
                                      <m:sub>
                                        <m:r>
                                          <a:rPr lang="en-US" altLang="zh-TW" sz="2231" i="1">
                                            <a:latin typeface="Cambria Math" panose="02040503050406030204" pitchFamily="18" charset="0"/>
                                          </a:rPr>
                                          <m:t>∥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altLang="zh-TW" sz="2231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zh-TW" altLang="en-US" sz="223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1" name="矩形 40">
                  <a:extLst>
                    <a:ext uri="{FF2B5EF4-FFF2-40B4-BE49-F238E27FC236}">
                      <a16:creationId xmlns:a16="http://schemas.microsoft.com/office/drawing/2014/main" id="{B8081044-23C9-466E-9772-59D6D3E8189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413229" y="-792588"/>
                  <a:ext cx="1455165" cy="447678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45" name="群組 44">
              <a:extLst>
                <a:ext uri="{FF2B5EF4-FFF2-40B4-BE49-F238E27FC236}">
                  <a16:creationId xmlns:a16="http://schemas.microsoft.com/office/drawing/2014/main" id="{2E07EDB2-5056-4EBC-82F5-BE7BDA80DA0C}"/>
                </a:ext>
              </a:extLst>
            </p:cNvPr>
            <p:cNvGrpSpPr/>
            <p:nvPr/>
          </p:nvGrpSpPr>
          <p:grpSpPr>
            <a:xfrm>
              <a:off x="1336246" y="947057"/>
              <a:ext cx="1160329" cy="891211"/>
              <a:chOff x="1462169" y="5610979"/>
              <a:chExt cx="1160329" cy="891211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矩形 45">
                    <a:extLst>
                      <a:ext uri="{FF2B5EF4-FFF2-40B4-BE49-F238E27FC236}">
                        <a16:creationId xmlns:a16="http://schemas.microsoft.com/office/drawing/2014/main" id="{2FA73A82-49CB-46EF-B11B-AD4B8F5BF91E}"/>
                      </a:ext>
                    </a:extLst>
                  </p:cNvPr>
                  <p:cNvSpPr/>
                  <p:nvPr/>
                </p:nvSpPr>
                <p:spPr>
                  <a:xfrm>
                    <a:off x="1462169" y="6150368"/>
                    <a:ext cx="704632" cy="35182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TW" sz="2231" i="1">
                              <a:latin typeface="Cambria Math" panose="02040503050406030204" pitchFamily="18" charset="0"/>
                            </a:rPr>
                            <m:t>1 </m:t>
                          </m:r>
                          <m:r>
                            <m:rPr>
                              <m:sty m:val="p"/>
                            </m:rPr>
                            <a:rPr lang="en-US" altLang="zh-TW" sz="2231">
                              <a:latin typeface="Cambria Math" panose="02040503050406030204" pitchFamily="18" charset="0"/>
                            </a:rPr>
                            <m:t>um</m:t>
                          </m:r>
                        </m:oMath>
                      </m:oMathPara>
                    </a14:m>
                    <a:endParaRPr lang="zh-TW" altLang="en-US" sz="223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46" name="矩形 45">
                    <a:extLst>
                      <a:ext uri="{FF2B5EF4-FFF2-40B4-BE49-F238E27FC236}">
                        <a16:creationId xmlns:a16="http://schemas.microsoft.com/office/drawing/2014/main" id="{2FA73A82-49CB-46EF-B11B-AD4B8F5BF91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2169" y="6150368"/>
                    <a:ext cx="704632" cy="351822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7" name="矩形 46">
                <a:extLst>
                  <a:ext uri="{FF2B5EF4-FFF2-40B4-BE49-F238E27FC236}">
                    <a16:creationId xmlns:a16="http://schemas.microsoft.com/office/drawing/2014/main" id="{6947CC5F-1B4B-41A6-B5BD-9966D208BF90}"/>
                  </a:ext>
                </a:extLst>
              </p:cNvPr>
              <p:cNvSpPr/>
              <p:nvPr/>
            </p:nvSpPr>
            <p:spPr>
              <a:xfrm>
                <a:off x="1812604" y="5610979"/>
                <a:ext cx="553100" cy="35182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425098" indent="-425098">
                  <a:buFont typeface="Arial" panose="020B0604020202020204" pitchFamily="34" charset="0"/>
                  <a:buChar char="•"/>
                </a:pPr>
                <a:r>
                  <a:rPr lang="en-US" altLang="zh-TW" sz="223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endParaRPr lang="zh-TW" altLang="en-US" sz="223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8" name="矩形 47">
                    <a:extLst>
                      <a:ext uri="{FF2B5EF4-FFF2-40B4-BE49-F238E27FC236}">
                        <a16:creationId xmlns:a16="http://schemas.microsoft.com/office/drawing/2014/main" id="{7EE1129B-C1E9-4939-8E4A-022A742D1E06}"/>
                      </a:ext>
                    </a:extLst>
                  </p:cNvPr>
                  <p:cNvSpPr/>
                  <p:nvPr/>
                </p:nvSpPr>
                <p:spPr>
                  <a:xfrm>
                    <a:off x="1884026" y="5705594"/>
                    <a:ext cx="738472" cy="35182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ctrlPr>
                                <a:rPr lang="en-US" altLang="zh-TW" sz="223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2231" i="1">
                                  <a:latin typeface="Cambria Math" panose="02040503050406030204" pitchFamily="18" charset="0"/>
                                </a:rPr>
                                <m:t>0, 0</m:t>
                              </m:r>
                            </m:e>
                          </m:d>
                        </m:oMath>
                      </m:oMathPara>
                    </a14:m>
                    <a:endParaRPr lang="zh-TW" altLang="en-US" sz="223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48" name="矩形 47">
                    <a:extLst>
                      <a:ext uri="{FF2B5EF4-FFF2-40B4-BE49-F238E27FC236}">
                        <a16:creationId xmlns:a16="http://schemas.microsoft.com/office/drawing/2014/main" id="{7EE1129B-C1E9-4939-8E4A-022A742D1E0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84026" y="5705594"/>
                    <a:ext cx="738472" cy="351822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矩形 49">
                  <a:extLst>
                    <a:ext uri="{FF2B5EF4-FFF2-40B4-BE49-F238E27FC236}">
                      <a16:creationId xmlns:a16="http://schemas.microsoft.com/office/drawing/2014/main" id="{999FDC40-9DEB-4ECA-9036-B7980D9B6909}"/>
                    </a:ext>
                  </a:extLst>
                </p:cNvPr>
                <p:cNvSpPr/>
                <p:nvPr/>
              </p:nvSpPr>
              <p:spPr>
                <a:xfrm>
                  <a:off x="838474" y="1515554"/>
                  <a:ext cx="344648" cy="35182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TW" sz="223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231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oMath>
                    </m:oMathPara>
                  </a14:m>
                  <a:endParaRPr lang="zh-TW" altLang="en-US" sz="223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50" name="矩形 49">
                  <a:extLst>
                    <a:ext uri="{FF2B5EF4-FFF2-40B4-BE49-F238E27FC236}">
                      <a16:creationId xmlns:a16="http://schemas.microsoft.com/office/drawing/2014/main" id="{999FDC40-9DEB-4ECA-9036-B7980D9B690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474" y="1515554"/>
                  <a:ext cx="344648" cy="351822"/>
                </a:xfrm>
                <a:prstGeom prst="rect">
                  <a:avLst/>
                </a:prstGeom>
                <a:blipFill>
                  <a:blip r:embed="rId19"/>
                  <a:stretch>
                    <a:fillRect t="-5634" r="-14286" b="-1267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矩形 50">
                  <a:extLst>
                    <a:ext uri="{FF2B5EF4-FFF2-40B4-BE49-F238E27FC236}">
                      <a16:creationId xmlns:a16="http://schemas.microsoft.com/office/drawing/2014/main" id="{8994A547-5966-4209-8712-F5A623692E36}"/>
                    </a:ext>
                  </a:extLst>
                </p:cNvPr>
                <p:cNvSpPr/>
                <p:nvPr/>
              </p:nvSpPr>
              <p:spPr>
                <a:xfrm>
                  <a:off x="1076025" y="1787185"/>
                  <a:ext cx="339450" cy="35182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TW" sz="223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231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acc>
                      </m:oMath>
                    </m:oMathPara>
                  </a14:m>
                  <a:endParaRPr lang="zh-TW" altLang="en-US" sz="223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51" name="矩形 50">
                  <a:extLst>
                    <a:ext uri="{FF2B5EF4-FFF2-40B4-BE49-F238E27FC236}">
                      <a16:creationId xmlns:a16="http://schemas.microsoft.com/office/drawing/2014/main" id="{8994A547-5966-4209-8712-F5A623692E3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6025" y="1787185"/>
                  <a:ext cx="339450" cy="351822"/>
                </a:xfrm>
                <a:prstGeom prst="rect">
                  <a:avLst/>
                </a:prstGeom>
                <a:blipFill>
                  <a:blip r:embed="rId20"/>
                  <a:stretch>
                    <a:fillRect t="-5634" r="-1449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矩形 51">
                  <a:extLst>
                    <a:ext uri="{FF2B5EF4-FFF2-40B4-BE49-F238E27FC236}">
                      <a16:creationId xmlns:a16="http://schemas.microsoft.com/office/drawing/2014/main" id="{72145011-9C19-434C-B9F6-F3B5B50A4A17}"/>
                    </a:ext>
                  </a:extLst>
                </p:cNvPr>
                <p:cNvSpPr/>
                <p:nvPr/>
              </p:nvSpPr>
              <p:spPr>
                <a:xfrm>
                  <a:off x="1439616" y="1827740"/>
                  <a:ext cx="754848" cy="35182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231" i="1">
                            <a:latin typeface="Cambria Math" panose="02040503050406030204" pitchFamily="18" charset="0"/>
                          </a:rPr>
                          <m:t>ℓ=0</m:t>
                        </m:r>
                      </m:oMath>
                    </m:oMathPara>
                  </a14:m>
                  <a:endParaRPr lang="zh-TW" altLang="en-US" sz="223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52" name="矩形 51">
                  <a:extLst>
                    <a:ext uri="{FF2B5EF4-FFF2-40B4-BE49-F238E27FC236}">
                      <a16:creationId xmlns:a16="http://schemas.microsoft.com/office/drawing/2014/main" id="{72145011-9C19-434C-B9F6-F3B5B50A4A1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9616" y="1827740"/>
                  <a:ext cx="754848" cy="351822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矩形 52">
                  <a:extLst>
                    <a:ext uri="{FF2B5EF4-FFF2-40B4-BE49-F238E27FC236}">
                      <a16:creationId xmlns:a16="http://schemas.microsoft.com/office/drawing/2014/main" id="{51A98744-65F5-4C06-9B03-D3E237E6DBD1}"/>
                    </a:ext>
                  </a:extLst>
                </p:cNvPr>
                <p:cNvSpPr/>
                <p:nvPr/>
              </p:nvSpPr>
              <p:spPr>
                <a:xfrm>
                  <a:off x="3194517" y="1827740"/>
                  <a:ext cx="754848" cy="35182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231" i="1">
                            <a:latin typeface="Cambria Math" panose="02040503050406030204" pitchFamily="18" charset="0"/>
                          </a:rPr>
                          <m:t>ℓ=1</m:t>
                        </m:r>
                      </m:oMath>
                    </m:oMathPara>
                  </a14:m>
                  <a:endParaRPr lang="zh-TW" altLang="en-US" sz="223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53" name="矩形 52">
                  <a:extLst>
                    <a:ext uri="{FF2B5EF4-FFF2-40B4-BE49-F238E27FC236}">
                      <a16:creationId xmlns:a16="http://schemas.microsoft.com/office/drawing/2014/main" id="{51A98744-65F5-4C06-9B03-D3E237E6DBD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94517" y="1827740"/>
                  <a:ext cx="754848" cy="351822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矩形 53">
                  <a:extLst>
                    <a:ext uri="{FF2B5EF4-FFF2-40B4-BE49-F238E27FC236}">
                      <a16:creationId xmlns:a16="http://schemas.microsoft.com/office/drawing/2014/main" id="{C446FAC2-67E8-4C03-93C3-6298390A7774}"/>
                    </a:ext>
                  </a:extLst>
                </p:cNvPr>
                <p:cNvSpPr/>
                <p:nvPr/>
              </p:nvSpPr>
              <p:spPr>
                <a:xfrm>
                  <a:off x="4949418" y="1827740"/>
                  <a:ext cx="754848" cy="35182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231" i="1">
                            <a:latin typeface="Cambria Math" panose="02040503050406030204" pitchFamily="18" charset="0"/>
                          </a:rPr>
                          <m:t>ℓ=2</m:t>
                        </m:r>
                      </m:oMath>
                    </m:oMathPara>
                  </a14:m>
                  <a:endParaRPr lang="zh-TW" altLang="en-US" sz="223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54" name="矩形 53">
                  <a:extLst>
                    <a:ext uri="{FF2B5EF4-FFF2-40B4-BE49-F238E27FC236}">
                      <a16:creationId xmlns:a16="http://schemas.microsoft.com/office/drawing/2014/main" id="{C446FAC2-67E8-4C03-93C3-6298390A777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49418" y="1827740"/>
                  <a:ext cx="754848" cy="351822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矩形 54">
                  <a:extLst>
                    <a:ext uri="{FF2B5EF4-FFF2-40B4-BE49-F238E27FC236}">
                      <a16:creationId xmlns:a16="http://schemas.microsoft.com/office/drawing/2014/main" id="{67202EA3-53E5-4F3E-889C-2AC54F8106DC}"/>
                    </a:ext>
                  </a:extLst>
                </p:cNvPr>
                <p:cNvSpPr/>
                <p:nvPr/>
              </p:nvSpPr>
              <p:spPr>
                <a:xfrm>
                  <a:off x="6704319" y="1827740"/>
                  <a:ext cx="754848" cy="35182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231" i="1">
                            <a:latin typeface="Cambria Math" panose="02040503050406030204" pitchFamily="18" charset="0"/>
                          </a:rPr>
                          <m:t>ℓ=3</m:t>
                        </m:r>
                      </m:oMath>
                    </m:oMathPara>
                  </a14:m>
                  <a:endParaRPr lang="zh-TW" altLang="en-US" sz="223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55" name="矩形 54">
                  <a:extLst>
                    <a:ext uri="{FF2B5EF4-FFF2-40B4-BE49-F238E27FC236}">
                      <a16:creationId xmlns:a16="http://schemas.microsoft.com/office/drawing/2014/main" id="{67202EA3-53E5-4F3E-889C-2AC54F8106D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04319" y="1827740"/>
                  <a:ext cx="754848" cy="351822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矩形 55">
                  <a:extLst>
                    <a:ext uri="{FF2B5EF4-FFF2-40B4-BE49-F238E27FC236}">
                      <a16:creationId xmlns:a16="http://schemas.microsoft.com/office/drawing/2014/main" id="{623241AD-4218-4CDF-83BC-3256437AFA5E}"/>
                    </a:ext>
                  </a:extLst>
                </p:cNvPr>
                <p:cNvSpPr/>
                <p:nvPr/>
              </p:nvSpPr>
              <p:spPr>
                <a:xfrm>
                  <a:off x="8459220" y="1827740"/>
                  <a:ext cx="754848" cy="35182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231" i="1">
                            <a:latin typeface="Cambria Math" panose="02040503050406030204" pitchFamily="18" charset="0"/>
                          </a:rPr>
                          <m:t>ℓ=4</m:t>
                        </m:r>
                      </m:oMath>
                    </m:oMathPara>
                  </a14:m>
                  <a:endParaRPr lang="zh-TW" altLang="en-US" sz="223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56" name="矩形 55">
                  <a:extLst>
                    <a:ext uri="{FF2B5EF4-FFF2-40B4-BE49-F238E27FC236}">
                      <a16:creationId xmlns:a16="http://schemas.microsoft.com/office/drawing/2014/main" id="{623241AD-4218-4CDF-83BC-3256437AFA5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59220" y="1827740"/>
                  <a:ext cx="754848" cy="351822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矩形 56">
                  <a:extLst>
                    <a:ext uri="{FF2B5EF4-FFF2-40B4-BE49-F238E27FC236}">
                      <a16:creationId xmlns:a16="http://schemas.microsoft.com/office/drawing/2014/main" id="{3ABC0B3B-CCB7-4FA5-9BCF-295D0E5F1BD2}"/>
                    </a:ext>
                  </a:extLst>
                </p:cNvPr>
                <p:cNvSpPr/>
                <p:nvPr/>
              </p:nvSpPr>
              <p:spPr>
                <a:xfrm>
                  <a:off x="10214122" y="1827740"/>
                  <a:ext cx="754848" cy="35182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231" i="1">
                            <a:latin typeface="Cambria Math" panose="02040503050406030204" pitchFamily="18" charset="0"/>
                          </a:rPr>
                          <m:t>ℓ=5</m:t>
                        </m:r>
                      </m:oMath>
                    </m:oMathPara>
                  </a14:m>
                  <a:endParaRPr lang="zh-TW" altLang="en-US" sz="223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57" name="矩形 56">
                  <a:extLst>
                    <a:ext uri="{FF2B5EF4-FFF2-40B4-BE49-F238E27FC236}">
                      <a16:creationId xmlns:a16="http://schemas.microsoft.com/office/drawing/2014/main" id="{3ABC0B3B-CCB7-4FA5-9BCF-295D0E5F1BD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14122" y="1827740"/>
                  <a:ext cx="754848" cy="351822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58" name="圖片 57">
              <a:extLst>
                <a:ext uri="{FF2B5EF4-FFF2-40B4-BE49-F238E27FC236}">
                  <a16:creationId xmlns:a16="http://schemas.microsoft.com/office/drawing/2014/main" id="{58F8FFD0-FE61-4BA8-A31B-FFD6FB415BD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114" r="8394"/>
            <a:stretch/>
          </p:blipFill>
          <p:spPr>
            <a:xfrm>
              <a:off x="11274545" y="2064668"/>
              <a:ext cx="791532" cy="2032000"/>
            </a:xfrm>
            <a:prstGeom prst="rect">
              <a:avLst/>
            </a:prstGeom>
          </p:spPr>
        </p:pic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1BA1C29B-4197-43F1-ACCF-58710B7741F5}"/>
                </a:ext>
              </a:extLst>
            </p:cNvPr>
            <p:cNvSpPr/>
            <p:nvPr/>
          </p:nvSpPr>
          <p:spPr>
            <a:xfrm rot="5400000">
              <a:off x="11386683" y="-25243"/>
              <a:ext cx="1307636" cy="32115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sz="1984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arbitrary units</a:t>
              </a:r>
              <a:endParaRPr lang="zh-TW" altLang="en-US" sz="1984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3" name="矩形 62">
              <a:extLst>
                <a:ext uri="{FF2B5EF4-FFF2-40B4-BE49-F238E27FC236}">
                  <a16:creationId xmlns:a16="http://schemas.microsoft.com/office/drawing/2014/main" id="{9ACFC568-9045-49E4-B9C8-D9694E2E8C9D}"/>
                </a:ext>
              </a:extLst>
            </p:cNvPr>
            <p:cNvSpPr/>
            <p:nvPr/>
          </p:nvSpPr>
          <p:spPr>
            <a:xfrm rot="5400000">
              <a:off x="11386683" y="2920090"/>
              <a:ext cx="1307636" cy="32115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sz="1984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arbitrary units</a:t>
              </a:r>
              <a:endParaRPr lang="zh-TW" altLang="en-US" sz="1984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42" name="圖片 41">
              <a:extLst>
                <a:ext uri="{FF2B5EF4-FFF2-40B4-BE49-F238E27FC236}">
                  <a16:creationId xmlns:a16="http://schemas.microsoft.com/office/drawing/2014/main" id="{0D3922F4-C47F-4D51-A72E-B6966BD70C6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240" r="9825"/>
            <a:stretch/>
          </p:blipFill>
          <p:spPr>
            <a:xfrm>
              <a:off x="11360270" y="-817167"/>
              <a:ext cx="601742" cy="20320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矩形 42">
                  <a:extLst>
                    <a:ext uri="{FF2B5EF4-FFF2-40B4-BE49-F238E27FC236}">
                      <a16:creationId xmlns:a16="http://schemas.microsoft.com/office/drawing/2014/main" id="{B7FDF290-D3FA-422E-A7D2-3B024FDFC8A6}"/>
                    </a:ext>
                  </a:extLst>
                </p:cNvPr>
                <p:cNvSpPr/>
                <p:nvPr/>
              </p:nvSpPr>
              <p:spPr>
                <a:xfrm>
                  <a:off x="-413229" y="921001"/>
                  <a:ext cx="1455165" cy="44767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23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23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TW" sz="223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231" i="1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altLang="zh-TW" sz="2231" i="1">
                                        <a:latin typeface="Cambria Math" panose="02040503050406030204" pitchFamily="18" charset="0"/>
                                      </a:rPr>
                                      <m:t>ℓ,</m:t>
                                    </m:r>
                                    <m:r>
                                      <a:rPr lang="en-US" altLang="zh-TW" sz="2231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en-US" altLang="zh-TW" sz="2231" i="1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altLang="zh-TW" sz="223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TW" sz="2231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231" b="1" i="1">
                                            <a:latin typeface="Cambria Math" panose="02040503050406030204" pitchFamily="18" charset="0"/>
                                          </a:rPr>
                                          <m:t>𝒓</m:t>
                                        </m:r>
                                      </m:e>
                                      <m:sub>
                                        <m:r>
                                          <a:rPr lang="en-US" altLang="zh-TW" sz="2231" i="1">
                                            <a:latin typeface="Cambria Math" panose="02040503050406030204" pitchFamily="18" charset="0"/>
                                          </a:rPr>
                                          <m:t>∥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altLang="zh-TW" sz="2231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zh-TW" altLang="en-US" sz="223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3" name="矩形 42">
                  <a:extLst>
                    <a:ext uri="{FF2B5EF4-FFF2-40B4-BE49-F238E27FC236}">
                      <a16:creationId xmlns:a16="http://schemas.microsoft.com/office/drawing/2014/main" id="{B7FDF290-D3FA-422E-A7D2-3B024FDFC8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413229" y="921001"/>
                  <a:ext cx="1455165" cy="447678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44" name="群組 43">
              <a:extLst>
                <a:ext uri="{FF2B5EF4-FFF2-40B4-BE49-F238E27FC236}">
                  <a16:creationId xmlns:a16="http://schemas.microsoft.com/office/drawing/2014/main" id="{A1FB2D32-9A76-4604-A670-C21FC738A5C4}"/>
                </a:ext>
              </a:extLst>
            </p:cNvPr>
            <p:cNvGrpSpPr/>
            <p:nvPr/>
          </p:nvGrpSpPr>
          <p:grpSpPr>
            <a:xfrm>
              <a:off x="2877454" y="2926082"/>
              <a:ext cx="1128066" cy="891211"/>
              <a:chOff x="1237639" y="5610979"/>
              <a:chExt cx="1128066" cy="891211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9" name="矩形 48">
                    <a:extLst>
                      <a:ext uri="{FF2B5EF4-FFF2-40B4-BE49-F238E27FC236}">
                        <a16:creationId xmlns:a16="http://schemas.microsoft.com/office/drawing/2014/main" id="{017FDA99-C49A-49EA-B20A-89AE98B6A3F3}"/>
                      </a:ext>
                    </a:extLst>
                  </p:cNvPr>
                  <p:cNvSpPr/>
                  <p:nvPr/>
                </p:nvSpPr>
                <p:spPr>
                  <a:xfrm>
                    <a:off x="1462169" y="6150368"/>
                    <a:ext cx="704632" cy="35182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TW" sz="2231" i="1">
                              <a:latin typeface="Cambria Math" panose="02040503050406030204" pitchFamily="18" charset="0"/>
                            </a:rPr>
                            <m:t>1 </m:t>
                          </m:r>
                          <m:r>
                            <m:rPr>
                              <m:sty m:val="p"/>
                            </m:rPr>
                            <a:rPr lang="en-US" altLang="zh-TW" sz="2231">
                              <a:latin typeface="Cambria Math" panose="02040503050406030204" pitchFamily="18" charset="0"/>
                            </a:rPr>
                            <m:t>um</m:t>
                          </m:r>
                        </m:oMath>
                      </m:oMathPara>
                    </a14:m>
                    <a:endParaRPr lang="zh-TW" altLang="en-US" sz="223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49" name="矩形 48">
                    <a:extLst>
                      <a:ext uri="{FF2B5EF4-FFF2-40B4-BE49-F238E27FC236}">
                        <a16:creationId xmlns:a16="http://schemas.microsoft.com/office/drawing/2014/main" id="{017FDA99-C49A-49EA-B20A-89AE98B6A3F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2169" y="6150368"/>
                    <a:ext cx="704632" cy="351822"/>
                  </a:xfrm>
                  <a:prstGeom prst="rect">
                    <a:avLst/>
                  </a:prstGeom>
                  <a:blipFill>
                    <a:blip r:embed="rId2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1D29E6D7-0355-4035-9B5B-38ABBAC64022}"/>
                  </a:ext>
                </a:extLst>
              </p:cNvPr>
              <p:cNvSpPr/>
              <p:nvPr/>
            </p:nvSpPr>
            <p:spPr>
              <a:xfrm>
                <a:off x="1812604" y="5610979"/>
                <a:ext cx="553101" cy="35182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425098" indent="-425098">
                  <a:buFont typeface="Arial" panose="020B0604020202020204" pitchFamily="34" charset="0"/>
                  <a:buChar char="•"/>
                </a:pPr>
                <a:r>
                  <a:rPr lang="en-US" altLang="zh-TW" sz="223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endParaRPr lang="zh-TW" altLang="en-US" sz="223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矩形 60">
                    <a:extLst>
                      <a:ext uri="{FF2B5EF4-FFF2-40B4-BE49-F238E27FC236}">
                        <a16:creationId xmlns:a16="http://schemas.microsoft.com/office/drawing/2014/main" id="{E97D2739-BF9C-468F-A455-A2BF5259A5BA}"/>
                      </a:ext>
                    </a:extLst>
                  </p:cNvPr>
                  <p:cNvSpPr/>
                  <p:nvPr/>
                </p:nvSpPr>
                <p:spPr>
                  <a:xfrm>
                    <a:off x="1237639" y="5705594"/>
                    <a:ext cx="738472" cy="35182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ctrlPr>
                                <a:rPr lang="en-US" altLang="zh-TW" sz="223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2231" i="1">
                                  <a:latin typeface="Cambria Math" panose="02040503050406030204" pitchFamily="18" charset="0"/>
                                </a:rPr>
                                <m:t>0, 0</m:t>
                              </m:r>
                            </m:e>
                          </m:d>
                        </m:oMath>
                      </m:oMathPara>
                    </a14:m>
                    <a:endParaRPr lang="zh-TW" altLang="en-US" sz="223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61" name="矩形 60">
                    <a:extLst>
                      <a:ext uri="{FF2B5EF4-FFF2-40B4-BE49-F238E27FC236}">
                        <a16:creationId xmlns:a16="http://schemas.microsoft.com/office/drawing/2014/main" id="{E97D2739-BF9C-468F-A455-A2BF5259A5B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37639" y="5705594"/>
                    <a:ext cx="738472" cy="351822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矩形 63">
                  <a:extLst>
                    <a:ext uri="{FF2B5EF4-FFF2-40B4-BE49-F238E27FC236}">
                      <a16:creationId xmlns:a16="http://schemas.microsoft.com/office/drawing/2014/main" id="{22366571-D267-4A4E-8455-280441D87E57}"/>
                    </a:ext>
                  </a:extLst>
                </p:cNvPr>
                <p:cNvSpPr/>
                <p:nvPr/>
              </p:nvSpPr>
              <p:spPr>
                <a:xfrm>
                  <a:off x="1449141" y="56090"/>
                  <a:ext cx="766752" cy="35182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231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altLang="zh-TW" sz="2231" i="1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zh-TW" altLang="en-US" sz="223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64" name="矩形 63">
                  <a:extLst>
                    <a:ext uri="{FF2B5EF4-FFF2-40B4-BE49-F238E27FC236}">
                      <a16:creationId xmlns:a16="http://schemas.microsoft.com/office/drawing/2014/main" id="{22366571-D267-4A4E-8455-280441D87E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49141" y="56090"/>
                  <a:ext cx="766752" cy="351822"/>
                </a:xfrm>
                <a:prstGeom prst="rect">
                  <a:avLst/>
                </a:prstGeom>
                <a:blipFill>
                  <a:blip r:embed="rId31"/>
                  <a:stretch>
                    <a:fillRect b="-1126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矩形 65">
                  <a:extLst>
                    <a:ext uri="{FF2B5EF4-FFF2-40B4-BE49-F238E27FC236}">
                      <a16:creationId xmlns:a16="http://schemas.microsoft.com/office/drawing/2014/main" id="{80E0EFB3-F881-4F03-9E3C-0009C6DA8E6F}"/>
                    </a:ext>
                  </a:extLst>
                </p:cNvPr>
                <p:cNvSpPr/>
                <p:nvPr/>
              </p:nvSpPr>
              <p:spPr>
                <a:xfrm>
                  <a:off x="3204042" y="56090"/>
                  <a:ext cx="766752" cy="35182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231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altLang="zh-TW" sz="2231" i="1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zh-TW" altLang="en-US" sz="223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66" name="矩形 65">
                  <a:extLst>
                    <a:ext uri="{FF2B5EF4-FFF2-40B4-BE49-F238E27FC236}">
                      <a16:creationId xmlns:a16="http://schemas.microsoft.com/office/drawing/2014/main" id="{80E0EFB3-F881-4F03-9E3C-0009C6DA8E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04042" y="56090"/>
                  <a:ext cx="766752" cy="351822"/>
                </a:xfrm>
                <a:prstGeom prst="rect">
                  <a:avLst/>
                </a:prstGeom>
                <a:blipFill>
                  <a:blip r:embed="rId32"/>
                  <a:stretch>
                    <a:fillRect b="-1126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矩形 66">
                  <a:extLst>
                    <a:ext uri="{FF2B5EF4-FFF2-40B4-BE49-F238E27FC236}">
                      <a16:creationId xmlns:a16="http://schemas.microsoft.com/office/drawing/2014/main" id="{51FFC70D-FFDA-4575-A614-B952968DC375}"/>
                    </a:ext>
                  </a:extLst>
                </p:cNvPr>
                <p:cNvSpPr/>
                <p:nvPr/>
              </p:nvSpPr>
              <p:spPr>
                <a:xfrm>
                  <a:off x="4958943" y="56090"/>
                  <a:ext cx="766752" cy="35182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231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altLang="zh-TW" sz="2231" i="1">
                            <a:latin typeface="Cambria Math" panose="02040503050406030204" pitchFamily="18" charset="0"/>
                          </a:rPr>
                          <m:t>=2</m:t>
                        </m:r>
                      </m:oMath>
                    </m:oMathPara>
                  </a14:m>
                  <a:endParaRPr lang="zh-TW" altLang="en-US" sz="223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67" name="矩形 66">
                  <a:extLst>
                    <a:ext uri="{FF2B5EF4-FFF2-40B4-BE49-F238E27FC236}">
                      <a16:creationId xmlns:a16="http://schemas.microsoft.com/office/drawing/2014/main" id="{51FFC70D-FFDA-4575-A614-B952968DC37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58943" y="56090"/>
                  <a:ext cx="766752" cy="351822"/>
                </a:xfrm>
                <a:prstGeom prst="rect">
                  <a:avLst/>
                </a:prstGeom>
                <a:blipFill>
                  <a:blip r:embed="rId33"/>
                  <a:stretch>
                    <a:fillRect b="-1126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矩形 67">
                  <a:extLst>
                    <a:ext uri="{FF2B5EF4-FFF2-40B4-BE49-F238E27FC236}">
                      <a16:creationId xmlns:a16="http://schemas.microsoft.com/office/drawing/2014/main" id="{FCC1FD34-DEE6-48AB-A294-7F7DFEFB7842}"/>
                    </a:ext>
                  </a:extLst>
                </p:cNvPr>
                <p:cNvSpPr/>
                <p:nvPr/>
              </p:nvSpPr>
              <p:spPr>
                <a:xfrm>
                  <a:off x="6713844" y="56090"/>
                  <a:ext cx="766752" cy="35182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231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altLang="zh-TW" sz="2231" i="1">
                            <a:latin typeface="Cambria Math" panose="02040503050406030204" pitchFamily="18" charset="0"/>
                          </a:rPr>
                          <m:t>=3</m:t>
                        </m:r>
                      </m:oMath>
                    </m:oMathPara>
                  </a14:m>
                  <a:endParaRPr lang="zh-TW" altLang="en-US" sz="223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68" name="矩形 67">
                  <a:extLst>
                    <a:ext uri="{FF2B5EF4-FFF2-40B4-BE49-F238E27FC236}">
                      <a16:creationId xmlns:a16="http://schemas.microsoft.com/office/drawing/2014/main" id="{FCC1FD34-DEE6-48AB-A294-7F7DFEFB784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13844" y="56090"/>
                  <a:ext cx="766752" cy="351822"/>
                </a:xfrm>
                <a:prstGeom prst="rect">
                  <a:avLst/>
                </a:prstGeom>
                <a:blipFill>
                  <a:blip r:embed="rId34"/>
                  <a:stretch>
                    <a:fillRect b="-1126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矩形 68">
                  <a:extLst>
                    <a:ext uri="{FF2B5EF4-FFF2-40B4-BE49-F238E27FC236}">
                      <a16:creationId xmlns:a16="http://schemas.microsoft.com/office/drawing/2014/main" id="{25B3698F-4959-4B2F-8395-34499219BCC3}"/>
                    </a:ext>
                  </a:extLst>
                </p:cNvPr>
                <p:cNvSpPr/>
                <p:nvPr/>
              </p:nvSpPr>
              <p:spPr>
                <a:xfrm>
                  <a:off x="8468745" y="56090"/>
                  <a:ext cx="766752" cy="35182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231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altLang="zh-TW" sz="2231" i="1">
                            <a:latin typeface="Cambria Math" panose="02040503050406030204" pitchFamily="18" charset="0"/>
                          </a:rPr>
                          <m:t>=4</m:t>
                        </m:r>
                      </m:oMath>
                    </m:oMathPara>
                  </a14:m>
                  <a:endParaRPr lang="zh-TW" altLang="en-US" sz="223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69" name="矩形 68">
                  <a:extLst>
                    <a:ext uri="{FF2B5EF4-FFF2-40B4-BE49-F238E27FC236}">
                      <a16:creationId xmlns:a16="http://schemas.microsoft.com/office/drawing/2014/main" id="{25B3698F-4959-4B2F-8395-34499219BCC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68745" y="56090"/>
                  <a:ext cx="766752" cy="351822"/>
                </a:xfrm>
                <a:prstGeom prst="rect">
                  <a:avLst/>
                </a:prstGeom>
                <a:blipFill>
                  <a:blip r:embed="rId35"/>
                  <a:stretch>
                    <a:fillRect b="-1126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矩形 69">
                  <a:extLst>
                    <a:ext uri="{FF2B5EF4-FFF2-40B4-BE49-F238E27FC236}">
                      <a16:creationId xmlns:a16="http://schemas.microsoft.com/office/drawing/2014/main" id="{F353A4B0-F2A1-4538-B322-C7E20F44CBE6}"/>
                    </a:ext>
                  </a:extLst>
                </p:cNvPr>
                <p:cNvSpPr/>
                <p:nvPr/>
              </p:nvSpPr>
              <p:spPr>
                <a:xfrm>
                  <a:off x="10223647" y="56090"/>
                  <a:ext cx="766752" cy="35182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231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altLang="zh-TW" sz="2231" i="1">
                            <a:latin typeface="Cambria Math" panose="02040503050406030204" pitchFamily="18" charset="0"/>
                          </a:rPr>
                          <m:t>=5</m:t>
                        </m:r>
                      </m:oMath>
                    </m:oMathPara>
                  </a14:m>
                  <a:endParaRPr lang="zh-TW" altLang="en-US" sz="223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70" name="矩形 69">
                  <a:extLst>
                    <a:ext uri="{FF2B5EF4-FFF2-40B4-BE49-F238E27FC236}">
                      <a16:creationId xmlns:a16="http://schemas.microsoft.com/office/drawing/2014/main" id="{F353A4B0-F2A1-4538-B322-C7E20F44CBE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23647" y="56090"/>
                  <a:ext cx="766752" cy="351822"/>
                </a:xfrm>
                <a:prstGeom prst="rect">
                  <a:avLst/>
                </a:prstGeom>
                <a:blipFill>
                  <a:blip r:embed="rId36"/>
                  <a:stretch>
                    <a:fillRect b="-1126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0580682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49</TotalTime>
  <Words>79</Words>
  <Application>Microsoft Office PowerPoint</Application>
  <PresentationFormat>自訂</PresentationFormat>
  <Paragraphs>34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8" baseType="lpstr">
      <vt:lpstr>新細明體</vt:lpstr>
      <vt:lpstr>Arial</vt:lpstr>
      <vt:lpstr>Calibri</vt:lpstr>
      <vt:lpstr>Calibri Light</vt:lpstr>
      <vt:lpstr>Cambria Math</vt:lpstr>
      <vt:lpstr>Times New Roman</vt:lpstr>
      <vt:lpstr>Office 佈景主題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15</cp:revision>
  <dcterms:created xsi:type="dcterms:W3CDTF">2026-03-29T16:21:02Z</dcterms:created>
  <dcterms:modified xsi:type="dcterms:W3CDTF">2026-04-22T04:59:22Z</dcterms:modified>
</cp:coreProperties>
</file>