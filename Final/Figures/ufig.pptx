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6" r:id="rId2"/>
  </p:sldIdLst>
  <p:sldSz cx="990600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07" autoAdjust="0"/>
    <p:restoredTop sz="94660"/>
  </p:normalViewPr>
  <p:slideViewPr>
    <p:cSldViewPr snapToGrid="0">
      <p:cViewPr>
        <p:scale>
          <a:sx n="75" d="100"/>
          <a:sy n="75" d="100"/>
        </p:scale>
        <p:origin x="828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65909"/>
            <a:ext cx="7429500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458058"/>
            <a:ext cx="7429500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9919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7116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66738"/>
            <a:ext cx="8543925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131884"/>
            <a:ext cx="8543925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75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75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75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6226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6729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49164"/>
            <a:ext cx="8543925" cy="90457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47238"/>
            <a:ext cx="4190702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09482"/>
            <a:ext cx="4190702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47238"/>
            <a:ext cx="4211340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09482"/>
            <a:ext cx="4211340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05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3262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6127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73826"/>
            <a:ext cx="5014913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4012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73826"/>
            <a:ext cx="5014913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130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0169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49164"/>
            <a:ext cx="2135981" cy="396604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49164"/>
            <a:ext cx="6284119" cy="3966041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0708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49164"/>
            <a:ext cx="8543925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45820"/>
            <a:ext cx="8543925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9EBDB-ED21-4F12-8F84-164F28F696EF}" type="datetimeFigureOut">
              <a:rPr lang="zh-TW" altLang="en-US" smtClean="0"/>
              <a:t>2026/5/20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337621"/>
            <a:ext cx="3343275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9150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106CD3D5-42DF-4C48-844E-2598857E5379}"/>
              </a:ext>
            </a:extLst>
          </p:cNvPr>
          <p:cNvGrpSpPr/>
          <p:nvPr/>
        </p:nvGrpSpPr>
        <p:grpSpPr>
          <a:xfrm>
            <a:off x="-28261" y="-128819"/>
            <a:ext cx="9990016" cy="4832147"/>
            <a:chOff x="-28261" y="1006009"/>
            <a:chExt cx="9990016" cy="4832147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BE00864A-DE67-4991-A009-9D0DABF084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5078"/>
            <a:stretch/>
          </p:blipFill>
          <p:spPr>
            <a:xfrm>
              <a:off x="1407883" y="1006009"/>
              <a:ext cx="7842475" cy="1539154"/>
            </a:xfrm>
            <a:prstGeom prst="rect">
              <a:avLst/>
            </a:prstGeom>
          </p:spPr>
        </p:pic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231174D3-9C58-4F91-AA35-C45A330E35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682"/>
            <a:stretch/>
          </p:blipFill>
          <p:spPr>
            <a:xfrm>
              <a:off x="1407883" y="3788269"/>
              <a:ext cx="7885240" cy="1540367"/>
            </a:xfrm>
            <a:prstGeom prst="rect">
              <a:avLst/>
            </a:prstGeom>
          </p:spPr>
        </p:pic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EF86E01C-4A47-4CFF-B337-809B85DD9832}"/>
                </a:ext>
              </a:extLst>
            </p:cNvPr>
            <p:cNvGrpSpPr/>
            <p:nvPr/>
          </p:nvGrpSpPr>
          <p:grpSpPr>
            <a:xfrm>
              <a:off x="7897316" y="5494985"/>
              <a:ext cx="1718308" cy="343171"/>
              <a:chOff x="10557418" y="6399554"/>
              <a:chExt cx="2266734" cy="452699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/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630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E209AB72-5138-4548-89E7-3D9EFF576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57418" y="6619851"/>
                <a:ext cx="476304" cy="13693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3417CD2-E1E8-413F-8C18-0D504D47D80D}"/>
                    </a:ext>
                  </a:extLst>
                </p:cNvPr>
                <p:cNvSpPr/>
                <p:nvPr/>
              </p:nvSpPr>
              <p:spPr>
                <a:xfrm>
                  <a:off x="1719631" y="510741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3417CD2-E1E8-413F-8C18-0D504D47D8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9631" y="5107415"/>
                  <a:ext cx="733662" cy="34317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28356711-DAC5-4533-8A31-1712BBCBA33C}"/>
                    </a:ext>
                  </a:extLst>
                </p:cNvPr>
                <p:cNvSpPr/>
                <p:nvPr/>
              </p:nvSpPr>
              <p:spPr>
                <a:xfrm>
                  <a:off x="3049942" y="510741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28356711-DAC5-4533-8A31-1712BBCBA3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942" y="5107415"/>
                  <a:ext cx="733662" cy="34317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C0A473F-0409-48F6-9BF8-01C7F5D2CCD0}"/>
                    </a:ext>
                  </a:extLst>
                </p:cNvPr>
                <p:cNvSpPr/>
                <p:nvPr/>
              </p:nvSpPr>
              <p:spPr>
                <a:xfrm>
                  <a:off x="4380253" y="510741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C0A473F-0409-48F6-9BF8-01C7F5D2CC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253" y="5107415"/>
                  <a:ext cx="733662" cy="34317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B0FB83E-0BCF-44B0-8BE1-43BACBF361FE}"/>
                    </a:ext>
                  </a:extLst>
                </p:cNvPr>
                <p:cNvSpPr/>
                <p:nvPr/>
              </p:nvSpPr>
              <p:spPr>
                <a:xfrm>
                  <a:off x="5710563" y="510741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B0FB83E-0BCF-44B0-8BE1-43BACBF361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0563" y="5107415"/>
                  <a:ext cx="733662" cy="3431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99D6788F-3984-4D00-AF76-D14E1257F0B8}"/>
                    </a:ext>
                  </a:extLst>
                </p:cNvPr>
                <p:cNvSpPr/>
                <p:nvPr/>
              </p:nvSpPr>
              <p:spPr>
                <a:xfrm>
                  <a:off x="7040874" y="510741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99D6788F-3984-4D00-AF76-D14E1257F0B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0874" y="5107415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C94D08BF-A858-4A35-884F-4C5F862B9199}"/>
                    </a:ext>
                  </a:extLst>
                </p:cNvPr>
                <p:cNvSpPr/>
                <p:nvPr/>
              </p:nvSpPr>
              <p:spPr>
                <a:xfrm>
                  <a:off x="8309800" y="510741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ℓ=5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C94D08BF-A858-4A35-884F-4C5F862B91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09800" y="5107415"/>
                  <a:ext cx="733662" cy="34317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842B66A-0D56-4D4C-AD6F-C3C8D7E4D89F}"/>
                    </a:ext>
                  </a:extLst>
                </p:cNvPr>
                <p:cNvSpPr/>
                <p:nvPr/>
              </p:nvSpPr>
              <p:spPr>
                <a:xfrm>
                  <a:off x="129345" y="4431175"/>
                  <a:ext cx="1176412" cy="43973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842B66A-0D56-4D4C-AD6F-C3C8D7E4D8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345" y="4431175"/>
                  <a:ext cx="1176412" cy="43973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850A724E-19A5-45F6-8F44-08A0C2E74CB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37"/>
            <a:stretch/>
          </p:blipFill>
          <p:spPr>
            <a:xfrm>
              <a:off x="1407883" y="2328135"/>
              <a:ext cx="7861730" cy="154036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B8081044-23C9-466E-9772-59D6D3E81898}"/>
                    </a:ext>
                  </a:extLst>
                </p:cNvPr>
                <p:cNvSpPr/>
                <p:nvPr/>
              </p:nvSpPr>
              <p:spPr>
                <a:xfrm>
                  <a:off x="-28261" y="1533413"/>
                  <a:ext cx="1639295" cy="5066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ℓ=0,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𝒓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B8081044-23C9-466E-9772-59D6D3E81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8261" y="1533413"/>
                  <a:ext cx="1639295" cy="5066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矩形 45">
                  <a:extLst>
                    <a:ext uri="{FF2B5EF4-FFF2-40B4-BE49-F238E27FC236}">
                      <a16:creationId xmlns:a16="http://schemas.microsoft.com/office/drawing/2014/main" id="{2FA73A82-49CB-46EF-B11B-AD4B8F5BF91E}"/>
                    </a:ext>
                  </a:extLst>
                </p:cNvPr>
                <p:cNvSpPr/>
                <p:nvPr/>
              </p:nvSpPr>
              <p:spPr>
                <a:xfrm>
                  <a:off x="1675761" y="3304789"/>
                  <a:ext cx="688008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um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6" name="矩形 45">
                  <a:extLst>
                    <a:ext uri="{FF2B5EF4-FFF2-40B4-BE49-F238E27FC236}">
                      <a16:creationId xmlns:a16="http://schemas.microsoft.com/office/drawing/2014/main" id="{2FA73A82-49CB-46EF-B11B-AD4B8F5BF9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5761" y="3304789"/>
                  <a:ext cx="688008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72145011-9C19-434C-B9F6-F3B5B50A4A17}"/>
                    </a:ext>
                  </a:extLst>
                </p:cNvPr>
                <p:cNvSpPr/>
                <p:nvPr/>
              </p:nvSpPr>
              <p:spPr>
                <a:xfrm>
                  <a:off x="1719631" y="360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72145011-9C19-434C-B9F6-F3B5B50A4A1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9631" y="3608665"/>
                  <a:ext cx="733662" cy="34317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51A98744-65F5-4C06-9B03-D3E237E6DBD1}"/>
                    </a:ext>
                  </a:extLst>
                </p:cNvPr>
                <p:cNvSpPr/>
                <p:nvPr/>
              </p:nvSpPr>
              <p:spPr>
                <a:xfrm>
                  <a:off x="3049942" y="360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51A98744-65F5-4C06-9B03-D3E237E6DB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942" y="3608665"/>
                  <a:ext cx="733662" cy="34317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矩形 53">
                  <a:extLst>
                    <a:ext uri="{FF2B5EF4-FFF2-40B4-BE49-F238E27FC236}">
                      <a16:creationId xmlns:a16="http://schemas.microsoft.com/office/drawing/2014/main" id="{C446FAC2-67E8-4C03-93C3-6298390A7774}"/>
                    </a:ext>
                  </a:extLst>
                </p:cNvPr>
                <p:cNvSpPr/>
                <p:nvPr/>
              </p:nvSpPr>
              <p:spPr>
                <a:xfrm>
                  <a:off x="4380253" y="360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4" name="矩形 53">
                  <a:extLst>
                    <a:ext uri="{FF2B5EF4-FFF2-40B4-BE49-F238E27FC236}">
                      <a16:creationId xmlns:a16="http://schemas.microsoft.com/office/drawing/2014/main" id="{C446FAC2-67E8-4C03-93C3-6298390A77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253" y="3608665"/>
                  <a:ext cx="733662" cy="343171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67202EA3-53E5-4F3E-889C-2AC54F8106DC}"/>
                    </a:ext>
                  </a:extLst>
                </p:cNvPr>
                <p:cNvSpPr/>
                <p:nvPr/>
              </p:nvSpPr>
              <p:spPr>
                <a:xfrm>
                  <a:off x="5710563" y="360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67202EA3-53E5-4F3E-889C-2AC54F8106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0563" y="3608665"/>
                  <a:ext cx="733662" cy="343171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623241AD-4218-4CDF-83BC-3256437AFA5E}"/>
                    </a:ext>
                  </a:extLst>
                </p:cNvPr>
                <p:cNvSpPr/>
                <p:nvPr/>
              </p:nvSpPr>
              <p:spPr>
                <a:xfrm>
                  <a:off x="7040874" y="360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623241AD-4218-4CDF-83BC-3256437AFA5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0874" y="3608665"/>
                  <a:ext cx="733662" cy="343171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3ABC0B3B-CCB7-4FA5-9BCF-295D0E5F1BD2}"/>
                    </a:ext>
                  </a:extLst>
                </p:cNvPr>
                <p:cNvSpPr/>
                <p:nvPr/>
              </p:nvSpPr>
              <p:spPr>
                <a:xfrm>
                  <a:off x="8309800" y="360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ℓ=5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3ABC0B3B-CCB7-4FA5-9BCF-295D0E5F1B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09800" y="3608665"/>
                  <a:ext cx="733662" cy="343171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58F8FFD0-FE61-4BA8-A31B-FFD6FB415B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114" r="8394"/>
            <a:stretch/>
          </p:blipFill>
          <p:spPr>
            <a:xfrm>
              <a:off x="9209533" y="3788269"/>
              <a:ext cx="600024" cy="1540367"/>
            </a:xfrm>
            <a:prstGeom prst="rect">
              <a:avLst/>
            </a:prstGeom>
          </p:spPr>
        </p:pic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1BA1C29B-4197-43F1-ACCF-58710B7741F5}"/>
                </a:ext>
              </a:extLst>
            </p:cNvPr>
            <p:cNvSpPr/>
            <p:nvPr/>
          </p:nvSpPr>
          <p:spPr>
            <a:xfrm rot="5400000">
              <a:off x="9110336" y="2154143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ACFC568-9045-49E4-B9C8-D9694E2E8C9D}"/>
                </a:ext>
              </a:extLst>
            </p:cNvPr>
            <p:cNvSpPr/>
            <p:nvPr/>
          </p:nvSpPr>
          <p:spPr>
            <a:xfrm rot="5400000">
              <a:off x="9110336" y="4386865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0D3922F4-C47F-4D51-A72E-B6966BD70C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240" r="9825"/>
            <a:stretch/>
          </p:blipFill>
          <p:spPr>
            <a:xfrm>
              <a:off x="9274518" y="1603681"/>
              <a:ext cx="456153" cy="154036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B7FDF290-D3FA-422E-A7D2-3B024FDFC8A6}"/>
                    </a:ext>
                  </a:extLst>
                </p:cNvPr>
                <p:cNvSpPr/>
                <p:nvPr/>
              </p:nvSpPr>
              <p:spPr>
                <a:xfrm>
                  <a:off x="-28261" y="2921307"/>
                  <a:ext cx="1639295" cy="5066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ℓ,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𝒓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B7FDF290-D3FA-422E-A7D2-3B024FDFC8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8261" y="2921307"/>
                  <a:ext cx="1639295" cy="506677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17FDA99-C49A-49EA-B20A-89AE98B6A3F3}"/>
                    </a:ext>
                  </a:extLst>
                </p:cNvPr>
                <p:cNvSpPr/>
                <p:nvPr/>
              </p:nvSpPr>
              <p:spPr>
                <a:xfrm>
                  <a:off x="2969131" y="4804998"/>
                  <a:ext cx="688009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um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17FDA99-C49A-49EA-B20A-89AE98B6A3F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131" y="4804998"/>
                  <a:ext cx="688009" cy="343171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2366571-D267-4A4E-8455-280441D87E57}"/>
                    </a:ext>
                  </a:extLst>
                </p:cNvPr>
                <p:cNvSpPr/>
                <p:nvPr/>
              </p:nvSpPr>
              <p:spPr>
                <a:xfrm>
                  <a:off x="1714341" y="2189458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2366571-D267-4A4E-8455-280441D87E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4341" y="2189458"/>
                  <a:ext cx="744243" cy="343171"/>
                </a:xfrm>
                <a:prstGeom prst="rect">
                  <a:avLst/>
                </a:prstGeom>
                <a:blipFill>
                  <a:blip r:embed="rId25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80E0EFB3-F881-4F03-9E3C-0009C6DA8E6F}"/>
                    </a:ext>
                  </a:extLst>
                </p:cNvPr>
                <p:cNvSpPr/>
                <p:nvPr/>
              </p:nvSpPr>
              <p:spPr>
                <a:xfrm>
                  <a:off x="3044652" y="2189458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80E0EFB3-F881-4F03-9E3C-0009C6DA8E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4652" y="2189458"/>
                  <a:ext cx="744243" cy="343171"/>
                </a:xfrm>
                <a:prstGeom prst="rect">
                  <a:avLst/>
                </a:prstGeom>
                <a:blipFill>
                  <a:blip r:embed="rId26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1FFC70D-FFDA-4575-A614-B952968DC375}"/>
                    </a:ext>
                  </a:extLst>
                </p:cNvPr>
                <p:cNvSpPr/>
                <p:nvPr/>
              </p:nvSpPr>
              <p:spPr>
                <a:xfrm>
                  <a:off x="4374963" y="2189458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1FFC70D-FFDA-4575-A614-B952968DC3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4963" y="2189458"/>
                  <a:ext cx="744243" cy="343171"/>
                </a:xfrm>
                <a:prstGeom prst="rect">
                  <a:avLst/>
                </a:prstGeom>
                <a:blipFill>
                  <a:blip r:embed="rId27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矩形 67">
                  <a:extLst>
                    <a:ext uri="{FF2B5EF4-FFF2-40B4-BE49-F238E27FC236}">
                      <a16:creationId xmlns:a16="http://schemas.microsoft.com/office/drawing/2014/main" id="{FCC1FD34-DEE6-48AB-A294-7F7DFEFB7842}"/>
                    </a:ext>
                  </a:extLst>
                </p:cNvPr>
                <p:cNvSpPr/>
                <p:nvPr/>
              </p:nvSpPr>
              <p:spPr>
                <a:xfrm>
                  <a:off x="5705273" y="2189458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8" name="矩形 67">
                  <a:extLst>
                    <a:ext uri="{FF2B5EF4-FFF2-40B4-BE49-F238E27FC236}">
                      <a16:creationId xmlns:a16="http://schemas.microsoft.com/office/drawing/2014/main" id="{FCC1FD34-DEE6-48AB-A294-7F7DFEFB784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5273" y="2189458"/>
                  <a:ext cx="744243" cy="343171"/>
                </a:xfrm>
                <a:prstGeom prst="rect">
                  <a:avLst/>
                </a:prstGeom>
                <a:blipFill>
                  <a:blip r:embed="rId28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25B3698F-4959-4B2F-8395-34499219BCC3}"/>
                    </a:ext>
                  </a:extLst>
                </p:cNvPr>
                <p:cNvSpPr/>
                <p:nvPr/>
              </p:nvSpPr>
              <p:spPr>
                <a:xfrm>
                  <a:off x="7035584" y="2189458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25B3698F-4959-4B2F-8395-34499219BCC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5584" y="2189458"/>
                  <a:ext cx="744243" cy="343171"/>
                </a:xfrm>
                <a:prstGeom prst="rect">
                  <a:avLst/>
                </a:prstGeom>
                <a:blipFill>
                  <a:blip r:embed="rId29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F353A4B0-F2A1-4538-B322-C7E20F44CBE6}"/>
                    </a:ext>
                  </a:extLst>
                </p:cNvPr>
                <p:cNvSpPr/>
                <p:nvPr/>
              </p:nvSpPr>
              <p:spPr>
                <a:xfrm>
                  <a:off x="8304510" y="2189458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F353A4B0-F2A1-4538-B322-C7E20F44CB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04510" y="2189458"/>
                  <a:ext cx="744243" cy="343171"/>
                </a:xfrm>
                <a:prstGeom prst="rect">
                  <a:avLst/>
                </a:prstGeom>
                <a:blipFill>
                  <a:blip r:embed="rId30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F917B3C8-7974-41B3-89B3-E20F77E896EA}"/>
                </a:ext>
              </a:extLst>
            </p:cNvPr>
            <p:cNvGrpSpPr/>
            <p:nvPr/>
          </p:nvGrpSpPr>
          <p:grpSpPr>
            <a:xfrm>
              <a:off x="1901162" y="4136585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3" name="文字方塊 72">
                    <a:extLst>
                      <a:ext uri="{FF2B5EF4-FFF2-40B4-BE49-F238E27FC236}">
                        <a16:creationId xmlns:a16="http://schemas.microsoft.com/office/drawing/2014/main" id="{FF452286-0809-4E40-8493-F6210A0C50E4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3" name="文字方塊 72">
                    <a:extLst>
                      <a:ext uri="{FF2B5EF4-FFF2-40B4-BE49-F238E27FC236}">
                        <a16:creationId xmlns:a16="http://schemas.microsoft.com/office/drawing/2014/main" id="{FF452286-0809-4E40-8493-F6210A0C50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4" name="文字方塊 73">
                    <a:extLst>
                      <a:ext uri="{FF2B5EF4-FFF2-40B4-BE49-F238E27FC236}">
                        <a16:creationId xmlns:a16="http://schemas.microsoft.com/office/drawing/2014/main" id="{28FE260A-9C2E-4F16-97D7-9392FA7EC71D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4" name="文字方塊 73">
                    <a:extLst>
                      <a:ext uri="{FF2B5EF4-FFF2-40B4-BE49-F238E27FC236}">
                        <a16:creationId xmlns:a16="http://schemas.microsoft.com/office/drawing/2014/main" id="{28FE260A-9C2E-4F16-97D7-9392FA7EC7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1" name="箭號: 向右 70">
                <a:extLst>
                  <a:ext uri="{FF2B5EF4-FFF2-40B4-BE49-F238E27FC236}">
                    <a16:creationId xmlns:a16="http://schemas.microsoft.com/office/drawing/2014/main" id="{61F190B9-89A0-4699-AC6A-1C549C337EBB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" name="箭號: 向右 71">
                <a:extLst>
                  <a:ext uri="{FF2B5EF4-FFF2-40B4-BE49-F238E27FC236}">
                    <a16:creationId xmlns:a16="http://schemas.microsoft.com/office/drawing/2014/main" id="{0CC6A15D-E42F-4DA8-8A3E-49AA25BBC55B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BA17BC9E-340F-411F-8219-44CD12C95AA9}"/>
                </a:ext>
              </a:extLst>
            </p:cNvPr>
            <p:cNvGrpSpPr/>
            <p:nvPr/>
          </p:nvGrpSpPr>
          <p:grpSpPr>
            <a:xfrm>
              <a:off x="1901162" y="2662115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8" name="箭號: 向右 77">
                <a:extLst>
                  <a:ext uri="{FF2B5EF4-FFF2-40B4-BE49-F238E27FC236}">
                    <a16:creationId xmlns:a16="http://schemas.microsoft.com/office/drawing/2014/main" id="{A1080908-0FA7-4EF2-BE0B-B9D643A593EF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9" name="箭號: 向右 78">
                <a:extLst>
                  <a:ext uri="{FF2B5EF4-FFF2-40B4-BE49-F238E27FC236}">
                    <a16:creationId xmlns:a16="http://schemas.microsoft.com/office/drawing/2014/main" id="{0775EE79-5E54-4546-8BC1-969299132A5F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58068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75</Words>
  <Application>Microsoft Office PowerPoint</Application>
  <PresentationFormat>自訂</PresentationFormat>
  <Paragraphs>30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17</cp:revision>
  <dcterms:created xsi:type="dcterms:W3CDTF">2026-03-29T16:21:02Z</dcterms:created>
  <dcterms:modified xsi:type="dcterms:W3CDTF">2026-05-20T11:01:25Z</dcterms:modified>
</cp:coreProperties>
</file>