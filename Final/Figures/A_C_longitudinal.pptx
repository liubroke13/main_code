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8" r:id="rId1"/>
  </p:sldMasterIdLst>
  <p:sldIdLst>
    <p:sldId id="256" r:id="rId2"/>
  </p:sldIdLst>
  <p:sldSz cx="9906000" cy="6119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214" autoAdjust="0"/>
    <p:restoredTop sz="94660"/>
  </p:normalViewPr>
  <p:slideViewPr>
    <p:cSldViewPr snapToGrid="0">
      <p:cViewPr>
        <p:scale>
          <a:sx n="75" d="100"/>
          <a:sy n="75" d="100"/>
        </p:scale>
        <p:origin x="1008" y="9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01553"/>
            <a:ext cx="7429500" cy="2130602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14319"/>
            <a:ext cx="7429500" cy="1477538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0230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40095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25704"/>
            <a:ext cx="8543925" cy="254567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095459"/>
            <a:ext cx="8543925" cy="1338709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9243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29117"/>
            <a:ext cx="4210050" cy="388296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29117"/>
            <a:ext cx="4210050" cy="388296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16913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25824"/>
            <a:ext cx="8543925" cy="118288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00205"/>
            <a:ext cx="4190702" cy="735227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35432"/>
            <a:ext cx="4190702" cy="328798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00205"/>
            <a:ext cx="4211340" cy="735227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35432"/>
            <a:ext cx="4211340" cy="328798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81340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3504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8789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07988"/>
            <a:ext cx="3194943" cy="1427956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81140"/>
            <a:ext cx="5014913" cy="4349034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35944"/>
            <a:ext cx="3194943" cy="3401313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0002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07988"/>
            <a:ext cx="3194943" cy="1427956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81140"/>
            <a:ext cx="5014913" cy="4349034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35944"/>
            <a:ext cx="3194943" cy="3401313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0640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4550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25823"/>
            <a:ext cx="2135981" cy="5186259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25823"/>
            <a:ext cx="6284119" cy="5186259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74086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25824"/>
            <a:ext cx="8543925" cy="1182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29117"/>
            <a:ext cx="8543925" cy="388296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672161"/>
            <a:ext cx="2228850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6FB895-B65F-4EA9-9907-69D32227E72B}" type="datetimeFigureOut">
              <a:rPr lang="zh-TW" altLang="en-US" smtClean="0"/>
              <a:t>2026/6/18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672161"/>
            <a:ext cx="3343275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672161"/>
            <a:ext cx="2228850" cy="3258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9E5DCA-815B-4E11-A981-7B7D660A1EE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6805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9" r:id="rId1"/>
    <p:sldLayoutId id="2147483890" r:id="rId2"/>
    <p:sldLayoutId id="2147483891" r:id="rId3"/>
    <p:sldLayoutId id="2147483892" r:id="rId4"/>
    <p:sldLayoutId id="2147483893" r:id="rId5"/>
    <p:sldLayoutId id="2147483894" r:id="rId6"/>
    <p:sldLayoutId id="2147483895" r:id="rId7"/>
    <p:sldLayoutId id="2147483896" r:id="rId8"/>
    <p:sldLayoutId id="2147483897" r:id="rId9"/>
    <p:sldLayoutId id="2147483898" r:id="rId10"/>
    <p:sldLayoutId id="2147483899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群組 245">
            <a:extLst>
              <a:ext uri="{FF2B5EF4-FFF2-40B4-BE49-F238E27FC236}">
                <a16:creationId xmlns:a16="http://schemas.microsoft.com/office/drawing/2014/main" id="{D3A4F2FE-B5A6-4811-ACC1-95C3779EF745}"/>
              </a:ext>
            </a:extLst>
          </p:cNvPr>
          <p:cNvGrpSpPr/>
          <p:nvPr/>
        </p:nvGrpSpPr>
        <p:grpSpPr>
          <a:xfrm>
            <a:off x="343431" y="70318"/>
            <a:ext cx="9219141" cy="5979179"/>
            <a:chOff x="191033" y="5407"/>
            <a:chExt cx="9219141" cy="5979179"/>
          </a:xfrm>
        </p:grpSpPr>
        <p:pic>
          <p:nvPicPr>
            <p:cNvPr id="247" name="圖片 246">
              <a:extLst>
                <a:ext uri="{FF2B5EF4-FFF2-40B4-BE49-F238E27FC236}">
                  <a16:creationId xmlns:a16="http://schemas.microsoft.com/office/drawing/2014/main" id="{C560BE30-6DE3-4B0F-9DD0-7A175D4742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644"/>
            <a:stretch/>
          </p:blipFill>
          <p:spPr>
            <a:xfrm>
              <a:off x="359946" y="498501"/>
              <a:ext cx="7938350" cy="1606523"/>
            </a:xfrm>
            <a:prstGeom prst="rect">
              <a:avLst/>
            </a:prstGeom>
          </p:spPr>
        </p:pic>
        <p:pic>
          <p:nvPicPr>
            <p:cNvPr id="248" name="圖片 247">
              <a:extLst>
                <a:ext uri="{FF2B5EF4-FFF2-40B4-BE49-F238E27FC236}">
                  <a16:creationId xmlns:a16="http://schemas.microsoft.com/office/drawing/2014/main" id="{D0F1D35A-8EDB-4C72-BE3C-58B1EB45EE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047"/>
            <a:stretch/>
          </p:blipFill>
          <p:spPr>
            <a:xfrm>
              <a:off x="1255313" y="2919895"/>
              <a:ext cx="7229107" cy="1452454"/>
            </a:xfrm>
            <a:prstGeom prst="rect">
              <a:avLst/>
            </a:prstGeom>
          </p:spPr>
        </p:pic>
        <p:pic>
          <p:nvPicPr>
            <p:cNvPr id="249" name="圖片 248">
              <a:extLst>
                <a:ext uri="{FF2B5EF4-FFF2-40B4-BE49-F238E27FC236}">
                  <a16:creationId xmlns:a16="http://schemas.microsoft.com/office/drawing/2014/main" id="{9990BC9F-C16F-4F14-A974-AB4E840835B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7265"/>
            <a:stretch/>
          </p:blipFill>
          <p:spPr>
            <a:xfrm>
              <a:off x="1250139" y="4210874"/>
              <a:ext cx="7210057" cy="1452454"/>
            </a:xfrm>
            <a:prstGeom prst="rect">
              <a:avLst/>
            </a:prstGeom>
          </p:spPr>
        </p:pic>
        <p:pic>
          <p:nvPicPr>
            <p:cNvPr id="250" name="圖片 249">
              <a:extLst>
                <a:ext uri="{FF2B5EF4-FFF2-40B4-BE49-F238E27FC236}">
                  <a16:creationId xmlns:a16="http://schemas.microsoft.com/office/drawing/2014/main" id="{B2EF693C-AFDC-4B86-8DA3-DC5F004D23B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897" r="9472"/>
            <a:stretch/>
          </p:blipFill>
          <p:spPr>
            <a:xfrm>
              <a:off x="8553707" y="4012912"/>
              <a:ext cx="569632" cy="1680954"/>
            </a:xfrm>
            <a:prstGeom prst="rect">
              <a:avLst/>
            </a:prstGeom>
          </p:spPr>
        </p:pic>
        <p:sp>
          <p:nvSpPr>
            <p:cNvPr id="251" name="矩形: 圓角 250">
              <a:extLst>
                <a:ext uri="{FF2B5EF4-FFF2-40B4-BE49-F238E27FC236}">
                  <a16:creationId xmlns:a16="http://schemas.microsoft.com/office/drawing/2014/main" id="{58774BA6-4A5F-4465-A69C-A1343932DEA7}"/>
                </a:ext>
              </a:extLst>
            </p:cNvPr>
            <p:cNvSpPr/>
            <p:nvPr/>
          </p:nvSpPr>
          <p:spPr>
            <a:xfrm>
              <a:off x="191033" y="2920777"/>
              <a:ext cx="8406867" cy="3063809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2" name="矩形: 圓角 251">
              <a:extLst>
                <a:ext uri="{FF2B5EF4-FFF2-40B4-BE49-F238E27FC236}">
                  <a16:creationId xmlns:a16="http://schemas.microsoft.com/office/drawing/2014/main" id="{EB10717C-3F18-453F-AEE9-664EFAE432CA}"/>
                </a:ext>
              </a:extLst>
            </p:cNvPr>
            <p:cNvSpPr/>
            <p:nvPr/>
          </p:nvSpPr>
          <p:spPr>
            <a:xfrm>
              <a:off x="191047" y="438923"/>
              <a:ext cx="8407018" cy="1942327"/>
            </a:xfrm>
            <a:prstGeom prst="roundRect">
              <a:avLst>
                <a:gd name="adj" fmla="val 6163"/>
              </a:avLst>
            </a:prstGeom>
            <a:noFill/>
            <a:ln w="952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3" name="矩形 252">
                  <a:extLst>
                    <a:ext uri="{FF2B5EF4-FFF2-40B4-BE49-F238E27FC236}">
                      <a16:creationId xmlns:a16="http://schemas.microsoft.com/office/drawing/2014/main" id="{86848877-0BCF-4F05-B932-A3B27CCC542F}"/>
                    </a:ext>
                  </a:extLst>
                </p:cNvPr>
                <p:cNvSpPr/>
                <p:nvPr/>
              </p:nvSpPr>
              <p:spPr>
                <a:xfrm>
                  <a:off x="627007" y="1594722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3" name="矩形 252">
                  <a:extLst>
                    <a:ext uri="{FF2B5EF4-FFF2-40B4-BE49-F238E27FC236}">
                      <a16:creationId xmlns:a16="http://schemas.microsoft.com/office/drawing/2014/main" id="{86848877-0BCF-4F05-B932-A3B27CCC54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007" y="1594722"/>
                  <a:ext cx="783035" cy="343171"/>
                </a:xfrm>
                <a:prstGeom prst="rect">
                  <a:avLst/>
                </a:prstGeom>
                <a:blipFill>
                  <a:blip r:embed="rId6"/>
                  <a:stretch>
                    <a:fillRect b="-87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69EB4EE8-5B4E-4097-A322-784B9C457674}"/>
                    </a:ext>
                  </a:extLst>
                </p:cNvPr>
                <p:cNvSpPr/>
                <p:nvPr/>
              </p:nvSpPr>
              <p:spPr>
                <a:xfrm>
                  <a:off x="680694" y="1937642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4" name="矩形 253">
                  <a:extLst>
                    <a:ext uri="{FF2B5EF4-FFF2-40B4-BE49-F238E27FC236}">
                      <a16:creationId xmlns:a16="http://schemas.microsoft.com/office/drawing/2014/main" id="{69EB4EE8-5B4E-4097-A322-784B9C45767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694" y="1937642"/>
                  <a:ext cx="889154" cy="34317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5" name="矩形 254">
                  <a:extLst>
                    <a:ext uri="{FF2B5EF4-FFF2-40B4-BE49-F238E27FC236}">
                      <a16:creationId xmlns:a16="http://schemas.microsoft.com/office/drawing/2014/main" id="{ADB96A3F-6FB2-42D8-9E50-43C201847A7C}"/>
                    </a:ext>
                  </a:extLst>
                </p:cNvPr>
                <p:cNvSpPr/>
                <p:nvPr/>
              </p:nvSpPr>
              <p:spPr>
                <a:xfrm>
                  <a:off x="2307316" y="1937642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</m:t>
                        </m:r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5" name="矩形 254">
                  <a:extLst>
                    <a:ext uri="{FF2B5EF4-FFF2-40B4-BE49-F238E27FC236}">
                      <a16:creationId xmlns:a16="http://schemas.microsoft.com/office/drawing/2014/main" id="{ADB96A3F-6FB2-42D8-9E50-43C201847A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7316" y="1937642"/>
                  <a:ext cx="889154" cy="34317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6" name="矩形 255">
                  <a:extLst>
                    <a:ext uri="{FF2B5EF4-FFF2-40B4-BE49-F238E27FC236}">
                      <a16:creationId xmlns:a16="http://schemas.microsoft.com/office/drawing/2014/main" id="{2DF06E1D-DE6F-4AC3-B5FB-5ED5DA15B19F}"/>
                    </a:ext>
                  </a:extLst>
                </p:cNvPr>
                <p:cNvSpPr/>
                <p:nvPr/>
              </p:nvSpPr>
              <p:spPr>
                <a:xfrm>
                  <a:off x="3972038" y="1937642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6" name="矩形 255">
                  <a:extLst>
                    <a:ext uri="{FF2B5EF4-FFF2-40B4-BE49-F238E27FC236}">
                      <a16:creationId xmlns:a16="http://schemas.microsoft.com/office/drawing/2014/main" id="{2DF06E1D-DE6F-4AC3-B5FB-5ED5DA15B1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72038" y="1937642"/>
                  <a:ext cx="733662" cy="34317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11730B68-B888-4253-81F5-33C838AA52E1}"/>
                    </a:ext>
                  </a:extLst>
                </p:cNvPr>
                <p:cNvSpPr/>
                <p:nvPr/>
              </p:nvSpPr>
              <p:spPr>
                <a:xfrm>
                  <a:off x="5690818" y="1937642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7" name="矩形 256">
                  <a:extLst>
                    <a:ext uri="{FF2B5EF4-FFF2-40B4-BE49-F238E27FC236}">
                      <a16:creationId xmlns:a16="http://schemas.microsoft.com/office/drawing/2014/main" id="{11730B68-B888-4253-81F5-33C838AA52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90818" y="1937642"/>
                  <a:ext cx="733662" cy="34317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4E4FAD64-43F0-4BD9-B7AD-6211EF98281C}"/>
                    </a:ext>
                  </a:extLst>
                </p:cNvPr>
                <p:cNvSpPr/>
                <p:nvPr/>
              </p:nvSpPr>
              <p:spPr>
                <a:xfrm>
                  <a:off x="7228623" y="1937642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8" name="矩形 257">
                  <a:extLst>
                    <a:ext uri="{FF2B5EF4-FFF2-40B4-BE49-F238E27FC236}">
                      <a16:creationId xmlns:a16="http://schemas.microsoft.com/office/drawing/2014/main" id="{4E4FAD64-43F0-4BD9-B7AD-6211EF9828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8623" y="1937642"/>
                  <a:ext cx="733662" cy="343171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9" name="矩形 258">
                  <a:extLst>
                    <a:ext uri="{FF2B5EF4-FFF2-40B4-BE49-F238E27FC236}">
                      <a16:creationId xmlns:a16="http://schemas.microsoft.com/office/drawing/2014/main" id="{79BCCC95-FE7A-4A13-BC1B-2E9839597C7F}"/>
                    </a:ext>
                  </a:extLst>
                </p:cNvPr>
                <p:cNvSpPr/>
                <p:nvPr/>
              </p:nvSpPr>
              <p:spPr>
                <a:xfrm>
                  <a:off x="1459578" y="5226709"/>
                  <a:ext cx="783035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0.1 </m:t>
                        </m:r>
                        <m:sSub>
                          <m:sSubPr>
                            <m:ctrlPr>
                              <a:rPr lang="en-US" altLang="zh-TW" sz="163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63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59" name="矩形 258">
                  <a:extLst>
                    <a:ext uri="{FF2B5EF4-FFF2-40B4-BE49-F238E27FC236}">
                      <a16:creationId xmlns:a16="http://schemas.microsoft.com/office/drawing/2014/main" id="{79BCCC95-FE7A-4A13-BC1B-2E9839597C7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9578" y="5226709"/>
                  <a:ext cx="783035" cy="343171"/>
                </a:xfrm>
                <a:prstGeom prst="rect">
                  <a:avLst/>
                </a:prstGeom>
                <a:blipFill>
                  <a:blip r:embed="rId12"/>
                  <a:stretch>
                    <a:fillRect b="-1071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0" name="矩形 259">
                  <a:extLst>
                    <a:ext uri="{FF2B5EF4-FFF2-40B4-BE49-F238E27FC236}">
                      <a16:creationId xmlns:a16="http://schemas.microsoft.com/office/drawing/2014/main" id="{398344E3-64D8-4CE0-9B3A-57828151AFBC}"/>
                    </a:ext>
                  </a:extLst>
                </p:cNvPr>
                <p:cNvSpPr/>
                <p:nvPr/>
              </p:nvSpPr>
              <p:spPr>
                <a:xfrm>
                  <a:off x="1529663" y="5606573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0" name="矩形 259">
                  <a:extLst>
                    <a:ext uri="{FF2B5EF4-FFF2-40B4-BE49-F238E27FC236}">
                      <a16:creationId xmlns:a16="http://schemas.microsoft.com/office/drawing/2014/main" id="{398344E3-64D8-4CE0-9B3A-57828151AFB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9663" y="5606573"/>
                  <a:ext cx="889154" cy="343171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1" name="矩形 260">
                  <a:extLst>
                    <a:ext uri="{FF2B5EF4-FFF2-40B4-BE49-F238E27FC236}">
                      <a16:creationId xmlns:a16="http://schemas.microsoft.com/office/drawing/2014/main" id="{AC32431E-EE34-4064-A175-F612662C94E9}"/>
                    </a:ext>
                  </a:extLst>
                </p:cNvPr>
                <p:cNvSpPr/>
                <p:nvPr/>
              </p:nvSpPr>
              <p:spPr>
                <a:xfrm>
                  <a:off x="2992462" y="5606574"/>
                  <a:ext cx="889154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ℓ=−1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1" name="矩形 260">
                  <a:extLst>
                    <a:ext uri="{FF2B5EF4-FFF2-40B4-BE49-F238E27FC236}">
                      <a16:creationId xmlns:a16="http://schemas.microsoft.com/office/drawing/2014/main" id="{AC32431E-EE34-4064-A175-F612662C94E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2462" y="5606574"/>
                  <a:ext cx="889154" cy="343171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2" name="矩形 261">
                  <a:extLst>
                    <a:ext uri="{FF2B5EF4-FFF2-40B4-BE49-F238E27FC236}">
                      <a16:creationId xmlns:a16="http://schemas.microsoft.com/office/drawing/2014/main" id="{59045CCB-FC7C-45BF-B766-16DAFAED3F4B}"/>
                    </a:ext>
                  </a:extLst>
                </p:cNvPr>
                <p:cNvSpPr/>
                <p:nvPr/>
              </p:nvSpPr>
              <p:spPr>
                <a:xfrm>
                  <a:off x="4502885" y="56065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ℓ=0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2" name="矩形 261">
                  <a:extLst>
                    <a:ext uri="{FF2B5EF4-FFF2-40B4-BE49-F238E27FC236}">
                      <a16:creationId xmlns:a16="http://schemas.microsoft.com/office/drawing/2014/main" id="{59045CCB-FC7C-45BF-B766-16DAFAED3F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02885" y="5606574"/>
                  <a:ext cx="733662" cy="343171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04B8F826-6F72-4206-963D-2CD5C8B8E93B}"/>
                    </a:ext>
                  </a:extLst>
                </p:cNvPr>
                <p:cNvSpPr/>
                <p:nvPr/>
              </p:nvSpPr>
              <p:spPr>
                <a:xfrm>
                  <a:off x="6048316" y="56065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ℓ=1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3" name="矩形 262">
                  <a:extLst>
                    <a:ext uri="{FF2B5EF4-FFF2-40B4-BE49-F238E27FC236}">
                      <a16:creationId xmlns:a16="http://schemas.microsoft.com/office/drawing/2014/main" id="{04B8F826-6F72-4206-963D-2CD5C8B8E9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8316" y="5606574"/>
                  <a:ext cx="733662" cy="343171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64" name="矩形 263">
                  <a:extLst>
                    <a:ext uri="{FF2B5EF4-FFF2-40B4-BE49-F238E27FC236}">
                      <a16:creationId xmlns:a16="http://schemas.microsoft.com/office/drawing/2014/main" id="{E4AEE6D0-356B-42B8-BF92-D04FD5D8291A}"/>
                    </a:ext>
                  </a:extLst>
                </p:cNvPr>
                <p:cNvSpPr/>
                <p:nvPr/>
              </p:nvSpPr>
              <p:spPr>
                <a:xfrm>
                  <a:off x="7450873" y="5606574"/>
                  <a:ext cx="733662" cy="343171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30" i="1">
                            <a:latin typeface="Cambria Math" panose="02040503050406030204" pitchFamily="18" charset="0"/>
                          </a:rPr>
                          <m:t>ℓ=2</m:t>
                        </m:r>
                      </m:oMath>
                    </m:oMathPara>
                  </a14:m>
                  <a:endParaRPr lang="zh-TW" altLang="en-US" sz="163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64" name="矩形 263">
                  <a:extLst>
                    <a:ext uri="{FF2B5EF4-FFF2-40B4-BE49-F238E27FC236}">
                      <a16:creationId xmlns:a16="http://schemas.microsoft.com/office/drawing/2014/main" id="{E4AEE6D0-356B-42B8-BF92-D04FD5D829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0873" y="5606574"/>
                  <a:ext cx="733662" cy="343171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5" name="矩形 264">
              <a:extLst>
                <a:ext uri="{FF2B5EF4-FFF2-40B4-BE49-F238E27FC236}">
                  <a16:creationId xmlns:a16="http://schemas.microsoft.com/office/drawing/2014/main" id="{D400C94E-BEE1-4CB7-A22B-C402723A2570}"/>
                </a:ext>
              </a:extLst>
            </p:cNvPr>
            <p:cNvSpPr/>
            <p:nvPr/>
          </p:nvSpPr>
          <p:spPr>
            <a:xfrm rot="5400000">
              <a:off x="8558755" y="1383317"/>
              <a:ext cx="1359668" cy="34317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6" name="矩形 265">
              <a:extLst>
                <a:ext uri="{FF2B5EF4-FFF2-40B4-BE49-F238E27FC236}">
                  <a16:creationId xmlns:a16="http://schemas.microsoft.com/office/drawing/2014/main" id="{4507BFD4-80DD-4C88-BAD0-FA59E29A9B08}"/>
                </a:ext>
              </a:extLst>
            </p:cNvPr>
            <p:cNvSpPr/>
            <p:nvPr/>
          </p:nvSpPr>
          <p:spPr>
            <a:xfrm rot="5400000">
              <a:off x="8558755" y="4688167"/>
              <a:ext cx="1359668" cy="34317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63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arbitrary units</a:t>
              </a:r>
              <a:endParaRPr lang="zh-TW" altLang="en-US" sz="163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67" name="群組 266">
              <a:extLst>
                <a:ext uri="{FF2B5EF4-FFF2-40B4-BE49-F238E27FC236}">
                  <a16:creationId xmlns:a16="http://schemas.microsoft.com/office/drawing/2014/main" id="{DA4B229F-6242-4A27-9F3E-C3CBA9E27020}"/>
                </a:ext>
              </a:extLst>
            </p:cNvPr>
            <p:cNvGrpSpPr/>
            <p:nvPr/>
          </p:nvGrpSpPr>
          <p:grpSpPr>
            <a:xfrm>
              <a:off x="908410" y="809305"/>
              <a:ext cx="703953" cy="629156"/>
              <a:chOff x="-1051588" y="926660"/>
              <a:chExt cx="645259" cy="576699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8" name="文字方塊 277">
                    <a:extLst>
                      <a:ext uri="{FF2B5EF4-FFF2-40B4-BE49-F238E27FC236}">
                        <a16:creationId xmlns:a16="http://schemas.microsoft.com/office/drawing/2014/main" id="{1DCA7ED1-C6DF-4238-A6EA-89995713FD97}"/>
                      </a:ext>
                    </a:extLst>
                  </p:cNvPr>
                  <p:cNvSpPr txBox="1"/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278" name="文字方塊 277">
                    <a:extLst>
                      <a:ext uri="{FF2B5EF4-FFF2-40B4-BE49-F238E27FC236}">
                        <a16:creationId xmlns:a16="http://schemas.microsoft.com/office/drawing/2014/main" id="{1DCA7ED1-C6DF-4238-A6EA-89995713FD9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51588" y="926660"/>
                    <a:ext cx="323387" cy="335658"/>
                  </a:xfrm>
                  <a:prstGeom prst="rect">
                    <a:avLst/>
                  </a:prstGeom>
                  <a:blipFill>
                    <a:blip r:embed="rId18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9" name="文字方塊 278">
                    <a:extLst>
                      <a:ext uri="{FF2B5EF4-FFF2-40B4-BE49-F238E27FC236}">
                        <a16:creationId xmlns:a16="http://schemas.microsoft.com/office/drawing/2014/main" id="{81975D7E-C0BD-4713-84BE-05259DAF8C12}"/>
                      </a:ext>
                    </a:extLst>
                  </p:cNvPr>
                  <p:cNvSpPr txBox="1"/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279" name="文字方塊 278">
                    <a:extLst>
                      <a:ext uri="{FF2B5EF4-FFF2-40B4-BE49-F238E27FC236}">
                        <a16:creationId xmlns:a16="http://schemas.microsoft.com/office/drawing/2014/main" id="{81975D7E-C0BD-4713-84BE-05259DAF8C1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13248" y="1188801"/>
                    <a:ext cx="406919" cy="314558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b="-526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80" name="箭號: 向右 279">
                <a:extLst>
                  <a:ext uri="{FF2B5EF4-FFF2-40B4-BE49-F238E27FC236}">
                    <a16:creationId xmlns:a16="http://schemas.microsoft.com/office/drawing/2014/main" id="{A8A6788E-178E-4359-A5E5-749475B64C5C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箭號: 向右 280">
                <a:extLst>
                  <a:ext uri="{FF2B5EF4-FFF2-40B4-BE49-F238E27FC236}">
                    <a16:creationId xmlns:a16="http://schemas.microsoft.com/office/drawing/2014/main" id="{FEED7821-B0D8-4E8F-AA25-5D1DEA18901C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8" name="群組 267">
              <a:extLst>
                <a:ext uri="{FF2B5EF4-FFF2-40B4-BE49-F238E27FC236}">
                  <a16:creationId xmlns:a16="http://schemas.microsoft.com/office/drawing/2014/main" id="{0E3F31E3-C952-482B-9BC7-E768D7D68741}"/>
                </a:ext>
              </a:extLst>
            </p:cNvPr>
            <p:cNvGrpSpPr/>
            <p:nvPr/>
          </p:nvGrpSpPr>
          <p:grpSpPr>
            <a:xfrm>
              <a:off x="1742859" y="4466043"/>
              <a:ext cx="688366" cy="625691"/>
              <a:chOff x="-1026188" y="931423"/>
              <a:chExt cx="630972" cy="573523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4" name="文字方塊 273">
                    <a:extLst>
                      <a:ext uri="{FF2B5EF4-FFF2-40B4-BE49-F238E27FC236}">
                        <a16:creationId xmlns:a16="http://schemas.microsoft.com/office/drawing/2014/main" id="{1CD21653-A1AD-4400-90CC-55C9F1C414B4}"/>
                      </a:ext>
                    </a:extLst>
                  </p:cNvPr>
                  <p:cNvSpPr txBox="1"/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274" name="文字方塊 273">
                    <a:extLst>
                      <a:ext uri="{FF2B5EF4-FFF2-40B4-BE49-F238E27FC236}">
                        <a16:creationId xmlns:a16="http://schemas.microsoft.com/office/drawing/2014/main" id="{1CD21653-A1AD-4400-90CC-55C9F1C414B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1026188" y="931423"/>
                    <a:ext cx="323387" cy="335658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r="-3448" b="-166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75" name="文字方塊 274">
                    <a:extLst>
                      <a:ext uri="{FF2B5EF4-FFF2-40B4-BE49-F238E27FC236}">
                        <a16:creationId xmlns:a16="http://schemas.microsoft.com/office/drawing/2014/main" id="{87ADA85D-6E70-4FED-874F-D10BD8CB47F5}"/>
                      </a:ext>
                    </a:extLst>
                  </p:cNvPr>
                  <p:cNvSpPr txBox="1"/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zh-TW" sz="1630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sub>
                          </m:sSub>
                        </m:oMath>
                      </m:oMathPara>
                    </a14:m>
                    <a:endParaRPr lang="en-US" altLang="zh-TW" sz="163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mc:Choice>
            <mc:Fallback>
              <p:sp>
                <p:nvSpPr>
                  <p:cNvPr id="275" name="文字方塊 274">
                    <a:extLst>
                      <a:ext uri="{FF2B5EF4-FFF2-40B4-BE49-F238E27FC236}">
                        <a16:creationId xmlns:a16="http://schemas.microsoft.com/office/drawing/2014/main" id="{87ADA85D-6E70-4FED-874F-D10BD8CB47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-802135" y="1190388"/>
                    <a:ext cx="406919" cy="314558"/>
                  </a:xfrm>
                  <a:prstGeom prst="rect">
                    <a:avLst/>
                  </a:prstGeom>
                  <a:blipFill>
                    <a:blip r:embed="rId21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6" name="箭號: 向右 275">
                <a:extLst>
                  <a:ext uri="{FF2B5EF4-FFF2-40B4-BE49-F238E27FC236}">
                    <a16:creationId xmlns:a16="http://schemas.microsoft.com/office/drawing/2014/main" id="{770AE165-61BB-473D-9254-44D70D2D158D}"/>
                  </a:ext>
                </a:extLst>
              </p:cNvPr>
              <p:cNvSpPr/>
              <p:nvPr/>
            </p:nvSpPr>
            <p:spPr>
              <a:xfrm>
                <a:off x="-837092" y="1356364"/>
                <a:ext cx="92654" cy="2754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7" name="箭號: 向右 276">
                <a:extLst>
                  <a:ext uri="{FF2B5EF4-FFF2-40B4-BE49-F238E27FC236}">
                    <a16:creationId xmlns:a16="http://schemas.microsoft.com/office/drawing/2014/main" id="{614AEB28-253F-4993-A1D4-48EF43196C0C}"/>
                  </a:ext>
                </a:extLst>
              </p:cNvPr>
              <p:cNvSpPr/>
              <p:nvPr/>
            </p:nvSpPr>
            <p:spPr>
              <a:xfrm rot="16200000">
                <a:off x="-877012" y="1316853"/>
                <a:ext cx="91764" cy="27808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3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pic>
          <p:nvPicPr>
            <p:cNvPr id="269" name="圖片 268">
              <a:extLst>
                <a:ext uri="{FF2B5EF4-FFF2-40B4-BE49-F238E27FC236}">
                  <a16:creationId xmlns:a16="http://schemas.microsoft.com/office/drawing/2014/main" id="{AAE5FB84-838D-42FC-AF41-CB5DC6EF46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4750" r="9756"/>
            <a:stretch/>
          </p:blipFill>
          <p:spPr>
            <a:xfrm>
              <a:off x="8588386" y="655368"/>
              <a:ext cx="554183" cy="1681200"/>
            </a:xfrm>
            <a:prstGeom prst="rect">
              <a:avLst/>
            </a:prstGeom>
          </p:spPr>
        </p:pic>
        <p:pic>
          <p:nvPicPr>
            <p:cNvPr id="270" name="圖片 269">
              <a:extLst>
                <a:ext uri="{FF2B5EF4-FFF2-40B4-BE49-F238E27FC236}">
                  <a16:creationId xmlns:a16="http://schemas.microsoft.com/office/drawing/2014/main" id="{F157FA9A-98EF-4516-AE35-187962CFDA6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r="72281"/>
            <a:stretch/>
          </p:blipFill>
          <p:spPr>
            <a:xfrm>
              <a:off x="296787" y="5407"/>
              <a:ext cx="907359" cy="448871"/>
            </a:xfrm>
            <a:prstGeom prst="rect">
              <a:avLst/>
            </a:prstGeom>
          </p:spPr>
        </p:pic>
        <p:pic>
          <p:nvPicPr>
            <p:cNvPr id="271" name="圖片 270">
              <a:extLst>
                <a:ext uri="{FF2B5EF4-FFF2-40B4-BE49-F238E27FC236}">
                  <a16:creationId xmlns:a16="http://schemas.microsoft.com/office/drawing/2014/main" id="{53AF8546-BA0D-431B-9720-D4AA06DC8E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8538" r="36079"/>
            <a:stretch/>
          </p:blipFill>
          <p:spPr>
            <a:xfrm>
              <a:off x="296787" y="2435062"/>
              <a:ext cx="1158240" cy="448871"/>
            </a:xfrm>
            <a:prstGeom prst="rect">
              <a:avLst/>
            </a:prstGeom>
          </p:spPr>
        </p:pic>
        <p:pic>
          <p:nvPicPr>
            <p:cNvPr id="272" name="圖片 271">
              <a:extLst>
                <a:ext uri="{FF2B5EF4-FFF2-40B4-BE49-F238E27FC236}">
                  <a16:creationId xmlns:a16="http://schemas.microsoft.com/office/drawing/2014/main" id="{7468B6E1-A0E2-4B23-9D46-61F376D4E0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3840" r="19837"/>
            <a:stretch/>
          </p:blipFill>
          <p:spPr>
            <a:xfrm>
              <a:off x="555610" y="4688301"/>
              <a:ext cx="601980" cy="505704"/>
            </a:xfrm>
            <a:prstGeom prst="rect">
              <a:avLst/>
            </a:prstGeom>
          </p:spPr>
        </p:pic>
        <p:pic>
          <p:nvPicPr>
            <p:cNvPr id="273" name="圖片 272">
              <a:extLst>
                <a:ext uri="{FF2B5EF4-FFF2-40B4-BE49-F238E27FC236}">
                  <a16:creationId xmlns:a16="http://schemas.microsoft.com/office/drawing/2014/main" id="{E074A7D9-C35F-4EDD-91A7-F385F0D791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80038"/>
            <a:stretch/>
          </p:blipFill>
          <p:spPr>
            <a:xfrm>
              <a:off x="488537" y="3437431"/>
              <a:ext cx="736126" cy="50570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829692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480</TotalTime>
  <Words>46</Words>
  <Application>Microsoft Office PowerPoint</Application>
  <PresentationFormat>自訂</PresentationFormat>
  <Paragraphs>18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8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44</cp:revision>
  <dcterms:created xsi:type="dcterms:W3CDTF">2026-03-29T16:54:49Z</dcterms:created>
  <dcterms:modified xsi:type="dcterms:W3CDTF">2026-06-18T14:31:59Z</dcterms:modified>
</cp:coreProperties>
</file>