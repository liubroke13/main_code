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81" r:id="rId3"/>
    <p:sldId id="282" r:id="rId4"/>
    <p:sldId id="283" r:id="rId5"/>
    <p:sldId id="284" r:id="rId6"/>
    <p:sldId id="285" r:id="rId7"/>
  </p:sldIdLst>
  <p:sldSz cx="989965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58" autoAdjust="0"/>
    <p:restoredTop sz="94660"/>
  </p:normalViewPr>
  <p:slideViewPr>
    <p:cSldViewPr snapToGrid="0">
      <p:cViewPr varScale="1">
        <p:scale>
          <a:sx n="50" d="100"/>
          <a:sy n="50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474" y="1767462"/>
            <a:ext cx="8414703" cy="3759917"/>
          </a:xfrm>
        </p:spPr>
        <p:txBody>
          <a:bodyPr anchor="b"/>
          <a:lstStyle>
            <a:lvl1pPr algn="ctr">
              <a:defRPr sz="649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456" y="5672376"/>
            <a:ext cx="7424738" cy="2607442"/>
          </a:xfrm>
        </p:spPr>
        <p:txBody>
          <a:bodyPr/>
          <a:lstStyle>
            <a:lvl1pPr marL="0" indent="0" algn="ctr">
              <a:buNone/>
              <a:defRPr sz="2598"/>
            </a:lvl1pPr>
            <a:lvl2pPr marL="494965" indent="0" algn="ctr">
              <a:buNone/>
              <a:defRPr sz="2165"/>
            </a:lvl2pPr>
            <a:lvl3pPr marL="989929" indent="0" algn="ctr">
              <a:buNone/>
              <a:defRPr sz="1949"/>
            </a:lvl3pPr>
            <a:lvl4pPr marL="1484894" indent="0" algn="ctr">
              <a:buNone/>
              <a:defRPr sz="1732"/>
            </a:lvl4pPr>
            <a:lvl5pPr marL="1979859" indent="0" algn="ctr">
              <a:buNone/>
              <a:defRPr sz="1732"/>
            </a:lvl5pPr>
            <a:lvl6pPr marL="2474824" indent="0" algn="ctr">
              <a:buNone/>
              <a:defRPr sz="1732"/>
            </a:lvl6pPr>
            <a:lvl7pPr marL="2969788" indent="0" algn="ctr">
              <a:buNone/>
              <a:defRPr sz="1732"/>
            </a:lvl7pPr>
            <a:lvl8pPr marL="3464753" indent="0" algn="ctr">
              <a:buNone/>
              <a:defRPr sz="1732"/>
            </a:lvl8pPr>
            <a:lvl9pPr marL="3959718" indent="0" algn="ctr">
              <a:buNone/>
              <a:defRPr sz="173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80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11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445" y="2692444"/>
            <a:ext cx="8538448" cy="4492401"/>
          </a:xfrm>
        </p:spPr>
        <p:txBody>
          <a:bodyPr anchor="b"/>
          <a:lstStyle>
            <a:lvl1pPr>
              <a:defRPr sz="649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445" y="7227345"/>
            <a:ext cx="8538448" cy="2362447"/>
          </a:xfrm>
        </p:spPr>
        <p:txBody>
          <a:bodyPr/>
          <a:lstStyle>
            <a:lvl1pPr marL="0" indent="0">
              <a:buNone/>
              <a:defRPr sz="2598">
                <a:solidFill>
                  <a:schemeClr val="tx1"/>
                </a:solidFill>
              </a:defRPr>
            </a:lvl1pPr>
            <a:lvl2pPr marL="494965" indent="0">
              <a:buNone/>
              <a:defRPr sz="2165">
                <a:solidFill>
                  <a:schemeClr val="tx1">
                    <a:tint val="75000"/>
                  </a:schemeClr>
                </a:solidFill>
              </a:defRPr>
            </a:lvl2pPr>
            <a:lvl3pPr marL="989929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3pPr>
            <a:lvl4pPr marL="1484894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4pPr>
            <a:lvl5pPr marL="1979859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5pPr>
            <a:lvl6pPr marL="2474824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6pPr>
            <a:lvl7pPr marL="2969788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7pPr>
            <a:lvl8pPr marL="3464753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8pPr>
            <a:lvl9pPr marL="3959718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11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601" y="2874937"/>
            <a:ext cx="4207351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698" y="2874937"/>
            <a:ext cx="4207351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10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574990"/>
            <a:ext cx="8538448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892" y="2647443"/>
            <a:ext cx="4188015" cy="1297471"/>
          </a:xfrm>
        </p:spPr>
        <p:txBody>
          <a:bodyPr anchor="b"/>
          <a:lstStyle>
            <a:lvl1pPr marL="0" indent="0">
              <a:buNone/>
              <a:defRPr sz="2598" b="1"/>
            </a:lvl1pPr>
            <a:lvl2pPr marL="494965" indent="0">
              <a:buNone/>
              <a:defRPr sz="2165" b="1"/>
            </a:lvl2pPr>
            <a:lvl3pPr marL="989929" indent="0">
              <a:buNone/>
              <a:defRPr sz="1949" b="1"/>
            </a:lvl3pPr>
            <a:lvl4pPr marL="1484894" indent="0">
              <a:buNone/>
              <a:defRPr sz="1732" b="1"/>
            </a:lvl4pPr>
            <a:lvl5pPr marL="1979859" indent="0">
              <a:buNone/>
              <a:defRPr sz="1732" b="1"/>
            </a:lvl5pPr>
            <a:lvl6pPr marL="2474824" indent="0">
              <a:buNone/>
              <a:defRPr sz="1732" b="1"/>
            </a:lvl6pPr>
            <a:lvl7pPr marL="2969788" indent="0">
              <a:buNone/>
              <a:defRPr sz="1732" b="1"/>
            </a:lvl7pPr>
            <a:lvl8pPr marL="3464753" indent="0">
              <a:buNone/>
              <a:defRPr sz="1732" b="1"/>
            </a:lvl8pPr>
            <a:lvl9pPr marL="3959718" indent="0">
              <a:buNone/>
              <a:defRPr sz="173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1892" y="3944914"/>
            <a:ext cx="4188015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698" y="2647443"/>
            <a:ext cx="4208641" cy="1297471"/>
          </a:xfrm>
        </p:spPr>
        <p:txBody>
          <a:bodyPr anchor="b"/>
          <a:lstStyle>
            <a:lvl1pPr marL="0" indent="0">
              <a:buNone/>
              <a:defRPr sz="2598" b="1"/>
            </a:lvl1pPr>
            <a:lvl2pPr marL="494965" indent="0">
              <a:buNone/>
              <a:defRPr sz="2165" b="1"/>
            </a:lvl2pPr>
            <a:lvl3pPr marL="989929" indent="0">
              <a:buNone/>
              <a:defRPr sz="1949" b="1"/>
            </a:lvl3pPr>
            <a:lvl4pPr marL="1484894" indent="0">
              <a:buNone/>
              <a:defRPr sz="1732" b="1"/>
            </a:lvl4pPr>
            <a:lvl5pPr marL="1979859" indent="0">
              <a:buNone/>
              <a:defRPr sz="1732" b="1"/>
            </a:lvl5pPr>
            <a:lvl6pPr marL="2474824" indent="0">
              <a:buNone/>
              <a:defRPr sz="1732" b="1"/>
            </a:lvl6pPr>
            <a:lvl7pPr marL="2969788" indent="0">
              <a:buNone/>
              <a:defRPr sz="1732" b="1"/>
            </a:lvl7pPr>
            <a:lvl8pPr marL="3464753" indent="0">
              <a:buNone/>
              <a:defRPr sz="1732" b="1"/>
            </a:lvl8pPr>
            <a:lvl9pPr marL="3959718" indent="0">
              <a:buNone/>
              <a:defRPr sz="173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1698" y="3944914"/>
            <a:ext cx="4208641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2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328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69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719984"/>
            <a:ext cx="3192895" cy="2519945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641" y="1554968"/>
            <a:ext cx="5011698" cy="7674832"/>
          </a:xfrm>
        </p:spPr>
        <p:txBody>
          <a:bodyPr/>
          <a:lstStyle>
            <a:lvl1pPr>
              <a:defRPr sz="3464"/>
            </a:lvl1pPr>
            <a:lvl2pPr>
              <a:defRPr sz="3031"/>
            </a:lvl2pPr>
            <a:lvl3pPr>
              <a:defRPr sz="2598"/>
            </a:lvl3pPr>
            <a:lvl4pPr>
              <a:defRPr sz="2165"/>
            </a:lvl4pPr>
            <a:lvl5pPr>
              <a:defRPr sz="2165"/>
            </a:lvl5pPr>
            <a:lvl6pPr>
              <a:defRPr sz="2165"/>
            </a:lvl6pPr>
            <a:lvl7pPr>
              <a:defRPr sz="2165"/>
            </a:lvl7pPr>
            <a:lvl8pPr>
              <a:defRPr sz="2165"/>
            </a:lvl8pPr>
            <a:lvl9pPr>
              <a:defRPr sz="216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0" y="3239929"/>
            <a:ext cx="3192895" cy="6002369"/>
          </a:xfrm>
        </p:spPr>
        <p:txBody>
          <a:bodyPr/>
          <a:lstStyle>
            <a:lvl1pPr marL="0" indent="0">
              <a:buNone/>
              <a:defRPr sz="1732"/>
            </a:lvl1pPr>
            <a:lvl2pPr marL="494965" indent="0">
              <a:buNone/>
              <a:defRPr sz="1516"/>
            </a:lvl2pPr>
            <a:lvl3pPr marL="989929" indent="0">
              <a:buNone/>
              <a:defRPr sz="1299"/>
            </a:lvl3pPr>
            <a:lvl4pPr marL="1484894" indent="0">
              <a:buNone/>
              <a:defRPr sz="1083"/>
            </a:lvl4pPr>
            <a:lvl5pPr marL="1979859" indent="0">
              <a:buNone/>
              <a:defRPr sz="1083"/>
            </a:lvl5pPr>
            <a:lvl6pPr marL="2474824" indent="0">
              <a:buNone/>
              <a:defRPr sz="1083"/>
            </a:lvl6pPr>
            <a:lvl7pPr marL="2969788" indent="0">
              <a:buNone/>
              <a:defRPr sz="1083"/>
            </a:lvl7pPr>
            <a:lvl8pPr marL="3464753" indent="0">
              <a:buNone/>
              <a:defRPr sz="1083"/>
            </a:lvl8pPr>
            <a:lvl9pPr marL="395971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563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719984"/>
            <a:ext cx="3192895" cy="2519945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8641" y="1554968"/>
            <a:ext cx="5011698" cy="7674832"/>
          </a:xfrm>
        </p:spPr>
        <p:txBody>
          <a:bodyPr anchor="t"/>
          <a:lstStyle>
            <a:lvl1pPr marL="0" indent="0">
              <a:buNone/>
              <a:defRPr sz="3464"/>
            </a:lvl1pPr>
            <a:lvl2pPr marL="494965" indent="0">
              <a:buNone/>
              <a:defRPr sz="3031"/>
            </a:lvl2pPr>
            <a:lvl3pPr marL="989929" indent="0">
              <a:buNone/>
              <a:defRPr sz="2598"/>
            </a:lvl3pPr>
            <a:lvl4pPr marL="1484894" indent="0">
              <a:buNone/>
              <a:defRPr sz="2165"/>
            </a:lvl4pPr>
            <a:lvl5pPr marL="1979859" indent="0">
              <a:buNone/>
              <a:defRPr sz="2165"/>
            </a:lvl5pPr>
            <a:lvl6pPr marL="2474824" indent="0">
              <a:buNone/>
              <a:defRPr sz="2165"/>
            </a:lvl6pPr>
            <a:lvl7pPr marL="2969788" indent="0">
              <a:buNone/>
              <a:defRPr sz="2165"/>
            </a:lvl7pPr>
            <a:lvl8pPr marL="3464753" indent="0">
              <a:buNone/>
              <a:defRPr sz="2165"/>
            </a:lvl8pPr>
            <a:lvl9pPr marL="3959718" indent="0">
              <a:buNone/>
              <a:defRPr sz="216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0" y="3239929"/>
            <a:ext cx="3192895" cy="6002369"/>
          </a:xfrm>
        </p:spPr>
        <p:txBody>
          <a:bodyPr/>
          <a:lstStyle>
            <a:lvl1pPr marL="0" indent="0">
              <a:buNone/>
              <a:defRPr sz="1732"/>
            </a:lvl1pPr>
            <a:lvl2pPr marL="494965" indent="0">
              <a:buNone/>
              <a:defRPr sz="1516"/>
            </a:lvl2pPr>
            <a:lvl3pPr marL="989929" indent="0">
              <a:buNone/>
              <a:defRPr sz="1299"/>
            </a:lvl3pPr>
            <a:lvl4pPr marL="1484894" indent="0">
              <a:buNone/>
              <a:defRPr sz="1083"/>
            </a:lvl4pPr>
            <a:lvl5pPr marL="1979859" indent="0">
              <a:buNone/>
              <a:defRPr sz="1083"/>
            </a:lvl5pPr>
            <a:lvl6pPr marL="2474824" indent="0">
              <a:buNone/>
              <a:defRPr sz="1083"/>
            </a:lvl6pPr>
            <a:lvl7pPr marL="2969788" indent="0">
              <a:buNone/>
              <a:defRPr sz="1083"/>
            </a:lvl7pPr>
            <a:lvl8pPr marL="3464753" indent="0">
              <a:buNone/>
              <a:defRPr sz="1083"/>
            </a:lvl8pPr>
            <a:lvl9pPr marL="395971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530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9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4438" y="574987"/>
            <a:ext cx="2134612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602" y="574987"/>
            <a:ext cx="6280090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33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601" y="574990"/>
            <a:ext cx="853844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601" y="2874937"/>
            <a:ext cx="853844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601" y="10009783"/>
            <a:ext cx="222742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DF4A2-C55B-48AA-91DE-70D726D21B61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259" y="10009783"/>
            <a:ext cx="334113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1628" y="10009783"/>
            <a:ext cx="222742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7665A-2EFE-4EF7-BAF3-AC0C09AD25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51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9929" rtl="0" eaLnBrk="1" latinLnBrk="0" hangingPunct="1">
        <a:lnSpc>
          <a:spcPct val="90000"/>
        </a:lnSpc>
        <a:spcBef>
          <a:spcPct val="0"/>
        </a:spcBef>
        <a:buNone/>
        <a:defRPr sz="47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482" indent="-247482" algn="l" defTabSz="989929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1" kern="1200">
          <a:solidFill>
            <a:schemeClr val="tx1"/>
          </a:solidFill>
          <a:latin typeface="+mn-lt"/>
          <a:ea typeface="+mn-ea"/>
          <a:cs typeface="+mn-cs"/>
        </a:defRPr>
      </a:lvl1pPr>
      <a:lvl2pPr marL="742447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2pPr>
      <a:lvl3pPr marL="1237412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2165" kern="1200">
          <a:solidFill>
            <a:schemeClr val="tx1"/>
          </a:solidFill>
          <a:latin typeface="+mn-lt"/>
          <a:ea typeface="+mn-ea"/>
          <a:cs typeface="+mn-cs"/>
        </a:defRPr>
      </a:lvl3pPr>
      <a:lvl4pPr marL="1732377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4pPr>
      <a:lvl5pPr marL="2227341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5pPr>
      <a:lvl6pPr marL="2722306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6pPr>
      <a:lvl7pPr marL="3217271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7pPr>
      <a:lvl8pPr marL="3712235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8pPr>
      <a:lvl9pPr marL="4207200" indent="-247482" algn="l" defTabSz="989929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1pPr>
      <a:lvl2pPr marL="494965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2pPr>
      <a:lvl3pPr marL="989929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484894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4pPr>
      <a:lvl5pPr marL="1979859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5pPr>
      <a:lvl6pPr marL="2474824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6pPr>
      <a:lvl7pPr marL="2969788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7pPr>
      <a:lvl8pPr marL="3464753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8pPr>
      <a:lvl9pPr marL="3959718" algn="l" defTabSz="989929" rtl="0" eaLnBrk="1" latinLnBrk="0" hangingPunct="1">
        <a:defRPr sz="19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47.png"/><Relationship Id="rId21" Type="http://schemas.openxmlformats.org/officeDocument/2006/relationships/image" Target="../media/image30.png"/><Relationship Id="rId34" Type="http://schemas.openxmlformats.org/officeDocument/2006/relationships/image" Target="../media/image55.png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2" Type="http://schemas.openxmlformats.org/officeDocument/2006/relationships/image" Target="../media/image38.png"/><Relationship Id="rId16" Type="http://schemas.openxmlformats.org/officeDocument/2006/relationships/image" Target="../media/image14.png"/><Relationship Id="rId20" Type="http://schemas.openxmlformats.org/officeDocument/2006/relationships/image" Target="../media/image29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9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5" Type="http://schemas.openxmlformats.org/officeDocument/2006/relationships/image" Target="../media/image41.png"/><Relationship Id="rId15" Type="http://schemas.openxmlformats.org/officeDocument/2006/relationships/image" Target="../media/image13.png"/><Relationship Id="rId23" Type="http://schemas.openxmlformats.org/officeDocument/2006/relationships/image" Target="../media/image32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43.png"/><Relationship Id="rId19" Type="http://schemas.openxmlformats.org/officeDocument/2006/relationships/image" Target="../media/image17.png"/><Relationship Id="rId31" Type="http://schemas.openxmlformats.org/officeDocument/2006/relationships/image" Target="../media/image52.png"/><Relationship Id="rId4" Type="http://schemas.openxmlformats.org/officeDocument/2006/relationships/image" Target="../media/image40.png"/><Relationship Id="rId9" Type="http://schemas.openxmlformats.org/officeDocument/2006/relationships/image" Target="../media/image42.png"/><Relationship Id="rId14" Type="http://schemas.openxmlformats.org/officeDocument/2006/relationships/image" Target="../media/image44.png"/><Relationship Id="rId22" Type="http://schemas.openxmlformats.org/officeDocument/2006/relationships/image" Target="../media/image31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5.png"/><Relationship Id="rId3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3.png"/><Relationship Id="rId39" Type="http://schemas.openxmlformats.org/officeDocument/2006/relationships/image" Target="../media/image85.png"/><Relationship Id="rId21" Type="http://schemas.openxmlformats.org/officeDocument/2006/relationships/image" Target="../media/image54.png"/><Relationship Id="rId34" Type="http://schemas.openxmlformats.org/officeDocument/2006/relationships/image" Target="../media/image81.png"/><Relationship Id="rId42" Type="http://schemas.openxmlformats.org/officeDocument/2006/relationships/image" Target="../media/image88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6" Type="http://schemas.openxmlformats.org/officeDocument/2006/relationships/image" Target="../media/image69.png"/><Relationship Id="rId20" Type="http://schemas.openxmlformats.org/officeDocument/2006/relationships/image" Target="../media/image25.png"/><Relationship Id="rId29" Type="http://schemas.openxmlformats.org/officeDocument/2006/relationships/image" Target="../media/image76.png"/><Relationship Id="rId41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64.png"/><Relationship Id="rId24" Type="http://schemas.openxmlformats.org/officeDocument/2006/relationships/image" Target="../media/image57.png"/><Relationship Id="rId32" Type="http://schemas.openxmlformats.org/officeDocument/2006/relationships/image" Target="../media/image79.png"/><Relationship Id="rId37" Type="http://schemas.openxmlformats.org/officeDocument/2006/relationships/image" Target="../media/image84.png"/><Relationship Id="rId40" Type="http://schemas.openxmlformats.org/officeDocument/2006/relationships/image" Target="../media/image86.png"/><Relationship Id="rId5" Type="http://schemas.openxmlformats.org/officeDocument/2006/relationships/image" Target="../media/image5.png"/><Relationship Id="rId15" Type="http://schemas.openxmlformats.org/officeDocument/2006/relationships/image" Target="../media/image68.png"/><Relationship Id="rId23" Type="http://schemas.openxmlformats.org/officeDocument/2006/relationships/image" Target="../media/image56.png"/><Relationship Id="rId28" Type="http://schemas.openxmlformats.org/officeDocument/2006/relationships/image" Target="../media/image75.png"/><Relationship Id="rId36" Type="http://schemas.openxmlformats.org/officeDocument/2006/relationships/image" Target="../media/image83.png"/><Relationship Id="rId10" Type="http://schemas.openxmlformats.org/officeDocument/2006/relationships/image" Target="../media/image63.png"/><Relationship Id="rId19" Type="http://schemas.openxmlformats.org/officeDocument/2006/relationships/image" Target="../media/image24.png"/><Relationship Id="rId31" Type="http://schemas.openxmlformats.org/officeDocument/2006/relationships/image" Target="../media/image78.png"/><Relationship Id="rId44" Type="http://schemas.openxmlformats.org/officeDocument/2006/relationships/image" Target="../media/image90.png"/><Relationship Id="rId4" Type="http://schemas.openxmlformats.org/officeDocument/2006/relationships/image" Target="../media/image4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55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Relationship Id="rId35" Type="http://schemas.openxmlformats.org/officeDocument/2006/relationships/image" Target="../media/image82.png"/><Relationship Id="rId43" Type="http://schemas.openxmlformats.org/officeDocument/2006/relationships/image" Target="../media/image89.svg"/><Relationship Id="rId8" Type="http://schemas.openxmlformats.org/officeDocument/2006/relationships/image" Target="../media/image11.png"/><Relationship Id="rId3" Type="http://schemas.openxmlformats.org/officeDocument/2006/relationships/image" Target="../media/image61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2.png"/><Relationship Id="rId33" Type="http://schemas.openxmlformats.org/officeDocument/2006/relationships/image" Target="../media/image80.png"/><Relationship Id="rId38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97.png"/><Relationship Id="rId26" Type="http://schemas.openxmlformats.org/officeDocument/2006/relationships/image" Target="../media/image72.png"/><Relationship Id="rId39" Type="http://schemas.openxmlformats.org/officeDocument/2006/relationships/image" Target="../media/image350.png"/><Relationship Id="rId21" Type="http://schemas.openxmlformats.org/officeDocument/2006/relationships/image" Target="../media/image100.png"/><Relationship Id="rId34" Type="http://schemas.openxmlformats.org/officeDocument/2006/relationships/image" Target="../media/image101.png"/><Relationship Id="rId42" Type="http://schemas.openxmlformats.org/officeDocument/2006/relationships/image" Target="../media/image105.png"/><Relationship Id="rId47" Type="http://schemas.openxmlformats.org/officeDocument/2006/relationships/image" Target="../media/image110.png"/><Relationship Id="rId7" Type="http://schemas.openxmlformats.org/officeDocument/2006/relationships/image" Target="../media/image9.png"/><Relationship Id="rId2" Type="http://schemas.openxmlformats.org/officeDocument/2006/relationships/image" Target="../media/image91.png"/><Relationship Id="rId16" Type="http://schemas.openxmlformats.org/officeDocument/2006/relationships/image" Target="../media/image95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3.png"/><Relationship Id="rId24" Type="http://schemas.openxmlformats.org/officeDocument/2006/relationships/image" Target="../media/image56.png"/><Relationship Id="rId32" Type="http://schemas.openxmlformats.org/officeDocument/2006/relationships/image" Target="../media/image78.png"/><Relationship Id="rId40" Type="http://schemas.openxmlformats.org/officeDocument/2006/relationships/image" Target="../media/image103.png"/><Relationship Id="rId45" Type="http://schemas.openxmlformats.org/officeDocument/2006/relationships/image" Target="../media/image108.png"/><Relationship Id="rId5" Type="http://schemas.openxmlformats.org/officeDocument/2006/relationships/image" Target="../media/image4.png"/><Relationship Id="rId15" Type="http://schemas.openxmlformats.org/officeDocument/2006/relationships/image" Target="../media/image94.png"/><Relationship Id="rId23" Type="http://schemas.openxmlformats.org/officeDocument/2006/relationships/image" Target="../media/image55.png"/><Relationship Id="rId28" Type="http://schemas.openxmlformats.org/officeDocument/2006/relationships/image" Target="../media/image74.png"/><Relationship Id="rId10" Type="http://schemas.openxmlformats.org/officeDocument/2006/relationships/image" Target="../media/image62.png"/><Relationship Id="rId19" Type="http://schemas.openxmlformats.org/officeDocument/2006/relationships/image" Target="../media/image98.png"/><Relationship Id="rId31" Type="http://schemas.openxmlformats.org/officeDocument/2006/relationships/image" Target="../media/image77.png"/><Relationship Id="rId44" Type="http://schemas.openxmlformats.org/officeDocument/2006/relationships/image" Target="../media/image107.png"/><Relationship Id="rId4" Type="http://schemas.openxmlformats.org/officeDocument/2006/relationships/image" Target="../media/image90.png"/><Relationship Id="rId9" Type="http://schemas.openxmlformats.org/officeDocument/2006/relationships/image" Target="../media/image11.png"/><Relationship Id="rId14" Type="http://schemas.openxmlformats.org/officeDocument/2006/relationships/image" Target="../media/image93.png"/><Relationship Id="rId22" Type="http://schemas.openxmlformats.org/officeDocument/2006/relationships/image" Target="../media/image54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102.png"/><Relationship Id="rId43" Type="http://schemas.openxmlformats.org/officeDocument/2006/relationships/image" Target="../media/image106.png"/><Relationship Id="rId8" Type="http://schemas.openxmlformats.org/officeDocument/2006/relationships/image" Target="../media/image10.png"/><Relationship Id="rId3" Type="http://schemas.openxmlformats.org/officeDocument/2006/relationships/image" Target="../media/image92.png"/><Relationship Id="rId12" Type="http://schemas.openxmlformats.org/officeDocument/2006/relationships/image" Target="../media/image64.png"/><Relationship Id="rId17" Type="http://schemas.openxmlformats.org/officeDocument/2006/relationships/image" Target="../media/image96.png"/><Relationship Id="rId25" Type="http://schemas.openxmlformats.org/officeDocument/2006/relationships/image" Target="../media/image57.png"/><Relationship Id="rId33" Type="http://schemas.openxmlformats.org/officeDocument/2006/relationships/image" Target="../media/image79.png"/><Relationship Id="rId38" Type="http://schemas.openxmlformats.org/officeDocument/2006/relationships/image" Target="../media/image340.png"/><Relationship Id="rId46" Type="http://schemas.openxmlformats.org/officeDocument/2006/relationships/image" Target="../media/image109.png"/><Relationship Id="rId20" Type="http://schemas.openxmlformats.org/officeDocument/2006/relationships/image" Target="../media/image99.png"/><Relationship Id="rId41" Type="http://schemas.openxmlformats.org/officeDocument/2006/relationships/image" Target="../media/image104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56.png"/><Relationship Id="rId39" Type="http://schemas.openxmlformats.org/officeDocument/2006/relationships/image" Target="../media/image8.png"/><Relationship Id="rId21" Type="http://schemas.openxmlformats.org/officeDocument/2006/relationships/image" Target="../media/image71.png"/><Relationship Id="rId34" Type="http://schemas.openxmlformats.org/officeDocument/2006/relationships/image" Target="../media/image78.png"/><Relationship Id="rId42" Type="http://schemas.openxmlformats.org/officeDocument/2006/relationships/image" Target="../media/image87.png"/><Relationship Id="rId7" Type="http://schemas.openxmlformats.org/officeDocument/2006/relationships/image" Target="../media/image4.png"/><Relationship Id="rId2" Type="http://schemas.openxmlformats.org/officeDocument/2006/relationships/image" Target="../media/image111.png"/><Relationship Id="rId16" Type="http://schemas.openxmlformats.org/officeDocument/2006/relationships/image" Target="../media/image66.pn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11.png"/><Relationship Id="rId24" Type="http://schemas.openxmlformats.org/officeDocument/2006/relationships/image" Target="../media/image54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40" Type="http://schemas.openxmlformats.org/officeDocument/2006/relationships/image" Target="../media/image85.png"/><Relationship Id="rId45" Type="http://schemas.openxmlformats.org/officeDocument/2006/relationships/image" Target="../media/image90.png"/><Relationship Id="rId5" Type="http://schemas.openxmlformats.org/officeDocument/2006/relationships/image" Target="../media/image114.png"/><Relationship Id="rId15" Type="http://schemas.openxmlformats.org/officeDocument/2006/relationships/image" Target="../media/image65.png"/><Relationship Id="rId23" Type="http://schemas.openxmlformats.org/officeDocument/2006/relationships/image" Target="../media/image118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10" Type="http://schemas.openxmlformats.org/officeDocument/2006/relationships/image" Target="../media/image10.png"/><Relationship Id="rId19" Type="http://schemas.openxmlformats.org/officeDocument/2006/relationships/image" Target="../media/image116.png"/><Relationship Id="rId31" Type="http://schemas.openxmlformats.org/officeDocument/2006/relationships/image" Target="../media/image75.png"/><Relationship Id="rId44" Type="http://schemas.openxmlformats.org/officeDocument/2006/relationships/image" Target="../media/image89.svg"/><Relationship Id="rId4" Type="http://schemas.openxmlformats.org/officeDocument/2006/relationships/image" Target="../media/image113.png"/><Relationship Id="rId9" Type="http://schemas.openxmlformats.org/officeDocument/2006/relationships/image" Target="../media/image9.png"/><Relationship Id="rId14" Type="http://schemas.openxmlformats.org/officeDocument/2006/relationships/image" Target="../media/image64.png"/><Relationship Id="rId22" Type="http://schemas.openxmlformats.org/officeDocument/2006/relationships/image" Target="../media/image117.png"/><Relationship Id="rId27" Type="http://schemas.openxmlformats.org/officeDocument/2006/relationships/image" Target="../media/image57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43" Type="http://schemas.openxmlformats.org/officeDocument/2006/relationships/image" Target="../media/image88.png"/><Relationship Id="rId8" Type="http://schemas.openxmlformats.org/officeDocument/2006/relationships/image" Target="../media/image5.png"/><Relationship Id="rId3" Type="http://schemas.openxmlformats.org/officeDocument/2006/relationships/image" Target="../media/image112.png"/><Relationship Id="rId12" Type="http://schemas.openxmlformats.org/officeDocument/2006/relationships/image" Target="../media/image62.png"/><Relationship Id="rId17" Type="http://schemas.openxmlformats.org/officeDocument/2006/relationships/image" Target="../media/image115.png"/><Relationship Id="rId25" Type="http://schemas.openxmlformats.org/officeDocument/2006/relationships/image" Target="../media/image55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20" Type="http://schemas.openxmlformats.org/officeDocument/2006/relationships/image" Target="../media/image70.png"/><Relationship Id="rId41" Type="http://schemas.openxmlformats.org/officeDocument/2006/relationships/image" Target="../media/image8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123.png"/><Relationship Id="rId26" Type="http://schemas.openxmlformats.org/officeDocument/2006/relationships/image" Target="../media/image55.png"/><Relationship Id="rId39" Type="http://schemas.openxmlformats.org/officeDocument/2006/relationships/image" Target="../media/image340.png"/><Relationship Id="rId21" Type="http://schemas.openxmlformats.org/officeDocument/2006/relationships/image" Target="../media/image97.png"/><Relationship Id="rId34" Type="http://schemas.openxmlformats.org/officeDocument/2006/relationships/image" Target="../media/image77.png"/><Relationship Id="rId42" Type="http://schemas.openxmlformats.org/officeDocument/2006/relationships/image" Target="../media/image104.svg"/><Relationship Id="rId7" Type="http://schemas.openxmlformats.org/officeDocument/2006/relationships/image" Target="../media/image90.png"/><Relationship Id="rId2" Type="http://schemas.openxmlformats.org/officeDocument/2006/relationships/image" Target="../media/image119.png"/><Relationship Id="rId16" Type="http://schemas.openxmlformats.org/officeDocument/2006/relationships/image" Target="../media/image65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10.png"/><Relationship Id="rId24" Type="http://schemas.openxmlformats.org/officeDocument/2006/relationships/image" Target="../media/image126.png"/><Relationship Id="rId32" Type="http://schemas.openxmlformats.org/officeDocument/2006/relationships/image" Target="../media/image75.png"/><Relationship Id="rId37" Type="http://schemas.openxmlformats.org/officeDocument/2006/relationships/image" Target="../media/image101.png"/><Relationship Id="rId40" Type="http://schemas.openxmlformats.org/officeDocument/2006/relationships/image" Target="../media/image350.png"/><Relationship Id="rId45" Type="http://schemas.openxmlformats.org/officeDocument/2006/relationships/image" Target="../media/image107.png"/><Relationship Id="rId5" Type="http://schemas.openxmlformats.org/officeDocument/2006/relationships/image" Target="../media/image122.png"/><Relationship Id="rId15" Type="http://schemas.openxmlformats.org/officeDocument/2006/relationships/image" Target="../media/image64.png"/><Relationship Id="rId23" Type="http://schemas.openxmlformats.org/officeDocument/2006/relationships/image" Target="../media/image125.png"/><Relationship Id="rId28" Type="http://schemas.openxmlformats.org/officeDocument/2006/relationships/image" Target="../media/image57.png"/><Relationship Id="rId36" Type="http://schemas.openxmlformats.org/officeDocument/2006/relationships/image" Target="../media/image79.png"/><Relationship Id="rId10" Type="http://schemas.openxmlformats.org/officeDocument/2006/relationships/image" Target="../media/image9.png"/><Relationship Id="rId19" Type="http://schemas.openxmlformats.org/officeDocument/2006/relationships/image" Target="../media/image95.png"/><Relationship Id="rId31" Type="http://schemas.openxmlformats.org/officeDocument/2006/relationships/image" Target="../media/image74.png"/><Relationship Id="rId44" Type="http://schemas.openxmlformats.org/officeDocument/2006/relationships/image" Target="../media/image106.png"/><Relationship Id="rId4" Type="http://schemas.openxmlformats.org/officeDocument/2006/relationships/image" Target="../media/image121.png"/><Relationship Id="rId9" Type="http://schemas.openxmlformats.org/officeDocument/2006/relationships/image" Target="../media/image5.png"/><Relationship Id="rId14" Type="http://schemas.openxmlformats.org/officeDocument/2006/relationships/image" Target="../media/image63.png"/><Relationship Id="rId22" Type="http://schemas.openxmlformats.org/officeDocument/2006/relationships/image" Target="../media/image98.png"/><Relationship Id="rId27" Type="http://schemas.openxmlformats.org/officeDocument/2006/relationships/image" Target="../media/image56.png"/><Relationship Id="rId30" Type="http://schemas.openxmlformats.org/officeDocument/2006/relationships/image" Target="../media/image73.png"/><Relationship Id="rId35" Type="http://schemas.openxmlformats.org/officeDocument/2006/relationships/image" Target="../media/image78.png"/><Relationship Id="rId43" Type="http://schemas.openxmlformats.org/officeDocument/2006/relationships/image" Target="../media/image105.png"/><Relationship Id="rId8" Type="http://schemas.openxmlformats.org/officeDocument/2006/relationships/image" Target="../media/image4.png"/><Relationship Id="rId3" Type="http://schemas.openxmlformats.org/officeDocument/2006/relationships/image" Target="../media/image120.png"/><Relationship Id="rId12" Type="http://schemas.openxmlformats.org/officeDocument/2006/relationships/image" Target="../media/image11.png"/><Relationship Id="rId17" Type="http://schemas.openxmlformats.org/officeDocument/2006/relationships/image" Target="../media/image93.png"/><Relationship Id="rId25" Type="http://schemas.openxmlformats.org/officeDocument/2006/relationships/image" Target="../media/image54.png"/><Relationship Id="rId33" Type="http://schemas.openxmlformats.org/officeDocument/2006/relationships/image" Target="../media/image76.png"/><Relationship Id="rId38" Type="http://schemas.openxmlformats.org/officeDocument/2006/relationships/image" Target="../media/image102.png"/><Relationship Id="rId20" Type="http://schemas.openxmlformats.org/officeDocument/2006/relationships/image" Target="../media/image124.png"/><Relationship Id="rId41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377371" y="1238980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332702" y="1236317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370213" y="5873073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325544" y="5870410"/>
            <a:ext cx="458280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圖片 100">
            <a:extLst>
              <a:ext uri="{FF2B5EF4-FFF2-40B4-BE49-F238E27FC236}">
                <a16:creationId xmlns:a16="http://schemas.microsoft.com/office/drawing/2014/main" id="{F2004D8A-021D-4016-B40C-E8E2ED3C65E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096" y="6457950"/>
            <a:ext cx="1835927" cy="3062908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DAD28688-ABBC-4003-9187-DD93348070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950"/>
            <a:ext cx="1835927" cy="3062908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A9B52502-E877-43A6-ADC0-8BA130F59C3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5927" cy="3062908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DE8FA27C-9F31-4EB5-AE60-DF2A3F52C6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946" y="1806817"/>
            <a:ext cx="1835927" cy="3062908"/>
          </a:xfrm>
          <a:prstGeom prst="rect">
            <a:avLst/>
          </a:prstGeom>
        </p:spPr>
      </p:pic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453437" y="2547683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37" y="2547683"/>
                <a:ext cx="436081" cy="3999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427779" y="4073197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79" y="4073197"/>
                <a:ext cx="494046" cy="3999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361" y="1885995"/>
            <a:ext cx="2019774" cy="31594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10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1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2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5408768" y="2545020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768" y="2545020"/>
                <a:ext cx="436081" cy="3999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259458" y="8566854"/>
            <a:ext cx="1235444" cy="7071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6133021" y="6938561"/>
            <a:ext cx="1395727" cy="70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4153" y="134708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153" y="1347080"/>
                <a:ext cx="1104850" cy="55543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69600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69600"/>
                <a:ext cx="2484958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585" y="134708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1347080"/>
                <a:ext cx="1104850" cy="5554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69600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69600"/>
                <a:ext cx="2480849" cy="51039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4153" y="594074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153" y="5940740"/>
                <a:ext cx="1104850" cy="55543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40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40"/>
                <a:ext cx="1104850" cy="55543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60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60"/>
                <a:ext cx="2484958" cy="51039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60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60"/>
                <a:ext cx="2480849" cy="51039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圖片 64">
            <a:extLst>
              <a:ext uri="{FF2B5EF4-FFF2-40B4-BE49-F238E27FC236}">
                <a16:creationId xmlns:a16="http://schemas.microsoft.com/office/drawing/2014/main" id="{2799C00F-592F-4A0A-8D71-2372E63F7296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19" r="21306" b="1"/>
          <a:stretch/>
        </p:blipFill>
        <p:spPr>
          <a:xfrm>
            <a:off x="6136682" y="6590537"/>
            <a:ext cx="1375229" cy="3063780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FD7B8067-B8D8-4B77-B966-1E33D2E56B5E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2366"/>
          <a:stretch/>
        </p:blipFill>
        <p:spPr>
          <a:xfrm>
            <a:off x="6137302" y="1932942"/>
            <a:ext cx="1355571" cy="3106171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D15DB9AF-636A-4BD2-82E7-1C5F889CE2F5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0976"/>
          <a:stretch/>
        </p:blipFill>
        <p:spPr>
          <a:xfrm>
            <a:off x="1131062" y="6563031"/>
            <a:ext cx="1421505" cy="30862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4" name="矩形: 圓角 53">
                <a:extLst>
                  <a:ext uri="{FF2B5EF4-FFF2-40B4-BE49-F238E27FC236}">
                    <a16:creationId xmlns:a16="http://schemas.microsoft.com/office/drawing/2014/main" id="{18F516EB-44BB-43B4-BDE9-9A4C759E745C}"/>
                  </a:ext>
                </a:extLst>
              </p:cNvPr>
              <p:cNvSpPr/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" name="矩形: 圓角 53">
                <a:extLst>
                  <a:ext uri="{FF2B5EF4-FFF2-40B4-BE49-F238E27FC236}">
                    <a16:creationId xmlns:a16="http://schemas.microsoft.com/office/drawing/2014/main" id="{18F516EB-44BB-43B4-BDE9-9A4C759E74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: 圓角 57">
                <a:extLst>
                  <a:ext uri="{FF2B5EF4-FFF2-40B4-BE49-F238E27FC236}">
                    <a16:creationId xmlns:a16="http://schemas.microsoft.com/office/drawing/2014/main" id="{D175EDEA-04D1-4C49-BC5C-D1B336554D32}"/>
                  </a:ext>
                </a:extLst>
              </p:cNvPr>
              <p:cNvSpPr/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矩形: 圓角 57">
                <a:extLst>
                  <a:ext uri="{FF2B5EF4-FFF2-40B4-BE49-F238E27FC236}">
                    <a16:creationId xmlns:a16="http://schemas.microsoft.com/office/drawing/2014/main" id="{D175EDEA-04D1-4C49-BC5C-D1B336554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: 圓角 62">
                <a:extLst>
                  <a:ext uri="{FF2B5EF4-FFF2-40B4-BE49-F238E27FC236}">
                    <a16:creationId xmlns:a16="http://schemas.microsoft.com/office/drawing/2014/main" id="{5384B5B3-89EE-4455-AF56-5F276A42F755}"/>
                  </a:ext>
                </a:extLst>
              </p:cNvPr>
              <p:cNvSpPr/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矩形: 圓角 62">
                <a:extLst>
                  <a:ext uri="{FF2B5EF4-FFF2-40B4-BE49-F238E27FC236}">
                    <a16:creationId xmlns:a16="http://schemas.microsoft.com/office/drawing/2014/main" id="{5384B5B3-89EE-4455-AF56-5F276A42F7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矩形: 圓角 63">
                <a:extLst>
                  <a:ext uri="{FF2B5EF4-FFF2-40B4-BE49-F238E27FC236}">
                    <a16:creationId xmlns:a16="http://schemas.microsoft.com/office/drawing/2014/main" id="{CFA8F670-D4EC-4E27-8BFB-877FCE15B15D}"/>
                  </a:ext>
                </a:extLst>
              </p:cNvPr>
              <p:cNvSpPr/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4" name="矩形: 圓角 63">
                <a:extLst>
                  <a:ext uri="{FF2B5EF4-FFF2-40B4-BE49-F238E27FC236}">
                    <a16:creationId xmlns:a16="http://schemas.microsoft.com/office/drawing/2014/main" id="{CFA8F670-D4EC-4E27-8BFB-877FCE15B1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5880A24-6823-41AF-B15F-78956A9E5338}"/>
                  </a:ext>
                </a:extLst>
              </p:cNvPr>
              <p:cNvSpPr/>
              <p:nvPr/>
            </p:nvSpPr>
            <p:spPr>
              <a:xfrm>
                <a:off x="5435113" y="6105553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5880A24-6823-41AF-B15F-78956A9E53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105553"/>
                <a:ext cx="39004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204E0094-17BE-4EA9-8691-E642E2FC6D65}"/>
                  </a:ext>
                </a:extLst>
              </p:cNvPr>
              <p:cNvSpPr/>
              <p:nvPr/>
            </p:nvSpPr>
            <p:spPr>
              <a:xfrm>
                <a:off x="436238" y="6105553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204E0094-17BE-4EA9-8691-E642E2FC6D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105553"/>
                <a:ext cx="39004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68D7A385-68A8-4F13-B477-F139DF194A6C}"/>
                  </a:ext>
                </a:extLst>
              </p:cNvPr>
              <p:cNvSpPr/>
              <p:nvPr/>
            </p:nvSpPr>
            <p:spPr>
              <a:xfrm>
                <a:off x="5435113" y="148286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68D7A385-68A8-4F13-B477-F139DF194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82864"/>
                <a:ext cx="390042" cy="399981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6A0EBD8F-A028-4509-9223-BEC74A281E7D}"/>
                  </a:ext>
                </a:extLst>
              </p:cNvPr>
              <p:cNvSpPr/>
              <p:nvPr/>
            </p:nvSpPr>
            <p:spPr>
              <a:xfrm>
                <a:off x="436238" y="148286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6A0EBD8F-A028-4509-9223-BEC74A281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82864"/>
                <a:ext cx="390042" cy="399981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8CDF222-3356-4BBB-B1B2-7AAD39B729C7}"/>
                  </a:ext>
                </a:extLst>
              </p:cNvPr>
              <p:cNvSpPr/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8CDF222-3356-4BBB-B1B2-7AAD39B72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362857" y="1238980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9CE7BA61-F67F-41A8-AE48-96345507D44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6342" cy="3063600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03F10A1A-6D74-442D-BF5B-BE37400A9F6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3482" y="1930590"/>
            <a:ext cx="1765438" cy="3091290"/>
          </a:xfrm>
          <a:prstGeom prst="rect">
            <a:avLst/>
          </a:prstGeom>
        </p:spPr>
      </p:pic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355699" y="5873073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C77B5198-5088-4CD4-A896-FE15F12EBC6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0582" y="6593111"/>
            <a:ext cx="1373067" cy="3037821"/>
          </a:xfrm>
          <a:prstGeom prst="rect">
            <a:avLst/>
          </a:prstGeom>
        </p:spPr>
      </p:pic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311030" y="5870410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57085EEA-25B2-4D9C-B32C-11B079F642B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5836" y="6600824"/>
            <a:ext cx="1371689" cy="30332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41" y="2861132"/>
                <a:ext cx="571265" cy="399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413219" y="2547683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19" y="2547683"/>
                <a:ext cx="436081" cy="3999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384236" y="4073197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36" y="4073197"/>
                <a:ext cx="494046" cy="3999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2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3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318188" y="1236317"/>
            <a:ext cx="4583970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5412094" y="2545020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094" y="2545020"/>
                <a:ext cx="436081" cy="3999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11" y="4070533"/>
                <a:ext cx="494046" cy="3999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8" y="7115205"/>
                <a:ext cx="436081" cy="3999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1" y="8640719"/>
                <a:ext cx="494046" cy="3999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610" y="7112542"/>
                <a:ext cx="436081" cy="3999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52" y="8638056"/>
                <a:ext cx="494046" cy="39998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259458" y="8566854"/>
            <a:ext cx="1235444" cy="7071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6133021" y="6938561"/>
            <a:ext cx="1395727" cy="70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5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0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298020" y="1310909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20" y="1310909"/>
                <a:ext cx="1177117" cy="5557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42452" y="1310909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452" y="1310909"/>
                <a:ext cx="1177117" cy="55573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298020" y="5940592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20" y="5940592"/>
                <a:ext cx="1177117" cy="55573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42452" y="5940739"/>
                <a:ext cx="1177117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452" y="5940739"/>
                <a:ext cx="1177117" cy="55573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圖片 70">
            <a:extLst>
              <a:ext uri="{FF2B5EF4-FFF2-40B4-BE49-F238E27FC236}">
                <a16:creationId xmlns:a16="http://schemas.microsoft.com/office/drawing/2014/main" id="{BFDCF1E5-2512-48B1-BD3E-AAB97E428836}"/>
              </a:ext>
            </a:extLst>
          </p:cNvPr>
          <p:cNvPicPr>
            <a:picLocks noChangeAspect="1"/>
          </p:cNvPicPr>
          <p:nvPr/>
        </p:nvPicPr>
        <p:blipFill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16752" y="1981200"/>
            <a:ext cx="1367936" cy="29826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>
            <a:extLst>
              <a:ext uri="{FF2B5EF4-FFF2-40B4-BE49-F238E27FC236}">
                <a16:creationId xmlns:a16="http://schemas.microsoft.com/office/drawing/2014/main" id="{0A4DEACC-DFDC-4091-A994-32547B8F581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1806817"/>
            <a:ext cx="1836342" cy="3063600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FCCBC82A-72D5-4A72-ABC3-880A069D7152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6457258"/>
            <a:ext cx="1836342" cy="3063600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FA942DFC-D076-4CDC-B793-72CFEE697638}"/>
              </a:ext>
            </a:extLst>
          </p:cNvPr>
          <p:cNvPicPr>
            <a:picLocks noChangeAspect="1"/>
          </p:cNvPicPr>
          <p:nvPr/>
        </p:nvPicPr>
        <p:blipFill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258"/>
            <a:ext cx="1836342" cy="30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8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DF8ABA33-5460-4DBB-BA6E-1ADAE6D70DC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6342" cy="3063600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5FD81475-FB24-4572-8FEF-6503A3508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578" y="1981199"/>
            <a:ext cx="1371086" cy="3019231"/>
          </a:xfrm>
          <a:prstGeom prst="rect">
            <a:avLst/>
          </a:prstGeom>
        </p:spPr>
      </p:pic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7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8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圖片 94">
            <a:extLst>
              <a:ext uri="{FF2B5EF4-FFF2-40B4-BE49-F238E27FC236}">
                <a16:creationId xmlns:a16="http://schemas.microsoft.com/office/drawing/2014/main" id="{04379A4D-FE73-485A-8669-FBDF5B35179A}"/>
              </a:ext>
            </a:extLst>
          </p:cNvPr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39109" y="1987932"/>
            <a:ext cx="1343732" cy="2961839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788651F-2A8E-4ACD-ADAC-A0E171DE5AF9}"/>
              </a:ext>
            </a:extLst>
          </p:cNvPr>
          <p:cNvPicPr>
            <a:picLocks noChangeAspect="1"/>
          </p:cNvPicPr>
          <p:nvPr/>
        </p:nvPicPr>
        <p:blipFill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8256" y="6583680"/>
            <a:ext cx="1400931" cy="3015203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6AC3C49F-4FDB-45D6-9533-7E0DA4656C3F}"/>
              </a:ext>
            </a:extLst>
          </p:cNvPr>
          <p:cNvPicPr>
            <a:picLocks noChangeAspect="1"/>
          </p:cNvPicPr>
          <p:nvPr/>
        </p:nvPicPr>
        <p:blipFill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1257" y="6560457"/>
            <a:ext cx="1401814" cy="306558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F15F35B-D141-4908-9E07-E46BE07A4A6B}"/>
              </a:ext>
            </a:extLst>
          </p:cNvPr>
          <p:cNvPicPr>
            <a:picLocks noChangeAspect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258"/>
            <a:ext cx="1836342" cy="30636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2924BF8-C02E-439C-ACEA-1FF981B81796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1806817"/>
            <a:ext cx="1836342" cy="3063600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32D8418B-403D-44FC-8367-CA33EAA5B36F}"/>
              </a:ext>
            </a:extLst>
          </p:cNvPr>
          <p:cNvPicPr>
            <a:picLocks noChangeAspect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6457258"/>
            <a:ext cx="1836342" cy="3063600"/>
          </a:xfrm>
          <a:prstGeom prst="rect">
            <a:avLst/>
          </a:prstGeom>
        </p:spPr>
      </p:pic>
      <p:sp>
        <p:nvSpPr>
          <p:cNvPr id="163" name="矩形: 圓角 162">
            <a:extLst>
              <a:ext uri="{FF2B5EF4-FFF2-40B4-BE49-F238E27FC236}">
                <a16:creationId xmlns:a16="http://schemas.microsoft.com/office/drawing/2014/main" id="{ED8DACC2-B579-4AA8-9E57-013245D7667B}"/>
              </a:ext>
            </a:extLst>
          </p:cNvPr>
          <p:cNvSpPr/>
          <p:nvPr/>
        </p:nvSpPr>
        <p:spPr>
          <a:xfrm>
            <a:off x="3258806" y="-970418"/>
            <a:ext cx="3974290" cy="155217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4" name="圖片 163">
            <a:extLst>
              <a:ext uri="{FF2B5EF4-FFF2-40B4-BE49-F238E27FC236}">
                <a16:creationId xmlns:a16="http://schemas.microsoft.com/office/drawing/2014/main" id="{0104FB07-2FBF-48CE-8C1D-ABF1B09C2C2F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7" b="63909"/>
          <a:stretch/>
        </p:blipFill>
        <p:spPr>
          <a:xfrm>
            <a:off x="5203535" y="-970725"/>
            <a:ext cx="2036626" cy="15266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字方塊 164">
                <a:extLst>
                  <a:ext uri="{FF2B5EF4-FFF2-40B4-BE49-F238E27FC236}">
                    <a16:creationId xmlns:a16="http://schemas.microsoft.com/office/drawing/2014/main" id="{377FF39C-E9B4-4545-B192-7310BD347985}"/>
                  </a:ext>
                </a:extLst>
              </p:cNvPr>
              <p:cNvSpPr txBox="1"/>
              <p:nvPr/>
            </p:nvSpPr>
            <p:spPr>
              <a:xfrm>
                <a:off x="5370185" y="52303"/>
                <a:ext cx="740352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65" name="文字方塊 164">
                <a:extLst>
                  <a:ext uri="{FF2B5EF4-FFF2-40B4-BE49-F238E27FC236}">
                    <a16:creationId xmlns:a16="http://schemas.microsoft.com/office/drawing/2014/main" id="{377FF39C-E9B4-4545-B192-7310BD347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185" y="52303"/>
                <a:ext cx="740352" cy="356639"/>
              </a:xfrm>
              <a:prstGeom prst="rect">
                <a:avLst/>
              </a:prstGeom>
              <a:blipFill>
                <a:blip r:embed="rId39"/>
                <a:stretch>
                  <a:fillRect b="-224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箭號: 向右 165">
            <a:extLst>
              <a:ext uri="{FF2B5EF4-FFF2-40B4-BE49-F238E27FC236}">
                <a16:creationId xmlns:a16="http://schemas.microsoft.com/office/drawing/2014/main" id="{4321DBE8-7F95-48E9-87CC-ECEB779228CB}"/>
              </a:ext>
            </a:extLst>
          </p:cNvPr>
          <p:cNvSpPr/>
          <p:nvPr/>
        </p:nvSpPr>
        <p:spPr>
          <a:xfrm>
            <a:off x="6110570" y="-232237"/>
            <a:ext cx="109499" cy="31717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chemeClr val="tx1"/>
              </a:solidFill>
            </a:endParaRPr>
          </a:p>
        </p:txBody>
      </p:sp>
      <p:sp>
        <p:nvSpPr>
          <p:cNvPr id="167" name="箭號: 向右 166">
            <a:extLst>
              <a:ext uri="{FF2B5EF4-FFF2-40B4-BE49-F238E27FC236}">
                <a16:creationId xmlns:a16="http://schemas.microsoft.com/office/drawing/2014/main" id="{A38BE926-2BCC-4EFB-BDB2-021B44FFDBC0}"/>
              </a:ext>
            </a:extLst>
          </p:cNvPr>
          <p:cNvSpPr/>
          <p:nvPr/>
        </p:nvSpPr>
        <p:spPr>
          <a:xfrm rot="16200000">
            <a:off x="6064776" y="-278156"/>
            <a:ext cx="105680" cy="32863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78AC9EEA-0CB4-4E78-B20F-43D589339FA0}"/>
                  </a:ext>
                </a:extLst>
              </p:cNvPr>
              <p:cNvSpPr txBox="1"/>
              <p:nvPr/>
            </p:nvSpPr>
            <p:spPr>
              <a:xfrm>
                <a:off x="5925206" y="-673324"/>
                <a:ext cx="466589" cy="378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78AC9EEA-0CB4-4E78-B20F-43D589339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206" y="-673324"/>
                <a:ext cx="466589" cy="378186"/>
              </a:xfrm>
              <a:prstGeom prst="rect">
                <a:avLst/>
              </a:prstGeom>
              <a:blipFill>
                <a:blip r:embed="rId40"/>
                <a:stretch>
                  <a:fillRect l="-3896" b="-177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文字方塊 168">
                <a:extLst>
                  <a:ext uri="{FF2B5EF4-FFF2-40B4-BE49-F238E27FC236}">
                    <a16:creationId xmlns:a16="http://schemas.microsoft.com/office/drawing/2014/main" id="{00FCFA7D-89A8-46F5-9A43-485226498CB8}"/>
                  </a:ext>
                </a:extLst>
              </p:cNvPr>
              <p:cNvSpPr txBox="1"/>
              <p:nvPr/>
            </p:nvSpPr>
            <p:spPr>
              <a:xfrm>
                <a:off x="6167767" y="-395973"/>
                <a:ext cx="351305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69" name="文字方塊 168">
                <a:extLst>
                  <a:ext uri="{FF2B5EF4-FFF2-40B4-BE49-F238E27FC236}">
                    <a16:creationId xmlns:a16="http://schemas.microsoft.com/office/drawing/2014/main" id="{00FCFA7D-89A8-46F5-9A43-485226498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67" y="-395973"/>
                <a:ext cx="351305" cy="356639"/>
              </a:xfrm>
              <a:prstGeom prst="rect">
                <a:avLst/>
              </a:prstGeom>
              <a:blipFill>
                <a:blip r:embed="rId41"/>
                <a:stretch>
                  <a:fillRect l="-5263" r="-19298" b="-2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0" name="圖形 169">
            <a:extLst>
              <a:ext uri="{FF2B5EF4-FFF2-40B4-BE49-F238E27FC236}">
                <a16:creationId xmlns:a16="http://schemas.microsoft.com/office/drawing/2014/main" id="{FC32896A-4559-42C5-A34B-2ABBE5C53C8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68953" y="-536696"/>
            <a:ext cx="1578807" cy="7016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88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圖片 176">
            <a:extLst>
              <a:ext uri="{FF2B5EF4-FFF2-40B4-BE49-F238E27FC236}">
                <a16:creationId xmlns:a16="http://schemas.microsoft.com/office/drawing/2014/main" id="{5D8A319C-4DC9-4708-8CC5-DA0C0E5DEE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1806817"/>
            <a:ext cx="1836342" cy="3063600"/>
          </a:xfrm>
          <a:prstGeom prst="rect">
            <a:avLst/>
          </a:prstGeom>
        </p:spPr>
      </p:pic>
      <p:pic>
        <p:nvPicPr>
          <p:cNvPr id="175" name="圖片 174">
            <a:extLst>
              <a:ext uri="{FF2B5EF4-FFF2-40B4-BE49-F238E27FC236}">
                <a16:creationId xmlns:a16="http://schemas.microsoft.com/office/drawing/2014/main" id="{39AEBDE7-AF3B-4856-BB64-0B0FC1B52F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363" y="1945990"/>
            <a:ext cx="1773637" cy="3089561"/>
          </a:xfrm>
          <a:prstGeom prst="rect">
            <a:avLst/>
          </a:prstGeom>
        </p:spPr>
      </p:pic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8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9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圓角 142">
            <a:extLst>
              <a:ext uri="{FF2B5EF4-FFF2-40B4-BE49-F238E27FC236}">
                <a16:creationId xmlns:a16="http://schemas.microsoft.com/office/drawing/2014/main" id="{7E5E0D37-F477-4E0B-B218-E367B94029EA}"/>
              </a:ext>
            </a:extLst>
          </p:cNvPr>
          <p:cNvSpPr/>
          <p:nvPr/>
        </p:nvSpPr>
        <p:spPr>
          <a:xfrm>
            <a:off x="3248923" y="-976922"/>
            <a:ext cx="3974292" cy="155217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78E97E48-756A-497F-80B9-AB329E8A9F13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5350855" y="-924858"/>
            <a:ext cx="1799911" cy="14467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94F8859-58C1-44EE-A09F-9DD6E31EB672}"/>
                  </a:ext>
                </a:extLst>
              </p:cNvPr>
              <p:cNvSpPr txBox="1"/>
              <p:nvPr/>
            </p:nvSpPr>
            <p:spPr>
              <a:xfrm>
                <a:off x="5317982" y="72010"/>
                <a:ext cx="740353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94F8859-58C1-44EE-A09F-9DD6E31EB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982" y="72010"/>
                <a:ext cx="740353" cy="356639"/>
              </a:xfrm>
              <a:prstGeom prst="rect">
                <a:avLst/>
              </a:prstGeom>
              <a:blipFill>
                <a:blip r:embed="rId35"/>
                <a:stretch>
                  <a:fillRect b="-224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B4F113CD-D85C-4856-B01F-C05CD02F2FD0}"/>
              </a:ext>
            </a:extLst>
          </p:cNvPr>
          <p:cNvGrpSpPr/>
          <p:nvPr/>
        </p:nvGrpSpPr>
        <p:grpSpPr>
          <a:xfrm>
            <a:off x="5873013" y="-679018"/>
            <a:ext cx="593867" cy="633991"/>
            <a:chOff x="6394099" y="1329789"/>
            <a:chExt cx="1805559" cy="1927549"/>
          </a:xfrm>
        </p:grpSpPr>
        <p:grpSp>
          <p:nvGrpSpPr>
            <p:cNvPr id="147" name="群組 146">
              <a:extLst>
                <a:ext uri="{FF2B5EF4-FFF2-40B4-BE49-F238E27FC236}">
                  <a16:creationId xmlns:a16="http://schemas.microsoft.com/office/drawing/2014/main" id="{6B047A6F-F30C-47CA-B197-427AE03802FE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50" name="箭號: 向右 149">
                <a:extLst>
                  <a:ext uri="{FF2B5EF4-FFF2-40B4-BE49-F238E27FC236}">
                    <a16:creationId xmlns:a16="http://schemas.microsoft.com/office/drawing/2014/main" id="{8C284F95-0989-4036-812F-B0CB9F357FC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1" name="箭號: 向右 150">
                <a:extLst>
                  <a:ext uri="{FF2B5EF4-FFF2-40B4-BE49-F238E27FC236}">
                    <a16:creationId xmlns:a16="http://schemas.microsoft.com/office/drawing/2014/main" id="{21D35DB6-C068-4E7E-94C0-DDFF3C9E358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AC5498FD-6A88-4366-AA06-4CE4D5FA5D4D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38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615D0613-4341-4ED2-908A-0E33A7F487A1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39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2" name="圖形 151">
            <a:extLst>
              <a:ext uri="{FF2B5EF4-FFF2-40B4-BE49-F238E27FC236}">
                <a16:creationId xmlns:a16="http://schemas.microsoft.com/office/drawing/2014/main" id="{06636A08-71C3-4F42-BB4D-64FB481B5C0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660408" y="-543415"/>
            <a:ext cx="1519295" cy="675242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74692878-7651-4E71-8816-A59E7AD685F6}"/>
              </a:ext>
            </a:extLst>
          </p:cNvPr>
          <p:cNvPicPr>
            <a:picLocks noChangeAspect="1"/>
          </p:cNvPicPr>
          <p:nvPr/>
        </p:nvPicPr>
        <p:blipFill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3850" y="6582972"/>
            <a:ext cx="1398850" cy="2996522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4B4395B8-49D2-40D3-8138-C7E282CFCBDA}"/>
              </a:ext>
            </a:extLst>
          </p:cNvPr>
          <p:cNvPicPr>
            <a:picLocks noChangeAspect="1"/>
          </p:cNvPicPr>
          <p:nvPr/>
        </p:nvPicPr>
        <p:blipFill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4349" y="6637020"/>
            <a:ext cx="1371353" cy="2983047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51A04435-4AA5-475D-946E-B6250D380DDC}"/>
              </a:ext>
            </a:extLst>
          </p:cNvPr>
          <p:cNvPicPr>
            <a:picLocks noChangeAspect="1"/>
          </p:cNvPicPr>
          <p:nvPr/>
        </p:nvPicPr>
        <p:blipFill rotWithShape="1">
          <a:blip r:embed="rId4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317"/>
          <a:stretch/>
        </p:blipFill>
        <p:spPr>
          <a:xfrm>
            <a:off x="6086713" y="1910140"/>
            <a:ext cx="1418987" cy="314168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44EE462-6204-479D-81A3-0266FEFFAD1E}"/>
              </a:ext>
            </a:extLst>
          </p:cNvPr>
          <p:cNvPicPr>
            <a:picLocks noChangeAspect="1"/>
          </p:cNvPicPr>
          <p:nvPr/>
        </p:nvPicPr>
        <p:blipFill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681" y="1806817"/>
            <a:ext cx="1836342" cy="3063600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8C2FBA92-EDEE-4664-B237-2075F0705B9F}"/>
              </a:ext>
            </a:extLst>
          </p:cNvPr>
          <p:cNvPicPr>
            <a:picLocks noChangeAspect="1"/>
          </p:cNvPicPr>
          <p:nvPr/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8" y="6457258"/>
            <a:ext cx="1836342" cy="3063600"/>
          </a:xfrm>
          <a:prstGeom prst="rect">
            <a:avLst/>
          </a:prstGeom>
        </p:spPr>
      </p:pic>
      <p:pic>
        <p:nvPicPr>
          <p:cNvPr id="180" name="圖片 179">
            <a:extLst>
              <a:ext uri="{FF2B5EF4-FFF2-40B4-BE49-F238E27FC236}">
                <a16:creationId xmlns:a16="http://schemas.microsoft.com/office/drawing/2014/main" id="{467B1157-CD4A-440B-984D-74A8E5DD413F}"/>
              </a:ext>
            </a:extLst>
          </p:cNvPr>
          <p:cNvPicPr>
            <a:picLocks noChangeAspect="1"/>
          </p:cNvPicPr>
          <p:nvPr/>
        </p:nvPicPr>
        <p:blipFill>
          <a:blip r:embed="rId4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6457258"/>
            <a:ext cx="1838160" cy="30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55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B0A78A83-C492-4A97-9DF6-DCA2D592BC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6457258"/>
            <a:ext cx="1838160" cy="30636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5B003F59-EBEB-4196-95E5-D05B3DD0F6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6457258"/>
            <a:ext cx="1838160" cy="30636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5E344929-1651-410B-ACAB-B387C144299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1806817"/>
            <a:ext cx="1838160" cy="3063600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7276E2F9-021E-43AD-988C-32AB3FC48E3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1806817"/>
            <a:ext cx="1838160" cy="3063600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5FD81475-FB24-4572-8FEF-6503A35086E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578" y="1981199"/>
            <a:ext cx="1371086" cy="3019231"/>
          </a:xfrm>
          <a:prstGeom prst="rect">
            <a:avLst/>
          </a:prstGeom>
        </p:spPr>
      </p:pic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0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1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圖片 94">
            <a:extLst>
              <a:ext uri="{FF2B5EF4-FFF2-40B4-BE49-F238E27FC236}">
                <a16:creationId xmlns:a16="http://schemas.microsoft.com/office/drawing/2014/main" id="{04379A4D-FE73-485A-8669-FBDF5B35179A}"/>
              </a:ext>
            </a:extLst>
          </p:cNvPr>
          <p:cNvPicPr>
            <a:picLocks noChangeAspect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39109" y="1987932"/>
            <a:ext cx="1343732" cy="2961839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788651F-2A8E-4ACD-ADAC-A0E171DE5AF9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8256" y="6583680"/>
            <a:ext cx="1400931" cy="3015203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6AC3C49F-4FDB-45D6-9533-7E0DA4656C3F}"/>
              </a:ext>
            </a:extLst>
          </p:cNvPr>
          <p:cNvPicPr>
            <a:picLocks noChangeAspect="1"/>
          </p:cNvPicPr>
          <p:nvPr/>
        </p:nvPicPr>
        <p:blipFill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1257" y="6560457"/>
            <a:ext cx="1401814" cy="3065583"/>
          </a:xfrm>
          <a:prstGeom prst="rect">
            <a:avLst/>
          </a:prstGeom>
        </p:spPr>
      </p:pic>
      <p:sp>
        <p:nvSpPr>
          <p:cNvPr id="163" name="矩形: 圓角 162">
            <a:extLst>
              <a:ext uri="{FF2B5EF4-FFF2-40B4-BE49-F238E27FC236}">
                <a16:creationId xmlns:a16="http://schemas.microsoft.com/office/drawing/2014/main" id="{ED8DACC2-B579-4AA8-9E57-013245D7667B}"/>
              </a:ext>
            </a:extLst>
          </p:cNvPr>
          <p:cNvSpPr/>
          <p:nvPr/>
        </p:nvSpPr>
        <p:spPr>
          <a:xfrm>
            <a:off x="3258806" y="-970418"/>
            <a:ext cx="3974290" cy="155217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4" name="圖片 163">
            <a:extLst>
              <a:ext uri="{FF2B5EF4-FFF2-40B4-BE49-F238E27FC236}">
                <a16:creationId xmlns:a16="http://schemas.microsoft.com/office/drawing/2014/main" id="{0104FB07-2FBF-48CE-8C1D-ABF1B09C2C2F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7" b="63909"/>
          <a:stretch/>
        </p:blipFill>
        <p:spPr>
          <a:xfrm>
            <a:off x="5203535" y="-970725"/>
            <a:ext cx="2036626" cy="15266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字方塊 164">
                <a:extLst>
                  <a:ext uri="{FF2B5EF4-FFF2-40B4-BE49-F238E27FC236}">
                    <a16:creationId xmlns:a16="http://schemas.microsoft.com/office/drawing/2014/main" id="{377FF39C-E9B4-4545-B192-7310BD347985}"/>
                  </a:ext>
                </a:extLst>
              </p:cNvPr>
              <p:cNvSpPr txBox="1"/>
              <p:nvPr/>
            </p:nvSpPr>
            <p:spPr>
              <a:xfrm>
                <a:off x="5370185" y="52303"/>
                <a:ext cx="740352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65" name="文字方塊 164">
                <a:extLst>
                  <a:ext uri="{FF2B5EF4-FFF2-40B4-BE49-F238E27FC236}">
                    <a16:creationId xmlns:a16="http://schemas.microsoft.com/office/drawing/2014/main" id="{377FF39C-E9B4-4545-B192-7310BD347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185" y="52303"/>
                <a:ext cx="740352" cy="356639"/>
              </a:xfrm>
              <a:prstGeom prst="rect">
                <a:avLst/>
              </a:prstGeom>
              <a:blipFill>
                <a:blip r:embed="rId40"/>
                <a:stretch>
                  <a:fillRect b="-224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箭號: 向右 165">
            <a:extLst>
              <a:ext uri="{FF2B5EF4-FFF2-40B4-BE49-F238E27FC236}">
                <a16:creationId xmlns:a16="http://schemas.microsoft.com/office/drawing/2014/main" id="{4321DBE8-7F95-48E9-87CC-ECEB779228CB}"/>
              </a:ext>
            </a:extLst>
          </p:cNvPr>
          <p:cNvSpPr/>
          <p:nvPr/>
        </p:nvSpPr>
        <p:spPr>
          <a:xfrm>
            <a:off x="6110570" y="-232237"/>
            <a:ext cx="109499" cy="31717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chemeClr val="tx1"/>
              </a:solidFill>
            </a:endParaRPr>
          </a:p>
        </p:txBody>
      </p:sp>
      <p:sp>
        <p:nvSpPr>
          <p:cNvPr id="167" name="箭號: 向右 166">
            <a:extLst>
              <a:ext uri="{FF2B5EF4-FFF2-40B4-BE49-F238E27FC236}">
                <a16:creationId xmlns:a16="http://schemas.microsoft.com/office/drawing/2014/main" id="{A38BE926-2BCC-4EFB-BDB2-021B44FFDBC0}"/>
              </a:ext>
            </a:extLst>
          </p:cNvPr>
          <p:cNvSpPr/>
          <p:nvPr/>
        </p:nvSpPr>
        <p:spPr>
          <a:xfrm rot="16200000">
            <a:off x="6064776" y="-278156"/>
            <a:ext cx="105680" cy="32863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78AC9EEA-0CB4-4E78-B20F-43D589339FA0}"/>
                  </a:ext>
                </a:extLst>
              </p:cNvPr>
              <p:cNvSpPr txBox="1"/>
              <p:nvPr/>
            </p:nvSpPr>
            <p:spPr>
              <a:xfrm>
                <a:off x="5925206" y="-673324"/>
                <a:ext cx="466589" cy="378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78AC9EEA-0CB4-4E78-B20F-43D589339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206" y="-673324"/>
                <a:ext cx="466589" cy="378186"/>
              </a:xfrm>
              <a:prstGeom prst="rect">
                <a:avLst/>
              </a:prstGeom>
              <a:blipFill>
                <a:blip r:embed="rId41"/>
                <a:stretch>
                  <a:fillRect l="-3896" b="-177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文字方塊 168">
                <a:extLst>
                  <a:ext uri="{FF2B5EF4-FFF2-40B4-BE49-F238E27FC236}">
                    <a16:creationId xmlns:a16="http://schemas.microsoft.com/office/drawing/2014/main" id="{00FCFA7D-89A8-46F5-9A43-485226498CB8}"/>
                  </a:ext>
                </a:extLst>
              </p:cNvPr>
              <p:cNvSpPr txBox="1"/>
              <p:nvPr/>
            </p:nvSpPr>
            <p:spPr>
              <a:xfrm>
                <a:off x="6167767" y="-395973"/>
                <a:ext cx="351305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69" name="文字方塊 168">
                <a:extLst>
                  <a:ext uri="{FF2B5EF4-FFF2-40B4-BE49-F238E27FC236}">
                    <a16:creationId xmlns:a16="http://schemas.microsoft.com/office/drawing/2014/main" id="{00FCFA7D-89A8-46F5-9A43-485226498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67" y="-395973"/>
                <a:ext cx="351305" cy="356639"/>
              </a:xfrm>
              <a:prstGeom prst="rect">
                <a:avLst/>
              </a:prstGeom>
              <a:blipFill>
                <a:blip r:embed="rId42"/>
                <a:stretch>
                  <a:fillRect l="-5263" r="-19298" b="-2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0" name="圖形 169">
            <a:extLst>
              <a:ext uri="{FF2B5EF4-FFF2-40B4-BE49-F238E27FC236}">
                <a16:creationId xmlns:a16="http://schemas.microsoft.com/office/drawing/2014/main" id="{FC32896A-4559-42C5-A34B-2ABBE5C53C8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668953" y="-536696"/>
            <a:ext cx="1578807" cy="7016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536DB62-EC09-4C53-96CB-B03BCD224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8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226269" y="123898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219111" y="5873073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5174442" y="5870410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5181600" y="1236317"/>
            <a:ext cx="4720558" cy="4025589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92304" y="1884519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85146" y="6518612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840477" y="6515948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47636" y="1881856"/>
            <a:ext cx="3929656" cy="323845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07E3B634-5F12-47A2-A1E3-41E43BFCE9B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6457258"/>
            <a:ext cx="1838160" cy="30636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8A26606F-98D6-4EB5-BDCF-5B48DBC6C8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6457258"/>
            <a:ext cx="1838160" cy="30636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C13226AB-31AF-4E7F-AEA6-33945F1955F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20" y="1806817"/>
            <a:ext cx="1838160" cy="3063600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64B9BF92-BD43-449B-8678-F30433379EA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63" y="1806817"/>
            <a:ext cx="1838160" cy="3063600"/>
          </a:xfrm>
          <a:prstGeom prst="rect">
            <a:avLst/>
          </a:prstGeom>
        </p:spPr>
      </p:pic>
      <p:pic>
        <p:nvPicPr>
          <p:cNvPr id="175" name="圖片 174">
            <a:extLst>
              <a:ext uri="{FF2B5EF4-FFF2-40B4-BE49-F238E27FC236}">
                <a16:creationId xmlns:a16="http://schemas.microsoft.com/office/drawing/2014/main" id="{39AEBDE7-AF3B-4856-BB64-0B0FC1B52F5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363" y="1945990"/>
            <a:ext cx="1773637" cy="30895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91" y="2870657"/>
                <a:ext cx="571265" cy="399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2651" y="3148701"/>
            <a:ext cx="718497" cy="18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2530" y="2962939"/>
            <a:ext cx="389572" cy="375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681" y="2972418"/>
                <a:ext cx="386140" cy="3998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75" y="2708987"/>
                <a:ext cx="390753" cy="399854"/>
              </a:xfrm>
              <a:prstGeom prst="rect">
                <a:avLst/>
              </a:prstGeom>
              <a:blipFill>
                <a:blip r:embed="rId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93" y="2904485"/>
                <a:ext cx="734226" cy="399854"/>
              </a:xfrm>
              <a:prstGeom prst="rect">
                <a:avLst/>
              </a:prstGeom>
              <a:blipFill>
                <a:blip r:embed="rId10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09343" y="2550367"/>
            <a:ext cx="117901" cy="113101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999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03" y="2159674"/>
                <a:ext cx="462728" cy="424011"/>
              </a:xfrm>
              <a:prstGeom prst="rect">
                <a:avLst/>
              </a:prstGeom>
              <a:blipFill>
                <a:blip r:embed="rId11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9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999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721" y="2434730"/>
                <a:ext cx="471084" cy="399854"/>
              </a:xfrm>
              <a:prstGeom prst="rect">
                <a:avLst/>
              </a:prstGeom>
              <a:blipFill>
                <a:blip r:embed="rId12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/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4" name="矩形: 圓角 83">
                <a:extLst>
                  <a:ext uri="{FF2B5EF4-FFF2-40B4-BE49-F238E27FC236}">
                    <a16:creationId xmlns:a16="http://schemas.microsoft.com/office/drawing/2014/main" id="{700C7DF5-8189-4879-9F88-BF7F38B9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/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99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8" name="矩形: 圓角 87">
                <a:extLst>
                  <a:ext uri="{FF2B5EF4-FFF2-40B4-BE49-F238E27FC236}">
                    <a16:creationId xmlns:a16="http://schemas.microsoft.com/office/drawing/2014/main" id="{32697F98-EADA-4703-90A0-A73234FC8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5330775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/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05BCB3E-828C-4008-87E5-42A266434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38" y="698249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/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34" tIns="18567" rIns="37134" bIns="1856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1999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1999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1999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99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6343D8BE-A727-49D3-A55A-946EAE5AE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3" y="698857"/>
                <a:ext cx="2067588" cy="604412"/>
              </a:xfrm>
              <a:prstGeom prst="roundRect">
                <a:avLst>
                  <a:gd name="adj" fmla="val 13546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/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3895A47-2CF1-4238-A421-3C53B146F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1310909"/>
                <a:ext cx="1105431" cy="55573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/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BC7567B-3CF3-4AA7-AE13-664537E02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1333576"/>
                <a:ext cx="2484958" cy="5103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/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83658EE-325A-409D-A4CB-8B0BDA8F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295" y="1310909"/>
                <a:ext cx="1105431" cy="5557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/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FEE9D27-AC83-4510-A4EC-C7CE5E274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1333576"/>
                <a:ext cx="2480849" cy="5103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/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44690C55-6A00-401A-A518-63EC84623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63" y="5940592"/>
                <a:ext cx="1105431" cy="5557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/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999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199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999" dirty="0"/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39A414B-222E-4E33-9D4E-C7A8E1DC7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85" y="5940739"/>
                <a:ext cx="1104850" cy="55543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/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07DBC4B-B92E-4C8B-988A-721E37CBC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51" y="5963259"/>
                <a:ext cx="2484958" cy="51039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/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99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99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99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altLang="zh-TW" sz="1999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1999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1999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1999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1999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99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99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999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99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599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A4FE567-2655-477B-B80A-FA51F355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648" y="5963259"/>
                <a:ext cx="2480849" cy="51039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/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859317B-4325-4076-BB1D-4A1D963F2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6091037"/>
                <a:ext cx="390042" cy="39998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/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8B52305-0645-4557-B290-69EA43379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6091037"/>
                <a:ext cx="390042" cy="39998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/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53D5075-B8B7-41BA-B83E-295558E3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13" y="1461354"/>
                <a:ext cx="390042" cy="39998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/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E4541FE-D0EC-4F16-8750-67CAB3C51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" y="1461354"/>
                <a:ext cx="390042" cy="3999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/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399C1D-D7A0-41E7-AC15-A6803D54E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7192254"/>
                <a:ext cx="671722" cy="3999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/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3C94DACF-ACB3-4032-8667-E9DBF7EBF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8717768"/>
                <a:ext cx="671722" cy="3999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/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E4D9310-3330-49BB-9C3C-32DF1BBB6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7192254"/>
                <a:ext cx="671722" cy="3999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/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CEF25A68-FDF7-4706-80D8-C10C2D114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8717768"/>
                <a:ext cx="671722" cy="39998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/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3A789B8D-253A-4AC8-A6F9-FFDA4D00F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93" y="2547683"/>
                <a:ext cx="671722" cy="39998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/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DCF341D-73A9-4584-B1EC-A68069C5A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75" y="4073197"/>
                <a:ext cx="671722" cy="3999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/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C316B9D-D545-4144-8787-48A6D5A4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7" y="2547683"/>
                <a:ext cx="671722" cy="39998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/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999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19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7F572-2F00-4AEF-AE3C-D3F0A7D1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9" y="4073197"/>
                <a:ext cx="671722" cy="399981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矩形: 圓角 142">
            <a:extLst>
              <a:ext uri="{FF2B5EF4-FFF2-40B4-BE49-F238E27FC236}">
                <a16:creationId xmlns:a16="http://schemas.microsoft.com/office/drawing/2014/main" id="{7E5E0D37-F477-4E0B-B218-E367B94029EA}"/>
              </a:ext>
            </a:extLst>
          </p:cNvPr>
          <p:cNvSpPr/>
          <p:nvPr/>
        </p:nvSpPr>
        <p:spPr>
          <a:xfrm>
            <a:off x="3248923" y="-976922"/>
            <a:ext cx="3974292" cy="155217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78E97E48-756A-497F-80B9-AB329E8A9F13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5350855" y="-924858"/>
            <a:ext cx="1799911" cy="14467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94F8859-58C1-44EE-A09F-9DD6E31EB672}"/>
                  </a:ext>
                </a:extLst>
              </p:cNvPr>
              <p:cNvSpPr txBox="1"/>
              <p:nvPr/>
            </p:nvSpPr>
            <p:spPr>
              <a:xfrm>
                <a:off x="5317982" y="72010"/>
                <a:ext cx="740353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94F8859-58C1-44EE-A09F-9DD6E31EB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982" y="72010"/>
                <a:ext cx="740353" cy="356639"/>
              </a:xfrm>
              <a:prstGeom prst="rect">
                <a:avLst/>
              </a:prstGeom>
              <a:blipFill>
                <a:blip r:embed="rId38"/>
                <a:stretch>
                  <a:fillRect b="-224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B4F113CD-D85C-4856-B01F-C05CD02F2FD0}"/>
              </a:ext>
            </a:extLst>
          </p:cNvPr>
          <p:cNvGrpSpPr/>
          <p:nvPr/>
        </p:nvGrpSpPr>
        <p:grpSpPr>
          <a:xfrm>
            <a:off x="5873013" y="-679018"/>
            <a:ext cx="593867" cy="633991"/>
            <a:chOff x="6394099" y="1329789"/>
            <a:chExt cx="1805559" cy="1927549"/>
          </a:xfrm>
        </p:grpSpPr>
        <p:grpSp>
          <p:nvGrpSpPr>
            <p:cNvPr id="147" name="群組 146">
              <a:extLst>
                <a:ext uri="{FF2B5EF4-FFF2-40B4-BE49-F238E27FC236}">
                  <a16:creationId xmlns:a16="http://schemas.microsoft.com/office/drawing/2014/main" id="{6B047A6F-F30C-47CA-B197-427AE03802FE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50" name="箭號: 向右 149">
                <a:extLst>
                  <a:ext uri="{FF2B5EF4-FFF2-40B4-BE49-F238E27FC236}">
                    <a16:creationId xmlns:a16="http://schemas.microsoft.com/office/drawing/2014/main" id="{8C284F95-0989-4036-812F-B0CB9F357FC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1" name="箭號: 向右 150">
                <a:extLst>
                  <a:ext uri="{FF2B5EF4-FFF2-40B4-BE49-F238E27FC236}">
                    <a16:creationId xmlns:a16="http://schemas.microsoft.com/office/drawing/2014/main" id="{21D35DB6-C068-4E7E-94C0-DDFF3C9E358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AC5498FD-6A88-4366-AA06-4CE4D5FA5D4D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39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615D0613-4341-4ED2-908A-0E33A7F487A1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40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2" name="圖形 151">
            <a:extLst>
              <a:ext uri="{FF2B5EF4-FFF2-40B4-BE49-F238E27FC236}">
                <a16:creationId xmlns:a16="http://schemas.microsoft.com/office/drawing/2014/main" id="{06636A08-71C3-4F42-BB4D-64FB481B5C0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60408" y="-543415"/>
            <a:ext cx="1519295" cy="675242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74692878-7651-4E71-8816-A59E7AD685F6}"/>
              </a:ext>
            </a:extLst>
          </p:cNvPr>
          <p:cNvPicPr>
            <a:picLocks noChangeAspect="1"/>
          </p:cNvPicPr>
          <p:nvPr/>
        </p:nvPicPr>
        <p:blipFill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53850" y="6582972"/>
            <a:ext cx="1398850" cy="2996522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4B4395B8-49D2-40D3-8138-C7E282CFCBDA}"/>
              </a:ext>
            </a:extLst>
          </p:cNvPr>
          <p:cNvPicPr>
            <a:picLocks noChangeAspect="1"/>
          </p:cNvPicPr>
          <p:nvPr/>
        </p:nvPicPr>
        <p:blipFill>
          <a:blip r:embed="rId4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4349" y="6637020"/>
            <a:ext cx="1371353" cy="2983047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51A04435-4AA5-475D-946E-B6250D380DDC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317"/>
          <a:stretch/>
        </p:blipFill>
        <p:spPr>
          <a:xfrm>
            <a:off x="6086713" y="1910140"/>
            <a:ext cx="1418987" cy="314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52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2901</TotalTime>
  <Words>312</Words>
  <Application>Microsoft Office PowerPoint</Application>
  <PresentationFormat>自訂</PresentationFormat>
  <Paragraphs>200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16</cp:revision>
  <dcterms:created xsi:type="dcterms:W3CDTF">2026-10-06T06:22:45Z</dcterms:created>
  <dcterms:modified xsi:type="dcterms:W3CDTF">2026-10-08T06:46:11Z</dcterms:modified>
</cp:coreProperties>
</file>