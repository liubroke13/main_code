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1" r:id="rId2"/>
    <p:sldId id="262" r:id="rId3"/>
    <p:sldId id="263" r:id="rId4"/>
    <p:sldId id="264" r:id="rId5"/>
    <p:sldId id="273" r:id="rId6"/>
  </p:sldIdLst>
  <p:sldSz cx="14760575" cy="4949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>
        <p:scale>
          <a:sx n="50" d="100"/>
          <a:sy n="50" d="100"/>
        </p:scale>
        <p:origin x="984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810076"/>
            <a:ext cx="11070431" cy="1723272"/>
          </a:xfrm>
        </p:spPr>
        <p:txBody>
          <a:bodyPr anchor="b"/>
          <a:lstStyle>
            <a:lvl1pPr algn="ctr">
              <a:defRPr sz="43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2599804"/>
            <a:ext cx="11070431" cy="1195062"/>
          </a:xfrm>
        </p:spPr>
        <p:txBody>
          <a:bodyPr/>
          <a:lstStyle>
            <a:lvl1pPr marL="0" indent="0" algn="ctr">
              <a:buNone/>
              <a:defRPr sz="1732"/>
            </a:lvl1pPr>
            <a:lvl2pPr marL="330007" indent="0" algn="ctr">
              <a:buNone/>
              <a:defRPr sz="1444"/>
            </a:lvl2pPr>
            <a:lvl3pPr marL="660014" indent="0" algn="ctr">
              <a:buNone/>
              <a:defRPr sz="1299"/>
            </a:lvl3pPr>
            <a:lvl4pPr marL="990021" indent="0" algn="ctr">
              <a:buNone/>
              <a:defRPr sz="1155"/>
            </a:lvl4pPr>
            <a:lvl5pPr marL="1320028" indent="0" algn="ctr">
              <a:buNone/>
              <a:defRPr sz="1155"/>
            </a:lvl5pPr>
            <a:lvl6pPr marL="1650035" indent="0" algn="ctr">
              <a:buNone/>
              <a:defRPr sz="1155"/>
            </a:lvl6pPr>
            <a:lvl7pPr marL="1980042" indent="0" algn="ctr">
              <a:buNone/>
              <a:defRPr sz="1155"/>
            </a:lvl7pPr>
            <a:lvl8pPr marL="2310049" indent="0" algn="ctr">
              <a:buNone/>
              <a:defRPr sz="1155"/>
            </a:lvl8pPr>
            <a:lvl9pPr marL="2640056" indent="0" algn="ctr">
              <a:buNone/>
              <a:defRPr sz="115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3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234020"/>
            <a:ext cx="12730996" cy="2058989"/>
          </a:xfrm>
        </p:spPr>
        <p:txBody>
          <a:bodyPr anchor="b"/>
          <a:lstStyle>
            <a:lvl1pPr>
              <a:defRPr sz="43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3312488"/>
            <a:ext cx="12730996" cy="1082774"/>
          </a:xfrm>
        </p:spPr>
        <p:txBody>
          <a:bodyPr/>
          <a:lstStyle>
            <a:lvl1pPr marL="0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1pPr>
            <a:lvl2pPr marL="330007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2pPr>
            <a:lvl3pPr marL="660014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3pPr>
            <a:lvl4pPr marL="990021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320028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650035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19800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310049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2640056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3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1317662"/>
            <a:ext cx="6273244" cy="31406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1317662"/>
            <a:ext cx="6273244" cy="31406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40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263533"/>
            <a:ext cx="12730996" cy="9567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213395"/>
            <a:ext cx="6244415" cy="594666"/>
          </a:xfrm>
        </p:spPr>
        <p:txBody>
          <a:bodyPr anchor="b"/>
          <a:lstStyle>
            <a:lvl1pPr marL="0" indent="0">
              <a:buNone/>
              <a:defRPr sz="1732" b="1"/>
            </a:lvl1pPr>
            <a:lvl2pPr marL="330007" indent="0">
              <a:buNone/>
              <a:defRPr sz="1444" b="1"/>
            </a:lvl2pPr>
            <a:lvl3pPr marL="660014" indent="0">
              <a:buNone/>
              <a:defRPr sz="1299" b="1"/>
            </a:lvl3pPr>
            <a:lvl4pPr marL="990021" indent="0">
              <a:buNone/>
              <a:defRPr sz="1155" b="1"/>
            </a:lvl4pPr>
            <a:lvl5pPr marL="1320028" indent="0">
              <a:buNone/>
              <a:defRPr sz="1155" b="1"/>
            </a:lvl5pPr>
            <a:lvl6pPr marL="1650035" indent="0">
              <a:buNone/>
              <a:defRPr sz="1155" b="1"/>
            </a:lvl6pPr>
            <a:lvl7pPr marL="1980042" indent="0">
              <a:buNone/>
              <a:defRPr sz="1155" b="1"/>
            </a:lvl7pPr>
            <a:lvl8pPr marL="2310049" indent="0">
              <a:buNone/>
              <a:defRPr sz="1155" b="1"/>
            </a:lvl8pPr>
            <a:lvl9pPr marL="2640056" indent="0">
              <a:buNone/>
              <a:defRPr sz="115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1808061"/>
            <a:ext cx="6244415" cy="26593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213395"/>
            <a:ext cx="6275167" cy="594666"/>
          </a:xfrm>
        </p:spPr>
        <p:txBody>
          <a:bodyPr anchor="b"/>
          <a:lstStyle>
            <a:lvl1pPr marL="0" indent="0">
              <a:buNone/>
              <a:defRPr sz="1732" b="1"/>
            </a:lvl1pPr>
            <a:lvl2pPr marL="330007" indent="0">
              <a:buNone/>
              <a:defRPr sz="1444" b="1"/>
            </a:lvl2pPr>
            <a:lvl3pPr marL="660014" indent="0">
              <a:buNone/>
              <a:defRPr sz="1299" b="1"/>
            </a:lvl3pPr>
            <a:lvl4pPr marL="990021" indent="0">
              <a:buNone/>
              <a:defRPr sz="1155" b="1"/>
            </a:lvl4pPr>
            <a:lvl5pPr marL="1320028" indent="0">
              <a:buNone/>
              <a:defRPr sz="1155" b="1"/>
            </a:lvl5pPr>
            <a:lvl6pPr marL="1650035" indent="0">
              <a:buNone/>
              <a:defRPr sz="1155" b="1"/>
            </a:lvl6pPr>
            <a:lvl7pPr marL="1980042" indent="0">
              <a:buNone/>
              <a:defRPr sz="1155" b="1"/>
            </a:lvl7pPr>
            <a:lvl8pPr marL="2310049" indent="0">
              <a:buNone/>
              <a:defRPr sz="1155" b="1"/>
            </a:lvl8pPr>
            <a:lvl9pPr marL="2640056" indent="0">
              <a:buNone/>
              <a:defRPr sz="115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1808061"/>
            <a:ext cx="6275167" cy="26593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48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4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94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329988"/>
            <a:ext cx="4760669" cy="1154959"/>
          </a:xfrm>
        </p:spPr>
        <p:txBody>
          <a:bodyPr anchor="b"/>
          <a:lstStyle>
            <a:lvl1pPr>
              <a:defRPr sz="23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712683"/>
            <a:ext cx="7472541" cy="3517584"/>
          </a:xfrm>
        </p:spPr>
        <p:txBody>
          <a:bodyPr/>
          <a:lstStyle>
            <a:lvl1pPr>
              <a:defRPr sz="2310"/>
            </a:lvl1pPr>
            <a:lvl2pPr>
              <a:defRPr sz="2021"/>
            </a:lvl2pPr>
            <a:lvl3pPr>
              <a:defRPr sz="1732"/>
            </a:lvl3pPr>
            <a:lvl4pPr>
              <a:defRPr sz="1444"/>
            </a:lvl4pPr>
            <a:lvl5pPr>
              <a:defRPr sz="1444"/>
            </a:lvl5pPr>
            <a:lvl6pPr>
              <a:defRPr sz="1444"/>
            </a:lvl6pPr>
            <a:lvl7pPr>
              <a:defRPr sz="1444"/>
            </a:lvl7pPr>
            <a:lvl8pPr>
              <a:defRPr sz="1444"/>
            </a:lvl8pPr>
            <a:lvl9pPr>
              <a:defRPr sz="1444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484947"/>
            <a:ext cx="4760669" cy="2751049"/>
          </a:xfrm>
        </p:spPr>
        <p:txBody>
          <a:bodyPr/>
          <a:lstStyle>
            <a:lvl1pPr marL="0" indent="0">
              <a:buNone/>
              <a:defRPr sz="1155"/>
            </a:lvl1pPr>
            <a:lvl2pPr marL="330007" indent="0">
              <a:buNone/>
              <a:defRPr sz="1011"/>
            </a:lvl2pPr>
            <a:lvl3pPr marL="660014" indent="0">
              <a:buNone/>
              <a:defRPr sz="866"/>
            </a:lvl3pPr>
            <a:lvl4pPr marL="990021" indent="0">
              <a:buNone/>
              <a:defRPr sz="722"/>
            </a:lvl4pPr>
            <a:lvl5pPr marL="1320028" indent="0">
              <a:buNone/>
              <a:defRPr sz="722"/>
            </a:lvl5pPr>
            <a:lvl6pPr marL="1650035" indent="0">
              <a:buNone/>
              <a:defRPr sz="722"/>
            </a:lvl6pPr>
            <a:lvl7pPr marL="1980042" indent="0">
              <a:buNone/>
              <a:defRPr sz="722"/>
            </a:lvl7pPr>
            <a:lvl8pPr marL="2310049" indent="0">
              <a:buNone/>
              <a:defRPr sz="722"/>
            </a:lvl8pPr>
            <a:lvl9pPr marL="2640056" indent="0">
              <a:buNone/>
              <a:defRPr sz="72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17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329988"/>
            <a:ext cx="4760669" cy="1154959"/>
          </a:xfrm>
        </p:spPr>
        <p:txBody>
          <a:bodyPr anchor="b"/>
          <a:lstStyle>
            <a:lvl1pPr>
              <a:defRPr sz="23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712683"/>
            <a:ext cx="7472541" cy="3517584"/>
          </a:xfrm>
        </p:spPr>
        <p:txBody>
          <a:bodyPr anchor="t"/>
          <a:lstStyle>
            <a:lvl1pPr marL="0" indent="0">
              <a:buNone/>
              <a:defRPr sz="2310"/>
            </a:lvl1pPr>
            <a:lvl2pPr marL="330007" indent="0">
              <a:buNone/>
              <a:defRPr sz="2021"/>
            </a:lvl2pPr>
            <a:lvl3pPr marL="660014" indent="0">
              <a:buNone/>
              <a:defRPr sz="1732"/>
            </a:lvl3pPr>
            <a:lvl4pPr marL="990021" indent="0">
              <a:buNone/>
              <a:defRPr sz="1444"/>
            </a:lvl4pPr>
            <a:lvl5pPr marL="1320028" indent="0">
              <a:buNone/>
              <a:defRPr sz="1444"/>
            </a:lvl5pPr>
            <a:lvl6pPr marL="1650035" indent="0">
              <a:buNone/>
              <a:defRPr sz="1444"/>
            </a:lvl6pPr>
            <a:lvl7pPr marL="1980042" indent="0">
              <a:buNone/>
              <a:defRPr sz="1444"/>
            </a:lvl7pPr>
            <a:lvl8pPr marL="2310049" indent="0">
              <a:buNone/>
              <a:defRPr sz="1444"/>
            </a:lvl8pPr>
            <a:lvl9pPr marL="2640056" indent="0">
              <a:buNone/>
              <a:defRPr sz="1444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484947"/>
            <a:ext cx="4760669" cy="2751049"/>
          </a:xfrm>
        </p:spPr>
        <p:txBody>
          <a:bodyPr/>
          <a:lstStyle>
            <a:lvl1pPr marL="0" indent="0">
              <a:buNone/>
              <a:defRPr sz="1155"/>
            </a:lvl1pPr>
            <a:lvl2pPr marL="330007" indent="0">
              <a:buNone/>
              <a:defRPr sz="1011"/>
            </a:lvl2pPr>
            <a:lvl3pPr marL="660014" indent="0">
              <a:buNone/>
              <a:defRPr sz="866"/>
            </a:lvl3pPr>
            <a:lvl4pPr marL="990021" indent="0">
              <a:buNone/>
              <a:defRPr sz="722"/>
            </a:lvl4pPr>
            <a:lvl5pPr marL="1320028" indent="0">
              <a:buNone/>
              <a:defRPr sz="722"/>
            </a:lvl5pPr>
            <a:lvl6pPr marL="1650035" indent="0">
              <a:buNone/>
              <a:defRPr sz="722"/>
            </a:lvl6pPr>
            <a:lvl7pPr marL="1980042" indent="0">
              <a:buNone/>
              <a:defRPr sz="722"/>
            </a:lvl7pPr>
            <a:lvl8pPr marL="2310049" indent="0">
              <a:buNone/>
              <a:defRPr sz="722"/>
            </a:lvl8pPr>
            <a:lvl9pPr marL="2640056" indent="0">
              <a:buNone/>
              <a:defRPr sz="72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19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08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263532"/>
            <a:ext cx="3182749" cy="419474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263532"/>
            <a:ext cx="9363740" cy="419474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56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263533"/>
            <a:ext cx="12730996" cy="956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1317662"/>
            <a:ext cx="12730996" cy="314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4587755"/>
            <a:ext cx="3321129" cy="26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4587755"/>
            <a:ext cx="4981694" cy="26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4587755"/>
            <a:ext cx="3321129" cy="26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79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60014" rtl="0" eaLnBrk="1" latinLnBrk="0" hangingPunct="1">
        <a:lnSpc>
          <a:spcPct val="90000"/>
        </a:lnSpc>
        <a:spcBef>
          <a:spcPct val="0"/>
        </a:spcBef>
        <a:buNone/>
        <a:defRPr sz="31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5003" indent="-165003" algn="l" defTabSz="660014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021" kern="1200">
          <a:solidFill>
            <a:schemeClr val="tx1"/>
          </a:solidFill>
          <a:latin typeface="+mn-lt"/>
          <a:ea typeface="+mn-ea"/>
          <a:cs typeface="+mn-cs"/>
        </a:defRPr>
      </a:lvl1pPr>
      <a:lvl2pPr marL="495010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2pPr>
      <a:lvl3pPr marL="825017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444" kern="1200">
          <a:solidFill>
            <a:schemeClr val="tx1"/>
          </a:solidFill>
          <a:latin typeface="+mn-lt"/>
          <a:ea typeface="+mn-ea"/>
          <a:cs typeface="+mn-cs"/>
        </a:defRPr>
      </a:lvl3pPr>
      <a:lvl4pPr marL="1155024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4pPr>
      <a:lvl5pPr marL="1485031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5pPr>
      <a:lvl6pPr marL="1815038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6pPr>
      <a:lvl7pPr marL="2145045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7pPr>
      <a:lvl8pPr marL="2475052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8pPr>
      <a:lvl9pPr marL="2805059" indent="-165003" algn="l" defTabSz="660014" rtl="0" eaLnBrk="1" latinLnBrk="0" hangingPunct="1">
        <a:lnSpc>
          <a:spcPct val="90000"/>
        </a:lnSpc>
        <a:spcBef>
          <a:spcPts val="361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1pPr>
      <a:lvl2pPr marL="330007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2pPr>
      <a:lvl3pPr marL="660014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990021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4pPr>
      <a:lvl5pPr marL="1320028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5pPr>
      <a:lvl6pPr marL="1650035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6pPr>
      <a:lvl7pPr marL="1980042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7pPr>
      <a:lvl8pPr marL="2310049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8pPr>
      <a:lvl9pPr marL="2640056" algn="l" defTabSz="660014" rtl="0" eaLnBrk="1" latinLnBrk="0" hangingPunct="1">
        <a:defRPr sz="12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31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17" Type="http://schemas.openxmlformats.org/officeDocument/2006/relationships/image" Target="../media/image16.png"/><Relationship Id="rId25" Type="http://schemas.openxmlformats.org/officeDocument/2006/relationships/image" Target="../media/image34.png"/><Relationship Id="rId2" Type="http://schemas.openxmlformats.org/officeDocument/2006/relationships/image" Target="../media/image24.png"/><Relationship Id="rId16" Type="http://schemas.openxmlformats.org/officeDocument/2006/relationships/image" Target="../media/image15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6.png"/><Relationship Id="rId24" Type="http://schemas.openxmlformats.org/officeDocument/2006/relationships/image" Target="../media/image3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32.png"/><Relationship Id="rId10" Type="http://schemas.openxmlformats.org/officeDocument/2006/relationships/image" Target="../media/image9.png"/><Relationship Id="rId19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17" Type="http://schemas.openxmlformats.org/officeDocument/2006/relationships/image" Target="../media/image16.png"/><Relationship Id="rId2" Type="http://schemas.openxmlformats.org/officeDocument/2006/relationships/image" Target="../media/image35.png"/><Relationship Id="rId16" Type="http://schemas.openxmlformats.org/officeDocument/2006/relationships/image" Target="../media/image15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7.png"/><Relationship Id="rId24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43.png"/><Relationship Id="rId10" Type="http://schemas.openxmlformats.org/officeDocument/2006/relationships/image" Target="../media/image9.png"/><Relationship Id="rId19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6.png"/><Relationship Id="rId14" Type="http://schemas.openxmlformats.org/officeDocument/2006/relationships/image" Target="../media/image13.png"/><Relationship Id="rId22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7.png"/><Relationship Id="rId18" Type="http://schemas.openxmlformats.org/officeDocument/2006/relationships/image" Target="../media/image15.png"/><Relationship Id="rId26" Type="http://schemas.openxmlformats.org/officeDocument/2006/relationships/image" Target="../media/image50.png"/><Relationship Id="rId3" Type="http://schemas.openxmlformats.org/officeDocument/2006/relationships/image" Target="../media/image46.png"/><Relationship Id="rId21" Type="http://schemas.openxmlformats.org/officeDocument/2006/relationships/image" Target="../media/image47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49.png"/><Relationship Id="rId2" Type="http://schemas.openxmlformats.org/officeDocument/2006/relationships/image" Target="../media/image45.png"/><Relationship Id="rId16" Type="http://schemas.openxmlformats.org/officeDocument/2006/relationships/image" Target="../media/image13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35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.png"/><Relationship Id="rId21" Type="http://schemas.openxmlformats.org/officeDocument/2006/relationships/image" Target="../media/image66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47" Type="http://schemas.openxmlformats.org/officeDocument/2006/relationships/image" Target="../media/image85.png"/><Relationship Id="rId50" Type="http://schemas.openxmlformats.org/officeDocument/2006/relationships/image" Target="../media/image88.png"/><Relationship Id="rId55" Type="http://schemas.openxmlformats.org/officeDocument/2006/relationships/image" Target="../media/image93.png"/><Relationship Id="rId63" Type="http://schemas.openxmlformats.org/officeDocument/2006/relationships/image" Target="../media/image98.png"/><Relationship Id="rId68" Type="http://schemas.openxmlformats.org/officeDocument/2006/relationships/image" Target="../media/image44.png"/><Relationship Id="rId7" Type="http://schemas.openxmlformats.org/officeDocument/2006/relationships/image" Target="../media/image52.png"/><Relationship Id="rId2" Type="http://schemas.openxmlformats.org/officeDocument/2006/relationships/image" Target="../media/image45.png"/><Relationship Id="rId16" Type="http://schemas.openxmlformats.org/officeDocument/2006/relationships/image" Target="../media/image61.png"/><Relationship Id="rId29" Type="http://schemas.openxmlformats.org/officeDocument/2006/relationships/image" Target="../media/image70.png"/><Relationship Id="rId11" Type="http://schemas.openxmlformats.org/officeDocument/2006/relationships/image" Target="../media/image56.png"/><Relationship Id="rId24" Type="http://schemas.openxmlformats.org/officeDocument/2006/relationships/image" Target="../media/image49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45" Type="http://schemas.openxmlformats.org/officeDocument/2006/relationships/image" Target="../media/image23.png"/><Relationship Id="rId53" Type="http://schemas.openxmlformats.org/officeDocument/2006/relationships/image" Target="../media/image91.png"/><Relationship Id="rId58" Type="http://schemas.openxmlformats.org/officeDocument/2006/relationships/image" Target="../media/image32.png"/><Relationship Id="rId66" Type="http://schemas.openxmlformats.org/officeDocument/2006/relationships/image" Target="../media/image42.png"/><Relationship Id="rId5" Type="http://schemas.openxmlformats.org/officeDocument/2006/relationships/image" Target="../media/image2.png"/><Relationship Id="rId61" Type="http://schemas.openxmlformats.org/officeDocument/2006/relationships/image" Target="../media/image96.png"/><Relationship Id="rId19" Type="http://schemas.openxmlformats.org/officeDocument/2006/relationships/image" Target="../media/image6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6.png"/><Relationship Id="rId56" Type="http://schemas.openxmlformats.org/officeDocument/2006/relationships/image" Target="../media/image94.png"/><Relationship Id="rId64" Type="http://schemas.openxmlformats.org/officeDocument/2006/relationships/image" Target="../media/image99.png"/><Relationship Id="rId8" Type="http://schemas.openxmlformats.org/officeDocument/2006/relationships/image" Target="../media/image53.png"/><Relationship Id="rId51" Type="http://schemas.openxmlformats.org/officeDocument/2006/relationships/image" Target="../media/image89.png"/><Relationship Id="rId3" Type="http://schemas.openxmlformats.org/officeDocument/2006/relationships/image" Target="../media/image46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50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24.png"/><Relationship Id="rId59" Type="http://schemas.openxmlformats.org/officeDocument/2006/relationships/image" Target="../media/image33.png"/><Relationship Id="rId67" Type="http://schemas.openxmlformats.org/officeDocument/2006/relationships/image" Target="../media/image43.png"/><Relationship Id="rId20" Type="http://schemas.openxmlformats.org/officeDocument/2006/relationships/image" Target="../media/image65.png"/><Relationship Id="rId41" Type="http://schemas.openxmlformats.org/officeDocument/2006/relationships/image" Target="../media/image82.png"/><Relationship Id="rId54" Type="http://schemas.openxmlformats.org/officeDocument/2006/relationships/image" Target="../media/image92.png"/><Relationship Id="rId6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openxmlformats.org/officeDocument/2006/relationships/image" Target="../media/image21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87.png"/><Relationship Id="rId57" Type="http://schemas.openxmlformats.org/officeDocument/2006/relationships/image" Target="../media/image95.png"/><Relationship Id="rId10" Type="http://schemas.openxmlformats.org/officeDocument/2006/relationships/image" Target="../media/image55.png"/><Relationship Id="rId31" Type="http://schemas.openxmlformats.org/officeDocument/2006/relationships/image" Target="../media/image72.png"/><Relationship Id="rId44" Type="http://schemas.openxmlformats.org/officeDocument/2006/relationships/image" Target="../media/image22.png"/><Relationship Id="rId52" Type="http://schemas.openxmlformats.org/officeDocument/2006/relationships/image" Target="../media/image90.png"/><Relationship Id="rId60" Type="http://schemas.openxmlformats.org/officeDocument/2006/relationships/image" Target="../media/image34.png"/><Relationship Id="rId65" Type="http://schemas.openxmlformats.org/officeDocument/2006/relationships/image" Target="../media/image100.png"/><Relationship Id="rId4" Type="http://schemas.openxmlformats.org/officeDocument/2006/relationships/image" Target="../media/image35.png"/><Relationship Id="rId9" Type="http://schemas.openxmlformats.org/officeDocument/2006/relationships/image" Target="../media/image54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57577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7474C67-3A3E-4AFD-AF09-98F405C88E92}"/>
              </a:ext>
            </a:extLst>
          </p:cNvPr>
          <p:cNvCxnSpPr>
            <a:cxnSpLocks/>
          </p:cNvCxnSpPr>
          <p:nvPr/>
        </p:nvCxnSpPr>
        <p:spPr>
          <a:xfrm>
            <a:off x="7981648" y="3732298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F8FE3D84-0E2C-401B-B87D-883B6B27A668}"/>
              </a:ext>
            </a:extLst>
          </p:cNvPr>
          <p:cNvCxnSpPr>
            <a:cxnSpLocks/>
          </p:cNvCxnSpPr>
          <p:nvPr/>
        </p:nvCxnSpPr>
        <p:spPr>
          <a:xfrm>
            <a:off x="5931583" y="1487980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6029F8B7-280E-4D69-8E33-039F171CA7F7}"/>
              </a:ext>
            </a:extLst>
          </p:cNvPr>
          <p:cNvCxnSpPr>
            <a:cxnSpLocks/>
          </p:cNvCxnSpPr>
          <p:nvPr/>
        </p:nvCxnSpPr>
        <p:spPr>
          <a:xfrm flipH="1">
            <a:off x="5890567" y="3237779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42AAC6EA-C116-4DC8-86F0-2F2116BE174F}"/>
              </a:ext>
            </a:extLst>
          </p:cNvPr>
          <p:cNvCxnSpPr>
            <a:cxnSpLocks/>
          </p:cNvCxnSpPr>
          <p:nvPr/>
        </p:nvCxnSpPr>
        <p:spPr>
          <a:xfrm flipV="1">
            <a:off x="8521517" y="2548510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9" name="圖片 88">
            <a:extLst>
              <a:ext uri="{FF2B5EF4-FFF2-40B4-BE49-F238E27FC236}">
                <a16:creationId xmlns:a16="http://schemas.microsoft.com/office/drawing/2014/main" id="{A754C8C1-6812-423C-80DE-0B9597F09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606"/>
          <a:stretch/>
        </p:blipFill>
        <p:spPr>
          <a:xfrm>
            <a:off x="6371344" y="-1133216"/>
            <a:ext cx="1849493" cy="1834775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8354096" y="-1092212"/>
            <a:ext cx="507393" cy="1959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blipFill>
                <a:blip r:embed="rId4"/>
                <a:stretch>
                  <a:fillRect l="-3158" r="-53684" b="-13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blipFill>
                <a:blip r:embed="rId5"/>
                <a:stretch>
                  <a:fillRect l="-10769" r="-27692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blipFill>
                <a:blip r:embed="rId6"/>
                <a:stretch>
                  <a:fillRect l="-13462" r="-50000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blipFill>
                <a:blip r:embed="rId7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52285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52285"/>
                <a:ext cx="2369563" cy="459357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blipFill>
                <a:blip r:embed="rId11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blipFill>
                <a:blip r:embed="rId12"/>
                <a:stretch>
                  <a:fillRect t="-130263" r="-48485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11266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36629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38848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37378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blipFill>
                <a:blip r:embed="rId13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3884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blipFill>
                <a:blip r:embed="rId14"/>
                <a:stretch>
                  <a:fillRect l="-6977" r="-41860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37378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484126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45274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889764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89953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04978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54097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49508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blipFill>
                <a:blip r:embed="rId17"/>
                <a:stretch>
                  <a:fillRect l="-4110" r="-137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489918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4623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40081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677972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677972"/>
                <a:ext cx="2096695" cy="459357"/>
              </a:xfrm>
              <a:prstGeom prst="rect">
                <a:avLst/>
              </a:prstGeom>
              <a:blipFill>
                <a:blip r:embed="rId1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812886" y="2628772"/>
                <a:ext cx="161583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886" y="2628772"/>
                <a:ext cx="1615831" cy="459357"/>
              </a:xfrm>
              <a:prstGeom prst="rect">
                <a:avLst/>
              </a:prstGeom>
              <a:blipFill>
                <a:blip r:embed="rId1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10384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103849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2730845" y="-2223321"/>
                <a:ext cx="2699842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0845" y="-2223321"/>
                <a:ext cx="2699842" cy="68852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4094315" y="-1128698"/>
            <a:ext cx="7173347" cy="6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4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656" y="-313198"/>
            <a:ext cx="2777963" cy="555592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6D948965-B9BC-495E-8805-B3F7BA41BC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54"/>
          <a:stretch/>
        </p:blipFill>
        <p:spPr>
          <a:xfrm>
            <a:off x="6365502" y="5265811"/>
            <a:ext cx="1855323" cy="1834775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0715470E-CE9F-49C3-B042-45D2E7A3A74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0731"/>
          <a:stretch/>
        </p:blipFill>
        <p:spPr>
          <a:xfrm>
            <a:off x="4099489" y="3369261"/>
            <a:ext cx="1818424" cy="1791591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196A8B29-FD35-4DC0-8E4F-39AB4D6BDA9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398"/>
          <a:stretch/>
        </p:blipFill>
        <p:spPr>
          <a:xfrm>
            <a:off x="8717986" y="863039"/>
            <a:ext cx="1793819" cy="1791591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D718A3AC-2704-461E-BC86-41543E75A817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1067" r="51003"/>
          <a:stretch/>
        </p:blipFill>
        <p:spPr>
          <a:xfrm>
            <a:off x="4101325" y="901480"/>
            <a:ext cx="1813175" cy="180003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80C95606-42B6-40BE-86B4-184403E78A4B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710" t="1067"/>
          <a:stretch/>
        </p:blipFill>
        <p:spPr>
          <a:xfrm>
            <a:off x="8733338" y="3300183"/>
            <a:ext cx="1787002" cy="180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8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57577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E05A76E0-F331-44F5-B3BE-7A61DAD29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00"/>
          <a:stretch/>
        </p:blipFill>
        <p:spPr>
          <a:xfrm>
            <a:off x="6409929" y="-1128292"/>
            <a:ext cx="1882660" cy="1807348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8354096" y="-1092212"/>
            <a:ext cx="507393" cy="1959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blipFill>
                <a:blip r:embed="rId4"/>
                <a:stretch>
                  <a:fillRect l="-3158" r="-53684" b="-13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blipFill>
                <a:blip r:embed="rId5"/>
                <a:stretch>
                  <a:fillRect l="-10769" r="-27692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blipFill>
                <a:blip r:embed="rId6"/>
                <a:stretch>
                  <a:fillRect l="-13462" r="-50000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blipFill>
                <a:blip r:embed="rId7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42035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42035"/>
                <a:ext cx="2369563" cy="459357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blipFill>
                <a:blip r:embed="rId11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blipFill>
                <a:blip r:embed="rId12"/>
                <a:stretch>
                  <a:fillRect t="-130263" r="-38889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11266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36629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38848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37378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blipFill>
                <a:blip r:embed="rId13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3884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blipFill>
                <a:blip r:embed="rId14"/>
                <a:stretch>
                  <a:fillRect l="-6977" r="-41860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37378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484126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45274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889764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89953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04978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54097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49508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blipFill>
                <a:blip r:embed="rId17"/>
                <a:stretch>
                  <a:fillRect l="-4110" r="-137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489918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4623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40081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698472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698472"/>
                <a:ext cx="2096695" cy="459357"/>
              </a:xfrm>
              <a:prstGeom prst="rect">
                <a:avLst/>
              </a:prstGeom>
              <a:blipFill>
                <a:blip r:embed="rId1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436033" y="261852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18529"/>
                <a:ext cx="2369563" cy="459357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07309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073099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2730844" y="-2223321"/>
                <a:ext cx="2327945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0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0844" y="-2223321"/>
                <a:ext cx="2327945" cy="68852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4094315" y="-1128698"/>
            <a:ext cx="7173347" cy="6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4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656" y="-313198"/>
            <a:ext cx="2777963" cy="555592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F7DCB2BE-9481-4564-B0BD-1078CC035CFC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25321" r="50344"/>
          <a:stretch/>
        </p:blipFill>
        <p:spPr>
          <a:xfrm>
            <a:off x="6396264" y="5290225"/>
            <a:ext cx="1824573" cy="180924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60620FC7-D77B-485E-8634-92B77B105FA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10337" t="20546" r="9330" b="19264"/>
          <a:stretch/>
        </p:blipFill>
        <p:spPr>
          <a:xfrm>
            <a:off x="9030605" y="-284275"/>
            <a:ext cx="1178795" cy="277711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9EAE050-FE34-4453-B019-8DBC0D707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69" r="49713"/>
          <a:stretch/>
        </p:blipFill>
        <p:spPr>
          <a:xfrm>
            <a:off x="6355262" y="5311795"/>
            <a:ext cx="1906572" cy="1807348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843D5542-0B1E-4788-A965-D515E7E4A917}"/>
              </a:ext>
            </a:extLst>
          </p:cNvPr>
          <p:cNvCxnSpPr>
            <a:cxnSpLocks/>
          </p:cNvCxnSpPr>
          <p:nvPr/>
        </p:nvCxnSpPr>
        <p:spPr>
          <a:xfrm>
            <a:off x="7981648" y="3732298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4FFC2DB-BF07-454C-90AB-9A8E2D846B62}"/>
              </a:ext>
            </a:extLst>
          </p:cNvPr>
          <p:cNvCxnSpPr>
            <a:cxnSpLocks/>
          </p:cNvCxnSpPr>
          <p:nvPr/>
        </p:nvCxnSpPr>
        <p:spPr>
          <a:xfrm>
            <a:off x="5931583" y="1487980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7134F33C-A8D5-465F-A5C2-AD7DB90717A6}"/>
              </a:ext>
            </a:extLst>
          </p:cNvPr>
          <p:cNvCxnSpPr>
            <a:cxnSpLocks/>
          </p:cNvCxnSpPr>
          <p:nvPr/>
        </p:nvCxnSpPr>
        <p:spPr>
          <a:xfrm flipH="1">
            <a:off x="5890567" y="3237779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AD627214-F76D-46F6-9B48-120C3016B40F}"/>
              </a:ext>
            </a:extLst>
          </p:cNvPr>
          <p:cNvCxnSpPr>
            <a:cxnSpLocks/>
          </p:cNvCxnSpPr>
          <p:nvPr/>
        </p:nvCxnSpPr>
        <p:spPr>
          <a:xfrm flipV="1">
            <a:off x="8521517" y="2548510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8" name="圖片 77">
            <a:extLst>
              <a:ext uri="{FF2B5EF4-FFF2-40B4-BE49-F238E27FC236}">
                <a16:creationId xmlns:a16="http://schemas.microsoft.com/office/drawing/2014/main" id="{6CFAF60E-ED5C-4431-B59E-1B980D00A0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40" r="-371"/>
          <a:stretch/>
        </p:blipFill>
        <p:spPr>
          <a:xfrm>
            <a:off x="8682090" y="853736"/>
            <a:ext cx="1854850" cy="1807348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23E50205-2B54-43CA-A690-8F40BCC5CA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3" r="24408"/>
          <a:stretch/>
        </p:blipFill>
        <p:spPr>
          <a:xfrm>
            <a:off x="4043796" y="3343607"/>
            <a:ext cx="1901450" cy="1807348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DFC059D8-9972-474C-A020-516C244260FE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50"/>
          <a:stretch/>
        </p:blipFill>
        <p:spPr>
          <a:xfrm>
            <a:off x="8697481" y="3283002"/>
            <a:ext cx="1821239" cy="177332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92ADD338-DADD-4220-91D8-88B89FD6B29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683"/>
          <a:stretch/>
        </p:blipFill>
        <p:spPr>
          <a:xfrm>
            <a:off x="4103961" y="921992"/>
            <a:ext cx="1805394" cy="17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57577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1A8F011C-674C-4011-AEF5-C808C8EEE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834"/>
          <a:stretch/>
        </p:blipFill>
        <p:spPr>
          <a:xfrm>
            <a:off x="6427001" y="-1122961"/>
            <a:ext cx="1804070" cy="179934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9" r="50569"/>
          <a:stretch/>
        </p:blipFill>
        <p:spPr>
          <a:xfrm>
            <a:off x="6406501" y="5310049"/>
            <a:ext cx="1783569" cy="179934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8354096" y="-1092212"/>
            <a:ext cx="507393" cy="1959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blipFill>
                <a:blip r:embed="rId4"/>
                <a:stretch>
                  <a:fillRect l="-3158" r="-53684" b="-13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blipFill>
                <a:blip r:embed="rId5"/>
                <a:stretch>
                  <a:fillRect l="-10769" r="-27692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blipFill>
                <a:blip r:embed="rId6"/>
                <a:stretch>
                  <a:fillRect l="-13462" r="-50000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blipFill>
                <a:blip r:embed="rId7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01032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01032"/>
                <a:ext cx="2369563" cy="459357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blipFill>
                <a:blip r:embed="rId11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blipFill>
                <a:blip r:embed="rId12"/>
                <a:stretch>
                  <a:fillRect t="-130263" r="-38889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11266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36629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38848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37378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blipFill>
                <a:blip r:embed="rId13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3884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blipFill>
                <a:blip r:embed="rId14"/>
                <a:stretch>
                  <a:fillRect l="-6977" r="-41860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37378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484126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45274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889764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89953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04978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54097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49508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blipFill>
                <a:blip r:embed="rId17"/>
                <a:stretch>
                  <a:fillRect l="-4110" r="-137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489918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4623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40081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667722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667722"/>
                <a:ext cx="2096695" cy="459357"/>
              </a:xfrm>
              <a:prstGeom prst="rect">
                <a:avLst/>
              </a:prstGeom>
              <a:blipFill>
                <a:blip r:embed="rId1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436033" y="2608282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08282"/>
                <a:ext cx="2369563" cy="459357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083350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083350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2730844" y="-2223321"/>
                <a:ext cx="2327945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2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0844" y="-2223321"/>
                <a:ext cx="2327945" cy="68852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4094315" y="-1128698"/>
            <a:ext cx="7173347" cy="6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4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656" y="-313198"/>
            <a:ext cx="2777963" cy="55559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10739" t="17985" r="9733" b="14782"/>
          <a:stretch/>
        </p:blipFill>
        <p:spPr>
          <a:xfrm>
            <a:off x="9035741" y="-330378"/>
            <a:ext cx="1127544" cy="299725"/>
          </a:xfrm>
          <a:prstGeom prst="rect">
            <a:avLst/>
          </a:prstGeom>
        </p:spPr>
      </p:pic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00E28E3-045E-4989-B4B0-1D27B8353377}"/>
              </a:ext>
            </a:extLst>
          </p:cNvPr>
          <p:cNvCxnSpPr>
            <a:cxnSpLocks/>
          </p:cNvCxnSpPr>
          <p:nvPr/>
        </p:nvCxnSpPr>
        <p:spPr>
          <a:xfrm>
            <a:off x="7981648" y="3732298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EB1FBBA9-B36C-444D-93A9-E5767BC4F503}"/>
              </a:ext>
            </a:extLst>
          </p:cNvPr>
          <p:cNvCxnSpPr>
            <a:cxnSpLocks/>
          </p:cNvCxnSpPr>
          <p:nvPr/>
        </p:nvCxnSpPr>
        <p:spPr>
          <a:xfrm>
            <a:off x="5931583" y="1487980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49D28E07-AB13-4144-A890-D04EB1D2BAD9}"/>
              </a:ext>
            </a:extLst>
          </p:cNvPr>
          <p:cNvCxnSpPr>
            <a:cxnSpLocks/>
          </p:cNvCxnSpPr>
          <p:nvPr/>
        </p:nvCxnSpPr>
        <p:spPr>
          <a:xfrm flipH="1">
            <a:off x="5890567" y="3237779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C2183771-C9A2-4AEC-9922-073C123E66F9}"/>
              </a:ext>
            </a:extLst>
          </p:cNvPr>
          <p:cNvCxnSpPr>
            <a:cxnSpLocks/>
          </p:cNvCxnSpPr>
          <p:nvPr/>
        </p:nvCxnSpPr>
        <p:spPr>
          <a:xfrm flipV="1">
            <a:off x="8521517" y="2548510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9BA145AB-31C5-461A-9A64-EA121AD5E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80"/>
          <a:stretch/>
        </p:blipFill>
        <p:spPr>
          <a:xfrm>
            <a:off x="8733341" y="852087"/>
            <a:ext cx="1778266" cy="179934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58ECBFD5-FCA2-49FE-9F7E-5A59E136491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318"/>
          <a:stretch/>
        </p:blipFill>
        <p:spPr>
          <a:xfrm>
            <a:off x="4099477" y="879272"/>
            <a:ext cx="1804759" cy="1811237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0955CF8E-9B0E-4756-A9BC-7F66EC073F34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585"/>
          <a:stretch/>
        </p:blipFill>
        <p:spPr>
          <a:xfrm>
            <a:off x="8758985" y="3281281"/>
            <a:ext cx="1794869" cy="1811237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6FAB1A0A-35AA-4C6E-BCFE-FF7E8CE3A7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44" r="25164"/>
          <a:stretch/>
        </p:blipFill>
        <p:spPr>
          <a:xfrm>
            <a:off x="4110418" y="3310037"/>
            <a:ext cx="1783569" cy="179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1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57577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1300AF8E-7797-4705-8F48-B758145148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8705961" y="3295574"/>
            <a:ext cx="1831467" cy="1788020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92186D49-D3B7-4730-A863-E3EDEB92B1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4106849" y="917479"/>
            <a:ext cx="1824735" cy="178802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B36F94A-E8AC-483A-921E-F201CD895D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6427017" y="-1131918"/>
            <a:ext cx="1879240" cy="1808379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6406501" y="5310049"/>
            <a:ext cx="1783569" cy="179934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8354096" y="-1092212"/>
            <a:ext cx="507393" cy="1959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54644"/>
                <a:ext cx="578958" cy="479490"/>
              </a:xfrm>
              <a:prstGeom prst="rect">
                <a:avLst/>
              </a:prstGeom>
              <a:blipFill>
                <a:blip r:embed="rId6"/>
                <a:stretch>
                  <a:fillRect l="-3158" r="-53684" b="-13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729302"/>
                <a:ext cx="392950" cy="488339"/>
              </a:xfrm>
              <a:prstGeom prst="rect">
                <a:avLst/>
              </a:prstGeom>
              <a:blipFill>
                <a:blip r:embed="rId7"/>
                <a:stretch>
                  <a:fillRect l="-10769" r="-27692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435053"/>
                <a:ext cx="321295" cy="459357"/>
              </a:xfrm>
              <a:prstGeom prst="rect">
                <a:avLst/>
              </a:prstGeom>
              <a:blipFill>
                <a:blip r:embed="rId8"/>
                <a:stretch>
                  <a:fillRect l="-13462" r="-50000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54699"/>
                <a:ext cx="439386" cy="421526"/>
              </a:xfrm>
              <a:prstGeom prst="rect">
                <a:avLst/>
              </a:prstGeom>
              <a:blipFill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692640"/>
                <a:ext cx="2330884" cy="459357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52285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52285"/>
                <a:ext cx="2369563" cy="459357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413497"/>
                <a:ext cx="2199636" cy="4593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368846"/>
                <a:ext cx="1211351" cy="459357"/>
              </a:xfrm>
              <a:prstGeom prst="rect">
                <a:avLst/>
              </a:prstGeom>
              <a:blipFill>
                <a:blip r:embed="rId13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397636"/>
                <a:ext cx="1211351" cy="459357"/>
              </a:xfrm>
              <a:prstGeom prst="rect">
                <a:avLst/>
              </a:prstGeom>
              <a:blipFill>
                <a:blip r:embed="rId14"/>
                <a:stretch>
                  <a:fillRect t="-130263" r="-48485" b="-194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11266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36629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38848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37378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075956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886041"/>
                <a:ext cx="263635" cy="459357"/>
              </a:xfrm>
              <a:prstGeom prst="rect">
                <a:avLst/>
              </a:prstGeom>
              <a:blipFill>
                <a:blip r:embed="rId15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3884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28191"/>
                <a:ext cx="263635" cy="459357"/>
              </a:xfrm>
              <a:prstGeom prst="rect">
                <a:avLst/>
              </a:prstGeom>
              <a:blipFill>
                <a:blip r:embed="rId16"/>
                <a:stretch>
                  <a:fillRect l="-6977" r="-41860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089836"/>
                <a:ext cx="382899" cy="4593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37378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484126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45274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889764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26428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89953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04978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057213"/>
                <a:ext cx="469721" cy="4593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54097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49508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579769"/>
                <a:ext cx="442617" cy="459357"/>
              </a:xfrm>
              <a:prstGeom prst="rect">
                <a:avLst/>
              </a:prstGeom>
              <a:blipFill>
                <a:blip r:embed="rId19"/>
                <a:stretch>
                  <a:fillRect l="-4110" r="-137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489918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4623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40081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667722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667722"/>
                <a:ext cx="2096695" cy="459357"/>
              </a:xfrm>
              <a:prstGeom prst="rect">
                <a:avLst/>
              </a:prstGeom>
              <a:blipFill>
                <a:blip r:embed="rId2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436033" y="258777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587779"/>
                <a:ext cx="2369563" cy="459357"/>
              </a:xfrm>
              <a:prstGeom prst="rect">
                <a:avLst/>
              </a:prstGeom>
              <a:blipFill>
                <a:blip r:embed="rId2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093600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093600"/>
                <a:ext cx="2369563" cy="459357"/>
              </a:xfrm>
              <a:prstGeom prst="rect">
                <a:avLst/>
              </a:prstGeom>
              <a:blipFill>
                <a:blip r:embed="rId22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2730845" y="-2223321"/>
                <a:ext cx="2699842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0845" y="-2223321"/>
                <a:ext cx="2699842" cy="68852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4094315" y="-1128698"/>
            <a:ext cx="7173347" cy="6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4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656" y="-313198"/>
            <a:ext cx="2777963" cy="555592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A0FFDC4-4D94-4103-AC9D-B740EDA3610D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358" t="17558" r="8712" b="16703"/>
          <a:stretch/>
        </p:blipFill>
        <p:spPr>
          <a:xfrm>
            <a:off x="9028471" y="-296444"/>
            <a:ext cx="1139928" cy="251319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05FD62D-64A4-4B7D-8B00-43400DD1A1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6375760" y="5319791"/>
            <a:ext cx="1875826" cy="1808379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6D02A73-E0C2-495D-B120-54C0D82B864E}"/>
              </a:ext>
            </a:extLst>
          </p:cNvPr>
          <p:cNvCxnSpPr>
            <a:cxnSpLocks/>
          </p:cNvCxnSpPr>
          <p:nvPr/>
        </p:nvCxnSpPr>
        <p:spPr>
          <a:xfrm>
            <a:off x="7981648" y="3732298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2001B9B-EE39-44E7-AD86-BBF57E8ECC24}"/>
              </a:ext>
            </a:extLst>
          </p:cNvPr>
          <p:cNvCxnSpPr>
            <a:cxnSpLocks/>
          </p:cNvCxnSpPr>
          <p:nvPr/>
        </p:nvCxnSpPr>
        <p:spPr>
          <a:xfrm>
            <a:off x="5931583" y="1487980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0E16D491-92F7-4C7F-9447-996745BAEF50}"/>
              </a:ext>
            </a:extLst>
          </p:cNvPr>
          <p:cNvCxnSpPr>
            <a:cxnSpLocks/>
          </p:cNvCxnSpPr>
          <p:nvPr/>
        </p:nvCxnSpPr>
        <p:spPr>
          <a:xfrm flipH="1">
            <a:off x="5890567" y="3237779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D8B7CFD8-B360-46A2-B167-231606D2047D}"/>
              </a:ext>
            </a:extLst>
          </p:cNvPr>
          <p:cNvCxnSpPr>
            <a:cxnSpLocks/>
          </p:cNvCxnSpPr>
          <p:nvPr/>
        </p:nvCxnSpPr>
        <p:spPr>
          <a:xfrm flipV="1">
            <a:off x="8521517" y="2548510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7" name="圖片 86">
            <a:extLst>
              <a:ext uri="{FF2B5EF4-FFF2-40B4-BE49-F238E27FC236}">
                <a16:creationId xmlns:a16="http://schemas.microsoft.com/office/drawing/2014/main" id="{309BDE2F-8583-4C84-B73D-0589C0C6C3F4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51584"/>
          <a:stretch/>
        </p:blipFill>
        <p:spPr>
          <a:xfrm>
            <a:off x="4095123" y="942202"/>
            <a:ext cx="1772061" cy="1780578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EFB017F5-6B76-4BD6-8CE1-EEEE43ABCC30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50878"/>
          <a:stretch/>
        </p:blipFill>
        <p:spPr>
          <a:xfrm>
            <a:off x="8789707" y="3322393"/>
            <a:ext cx="1797897" cy="1780578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C21EA297-03F5-430C-A9D1-505FB62899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8" r="25243"/>
          <a:stretch/>
        </p:blipFill>
        <p:spPr>
          <a:xfrm>
            <a:off x="8738023" y="917482"/>
            <a:ext cx="1804070" cy="1808379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8571E39-1B19-4BD3-9456-4474292B1B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918"/>
          <a:stretch/>
        </p:blipFill>
        <p:spPr>
          <a:xfrm>
            <a:off x="4042762" y="3362042"/>
            <a:ext cx="1816470" cy="18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2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矩形: 圓角 261">
            <a:extLst>
              <a:ext uri="{FF2B5EF4-FFF2-40B4-BE49-F238E27FC236}">
                <a16:creationId xmlns:a16="http://schemas.microsoft.com/office/drawing/2014/main" id="{B2289D14-0485-454F-9117-9A7953FFBE7E}"/>
              </a:ext>
            </a:extLst>
          </p:cNvPr>
          <p:cNvSpPr/>
          <p:nvPr/>
        </p:nvSpPr>
        <p:spPr>
          <a:xfrm>
            <a:off x="11027541" y="648175"/>
            <a:ext cx="3638551" cy="427722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4" dirty="0"/>
          </a:p>
        </p:txBody>
      </p:sp>
      <p:pic>
        <p:nvPicPr>
          <p:cNvPr id="273" name="圖片 272">
            <a:extLst>
              <a:ext uri="{FF2B5EF4-FFF2-40B4-BE49-F238E27FC236}">
                <a16:creationId xmlns:a16="http://schemas.microsoft.com/office/drawing/2014/main" id="{200092D9-7B5E-4A61-BC64-97148C28A1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13319862" y="2823846"/>
            <a:ext cx="850930" cy="830743"/>
          </a:xfrm>
          <a:prstGeom prst="rect">
            <a:avLst/>
          </a:prstGeom>
        </p:spPr>
      </p:pic>
      <p:pic>
        <p:nvPicPr>
          <p:cNvPr id="274" name="圖片 273">
            <a:extLst>
              <a:ext uri="{FF2B5EF4-FFF2-40B4-BE49-F238E27FC236}">
                <a16:creationId xmlns:a16="http://schemas.microsoft.com/office/drawing/2014/main" id="{43B2ED09-107D-43A9-A9C3-E69FAA2D9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11183041" y="1718946"/>
            <a:ext cx="847801" cy="830743"/>
          </a:xfrm>
          <a:prstGeom prst="rect">
            <a:avLst/>
          </a:prstGeom>
        </p:spPr>
      </p:pic>
      <p:pic>
        <p:nvPicPr>
          <p:cNvPr id="275" name="圖片 274">
            <a:extLst>
              <a:ext uri="{FF2B5EF4-FFF2-40B4-BE49-F238E27FC236}">
                <a16:creationId xmlns:a16="http://schemas.microsoft.com/office/drawing/2014/main" id="{2D437E90-D444-4D2D-8928-285774F6E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12261030" y="766764"/>
            <a:ext cx="873125" cy="840201"/>
          </a:xfrm>
          <a:prstGeom prst="rect">
            <a:avLst/>
          </a:prstGeom>
        </p:spPr>
      </p:pic>
      <p:pic>
        <p:nvPicPr>
          <p:cNvPr id="276" name="圖片 275">
            <a:extLst>
              <a:ext uri="{FF2B5EF4-FFF2-40B4-BE49-F238E27FC236}">
                <a16:creationId xmlns:a16="http://schemas.microsoft.com/office/drawing/2014/main" id="{85A19416-04C9-4655-908B-9DCFEB8283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12251504" y="3780820"/>
            <a:ext cx="828675" cy="836002"/>
          </a:xfrm>
          <a:prstGeom prst="rect">
            <a:avLst/>
          </a:prstGeom>
        </p:spPr>
      </p:pic>
      <p:pic>
        <p:nvPicPr>
          <p:cNvPr id="277" name="圖片 276">
            <a:extLst>
              <a:ext uri="{FF2B5EF4-FFF2-40B4-BE49-F238E27FC236}">
                <a16:creationId xmlns:a16="http://schemas.microsoft.com/office/drawing/2014/main" id="{4417E410-F0AA-48EF-93DD-46E050954E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13156380" y="785205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92C95EB2-F721-4AF3-8550-F467277E3E19}"/>
                  </a:ext>
                </a:extLst>
              </p:cNvPr>
              <p:cNvSpPr txBox="1"/>
              <p:nvPr/>
            </p:nvSpPr>
            <p:spPr>
              <a:xfrm>
                <a:off x="12619029" y="136452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92C95EB2-F721-4AF3-8550-F467277E3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9029" y="1364522"/>
                <a:ext cx="268993" cy="272254"/>
              </a:xfrm>
              <a:prstGeom prst="rect">
                <a:avLst/>
              </a:prstGeom>
              <a:blipFill>
                <a:blip r:embed="rId6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9" name="群組 278">
            <a:extLst>
              <a:ext uri="{FF2B5EF4-FFF2-40B4-BE49-F238E27FC236}">
                <a16:creationId xmlns:a16="http://schemas.microsoft.com/office/drawing/2014/main" id="{BE5EF7F7-F5A2-4B51-8B8D-E9D777A87A38}"/>
              </a:ext>
            </a:extLst>
          </p:cNvPr>
          <p:cNvGrpSpPr/>
          <p:nvPr/>
        </p:nvGrpSpPr>
        <p:grpSpPr>
          <a:xfrm>
            <a:off x="12665782" y="1176313"/>
            <a:ext cx="50518" cy="48461"/>
            <a:chOff x="1373392" y="2391862"/>
            <a:chExt cx="479433" cy="476535"/>
          </a:xfrm>
        </p:grpSpPr>
        <p:sp>
          <p:nvSpPr>
            <p:cNvPr id="280" name="箭號: 向右 279">
              <a:extLst>
                <a:ext uri="{FF2B5EF4-FFF2-40B4-BE49-F238E27FC236}">
                  <a16:creationId xmlns:a16="http://schemas.microsoft.com/office/drawing/2014/main" id="{CEF83164-ABDA-41E6-A514-8F1F0D9142D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81" name="箭號: 向右 280">
              <a:extLst>
                <a:ext uri="{FF2B5EF4-FFF2-40B4-BE49-F238E27FC236}">
                  <a16:creationId xmlns:a16="http://schemas.microsoft.com/office/drawing/2014/main" id="{69A8B10F-8EAE-4B64-ACBE-A884A339707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2" name="文字方塊 281">
                <a:extLst>
                  <a:ext uri="{FF2B5EF4-FFF2-40B4-BE49-F238E27FC236}">
                    <a16:creationId xmlns:a16="http://schemas.microsoft.com/office/drawing/2014/main" id="{C2A3C266-0DA1-4213-A94C-8375BCA80DE7}"/>
                  </a:ext>
                </a:extLst>
              </p:cNvPr>
              <p:cNvSpPr txBox="1"/>
              <p:nvPr/>
            </p:nvSpPr>
            <p:spPr>
              <a:xfrm>
                <a:off x="12541552" y="93279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2" name="文字方塊 281">
                <a:extLst>
                  <a:ext uri="{FF2B5EF4-FFF2-40B4-BE49-F238E27FC236}">
                    <a16:creationId xmlns:a16="http://schemas.microsoft.com/office/drawing/2014/main" id="{C2A3C266-0DA1-4213-A94C-8375BCA80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1552" y="932798"/>
                <a:ext cx="182571" cy="276614"/>
              </a:xfrm>
              <a:prstGeom prst="rect">
                <a:avLst/>
              </a:prstGeom>
              <a:blipFill>
                <a:blip r:embed="rId7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12778F67-06D6-441D-A3A6-81AC202F0005}"/>
                  </a:ext>
                </a:extLst>
              </p:cNvPr>
              <p:cNvSpPr txBox="1"/>
              <p:nvPr/>
            </p:nvSpPr>
            <p:spPr>
              <a:xfrm>
                <a:off x="12672380" y="109053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12778F67-06D6-441D-A3A6-81AC202F0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2380" y="1090531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5402CF73-F485-4FBF-A2A1-CC3144A5C2FB}"/>
                  </a:ext>
                </a:extLst>
              </p:cNvPr>
              <p:cNvSpPr txBox="1"/>
              <p:nvPr/>
            </p:nvSpPr>
            <p:spPr>
              <a:xfrm>
                <a:off x="13067408" y="145747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5402CF73-F485-4FBF-A2A1-CC3144A5C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7408" y="1457470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B949DBCD-8A69-4FF2-BF1B-257435BB772A}"/>
                  </a:ext>
                </a:extLst>
              </p:cNvPr>
              <p:cNvSpPr txBox="1"/>
              <p:nvPr/>
            </p:nvSpPr>
            <p:spPr>
              <a:xfrm>
                <a:off x="12188588" y="161447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B949DBCD-8A69-4FF2-BF1B-257435BB7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588" y="1614479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5AE83CA0-0A56-4142-8338-24FD52AB115E}"/>
                  </a:ext>
                </a:extLst>
              </p:cNvPr>
              <p:cNvSpPr txBox="1"/>
              <p:nvPr/>
            </p:nvSpPr>
            <p:spPr>
              <a:xfrm>
                <a:off x="11046949" y="370752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5AE83CA0-0A56-4142-8338-24FD52AB1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949" y="3707520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BF1CC280-F740-491A-9EB2-2CC5DB5367FF}"/>
                  </a:ext>
                </a:extLst>
              </p:cNvPr>
              <p:cNvSpPr txBox="1"/>
              <p:nvPr/>
            </p:nvSpPr>
            <p:spPr>
              <a:xfrm>
                <a:off x="12180978" y="462799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BF1CC280-F740-491A-9EB2-2CC5DB53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978" y="4627990"/>
                <a:ext cx="1021987" cy="2628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F9F90A25-EB39-4FDC-B4D0-BE3E46F7AFEF}"/>
                  </a:ext>
                </a:extLst>
              </p:cNvPr>
              <p:cNvSpPr txBox="1"/>
              <p:nvPr/>
            </p:nvSpPr>
            <p:spPr>
              <a:xfrm>
                <a:off x="12394483" y="332249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F9F90A25-EB39-4FDC-B4D0-BE3E46F7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4483" y="3322498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C6DDF3AF-B449-41F3-A749-5C627765CCC7}"/>
                  </a:ext>
                </a:extLst>
              </p:cNvPr>
              <p:cNvSpPr txBox="1"/>
              <p:nvPr/>
            </p:nvSpPr>
            <p:spPr>
              <a:xfrm>
                <a:off x="12406111" y="194202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C6DDF3AF-B449-41F3-A749-5C627765C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6111" y="1942026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3261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Oval 14">
            <a:extLst>
              <a:ext uri="{FF2B5EF4-FFF2-40B4-BE49-F238E27FC236}">
                <a16:creationId xmlns:a16="http://schemas.microsoft.com/office/drawing/2014/main" id="{A692CE52-AC9C-467E-84A2-C9AB0DD7422A}"/>
              </a:ext>
            </a:extLst>
          </p:cNvPr>
          <p:cNvSpPr/>
          <p:nvPr/>
        </p:nvSpPr>
        <p:spPr>
          <a:xfrm>
            <a:off x="12634549" y="218066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91" name="Oval 4">
            <a:extLst>
              <a:ext uri="{FF2B5EF4-FFF2-40B4-BE49-F238E27FC236}">
                <a16:creationId xmlns:a16="http://schemas.microsoft.com/office/drawing/2014/main" id="{500FD700-D29E-42D7-A9A7-FE85984646AB}"/>
              </a:ext>
            </a:extLst>
          </p:cNvPr>
          <p:cNvSpPr/>
          <p:nvPr/>
        </p:nvSpPr>
        <p:spPr>
          <a:xfrm>
            <a:off x="12192454" y="223891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2" name="Oval 15">
            <a:extLst>
              <a:ext uri="{FF2B5EF4-FFF2-40B4-BE49-F238E27FC236}">
                <a16:creationId xmlns:a16="http://schemas.microsoft.com/office/drawing/2014/main" id="{D981D99D-E352-47A0-86D7-CA1B32DAEDA8}"/>
              </a:ext>
            </a:extLst>
          </p:cNvPr>
          <p:cNvSpPr/>
          <p:nvPr/>
        </p:nvSpPr>
        <p:spPr>
          <a:xfrm>
            <a:off x="12634549" y="321563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3" name="SHO">
            <a:extLst>
              <a:ext uri="{FF2B5EF4-FFF2-40B4-BE49-F238E27FC236}">
                <a16:creationId xmlns:a16="http://schemas.microsoft.com/office/drawing/2014/main" id="{8D1D68CB-3337-4994-BCBA-8F0710960E1D}"/>
              </a:ext>
            </a:extLst>
          </p:cNvPr>
          <p:cNvSpPr/>
          <p:nvPr/>
        </p:nvSpPr>
        <p:spPr>
          <a:xfrm rot="16200000">
            <a:off x="12475235" y="225719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4" name="SVO">
            <a:extLst>
              <a:ext uri="{FF2B5EF4-FFF2-40B4-BE49-F238E27FC236}">
                <a16:creationId xmlns:a16="http://schemas.microsoft.com/office/drawing/2014/main" id="{0E9F2E0F-A42B-4018-AAE9-DC3C658B8768}"/>
              </a:ext>
            </a:extLst>
          </p:cNvPr>
          <p:cNvSpPr/>
          <p:nvPr/>
        </p:nvSpPr>
        <p:spPr>
          <a:xfrm>
            <a:off x="12440237" y="223926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95" name="Oval 6">
            <a:extLst>
              <a:ext uri="{FF2B5EF4-FFF2-40B4-BE49-F238E27FC236}">
                <a16:creationId xmlns:a16="http://schemas.microsoft.com/office/drawing/2014/main" id="{00716E60-140E-4D38-8A6C-56CA9FE3EA77}"/>
              </a:ext>
            </a:extLst>
          </p:cNvPr>
          <p:cNvSpPr/>
          <p:nvPr/>
        </p:nvSpPr>
        <p:spPr>
          <a:xfrm rot="16200000">
            <a:off x="12475235" y="225719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TextBox 11">
                <a:extLst>
                  <a:ext uri="{FF2B5EF4-FFF2-40B4-BE49-F238E27FC236}">
                    <a16:creationId xmlns:a16="http://schemas.microsoft.com/office/drawing/2014/main" id="{5AD7783E-6C61-44EC-B05F-170223AC8E11}"/>
                  </a:ext>
                </a:extLst>
              </p:cNvPr>
              <p:cNvSpPr txBox="1"/>
              <p:nvPr/>
            </p:nvSpPr>
            <p:spPr>
              <a:xfrm>
                <a:off x="12310222" y="263356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96" name="TextBox 11">
                <a:extLst>
                  <a:ext uri="{FF2B5EF4-FFF2-40B4-BE49-F238E27FC236}">
                    <a16:creationId xmlns:a16="http://schemas.microsoft.com/office/drawing/2014/main" id="{5AD7783E-6C61-44EC-B05F-170223AC8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0222" y="2633564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Oval 22">
            <a:extLst>
              <a:ext uri="{FF2B5EF4-FFF2-40B4-BE49-F238E27FC236}">
                <a16:creationId xmlns:a16="http://schemas.microsoft.com/office/drawing/2014/main" id="{DDE20F1E-B08B-4648-9096-F627FA6C7A3D}"/>
              </a:ext>
            </a:extLst>
          </p:cNvPr>
          <p:cNvSpPr/>
          <p:nvPr/>
        </p:nvSpPr>
        <p:spPr>
          <a:xfrm>
            <a:off x="12633895" y="321563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8" name="TextBox 12">
                <a:extLst>
                  <a:ext uri="{FF2B5EF4-FFF2-40B4-BE49-F238E27FC236}">
                    <a16:creationId xmlns:a16="http://schemas.microsoft.com/office/drawing/2014/main" id="{AA20FB7E-6F57-4B92-9509-E5D4B1D76162}"/>
                  </a:ext>
                </a:extLst>
              </p:cNvPr>
              <p:cNvSpPr txBox="1"/>
              <p:nvPr/>
            </p:nvSpPr>
            <p:spPr>
              <a:xfrm>
                <a:off x="12763631" y="269960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98" name="TextBox 12">
                <a:extLst>
                  <a:ext uri="{FF2B5EF4-FFF2-40B4-BE49-F238E27FC236}">
                    <a16:creationId xmlns:a16="http://schemas.microsoft.com/office/drawing/2014/main" id="{AA20FB7E-6F57-4B92-9509-E5D4B1D76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3631" y="2699608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TextBox 13">
                <a:extLst>
                  <a:ext uri="{FF2B5EF4-FFF2-40B4-BE49-F238E27FC236}">
                    <a16:creationId xmlns:a16="http://schemas.microsoft.com/office/drawing/2014/main" id="{EED1D4D5-DF9B-468D-936F-D5EA6F6569DB}"/>
                  </a:ext>
                </a:extLst>
              </p:cNvPr>
              <p:cNvSpPr txBox="1"/>
              <p:nvPr/>
            </p:nvSpPr>
            <p:spPr>
              <a:xfrm>
                <a:off x="12594622" y="226363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99" name="TextBox 13">
                <a:extLst>
                  <a:ext uri="{FF2B5EF4-FFF2-40B4-BE49-F238E27FC236}">
                    <a16:creationId xmlns:a16="http://schemas.microsoft.com/office/drawing/2014/main" id="{EED1D4D5-DF9B-468D-936F-D5EA6F656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622" y="2263633"/>
                <a:ext cx="177900" cy="262829"/>
              </a:xfrm>
              <a:prstGeom prst="rect">
                <a:avLst/>
              </a:prstGeom>
              <a:blipFill>
                <a:blip r:embed="rId17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DVO">
            <a:extLst>
              <a:ext uri="{FF2B5EF4-FFF2-40B4-BE49-F238E27FC236}">
                <a16:creationId xmlns:a16="http://schemas.microsoft.com/office/drawing/2014/main" id="{19C8BB4E-02BC-47C6-894F-8DF51F78A542}"/>
              </a:ext>
            </a:extLst>
          </p:cNvPr>
          <p:cNvSpPr/>
          <p:nvPr/>
        </p:nvSpPr>
        <p:spPr>
          <a:xfrm flipH="1">
            <a:off x="12440237" y="223926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01" name="Oval 23">
            <a:extLst>
              <a:ext uri="{FF2B5EF4-FFF2-40B4-BE49-F238E27FC236}">
                <a16:creationId xmlns:a16="http://schemas.microsoft.com/office/drawing/2014/main" id="{DDA4D723-1531-49A7-B7C1-20349383D6D4}"/>
              </a:ext>
            </a:extLst>
          </p:cNvPr>
          <p:cNvSpPr/>
          <p:nvPr/>
        </p:nvSpPr>
        <p:spPr>
          <a:xfrm>
            <a:off x="13134333" y="269878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302" name="Straight Arrow Connector 7">
            <a:extLst>
              <a:ext uri="{FF2B5EF4-FFF2-40B4-BE49-F238E27FC236}">
                <a16:creationId xmlns:a16="http://schemas.microsoft.com/office/drawing/2014/main" id="{0C98DAF2-76F9-4C70-B8F7-7D9794F3E4D9}"/>
              </a:ext>
            </a:extLst>
          </p:cNvPr>
          <p:cNvCxnSpPr>
            <a:cxnSpLocks/>
          </p:cNvCxnSpPr>
          <p:nvPr/>
        </p:nvCxnSpPr>
        <p:spPr>
          <a:xfrm flipV="1">
            <a:off x="12688061" y="244682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19">
            <a:extLst>
              <a:ext uri="{FF2B5EF4-FFF2-40B4-BE49-F238E27FC236}">
                <a16:creationId xmlns:a16="http://schemas.microsoft.com/office/drawing/2014/main" id="{4666AB07-F074-41A4-8C0B-40E57A0569E7}"/>
              </a:ext>
            </a:extLst>
          </p:cNvPr>
          <p:cNvCxnSpPr>
            <a:cxnSpLocks/>
          </p:cNvCxnSpPr>
          <p:nvPr/>
        </p:nvCxnSpPr>
        <p:spPr>
          <a:xfrm>
            <a:off x="12690127" y="275400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18">
            <a:extLst>
              <a:ext uri="{FF2B5EF4-FFF2-40B4-BE49-F238E27FC236}">
                <a16:creationId xmlns:a16="http://schemas.microsoft.com/office/drawing/2014/main" id="{4B6F977B-E631-4D4A-BF45-E406243C539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2571519" y="263529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Oval 20">
            <a:extLst>
              <a:ext uri="{FF2B5EF4-FFF2-40B4-BE49-F238E27FC236}">
                <a16:creationId xmlns:a16="http://schemas.microsoft.com/office/drawing/2014/main" id="{A674D9BD-9F96-4D10-B29E-23EC36F78EF3}"/>
              </a:ext>
            </a:extLst>
          </p:cNvPr>
          <p:cNvSpPr/>
          <p:nvPr/>
        </p:nvSpPr>
        <p:spPr>
          <a:xfrm>
            <a:off x="12134527" y="269878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06" name="Oval 22">
            <a:extLst>
              <a:ext uri="{FF2B5EF4-FFF2-40B4-BE49-F238E27FC236}">
                <a16:creationId xmlns:a16="http://schemas.microsoft.com/office/drawing/2014/main" id="{C3E99DC0-4601-469B-8A38-B5BD110368BE}"/>
              </a:ext>
            </a:extLst>
          </p:cNvPr>
          <p:cNvSpPr/>
          <p:nvPr/>
        </p:nvSpPr>
        <p:spPr>
          <a:xfrm>
            <a:off x="12634713" y="217521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07" name="Partial Circle 9">
            <a:extLst>
              <a:ext uri="{FF2B5EF4-FFF2-40B4-BE49-F238E27FC236}">
                <a16:creationId xmlns:a16="http://schemas.microsoft.com/office/drawing/2014/main" id="{E92CD1A4-910B-41C5-B924-50A982BA195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2644860" y="268882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Box 10">
                <a:extLst>
                  <a:ext uri="{FF2B5EF4-FFF2-40B4-BE49-F238E27FC236}">
                    <a16:creationId xmlns:a16="http://schemas.microsoft.com/office/drawing/2014/main" id="{F071ADC0-2B8F-407C-B95D-06A8EAF580AC}"/>
                  </a:ext>
                </a:extLst>
              </p:cNvPr>
              <p:cNvSpPr txBox="1"/>
              <p:nvPr/>
            </p:nvSpPr>
            <p:spPr>
              <a:xfrm>
                <a:off x="12392849" y="271309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8" name="TextBox 10">
                <a:extLst>
                  <a:ext uri="{FF2B5EF4-FFF2-40B4-BE49-F238E27FC236}">
                    <a16:creationId xmlns:a16="http://schemas.microsoft.com/office/drawing/2014/main" id="{F071ADC0-2B8F-407C-B95D-06A8EAF58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2849" y="2713091"/>
                <a:ext cx="218239" cy="2628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9" name="Straight Arrow Connector 17">
            <a:extLst>
              <a:ext uri="{FF2B5EF4-FFF2-40B4-BE49-F238E27FC236}">
                <a16:creationId xmlns:a16="http://schemas.microsoft.com/office/drawing/2014/main" id="{F8178E97-E183-48C5-AD42-AB8CECBF11C8}"/>
              </a:ext>
            </a:extLst>
          </p:cNvPr>
          <p:cNvCxnSpPr>
            <a:cxnSpLocks/>
          </p:cNvCxnSpPr>
          <p:nvPr/>
        </p:nvCxnSpPr>
        <p:spPr>
          <a:xfrm flipH="1">
            <a:off x="12536342" y="275810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0" name="Partial Circle 9">
            <a:extLst>
              <a:ext uri="{FF2B5EF4-FFF2-40B4-BE49-F238E27FC236}">
                <a16:creationId xmlns:a16="http://schemas.microsoft.com/office/drawing/2014/main" id="{763771DB-149A-4112-BF06-84684D4C0D7A}"/>
              </a:ext>
            </a:extLst>
          </p:cNvPr>
          <p:cNvSpPr>
            <a:spLocks noChangeAspect="1"/>
          </p:cNvSpPr>
          <p:nvPr/>
        </p:nvSpPr>
        <p:spPr>
          <a:xfrm>
            <a:off x="12636052" y="266305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extBox 10">
                <a:extLst>
                  <a:ext uri="{FF2B5EF4-FFF2-40B4-BE49-F238E27FC236}">
                    <a16:creationId xmlns:a16="http://schemas.microsoft.com/office/drawing/2014/main" id="{4516302E-8940-4643-8F19-30315E9A3B74}"/>
                  </a:ext>
                </a:extLst>
              </p:cNvPr>
              <p:cNvSpPr txBox="1"/>
              <p:nvPr/>
            </p:nvSpPr>
            <p:spPr>
              <a:xfrm>
                <a:off x="12663590" y="249126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11" name="TextBox 10">
                <a:extLst>
                  <a:ext uri="{FF2B5EF4-FFF2-40B4-BE49-F238E27FC236}">
                    <a16:creationId xmlns:a16="http://schemas.microsoft.com/office/drawing/2014/main" id="{4516302E-8940-4643-8F19-30315E9A3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3590" y="2491264"/>
                <a:ext cx="205647" cy="262829"/>
              </a:xfrm>
              <a:prstGeom prst="rect">
                <a:avLst/>
              </a:prstGeom>
              <a:blipFill>
                <a:blip r:embed="rId19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2" name="Straight Arrow Connector 17">
            <a:extLst>
              <a:ext uri="{FF2B5EF4-FFF2-40B4-BE49-F238E27FC236}">
                <a16:creationId xmlns:a16="http://schemas.microsoft.com/office/drawing/2014/main" id="{F61F8C03-1341-4898-99F0-5BC16893A65D}"/>
              </a:ext>
            </a:extLst>
          </p:cNvPr>
          <p:cNvCxnSpPr>
            <a:cxnSpLocks/>
          </p:cNvCxnSpPr>
          <p:nvPr/>
        </p:nvCxnSpPr>
        <p:spPr>
          <a:xfrm flipV="1">
            <a:off x="12684148" y="244952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3" name="Oval 22">
            <a:extLst>
              <a:ext uri="{FF2B5EF4-FFF2-40B4-BE49-F238E27FC236}">
                <a16:creationId xmlns:a16="http://schemas.microsoft.com/office/drawing/2014/main" id="{AD85F4E2-CCEA-4D32-89CB-025AB94BE644}"/>
              </a:ext>
            </a:extLst>
          </p:cNvPr>
          <p:cNvSpPr/>
          <p:nvPr/>
        </p:nvSpPr>
        <p:spPr>
          <a:xfrm>
            <a:off x="12871287" y="289383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14" name="Oval 22">
            <a:extLst>
              <a:ext uri="{FF2B5EF4-FFF2-40B4-BE49-F238E27FC236}">
                <a16:creationId xmlns:a16="http://schemas.microsoft.com/office/drawing/2014/main" id="{7B5DA086-45F5-4875-A993-FC08DE05D711}"/>
              </a:ext>
            </a:extLst>
          </p:cNvPr>
          <p:cNvSpPr/>
          <p:nvPr/>
        </p:nvSpPr>
        <p:spPr>
          <a:xfrm>
            <a:off x="12396502" y="251928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90722D65-230E-47ED-8B73-5EDEBBADF2C3}"/>
                  </a:ext>
                </a:extLst>
              </p:cNvPr>
              <p:cNvSpPr txBox="1"/>
              <p:nvPr/>
            </p:nvSpPr>
            <p:spPr>
              <a:xfrm>
                <a:off x="11110339" y="2532135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90722D65-230E-47ED-8B73-5EDEBBADF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339" y="2532135"/>
                <a:ext cx="974158" cy="262829"/>
              </a:xfrm>
              <a:prstGeom prst="rect">
                <a:avLst/>
              </a:prstGeom>
              <a:blipFill>
                <a:blip r:embed="rId2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0CFEE92B-E30B-4245-89AF-20D758AFC9B6}"/>
                  </a:ext>
                </a:extLst>
              </p:cNvPr>
              <p:cNvSpPr txBox="1"/>
              <p:nvPr/>
            </p:nvSpPr>
            <p:spPr>
              <a:xfrm>
                <a:off x="13194449" y="249498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0CFEE92B-E30B-4245-89AF-20D758AFC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4449" y="2494987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文字方塊 316">
                <a:extLst>
                  <a:ext uri="{FF2B5EF4-FFF2-40B4-BE49-F238E27FC236}">
                    <a16:creationId xmlns:a16="http://schemas.microsoft.com/office/drawing/2014/main" id="{A2F95952-FC86-454A-B841-0490369EE040}"/>
                  </a:ext>
                </a:extLst>
              </p:cNvPr>
              <p:cNvSpPr txBox="1"/>
              <p:nvPr/>
            </p:nvSpPr>
            <p:spPr>
              <a:xfrm>
                <a:off x="13194449" y="368025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17" name="文字方塊 316">
                <a:extLst>
                  <a:ext uri="{FF2B5EF4-FFF2-40B4-BE49-F238E27FC236}">
                    <a16:creationId xmlns:a16="http://schemas.microsoft.com/office/drawing/2014/main" id="{A2F95952-FC86-454A-B841-0490369E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4449" y="3680252"/>
                <a:ext cx="1100937" cy="262829"/>
              </a:xfrm>
              <a:prstGeom prst="rect">
                <a:avLst/>
              </a:prstGeom>
              <a:blipFill>
                <a:blip r:embed="rId2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8" name="圖片 317">
            <a:extLst>
              <a:ext uri="{FF2B5EF4-FFF2-40B4-BE49-F238E27FC236}">
                <a16:creationId xmlns:a16="http://schemas.microsoft.com/office/drawing/2014/main" id="{10F55526-555E-4950-8135-02FA805A88A8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53181" y="1147154"/>
            <a:ext cx="1290686" cy="258137"/>
          </a:xfrm>
          <a:prstGeom prst="rect">
            <a:avLst/>
          </a:prstGeom>
        </p:spPr>
      </p:pic>
      <p:pic>
        <p:nvPicPr>
          <p:cNvPr id="319" name="圖片 318">
            <a:extLst>
              <a:ext uri="{FF2B5EF4-FFF2-40B4-BE49-F238E27FC236}">
                <a16:creationId xmlns:a16="http://schemas.microsoft.com/office/drawing/2014/main" id="{F24346E2-DFEF-48D3-9786-8094D4BC7F83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9358" t="17558" r="8712" b="16703"/>
          <a:stretch/>
        </p:blipFill>
        <p:spPr>
          <a:xfrm>
            <a:off x="13469714" y="1154931"/>
            <a:ext cx="529628" cy="116768"/>
          </a:xfrm>
          <a:prstGeom prst="rect">
            <a:avLst/>
          </a:prstGeom>
        </p:spPr>
      </p:pic>
      <p:pic>
        <p:nvPicPr>
          <p:cNvPr id="320" name="圖片 319">
            <a:extLst>
              <a:ext uri="{FF2B5EF4-FFF2-40B4-BE49-F238E27FC236}">
                <a16:creationId xmlns:a16="http://schemas.microsoft.com/office/drawing/2014/main" id="{DD674CA0-A1BB-43B3-95CB-BD05895BE3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12237216" y="3785352"/>
            <a:ext cx="871539" cy="840201"/>
          </a:xfrm>
          <a:prstGeom prst="rect">
            <a:avLst/>
          </a:prstGeom>
        </p:spPr>
      </p:pic>
      <p:cxnSp>
        <p:nvCxnSpPr>
          <p:cNvPr id="321" name="直線接點 320">
            <a:extLst>
              <a:ext uri="{FF2B5EF4-FFF2-40B4-BE49-F238E27FC236}">
                <a16:creationId xmlns:a16="http://schemas.microsoft.com/office/drawing/2014/main" id="{8C24A2DD-62B3-4ED1-AAAA-130A14F34DE4}"/>
              </a:ext>
            </a:extLst>
          </p:cNvPr>
          <p:cNvCxnSpPr>
            <a:cxnSpLocks/>
          </p:cNvCxnSpPr>
          <p:nvPr/>
        </p:nvCxnSpPr>
        <p:spPr>
          <a:xfrm>
            <a:off x="12983342" y="3026755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2" name="直線接點 321">
            <a:extLst>
              <a:ext uri="{FF2B5EF4-FFF2-40B4-BE49-F238E27FC236}">
                <a16:creationId xmlns:a16="http://schemas.microsoft.com/office/drawing/2014/main" id="{C075D9B4-6452-492E-8317-A50672502854}"/>
              </a:ext>
            </a:extLst>
          </p:cNvPr>
          <p:cNvCxnSpPr>
            <a:cxnSpLocks/>
          </p:cNvCxnSpPr>
          <p:nvPr/>
        </p:nvCxnSpPr>
        <p:spPr>
          <a:xfrm>
            <a:off x="12030842" y="1984010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3" name="直線接點 322">
            <a:extLst>
              <a:ext uri="{FF2B5EF4-FFF2-40B4-BE49-F238E27FC236}">
                <a16:creationId xmlns:a16="http://schemas.microsoft.com/office/drawing/2014/main" id="{125404EB-723C-47B9-B489-7FC7857072C6}"/>
              </a:ext>
            </a:extLst>
          </p:cNvPr>
          <p:cNvCxnSpPr>
            <a:cxnSpLocks/>
          </p:cNvCxnSpPr>
          <p:nvPr/>
        </p:nvCxnSpPr>
        <p:spPr>
          <a:xfrm flipH="1">
            <a:off x="12011792" y="279698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4" name="直線接點 323">
            <a:extLst>
              <a:ext uri="{FF2B5EF4-FFF2-40B4-BE49-F238E27FC236}">
                <a16:creationId xmlns:a16="http://schemas.microsoft.com/office/drawing/2014/main" id="{295A30AA-B189-4973-866E-6E4BB712B3A8}"/>
              </a:ext>
            </a:extLst>
          </p:cNvPr>
          <p:cNvCxnSpPr>
            <a:cxnSpLocks/>
          </p:cNvCxnSpPr>
          <p:nvPr/>
        </p:nvCxnSpPr>
        <p:spPr>
          <a:xfrm flipV="1">
            <a:off x="13234167" y="2476748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5" name="圖片 324">
            <a:extLst>
              <a:ext uri="{FF2B5EF4-FFF2-40B4-BE49-F238E27FC236}">
                <a16:creationId xmlns:a16="http://schemas.microsoft.com/office/drawing/2014/main" id="{6069EBE3-D797-418F-8624-F0A1DB3A86B6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51584"/>
          <a:stretch/>
        </p:blipFill>
        <p:spPr>
          <a:xfrm>
            <a:off x="11177600" y="1730432"/>
            <a:ext cx="823327" cy="827286"/>
          </a:xfrm>
          <a:prstGeom prst="rect">
            <a:avLst/>
          </a:prstGeom>
        </p:spPr>
      </p:pic>
      <p:pic>
        <p:nvPicPr>
          <p:cNvPr id="326" name="圖片 325">
            <a:extLst>
              <a:ext uri="{FF2B5EF4-FFF2-40B4-BE49-F238E27FC236}">
                <a16:creationId xmlns:a16="http://schemas.microsoft.com/office/drawing/2014/main" id="{970EEFF1-B2B8-486C-9237-491913084CEC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r="50878"/>
          <a:stretch/>
        </p:blipFill>
        <p:spPr>
          <a:xfrm>
            <a:off x="13358772" y="2836308"/>
            <a:ext cx="835333" cy="827286"/>
          </a:xfrm>
          <a:prstGeom prst="rect">
            <a:avLst/>
          </a:prstGeom>
        </p:spPr>
      </p:pic>
      <p:pic>
        <p:nvPicPr>
          <p:cNvPr id="327" name="圖片 326">
            <a:extLst>
              <a:ext uri="{FF2B5EF4-FFF2-40B4-BE49-F238E27FC236}">
                <a16:creationId xmlns:a16="http://schemas.microsoft.com/office/drawing/2014/main" id="{1291E8BB-3F1C-4AB9-B163-19593033E8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8" r="25243"/>
          <a:stretch/>
        </p:blipFill>
        <p:spPr>
          <a:xfrm>
            <a:off x="13334768" y="1718946"/>
            <a:ext cx="838200" cy="840201"/>
          </a:xfrm>
          <a:prstGeom prst="rect">
            <a:avLst/>
          </a:prstGeom>
        </p:spPr>
      </p:pic>
      <p:pic>
        <p:nvPicPr>
          <p:cNvPr id="328" name="圖片 327">
            <a:extLst>
              <a:ext uri="{FF2B5EF4-FFF2-40B4-BE49-F238E27FC236}">
                <a16:creationId xmlns:a16="http://schemas.microsoft.com/office/drawing/2014/main" id="{BFC00FC6-B622-49EA-89C2-B36E8AA19D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918"/>
          <a:stretch/>
        </p:blipFill>
        <p:spPr>
          <a:xfrm>
            <a:off x="11153267" y="2854728"/>
            <a:ext cx="843962" cy="840201"/>
          </a:xfrm>
          <a:prstGeom prst="rect">
            <a:avLst/>
          </a:prstGeom>
        </p:spPr>
      </p:pic>
      <p:sp>
        <p:nvSpPr>
          <p:cNvPr id="329" name="矩形: 圓角 328">
            <a:extLst>
              <a:ext uri="{FF2B5EF4-FFF2-40B4-BE49-F238E27FC236}">
                <a16:creationId xmlns:a16="http://schemas.microsoft.com/office/drawing/2014/main" id="{67BFF49A-FA99-4E74-BF62-1E329C006C5E}"/>
              </a:ext>
            </a:extLst>
          </p:cNvPr>
          <p:cNvSpPr/>
          <p:nvPr/>
        </p:nvSpPr>
        <p:spPr>
          <a:xfrm>
            <a:off x="94482" y="626897"/>
            <a:ext cx="3638551" cy="427722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4" dirty="0"/>
          </a:p>
        </p:txBody>
      </p:sp>
      <p:cxnSp>
        <p:nvCxnSpPr>
          <p:cNvPr id="330" name="直線接點 329">
            <a:extLst>
              <a:ext uri="{FF2B5EF4-FFF2-40B4-BE49-F238E27FC236}">
                <a16:creationId xmlns:a16="http://schemas.microsoft.com/office/drawing/2014/main" id="{F3103400-8156-4387-B3D2-3D62C72976AE}"/>
              </a:ext>
            </a:extLst>
          </p:cNvPr>
          <p:cNvCxnSpPr>
            <a:cxnSpLocks/>
          </p:cNvCxnSpPr>
          <p:nvPr/>
        </p:nvCxnSpPr>
        <p:spPr>
          <a:xfrm>
            <a:off x="2050277" y="3005471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1" name="直線接點 330">
            <a:extLst>
              <a:ext uri="{FF2B5EF4-FFF2-40B4-BE49-F238E27FC236}">
                <a16:creationId xmlns:a16="http://schemas.microsoft.com/office/drawing/2014/main" id="{373FF7E7-0BF2-4AFF-8BC5-36610BDE9528}"/>
              </a:ext>
            </a:extLst>
          </p:cNvPr>
          <p:cNvCxnSpPr>
            <a:cxnSpLocks/>
          </p:cNvCxnSpPr>
          <p:nvPr/>
        </p:nvCxnSpPr>
        <p:spPr>
          <a:xfrm>
            <a:off x="1097777" y="1962726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2" name="直線接點 331">
            <a:extLst>
              <a:ext uri="{FF2B5EF4-FFF2-40B4-BE49-F238E27FC236}">
                <a16:creationId xmlns:a16="http://schemas.microsoft.com/office/drawing/2014/main" id="{DB555CCD-6A03-4A18-BCB9-668777BEFECA}"/>
              </a:ext>
            </a:extLst>
          </p:cNvPr>
          <p:cNvCxnSpPr>
            <a:cxnSpLocks/>
          </p:cNvCxnSpPr>
          <p:nvPr/>
        </p:nvCxnSpPr>
        <p:spPr>
          <a:xfrm flipH="1">
            <a:off x="1078727" y="2775702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3" name="直線接點 332">
            <a:extLst>
              <a:ext uri="{FF2B5EF4-FFF2-40B4-BE49-F238E27FC236}">
                <a16:creationId xmlns:a16="http://schemas.microsoft.com/office/drawing/2014/main" id="{024A9131-ADDD-48E9-A994-00D2B597513B}"/>
              </a:ext>
            </a:extLst>
          </p:cNvPr>
          <p:cNvCxnSpPr>
            <a:cxnSpLocks/>
          </p:cNvCxnSpPr>
          <p:nvPr/>
        </p:nvCxnSpPr>
        <p:spPr>
          <a:xfrm flipV="1">
            <a:off x="2301102" y="2455464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4" name="圖片 333">
            <a:extLst>
              <a:ext uri="{FF2B5EF4-FFF2-40B4-BE49-F238E27FC236}">
                <a16:creationId xmlns:a16="http://schemas.microsoft.com/office/drawing/2014/main" id="{659681A5-8CF1-4AC0-AB78-D4945687D83B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51606"/>
          <a:stretch/>
        </p:blipFill>
        <p:spPr>
          <a:xfrm>
            <a:off x="1302097" y="744871"/>
            <a:ext cx="859305" cy="852466"/>
          </a:xfrm>
          <a:prstGeom prst="rect">
            <a:avLst/>
          </a:prstGeom>
        </p:spPr>
      </p:pic>
      <p:pic>
        <p:nvPicPr>
          <p:cNvPr id="335" name="圖片 334">
            <a:extLst>
              <a:ext uri="{FF2B5EF4-FFF2-40B4-BE49-F238E27FC236}">
                <a16:creationId xmlns:a16="http://schemas.microsoft.com/office/drawing/2014/main" id="{A7CFEA32-D257-42DF-BE15-4310BCF0CF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2223315" y="763921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文字方塊 335">
                <a:extLst>
                  <a:ext uri="{FF2B5EF4-FFF2-40B4-BE49-F238E27FC236}">
                    <a16:creationId xmlns:a16="http://schemas.microsoft.com/office/drawing/2014/main" id="{5B92FBFF-B2DE-49C8-AC82-77FFC0C92417}"/>
                  </a:ext>
                </a:extLst>
              </p:cNvPr>
              <p:cNvSpPr txBox="1"/>
              <p:nvPr/>
            </p:nvSpPr>
            <p:spPr>
              <a:xfrm>
                <a:off x="1685964" y="1343238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336" name="文字方塊 335">
                <a:extLst>
                  <a:ext uri="{FF2B5EF4-FFF2-40B4-BE49-F238E27FC236}">
                    <a16:creationId xmlns:a16="http://schemas.microsoft.com/office/drawing/2014/main" id="{5B92FBFF-B2DE-49C8-AC82-77FFC0C92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64" y="1343238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7" name="群組 336">
            <a:extLst>
              <a:ext uri="{FF2B5EF4-FFF2-40B4-BE49-F238E27FC236}">
                <a16:creationId xmlns:a16="http://schemas.microsoft.com/office/drawing/2014/main" id="{A2B5A5DA-B7A9-4A87-A4FF-435B58CCF892}"/>
              </a:ext>
            </a:extLst>
          </p:cNvPr>
          <p:cNvGrpSpPr/>
          <p:nvPr/>
        </p:nvGrpSpPr>
        <p:grpSpPr>
          <a:xfrm>
            <a:off x="1732717" y="1155029"/>
            <a:ext cx="50518" cy="48461"/>
            <a:chOff x="1373392" y="2391862"/>
            <a:chExt cx="479433" cy="476535"/>
          </a:xfrm>
        </p:grpSpPr>
        <p:sp>
          <p:nvSpPr>
            <p:cNvPr id="338" name="箭號: 向右 337">
              <a:extLst>
                <a:ext uri="{FF2B5EF4-FFF2-40B4-BE49-F238E27FC236}">
                  <a16:creationId xmlns:a16="http://schemas.microsoft.com/office/drawing/2014/main" id="{93F52F2C-9815-4F1C-B05F-F295300CE7FD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39" name="箭號: 向右 338">
              <a:extLst>
                <a:ext uri="{FF2B5EF4-FFF2-40B4-BE49-F238E27FC236}">
                  <a16:creationId xmlns:a16="http://schemas.microsoft.com/office/drawing/2014/main" id="{F6C1587A-79B1-43BC-A5B1-C5038095653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0" name="文字方塊 339">
                <a:extLst>
                  <a:ext uri="{FF2B5EF4-FFF2-40B4-BE49-F238E27FC236}">
                    <a16:creationId xmlns:a16="http://schemas.microsoft.com/office/drawing/2014/main" id="{1761E378-7A95-411A-B50B-47F10A69A0B6}"/>
                  </a:ext>
                </a:extLst>
              </p:cNvPr>
              <p:cNvSpPr txBox="1"/>
              <p:nvPr/>
            </p:nvSpPr>
            <p:spPr>
              <a:xfrm>
                <a:off x="1608487" y="911514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0" name="文字方塊 339">
                <a:extLst>
                  <a:ext uri="{FF2B5EF4-FFF2-40B4-BE49-F238E27FC236}">
                    <a16:creationId xmlns:a16="http://schemas.microsoft.com/office/drawing/2014/main" id="{1761E378-7A95-411A-B50B-47F10A69A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87" y="911514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1A4F39B1-F731-48F3-9F49-7B5BCDDC7D64}"/>
                  </a:ext>
                </a:extLst>
              </p:cNvPr>
              <p:cNvSpPr txBox="1"/>
              <p:nvPr/>
            </p:nvSpPr>
            <p:spPr>
              <a:xfrm>
                <a:off x="1739315" y="1069247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1A4F39B1-F731-48F3-9F49-7B5BCDDC7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15" y="1069247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2" name="文字方塊 341">
                <a:extLst>
                  <a:ext uri="{FF2B5EF4-FFF2-40B4-BE49-F238E27FC236}">
                    <a16:creationId xmlns:a16="http://schemas.microsoft.com/office/drawing/2014/main" id="{18B01493-0609-4FA5-B4E5-62872ED8058A}"/>
                  </a:ext>
                </a:extLst>
              </p:cNvPr>
              <p:cNvSpPr txBox="1"/>
              <p:nvPr/>
            </p:nvSpPr>
            <p:spPr>
              <a:xfrm>
                <a:off x="2134343" y="1436186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2" name="文字方塊 341">
                <a:extLst>
                  <a:ext uri="{FF2B5EF4-FFF2-40B4-BE49-F238E27FC236}">
                    <a16:creationId xmlns:a16="http://schemas.microsoft.com/office/drawing/2014/main" id="{18B01493-0609-4FA5-B4E5-62872ED80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343" y="1436186"/>
                <a:ext cx="204146" cy="245324"/>
              </a:xfrm>
              <a:prstGeom prst="rect">
                <a:avLst/>
              </a:prstGeom>
              <a:blipFill>
                <a:blip r:embed="rId30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3" name="文字方塊 342">
                <a:extLst>
                  <a:ext uri="{FF2B5EF4-FFF2-40B4-BE49-F238E27FC236}">
                    <a16:creationId xmlns:a16="http://schemas.microsoft.com/office/drawing/2014/main" id="{6F6A4157-E645-43E8-8D05-429C743657E1}"/>
                  </a:ext>
                </a:extLst>
              </p:cNvPr>
              <p:cNvSpPr txBox="1"/>
              <p:nvPr/>
            </p:nvSpPr>
            <p:spPr>
              <a:xfrm>
                <a:off x="1255523" y="1593195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43" name="文字方塊 342">
                <a:extLst>
                  <a:ext uri="{FF2B5EF4-FFF2-40B4-BE49-F238E27FC236}">
                    <a16:creationId xmlns:a16="http://schemas.microsoft.com/office/drawing/2014/main" id="{6F6A4157-E645-43E8-8D05-429C74365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523" y="1593195"/>
                <a:ext cx="1082966" cy="262829"/>
              </a:xfrm>
              <a:prstGeom prst="rect">
                <a:avLst/>
              </a:prstGeom>
              <a:blipFill>
                <a:blip r:embed="rId3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文字方塊 343">
                <a:extLst>
                  <a:ext uri="{FF2B5EF4-FFF2-40B4-BE49-F238E27FC236}">
                    <a16:creationId xmlns:a16="http://schemas.microsoft.com/office/drawing/2014/main" id="{99A3E07E-A1E4-411F-BD1D-0DBEBB41228B}"/>
                  </a:ext>
                </a:extLst>
              </p:cNvPr>
              <p:cNvSpPr txBox="1"/>
              <p:nvPr/>
            </p:nvSpPr>
            <p:spPr>
              <a:xfrm>
                <a:off x="113884" y="368623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44" name="文字方塊 343">
                <a:extLst>
                  <a:ext uri="{FF2B5EF4-FFF2-40B4-BE49-F238E27FC236}">
                    <a16:creationId xmlns:a16="http://schemas.microsoft.com/office/drawing/2014/main" id="{99A3E07E-A1E4-411F-BD1D-0DBEBB412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4" y="3686235"/>
                <a:ext cx="1100937" cy="262829"/>
              </a:xfrm>
              <a:prstGeom prst="rect">
                <a:avLst/>
              </a:prstGeom>
              <a:blipFill>
                <a:blip r:embed="rId3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5" name="文字方塊 344">
                <a:extLst>
                  <a:ext uri="{FF2B5EF4-FFF2-40B4-BE49-F238E27FC236}">
                    <a16:creationId xmlns:a16="http://schemas.microsoft.com/office/drawing/2014/main" id="{8C966C90-7B46-46AA-96C7-A90E53573B08}"/>
                  </a:ext>
                </a:extLst>
              </p:cNvPr>
              <p:cNvSpPr txBox="1"/>
              <p:nvPr/>
            </p:nvSpPr>
            <p:spPr>
              <a:xfrm>
                <a:off x="1247913" y="4606706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45" name="文字方塊 344">
                <a:extLst>
                  <a:ext uri="{FF2B5EF4-FFF2-40B4-BE49-F238E27FC236}">
                    <a16:creationId xmlns:a16="http://schemas.microsoft.com/office/drawing/2014/main" id="{8C966C90-7B46-46AA-96C7-A90E5357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13" y="4606706"/>
                <a:ext cx="1021987" cy="26282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文字方塊 345">
                <a:extLst>
                  <a:ext uri="{FF2B5EF4-FFF2-40B4-BE49-F238E27FC236}">
                    <a16:creationId xmlns:a16="http://schemas.microsoft.com/office/drawing/2014/main" id="{5F8DE6AF-39C3-410D-937B-C43AA0BECCF6}"/>
                  </a:ext>
                </a:extLst>
              </p:cNvPr>
              <p:cNvSpPr txBox="1"/>
              <p:nvPr/>
            </p:nvSpPr>
            <p:spPr>
              <a:xfrm>
                <a:off x="1461418" y="3301214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46" name="文字方塊 345">
                <a:extLst>
                  <a:ext uri="{FF2B5EF4-FFF2-40B4-BE49-F238E27FC236}">
                    <a16:creationId xmlns:a16="http://schemas.microsoft.com/office/drawing/2014/main" id="{5F8DE6AF-39C3-410D-937B-C43AA0BEC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418" y="3301214"/>
                <a:ext cx="562814" cy="262829"/>
              </a:xfrm>
              <a:prstGeom prst="rect">
                <a:avLst/>
              </a:prstGeom>
              <a:blipFill>
                <a:blip r:embed="rId3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7" name="文字方塊 346">
                <a:extLst>
                  <a:ext uri="{FF2B5EF4-FFF2-40B4-BE49-F238E27FC236}">
                    <a16:creationId xmlns:a16="http://schemas.microsoft.com/office/drawing/2014/main" id="{758D338F-51FB-4C1D-9136-BD8C704F15ED}"/>
                  </a:ext>
                </a:extLst>
              </p:cNvPr>
              <p:cNvSpPr txBox="1"/>
              <p:nvPr/>
            </p:nvSpPr>
            <p:spPr>
              <a:xfrm>
                <a:off x="1473046" y="1920742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47" name="文字方塊 346">
                <a:extLst>
                  <a:ext uri="{FF2B5EF4-FFF2-40B4-BE49-F238E27FC236}">
                    <a16:creationId xmlns:a16="http://schemas.microsoft.com/office/drawing/2014/main" id="{758D338F-51FB-4C1D-9136-BD8C704F1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046" y="1920742"/>
                <a:ext cx="562814" cy="262829"/>
              </a:xfrm>
              <a:prstGeom prst="rect">
                <a:avLst/>
              </a:prstGeom>
              <a:blipFill>
                <a:blip r:embed="rId3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Oval 14">
            <a:extLst>
              <a:ext uri="{FF2B5EF4-FFF2-40B4-BE49-F238E27FC236}">
                <a16:creationId xmlns:a16="http://schemas.microsoft.com/office/drawing/2014/main" id="{3E4DCE42-45DE-4DF2-9655-B82704386CCF}"/>
              </a:ext>
            </a:extLst>
          </p:cNvPr>
          <p:cNvSpPr/>
          <p:nvPr/>
        </p:nvSpPr>
        <p:spPr>
          <a:xfrm>
            <a:off x="1701484" y="2159382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49" name="Oval 4">
            <a:extLst>
              <a:ext uri="{FF2B5EF4-FFF2-40B4-BE49-F238E27FC236}">
                <a16:creationId xmlns:a16="http://schemas.microsoft.com/office/drawing/2014/main" id="{9463DF83-12F2-437B-BDDB-A82132ABB5AD}"/>
              </a:ext>
            </a:extLst>
          </p:cNvPr>
          <p:cNvSpPr/>
          <p:nvPr/>
        </p:nvSpPr>
        <p:spPr>
          <a:xfrm>
            <a:off x="1259389" y="2217631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50" name="Oval 15">
            <a:extLst>
              <a:ext uri="{FF2B5EF4-FFF2-40B4-BE49-F238E27FC236}">
                <a16:creationId xmlns:a16="http://schemas.microsoft.com/office/drawing/2014/main" id="{9F5B51C9-A061-4C73-B216-2E735AB75482}"/>
              </a:ext>
            </a:extLst>
          </p:cNvPr>
          <p:cNvSpPr/>
          <p:nvPr/>
        </p:nvSpPr>
        <p:spPr>
          <a:xfrm>
            <a:off x="1701484" y="3194353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51" name="SHO">
            <a:extLst>
              <a:ext uri="{FF2B5EF4-FFF2-40B4-BE49-F238E27FC236}">
                <a16:creationId xmlns:a16="http://schemas.microsoft.com/office/drawing/2014/main" id="{F5ECAC69-CC2B-41C0-A87C-DE6F203F462A}"/>
              </a:ext>
            </a:extLst>
          </p:cNvPr>
          <p:cNvSpPr/>
          <p:nvPr/>
        </p:nvSpPr>
        <p:spPr>
          <a:xfrm rot="16200000">
            <a:off x="1542170" y="2235908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52" name="SVO">
            <a:extLst>
              <a:ext uri="{FF2B5EF4-FFF2-40B4-BE49-F238E27FC236}">
                <a16:creationId xmlns:a16="http://schemas.microsoft.com/office/drawing/2014/main" id="{23F05B4F-DDDE-49C2-B090-B33D6DB313BF}"/>
              </a:ext>
            </a:extLst>
          </p:cNvPr>
          <p:cNvSpPr/>
          <p:nvPr/>
        </p:nvSpPr>
        <p:spPr>
          <a:xfrm>
            <a:off x="1507172" y="2217978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53" name="Oval 6">
            <a:extLst>
              <a:ext uri="{FF2B5EF4-FFF2-40B4-BE49-F238E27FC236}">
                <a16:creationId xmlns:a16="http://schemas.microsoft.com/office/drawing/2014/main" id="{8D700E2D-86EB-4DDF-96C5-706F898087F9}"/>
              </a:ext>
            </a:extLst>
          </p:cNvPr>
          <p:cNvSpPr/>
          <p:nvPr/>
        </p:nvSpPr>
        <p:spPr>
          <a:xfrm rot="16200000">
            <a:off x="1542170" y="2235908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4" name="TextBox 11">
                <a:extLst>
                  <a:ext uri="{FF2B5EF4-FFF2-40B4-BE49-F238E27FC236}">
                    <a16:creationId xmlns:a16="http://schemas.microsoft.com/office/drawing/2014/main" id="{7FA0C3C1-CE25-42D6-9081-2A1907DC9CD0}"/>
                  </a:ext>
                </a:extLst>
              </p:cNvPr>
              <p:cNvSpPr txBox="1"/>
              <p:nvPr/>
            </p:nvSpPr>
            <p:spPr>
              <a:xfrm>
                <a:off x="1377157" y="2612280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54" name="TextBox 11">
                <a:extLst>
                  <a:ext uri="{FF2B5EF4-FFF2-40B4-BE49-F238E27FC236}">
                    <a16:creationId xmlns:a16="http://schemas.microsoft.com/office/drawing/2014/main" id="{7FA0C3C1-CE25-42D6-9081-2A1907DC9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157" y="2612280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Oval 22">
            <a:extLst>
              <a:ext uri="{FF2B5EF4-FFF2-40B4-BE49-F238E27FC236}">
                <a16:creationId xmlns:a16="http://schemas.microsoft.com/office/drawing/2014/main" id="{F5E8422A-62E4-4C61-8FCB-17EFA3457A84}"/>
              </a:ext>
            </a:extLst>
          </p:cNvPr>
          <p:cNvSpPr/>
          <p:nvPr/>
        </p:nvSpPr>
        <p:spPr>
          <a:xfrm>
            <a:off x="1700830" y="319435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TextBox 12">
                <a:extLst>
                  <a:ext uri="{FF2B5EF4-FFF2-40B4-BE49-F238E27FC236}">
                    <a16:creationId xmlns:a16="http://schemas.microsoft.com/office/drawing/2014/main" id="{E5735858-2D3F-4E62-A8EF-9D77B0F85D58}"/>
                  </a:ext>
                </a:extLst>
              </p:cNvPr>
              <p:cNvSpPr txBox="1"/>
              <p:nvPr/>
            </p:nvSpPr>
            <p:spPr>
              <a:xfrm>
                <a:off x="1830566" y="267832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56" name="TextBox 12">
                <a:extLst>
                  <a:ext uri="{FF2B5EF4-FFF2-40B4-BE49-F238E27FC236}">
                    <a16:creationId xmlns:a16="http://schemas.microsoft.com/office/drawing/2014/main" id="{E5735858-2D3F-4E62-A8EF-9D77B0F85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566" y="2678324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TextBox 13">
                <a:extLst>
                  <a:ext uri="{FF2B5EF4-FFF2-40B4-BE49-F238E27FC236}">
                    <a16:creationId xmlns:a16="http://schemas.microsoft.com/office/drawing/2014/main" id="{EAC854D3-BC55-4F05-AF83-B0CF981C2129}"/>
                  </a:ext>
                </a:extLst>
              </p:cNvPr>
              <p:cNvSpPr txBox="1"/>
              <p:nvPr/>
            </p:nvSpPr>
            <p:spPr>
              <a:xfrm>
                <a:off x="1661557" y="2242349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57" name="TextBox 13">
                <a:extLst>
                  <a:ext uri="{FF2B5EF4-FFF2-40B4-BE49-F238E27FC236}">
                    <a16:creationId xmlns:a16="http://schemas.microsoft.com/office/drawing/2014/main" id="{EAC854D3-BC55-4F05-AF83-B0CF981C2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557" y="2242349"/>
                <a:ext cx="177900" cy="262829"/>
              </a:xfrm>
              <a:prstGeom prst="rect">
                <a:avLst/>
              </a:prstGeom>
              <a:blipFill>
                <a:blip r:embed="rId3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" name="DVO">
            <a:extLst>
              <a:ext uri="{FF2B5EF4-FFF2-40B4-BE49-F238E27FC236}">
                <a16:creationId xmlns:a16="http://schemas.microsoft.com/office/drawing/2014/main" id="{D54726D8-B025-4E50-A9AB-4DD92792259C}"/>
              </a:ext>
            </a:extLst>
          </p:cNvPr>
          <p:cNvSpPr/>
          <p:nvPr/>
        </p:nvSpPr>
        <p:spPr>
          <a:xfrm flipH="1">
            <a:off x="1507172" y="2217978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59" name="Oval 23">
            <a:extLst>
              <a:ext uri="{FF2B5EF4-FFF2-40B4-BE49-F238E27FC236}">
                <a16:creationId xmlns:a16="http://schemas.microsoft.com/office/drawing/2014/main" id="{A6A8C5C2-B882-45BE-948C-406CA8C9693B}"/>
              </a:ext>
            </a:extLst>
          </p:cNvPr>
          <p:cNvSpPr/>
          <p:nvPr/>
        </p:nvSpPr>
        <p:spPr>
          <a:xfrm>
            <a:off x="2201268" y="267750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360" name="Straight Arrow Connector 7">
            <a:extLst>
              <a:ext uri="{FF2B5EF4-FFF2-40B4-BE49-F238E27FC236}">
                <a16:creationId xmlns:a16="http://schemas.microsoft.com/office/drawing/2014/main" id="{72D25DD6-344D-483A-9471-AF84D249BAAE}"/>
              </a:ext>
            </a:extLst>
          </p:cNvPr>
          <p:cNvCxnSpPr>
            <a:cxnSpLocks/>
          </p:cNvCxnSpPr>
          <p:nvPr/>
        </p:nvCxnSpPr>
        <p:spPr>
          <a:xfrm flipV="1">
            <a:off x="1754996" y="2425544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19">
            <a:extLst>
              <a:ext uri="{FF2B5EF4-FFF2-40B4-BE49-F238E27FC236}">
                <a16:creationId xmlns:a16="http://schemas.microsoft.com/office/drawing/2014/main" id="{55A9FAF4-EE9E-470C-8B97-53F780F72A92}"/>
              </a:ext>
            </a:extLst>
          </p:cNvPr>
          <p:cNvCxnSpPr>
            <a:cxnSpLocks/>
          </p:cNvCxnSpPr>
          <p:nvPr/>
        </p:nvCxnSpPr>
        <p:spPr>
          <a:xfrm>
            <a:off x="1757062" y="2732725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18">
            <a:extLst>
              <a:ext uri="{FF2B5EF4-FFF2-40B4-BE49-F238E27FC236}">
                <a16:creationId xmlns:a16="http://schemas.microsoft.com/office/drawing/2014/main" id="{9D4B48BF-E793-4274-B85C-D4F313FEB7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638454" y="2614011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Oval 20">
            <a:extLst>
              <a:ext uri="{FF2B5EF4-FFF2-40B4-BE49-F238E27FC236}">
                <a16:creationId xmlns:a16="http://schemas.microsoft.com/office/drawing/2014/main" id="{033F6DFD-7AC1-4F7C-BE4C-4875BE0FC541}"/>
              </a:ext>
            </a:extLst>
          </p:cNvPr>
          <p:cNvSpPr/>
          <p:nvPr/>
        </p:nvSpPr>
        <p:spPr>
          <a:xfrm>
            <a:off x="1201462" y="267750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64" name="Oval 22">
            <a:extLst>
              <a:ext uri="{FF2B5EF4-FFF2-40B4-BE49-F238E27FC236}">
                <a16:creationId xmlns:a16="http://schemas.microsoft.com/office/drawing/2014/main" id="{1BCCFA20-4E43-4227-B7DA-4E7986A85931}"/>
              </a:ext>
            </a:extLst>
          </p:cNvPr>
          <p:cNvSpPr/>
          <p:nvPr/>
        </p:nvSpPr>
        <p:spPr>
          <a:xfrm>
            <a:off x="1701648" y="21539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65" name="Partial Circle 9">
            <a:extLst>
              <a:ext uri="{FF2B5EF4-FFF2-40B4-BE49-F238E27FC236}">
                <a16:creationId xmlns:a16="http://schemas.microsoft.com/office/drawing/2014/main" id="{1C8ADE24-B651-4B73-8B90-BEEA4D6C48C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711795" y="2667542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6" name="TextBox 10">
                <a:extLst>
                  <a:ext uri="{FF2B5EF4-FFF2-40B4-BE49-F238E27FC236}">
                    <a16:creationId xmlns:a16="http://schemas.microsoft.com/office/drawing/2014/main" id="{B489EF5F-1F9A-46D2-AF2F-245912FEAC1E}"/>
                  </a:ext>
                </a:extLst>
              </p:cNvPr>
              <p:cNvSpPr txBox="1"/>
              <p:nvPr/>
            </p:nvSpPr>
            <p:spPr>
              <a:xfrm>
                <a:off x="1459784" y="2691807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66" name="TextBox 10">
                <a:extLst>
                  <a:ext uri="{FF2B5EF4-FFF2-40B4-BE49-F238E27FC236}">
                    <a16:creationId xmlns:a16="http://schemas.microsoft.com/office/drawing/2014/main" id="{B489EF5F-1F9A-46D2-AF2F-245912FE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784" y="2691807"/>
                <a:ext cx="218239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7" name="Straight Arrow Connector 17">
            <a:extLst>
              <a:ext uri="{FF2B5EF4-FFF2-40B4-BE49-F238E27FC236}">
                <a16:creationId xmlns:a16="http://schemas.microsoft.com/office/drawing/2014/main" id="{BD007204-C37D-4A16-B1F0-04E6CFDB7B05}"/>
              </a:ext>
            </a:extLst>
          </p:cNvPr>
          <p:cNvCxnSpPr>
            <a:cxnSpLocks/>
          </p:cNvCxnSpPr>
          <p:nvPr/>
        </p:nvCxnSpPr>
        <p:spPr>
          <a:xfrm flipH="1">
            <a:off x="1603277" y="2736822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8" name="Partial Circle 9">
            <a:extLst>
              <a:ext uri="{FF2B5EF4-FFF2-40B4-BE49-F238E27FC236}">
                <a16:creationId xmlns:a16="http://schemas.microsoft.com/office/drawing/2014/main" id="{AB81AA3F-7C49-4A8F-9E74-84EC76E05846}"/>
              </a:ext>
            </a:extLst>
          </p:cNvPr>
          <p:cNvSpPr>
            <a:spLocks noChangeAspect="1"/>
          </p:cNvSpPr>
          <p:nvPr/>
        </p:nvSpPr>
        <p:spPr>
          <a:xfrm>
            <a:off x="1702987" y="2641774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9" name="TextBox 10">
                <a:extLst>
                  <a:ext uri="{FF2B5EF4-FFF2-40B4-BE49-F238E27FC236}">
                    <a16:creationId xmlns:a16="http://schemas.microsoft.com/office/drawing/2014/main" id="{B3521067-2BB0-4F72-A6D5-791FE6EC8914}"/>
                  </a:ext>
                </a:extLst>
              </p:cNvPr>
              <p:cNvSpPr txBox="1"/>
              <p:nvPr/>
            </p:nvSpPr>
            <p:spPr>
              <a:xfrm>
                <a:off x="1730525" y="2469980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69" name="TextBox 10">
                <a:extLst>
                  <a:ext uri="{FF2B5EF4-FFF2-40B4-BE49-F238E27FC236}">
                    <a16:creationId xmlns:a16="http://schemas.microsoft.com/office/drawing/2014/main" id="{B3521067-2BB0-4F72-A6D5-791FE6EC8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525" y="2469980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0" name="Straight Arrow Connector 17">
            <a:extLst>
              <a:ext uri="{FF2B5EF4-FFF2-40B4-BE49-F238E27FC236}">
                <a16:creationId xmlns:a16="http://schemas.microsoft.com/office/drawing/2014/main" id="{427B9F90-1FD8-4EB9-9277-0BDE07D105AA}"/>
              </a:ext>
            </a:extLst>
          </p:cNvPr>
          <p:cNvCxnSpPr>
            <a:cxnSpLocks/>
          </p:cNvCxnSpPr>
          <p:nvPr/>
        </p:nvCxnSpPr>
        <p:spPr>
          <a:xfrm flipV="1">
            <a:off x="1751083" y="2428243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1" name="Oval 22">
            <a:extLst>
              <a:ext uri="{FF2B5EF4-FFF2-40B4-BE49-F238E27FC236}">
                <a16:creationId xmlns:a16="http://schemas.microsoft.com/office/drawing/2014/main" id="{FD11AB01-9D2A-48BE-A9DF-C3555D722512}"/>
              </a:ext>
            </a:extLst>
          </p:cNvPr>
          <p:cNvSpPr/>
          <p:nvPr/>
        </p:nvSpPr>
        <p:spPr>
          <a:xfrm>
            <a:off x="1938222" y="287255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72" name="Oval 22">
            <a:extLst>
              <a:ext uri="{FF2B5EF4-FFF2-40B4-BE49-F238E27FC236}">
                <a16:creationId xmlns:a16="http://schemas.microsoft.com/office/drawing/2014/main" id="{FEC2F58A-3667-406D-8A3E-7CB903303C39}"/>
              </a:ext>
            </a:extLst>
          </p:cNvPr>
          <p:cNvSpPr/>
          <p:nvPr/>
        </p:nvSpPr>
        <p:spPr>
          <a:xfrm>
            <a:off x="1463437" y="249800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3" name="文字方塊 372">
                <a:extLst>
                  <a:ext uri="{FF2B5EF4-FFF2-40B4-BE49-F238E27FC236}">
                    <a16:creationId xmlns:a16="http://schemas.microsoft.com/office/drawing/2014/main" id="{F73D8869-30F3-4308-A0CB-2231C5844735}"/>
                  </a:ext>
                </a:extLst>
              </p:cNvPr>
              <p:cNvSpPr txBox="1"/>
              <p:nvPr/>
            </p:nvSpPr>
            <p:spPr>
              <a:xfrm>
                <a:off x="177274" y="2515613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73" name="文字方塊 372">
                <a:extLst>
                  <a:ext uri="{FF2B5EF4-FFF2-40B4-BE49-F238E27FC236}">
                    <a16:creationId xmlns:a16="http://schemas.microsoft.com/office/drawing/2014/main" id="{F73D8869-30F3-4308-A0CB-2231C5844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74" y="2515613"/>
                <a:ext cx="974158" cy="262829"/>
              </a:xfrm>
              <a:prstGeom prst="rect">
                <a:avLst/>
              </a:prstGeom>
              <a:blipFill>
                <a:blip r:embed="rId4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4" name="文字方塊 373">
                <a:extLst>
                  <a:ext uri="{FF2B5EF4-FFF2-40B4-BE49-F238E27FC236}">
                    <a16:creationId xmlns:a16="http://schemas.microsoft.com/office/drawing/2014/main" id="{0D0A501F-4C7A-4948-9095-4777CC088B0E}"/>
                  </a:ext>
                </a:extLst>
              </p:cNvPr>
              <p:cNvSpPr txBox="1"/>
              <p:nvPr/>
            </p:nvSpPr>
            <p:spPr>
              <a:xfrm>
                <a:off x="2436482" y="2492753"/>
                <a:ext cx="7507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74" name="文字方塊 373">
                <a:extLst>
                  <a:ext uri="{FF2B5EF4-FFF2-40B4-BE49-F238E27FC236}">
                    <a16:creationId xmlns:a16="http://schemas.microsoft.com/office/drawing/2014/main" id="{0D0A501F-4C7A-4948-9095-4777CC08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82" y="2492753"/>
                <a:ext cx="750742" cy="262829"/>
              </a:xfrm>
              <a:prstGeom prst="rect">
                <a:avLst/>
              </a:prstGeom>
              <a:blipFill>
                <a:blip r:embed="rId4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5" name="文字方塊 374">
                <a:extLst>
                  <a:ext uri="{FF2B5EF4-FFF2-40B4-BE49-F238E27FC236}">
                    <a16:creationId xmlns:a16="http://schemas.microsoft.com/office/drawing/2014/main" id="{04F1D694-B393-4EF8-8B96-66B68145A60F}"/>
                  </a:ext>
                </a:extLst>
              </p:cNvPr>
              <p:cNvSpPr txBox="1"/>
              <p:nvPr/>
            </p:nvSpPr>
            <p:spPr>
              <a:xfrm>
                <a:off x="2261384" y="3663731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75" name="文字方塊 374">
                <a:extLst>
                  <a:ext uri="{FF2B5EF4-FFF2-40B4-BE49-F238E27FC236}">
                    <a16:creationId xmlns:a16="http://schemas.microsoft.com/office/drawing/2014/main" id="{04F1D694-B393-4EF8-8B96-66B68145A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384" y="3663731"/>
                <a:ext cx="1100937" cy="262829"/>
              </a:xfrm>
              <a:prstGeom prst="rect">
                <a:avLst/>
              </a:prstGeom>
              <a:blipFill>
                <a:blip r:embed="rId4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6" name="圖片 375">
            <a:extLst>
              <a:ext uri="{FF2B5EF4-FFF2-40B4-BE49-F238E27FC236}">
                <a16:creationId xmlns:a16="http://schemas.microsoft.com/office/drawing/2014/main" id="{993FB74C-2F3E-4ECC-8DB3-5C80B4CADCF1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0116" y="1125870"/>
            <a:ext cx="1290686" cy="258137"/>
          </a:xfrm>
          <a:prstGeom prst="rect">
            <a:avLst/>
          </a:prstGeom>
        </p:spPr>
      </p:pic>
      <p:pic>
        <p:nvPicPr>
          <p:cNvPr id="377" name="圖片 376">
            <a:extLst>
              <a:ext uri="{FF2B5EF4-FFF2-40B4-BE49-F238E27FC236}">
                <a16:creationId xmlns:a16="http://schemas.microsoft.com/office/drawing/2014/main" id="{B61F85E7-9FE7-4E32-936F-FC483A798EE0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51454"/>
          <a:stretch/>
        </p:blipFill>
        <p:spPr>
          <a:xfrm>
            <a:off x="1299390" y="3738981"/>
            <a:ext cx="862012" cy="852466"/>
          </a:xfrm>
          <a:prstGeom prst="rect">
            <a:avLst/>
          </a:prstGeom>
        </p:spPr>
      </p:pic>
      <p:pic>
        <p:nvPicPr>
          <p:cNvPr id="378" name="圖片 377">
            <a:extLst>
              <a:ext uri="{FF2B5EF4-FFF2-40B4-BE49-F238E27FC236}">
                <a16:creationId xmlns:a16="http://schemas.microsoft.com/office/drawing/2014/main" id="{1283F4E4-82BD-46BD-B3CE-D40590B1DF56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r="50731"/>
          <a:stretch/>
        </p:blipFill>
        <p:spPr>
          <a:xfrm>
            <a:off x="246558" y="2836798"/>
            <a:ext cx="844869" cy="832402"/>
          </a:xfrm>
          <a:prstGeom prst="rect">
            <a:avLst/>
          </a:prstGeom>
        </p:spPr>
      </p:pic>
      <p:pic>
        <p:nvPicPr>
          <p:cNvPr id="379" name="圖片 378">
            <a:extLst>
              <a:ext uri="{FF2B5EF4-FFF2-40B4-BE49-F238E27FC236}">
                <a16:creationId xmlns:a16="http://schemas.microsoft.com/office/drawing/2014/main" id="{938F0B5C-4704-4D36-A5C8-6B7256F6441F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51398"/>
          <a:stretch/>
        </p:blipFill>
        <p:spPr>
          <a:xfrm>
            <a:off x="2392383" y="1672367"/>
            <a:ext cx="833437" cy="832402"/>
          </a:xfrm>
          <a:prstGeom prst="rect">
            <a:avLst/>
          </a:prstGeom>
        </p:spPr>
      </p:pic>
      <p:pic>
        <p:nvPicPr>
          <p:cNvPr id="380" name="圖片 379">
            <a:extLst>
              <a:ext uri="{FF2B5EF4-FFF2-40B4-BE49-F238E27FC236}">
                <a16:creationId xmlns:a16="http://schemas.microsoft.com/office/drawing/2014/main" id="{A28CDD9C-5114-4DD5-8212-C6DE33F4B9F2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t="1067" r="51003"/>
          <a:stretch/>
        </p:blipFill>
        <p:spPr>
          <a:xfrm>
            <a:off x="247409" y="1690227"/>
            <a:ext cx="842431" cy="836325"/>
          </a:xfrm>
          <a:prstGeom prst="rect">
            <a:avLst/>
          </a:prstGeom>
        </p:spPr>
      </p:pic>
      <p:pic>
        <p:nvPicPr>
          <p:cNvPr id="381" name="圖片 380">
            <a:extLst>
              <a:ext uri="{FF2B5EF4-FFF2-40B4-BE49-F238E27FC236}">
                <a16:creationId xmlns:a16="http://schemas.microsoft.com/office/drawing/2014/main" id="{FEC52E7A-CCB6-4567-BFDA-4B0B50365726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l="51710" t="1067"/>
          <a:stretch/>
        </p:blipFill>
        <p:spPr>
          <a:xfrm>
            <a:off x="2399527" y="2804702"/>
            <a:ext cx="830269" cy="836325"/>
          </a:xfrm>
          <a:prstGeom prst="rect">
            <a:avLst/>
          </a:prstGeom>
        </p:spPr>
      </p:pic>
      <p:sp>
        <p:nvSpPr>
          <p:cNvPr id="382" name="矩形: 圓角 381">
            <a:extLst>
              <a:ext uri="{FF2B5EF4-FFF2-40B4-BE49-F238E27FC236}">
                <a16:creationId xmlns:a16="http://schemas.microsoft.com/office/drawing/2014/main" id="{079F345D-E307-475D-BF8E-FCF95411A0DD}"/>
              </a:ext>
            </a:extLst>
          </p:cNvPr>
          <p:cNvSpPr/>
          <p:nvPr/>
        </p:nvSpPr>
        <p:spPr>
          <a:xfrm>
            <a:off x="3733034" y="626897"/>
            <a:ext cx="3638551" cy="427722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4" dirty="0"/>
          </a:p>
        </p:txBody>
      </p:sp>
      <p:pic>
        <p:nvPicPr>
          <p:cNvPr id="383" name="圖片 382">
            <a:extLst>
              <a:ext uri="{FF2B5EF4-FFF2-40B4-BE49-F238E27FC236}">
                <a16:creationId xmlns:a16="http://schemas.microsoft.com/office/drawing/2014/main" id="{CD930F9D-83F5-4018-A9E7-8D855DC3575A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00"/>
          <a:stretch/>
        </p:blipFill>
        <p:spPr>
          <a:xfrm>
            <a:off x="4958584" y="747164"/>
            <a:ext cx="874714" cy="839723"/>
          </a:xfrm>
          <a:prstGeom prst="rect">
            <a:avLst/>
          </a:prstGeom>
        </p:spPr>
      </p:pic>
      <p:pic>
        <p:nvPicPr>
          <p:cNvPr id="384" name="圖片 383">
            <a:extLst>
              <a:ext uri="{FF2B5EF4-FFF2-40B4-BE49-F238E27FC236}">
                <a16:creationId xmlns:a16="http://schemas.microsoft.com/office/drawing/2014/main" id="{A1CF9E4A-BF04-43E5-A3C6-0922699F5E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5861872" y="763928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文字方塊 384">
                <a:extLst>
                  <a:ext uri="{FF2B5EF4-FFF2-40B4-BE49-F238E27FC236}">
                    <a16:creationId xmlns:a16="http://schemas.microsoft.com/office/drawing/2014/main" id="{17EFA401-4AA4-4E95-94FE-707D85122784}"/>
                  </a:ext>
                </a:extLst>
              </p:cNvPr>
              <p:cNvSpPr txBox="1"/>
              <p:nvPr/>
            </p:nvSpPr>
            <p:spPr>
              <a:xfrm>
                <a:off x="5324515" y="134323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385" name="文字方塊 384">
                <a:extLst>
                  <a:ext uri="{FF2B5EF4-FFF2-40B4-BE49-F238E27FC236}">
                    <a16:creationId xmlns:a16="http://schemas.microsoft.com/office/drawing/2014/main" id="{17EFA401-4AA4-4E95-94FE-707D8512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515" y="1343237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6" name="群組 385">
            <a:extLst>
              <a:ext uri="{FF2B5EF4-FFF2-40B4-BE49-F238E27FC236}">
                <a16:creationId xmlns:a16="http://schemas.microsoft.com/office/drawing/2014/main" id="{5AA274D1-A181-4B90-AFDA-A4467A6A8553}"/>
              </a:ext>
            </a:extLst>
          </p:cNvPr>
          <p:cNvGrpSpPr/>
          <p:nvPr/>
        </p:nvGrpSpPr>
        <p:grpSpPr>
          <a:xfrm>
            <a:off x="5371267" y="1155029"/>
            <a:ext cx="50518" cy="48461"/>
            <a:chOff x="1373392" y="2391862"/>
            <a:chExt cx="479433" cy="476535"/>
          </a:xfrm>
        </p:grpSpPr>
        <p:sp>
          <p:nvSpPr>
            <p:cNvPr id="387" name="箭號: 向右 386">
              <a:extLst>
                <a:ext uri="{FF2B5EF4-FFF2-40B4-BE49-F238E27FC236}">
                  <a16:creationId xmlns:a16="http://schemas.microsoft.com/office/drawing/2014/main" id="{BDD4C042-5226-4ED6-8641-8C447166B36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88" name="箭號: 向右 387">
              <a:extLst>
                <a:ext uri="{FF2B5EF4-FFF2-40B4-BE49-F238E27FC236}">
                  <a16:creationId xmlns:a16="http://schemas.microsoft.com/office/drawing/2014/main" id="{BDDBC28C-4857-465B-8B4B-DCC1E7652BB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文字方塊 388">
                <a:extLst>
                  <a:ext uri="{FF2B5EF4-FFF2-40B4-BE49-F238E27FC236}">
                    <a16:creationId xmlns:a16="http://schemas.microsoft.com/office/drawing/2014/main" id="{C5C0E0B0-4E90-4FAD-8D79-26A87AA1C73B}"/>
                  </a:ext>
                </a:extLst>
              </p:cNvPr>
              <p:cNvSpPr txBox="1"/>
              <p:nvPr/>
            </p:nvSpPr>
            <p:spPr>
              <a:xfrm>
                <a:off x="5247044" y="911520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89" name="文字方塊 388">
                <a:extLst>
                  <a:ext uri="{FF2B5EF4-FFF2-40B4-BE49-F238E27FC236}">
                    <a16:creationId xmlns:a16="http://schemas.microsoft.com/office/drawing/2014/main" id="{C5C0E0B0-4E90-4FAD-8D79-26A87AA1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044" y="911520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文字方塊 389">
                <a:extLst>
                  <a:ext uri="{FF2B5EF4-FFF2-40B4-BE49-F238E27FC236}">
                    <a16:creationId xmlns:a16="http://schemas.microsoft.com/office/drawing/2014/main" id="{D0CB0352-2D7A-4381-9BE7-323E5A1B7CCF}"/>
                  </a:ext>
                </a:extLst>
              </p:cNvPr>
              <p:cNvSpPr txBox="1"/>
              <p:nvPr/>
            </p:nvSpPr>
            <p:spPr>
              <a:xfrm>
                <a:off x="5377872" y="1069254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0" name="文字方塊 389">
                <a:extLst>
                  <a:ext uri="{FF2B5EF4-FFF2-40B4-BE49-F238E27FC236}">
                    <a16:creationId xmlns:a16="http://schemas.microsoft.com/office/drawing/2014/main" id="{D0CB0352-2D7A-4381-9BE7-323E5A1B7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72" y="1069254"/>
                <a:ext cx="149279" cy="262829"/>
              </a:xfrm>
              <a:prstGeom prst="rect">
                <a:avLst/>
              </a:prstGeom>
              <a:blipFill>
                <a:blip r:embed="rId4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1" name="文字方塊 390">
                <a:extLst>
                  <a:ext uri="{FF2B5EF4-FFF2-40B4-BE49-F238E27FC236}">
                    <a16:creationId xmlns:a16="http://schemas.microsoft.com/office/drawing/2014/main" id="{AE997F2F-372F-4347-B10C-FC25EBDD881D}"/>
                  </a:ext>
                </a:extLst>
              </p:cNvPr>
              <p:cNvSpPr txBox="1"/>
              <p:nvPr/>
            </p:nvSpPr>
            <p:spPr>
              <a:xfrm>
                <a:off x="5772893" y="1436186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1" name="文字方塊 390">
                <a:extLst>
                  <a:ext uri="{FF2B5EF4-FFF2-40B4-BE49-F238E27FC236}">
                    <a16:creationId xmlns:a16="http://schemas.microsoft.com/office/drawing/2014/main" id="{AE997F2F-372F-4347-B10C-FC25EBDD8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893" y="1436186"/>
                <a:ext cx="204146" cy="245324"/>
              </a:xfrm>
              <a:prstGeom prst="rect">
                <a:avLst/>
              </a:prstGeom>
              <a:blipFill>
                <a:blip r:embed="rId4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文字方塊 391">
                <a:extLst>
                  <a:ext uri="{FF2B5EF4-FFF2-40B4-BE49-F238E27FC236}">
                    <a16:creationId xmlns:a16="http://schemas.microsoft.com/office/drawing/2014/main" id="{26DAE28C-55D7-46B2-8E39-25DF63241F17}"/>
                  </a:ext>
                </a:extLst>
              </p:cNvPr>
              <p:cNvSpPr txBox="1"/>
              <p:nvPr/>
            </p:nvSpPr>
            <p:spPr>
              <a:xfrm>
                <a:off x="4894073" y="1593197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92" name="文字方塊 391">
                <a:extLst>
                  <a:ext uri="{FF2B5EF4-FFF2-40B4-BE49-F238E27FC236}">
                    <a16:creationId xmlns:a16="http://schemas.microsoft.com/office/drawing/2014/main" id="{26DAE28C-55D7-46B2-8E39-25DF63241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73" y="1593197"/>
                <a:ext cx="1082966" cy="262829"/>
              </a:xfrm>
              <a:prstGeom prst="rect">
                <a:avLst/>
              </a:prstGeom>
              <a:blipFill>
                <a:blip r:embed="rId4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3" name="文字方塊 392">
                <a:extLst>
                  <a:ext uri="{FF2B5EF4-FFF2-40B4-BE49-F238E27FC236}">
                    <a16:creationId xmlns:a16="http://schemas.microsoft.com/office/drawing/2014/main" id="{A01C9511-A195-4F2C-881F-94F243B3F2A4}"/>
                  </a:ext>
                </a:extLst>
              </p:cNvPr>
              <p:cNvSpPr txBox="1"/>
              <p:nvPr/>
            </p:nvSpPr>
            <p:spPr>
              <a:xfrm>
                <a:off x="3752441" y="368148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93" name="文字方塊 392">
                <a:extLst>
                  <a:ext uri="{FF2B5EF4-FFF2-40B4-BE49-F238E27FC236}">
                    <a16:creationId xmlns:a16="http://schemas.microsoft.com/office/drawing/2014/main" id="{A01C9511-A195-4F2C-881F-94F243B3F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441" y="3681480"/>
                <a:ext cx="1100937" cy="262829"/>
              </a:xfrm>
              <a:prstGeom prst="rect">
                <a:avLst/>
              </a:prstGeom>
              <a:blipFill>
                <a:blip r:embed="rId5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文字方塊 393">
                <a:extLst>
                  <a:ext uri="{FF2B5EF4-FFF2-40B4-BE49-F238E27FC236}">
                    <a16:creationId xmlns:a16="http://schemas.microsoft.com/office/drawing/2014/main" id="{20A5CDD3-4815-4285-AE2D-C83A16DC2F86}"/>
                  </a:ext>
                </a:extLst>
              </p:cNvPr>
              <p:cNvSpPr txBox="1"/>
              <p:nvPr/>
            </p:nvSpPr>
            <p:spPr>
              <a:xfrm>
                <a:off x="4886470" y="4606713"/>
                <a:ext cx="102198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94" name="文字方塊 393">
                <a:extLst>
                  <a:ext uri="{FF2B5EF4-FFF2-40B4-BE49-F238E27FC236}">
                    <a16:creationId xmlns:a16="http://schemas.microsoft.com/office/drawing/2014/main" id="{20A5CDD3-4815-4285-AE2D-C83A16DC2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470" y="4606713"/>
                <a:ext cx="1021986" cy="26282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5" name="文字方塊 394">
                <a:extLst>
                  <a:ext uri="{FF2B5EF4-FFF2-40B4-BE49-F238E27FC236}">
                    <a16:creationId xmlns:a16="http://schemas.microsoft.com/office/drawing/2014/main" id="{ED62B288-8A4A-4BDB-A2CB-07749B2D409E}"/>
                  </a:ext>
                </a:extLst>
              </p:cNvPr>
              <p:cNvSpPr txBox="1"/>
              <p:nvPr/>
            </p:nvSpPr>
            <p:spPr>
              <a:xfrm>
                <a:off x="5099969" y="3301221"/>
                <a:ext cx="562813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95" name="文字方塊 394">
                <a:extLst>
                  <a:ext uri="{FF2B5EF4-FFF2-40B4-BE49-F238E27FC236}">
                    <a16:creationId xmlns:a16="http://schemas.microsoft.com/office/drawing/2014/main" id="{ED62B288-8A4A-4BDB-A2CB-07749B2D4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969" y="3301221"/>
                <a:ext cx="562813" cy="262829"/>
              </a:xfrm>
              <a:prstGeom prst="rect">
                <a:avLst/>
              </a:prstGeom>
              <a:blipFill>
                <a:blip r:embed="rId5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6" name="文字方塊 395">
                <a:extLst>
                  <a:ext uri="{FF2B5EF4-FFF2-40B4-BE49-F238E27FC236}">
                    <a16:creationId xmlns:a16="http://schemas.microsoft.com/office/drawing/2014/main" id="{42693A4B-36DB-49C4-9114-A9BCCB571620}"/>
                  </a:ext>
                </a:extLst>
              </p:cNvPr>
              <p:cNvSpPr txBox="1"/>
              <p:nvPr/>
            </p:nvSpPr>
            <p:spPr>
              <a:xfrm>
                <a:off x="5111596" y="1920749"/>
                <a:ext cx="562813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96" name="文字方塊 395">
                <a:extLst>
                  <a:ext uri="{FF2B5EF4-FFF2-40B4-BE49-F238E27FC236}">
                    <a16:creationId xmlns:a16="http://schemas.microsoft.com/office/drawing/2014/main" id="{42693A4B-36DB-49C4-9114-A9BCCB571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596" y="1920749"/>
                <a:ext cx="562813" cy="262829"/>
              </a:xfrm>
              <a:prstGeom prst="rect">
                <a:avLst/>
              </a:prstGeom>
              <a:blipFill>
                <a:blip r:embed="rId53"/>
                <a:stretch>
                  <a:fillRect t="-93023" r="-40217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Oval 14">
            <a:extLst>
              <a:ext uri="{FF2B5EF4-FFF2-40B4-BE49-F238E27FC236}">
                <a16:creationId xmlns:a16="http://schemas.microsoft.com/office/drawing/2014/main" id="{2DFC8BFF-C75F-4FF4-AE09-B1949C606F5A}"/>
              </a:ext>
            </a:extLst>
          </p:cNvPr>
          <p:cNvSpPr/>
          <p:nvPr/>
        </p:nvSpPr>
        <p:spPr>
          <a:xfrm>
            <a:off x="5340035" y="2159390"/>
            <a:ext cx="112464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98" name="Oval 4">
            <a:extLst>
              <a:ext uri="{FF2B5EF4-FFF2-40B4-BE49-F238E27FC236}">
                <a16:creationId xmlns:a16="http://schemas.microsoft.com/office/drawing/2014/main" id="{CC605554-5A08-4C39-BCE7-0883E1446D37}"/>
              </a:ext>
            </a:extLst>
          </p:cNvPr>
          <p:cNvSpPr/>
          <p:nvPr/>
        </p:nvSpPr>
        <p:spPr>
          <a:xfrm>
            <a:off x="4897940" y="2217637"/>
            <a:ext cx="999691" cy="1035553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99" name="Oval 15">
            <a:extLst>
              <a:ext uri="{FF2B5EF4-FFF2-40B4-BE49-F238E27FC236}">
                <a16:creationId xmlns:a16="http://schemas.microsoft.com/office/drawing/2014/main" id="{05C2719F-9BCD-4F7F-9F97-6DE5BC897AA2}"/>
              </a:ext>
            </a:extLst>
          </p:cNvPr>
          <p:cNvSpPr/>
          <p:nvPr/>
        </p:nvSpPr>
        <p:spPr>
          <a:xfrm>
            <a:off x="5340035" y="3194360"/>
            <a:ext cx="112464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00" name="SHO">
            <a:extLst>
              <a:ext uri="{FF2B5EF4-FFF2-40B4-BE49-F238E27FC236}">
                <a16:creationId xmlns:a16="http://schemas.microsoft.com/office/drawing/2014/main" id="{EE60BA4C-E18A-4E78-B7DA-8A0E0EC5EC34}"/>
              </a:ext>
            </a:extLst>
          </p:cNvPr>
          <p:cNvSpPr/>
          <p:nvPr/>
        </p:nvSpPr>
        <p:spPr>
          <a:xfrm rot="16200000">
            <a:off x="5180720" y="2235909"/>
            <a:ext cx="431094" cy="999691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01" name="SVO">
            <a:extLst>
              <a:ext uri="{FF2B5EF4-FFF2-40B4-BE49-F238E27FC236}">
                <a16:creationId xmlns:a16="http://schemas.microsoft.com/office/drawing/2014/main" id="{23CC7E7E-0178-4817-8523-127244488304}"/>
              </a:ext>
            </a:extLst>
          </p:cNvPr>
          <p:cNvSpPr/>
          <p:nvPr/>
        </p:nvSpPr>
        <p:spPr>
          <a:xfrm>
            <a:off x="5145729" y="2217985"/>
            <a:ext cx="499846" cy="1035553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402" name="Oval 6">
            <a:extLst>
              <a:ext uri="{FF2B5EF4-FFF2-40B4-BE49-F238E27FC236}">
                <a16:creationId xmlns:a16="http://schemas.microsoft.com/office/drawing/2014/main" id="{657E6605-E39C-49CE-AEA3-7B6D5FABABD7}"/>
              </a:ext>
            </a:extLst>
          </p:cNvPr>
          <p:cNvSpPr/>
          <p:nvPr/>
        </p:nvSpPr>
        <p:spPr>
          <a:xfrm rot="16200000">
            <a:off x="5180720" y="2235909"/>
            <a:ext cx="431094" cy="999691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3" name="TextBox 11">
                <a:extLst>
                  <a:ext uri="{FF2B5EF4-FFF2-40B4-BE49-F238E27FC236}">
                    <a16:creationId xmlns:a16="http://schemas.microsoft.com/office/drawing/2014/main" id="{F767701B-2AFC-4956-8C99-4F9860D2DBE7}"/>
                  </a:ext>
                </a:extLst>
              </p:cNvPr>
              <p:cNvSpPr txBox="1"/>
              <p:nvPr/>
            </p:nvSpPr>
            <p:spPr>
              <a:xfrm>
                <a:off x="5015708" y="2612286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03" name="TextBox 11">
                <a:extLst>
                  <a:ext uri="{FF2B5EF4-FFF2-40B4-BE49-F238E27FC236}">
                    <a16:creationId xmlns:a16="http://schemas.microsoft.com/office/drawing/2014/main" id="{F767701B-2AFC-4956-8C99-4F9860D2D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708" y="2612286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Oval 22">
            <a:extLst>
              <a:ext uri="{FF2B5EF4-FFF2-40B4-BE49-F238E27FC236}">
                <a16:creationId xmlns:a16="http://schemas.microsoft.com/office/drawing/2014/main" id="{643078E8-1F9E-4F83-972A-8D20C7301695}"/>
              </a:ext>
            </a:extLst>
          </p:cNvPr>
          <p:cNvSpPr/>
          <p:nvPr/>
        </p:nvSpPr>
        <p:spPr>
          <a:xfrm>
            <a:off x="5339381" y="3194360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5" name="TextBox 12">
                <a:extLst>
                  <a:ext uri="{FF2B5EF4-FFF2-40B4-BE49-F238E27FC236}">
                    <a16:creationId xmlns:a16="http://schemas.microsoft.com/office/drawing/2014/main" id="{140B08E7-B4CC-4335-B858-D8E4056BC13F}"/>
                  </a:ext>
                </a:extLst>
              </p:cNvPr>
              <p:cNvSpPr txBox="1"/>
              <p:nvPr/>
            </p:nvSpPr>
            <p:spPr>
              <a:xfrm>
                <a:off x="5469116" y="2678331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05" name="TextBox 12">
                <a:extLst>
                  <a:ext uri="{FF2B5EF4-FFF2-40B4-BE49-F238E27FC236}">
                    <a16:creationId xmlns:a16="http://schemas.microsoft.com/office/drawing/2014/main" id="{140B08E7-B4CC-4335-B858-D8E4056B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116" y="2678331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6" name="TextBox 13">
                <a:extLst>
                  <a:ext uri="{FF2B5EF4-FFF2-40B4-BE49-F238E27FC236}">
                    <a16:creationId xmlns:a16="http://schemas.microsoft.com/office/drawing/2014/main" id="{BEAF57C2-5554-432C-9DB8-9F3508A572BF}"/>
                  </a:ext>
                </a:extLst>
              </p:cNvPr>
              <p:cNvSpPr txBox="1"/>
              <p:nvPr/>
            </p:nvSpPr>
            <p:spPr>
              <a:xfrm>
                <a:off x="5300106" y="2242356"/>
                <a:ext cx="177901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06" name="TextBox 13">
                <a:extLst>
                  <a:ext uri="{FF2B5EF4-FFF2-40B4-BE49-F238E27FC236}">
                    <a16:creationId xmlns:a16="http://schemas.microsoft.com/office/drawing/2014/main" id="{BEAF57C2-5554-432C-9DB8-9F3508A57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106" y="2242356"/>
                <a:ext cx="177901" cy="262829"/>
              </a:xfrm>
              <a:prstGeom prst="rect">
                <a:avLst/>
              </a:prstGeom>
              <a:blipFill>
                <a:blip r:embed="rId5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DVO">
            <a:extLst>
              <a:ext uri="{FF2B5EF4-FFF2-40B4-BE49-F238E27FC236}">
                <a16:creationId xmlns:a16="http://schemas.microsoft.com/office/drawing/2014/main" id="{ED196EE3-95FD-4472-AD6D-2717553EFF16}"/>
              </a:ext>
            </a:extLst>
          </p:cNvPr>
          <p:cNvSpPr/>
          <p:nvPr/>
        </p:nvSpPr>
        <p:spPr>
          <a:xfrm flipH="1">
            <a:off x="5145729" y="2217985"/>
            <a:ext cx="499846" cy="1035553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08" name="Oval 23">
            <a:extLst>
              <a:ext uri="{FF2B5EF4-FFF2-40B4-BE49-F238E27FC236}">
                <a16:creationId xmlns:a16="http://schemas.microsoft.com/office/drawing/2014/main" id="{A198DBF5-9851-4162-8FD1-61CFCF472DBE}"/>
              </a:ext>
            </a:extLst>
          </p:cNvPr>
          <p:cNvSpPr/>
          <p:nvPr/>
        </p:nvSpPr>
        <p:spPr>
          <a:xfrm>
            <a:off x="5839819" y="2677512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409" name="Straight Arrow Connector 7">
            <a:extLst>
              <a:ext uri="{FF2B5EF4-FFF2-40B4-BE49-F238E27FC236}">
                <a16:creationId xmlns:a16="http://schemas.microsoft.com/office/drawing/2014/main" id="{87B49FAB-B68C-4C62-83E6-16BB14C166DE}"/>
              </a:ext>
            </a:extLst>
          </p:cNvPr>
          <p:cNvCxnSpPr>
            <a:cxnSpLocks/>
          </p:cNvCxnSpPr>
          <p:nvPr/>
        </p:nvCxnSpPr>
        <p:spPr>
          <a:xfrm flipV="1">
            <a:off x="5393554" y="2425550"/>
            <a:ext cx="1174" cy="308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Arrow Connector 19">
            <a:extLst>
              <a:ext uri="{FF2B5EF4-FFF2-40B4-BE49-F238E27FC236}">
                <a16:creationId xmlns:a16="http://schemas.microsoft.com/office/drawing/2014/main" id="{6F739732-9112-46EB-8B95-7738A44A3B1F}"/>
              </a:ext>
            </a:extLst>
          </p:cNvPr>
          <p:cNvCxnSpPr>
            <a:cxnSpLocks/>
          </p:cNvCxnSpPr>
          <p:nvPr/>
        </p:nvCxnSpPr>
        <p:spPr>
          <a:xfrm>
            <a:off x="5395613" y="2732732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18">
            <a:extLst>
              <a:ext uri="{FF2B5EF4-FFF2-40B4-BE49-F238E27FC236}">
                <a16:creationId xmlns:a16="http://schemas.microsoft.com/office/drawing/2014/main" id="{600254D2-6B80-4DC4-82F6-5E9FFA7BD7D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277004" y="2614018"/>
            <a:ext cx="0" cy="2374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Oval 20">
            <a:extLst>
              <a:ext uri="{FF2B5EF4-FFF2-40B4-BE49-F238E27FC236}">
                <a16:creationId xmlns:a16="http://schemas.microsoft.com/office/drawing/2014/main" id="{AB86AE9D-BC3F-4AA1-8888-4FF9542F9274}"/>
              </a:ext>
            </a:extLst>
          </p:cNvPr>
          <p:cNvSpPr/>
          <p:nvPr/>
        </p:nvSpPr>
        <p:spPr>
          <a:xfrm>
            <a:off x="4840013" y="2677512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413" name="Oval 22">
            <a:extLst>
              <a:ext uri="{FF2B5EF4-FFF2-40B4-BE49-F238E27FC236}">
                <a16:creationId xmlns:a16="http://schemas.microsoft.com/office/drawing/2014/main" id="{B36B12BE-B0E8-4F85-84A4-21029C241878}"/>
              </a:ext>
            </a:extLst>
          </p:cNvPr>
          <p:cNvSpPr/>
          <p:nvPr/>
        </p:nvSpPr>
        <p:spPr>
          <a:xfrm>
            <a:off x="5340199" y="2153938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414" name="Partial Circle 9">
            <a:extLst>
              <a:ext uri="{FF2B5EF4-FFF2-40B4-BE49-F238E27FC236}">
                <a16:creationId xmlns:a16="http://schemas.microsoft.com/office/drawing/2014/main" id="{E69D6B51-91B7-4188-AD74-AF054D83587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350352" y="2667548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5" name="TextBox 10">
                <a:extLst>
                  <a:ext uri="{FF2B5EF4-FFF2-40B4-BE49-F238E27FC236}">
                    <a16:creationId xmlns:a16="http://schemas.microsoft.com/office/drawing/2014/main" id="{49D4724F-15D7-4902-84EC-09A5FBA229A7}"/>
                  </a:ext>
                </a:extLst>
              </p:cNvPr>
              <p:cNvSpPr txBox="1"/>
              <p:nvPr/>
            </p:nvSpPr>
            <p:spPr>
              <a:xfrm>
                <a:off x="5098341" y="2691815"/>
                <a:ext cx="21824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15" name="TextBox 10">
                <a:extLst>
                  <a:ext uri="{FF2B5EF4-FFF2-40B4-BE49-F238E27FC236}">
                    <a16:creationId xmlns:a16="http://schemas.microsoft.com/office/drawing/2014/main" id="{49D4724F-15D7-4902-84EC-09A5FBA22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341" y="2691815"/>
                <a:ext cx="218240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6" name="Straight Arrow Connector 17">
            <a:extLst>
              <a:ext uri="{FF2B5EF4-FFF2-40B4-BE49-F238E27FC236}">
                <a16:creationId xmlns:a16="http://schemas.microsoft.com/office/drawing/2014/main" id="{3AF4AD04-08ED-47C1-A318-1071271E9E5D}"/>
              </a:ext>
            </a:extLst>
          </p:cNvPr>
          <p:cNvCxnSpPr>
            <a:cxnSpLocks/>
          </p:cNvCxnSpPr>
          <p:nvPr/>
        </p:nvCxnSpPr>
        <p:spPr>
          <a:xfrm flipH="1">
            <a:off x="5241834" y="2736829"/>
            <a:ext cx="153404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7" name="Partial Circle 9">
            <a:extLst>
              <a:ext uri="{FF2B5EF4-FFF2-40B4-BE49-F238E27FC236}">
                <a16:creationId xmlns:a16="http://schemas.microsoft.com/office/drawing/2014/main" id="{22DD0E23-BF55-44D0-A16B-84BA91AB99AE}"/>
              </a:ext>
            </a:extLst>
          </p:cNvPr>
          <p:cNvSpPr>
            <a:spLocks noChangeAspect="1"/>
          </p:cNvSpPr>
          <p:nvPr/>
        </p:nvSpPr>
        <p:spPr>
          <a:xfrm>
            <a:off x="5341544" y="2641774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8" name="TextBox 10">
                <a:extLst>
                  <a:ext uri="{FF2B5EF4-FFF2-40B4-BE49-F238E27FC236}">
                    <a16:creationId xmlns:a16="http://schemas.microsoft.com/office/drawing/2014/main" id="{5E3A3816-F120-4316-AF39-5A56ACECFDD4}"/>
                  </a:ext>
                </a:extLst>
              </p:cNvPr>
              <p:cNvSpPr txBox="1"/>
              <p:nvPr/>
            </p:nvSpPr>
            <p:spPr>
              <a:xfrm>
                <a:off x="5369082" y="2469987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18" name="TextBox 10">
                <a:extLst>
                  <a:ext uri="{FF2B5EF4-FFF2-40B4-BE49-F238E27FC236}">
                    <a16:creationId xmlns:a16="http://schemas.microsoft.com/office/drawing/2014/main" id="{5E3A3816-F120-4316-AF39-5A56ACECF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082" y="2469987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21212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9" name="Straight Arrow Connector 17">
            <a:extLst>
              <a:ext uri="{FF2B5EF4-FFF2-40B4-BE49-F238E27FC236}">
                <a16:creationId xmlns:a16="http://schemas.microsoft.com/office/drawing/2014/main" id="{EEDE5383-F067-458D-959C-AC73C442A3CA}"/>
              </a:ext>
            </a:extLst>
          </p:cNvPr>
          <p:cNvCxnSpPr>
            <a:cxnSpLocks/>
          </p:cNvCxnSpPr>
          <p:nvPr/>
        </p:nvCxnSpPr>
        <p:spPr>
          <a:xfrm flipV="1">
            <a:off x="5389639" y="2428243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20" name="Oval 22">
            <a:extLst>
              <a:ext uri="{FF2B5EF4-FFF2-40B4-BE49-F238E27FC236}">
                <a16:creationId xmlns:a16="http://schemas.microsoft.com/office/drawing/2014/main" id="{628202CB-F6D6-4920-8FDC-3CDC0FC9D12F}"/>
              </a:ext>
            </a:extLst>
          </p:cNvPr>
          <p:cNvSpPr/>
          <p:nvPr/>
        </p:nvSpPr>
        <p:spPr>
          <a:xfrm>
            <a:off x="5576773" y="2872561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21" name="Oval 22">
            <a:extLst>
              <a:ext uri="{FF2B5EF4-FFF2-40B4-BE49-F238E27FC236}">
                <a16:creationId xmlns:a16="http://schemas.microsoft.com/office/drawing/2014/main" id="{02DE5B1C-BE94-4C1F-A4AB-56223605B641}"/>
              </a:ext>
            </a:extLst>
          </p:cNvPr>
          <p:cNvSpPr/>
          <p:nvPr/>
        </p:nvSpPr>
        <p:spPr>
          <a:xfrm>
            <a:off x="5101988" y="2498009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2" name="文字方塊 421">
                <a:extLst>
                  <a:ext uri="{FF2B5EF4-FFF2-40B4-BE49-F238E27FC236}">
                    <a16:creationId xmlns:a16="http://schemas.microsoft.com/office/drawing/2014/main" id="{2BBDD21F-EEDD-4E7F-A4FC-20350CAAF0D7}"/>
                  </a:ext>
                </a:extLst>
              </p:cNvPr>
              <p:cNvSpPr txBox="1"/>
              <p:nvPr/>
            </p:nvSpPr>
            <p:spPr>
              <a:xfrm>
                <a:off x="3815831" y="2525139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22" name="文字方塊 421">
                <a:extLst>
                  <a:ext uri="{FF2B5EF4-FFF2-40B4-BE49-F238E27FC236}">
                    <a16:creationId xmlns:a16="http://schemas.microsoft.com/office/drawing/2014/main" id="{2BBDD21F-EEDD-4E7F-A4FC-20350CAAF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831" y="2525139"/>
                <a:ext cx="974158" cy="262829"/>
              </a:xfrm>
              <a:prstGeom prst="rect">
                <a:avLst/>
              </a:prstGeom>
              <a:blipFill>
                <a:blip r:embed="rId5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3" name="文字方塊 422">
                <a:extLst>
                  <a:ext uri="{FF2B5EF4-FFF2-40B4-BE49-F238E27FC236}">
                    <a16:creationId xmlns:a16="http://schemas.microsoft.com/office/drawing/2014/main" id="{72972817-C588-44DD-BBC5-8D0BD6D4383C}"/>
                  </a:ext>
                </a:extLst>
              </p:cNvPr>
              <p:cNvSpPr txBox="1"/>
              <p:nvPr/>
            </p:nvSpPr>
            <p:spPr>
              <a:xfrm>
                <a:off x="5899941" y="2487996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23" name="文字方塊 422">
                <a:extLst>
                  <a:ext uri="{FF2B5EF4-FFF2-40B4-BE49-F238E27FC236}">
                    <a16:creationId xmlns:a16="http://schemas.microsoft.com/office/drawing/2014/main" id="{72972817-C588-44DD-BBC5-8D0BD6D43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941" y="2487996"/>
                <a:ext cx="1100937" cy="262829"/>
              </a:xfrm>
              <a:prstGeom prst="rect">
                <a:avLst/>
              </a:prstGeom>
              <a:blipFill>
                <a:blip r:embed="rId5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4" name="文字方塊 423">
                <a:extLst>
                  <a:ext uri="{FF2B5EF4-FFF2-40B4-BE49-F238E27FC236}">
                    <a16:creationId xmlns:a16="http://schemas.microsoft.com/office/drawing/2014/main" id="{F9AFC905-BE3B-46D7-A6C3-6106D0841B42}"/>
                  </a:ext>
                </a:extLst>
              </p:cNvPr>
              <p:cNvSpPr txBox="1"/>
              <p:nvPr/>
            </p:nvSpPr>
            <p:spPr>
              <a:xfrm>
                <a:off x="5899941" y="3649451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24" name="文字方塊 423">
                <a:extLst>
                  <a:ext uri="{FF2B5EF4-FFF2-40B4-BE49-F238E27FC236}">
                    <a16:creationId xmlns:a16="http://schemas.microsoft.com/office/drawing/2014/main" id="{F9AFC905-BE3B-46D7-A6C3-6106D0841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941" y="3649451"/>
                <a:ext cx="1100937" cy="262829"/>
              </a:xfrm>
              <a:prstGeom prst="rect">
                <a:avLst/>
              </a:prstGeom>
              <a:blipFill>
                <a:blip r:embed="rId5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文字方塊 424">
            <a:extLst>
              <a:ext uri="{FF2B5EF4-FFF2-40B4-BE49-F238E27FC236}">
                <a16:creationId xmlns:a16="http://schemas.microsoft.com/office/drawing/2014/main" id="{60B773C2-0FF5-4EDF-81FA-BDB28D5A68A8}"/>
              </a:ext>
            </a:extLst>
          </p:cNvPr>
          <p:cNvSpPr txBox="1"/>
          <p:nvPr/>
        </p:nvSpPr>
        <p:spPr>
          <a:xfrm>
            <a:off x="4105962" y="24420"/>
            <a:ext cx="6254091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1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1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6" name="圖片 425">
            <a:extLst>
              <a:ext uri="{FF2B5EF4-FFF2-40B4-BE49-F238E27FC236}">
                <a16:creationId xmlns:a16="http://schemas.microsoft.com/office/drawing/2014/main" id="{D5B8B70A-E573-4B96-95D6-8D3014C5100F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58667" y="1125870"/>
            <a:ext cx="1290686" cy="258137"/>
          </a:xfrm>
          <a:prstGeom prst="rect">
            <a:avLst/>
          </a:prstGeom>
        </p:spPr>
      </p:pic>
      <p:pic>
        <p:nvPicPr>
          <p:cNvPr id="427" name="圖片 426">
            <a:extLst>
              <a:ext uri="{FF2B5EF4-FFF2-40B4-BE49-F238E27FC236}">
                <a16:creationId xmlns:a16="http://schemas.microsoft.com/office/drawing/2014/main" id="{CAB06E4D-2394-439D-A000-C56528195A35}"/>
              </a:ext>
            </a:extLst>
          </p:cNvPr>
          <p:cNvPicPr>
            <a:picLocks noChangeAspect="1"/>
          </p:cNvPicPr>
          <p:nvPr/>
        </p:nvPicPr>
        <p:blipFill rotWithShape="1">
          <a:blip r:embed="rId58"/>
          <a:srcRect l="25321" r="50344"/>
          <a:stretch/>
        </p:blipFill>
        <p:spPr>
          <a:xfrm>
            <a:off x="4952234" y="3750331"/>
            <a:ext cx="847726" cy="840605"/>
          </a:xfrm>
          <a:prstGeom prst="rect">
            <a:avLst/>
          </a:prstGeom>
        </p:spPr>
      </p:pic>
      <p:pic>
        <p:nvPicPr>
          <p:cNvPr id="428" name="圖片 427">
            <a:extLst>
              <a:ext uri="{FF2B5EF4-FFF2-40B4-BE49-F238E27FC236}">
                <a16:creationId xmlns:a16="http://schemas.microsoft.com/office/drawing/2014/main" id="{DD590276-210A-438E-8696-2A9245992C3F}"/>
              </a:ext>
            </a:extLst>
          </p:cNvPr>
          <p:cNvPicPr>
            <a:picLocks noChangeAspect="1"/>
          </p:cNvPicPr>
          <p:nvPr/>
        </p:nvPicPr>
        <p:blipFill rotWithShape="1">
          <a:blip r:embed="rId59"/>
          <a:srcRect l="10337" t="20546" r="9330" b="19264"/>
          <a:stretch/>
        </p:blipFill>
        <p:spPr>
          <a:xfrm>
            <a:off x="6176191" y="1118287"/>
            <a:ext cx="547687" cy="129029"/>
          </a:xfrm>
          <a:prstGeom prst="rect">
            <a:avLst/>
          </a:prstGeom>
        </p:spPr>
      </p:pic>
      <p:pic>
        <p:nvPicPr>
          <p:cNvPr id="429" name="圖片 428">
            <a:extLst>
              <a:ext uri="{FF2B5EF4-FFF2-40B4-BE49-F238E27FC236}">
                <a16:creationId xmlns:a16="http://schemas.microsoft.com/office/drawing/2014/main" id="{3A981B0D-69EB-4C99-BB2D-FC9DBFB628AA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69" r="49713"/>
          <a:stretch/>
        </p:blipFill>
        <p:spPr>
          <a:xfrm>
            <a:off x="4933185" y="3760353"/>
            <a:ext cx="885824" cy="839723"/>
          </a:xfrm>
          <a:prstGeom prst="rect">
            <a:avLst/>
          </a:prstGeom>
        </p:spPr>
      </p:pic>
      <p:cxnSp>
        <p:nvCxnSpPr>
          <p:cNvPr id="430" name="直線接點 429">
            <a:extLst>
              <a:ext uri="{FF2B5EF4-FFF2-40B4-BE49-F238E27FC236}">
                <a16:creationId xmlns:a16="http://schemas.microsoft.com/office/drawing/2014/main" id="{B0A8B2C8-6F7E-4947-8789-80482F736AAF}"/>
              </a:ext>
            </a:extLst>
          </p:cNvPr>
          <p:cNvCxnSpPr>
            <a:cxnSpLocks/>
          </p:cNvCxnSpPr>
          <p:nvPr/>
        </p:nvCxnSpPr>
        <p:spPr>
          <a:xfrm>
            <a:off x="5688826" y="3005471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1" name="直線接點 430">
            <a:extLst>
              <a:ext uri="{FF2B5EF4-FFF2-40B4-BE49-F238E27FC236}">
                <a16:creationId xmlns:a16="http://schemas.microsoft.com/office/drawing/2014/main" id="{83F96017-2556-488B-96F2-9CF83125AD27}"/>
              </a:ext>
            </a:extLst>
          </p:cNvPr>
          <p:cNvCxnSpPr>
            <a:cxnSpLocks/>
          </p:cNvCxnSpPr>
          <p:nvPr/>
        </p:nvCxnSpPr>
        <p:spPr>
          <a:xfrm>
            <a:off x="4736333" y="1962726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2" name="直線接點 431">
            <a:extLst>
              <a:ext uri="{FF2B5EF4-FFF2-40B4-BE49-F238E27FC236}">
                <a16:creationId xmlns:a16="http://schemas.microsoft.com/office/drawing/2014/main" id="{0E77DAD2-A86A-4ACE-BA3F-8C7E8C0F0CB3}"/>
              </a:ext>
            </a:extLst>
          </p:cNvPr>
          <p:cNvCxnSpPr>
            <a:cxnSpLocks/>
          </p:cNvCxnSpPr>
          <p:nvPr/>
        </p:nvCxnSpPr>
        <p:spPr>
          <a:xfrm flipH="1">
            <a:off x="4717277" y="2775709"/>
            <a:ext cx="140201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3" name="直線接點 432">
            <a:extLst>
              <a:ext uri="{FF2B5EF4-FFF2-40B4-BE49-F238E27FC236}">
                <a16:creationId xmlns:a16="http://schemas.microsoft.com/office/drawing/2014/main" id="{5A901092-0063-403A-AB15-7AD84D67ACF6}"/>
              </a:ext>
            </a:extLst>
          </p:cNvPr>
          <p:cNvCxnSpPr>
            <a:cxnSpLocks/>
          </p:cNvCxnSpPr>
          <p:nvPr/>
        </p:nvCxnSpPr>
        <p:spPr>
          <a:xfrm flipV="1">
            <a:off x="5939659" y="2455464"/>
            <a:ext cx="104776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34" name="圖片 433">
            <a:extLst>
              <a:ext uri="{FF2B5EF4-FFF2-40B4-BE49-F238E27FC236}">
                <a16:creationId xmlns:a16="http://schemas.microsoft.com/office/drawing/2014/main" id="{E9F82E4B-6670-45EE-AA61-A97003A26DB3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40" r="-371"/>
          <a:stretch/>
        </p:blipFill>
        <p:spPr>
          <a:xfrm>
            <a:off x="6014264" y="1668046"/>
            <a:ext cx="861793" cy="839723"/>
          </a:xfrm>
          <a:prstGeom prst="rect">
            <a:avLst/>
          </a:prstGeom>
        </p:spPr>
      </p:pic>
      <p:pic>
        <p:nvPicPr>
          <p:cNvPr id="435" name="圖片 434">
            <a:extLst>
              <a:ext uri="{FF2B5EF4-FFF2-40B4-BE49-F238E27FC236}">
                <a16:creationId xmlns:a16="http://schemas.microsoft.com/office/drawing/2014/main" id="{E34E8C53-BF64-4DBF-9925-48827C5DFA2E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3" r="24408"/>
          <a:stretch/>
        </p:blipFill>
        <p:spPr>
          <a:xfrm>
            <a:off x="3859239" y="2824880"/>
            <a:ext cx="883444" cy="839723"/>
          </a:xfrm>
          <a:prstGeom prst="rect">
            <a:avLst/>
          </a:prstGeom>
        </p:spPr>
      </p:pic>
      <p:pic>
        <p:nvPicPr>
          <p:cNvPr id="436" name="圖片 435">
            <a:extLst>
              <a:ext uri="{FF2B5EF4-FFF2-40B4-BE49-F238E27FC236}">
                <a16:creationId xmlns:a16="http://schemas.microsoft.com/office/drawing/2014/main" id="{21496AEF-7D6F-4869-B4CA-08DC39F90CD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50"/>
          <a:stretch/>
        </p:blipFill>
        <p:spPr>
          <a:xfrm>
            <a:off x="6021415" y="2796722"/>
            <a:ext cx="846177" cy="823913"/>
          </a:xfrm>
          <a:prstGeom prst="rect">
            <a:avLst/>
          </a:prstGeom>
        </p:spPr>
      </p:pic>
      <p:pic>
        <p:nvPicPr>
          <p:cNvPr id="437" name="圖片 436">
            <a:extLst>
              <a:ext uri="{FF2B5EF4-FFF2-40B4-BE49-F238E27FC236}">
                <a16:creationId xmlns:a16="http://schemas.microsoft.com/office/drawing/2014/main" id="{E0F14559-C163-4A69-AD2E-D0620584D40D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683"/>
          <a:stretch/>
        </p:blipFill>
        <p:spPr>
          <a:xfrm>
            <a:off x="3887194" y="1699759"/>
            <a:ext cx="838815" cy="823913"/>
          </a:xfrm>
          <a:prstGeom prst="rect">
            <a:avLst/>
          </a:prstGeom>
        </p:spPr>
      </p:pic>
      <p:sp>
        <p:nvSpPr>
          <p:cNvPr id="438" name="矩形: 圓角 437">
            <a:extLst>
              <a:ext uri="{FF2B5EF4-FFF2-40B4-BE49-F238E27FC236}">
                <a16:creationId xmlns:a16="http://schemas.microsoft.com/office/drawing/2014/main" id="{A788ABD7-5AE4-4CA3-81FC-E4282528A1B5}"/>
              </a:ext>
            </a:extLst>
          </p:cNvPr>
          <p:cNvSpPr/>
          <p:nvPr/>
        </p:nvSpPr>
        <p:spPr>
          <a:xfrm>
            <a:off x="7390633" y="626897"/>
            <a:ext cx="3638551" cy="427722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4" dirty="0"/>
          </a:p>
        </p:txBody>
      </p:sp>
      <p:pic>
        <p:nvPicPr>
          <p:cNvPr id="439" name="圖片 438">
            <a:extLst>
              <a:ext uri="{FF2B5EF4-FFF2-40B4-BE49-F238E27FC236}">
                <a16:creationId xmlns:a16="http://schemas.microsoft.com/office/drawing/2014/main" id="{CAC867A2-274B-480A-AF9A-E6EA94CEA1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5834"/>
          <a:stretch/>
        </p:blipFill>
        <p:spPr>
          <a:xfrm>
            <a:off x="8624115" y="749641"/>
            <a:ext cx="838200" cy="836003"/>
          </a:xfrm>
          <a:prstGeom prst="rect">
            <a:avLst/>
          </a:prstGeom>
        </p:spPr>
      </p:pic>
      <p:pic>
        <p:nvPicPr>
          <p:cNvPr id="440" name="圖片 439">
            <a:extLst>
              <a:ext uri="{FF2B5EF4-FFF2-40B4-BE49-F238E27FC236}">
                <a16:creationId xmlns:a16="http://schemas.microsoft.com/office/drawing/2014/main" id="{C0DC5246-01B9-43A3-A4E8-93064E12D8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8614589" y="3759542"/>
            <a:ext cx="828675" cy="836003"/>
          </a:xfrm>
          <a:prstGeom prst="rect">
            <a:avLst/>
          </a:prstGeom>
        </p:spPr>
      </p:pic>
      <p:pic>
        <p:nvPicPr>
          <p:cNvPr id="441" name="圖片 440">
            <a:extLst>
              <a:ext uri="{FF2B5EF4-FFF2-40B4-BE49-F238E27FC236}">
                <a16:creationId xmlns:a16="http://schemas.microsoft.com/office/drawing/2014/main" id="{02E02756-2FA4-48D9-8B21-8EEEB2B48F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9519473" y="763928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2" name="文字方塊 441">
                <a:extLst>
                  <a:ext uri="{FF2B5EF4-FFF2-40B4-BE49-F238E27FC236}">
                    <a16:creationId xmlns:a16="http://schemas.microsoft.com/office/drawing/2014/main" id="{DC3C4CF4-BB52-4877-9BA1-8F2A1980EFD6}"/>
                  </a:ext>
                </a:extLst>
              </p:cNvPr>
              <p:cNvSpPr txBox="1"/>
              <p:nvPr/>
            </p:nvSpPr>
            <p:spPr>
              <a:xfrm>
                <a:off x="8982115" y="134323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442" name="文字方塊 441">
                <a:extLst>
                  <a:ext uri="{FF2B5EF4-FFF2-40B4-BE49-F238E27FC236}">
                    <a16:creationId xmlns:a16="http://schemas.microsoft.com/office/drawing/2014/main" id="{DC3C4CF4-BB52-4877-9BA1-8F2A1980E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2115" y="1343237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3" name="群組 442">
            <a:extLst>
              <a:ext uri="{FF2B5EF4-FFF2-40B4-BE49-F238E27FC236}">
                <a16:creationId xmlns:a16="http://schemas.microsoft.com/office/drawing/2014/main" id="{91E8342B-CB12-45C3-9A4F-E57920421A30}"/>
              </a:ext>
            </a:extLst>
          </p:cNvPr>
          <p:cNvGrpSpPr/>
          <p:nvPr/>
        </p:nvGrpSpPr>
        <p:grpSpPr>
          <a:xfrm>
            <a:off x="9028867" y="1155029"/>
            <a:ext cx="50518" cy="48461"/>
            <a:chOff x="1373392" y="2391862"/>
            <a:chExt cx="479433" cy="476535"/>
          </a:xfrm>
        </p:grpSpPr>
        <p:sp>
          <p:nvSpPr>
            <p:cNvPr id="444" name="箭號: 向右 443">
              <a:extLst>
                <a:ext uri="{FF2B5EF4-FFF2-40B4-BE49-F238E27FC236}">
                  <a16:creationId xmlns:a16="http://schemas.microsoft.com/office/drawing/2014/main" id="{4588FAF4-45E0-4301-B154-BE7BD3CE42B0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445" name="箭號: 向右 444">
              <a:extLst>
                <a:ext uri="{FF2B5EF4-FFF2-40B4-BE49-F238E27FC236}">
                  <a16:creationId xmlns:a16="http://schemas.microsoft.com/office/drawing/2014/main" id="{7A0C87B8-B4F1-4F48-962F-5081E7988CE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6" name="文字方塊 445">
                <a:extLst>
                  <a:ext uri="{FF2B5EF4-FFF2-40B4-BE49-F238E27FC236}">
                    <a16:creationId xmlns:a16="http://schemas.microsoft.com/office/drawing/2014/main" id="{1D323A5B-362F-4990-9A4D-38993F685194}"/>
                  </a:ext>
                </a:extLst>
              </p:cNvPr>
              <p:cNvSpPr txBox="1"/>
              <p:nvPr/>
            </p:nvSpPr>
            <p:spPr>
              <a:xfrm>
                <a:off x="8904644" y="911520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6" name="文字方塊 445">
                <a:extLst>
                  <a:ext uri="{FF2B5EF4-FFF2-40B4-BE49-F238E27FC236}">
                    <a16:creationId xmlns:a16="http://schemas.microsoft.com/office/drawing/2014/main" id="{1D323A5B-362F-4990-9A4D-38993F685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644" y="911520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文字方塊 446">
                <a:extLst>
                  <a:ext uri="{FF2B5EF4-FFF2-40B4-BE49-F238E27FC236}">
                    <a16:creationId xmlns:a16="http://schemas.microsoft.com/office/drawing/2014/main" id="{5889C8CA-F078-44F0-B6E6-3FDAB065DD90}"/>
                  </a:ext>
                </a:extLst>
              </p:cNvPr>
              <p:cNvSpPr txBox="1"/>
              <p:nvPr/>
            </p:nvSpPr>
            <p:spPr>
              <a:xfrm>
                <a:off x="9035472" y="1069254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7" name="文字方塊 446">
                <a:extLst>
                  <a:ext uri="{FF2B5EF4-FFF2-40B4-BE49-F238E27FC236}">
                    <a16:creationId xmlns:a16="http://schemas.microsoft.com/office/drawing/2014/main" id="{5889C8CA-F078-44F0-B6E6-3FDAB065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472" y="1069254"/>
                <a:ext cx="149279" cy="262829"/>
              </a:xfrm>
              <a:prstGeom prst="rect">
                <a:avLst/>
              </a:prstGeom>
              <a:blipFill>
                <a:blip r:embed="rId4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字方塊 447">
                <a:extLst>
                  <a:ext uri="{FF2B5EF4-FFF2-40B4-BE49-F238E27FC236}">
                    <a16:creationId xmlns:a16="http://schemas.microsoft.com/office/drawing/2014/main" id="{C0477399-65FB-4598-B157-985E20FD00D8}"/>
                  </a:ext>
                </a:extLst>
              </p:cNvPr>
              <p:cNvSpPr txBox="1"/>
              <p:nvPr/>
            </p:nvSpPr>
            <p:spPr>
              <a:xfrm>
                <a:off x="9430492" y="1436186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8" name="文字方塊 447">
                <a:extLst>
                  <a:ext uri="{FF2B5EF4-FFF2-40B4-BE49-F238E27FC236}">
                    <a16:creationId xmlns:a16="http://schemas.microsoft.com/office/drawing/2014/main" id="{C0477399-65FB-4598-B157-985E20FD0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492" y="1436186"/>
                <a:ext cx="204146" cy="245324"/>
              </a:xfrm>
              <a:prstGeom prst="rect">
                <a:avLst/>
              </a:prstGeom>
              <a:blipFill>
                <a:blip r:embed="rId4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字方塊 448">
                <a:extLst>
                  <a:ext uri="{FF2B5EF4-FFF2-40B4-BE49-F238E27FC236}">
                    <a16:creationId xmlns:a16="http://schemas.microsoft.com/office/drawing/2014/main" id="{CA22E495-BC2D-4309-B71C-022A06296A22}"/>
                  </a:ext>
                </a:extLst>
              </p:cNvPr>
              <p:cNvSpPr txBox="1"/>
              <p:nvPr/>
            </p:nvSpPr>
            <p:spPr>
              <a:xfrm>
                <a:off x="8551672" y="1593197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49" name="文字方塊 448">
                <a:extLst>
                  <a:ext uri="{FF2B5EF4-FFF2-40B4-BE49-F238E27FC236}">
                    <a16:creationId xmlns:a16="http://schemas.microsoft.com/office/drawing/2014/main" id="{CA22E495-BC2D-4309-B71C-022A06296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672" y="1593197"/>
                <a:ext cx="1082966" cy="262829"/>
              </a:xfrm>
              <a:prstGeom prst="rect">
                <a:avLst/>
              </a:prstGeom>
              <a:blipFill>
                <a:blip r:embed="rId4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字方塊 449">
                <a:extLst>
                  <a:ext uri="{FF2B5EF4-FFF2-40B4-BE49-F238E27FC236}">
                    <a16:creationId xmlns:a16="http://schemas.microsoft.com/office/drawing/2014/main" id="{DA4FADF3-F724-4583-B017-A106D552D5D5}"/>
                  </a:ext>
                </a:extLst>
              </p:cNvPr>
              <p:cNvSpPr txBox="1"/>
              <p:nvPr/>
            </p:nvSpPr>
            <p:spPr>
              <a:xfrm>
                <a:off x="7410042" y="366242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50" name="文字方塊 449">
                <a:extLst>
                  <a:ext uri="{FF2B5EF4-FFF2-40B4-BE49-F238E27FC236}">
                    <a16:creationId xmlns:a16="http://schemas.microsoft.com/office/drawing/2014/main" id="{DA4FADF3-F724-4583-B017-A106D552D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42" y="3662429"/>
                <a:ext cx="1100937" cy="262829"/>
              </a:xfrm>
              <a:prstGeom prst="rect">
                <a:avLst/>
              </a:prstGeom>
              <a:blipFill>
                <a:blip r:embed="rId6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文字方塊 450">
                <a:extLst>
                  <a:ext uri="{FF2B5EF4-FFF2-40B4-BE49-F238E27FC236}">
                    <a16:creationId xmlns:a16="http://schemas.microsoft.com/office/drawing/2014/main" id="{14797A40-A65F-43F6-88A6-2708A5BFE834}"/>
                  </a:ext>
                </a:extLst>
              </p:cNvPr>
              <p:cNvSpPr txBox="1"/>
              <p:nvPr/>
            </p:nvSpPr>
            <p:spPr>
              <a:xfrm>
                <a:off x="8544071" y="4606713"/>
                <a:ext cx="102198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51" name="文字方塊 450">
                <a:extLst>
                  <a:ext uri="{FF2B5EF4-FFF2-40B4-BE49-F238E27FC236}">
                    <a16:creationId xmlns:a16="http://schemas.microsoft.com/office/drawing/2014/main" id="{14797A40-A65F-43F6-88A6-2708A5BFE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071" y="4606713"/>
                <a:ext cx="1021986" cy="26282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文字方塊 451">
                <a:extLst>
                  <a:ext uri="{FF2B5EF4-FFF2-40B4-BE49-F238E27FC236}">
                    <a16:creationId xmlns:a16="http://schemas.microsoft.com/office/drawing/2014/main" id="{F99516B9-4F0F-43EE-BAB2-BF88054E8AB8}"/>
                  </a:ext>
                </a:extLst>
              </p:cNvPr>
              <p:cNvSpPr txBox="1"/>
              <p:nvPr/>
            </p:nvSpPr>
            <p:spPr>
              <a:xfrm>
                <a:off x="8757569" y="3301221"/>
                <a:ext cx="562813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52" name="文字方塊 451">
                <a:extLst>
                  <a:ext uri="{FF2B5EF4-FFF2-40B4-BE49-F238E27FC236}">
                    <a16:creationId xmlns:a16="http://schemas.microsoft.com/office/drawing/2014/main" id="{F99516B9-4F0F-43EE-BAB2-BF88054E8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569" y="3301221"/>
                <a:ext cx="562813" cy="262829"/>
              </a:xfrm>
              <a:prstGeom prst="rect">
                <a:avLst/>
              </a:prstGeom>
              <a:blipFill>
                <a:blip r:embed="rId6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文字方塊 452">
                <a:extLst>
                  <a:ext uri="{FF2B5EF4-FFF2-40B4-BE49-F238E27FC236}">
                    <a16:creationId xmlns:a16="http://schemas.microsoft.com/office/drawing/2014/main" id="{23886480-12C8-46BE-8CCE-14C01F6D1E2B}"/>
                  </a:ext>
                </a:extLst>
              </p:cNvPr>
              <p:cNvSpPr txBox="1"/>
              <p:nvPr/>
            </p:nvSpPr>
            <p:spPr>
              <a:xfrm>
                <a:off x="8769197" y="1920749"/>
                <a:ext cx="562813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53" name="文字方塊 452">
                <a:extLst>
                  <a:ext uri="{FF2B5EF4-FFF2-40B4-BE49-F238E27FC236}">
                    <a16:creationId xmlns:a16="http://schemas.microsoft.com/office/drawing/2014/main" id="{23886480-12C8-46BE-8CCE-14C01F6D1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197" y="1920749"/>
                <a:ext cx="562813" cy="262829"/>
              </a:xfrm>
              <a:prstGeom prst="rect">
                <a:avLst/>
              </a:prstGeom>
              <a:blipFill>
                <a:blip r:embed="rId53"/>
                <a:stretch>
                  <a:fillRect t="-93023" r="-40217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4" name="Oval 14">
            <a:extLst>
              <a:ext uri="{FF2B5EF4-FFF2-40B4-BE49-F238E27FC236}">
                <a16:creationId xmlns:a16="http://schemas.microsoft.com/office/drawing/2014/main" id="{C6BF6D06-56F0-406E-9E4B-CFFF42D9DDF3}"/>
              </a:ext>
            </a:extLst>
          </p:cNvPr>
          <p:cNvSpPr/>
          <p:nvPr/>
        </p:nvSpPr>
        <p:spPr>
          <a:xfrm>
            <a:off x="8997634" y="2159390"/>
            <a:ext cx="112464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455" name="Oval 4">
            <a:extLst>
              <a:ext uri="{FF2B5EF4-FFF2-40B4-BE49-F238E27FC236}">
                <a16:creationId xmlns:a16="http://schemas.microsoft.com/office/drawing/2014/main" id="{1B50BF8E-1E90-4B53-BAFF-F38971274089}"/>
              </a:ext>
            </a:extLst>
          </p:cNvPr>
          <p:cNvSpPr/>
          <p:nvPr/>
        </p:nvSpPr>
        <p:spPr>
          <a:xfrm>
            <a:off x="8555539" y="2217637"/>
            <a:ext cx="999691" cy="1035553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56" name="Oval 15">
            <a:extLst>
              <a:ext uri="{FF2B5EF4-FFF2-40B4-BE49-F238E27FC236}">
                <a16:creationId xmlns:a16="http://schemas.microsoft.com/office/drawing/2014/main" id="{9A07CC31-C9D3-441D-9855-7DE69BFBD438}"/>
              </a:ext>
            </a:extLst>
          </p:cNvPr>
          <p:cNvSpPr/>
          <p:nvPr/>
        </p:nvSpPr>
        <p:spPr>
          <a:xfrm>
            <a:off x="8997634" y="3194360"/>
            <a:ext cx="112464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57" name="SHO">
            <a:extLst>
              <a:ext uri="{FF2B5EF4-FFF2-40B4-BE49-F238E27FC236}">
                <a16:creationId xmlns:a16="http://schemas.microsoft.com/office/drawing/2014/main" id="{D94C4514-0229-4EBD-BF0A-390C42B40097}"/>
              </a:ext>
            </a:extLst>
          </p:cNvPr>
          <p:cNvSpPr/>
          <p:nvPr/>
        </p:nvSpPr>
        <p:spPr>
          <a:xfrm rot="16200000">
            <a:off x="8838321" y="2235909"/>
            <a:ext cx="431094" cy="999691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58" name="SVO">
            <a:extLst>
              <a:ext uri="{FF2B5EF4-FFF2-40B4-BE49-F238E27FC236}">
                <a16:creationId xmlns:a16="http://schemas.microsoft.com/office/drawing/2014/main" id="{98B620E6-326E-449E-8041-FF1C6FE724A4}"/>
              </a:ext>
            </a:extLst>
          </p:cNvPr>
          <p:cNvSpPr/>
          <p:nvPr/>
        </p:nvSpPr>
        <p:spPr>
          <a:xfrm>
            <a:off x="8803328" y="2217985"/>
            <a:ext cx="499846" cy="1035553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459" name="Oval 6">
            <a:extLst>
              <a:ext uri="{FF2B5EF4-FFF2-40B4-BE49-F238E27FC236}">
                <a16:creationId xmlns:a16="http://schemas.microsoft.com/office/drawing/2014/main" id="{0275769E-C341-4318-8B93-9002E5BF119E}"/>
              </a:ext>
            </a:extLst>
          </p:cNvPr>
          <p:cNvSpPr/>
          <p:nvPr/>
        </p:nvSpPr>
        <p:spPr>
          <a:xfrm rot="16200000">
            <a:off x="8838321" y="2235909"/>
            <a:ext cx="431094" cy="999691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TextBox 11">
                <a:extLst>
                  <a:ext uri="{FF2B5EF4-FFF2-40B4-BE49-F238E27FC236}">
                    <a16:creationId xmlns:a16="http://schemas.microsoft.com/office/drawing/2014/main" id="{1C8EC21D-A5DF-4B98-9C72-0B6DF443CE63}"/>
                  </a:ext>
                </a:extLst>
              </p:cNvPr>
              <p:cNvSpPr txBox="1"/>
              <p:nvPr/>
            </p:nvSpPr>
            <p:spPr>
              <a:xfrm>
                <a:off x="8673307" y="2612286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60" name="TextBox 11">
                <a:extLst>
                  <a:ext uri="{FF2B5EF4-FFF2-40B4-BE49-F238E27FC236}">
                    <a16:creationId xmlns:a16="http://schemas.microsoft.com/office/drawing/2014/main" id="{1C8EC21D-A5DF-4B98-9C72-0B6DF443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307" y="2612286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Oval 22">
            <a:extLst>
              <a:ext uri="{FF2B5EF4-FFF2-40B4-BE49-F238E27FC236}">
                <a16:creationId xmlns:a16="http://schemas.microsoft.com/office/drawing/2014/main" id="{293A3E4E-8556-4880-A1A9-4928C7F0725E}"/>
              </a:ext>
            </a:extLst>
          </p:cNvPr>
          <p:cNvSpPr/>
          <p:nvPr/>
        </p:nvSpPr>
        <p:spPr>
          <a:xfrm>
            <a:off x="8996982" y="3194360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TextBox 12">
                <a:extLst>
                  <a:ext uri="{FF2B5EF4-FFF2-40B4-BE49-F238E27FC236}">
                    <a16:creationId xmlns:a16="http://schemas.microsoft.com/office/drawing/2014/main" id="{13EF73F3-47B6-4651-9B5A-E4FA829DB1D4}"/>
                  </a:ext>
                </a:extLst>
              </p:cNvPr>
              <p:cNvSpPr txBox="1"/>
              <p:nvPr/>
            </p:nvSpPr>
            <p:spPr>
              <a:xfrm>
                <a:off x="9126717" y="2678331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62" name="TextBox 12">
                <a:extLst>
                  <a:ext uri="{FF2B5EF4-FFF2-40B4-BE49-F238E27FC236}">
                    <a16:creationId xmlns:a16="http://schemas.microsoft.com/office/drawing/2014/main" id="{13EF73F3-47B6-4651-9B5A-E4FA829D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717" y="2678331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TextBox 13">
                <a:extLst>
                  <a:ext uri="{FF2B5EF4-FFF2-40B4-BE49-F238E27FC236}">
                    <a16:creationId xmlns:a16="http://schemas.microsoft.com/office/drawing/2014/main" id="{A9D71BB8-87E4-47D4-BB4F-65C4C94B352D}"/>
                  </a:ext>
                </a:extLst>
              </p:cNvPr>
              <p:cNvSpPr txBox="1"/>
              <p:nvPr/>
            </p:nvSpPr>
            <p:spPr>
              <a:xfrm>
                <a:off x="8957707" y="2242356"/>
                <a:ext cx="177901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63" name="TextBox 13">
                <a:extLst>
                  <a:ext uri="{FF2B5EF4-FFF2-40B4-BE49-F238E27FC236}">
                    <a16:creationId xmlns:a16="http://schemas.microsoft.com/office/drawing/2014/main" id="{A9D71BB8-87E4-47D4-BB4F-65C4C94B3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707" y="2242356"/>
                <a:ext cx="177901" cy="262829"/>
              </a:xfrm>
              <a:prstGeom prst="rect">
                <a:avLst/>
              </a:prstGeom>
              <a:blipFill>
                <a:blip r:embed="rId5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4" name="DVO">
            <a:extLst>
              <a:ext uri="{FF2B5EF4-FFF2-40B4-BE49-F238E27FC236}">
                <a16:creationId xmlns:a16="http://schemas.microsoft.com/office/drawing/2014/main" id="{50F6D206-5106-45D7-950C-25176DAD3DFD}"/>
              </a:ext>
            </a:extLst>
          </p:cNvPr>
          <p:cNvSpPr/>
          <p:nvPr/>
        </p:nvSpPr>
        <p:spPr>
          <a:xfrm flipH="1">
            <a:off x="8803328" y="2217985"/>
            <a:ext cx="499846" cy="1035553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65" name="Oval 23">
            <a:extLst>
              <a:ext uri="{FF2B5EF4-FFF2-40B4-BE49-F238E27FC236}">
                <a16:creationId xmlns:a16="http://schemas.microsoft.com/office/drawing/2014/main" id="{D7A046EF-734C-4545-A6BD-C9E963DEC2DE}"/>
              </a:ext>
            </a:extLst>
          </p:cNvPr>
          <p:cNvSpPr/>
          <p:nvPr/>
        </p:nvSpPr>
        <p:spPr>
          <a:xfrm>
            <a:off x="9497419" y="2677512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466" name="Straight Arrow Connector 7">
            <a:extLst>
              <a:ext uri="{FF2B5EF4-FFF2-40B4-BE49-F238E27FC236}">
                <a16:creationId xmlns:a16="http://schemas.microsoft.com/office/drawing/2014/main" id="{FB5A23D2-DDCB-46B0-87F7-039706DBEFDE}"/>
              </a:ext>
            </a:extLst>
          </p:cNvPr>
          <p:cNvCxnSpPr>
            <a:cxnSpLocks/>
          </p:cNvCxnSpPr>
          <p:nvPr/>
        </p:nvCxnSpPr>
        <p:spPr>
          <a:xfrm flipV="1">
            <a:off x="9051153" y="2425550"/>
            <a:ext cx="1174" cy="308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19">
            <a:extLst>
              <a:ext uri="{FF2B5EF4-FFF2-40B4-BE49-F238E27FC236}">
                <a16:creationId xmlns:a16="http://schemas.microsoft.com/office/drawing/2014/main" id="{7BCAE77F-C7EF-4F7B-A5E7-71AA114EA4A2}"/>
              </a:ext>
            </a:extLst>
          </p:cNvPr>
          <p:cNvCxnSpPr>
            <a:cxnSpLocks/>
          </p:cNvCxnSpPr>
          <p:nvPr/>
        </p:nvCxnSpPr>
        <p:spPr>
          <a:xfrm>
            <a:off x="9053212" y="2732732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18">
            <a:extLst>
              <a:ext uri="{FF2B5EF4-FFF2-40B4-BE49-F238E27FC236}">
                <a16:creationId xmlns:a16="http://schemas.microsoft.com/office/drawing/2014/main" id="{F6F12104-8E62-48B6-8F49-2004D8AC6B8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934604" y="2614018"/>
            <a:ext cx="0" cy="2374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Oval 20">
            <a:extLst>
              <a:ext uri="{FF2B5EF4-FFF2-40B4-BE49-F238E27FC236}">
                <a16:creationId xmlns:a16="http://schemas.microsoft.com/office/drawing/2014/main" id="{AC22E4DA-3570-454A-8B53-E02F3D9653BD}"/>
              </a:ext>
            </a:extLst>
          </p:cNvPr>
          <p:cNvSpPr/>
          <p:nvPr/>
        </p:nvSpPr>
        <p:spPr>
          <a:xfrm>
            <a:off x="8497613" y="2677512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470" name="Oval 22">
            <a:extLst>
              <a:ext uri="{FF2B5EF4-FFF2-40B4-BE49-F238E27FC236}">
                <a16:creationId xmlns:a16="http://schemas.microsoft.com/office/drawing/2014/main" id="{F1C6464B-ED82-405C-9AD0-BC2945D0A3D6}"/>
              </a:ext>
            </a:extLst>
          </p:cNvPr>
          <p:cNvSpPr/>
          <p:nvPr/>
        </p:nvSpPr>
        <p:spPr>
          <a:xfrm>
            <a:off x="8997799" y="2153938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471" name="Partial Circle 9">
            <a:extLst>
              <a:ext uri="{FF2B5EF4-FFF2-40B4-BE49-F238E27FC236}">
                <a16:creationId xmlns:a16="http://schemas.microsoft.com/office/drawing/2014/main" id="{C421C703-F4F7-4018-9595-67FC91FDEED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9007951" y="2667548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extBox 10">
                <a:extLst>
                  <a:ext uri="{FF2B5EF4-FFF2-40B4-BE49-F238E27FC236}">
                    <a16:creationId xmlns:a16="http://schemas.microsoft.com/office/drawing/2014/main" id="{AF18FED2-1143-4CD3-A049-B74160CDF5D5}"/>
                  </a:ext>
                </a:extLst>
              </p:cNvPr>
              <p:cNvSpPr txBox="1"/>
              <p:nvPr/>
            </p:nvSpPr>
            <p:spPr>
              <a:xfrm>
                <a:off x="8755940" y="2691815"/>
                <a:ext cx="21824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72" name="TextBox 10">
                <a:extLst>
                  <a:ext uri="{FF2B5EF4-FFF2-40B4-BE49-F238E27FC236}">
                    <a16:creationId xmlns:a16="http://schemas.microsoft.com/office/drawing/2014/main" id="{AF18FED2-1143-4CD3-A049-B74160CDF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940" y="2691815"/>
                <a:ext cx="218240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3" name="Straight Arrow Connector 17">
            <a:extLst>
              <a:ext uri="{FF2B5EF4-FFF2-40B4-BE49-F238E27FC236}">
                <a16:creationId xmlns:a16="http://schemas.microsoft.com/office/drawing/2014/main" id="{BC71E391-BAA5-49DD-BD0D-62F28350CB81}"/>
              </a:ext>
            </a:extLst>
          </p:cNvPr>
          <p:cNvCxnSpPr>
            <a:cxnSpLocks/>
          </p:cNvCxnSpPr>
          <p:nvPr/>
        </p:nvCxnSpPr>
        <p:spPr>
          <a:xfrm flipH="1">
            <a:off x="8899435" y="2736829"/>
            <a:ext cx="153404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4" name="Partial Circle 9">
            <a:extLst>
              <a:ext uri="{FF2B5EF4-FFF2-40B4-BE49-F238E27FC236}">
                <a16:creationId xmlns:a16="http://schemas.microsoft.com/office/drawing/2014/main" id="{CF455F26-BB66-4FA6-99CF-256D7D1E1203}"/>
              </a:ext>
            </a:extLst>
          </p:cNvPr>
          <p:cNvSpPr>
            <a:spLocks noChangeAspect="1"/>
          </p:cNvSpPr>
          <p:nvPr/>
        </p:nvSpPr>
        <p:spPr>
          <a:xfrm>
            <a:off x="8999143" y="2641774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TextBox 10">
                <a:extLst>
                  <a:ext uri="{FF2B5EF4-FFF2-40B4-BE49-F238E27FC236}">
                    <a16:creationId xmlns:a16="http://schemas.microsoft.com/office/drawing/2014/main" id="{4198635D-CD12-44D2-B90F-872E6EB49380}"/>
                  </a:ext>
                </a:extLst>
              </p:cNvPr>
              <p:cNvSpPr txBox="1"/>
              <p:nvPr/>
            </p:nvSpPr>
            <p:spPr>
              <a:xfrm>
                <a:off x="9026683" y="2469987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475" name="TextBox 10">
                <a:extLst>
                  <a:ext uri="{FF2B5EF4-FFF2-40B4-BE49-F238E27FC236}">
                    <a16:creationId xmlns:a16="http://schemas.microsoft.com/office/drawing/2014/main" id="{4198635D-CD12-44D2-B90F-872E6EB4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683" y="2469987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21212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6" name="Straight Arrow Connector 17">
            <a:extLst>
              <a:ext uri="{FF2B5EF4-FFF2-40B4-BE49-F238E27FC236}">
                <a16:creationId xmlns:a16="http://schemas.microsoft.com/office/drawing/2014/main" id="{DE12C68B-2868-44B4-9979-0606F05EE48B}"/>
              </a:ext>
            </a:extLst>
          </p:cNvPr>
          <p:cNvCxnSpPr>
            <a:cxnSpLocks/>
          </p:cNvCxnSpPr>
          <p:nvPr/>
        </p:nvCxnSpPr>
        <p:spPr>
          <a:xfrm flipV="1">
            <a:off x="9047240" y="2428243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7" name="Oval 22">
            <a:extLst>
              <a:ext uri="{FF2B5EF4-FFF2-40B4-BE49-F238E27FC236}">
                <a16:creationId xmlns:a16="http://schemas.microsoft.com/office/drawing/2014/main" id="{790D80A1-D9CC-4BF3-8545-5A5D19AB4350}"/>
              </a:ext>
            </a:extLst>
          </p:cNvPr>
          <p:cNvSpPr/>
          <p:nvPr/>
        </p:nvSpPr>
        <p:spPr>
          <a:xfrm>
            <a:off x="9234373" y="2872561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478" name="Oval 22">
            <a:extLst>
              <a:ext uri="{FF2B5EF4-FFF2-40B4-BE49-F238E27FC236}">
                <a16:creationId xmlns:a16="http://schemas.microsoft.com/office/drawing/2014/main" id="{990F0AEB-2E5B-4E08-BC6F-CC03D38ECA26}"/>
              </a:ext>
            </a:extLst>
          </p:cNvPr>
          <p:cNvSpPr/>
          <p:nvPr/>
        </p:nvSpPr>
        <p:spPr>
          <a:xfrm>
            <a:off x="8759589" y="2498009"/>
            <a:ext cx="112464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9" name="文字方塊 478">
                <a:extLst>
                  <a:ext uri="{FF2B5EF4-FFF2-40B4-BE49-F238E27FC236}">
                    <a16:creationId xmlns:a16="http://schemas.microsoft.com/office/drawing/2014/main" id="{B5DD74E7-C253-4FE8-AEB9-E810D68EAA4A}"/>
                  </a:ext>
                </a:extLst>
              </p:cNvPr>
              <p:cNvSpPr txBox="1"/>
              <p:nvPr/>
            </p:nvSpPr>
            <p:spPr>
              <a:xfrm>
                <a:off x="7473431" y="251085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79" name="文字方塊 478">
                <a:extLst>
                  <a:ext uri="{FF2B5EF4-FFF2-40B4-BE49-F238E27FC236}">
                    <a16:creationId xmlns:a16="http://schemas.microsoft.com/office/drawing/2014/main" id="{B5DD74E7-C253-4FE8-AEB9-E810D68EA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431" y="2510852"/>
                <a:ext cx="974158" cy="262829"/>
              </a:xfrm>
              <a:prstGeom prst="rect">
                <a:avLst/>
              </a:prstGeom>
              <a:blipFill>
                <a:blip r:embed="rId6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0" name="文字方塊 479">
                <a:extLst>
                  <a:ext uri="{FF2B5EF4-FFF2-40B4-BE49-F238E27FC236}">
                    <a16:creationId xmlns:a16="http://schemas.microsoft.com/office/drawing/2014/main" id="{4D8C30FE-04E8-4C45-9302-87F33A21F924}"/>
                  </a:ext>
                </a:extLst>
              </p:cNvPr>
              <p:cNvSpPr txBox="1"/>
              <p:nvPr/>
            </p:nvSpPr>
            <p:spPr>
              <a:xfrm>
                <a:off x="9557541" y="248323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80" name="文字方塊 479">
                <a:extLst>
                  <a:ext uri="{FF2B5EF4-FFF2-40B4-BE49-F238E27FC236}">
                    <a16:creationId xmlns:a16="http://schemas.microsoft.com/office/drawing/2014/main" id="{4D8C30FE-04E8-4C45-9302-87F33A21F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541" y="2483235"/>
                <a:ext cx="1100937" cy="262829"/>
              </a:xfrm>
              <a:prstGeom prst="rect">
                <a:avLst/>
              </a:prstGeom>
              <a:blipFill>
                <a:blip r:embed="rId6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1" name="文字方塊 480">
                <a:extLst>
                  <a:ext uri="{FF2B5EF4-FFF2-40B4-BE49-F238E27FC236}">
                    <a16:creationId xmlns:a16="http://schemas.microsoft.com/office/drawing/2014/main" id="{59BB314F-C57F-41C2-9E33-1FCE0B85C027}"/>
                  </a:ext>
                </a:extLst>
              </p:cNvPr>
              <p:cNvSpPr txBox="1"/>
              <p:nvPr/>
            </p:nvSpPr>
            <p:spPr>
              <a:xfrm>
                <a:off x="9557541" y="3654214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481" name="文字方塊 480">
                <a:extLst>
                  <a:ext uri="{FF2B5EF4-FFF2-40B4-BE49-F238E27FC236}">
                    <a16:creationId xmlns:a16="http://schemas.microsoft.com/office/drawing/2014/main" id="{59BB314F-C57F-41C2-9E33-1FCE0B85C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541" y="3654214"/>
                <a:ext cx="1100937" cy="262829"/>
              </a:xfrm>
              <a:prstGeom prst="rect">
                <a:avLst/>
              </a:prstGeom>
              <a:blipFill>
                <a:blip r:embed="rId6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2" name="圖片 481">
            <a:extLst>
              <a:ext uri="{FF2B5EF4-FFF2-40B4-BE49-F238E27FC236}">
                <a16:creationId xmlns:a16="http://schemas.microsoft.com/office/drawing/2014/main" id="{D9B54706-7900-40AE-9667-FFA7692225D5}"/>
              </a:ext>
            </a:extLst>
          </p:cNvPr>
          <p:cNvPicPr>
            <a:picLocks noChangeAspect="1"/>
          </p:cNvPicPr>
          <p:nvPr/>
        </p:nvPicPr>
        <p:blipFill>
          <a:blip r:embed="rId6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6266" y="1125870"/>
            <a:ext cx="1290686" cy="258137"/>
          </a:xfrm>
          <a:prstGeom prst="rect">
            <a:avLst/>
          </a:prstGeom>
        </p:spPr>
      </p:pic>
      <p:pic>
        <p:nvPicPr>
          <p:cNvPr id="483" name="圖片 482">
            <a:extLst>
              <a:ext uri="{FF2B5EF4-FFF2-40B4-BE49-F238E27FC236}">
                <a16:creationId xmlns:a16="http://schemas.microsoft.com/office/drawing/2014/main" id="{6A276E64-A51D-4DDA-B36B-8921B6EB6601}"/>
              </a:ext>
            </a:extLst>
          </p:cNvPr>
          <p:cNvPicPr>
            <a:picLocks noChangeAspect="1"/>
          </p:cNvPicPr>
          <p:nvPr/>
        </p:nvPicPr>
        <p:blipFill rotWithShape="1">
          <a:blip r:embed="rId67"/>
          <a:srcRect l="10739" t="17985" r="9733" b="14782"/>
          <a:stretch/>
        </p:blipFill>
        <p:spPr>
          <a:xfrm>
            <a:off x="9836177" y="1117888"/>
            <a:ext cx="523875" cy="139257"/>
          </a:xfrm>
          <a:prstGeom prst="rect">
            <a:avLst/>
          </a:prstGeom>
        </p:spPr>
      </p:pic>
      <p:cxnSp>
        <p:nvCxnSpPr>
          <p:cNvPr id="484" name="直線接點 483">
            <a:extLst>
              <a:ext uri="{FF2B5EF4-FFF2-40B4-BE49-F238E27FC236}">
                <a16:creationId xmlns:a16="http://schemas.microsoft.com/office/drawing/2014/main" id="{377ECD80-59E9-4465-B3D1-4703DD4CA75C}"/>
              </a:ext>
            </a:extLst>
          </p:cNvPr>
          <p:cNvCxnSpPr>
            <a:cxnSpLocks/>
          </p:cNvCxnSpPr>
          <p:nvPr/>
        </p:nvCxnSpPr>
        <p:spPr>
          <a:xfrm>
            <a:off x="9346427" y="3005471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5" name="直線接點 484">
            <a:extLst>
              <a:ext uri="{FF2B5EF4-FFF2-40B4-BE49-F238E27FC236}">
                <a16:creationId xmlns:a16="http://schemas.microsoft.com/office/drawing/2014/main" id="{36443F35-255A-4F57-93DE-EDF3D5CFFA0E}"/>
              </a:ext>
            </a:extLst>
          </p:cNvPr>
          <p:cNvCxnSpPr>
            <a:cxnSpLocks/>
          </p:cNvCxnSpPr>
          <p:nvPr/>
        </p:nvCxnSpPr>
        <p:spPr>
          <a:xfrm>
            <a:off x="8393934" y="1962726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6" name="直線接點 485">
            <a:extLst>
              <a:ext uri="{FF2B5EF4-FFF2-40B4-BE49-F238E27FC236}">
                <a16:creationId xmlns:a16="http://schemas.microsoft.com/office/drawing/2014/main" id="{94FB74C7-648D-4EDD-B48B-3F0CB48AA27F}"/>
              </a:ext>
            </a:extLst>
          </p:cNvPr>
          <p:cNvCxnSpPr>
            <a:cxnSpLocks/>
          </p:cNvCxnSpPr>
          <p:nvPr/>
        </p:nvCxnSpPr>
        <p:spPr>
          <a:xfrm flipH="1">
            <a:off x="8374876" y="2775709"/>
            <a:ext cx="140201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7" name="直線接點 486">
            <a:extLst>
              <a:ext uri="{FF2B5EF4-FFF2-40B4-BE49-F238E27FC236}">
                <a16:creationId xmlns:a16="http://schemas.microsoft.com/office/drawing/2014/main" id="{09EDF197-569C-4203-A758-53198219E136}"/>
              </a:ext>
            </a:extLst>
          </p:cNvPr>
          <p:cNvCxnSpPr>
            <a:cxnSpLocks/>
          </p:cNvCxnSpPr>
          <p:nvPr/>
        </p:nvCxnSpPr>
        <p:spPr>
          <a:xfrm flipV="1">
            <a:off x="9597258" y="2455464"/>
            <a:ext cx="104776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88" name="圖片 487">
            <a:extLst>
              <a:ext uri="{FF2B5EF4-FFF2-40B4-BE49-F238E27FC236}">
                <a16:creationId xmlns:a16="http://schemas.microsoft.com/office/drawing/2014/main" id="{2EBE9C4A-EB9A-4EE2-B39F-E4A02E27CB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180"/>
          <a:stretch/>
        </p:blipFill>
        <p:spPr>
          <a:xfrm>
            <a:off x="9695676" y="1667280"/>
            <a:ext cx="826211" cy="836003"/>
          </a:xfrm>
          <a:prstGeom prst="rect">
            <a:avLst/>
          </a:prstGeom>
        </p:spPr>
      </p:pic>
      <p:pic>
        <p:nvPicPr>
          <p:cNvPr id="489" name="圖片 488">
            <a:extLst>
              <a:ext uri="{FF2B5EF4-FFF2-40B4-BE49-F238E27FC236}">
                <a16:creationId xmlns:a16="http://schemas.microsoft.com/office/drawing/2014/main" id="{A40838DE-A47B-4D87-AAC3-5FED791AA2B2}"/>
              </a:ext>
            </a:extLst>
          </p:cNvPr>
          <p:cNvPicPr>
            <a:picLocks noChangeAspect="1"/>
          </p:cNvPicPr>
          <p:nvPr/>
        </p:nvPicPr>
        <p:blipFill rotWithShape="1">
          <a:blip r:embed="rId68"/>
          <a:srcRect r="51318"/>
          <a:stretch/>
        </p:blipFill>
        <p:spPr>
          <a:xfrm>
            <a:off x="7542708" y="1679909"/>
            <a:ext cx="838520" cy="841530"/>
          </a:xfrm>
          <a:prstGeom prst="rect">
            <a:avLst/>
          </a:prstGeom>
        </p:spPr>
      </p:pic>
      <p:pic>
        <p:nvPicPr>
          <p:cNvPr id="490" name="圖片 489">
            <a:extLst>
              <a:ext uri="{FF2B5EF4-FFF2-40B4-BE49-F238E27FC236}">
                <a16:creationId xmlns:a16="http://schemas.microsoft.com/office/drawing/2014/main" id="{AD0494E1-1E28-4C86-BDCF-AAB51C6F0CA8}"/>
              </a:ext>
            </a:extLst>
          </p:cNvPr>
          <p:cNvPicPr>
            <a:picLocks noChangeAspect="1"/>
          </p:cNvPicPr>
          <p:nvPr/>
        </p:nvPicPr>
        <p:blipFill rotWithShape="1">
          <a:blip r:embed="rId68"/>
          <a:srcRect l="51585"/>
          <a:stretch/>
        </p:blipFill>
        <p:spPr>
          <a:xfrm>
            <a:off x="9707590" y="2795921"/>
            <a:ext cx="833925" cy="841530"/>
          </a:xfrm>
          <a:prstGeom prst="rect">
            <a:avLst/>
          </a:prstGeom>
        </p:spPr>
      </p:pic>
      <p:pic>
        <p:nvPicPr>
          <p:cNvPr id="491" name="圖片 490">
            <a:extLst>
              <a:ext uri="{FF2B5EF4-FFF2-40B4-BE49-F238E27FC236}">
                <a16:creationId xmlns:a16="http://schemas.microsoft.com/office/drawing/2014/main" id="{0BB9FF50-B571-41A0-984B-8A69052550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944" r="25164"/>
          <a:stretch/>
        </p:blipFill>
        <p:spPr>
          <a:xfrm>
            <a:off x="7547790" y="2809283"/>
            <a:ext cx="828675" cy="83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32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1862</TotalTime>
  <Words>246</Words>
  <Application>Microsoft Office PowerPoint</Application>
  <PresentationFormat>自訂</PresentationFormat>
  <Paragraphs>145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63</cp:revision>
  <dcterms:created xsi:type="dcterms:W3CDTF">2026-04-28T04:34:15Z</dcterms:created>
  <dcterms:modified xsi:type="dcterms:W3CDTF">2026-07-09T13:17:53Z</dcterms:modified>
</cp:coreProperties>
</file>