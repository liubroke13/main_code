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61" r:id="rId2"/>
    <p:sldId id="262" r:id="rId3"/>
    <p:sldId id="263" r:id="rId4"/>
    <p:sldId id="264" r:id="rId5"/>
    <p:sldId id="273" r:id="rId6"/>
  </p:sldIdLst>
  <p:sldSz cx="14760575" cy="49498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EF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136" autoAdjust="0"/>
    <p:restoredTop sz="94571" autoAdjust="0"/>
  </p:normalViewPr>
  <p:slideViewPr>
    <p:cSldViewPr snapToGrid="0">
      <p:cViewPr varScale="1">
        <p:scale>
          <a:sx n="63" d="100"/>
          <a:sy n="63" d="100"/>
        </p:scale>
        <p:origin x="108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45072" y="810076"/>
            <a:ext cx="11070431" cy="1723272"/>
          </a:xfrm>
        </p:spPr>
        <p:txBody>
          <a:bodyPr anchor="b"/>
          <a:lstStyle>
            <a:lvl1pPr algn="ctr">
              <a:defRPr sz="4331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45072" y="2599804"/>
            <a:ext cx="11070431" cy="1195062"/>
          </a:xfrm>
        </p:spPr>
        <p:txBody>
          <a:bodyPr/>
          <a:lstStyle>
            <a:lvl1pPr marL="0" indent="0" algn="ctr">
              <a:buNone/>
              <a:defRPr sz="1732"/>
            </a:lvl1pPr>
            <a:lvl2pPr marL="330007" indent="0" algn="ctr">
              <a:buNone/>
              <a:defRPr sz="1444"/>
            </a:lvl2pPr>
            <a:lvl3pPr marL="660014" indent="0" algn="ctr">
              <a:buNone/>
              <a:defRPr sz="1299"/>
            </a:lvl3pPr>
            <a:lvl4pPr marL="990021" indent="0" algn="ctr">
              <a:buNone/>
              <a:defRPr sz="1155"/>
            </a:lvl4pPr>
            <a:lvl5pPr marL="1320028" indent="0" algn="ctr">
              <a:buNone/>
              <a:defRPr sz="1155"/>
            </a:lvl5pPr>
            <a:lvl6pPr marL="1650035" indent="0" algn="ctr">
              <a:buNone/>
              <a:defRPr sz="1155"/>
            </a:lvl6pPr>
            <a:lvl7pPr marL="1980042" indent="0" algn="ctr">
              <a:buNone/>
              <a:defRPr sz="1155"/>
            </a:lvl7pPr>
            <a:lvl8pPr marL="2310049" indent="0" algn="ctr">
              <a:buNone/>
              <a:defRPr sz="1155"/>
            </a:lvl8pPr>
            <a:lvl9pPr marL="2640056" indent="0" algn="ctr">
              <a:buNone/>
              <a:defRPr sz="1155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835289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634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102" y="1234020"/>
            <a:ext cx="12730996" cy="2058989"/>
          </a:xfrm>
        </p:spPr>
        <p:txBody>
          <a:bodyPr anchor="b"/>
          <a:lstStyle>
            <a:lvl1pPr>
              <a:defRPr sz="4331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7102" y="3312488"/>
            <a:ext cx="12730996" cy="1082774"/>
          </a:xfrm>
        </p:spPr>
        <p:txBody>
          <a:bodyPr/>
          <a:lstStyle>
            <a:lvl1pPr marL="0" indent="0">
              <a:buNone/>
              <a:defRPr sz="1732">
                <a:solidFill>
                  <a:schemeClr val="tx1">
                    <a:tint val="75000"/>
                  </a:schemeClr>
                </a:solidFill>
              </a:defRPr>
            </a:lvl1pPr>
            <a:lvl2pPr marL="330007" indent="0">
              <a:buNone/>
              <a:defRPr sz="1444">
                <a:solidFill>
                  <a:schemeClr val="tx1">
                    <a:tint val="75000"/>
                  </a:schemeClr>
                </a:solidFill>
              </a:defRPr>
            </a:lvl2pPr>
            <a:lvl3pPr marL="660014" indent="0">
              <a:buNone/>
              <a:defRPr sz="1299">
                <a:solidFill>
                  <a:schemeClr val="tx1">
                    <a:tint val="75000"/>
                  </a:schemeClr>
                </a:solidFill>
              </a:defRPr>
            </a:lvl3pPr>
            <a:lvl4pPr marL="990021" indent="0">
              <a:buNone/>
              <a:defRPr sz="1155">
                <a:solidFill>
                  <a:schemeClr val="tx1">
                    <a:tint val="75000"/>
                  </a:schemeClr>
                </a:solidFill>
              </a:defRPr>
            </a:lvl4pPr>
            <a:lvl5pPr marL="1320028" indent="0">
              <a:buNone/>
              <a:defRPr sz="1155">
                <a:solidFill>
                  <a:schemeClr val="tx1">
                    <a:tint val="75000"/>
                  </a:schemeClr>
                </a:solidFill>
              </a:defRPr>
            </a:lvl5pPr>
            <a:lvl6pPr marL="1650035" indent="0">
              <a:buNone/>
              <a:defRPr sz="1155">
                <a:solidFill>
                  <a:schemeClr val="tx1">
                    <a:tint val="75000"/>
                  </a:schemeClr>
                </a:solidFill>
              </a:defRPr>
            </a:lvl6pPr>
            <a:lvl7pPr marL="1980042" indent="0">
              <a:buNone/>
              <a:defRPr sz="1155">
                <a:solidFill>
                  <a:schemeClr val="tx1">
                    <a:tint val="75000"/>
                  </a:schemeClr>
                </a:solidFill>
              </a:defRPr>
            </a:lvl7pPr>
            <a:lvl8pPr marL="2310049" indent="0">
              <a:buNone/>
              <a:defRPr sz="1155">
                <a:solidFill>
                  <a:schemeClr val="tx1">
                    <a:tint val="75000"/>
                  </a:schemeClr>
                </a:solidFill>
              </a:defRPr>
            </a:lvl8pPr>
            <a:lvl9pPr marL="2640056" indent="0">
              <a:buNone/>
              <a:defRPr sz="115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24315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14790" y="1317662"/>
            <a:ext cx="6273244" cy="314061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72541" y="1317662"/>
            <a:ext cx="6273244" cy="314061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19402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712" y="263533"/>
            <a:ext cx="12730996" cy="95673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6712" y="1213395"/>
            <a:ext cx="6244415" cy="594666"/>
          </a:xfrm>
        </p:spPr>
        <p:txBody>
          <a:bodyPr anchor="b"/>
          <a:lstStyle>
            <a:lvl1pPr marL="0" indent="0">
              <a:buNone/>
              <a:defRPr sz="1732" b="1"/>
            </a:lvl1pPr>
            <a:lvl2pPr marL="330007" indent="0">
              <a:buNone/>
              <a:defRPr sz="1444" b="1"/>
            </a:lvl2pPr>
            <a:lvl3pPr marL="660014" indent="0">
              <a:buNone/>
              <a:defRPr sz="1299" b="1"/>
            </a:lvl3pPr>
            <a:lvl4pPr marL="990021" indent="0">
              <a:buNone/>
              <a:defRPr sz="1155" b="1"/>
            </a:lvl4pPr>
            <a:lvl5pPr marL="1320028" indent="0">
              <a:buNone/>
              <a:defRPr sz="1155" b="1"/>
            </a:lvl5pPr>
            <a:lvl6pPr marL="1650035" indent="0">
              <a:buNone/>
              <a:defRPr sz="1155" b="1"/>
            </a:lvl6pPr>
            <a:lvl7pPr marL="1980042" indent="0">
              <a:buNone/>
              <a:defRPr sz="1155" b="1"/>
            </a:lvl7pPr>
            <a:lvl8pPr marL="2310049" indent="0">
              <a:buNone/>
              <a:defRPr sz="1155" b="1"/>
            </a:lvl8pPr>
            <a:lvl9pPr marL="2640056" indent="0">
              <a:buNone/>
              <a:defRPr sz="1155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16712" y="1808061"/>
            <a:ext cx="6244415" cy="2659386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72541" y="1213395"/>
            <a:ext cx="6275167" cy="594666"/>
          </a:xfrm>
        </p:spPr>
        <p:txBody>
          <a:bodyPr anchor="b"/>
          <a:lstStyle>
            <a:lvl1pPr marL="0" indent="0">
              <a:buNone/>
              <a:defRPr sz="1732" b="1"/>
            </a:lvl1pPr>
            <a:lvl2pPr marL="330007" indent="0">
              <a:buNone/>
              <a:defRPr sz="1444" b="1"/>
            </a:lvl2pPr>
            <a:lvl3pPr marL="660014" indent="0">
              <a:buNone/>
              <a:defRPr sz="1299" b="1"/>
            </a:lvl3pPr>
            <a:lvl4pPr marL="990021" indent="0">
              <a:buNone/>
              <a:defRPr sz="1155" b="1"/>
            </a:lvl4pPr>
            <a:lvl5pPr marL="1320028" indent="0">
              <a:buNone/>
              <a:defRPr sz="1155" b="1"/>
            </a:lvl5pPr>
            <a:lvl6pPr marL="1650035" indent="0">
              <a:buNone/>
              <a:defRPr sz="1155" b="1"/>
            </a:lvl6pPr>
            <a:lvl7pPr marL="1980042" indent="0">
              <a:buNone/>
              <a:defRPr sz="1155" b="1"/>
            </a:lvl7pPr>
            <a:lvl8pPr marL="2310049" indent="0">
              <a:buNone/>
              <a:defRPr sz="1155" b="1"/>
            </a:lvl8pPr>
            <a:lvl9pPr marL="2640056" indent="0">
              <a:buNone/>
              <a:defRPr sz="1155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72541" y="1808061"/>
            <a:ext cx="6275167" cy="2659386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74826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71415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82943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713" y="329988"/>
            <a:ext cx="4760669" cy="1154959"/>
          </a:xfrm>
        </p:spPr>
        <p:txBody>
          <a:bodyPr anchor="b"/>
          <a:lstStyle>
            <a:lvl1pPr>
              <a:defRPr sz="231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75167" y="712683"/>
            <a:ext cx="7472541" cy="3517584"/>
          </a:xfrm>
        </p:spPr>
        <p:txBody>
          <a:bodyPr/>
          <a:lstStyle>
            <a:lvl1pPr>
              <a:defRPr sz="2310"/>
            </a:lvl1pPr>
            <a:lvl2pPr>
              <a:defRPr sz="2021"/>
            </a:lvl2pPr>
            <a:lvl3pPr>
              <a:defRPr sz="1732"/>
            </a:lvl3pPr>
            <a:lvl4pPr>
              <a:defRPr sz="1444"/>
            </a:lvl4pPr>
            <a:lvl5pPr>
              <a:defRPr sz="1444"/>
            </a:lvl5pPr>
            <a:lvl6pPr>
              <a:defRPr sz="1444"/>
            </a:lvl6pPr>
            <a:lvl7pPr>
              <a:defRPr sz="1444"/>
            </a:lvl7pPr>
            <a:lvl8pPr>
              <a:defRPr sz="1444"/>
            </a:lvl8pPr>
            <a:lvl9pPr>
              <a:defRPr sz="1444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16713" y="1484947"/>
            <a:ext cx="4760669" cy="2751049"/>
          </a:xfrm>
        </p:spPr>
        <p:txBody>
          <a:bodyPr/>
          <a:lstStyle>
            <a:lvl1pPr marL="0" indent="0">
              <a:buNone/>
              <a:defRPr sz="1155"/>
            </a:lvl1pPr>
            <a:lvl2pPr marL="330007" indent="0">
              <a:buNone/>
              <a:defRPr sz="1011"/>
            </a:lvl2pPr>
            <a:lvl3pPr marL="660014" indent="0">
              <a:buNone/>
              <a:defRPr sz="866"/>
            </a:lvl3pPr>
            <a:lvl4pPr marL="990021" indent="0">
              <a:buNone/>
              <a:defRPr sz="722"/>
            </a:lvl4pPr>
            <a:lvl5pPr marL="1320028" indent="0">
              <a:buNone/>
              <a:defRPr sz="722"/>
            </a:lvl5pPr>
            <a:lvl6pPr marL="1650035" indent="0">
              <a:buNone/>
              <a:defRPr sz="722"/>
            </a:lvl6pPr>
            <a:lvl7pPr marL="1980042" indent="0">
              <a:buNone/>
              <a:defRPr sz="722"/>
            </a:lvl7pPr>
            <a:lvl8pPr marL="2310049" indent="0">
              <a:buNone/>
              <a:defRPr sz="722"/>
            </a:lvl8pPr>
            <a:lvl9pPr marL="2640056" indent="0">
              <a:buNone/>
              <a:defRPr sz="722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73172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713" y="329988"/>
            <a:ext cx="4760669" cy="1154959"/>
          </a:xfrm>
        </p:spPr>
        <p:txBody>
          <a:bodyPr anchor="b"/>
          <a:lstStyle>
            <a:lvl1pPr>
              <a:defRPr sz="231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275167" y="712683"/>
            <a:ext cx="7472541" cy="3517584"/>
          </a:xfrm>
        </p:spPr>
        <p:txBody>
          <a:bodyPr anchor="t"/>
          <a:lstStyle>
            <a:lvl1pPr marL="0" indent="0">
              <a:buNone/>
              <a:defRPr sz="2310"/>
            </a:lvl1pPr>
            <a:lvl2pPr marL="330007" indent="0">
              <a:buNone/>
              <a:defRPr sz="2021"/>
            </a:lvl2pPr>
            <a:lvl3pPr marL="660014" indent="0">
              <a:buNone/>
              <a:defRPr sz="1732"/>
            </a:lvl3pPr>
            <a:lvl4pPr marL="990021" indent="0">
              <a:buNone/>
              <a:defRPr sz="1444"/>
            </a:lvl4pPr>
            <a:lvl5pPr marL="1320028" indent="0">
              <a:buNone/>
              <a:defRPr sz="1444"/>
            </a:lvl5pPr>
            <a:lvl6pPr marL="1650035" indent="0">
              <a:buNone/>
              <a:defRPr sz="1444"/>
            </a:lvl6pPr>
            <a:lvl7pPr marL="1980042" indent="0">
              <a:buNone/>
              <a:defRPr sz="1444"/>
            </a:lvl7pPr>
            <a:lvl8pPr marL="2310049" indent="0">
              <a:buNone/>
              <a:defRPr sz="1444"/>
            </a:lvl8pPr>
            <a:lvl9pPr marL="2640056" indent="0">
              <a:buNone/>
              <a:defRPr sz="1444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16713" y="1484947"/>
            <a:ext cx="4760669" cy="2751049"/>
          </a:xfrm>
        </p:spPr>
        <p:txBody>
          <a:bodyPr/>
          <a:lstStyle>
            <a:lvl1pPr marL="0" indent="0">
              <a:buNone/>
              <a:defRPr sz="1155"/>
            </a:lvl1pPr>
            <a:lvl2pPr marL="330007" indent="0">
              <a:buNone/>
              <a:defRPr sz="1011"/>
            </a:lvl2pPr>
            <a:lvl3pPr marL="660014" indent="0">
              <a:buNone/>
              <a:defRPr sz="866"/>
            </a:lvl3pPr>
            <a:lvl4pPr marL="990021" indent="0">
              <a:buNone/>
              <a:defRPr sz="722"/>
            </a:lvl4pPr>
            <a:lvl5pPr marL="1320028" indent="0">
              <a:buNone/>
              <a:defRPr sz="722"/>
            </a:lvl5pPr>
            <a:lvl6pPr marL="1650035" indent="0">
              <a:buNone/>
              <a:defRPr sz="722"/>
            </a:lvl6pPr>
            <a:lvl7pPr marL="1980042" indent="0">
              <a:buNone/>
              <a:defRPr sz="722"/>
            </a:lvl7pPr>
            <a:lvl8pPr marL="2310049" indent="0">
              <a:buNone/>
              <a:defRPr sz="722"/>
            </a:lvl8pPr>
            <a:lvl9pPr marL="2640056" indent="0">
              <a:buNone/>
              <a:defRPr sz="722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57199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67088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563036" y="263532"/>
            <a:ext cx="3182749" cy="419474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14789" y="263532"/>
            <a:ext cx="9363740" cy="419474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6568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14790" y="263533"/>
            <a:ext cx="12730996" cy="9567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4790" y="1317662"/>
            <a:ext cx="12730996" cy="31406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14790" y="4587755"/>
            <a:ext cx="3321129" cy="2635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6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C44D4F-D6DB-48D1-8C0A-431A4767C007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89441" y="4587755"/>
            <a:ext cx="4981694" cy="2635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6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24656" y="4587755"/>
            <a:ext cx="3321129" cy="2635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6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17940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660014" rtl="0" eaLnBrk="1" latinLnBrk="0" hangingPunct="1">
        <a:lnSpc>
          <a:spcPct val="90000"/>
        </a:lnSpc>
        <a:spcBef>
          <a:spcPct val="0"/>
        </a:spcBef>
        <a:buNone/>
        <a:defRPr sz="317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5003" indent="-165003" algn="l" defTabSz="660014" rtl="0" eaLnBrk="1" latinLnBrk="0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021" kern="1200">
          <a:solidFill>
            <a:schemeClr val="tx1"/>
          </a:solidFill>
          <a:latin typeface="+mn-lt"/>
          <a:ea typeface="+mn-ea"/>
          <a:cs typeface="+mn-cs"/>
        </a:defRPr>
      </a:lvl1pPr>
      <a:lvl2pPr marL="495010" indent="-165003" algn="l" defTabSz="660014" rtl="0" eaLnBrk="1" latinLnBrk="0" hangingPunct="1">
        <a:lnSpc>
          <a:spcPct val="90000"/>
        </a:lnSpc>
        <a:spcBef>
          <a:spcPts val="361"/>
        </a:spcBef>
        <a:buFont typeface="Arial" panose="020B0604020202020204" pitchFamily="34" charset="0"/>
        <a:buChar char="•"/>
        <a:defRPr sz="1732" kern="1200">
          <a:solidFill>
            <a:schemeClr val="tx1"/>
          </a:solidFill>
          <a:latin typeface="+mn-lt"/>
          <a:ea typeface="+mn-ea"/>
          <a:cs typeface="+mn-cs"/>
        </a:defRPr>
      </a:lvl2pPr>
      <a:lvl3pPr marL="825017" indent="-165003" algn="l" defTabSz="660014" rtl="0" eaLnBrk="1" latinLnBrk="0" hangingPunct="1">
        <a:lnSpc>
          <a:spcPct val="90000"/>
        </a:lnSpc>
        <a:spcBef>
          <a:spcPts val="361"/>
        </a:spcBef>
        <a:buFont typeface="Arial" panose="020B0604020202020204" pitchFamily="34" charset="0"/>
        <a:buChar char="•"/>
        <a:defRPr sz="1444" kern="1200">
          <a:solidFill>
            <a:schemeClr val="tx1"/>
          </a:solidFill>
          <a:latin typeface="+mn-lt"/>
          <a:ea typeface="+mn-ea"/>
          <a:cs typeface="+mn-cs"/>
        </a:defRPr>
      </a:lvl3pPr>
      <a:lvl4pPr marL="1155024" indent="-165003" algn="l" defTabSz="660014" rtl="0" eaLnBrk="1" latinLnBrk="0" hangingPunct="1">
        <a:lnSpc>
          <a:spcPct val="90000"/>
        </a:lnSpc>
        <a:spcBef>
          <a:spcPts val="361"/>
        </a:spcBef>
        <a:buFont typeface="Arial" panose="020B0604020202020204" pitchFamily="34" charset="0"/>
        <a:buChar char="•"/>
        <a:defRPr sz="1299" kern="1200">
          <a:solidFill>
            <a:schemeClr val="tx1"/>
          </a:solidFill>
          <a:latin typeface="+mn-lt"/>
          <a:ea typeface="+mn-ea"/>
          <a:cs typeface="+mn-cs"/>
        </a:defRPr>
      </a:lvl4pPr>
      <a:lvl5pPr marL="1485031" indent="-165003" algn="l" defTabSz="660014" rtl="0" eaLnBrk="1" latinLnBrk="0" hangingPunct="1">
        <a:lnSpc>
          <a:spcPct val="90000"/>
        </a:lnSpc>
        <a:spcBef>
          <a:spcPts val="361"/>
        </a:spcBef>
        <a:buFont typeface="Arial" panose="020B0604020202020204" pitchFamily="34" charset="0"/>
        <a:buChar char="•"/>
        <a:defRPr sz="1299" kern="1200">
          <a:solidFill>
            <a:schemeClr val="tx1"/>
          </a:solidFill>
          <a:latin typeface="+mn-lt"/>
          <a:ea typeface="+mn-ea"/>
          <a:cs typeface="+mn-cs"/>
        </a:defRPr>
      </a:lvl5pPr>
      <a:lvl6pPr marL="1815038" indent="-165003" algn="l" defTabSz="660014" rtl="0" eaLnBrk="1" latinLnBrk="0" hangingPunct="1">
        <a:lnSpc>
          <a:spcPct val="90000"/>
        </a:lnSpc>
        <a:spcBef>
          <a:spcPts val="361"/>
        </a:spcBef>
        <a:buFont typeface="Arial" panose="020B0604020202020204" pitchFamily="34" charset="0"/>
        <a:buChar char="•"/>
        <a:defRPr sz="1299" kern="1200">
          <a:solidFill>
            <a:schemeClr val="tx1"/>
          </a:solidFill>
          <a:latin typeface="+mn-lt"/>
          <a:ea typeface="+mn-ea"/>
          <a:cs typeface="+mn-cs"/>
        </a:defRPr>
      </a:lvl6pPr>
      <a:lvl7pPr marL="2145045" indent="-165003" algn="l" defTabSz="660014" rtl="0" eaLnBrk="1" latinLnBrk="0" hangingPunct="1">
        <a:lnSpc>
          <a:spcPct val="90000"/>
        </a:lnSpc>
        <a:spcBef>
          <a:spcPts val="361"/>
        </a:spcBef>
        <a:buFont typeface="Arial" panose="020B0604020202020204" pitchFamily="34" charset="0"/>
        <a:buChar char="•"/>
        <a:defRPr sz="1299" kern="1200">
          <a:solidFill>
            <a:schemeClr val="tx1"/>
          </a:solidFill>
          <a:latin typeface="+mn-lt"/>
          <a:ea typeface="+mn-ea"/>
          <a:cs typeface="+mn-cs"/>
        </a:defRPr>
      </a:lvl7pPr>
      <a:lvl8pPr marL="2475052" indent="-165003" algn="l" defTabSz="660014" rtl="0" eaLnBrk="1" latinLnBrk="0" hangingPunct="1">
        <a:lnSpc>
          <a:spcPct val="90000"/>
        </a:lnSpc>
        <a:spcBef>
          <a:spcPts val="361"/>
        </a:spcBef>
        <a:buFont typeface="Arial" panose="020B0604020202020204" pitchFamily="34" charset="0"/>
        <a:buChar char="•"/>
        <a:defRPr sz="1299" kern="1200">
          <a:solidFill>
            <a:schemeClr val="tx1"/>
          </a:solidFill>
          <a:latin typeface="+mn-lt"/>
          <a:ea typeface="+mn-ea"/>
          <a:cs typeface="+mn-cs"/>
        </a:defRPr>
      </a:lvl8pPr>
      <a:lvl9pPr marL="2805059" indent="-165003" algn="l" defTabSz="660014" rtl="0" eaLnBrk="1" latinLnBrk="0" hangingPunct="1">
        <a:lnSpc>
          <a:spcPct val="90000"/>
        </a:lnSpc>
        <a:spcBef>
          <a:spcPts val="361"/>
        </a:spcBef>
        <a:buFont typeface="Arial" panose="020B0604020202020204" pitchFamily="34" charset="0"/>
        <a:buChar char="•"/>
        <a:defRPr sz="12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60014" rtl="0" eaLnBrk="1" latinLnBrk="0" hangingPunct="1">
        <a:defRPr sz="1299" kern="1200">
          <a:solidFill>
            <a:schemeClr val="tx1"/>
          </a:solidFill>
          <a:latin typeface="+mn-lt"/>
          <a:ea typeface="+mn-ea"/>
          <a:cs typeface="+mn-cs"/>
        </a:defRPr>
      </a:lvl1pPr>
      <a:lvl2pPr marL="330007" algn="l" defTabSz="660014" rtl="0" eaLnBrk="1" latinLnBrk="0" hangingPunct="1">
        <a:defRPr sz="1299" kern="1200">
          <a:solidFill>
            <a:schemeClr val="tx1"/>
          </a:solidFill>
          <a:latin typeface="+mn-lt"/>
          <a:ea typeface="+mn-ea"/>
          <a:cs typeface="+mn-cs"/>
        </a:defRPr>
      </a:lvl2pPr>
      <a:lvl3pPr marL="660014" algn="l" defTabSz="660014" rtl="0" eaLnBrk="1" latinLnBrk="0" hangingPunct="1">
        <a:defRPr sz="1299" kern="1200">
          <a:solidFill>
            <a:schemeClr val="tx1"/>
          </a:solidFill>
          <a:latin typeface="+mn-lt"/>
          <a:ea typeface="+mn-ea"/>
          <a:cs typeface="+mn-cs"/>
        </a:defRPr>
      </a:lvl3pPr>
      <a:lvl4pPr marL="990021" algn="l" defTabSz="660014" rtl="0" eaLnBrk="1" latinLnBrk="0" hangingPunct="1">
        <a:defRPr sz="1299" kern="1200">
          <a:solidFill>
            <a:schemeClr val="tx1"/>
          </a:solidFill>
          <a:latin typeface="+mn-lt"/>
          <a:ea typeface="+mn-ea"/>
          <a:cs typeface="+mn-cs"/>
        </a:defRPr>
      </a:lvl4pPr>
      <a:lvl5pPr marL="1320028" algn="l" defTabSz="660014" rtl="0" eaLnBrk="1" latinLnBrk="0" hangingPunct="1">
        <a:defRPr sz="1299" kern="1200">
          <a:solidFill>
            <a:schemeClr val="tx1"/>
          </a:solidFill>
          <a:latin typeface="+mn-lt"/>
          <a:ea typeface="+mn-ea"/>
          <a:cs typeface="+mn-cs"/>
        </a:defRPr>
      </a:lvl5pPr>
      <a:lvl6pPr marL="1650035" algn="l" defTabSz="660014" rtl="0" eaLnBrk="1" latinLnBrk="0" hangingPunct="1">
        <a:defRPr sz="1299" kern="1200">
          <a:solidFill>
            <a:schemeClr val="tx1"/>
          </a:solidFill>
          <a:latin typeface="+mn-lt"/>
          <a:ea typeface="+mn-ea"/>
          <a:cs typeface="+mn-cs"/>
        </a:defRPr>
      </a:lvl6pPr>
      <a:lvl7pPr marL="1980042" algn="l" defTabSz="660014" rtl="0" eaLnBrk="1" latinLnBrk="0" hangingPunct="1">
        <a:defRPr sz="1299" kern="1200">
          <a:solidFill>
            <a:schemeClr val="tx1"/>
          </a:solidFill>
          <a:latin typeface="+mn-lt"/>
          <a:ea typeface="+mn-ea"/>
          <a:cs typeface="+mn-cs"/>
        </a:defRPr>
      </a:lvl7pPr>
      <a:lvl8pPr marL="2310049" algn="l" defTabSz="660014" rtl="0" eaLnBrk="1" latinLnBrk="0" hangingPunct="1">
        <a:defRPr sz="1299" kern="1200">
          <a:solidFill>
            <a:schemeClr val="tx1"/>
          </a:solidFill>
          <a:latin typeface="+mn-lt"/>
          <a:ea typeface="+mn-ea"/>
          <a:cs typeface="+mn-cs"/>
        </a:defRPr>
      </a:lvl8pPr>
      <a:lvl9pPr marL="2640056" algn="l" defTabSz="660014" rtl="0" eaLnBrk="1" latinLnBrk="0" hangingPunct="1">
        <a:defRPr sz="12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28.png"/><Relationship Id="rId3" Type="http://schemas.openxmlformats.org/officeDocument/2006/relationships/image" Target="../media/image2.png"/><Relationship Id="rId21" Type="http://schemas.openxmlformats.org/officeDocument/2006/relationships/image" Target="../media/image31.png"/><Relationship Id="rId7" Type="http://schemas.openxmlformats.org/officeDocument/2006/relationships/image" Target="../media/image6.png"/><Relationship Id="rId12" Type="http://schemas.openxmlformats.org/officeDocument/2006/relationships/image" Target="../media/image27.png"/><Relationship Id="rId17" Type="http://schemas.openxmlformats.org/officeDocument/2006/relationships/image" Target="../media/image16.png"/><Relationship Id="rId25" Type="http://schemas.openxmlformats.org/officeDocument/2006/relationships/image" Target="../media/image34.png"/><Relationship Id="rId2" Type="http://schemas.openxmlformats.org/officeDocument/2006/relationships/image" Target="../media/image24.png"/><Relationship Id="rId16" Type="http://schemas.openxmlformats.org/officeDocument/2006/relationships/image" Target="../media/image15.png"/><Relationship Id="rId20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26.png"/><Relationship Id="rId24" Type="http://schemas.openxmlformats.org/officeDocument/2006/relationships/image" Target="../media/image33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32.png"/><Relationship Id="rId10" Type="http://schemas.openxmlformats.org/officeDocument/2006/relationships/image" Target="../media/image9.png"/><Relationship Id="rId19" Type="http://schemas.openxmlformats.org/officeDocument/2006/relationships/image" Target="../media/image29.png"/><Relationship Id="rId4" Type="http://schemas.openxmlformats.org/officeDocument/2006/relationships/image" Target="../media/image3.png"/><Relationship Id="rId9" Type="http://schemas.openxmlformats.org/officeDocument/2006/relationships/image" Target="../media/image25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38.png"/><Relationship Id="rId3" Type="http://schemas.openxmlformats.org/officeDocument/2006/relationships/image" Target="../media/image2.png"/><Relationship Id="rId21" Type="http://schemas.openxmlformats.org/officeDocument/2006/relationships/image" Target="../media/image41.png"/><Relationship Id="rId7" Type="http://schemas.openxmlformats.org/officeDocument/2006/relationships/image" Target="../media/image6.png"/><Relationship Id="rId12" Type="http://schemas.openxmlformats.org/officeDocument/2006/relationships/image" Target="../media/image27.png"/><Relationship Id="rId17" Type="http://schemas.openxmlformats.org/officeDocument/2006/relationships/image" Target="../media/image16.png"/><Relationship Id="rId2" Type="http://schemas.openxmlformats.org/officeDocument/2006/relationships/image" Target="../media/image35.png"/><Relationship Id="rId16" Type="http://schemas.openxmlformats.org/officeDocument/2006/relationships/image" Target="../media/image15.png"/><Relationship Id="rId20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37.png"/><Relationship Id="rId24" Type="http://schemas.openxmlformats.org/officeDocument/2006/relationships/image" Target="../media/image44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43.png"/><Relationship Id="rId10" Type="http://schemas.openxmlformats.org/officeDocument/2006/relationships/image" Target="../media/image9.png"/><Relationship Id="rId19" Type="http://schemas.openxmlformats.org/officeDocument/2006/relationships/image" Target="../media/image39.png"/><Relationship Id="rId4" Type="http://schemas.openxmlformats.org/officeDocument/2006/relationships/image" Target="../media/image3.png"/><Relationship Id="rId9" Type="http://schemas.openxmlformats.org/officeDocument/2006/relationships/image" Target="../media/image36.png"/><Relationship Id="rId14" Type="http://schemas.openxmlformats.org/officeDocument/2006/relationships/image" Target="../media/image13.png"/><Relationship Id="rId22" Type="http://schemas.openxmlformats.org/officeDocument/2006/relationships/image" Target="../media/image4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37.png"/><Relationship Id="rId18" Type="http://schemas.openxmlformats.org/officeDocument/2006/relationships/image" Target="../media/image15.png"/><Relationship Id="rId26" Type="http://schemas.openxmlformats.org/officeDocument/2006/relationships/image" Target="../media/image50.png"/><Relationship Id="rId3" Type="http://schemas.openxmlformats.org/officeDocument/2006/relationships/image" Target="../media/image46.png"/><Relationship Id="rId21" Type="http://schemas.openxmlformats.org/officeDocument/2006/relationships/image" Target="../media/image47.png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5" Type="http://schemas.openxmlformats.org/officeDocument/2006/relationships/image" Target="../media/image49.png"/><Relationship Id="rId2" Type="http://schemas.openxmlformats.org/officeDocument/2006/relationships/image" Target="../media/image45.png"/><Relationship Id="rId16" Type="http://schemas.openxmlformats.org/officeDocument/2006/relationships/image" Target="../media/image13.png"/><Relationship Id="rId20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23" Type="http://schemas.openxmlformats.org/officeDocument/2006/relationships/image" Target="../media/image20.pn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4" Type="http://schemas.openxmlformats.org/officeDocument/2006/relationships/image" Target="../media/image35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Relationship Id="rId22" Type="http://schemas.openxmlformats.org/officeDocument/2006/relationships/image" Target="../media/image48.png"/></Relationships>
</file>

<file path=ppt/slides/_rels/slide5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.png"/><Relationship Id="rId21" Type="http://schemas.openxmlformats.org/officeDocument/2006/relationships/image" Target="../media/image66.png"/><Relationship Id="rId34" Type="http://schemas.openxmlformats.org/officeDocument/2006/relationships/image" Target="../media/image75.png"/><Relationship Id="rId42" Type="http://schemas.openxmlformats.org/officeDocument/2006/relationships/image" Target="../media/image83.png"/><Relationship Id="rId47" Type="http://schemas.openxmlformats.org/officeDocument/2006/relationships/image" Target="../media/image85.png"/><Relationship Id="rId50" Type="http://schemas.openxmlformats.org/officeDocument/2006/relationships/image" Target="../media/image88.png"/><Relationship Id="rId55" Type="http://schemas.openxmlformats.org/officeDocument/2006/relationships/image" Target="../media/image93.png"/><Relationship Id="rId63" Type="http://schemas.openxmlformats.org/officeDocument/2006/relationships/image" Target="../media/image98.png"/><Relationship Id="rId68" Type="http://schemas.openxmlformats.org/officeDocument/2006/relationships/image" Target="../media/image44.png"/><Relationship Id="rId7" Type="http://schemas.openxmlformats.org/officeDocument/2006/relationships/image" Target="../media/image52.png"/><Relationship Id="rId2" Type="http://schemas.openxmlformats.org/officeDocument/2006/relationships/image" Target="../media/image45.png"/><Relationship Id="rId16" Type="http://schemas.openxmlformats.org/officeDocument/2006/relationships/image" Target="../media/image61.png"/><Relationship Id="rId29" Type="http://schemas.openxmlformats.org/officeDocument/2006/relationships/image" Target="../media/image70.png"/><Relationship Id="rId11" Type="http://schemas.openxmlformats.org/officeDocument/2006/relationships/image" Target="../media/image56.png"/><Relationship Id="rId24" Type="http://schemas.openxmlformats.org/officeDocument/2006/relationships/image" Target="../media/image49.png"/><Relationship Id="rId32" Type="http://schemas.openxmlformats.org/officeDocument/2006/relationships/image" Target="../media/image73.png"/><Relationship Id="rId37" Type="http://schemas.openxmlformats.org/officeDocument/2006/relationships/image" Target="../media/image78.png"/><Relationship Id="rId40" Type="http://schemas.openxmlformats.org/officeDocument/2006/relationships/image" Target="../media/image81.png"/><Relationship Id="rId45" Type="http://schemas.openxmlformats.org/officeDocument/2006/relationships/image" Target="../media/image23.png"/><Relationship Id="rId53" Type="http://schemas.openxmlformats.org/officeDocument/2006/relationships/image" Target="../media/image91.png"/><Relationship Id="rId58" Type="http://schemas.openxmlformats.org/officeDocument/2006/relationships/image" Target="../media/image32.png"/><Relationship Id="rId66" Type="http://schemas.openxmlformats.org/officeDocument/2006/relationships/image" Target="../media/image42.png"/><Relationship Id="rId5" Type="http://schemas.openxmlformats.org/officeDocument/2006/relationships/image" Target="../media/image2.png"/><Relationship Id="rId61" Type="http://schemas.openxmlformats.org/officeDocument/2006/relationships/image" Target="../media/image96.png"/><Relationship Id="rId19" Type="http://schemas.openxmlformats.org/officeDocument/2006/relationships/image" Target="../media/image64.png"/><Relationship Id="rId14" Type="http://schemas.openxmlformats.org/officeDocument/2006/relationships/image" Target="../media/image59.png"/><Relationship Id="rId22" Type="http://schemas.openxmlformats.org/officeDocument/2006/relationships/image" Target="../media/image67.png"/><Relationship Id="rId27" Type="http://schemas.openxmlformats.org/officeDocument/2006/relationships/image" Target="../media/image68.png"/><Relationship Id="rId30" Type="http://schemas.openxmlformats.org/officeDocument/2006/relationships/image" Target="../media/image71.png"/><Relationship Id="rId35" Type="http://schemas.openxmlformats.org/officeDocument/2006/relationships/image" Target="../media/image76.png"/><Relationship Id="rId43" Type="http://schemas.openxmlformats.org/officeDocument/2006/relationships/image" Target="../media/image84.png"/><Relationship Id="rId48" Type="http://schemas.openxmlformats.org/officeDocument/2006/relationships/image" Target="../media/image86.png"/><Relationship Id="rId56" Type="http://schemas.openxmlformats.org/officeDocument/2006/relationships/image" Target="../media/image94.png"/><Relationship Id="rId64" Type="http://schemas.openxmlformats.org/officeDocument/2006/relationships/image" Target="../media/image99.png"/><Relationship Id="rId8" Type="http://schemas.openxmlformats.org/officeDocument/2006/relationships/image" Target="../media/image53.png"/><Relationship Id="rId51" Type="http://schemas.openxmlformats.org/officeDocument/2006/relationships/image" Target="../media/image89.png"/><Relationship Id="rId3" Type="http://schemas.openxmlformats.org/officeDocument/2006/relationships/image" Target="../media/image46.png"/><Relationship Id="rId12" Type="http://schemas.openxmlformats.org/officeDocument/2006/relationships/image" Target="../media/image57.png"/><Relationship Id="rId17" Type="http://schemas.openxmlformats.org/officeDocument/2006/relationships/image" Target="../media/image62.png"/><Relationship Id="rId25" Type="http://schemas.openxmlformats.org/officeDocument/2006/relationships/image" Target="../media/image50.png"/><Relationship Id="rId33" Type="http://schemas.openxmlformats.org/officeDocument/2006/relationships/image" Target="../media/image74.png"/><Relationship Id="rId38" Type="http://schemas.openxmlformats.org/officeDocument/2006/relationships/image" Target="../media/image79.png"/><Relationship Id="rId46" Type="http://schemas.openxmlformats.org/officeDocument/2006/relationships/image" Target="../media/image24.png"/><Relationship Id="rId59" Type="http://schemas.openxmlformats.org/officeDocument/2006/relationships/image" Target="../media/image33.png"/><Relationship Id="rId67" Type="http://schemas.openxmlformats.org/officeDocument/2006/relationships/image" Target="../media/image43.png"/><Relationship Id="rId20" Type="http://schemas.openxmlformats.org/officeDocument/2006/relationships/image" Target="../media/image65.png"/><Relationship Id="rId41" Type="http://schemas.openxmlformats.org/officeDocument/2006/relationships/image" Target="../media/image82.png"/><Relationship Id="rId54" Type="http://schemas.openxmlformats.org/officeDocument/2006/relationships/image" Target="../media/image92.png"/><Relationship Id="rId62" Type="http://schemas.openxmlformats.org/officeDocument/2006/relationships/image" Target="../media/image9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15" Type="http://schemas.openxmlformats.org/officeDocument/2006/relationships/image" Target="../media/image60.png"/><Relationship Id="rId23" Type="http://schemas.openxmlformats.org/officeDocument/2006/relationships/image" Target="../media/image21.png"/><Relationship Id="rId28" Type="http://schemas.openxmlformats.org/officeDocument/2006/relationships/image" Target="../media/image69.png"/><Relationship Id="rId36" Type="http://schemas.openxmlformats.org/officeDocument/2006/relationships/image" Target="../media/image77.png"/><Relationship Id="rId49" Type="http://schemas.openxmlformats.org/officeDocument/2006/relationships/image" Target="../media/image87.png"/><Relationship Id="rId57" Type="http://schemas.openxmlformats.org/officeDocument/2006/relationships/image" Target="../media/image95.png"/><Relationship Id="rId10" Type="http://schemas.openxmlformats.org/officeDocument/2006/relationships/image" Target="../media/image55.png"/><Relationship Id="rId31" Type="http://schemas.openxmlformats.org/officeDocument/2006/relationships/image" Target="../media/image72.png"/><Relationship Id="rId44" Type="http://schemas.openxmlformats.org/officeDocument/2006/relationships/image" Target="../media/image22.png"/><Relationship Id="rId52" Type="http://schemas.openxmlformats.org/officeDocument/2006/relationships/image" Target="../media/image90.png"/><Relationship Id="rId60" Type="http://schemas.openxmlformats.org/officeDocument/2006/relationships/image" Target="../media/image34.png"/><Relationship Id="rId65" Type="http://schemas.openxmlformats.org/officeDocument/2006/relationships/image" Target="../media/image100.png"/><Relationship Id="rId4" Type="http://schemas.openxmlformats.org/officeDocument/2006/relationships/image" Target="../media/image35.png"/><Relationship Id="rId9" Type="http://schemas.openxmlformats.org/officeDocument/2006/relationships/image" Target="../media/image54.png"/><Relationship Id="rId13" Type="http://schemas.openxmlformats.org/officeDocument/2006/relationships/image" Target="../media/image58.png"/><Relationship Id="rId18" Type="http://schemas.openxmlformats.org/officeDocument/2006/relationships/image" Target="../media/image63.png"/><Relationship Id="rId39" Type="http://schemas.openxmlformats.org/officeDocument/2006/relationships/image" Target="../media/image8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0A201059-CBEA-450E-A194-C87A6FD41662}"/>
              </a:ext>
            </a:extLst>
          </p:cNvPr>
          <p:cNvSpPr/>
          <p:nvPr/>
        </p:nvSpPr>
        <p:spPr>
          <a:xfrm>
            <a:off x="3772165" y="-1857577"/>
            <a:ext cx="7831307" cy="967637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64892" tIns="32448" rIns="64892" bIns="324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278" dirty="0"/>
          </a:p>
        </p:txBody>
      </p:sp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67474C67-3A3E-4AFD-AF09-98F405C88E92}"/>
              </a:ext>
            </a:extLst>
          </p:cNvPr>
          <p:cNvCxnSpPr>
            <a:cxnSpLocks/>
          </p:cNvCxnSpPr>
          <p:nvPr/>
        </p:nvCxnSpPr>
        <p:spPr>
          <a:xfrm>
            <a:off x="7981648" y="3732298"/>
            <a:ext cx="738029" cy="1032087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5" name="直線接點 64">
            <a:extLst>
              <a:ext uri="{FF2B5EF4-FFF2-40B4-BE49-F238E27FC236}">
                <a16:creationId xmlns:a16="http://schemas.microsoft.com/office/drawing/2014/main" id="{F8FE3D84-0E2C-401B-B87D-883B6B27A668}"/>
              </a:ext>
            </a:extLst>
          </p:cNvPr>
          <p:cNvCxnSpPr>
            <a:cxnSpLocks/>
          </p:cNvCxnSpPr>
          <p:nvPr/>
        </p:nvCxnSpPr>
        <p:spPr>
          <a:xfrm>
            <a:off x="5931583" y="1487980"/>
            <a:ext cx="857207" cy="1224764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6" name="直線接點 65">
            <a:extLst>
              <a:ext uri="{FF2B5EF4-FFF2-40B4-BE49-F238E27FC236}">
                <a16:creationId xmlns:a16="http://schemas.microsoft.com/office/drawing/2014/main" id="{6029F8B7-280E-4D69-8E33-039F171CA7F7}"/>
              </a:ext>
            </a:extLst>
          </p:cNvPr>
          <p:cNvCxnSpPr>
            <a:cxnSpLocks/>
          </p:cNvCxnSpPr>
          <p:nvPr/>
        </p:nvCxnSpPr>
        <p:spPr>
          <a:xfrm flipH="1">
            <a:off x="5890567" y="3237779"/>
            <a:ext cx="301757" cy="699543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7" name="直線接點 66">
            <a:extLst>
              <a:ext uri="{FF2B5EF4-FFF2-40B4-BE49-F238E27FC236}">
                <a16:creationId xmlns:a16="http://schemas.microsoft.com/office/drawing/2014/main" id="{42AAC6EA-C116-4DC8-86F0-2F2116BE174F}"/>
              </a:ext>
            </a:extLst>
          </p:cNvPr>
          <p:cNvCxnSpPr>
            <a:cxnSpLocks/>
          </p:cNvCxnSpPr>
          <p:nvPr/>
        </p:nvCxnSpPr>
        <p:spPr>
          <a:xfrm flipV="1">
            <a:off x="8521517" y="2548510"/>
            <a:ext cx="225511" cy="479927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89" name="圖片 88">
            <a:extLst>
              <a:ext uri="{FF2B5EF4-FFF2-40B4-BE49-F238E27FC236}">
                <a16:creationId xmlns:a16="http://schemas.microsoft.com/office/drawing/2014/main" id="{A754C8C1-6812-423C-80DE-0B9597F09EB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1606"/>
          <a:stretch/>
        </p:blipFill>
        <p:spPr>
          <a:xfrm>
            <a:off x="6371344" y="-1133216"/>
            <a:ext cx="1849493" cy="1834775"/>
          </a:xfrm>
          <a:prstGeom prst="rect">
            <a:avLst/>
          </a:prstGeom>
        </p:spPr>
      </p:pic>
      <p:pic>
        <p:nvPicPr>
          <p:cNvPr id="69" name="圖片 68">
            <a:extLst>
              <a:ext uri="{FF2B5EF4-FFF2-40B4-BE49-F238E27FC236}">
                <a16:creationId xmlns:a16="http://schemas.microsoft.com/office/drawing/2014/main" id="{8708A4BB-0E45-4642-B697-9316736AD31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952" t="70186" r="4524" b="8575"/>
          <a:stretch/>
        </p:blipFill>
        <p:spPr>
          <a:xfrm>
            <a:off x="8354096" y="-1092212"/>
            <a:ext cx="507393" cy="195953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/>
              <p:nvPr/>
            </p:nvSpPr>
            <p:spPr>
              <a:xfrm>
                <a:off x="7197528" y="154644"/>
                <a:ext cx="578958" cy="4794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516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516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2516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516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2516" dirty="0"/>
              </a:p>
            </p:txBody>
          </p:sp>
        </mc:Choice>
        <mc:Fallback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7528" y="154644"/>
                <a:ext cx="578958" cy="479490"/>
              </a:xfrm>
              <a:prstGeom prst="rect">
                <a:avLst/>
              </a:prstGeom>
              <a:blipFill>
                <a:blip r:embed="rId4"/>
                <a:stretch>
                  <a:fillRect l="-3158" r="-53684" b="-139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群組 27">
            <a:extLst>
              <a:ext uri="{FF2B5EF4-FFF2-40B4-BE49-F238E27FC236}">
                <a16:creationId xmlns:a16="http://schemas.microsoft.com/office/drawing/2014/main" id="{C3F8E30C-C74A-4632-B3C8-0D4CFB5D6435}"/>
              </a:ext>
            </a:extLst>
          </p:cNvPr>
          <p:cNvGrpSpPr/>
          <p:nvPr/>
        </p:nvGrpSpPr>
        <p:grpSpPr>
          <a:xfrm>
            <a:off x="7298159" y="-205194"/>
            <a:ext cx="108731" cy="104303"/>
            <a:chOff x="1373392" y="2391862"/>
            <a:chExt cx="479433" cy="476535"/>
          </a:xfrm>
        </p:grpSpPr>
        <p:sp>
          <p:nvSpPr>
            <p:cNvPr id="31" name="箭號: 向右 30">
              <a:extLst>
                <a:ext uri="{FF2B5EF4-FFF2-40B4-BE49-F238E27FC236}">
                  <a16:creationId xmlns:a16="http://schemas.microsoft.com/office/drawing/2014/main" id="{B6AFF9D7-1B74-440F-BF11-8C692687B663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516">
                <a:solidFill>
                  <a:schemeClr val="bg1"/>
                </a:solidFill>
              </a:endParaRPr>
            </a:p>
          </p:txBody>
        </p:sp>
        <p:sp>
          <p:nvSpPr>
            <p:cNvPr id="32" name="箭號: 向右 31">
              <a:extLst>
                <a:ext uri="{FF2B5EF4-FFF2-40B4-BE49-F238E27FC236}">
                  <a16:creationId xmlns:a16="http://schemas.microsoft.com/office/drawing/2014/main" id="{0E7FD6CF-F2EF-42AA-8939-4954838FEF2F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516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/>
              <p:nvPr/>
            </p:nvSpPr>
            <p:spPr>
              <a:xfrm>
                <a:off x="7030791" y="-729302"/>
                <a:ext cx="392950" cy="4883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385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385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385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385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791" y="-729302"/>
                <a:ext cx="392950" cy="488339"/>
              </a:xfrm>
              <a:prstGeom prst="rect">
                <a:avLst/>
              </a:prstGeom>
              <a:blipFill>
                <a:blip r:embed="rId5"/>
                <a:stretch>
                  <a:fillRect l="-10769" r="-27692" b="-7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/>
              <p:nvPr/>
            </p:nvSpPr>
            <p:spPr>
              <a:xfrm>
                <a:off x="7312374" y="-435053"/>
                <a:ext cx="321295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385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385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385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385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2374" y="-435053"/>
                <a:ext cx="321295" cy="459357"/>
              </a:xfrm>
              <a:prstGeom prst="rect">
                <a:avLst/>
              </a:prstGeom>
              <a:blipFill>
                <a:blip r:embed="rId6"/>
                <a:stretch>
                  <a:fillRect l="-13462" r="-50000" b="-1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/>
              <p:nvPr/>
            </p:nvSpPr>
            <p:spPr>
              <a:xfrm>
                <a:off x="8162580" y="354699"/>
                <a:ext cx="439386" cy="4215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2139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2139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2139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2139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2139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2580" y="354699"/>
                <a:ext cx="439386" cy="421526"/>
              </a:xfrm>
              <a:prstGeom prst="rect">
                <a:avLst/>
              </a:prstGeom>
              <a:blipFill>
                <a:blip r:embed="rId7"/>
                <a:stretch>
                  <a:fillRect r="-2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/>
              <p:nvPr/>
            </p:nvSpPr>
            <p:spPr>
              <a:xfrm>
                <a:off x="6271083" y="692640"/>
                <a:ext cx="2330884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2385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2385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2385" dirty="0"/>
              </a:p>
            </p:txBody>
          </p:sp>
        </mc:Choice>
        <mc:Fallback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1083" y="692640"/>
                <a:ext cx="2330884" cy="459357"/>
              </a:xfrm>
              <a:prstGeom prst="rect">
                <a:avLst/>
              </a:prstGeom>
              <a:blipFill>
                <a:blip r:embed="rId8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/>
              <p:nvPr/>
            </p:nvSpPr>
            <p:spPr>
              <a:xfrm>
                <a:off x="3813932" y="5152285"/>
                <a:ext cx="2369563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2385" dirty="0"/>
              </a:p>
            </p:txBody>
          </p:sp>
        </mc:Choice>
        <mc:Fallback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3932" y="5152285"/>
                <a:ext cx="2369563" cy="459357"/>
              </a:xfrm>
              <a:prstGeom prst="rect">
                <a:avLst/>
              </a:prstGeom>
              <a:blipFill>
                <a:blip r:embed="rId9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/>
              <p:nvPr/>
            </p:nvSpPr>
            <p:spPr>
              <a:xfrm>
                <a:off x="6254721" y="6413497"/>
                <a:ext cx="2199636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2385" dirty="0"/>
              </a:p>
            </p:txBody>
          </p:sp>
        </mc:Choice>
        <mc:Fallback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4721" y="6413497"/>
                <a:ext cx="2199636" cy="45935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/>
              <p:nvPr/>
            </p:nvSpPr>
            <p:spPr>
              <a:xfrm>
                <a:off x="6714239" y="4368846"/>
                <a:ext cx="1211351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385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2385" dirty="0"/>
              </a:p>
            </p:txBody>
          </p:sp>
        </mc:Choice>
        <mc:Fallback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4239" y="4368846"/>
                <a:ext cx="1211351" cy="459357"/>
              </a:xfrm>
              <a:prstGeom prst="rect">
                <a:avLst/>
              </a:prstGeom>
              <a:blipFill>
                <a:blip r:embed="rId11"/>
                <a:stretch>
                  <a:fillRect t="-132000" r="-48241" b="-198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/>
              <p:nvPr/>
            </p:nvSpPr>
            <p:spPr>
              <a:xfrm>
                <a:off x="6739268" y="1397636"/>
                <a:ext cx="1211351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385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1, −1</m:t>
                          </m:r>
                        </m:e>
                      </m:d>
                    </m:oMath>
                  </m:oMathPara>
                </a14:m>
                <a:endParaRPr lang="zh-TW" altLang="en-US" sz="2385" dirty="0"/>
              </a:p>
            </p:txBody>
          </p:sp>
        </mc:Choice>
        <mc:Fallback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9268" y="1397636"/>
                <a:ext cx="1211351" cy="459357"/>
              </a:xfrm>
              <a:prstGeom prst="rect">
                <a:avLst/>
              </a:prstGeom>
              <a:blipFill>
                <a:blip r:embed="rId12"/>
                <a:stretch>
                  <a:fillRect t="-130263" r="-48485" b="-19473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8" name="Oval 14">
            <a:extLst>
              <a:ext uri="{FF2B5EF4-FFF2-40B4-BE49-F238E27FC236}">
                <a16:creationId xmlns:a16="http://schemas.microsoft.com/office/drawing/2014/main" id="{BFE1A833-1513-4824-8656-9921D714FE8A}"/>
              </a:ext>
            </a:extLst>
          </p:cNvPr>
          <p:cNvSpPr/>
          <p:nvPr/>
        </p:nvSpPr>
        <p:spPr>
          <a:xfrm>
            <a:off x="7230934" y="1911266"/>
            <a:ext cx="242058" cy="250743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81" dirty="0"/>
          </a:p>
        </p:txBody>
      </p:sp>
      <p:sp>
        <p:nvSpPr>
          <p:cNvPr id="189" name="Oval 4">
            <a:extLst>
              <a:ext uri="{FF2B5EF4-FFF2-40B4-BE49-F238E27FC236}">
                <a16:creationId xmlns:a16="http://schemas.microsoft.com/office/drawing/2014/main" id="{F53C7391-688C-4131-8E41-FBFAAC99D7A5}"/>
              </a:ext>
            </a:extLst>
          </p:cNvPr>
          <p:cNvSpPr/>
          <p:nvPr/>
        </p:nvSpPr>
        <p:spPr>
          <a:xfrm>
            <a:off x="6279405" y="2036629"/>
            <a:ext cx="2151650" cy="2228836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p:sp>
        <p:nvSpPr>
          <p:cNvPr id="190" name="Oval 15">
            <a:extLst>
              <a:ext uri="{FF2B5EF4-FFF2-40B4-BE49-F238E27FC236}">
                <a16:creationId xmlns:a16="http://schemas.microsoft.com/office/drawing/2014/main" id="{EEE72FF1-8EEF-4347-9AFD-3A6BCAD8A99D}"/>
              </a:ext>
            </a:extLst>
          </p:cNvPr>
          <p:cNvSpPr/>
          <p:nvPr/>
        </p:nvSpPr>
        <p:spPr>
          <a:xfrm>
            <a:off x="7230934" y="4138848"/>
            <a:ext cx="242058" cy="250743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p:sp>
        <p:nvSpPr>
          <p:cNvPr id="191" name="SHO">
            <a:extLst>
              <a:ext uri="{FF2B5EF4-FFF2-40B4-BE49-F238E27FC236}">
                <a16:creationId xmlns:a16="http://schemas.microsoft.com/office/drawing/2014/main" id="{DF317355-9F86-47FD-AB9C-7349392CBCFA}"/>
              </a:ext>
            </a:extLst>
          </p:cNvPr>
          <p:cNvSpPr/>
          <p:nvPr/>
        </p:nvSpPr>
        <p:spPr>
          <a:xfrm rot="16200000">
            <a:off x="6888040" y="2075956"/>
            <a:ext cx="927850" cy="2151650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p:sp>
        <p:nvSpPr>
          <p:cNvPr id="192" name="SVO">
            <a:extLst>
              <a:ext uri="{FF2B5EF4-FFF2-40B4-BE49-F238E27FC236}">
                <a16:creationId xmlns:a16="http://schemas.microsoft.com/office/drawing/2014/main" id="{BF3FCDAA-39F0-4F35-B053-8D3926B58544}"/>
              </a:ext>
            </a:extLst>
          </p:cNvPr>
          <p:cNvSpPr/>
          <p:nvPr/>
        </p:nvSpPr>
        <p:spPr>
          <a:xfrm>
            <a:off x="6812724" y="2037378"/>
            <a:ext cx="1075826" cy="2228836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/>
          </a:p>
        </p:txBody>
      </p:sp>
      <p:sp>
        <p:nvSpPr>
          <p:cNvPr id="193" name="Oval 6">
            <a:extLst>
              <a:ext uri="{FF2B5EF4-FFF2-40B4-BE49-F238E27FC236}">
                <a16:creationId xmlns:a16="http://schemas.microsoft.com/office/drawing/2014/main" id="{21F40E92-2EBB-41D1-8ACF-27CD42CED86E}"/>
              </a:ext>
            </a:extLst>
          </p:cNvPr>
          <p:cNvSpPr/>
          <p:nvPr/>
        </p:nvSpPr>
        <p:spPr>
          <a:xfrm rot="16200000">
            <a:off x="6888040" y="2075956"/>
            <a:ext cx="927850" cy="2151650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/>
              <p:nvPr/>
            </p:nvSpPr>
            <p:spPr>
              <a:xfrm>
                <a:off x="6532885" y="2886041"/>
                <a:ext cx="263635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85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385" dirty="0"/>
              </a:p>
            </p:txBody>
          </p:sp>
        </mc:Choice>
        <mc:Fallback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2885" y="2886041"/>
                <a:ext cx="263635" cy="459357"/>
              </a:xfrm>
              <a:prstGeom prst="rect">
                <a:avLst/>
              </a:prstGeom>
              <a:blipFill>
                <a:blip r:embed="rId13"/>
                <a:stretch>
                  <a:fillRect r="-2558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5" name="Oval 22">
            <a:extLst>
              <a:ext uri="{FF2B5EF4-FFF2-40B4-BE49-F238E27FC236}">
                <a16:creationId xmlns:a16="http://schemas.microsoft.com/office/drawing/2014/main" id="{EFF8AF81-9C0B-475F-823A-FE7A3CBCB5A0}"/>
              </a:ext>
            </a:extLst>
          </p:cNvPr>
          <p:cNvSpPr/>
          <p:nvPr/>
        </p:nvSpPr>
        <p:spPr>
          <a:xfrm>
            <a:off x="7229524" y="4138848"/>
            <a:ext cx="242058" cy="25074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/>
              <p:nvPr/>
            </p:nvSpPr>
            <p:spPr>
              <a:xfrm>
                <a:off x="7508764" y="3028191"/>
                <a:ext cx="263635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85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385" dirty="0"/>
              </a:p>
            </p:txBody>
          </p:sp>
        </mc:Choice>
        <mc:Fallback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8764" y="3028191"/>
                <a:ext cx="263635" cy="459357"/>
              </a:xfrm>
              <a:prstGeom prst="rect">
                <a:avLst/>
              </a:prstGeom>
              <a:blipFill>
                <a:blip r:embed="rId14"/>
                <a:stretch>
                  <a:fillRect l="-6977" r="-41860" b="-10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/>
              <p:nvPr/>
            </p:nvSpPr>
            <p:spPr>
              <a:xfrm>
                <a:off x="7145001" y="2089836"/>
                <a:ext cx="382899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85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2385" dirty="0"/>
              </a:p>
            </p:txBody>
          </p:sp>
        </mc:Choice>
        <mc:Fallback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5001" y="2089836"/>
                <a:ext cx="382899" cy="45935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8" name="DVO">
            <a:extLst>
              <a:ext uri="{FF2B5EF4-FFF2-40B4-BE49-F238E27FC236}">
                <a16:creationId xmlns:a16="http://schemas.microsoft.com/office/drawing/2014/main" id="{C4C25D57-4CC5-46C8-A753-793BD70EB368}"/>
              </a:ext>
            </a:extLst>
          </p:cNvPr>
          <p:cNvSpPr/>
          <p:nvPr/>
        </p:nvSpPr>
        <p:spPr>
          <a:xfrm flipH="1">
            <a:off x="6812724" y="2037378"/>
            <a:ext cx="1075826" cy="2228836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p:sp>
        <p:nvSpPr>
          <p:cNvPr id="199" name="Oval 23">
            <a:extLst>
              <a:ext uri="{FF2B5EF4-FFF2-40B4-BE49-F238E27FC236}">
                <a16:creationId xmlns:a16="http://schemas.microsoft.com/office/drawing/2014/main" id="{A820BC44-711E-4AA3-84E5-46D304DAA9B2}"/>
              </a:ext>
            </a:extLst>
          </p:cNvPr>
          <p:cNvSpPr/>
          <p:nvPr/>
        </p:nvSpPr>
        <p:spPr>
          <a:xfrm>
            <a:off x="8306628" y="3026428"/>
            <a:ext cx="242058" cy="25074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p:cxnSp>
        <p:nvCxnSpPr>
          <p:cNvPr id="200" name="Straight Arrow Connector 7">
            <a:extLst>
              <a:ext uri="{FF2B5EF4-FFF2-40B4-BE49-F238E27FC236}">
                <a16:creationId xmlns:a16="http://schemas.microsoft.com/office/drawing/2014/main" id="{8744D5BC-5663-4BC0-82F6-23411855AB72}"/>
              </a:ext>
            </a:extLst>
          </p:cNvPr>
          <p:cNvCxnSpPr>
            <a:cxnSpLocks/>
          </p:cNvCxnSpPr>
          <p:nvPr/>
        </p:nvCxnSpPr>
        <p:spPr>
          <a:xfrm flipV="1">
            <a:off x="7346125" y="2484126"/>
            <a:ext cx="2527" cy="664407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19">
            <a:extLst>
              <a:ext uri="{FF2B5EF4-FFF2-40B4-BE49-F238E27FC236}">
                <a16:creationId xmlns:a16="http://schemas.microsoft.com/office/drawing/2014/main" id="{4A34F4F4-E405-4E91-9C6A-741A0BAF70A2}"/>
              </a:ext>
            </a:extLst>
          </p:cNvPr>
          <p:cNvCxnSpPr>
            <a:cxnSpLocks/>
          </p:cNvCxnSpPr>
          <p:nvPr/>
        </p:nvCxnSpPr>
        <p:spPr>
          <a:xfrm>
            <a:off x="7350560" y="3145274"/>
            <a:ext cx="291757" cy="233586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18">
            <a:extLst>
              <a:ext uri="{FF2B5EF4-FFF2-40B4-BE49-F238E27FC236}">
                <a16:creationId xmlns:a16="http://schemas.microsoft.com/office/drawing/2014/main" id="{62235323-27E0-4F2B-ACD6-3D43CF05EA92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095273" y="2889764"/>
            <a:ext cx="0" cy="51102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Oval 20">
            <a:extLst>
              <a:ext uri="{FF2B5EF4-FFF2-40B4-BE49-F238E27FC236}">
                <a16:creationId xmlns:a16="http://schemas.microsoft.com/office/drawing/2014/main" id="{879C2647-23CC-42E8-B376-5CB54A2F0C53}"/>
              </a:ext>
            </a:extLst>
          </p:cNvPr>
          <p:cNvSpPr/>
          <p:nvPr/>
        </p:nvSpPr>
        <p:spPr>
          <a:xfrm>
            <a:off x="6154729" y="3026428"/>
            <a:ext cx="242058" cy="25074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/>
          </a:p>
        </p:txBody>
      </p:sp>
      <p:sp>
        <p:nvSpPr>
          <p:cNvPr id="204" name="Oval 22">
            <a:extLst>
              <a:ext uri="{FF2B5EF4-FFF2-40B4-BE49-F238E27FC236}">
                <a16:creationId xmlns:a16="http://schemas.microsoft.com/office/drawing/2014/main" id="{FF379E80-C9B3-4E49-BDAD-95B17F155007}"/>
              </a:ext>
            </a:extLst>
          </p:cNvPr>
          <p:cNvSpPr/>
          <p:nvPr/>
        </p:nvSpPr>
        <p:spPr>
          <a:xfrm>
            <a:off x="7231287" y="1899532"/>
            <a:ext cx="242058" cy="25074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81" dirty="0"/>
          </a:p>
        </p:txBody>
      </p:sp>
      <p:sp>
        <p:nvSpPr>
          <p:cNvPr id="205" name="Partial Circle 9">
            <a:extLst>
              <a:ext uri="{FF2B5EF4-FFF2-40B4-BE49-F238E27FC236}">
                <a16:creationId xmlns:a16="http://schemas.microsoft.com/office/drawing/2014/main" id="{CDAB9B65-F0EA-4307-A714-FD3B542E8533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253141" y="3004978"/>
            <a:ext cx="152595" cy="294622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/>
              <p:nvPr/>
            </p:nvSpPr>
            <p:spPr>
              <a:xfrm>
                <a:off x="6710734" y="3057213"/>
                <a:ext cx="469721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85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2385" dirty="0"/>
              </a:p>
            </p:txBody>
          </p:sp>
        </mc:Choice>
        <mc:Fallback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0734" y="3057213"/>
                <a:ext cx="469721" cy="45935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Arrow Connector 17">
            <a:extLst>
              <a:ext uri="{FF2B5EF4-FFF2-40B4-BE49-F238E27FC236}">
                <a16:creationId xmlns:a16="http://schemas.microsoft.com/office/drawing/2014/main" id="{724A40A3-CD27-4E77-B6D9-8DA4C5664656}"/>
              </a:ext>
            </a:extLst>
          </p:cNvPr>
          <p:cNvCxnSpPr>
            <a:cxnSpLocks/>
          </p:cNvCxnSpPr>
          <p:nvPr/>
        </p:nvCxnSpPr>
        <p:spPr>
          <a:xfrm flipH="1">
            <a:off x="7019576" y="3154097"/>
            <a:ext cx="330174" cy="426961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8" name="Partial Circle 9">
            <a:extLst>
              <a:ext uri="{FF2B5EF4-FFF2-40B4-BE49-F238E27FC236}">
                <a16:creationId xmlns:a16="http://schemas.microsoft.com/office/drawing/2014/main" id="{B40095E4-DBF3-4599-A0CD-D7AC4DC40D00}"/>
              </a:ext>
            </a:extLst>
          </p:cNvPr>
          <p:cNvSpPr>
            <a:spLocks noChangeAspect="1"/>
          </p:cNvSpPr>
          <p:nvPr/>
        </p:nvSpPr>
        <p:spPr>
          <a:xfrm>
            <a:off x="7234179" y="2949508"/>
            <a:ext cx="222338" cy="449055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/>
              <p:nvPr/>
            </p:nvSpPr>
            <p:spPr>
              <a:xfrm>
                <a:off x="7293457" y="2579769"/>
                <a:ext cx="442617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85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2385" dirty="0"/>
              </a:p>
            </p:txBody>
          </p:sp>
        </mc:Choice>
        <mc:Fallback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3457" y="2579769"/>
                <a:ext cx="442617" cy="459357"/>
              </a:xfrm>
              <a:prstGeom prst="rect">
                <a:avLst/>
              </a:prstGeom>
              <a:blipFill>
                <a:blip r:embed="rId17"/>
                <a:stretch>
                  <a:fillRect l="-4110" r="-1370" b="-171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0" name="Straight Arrow Connector 17">
            <a:extLst>
              <a:ext uri="{FF2B5EF4-FFF2-40B4-BE49-F238E27FC236}">
                <a16:creationId xmlns:a16="http://schemas.microsoft.com/office/drawing/2014/main" id="{50922427-FD3A-4F4E-8DF5-9258210335AD}"/>
              </a:ext>
            </a:extLst>
          </p:cNvPr>
          <p:cNvCxnSpPr>
            <a:cxnSpLocks/>
          </p:cNvCxnSpPr>
          <p:nvPr/>
        </p:nvCxnSpPr>
        <p:spPr>
          <a:xfrm flipV="1">
            <a:off x="7337704" y="2489918"/>
            <a:ext cx="852203" cy="669998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9" name="Oval 22">
            <a:extLst>
              <a:ext uri="{FF2B5EF4-FFF2-40B4-BE49-F238E27FC236}">
                <a16:creationId xmlns:a16="http://schemas.microsoft.com/office/drawing/2014/main" id="{68D4C253-A7D7-4EF1-861B-831408D0CECC}"/>
              </a:ext>
            </a:extLst>
          </p:cNvPr>
          <p:cNvSpPr/>
          <p:nvPr/>
        </p:nvSpPr>
        <p:spPr>
          <a:xfrm>
            <a:off x="7740468" y="3446235"/>
            <a:ext cx="242058" cy="25074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p:sp>
        <p:nvSpPr>
          <p:cNvPr id="60" name="Oval 22">
            <a:extLst>
              <a:ext uri="{FF2B5EF4-FFF2-40B4-BE49-F238E27FC236}">
                <a16:creationId xmlns:a16="http://schemas.microsoft.com/office/drawing/2014/main" id="{9DB2E29E-1DA6-4068-BFDE-62C0E72DDCD2}"/>
              </a:ext>
            </a:extLst>
          </p:cNvPr>
          <p:cNvSpPr/>
          <p:nvPr/>
        </p:nvSpPr>
        <p:spPr>
          <a:xfrm>
            <a:off x="6718579" y="2640081"/>
            <a:ext cx="242058" cy="25074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/>
              <p:nvPr/>
            </p:nvSpPr>
            <p:spPr>
              <a:xfrm>
                <a:off x="3950368" y="2677972"/>
                <a:ext cx="2096695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/2, 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2385" dirty="0"/>
              </a:p>
            </p:txBody>
          </p:sp>
        </mc:Choice>
        <mc:Fallback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0368" y="2677972"/>
                <a:ext cx="2096695" cy="459357"/>
              </a:xfrm>
              <a:prstGeom prst="rect">
                <a:avLst/>
              </a:prstGeom>
              <a:blipFill>
                <a:blip r:embed="rId18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/>
              <p:nvPr/>
            </p:nvSpPr>
            <p:spPr>
              <a:xfrm>
                <a:off x="8812886" y="2628772"/>
                <a:ext cx="1615831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2385" dirty="0"/>
              </a:p>
            </p:txBody>
          </p:sp>
        </mc:Choice>
        <mc:Fallback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2886" y="2628772"/>
                <a:ext cx="1615831" cy="459357"/>
              </a:xfrm>
              <a:prstGeom prst="rect">
                <a:avLst/>
              </a:prstGeom>
              <a:blipFill>
                <a:blip r:embed="rId19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/>
              <p:nvPr/>
            </p:nvSpPr>
            <p:spPr>
              <a:xfrm>
                <a:off x="8436031" y="5103849"/>
                <a:ext cx="2369563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2385" dirty="0"/>
              </a:p>
            </p:txBody>
          </p:sp>
        </mc:Choice>
        <mc:Fallback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6031" y="5103849"/>
                <a:ext cx="2369563" cy="459357"/>
              </a:xfrm>
              <a:prstGeom prst="rect">
                <a:avLst/>
              </a:prstGeom>
              <a:blipFill>
                <a:blip r:embed="rId20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A5CECF8F-FA0B-4980-9EA4-B7ACFDA333DC}"/>
                  </a:ext>
                </a:extLst>
              </p:cNvPr>
              <p:cNvSpPr/>
              <p:nvPr/>
            </p:nvSpPr>
            <p:spPr>
              <a:xfrm>
                <a:off x="-2730845" y="-2223321"/>
                <a:ext cx="2699842" cy="688522"/>
              </a:xfrm>
              <a:prstGeom prst="rect">
                <a:avLst/>
              </a:prstGeom>
              <a:solidFill>
                <a:srgbClr val="EFEFEF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3874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1, −1, −1, 2</m:t>
                      </m:r>
                    </m:oMath>
                  </m:oMathPara>
                </a14:m>
                <a:endParaRPr lang="zh-TW" altLang="en-US" sz="3874" dirty="0"/>
              </a:p>
            </p:txBody>
          </p:sp>
        </mc:Choice>
        <mc:Fallback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A5CECF8F-FA0B-4980-9EA4-B7ACFDA333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730845" y="-2223321"/>
                <a:ext cx="2699842" cy="68852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文字方塊 85">
            <a:extLst>
              <a:ext uri="{FF2B5EF4-FFF2-40B4-BE49-F238E27FC236}">
                <a16:creationId xmlns:a16="http://schemas.microsoft.com/office/drawing/2014/main" id="{51FB45EE-9CD2-46E0-8B45-A07F88EED04A}"/>
              </a:ext>
            </a:extLst>
          </p:cNvPr>
          <p:cNvSpPr txBox="1"/>
          <p:nvPr/>
        </p:nvSpPr>
        <p:spPr>
          <a:xfrm>
            <a:off x="4094315" y="-1128698"/>
            <a:ext cx="7173347" cy="622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3444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Gray excitons transition rate</a:t>
            </a:r>
            <a:endParaRPr lang="zh-TW" altLang="en-US" sz="3444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3" name="圖片 72">
            <a:extLst>
              <a:ext uri="{FF2B5EF4-FFF2-40B4-BE49-F238E27FC236}">
                <a16:creationId xmlns:a16="http://schemas.microsoft.com/office/drawing/2014/main" id="{C70DECF2-887F-44E8-BABC-A3DE808BAA8D}"/>
              </a:ext>
            </a:extLst>
          </p:cNvPr>
          <p:cNvPicPr>
            <a:picLocks noChangeAspect="1"/>
          </p:cNvPicPr>
          <p:nvPr/>
        </p:nvPicPr>
        <p:blipFill>
          <a:blip r:embed="rId2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777656" y="-313198"/>
            <a:ext cx="2777963" cy="555592"/>
          </a:xfrm>
          <a:prstGeom prst="rect">
            <a:avLst/>
          </a:prstGeom>
        </p:spPr>
      </p:pic>
      <p:pic>
        <p:nvPicPr>
          <p:cNvPr id="90" name="圖片 89">
            <a:extLst>
              <a:ext uri="{FF2B5EF4-FFF2-40B4-BE49-F238E27FC236}">
                <a16:creationId xmlns:a16="http://schemas.microsoft.com/office/drawing/2014/main" id="{6D948965-B9BC-495E-8805-B3F7BA41BC8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1454"/>
          <a:stretch/>
        </p:blipFill>
        <p:spPr>
          <a:xfrm>
            <a:off x="6365502" y="5265811"/>
            <a:ext cx="1855323" cy="1834775"/>
          </a:xfrm>
          <a:prstGeom prst="rect">
            <a:avLst/>
          </a:prstGeom>
        </p:spPr>
      </p:pic>
      <p:pic>
        <p:nvPicPr>
          <p:cNvPr id="68" name="圖片 67">
            <a:extLst>
              <a:ext uri="{FF2B5EF4-FFF2-40B4-BE49-F238E27FC236}">
                <a16:creationId xmlns:a16="http://schemas.microsoft.com/office/drawing/2014/main" id="{0715470E-CE9F-49C3-B042-45D2E7A3A740}"/>
              </a:ext>
            </a:extLst>
          </p:cNvPr>
          <p:cNvPicPr>
            <a:picLocks noChangeAspect="1"/>
          </p:cNvPicPr>
          <p:nvPr/>
        </p:nvPicPr>
        <p:blipFill rotWithShape="1">
          <a:blip r:embed="rId23"/>
          <a:srcRect r="50731"/>
          <a:stretch/>
        </p:blipFill>
        <p:spPr>
          <a:xfrm>
            <a:off x="4099489" y="3369261"/>
            <a:ext cx="1818424" cy="1791591"/>
          </a:xfrm>
          <a:prstGeom prst="rect">
            <a:avLst/>
          </a:prstGeom>
        </p:spPr>
      </p:pic>
      <p:pic>
        <p:nvPicPr>
          <p:cNvPr id="70" name="圖片 69">
            <a:extLst>
              <a:ext uri="{FF2B5EF4-FFF2-40B4-BE49-F238E27FC236}">
                <a16:creationId xmlns:a16="http://schemas.microsoft.com/office/drawing/2014/main" id="{196A8B29-FD35-4DC0-8E4F-39AB4D6BDA90}"/>
              </a:ext>
            </a:extLst>
          </p:cNvPr>
          <p:cNvPicPr>
            <a:picLocks noChangeAspect="1"/>
          </p:cNvPicPr>
          <p:nvPr/>
        </p:nvPicPr>
        <p:blipFill rotWithShape="1">
          <a:blip r:embed="rId23"/>
          <a:srcRect l="51398"/>
          <a:stretch/>
        </p:blipFill>
        <p:spPr>
          <a:xfrm>
            <a:off x="8717986" y="863039"/>
            <a:ext cx="1793819" cy="1791591"/>
          </a:xfrm>
          <a:prstGeom prst="rect">
            <a:avLst/>
          </a:prstGeom>
        </p:spPr>
      </p:pic>
      <p:pic>
        <p:nvPicPr>
          <p:cNvPr id="71" name="圖片 70">
            <a:extLst>
              <a:ext uri="{FF2B5EF4-FFF2-40B4-BE49-F238E27FC236}">
                <a16:creationId xmlns:a16="http://schemas.microsoft.com/office/drawing/2014/main" id="{D718A3AC-2704-461E-BC86-41543E75A817}"/>
              </a:ext>
            </a:extLst>
          </p:cNvPr>
          <p:cNvPicPr>
            <a:picLocks noChangeAspect="1"/>
          </p:cNvPicPr>
          <p:nvPr/>
        </p:nvPicPr>
        <p:blipFill rotWithShape="1">
          <a:blip r:embed="rId24"/>
          <a:srcRect t="1067" r="51003"/>
          <a:stretch/>
        </p:blipFill>
        <p:spPr>
          <a:xfrm>
            <a:off x="4101325" y="901480"/>
            <a:ext cx="1813175" cy="1800035"/>
          </a:xfrm>
          <a:prstGeom prst="rect">
            <a:avLst/>
          </a:prstGeom>
        </p:spPr>
      </p:pic>
      <p:pic>
        <p:nvPicPr>
          <p:cNvPr id="74" name="圖片 73">
            <a:extLst>
              <a:ext uri="{FF2B5EF4-FFF2-40B4-BE49-F238E27FC236}">
                <a16:creationId xmlns:a16="http://schemas.microsoft.com/office/drawing/2014/main" id="{80C95606-42B6-40BE-86B4-184403E78A4B}"/>
              </a:ext>
            </a:extLst>
          </p:cNvPr>
          <p:cNvPicPr>
            <a:picLocks noChangeAspect="1"/>
          </p:cNvPicPr>
          <p:nvPr/>
        </p:nvPicPr>
        <p:blipFill rotWithShape="1">
          <a:blip r:embed="rId24"/>
          <a:srcRect l="51710" t="1067"/>
          <a:stretch/>
        </p:blipFill>
        <p:spPr>
          <a:xfrm>
            <a:off x="8733338" y="3300183"/>
            <a:ext cx="1787002" cy="1800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73820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0A201059-CBEA-450E-A194-C87A6FD41662}"/>
              </a:ext>
            </a:extLst>
          </p:cNvPr>
          <p:cNvSpPr/>
          <p:nvPr/>
        </p:nvSpPr>
        <p:spPr>
          <a:xfrm>
            <a:off x="3772165" y="-1857577"/>
            <a:ext cx="7831307" cy="967637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64892" tIns="32448" rIns="64892" bIns="324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278" dirty="0"/>
          </a:p>
        </p:txBody>
      </p:sp>
      <p:pic>
        <p:nvPicPr>
          <p:cNvPr id="66" name="圖片 65">
            <a:extLst>
              <a:ext uri="{FF2B5EF4-FFF2-40B4-BE49-F238E27FC236}">
                <a16:creationId xmlns:a16="http://schemas.microsoft.com/office/drawing/2014/main" id="{E05A76E0-F331-44F5-B3BE-7A61DAD29C6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75000"/>
          <a:stretch/>
        </p:blipFill>
        <p:spPr>
          <a:xfrm>
            <a:off x="6409929" y="-1128292"/>
            <a:ext cx="1882660" cy="1807348"/>
          </a:xfrm>
          <a:prstGeom prst="rect">
            <a:avLst/>
          </a:prstGeom>
        </p:spPr>
      </p:pic>
      <p:pic>
        <p:nvPicPr>
          <p:cNvPr id="69" name="圖片 68">
            <a:extLst>
              <a:ext uri="{FF2B5EF4-FFF2-40B4-BE49-F238E27FC236}">
                <a16:creationId xmlns:a16="http://schemas.microsoft.com/office/drawing/2014/main" id="{8708A4BB-0E45-4642-B697-9316736AD31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952" t="70186" r="4524" b="8575"/>
          <a:stretch/>
        </p:blipFill>
        <p:spPr>
          <a:xfrm>
            <a:off x="8354096" y="-1092212"/>
            <a:ext cx="507393" cy="195953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/>
              <p:nvPr/>
            </p:nvSpPr>
            <p:spPr>
              <a:xfrm>
                <a:off x="7197528" y="154644"/>
                <a:ext cx="578958" cy="4794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516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516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2516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516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2516" dirty="0"/>
              </a:p>
            </p:txBody>
          </p:sp>
        </mc:Choice>
        <mc:Fallback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7528" y="154644"/>
                <a:ext cx="578958" cy="479490"/>
              </a:xfrm>
              <a:prstGeom prst="rect">
                <a:avLst/>
              </a:prstGeom>
              <a:blipFill>
                <a:blip r:embed="rId4"/>
                <a:stretch>
                  <a:fillRect l="-3158" r="-53684" b="-139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群組 27">
            <a:extLst>
              <a:ext uri="{FF2B5EF4-FFF2-40B4-BE49-F238E27FC236}">
                <a16:creationId xmlns:a16="http://schemas.microsoft.com/office/drawing/2014/main" id="{C3F8E30C-C74A-4632-B3C8-0D4CFB5D6435}"/>
              </a:ext>
            </a:extLst>
          </p:cNvPr>
          <p:cNvGrpSpPr/>
          <p:nvPr/>
        </p:nvGrpSpPr>
        <p:grpSpPr>
          <a:xfrm>
            <a:off x="7298159" y="-205194"/>
            <a:ext cx="108731" cy="104303"/>
            <a:chOff x="1373392" y="2391862"/>
            <a:chExt cx="479433" cy="476535"/>
          </a:xfrm>
        </p:grpSpPr>
        <p:sp>
          <p:nvSpPr>
            <p:cNvPr id="31" name="箭號: 向右 30">
              <a:extLst>
                <a:ext uri="{FF2B5EF4-FFF2-40B4-BE49-F238E27FC236}">
                  <a16:creationId xmlns:a16="http://schemas.microsoft.com/office/drawing/2014/main" id="{B6AFF9D7-1B74-440F-BF11-8C692687B663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516">
                <a:solidFill>
                  <a:schemeClr val="bg1"/>
                </a:solidFill>
              </a:endParaRPr>
            </a:p>
          </p:txBody>
        </p:sp>
        <p:sp>
          <p:nvSpPr>
            <p:cNvPr id="32" name="箭號: 向右 31">
              <a:extLst>
                <a:ext uri="{FF2B5EF4-FFF2-40B4-BE49-F238E27FC236}">
                  <a16:creationId xmlns:a16="http://schemas.microsoft.com/office/drawing/2014/main" id="{0E7FD6CF-F2EF-42AA-8939-4954838FEF2F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516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/>
              <p:nvPr/>
            </p:nvSpPr>
            <p:spPr>
              <a:xfrm>
                <a:off x="7030791" y="-729302"/>
                <a:ext cx="392950" cy="4883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385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385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385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385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791" y="-729302"/>
                <a:ext cx="392950" cy="488339"/>
              </a:xfrm>
              <a:prstGeom prst="rect">
                <a:avLst/>
              </a:prstGeom>
              <a:blipFill>
                <a:blip r:embed="rId5"/>
                <a:stretch>
                  <a:fillRect l="-10769" r="-27692" b="-7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/>
              <p:nvPr/>
            </p:nvSpPr>
            <p:spPr>
              <a:xfrm>
                <a:off x="7312374" y="-435053"/>
                <a:ext cx="321295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385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385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385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385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2374" y="-435053"/>
                <a:ext cx="321295" cy="459357"/>
              </a:xfrm>
              <a:prstGeom prst="rect">
                <a:avLst/>
              </a:prstGeom>
              <a:blipFill>
                <a:blip r:embed="rId6"/>
                <a:stretch>
                  <a:fillRect l="-13462" r="-50000" b="-1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/>
              <p:nvPr/>
            </p:nvSpPr>
            <p:spPr>
              <a:xfrm>
                <a:off x="8162580" y="354699"/>
                <a:ext cx="439386" cy="4215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2139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2139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2139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2139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2139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2580" y="354699"/>
                <a:ext cx="439386" cy="421526"/>
              </a:xfrm>
              <a:prstGeom prst="rect">
                <a:avLst/>
              </a:prstGeom>
              <a:blipFill>
                <a:blip r:embed="rId7"/>
                <a:stretch>
                  <a:fillRect r="-2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/>
              <p:nvPr/>
            </p:nvSpPr>
            <p:spPr>
              <a:xfrm>
                <a:off x="6271083" y="692640"/>
                <a:ext cx="2330884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2385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2385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2385" dirty="0"/>
              </a:p>
            </p:txBody>
          </p:sp>
        </mc:Choice>
        <mc:Fallback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1083" y="692640"/>
                <a:ext cx="2330884" cy="459357"/>
              </a:xfrm>
              <a:prstGeom prst="rect">
                <a:avLst/>
              </a:prstGeom>
              <a:blipFill>
                <a:blip r:embed="rId8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/>
              <p:nvPr/>
            </p:nvSpPr>
            <p:spPr>
              <a:xfrm>
                <a:off x="3813932" y="5142035"/>
                <a:ext cx="2369563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2385" dirty="0"/>
              </a:p>
            </p:txBody>
          </p:sp>
        </mc:Choice>
        <mc:Fallback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3932" y="5142035"/>
                <a:ext cx="2369563" cy="459357"/>
              </a:xfrm>
              <a:prstGeom prst="rect">
                <a:avLst/>
              </a:prstGeom>
              <a:blipFill>
                <a:blip r:embed="rId9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/>
              <p:nvPr/>
            </p:nvSpPr>
            <p:spPr>
              <a:xfrm>
                <a:off x="6254721" y="6413497"/>
                <a:ext cx="2199636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2385" dirty="0"/>
              </a:p>
            </p:txBody>
          </p:sp>
        </mc:Choice>
        <mc:Fallback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4721" y="6413497"/>
                <a:ext cx="2199636" cy="45935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/>
              <p:nvPr/>
            </p:nvSpPr>
            <p:spPr>
              <a:xfrm>
                <a:off x="6714239" y="4368846"/>
                <a:ext cx="1211351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385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−1, 0</m:t>
                          </m:r>
                        </m:e>
                      </m:d>
                    </m:oMath>
                  </m:oMathPara>
                </a14:m>
                <a:endParaRPr lang="zh-TW" altLang="en-US" sz="2385" dirty="0"/>
              </a:p>
            </p:txBody>
          </p:sp>
        </mc:Choice>
        <mc:Fallback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4239" y="4368846"/>
                <a:ext cx="1211351" cy="459357"/>
              </a:xfrm>
              <a:prstGeom prst="rect">
                <a:avLst/>
              </a:prstGeom>
              <a:blipFill>
                <a:blip r:embed="rId11"/>
                <a:stretch>
                  <a:fillRect t="-132000" r="-48241" b="-198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/>
              <p:nvPr/>
            </p:nvSpPr>
            <p:spPr>
              <a:xfrm>
                <a:off x="6739268" y="1397636"/>
                <a:ext cx="1211351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385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2385" dirty="0"/>
              </a:p>
            </p:txBody>
          </p:sp>
        </mc:Choice>
        <mc:Fallback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9268" y="1397636"/>
                <a:ext cx="1211351" cy="459357"/>
              </a:xfrm>
              <a:prstGeom prst="rect">
                <a:avLst/>
              </a:prstGeom>
              <a:blipFill>
                <a:blip r:embed="rId12"/>
                <a:stretch>
                  <a:fillRect t="-130263" r="-38889" b="-19473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8" name="Oval 14">
            <a:extLst>
              <a:ext uri="{FF2B5EF4-FFF2-40B4-BE49-F238E27FC236}">
                <a16:creationId xmlns:a16="http://schemas.microsoft.com/office/drawing/2014/main" id="{BFE1A833-1513-4824-8656-9921D714FE8A}"/>
              </a:ext>
            </a:extLst>
          </p:cNvPr>
          <p:cNvSpPr/>
          <p:nvPr/>
        </p:nvSpPr>
        <p:spPr>
          <a:xfrm>
            <a:off x="7230934" y="1911266"/>
            <a:ext cx="242058" cy="250743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81" dirty="0"/>
          </a:p>
        </p:txBody>
      </p:sp>
      <p:sp>
        <p:nvSpPr>
          <p:cNvPr id="189" name="Oval 4">
            <a:extLst>
              <a:ext uri="{FF2B5EF4-FFF2-40B4-BE49-F238E27FC236}">
                <a16:creationId xmlns:a16="http://schemas.microsoft.com/office/drawing/2014/main" id="{F53C7391-688C-4131-8E41-FBFAAC99D7A5}"/>
              </a:ext>
            </a:extLst>
          </p:cNvPr>
          <p:cNvSpPr/>
          <p:nvPr/>
        </p:nvSpPr>
        <p:spPr>
          <a:xfrm>
            <a:off x="6279405" y="2036629"/>
            <a:ext cx="2151650" cy="2228836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p:sp>
        <p:nvSpPr>
          <p:cNvPr id="190" name="Oval 15">
            <a:extLst>
              <a:ext uri="{FF2B5EF4-FFF2-40B4-BE49-F238E27FC236}">
                <a16:creationId xmlns:a16="http://schemas.microsoft.com/office/drawing/2014/main" id="{EEE72FF1-8EEF-4347-9AFD-3A6BCAD8A99D}"/>
              </a:ext>
            </a:extLst>
          </p:cNvPr>
          <p:cNvSpPr/>
          <p:nvPr/>
        </p:nvSpPr>
        <p:spPr>
          <a:xfrm>
            <a:off x="7230934" y="4138848"/>
            <a:ext cx="242058" cy="250743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p:sp>
        <p:nvSpPr>
          <p:cNvPr id="191" name="SHO">
            <a:extLst>
              <a:ext uri="{FF2B5EF4-FFF2-40B4-BE49-F238E27FC236}">
                <a16:creationId xmlns:a16="http://schemas.microsoft.com/office/drawing/2014/main" id="{DF317355-9F86-47FD-AB9C-7349392CBCFA}"/>
              </a:ext>
            </a:extLst>
          </p:cNvPr>
          <p:cNvSpPr/>
          <p:nvPr/>
        </p:nvSpPr>
        <p:spPr>
          <a:xfrm rot="16200000">
            <a:off x="6888040" y="2075956"/>
            <a:ext cx="927850" cy="2151650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p:sp>
        <p:nvSpPr>
          <p:cNvPr id="192" name="SVO">
            <a:extLst>
              <a:ext uri="{FF2B5EF4-FFF2-40B4-BE49-F238E27FC236}">
                <a16:creationId xmlns:a16="http://schemas.microsoft.com/office/drawing/2014/main" id="{BF3FCDAA-39F0-4F35-B053-8D3926B58544}"/>
              </a:ext>
            </a:extLst>
          </p:cNvPr>
          <p:cNvSpPr/>
          <p:nvPr/>
        </p:nvSpPr>
        <p:spPr>
          <a:xfrm>
            <a:off x="6812724" y="2037378"/>
            <a:ext cx="1075826" cy="2228836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/>
          </a:p>
        </p:txBody>
      </p:sp>
      <p:sp>
        <p:nvSpPr>
          <p:cNvPr id="193" name="Oval 6">
            <a:extLst>
              <a:ext uri="{FF2B5EF4-FFF2-40B4-BE49-F238E27FC236}">
                <a16:creationId xmlns:a16="http://schemas.microsoft.com/office/drawing/2014/main" id="{21F40E92-2EBB-41D1-8ACF-27CD42CED86E}"/>
              </a:ext>
            </a:extLst>
          </p:cNvPr>
          <p:cNvSpPr/>
          <p:nvPr/>
        </p:nvSpPr>
        <p:spPr>
          <a:xfrm rot="16200000">
            <a:off x="6888040" y="2075956"/>
            <a:ext cx="927850" cy="2151650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/>
              <p:nvPr/>
            </p:nvSpPr>
            <p:spPr>
              <a:xfrm>
                <a:off x="6532885" y="2886041"/>
                <a:ext cx="263635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85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385" dirty="0"/>
              </a:p>
            </p:txBody>
          </p:sp>
        </mc:Choice>
        <mc:Fallback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2885" y="2886041"/>
                <a:ext cx="263635" cy="459357"/>
              </a:xfrm>
              <a:prstGeom prst="rect">
                <a:avLst/>
              </a:prstGeom>
              <a:blipFill>
                <a:blip r:embed="rId13"/>
                <a:stretch>
                  <a:fillRect r="-2558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5" name="Oval 22">
            <a:extLst>
              <a:ext uri="{FF2B5EF4-FFF2-40B4-BE49-F238E27FC236}">
                <a16:creationId xmlns:a16="http://schemas.microsoft.com/office/drawing/2014/main" id="{EFF8AF81-9C0B-475F-823A-FE7A3CBCB5A0}"/>
              </a:ext>
            </a:extLst>
          </p:cNvPr>
          <p:cNvSpPr/>
          <p:nvPr/>
        </p:nvSpPr>
        <p:spPr>
          <a:xfrm>
            <a:off x="7229524" y="4138848"/>
            <a:ext cx="242058" cy="25074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/>
              <p:nvPr/>
            </p:nvSpPr>
            <p:spPr>
              <a:xfrm>
                <a:off x="7508764" y="3028191"/>
                <a:ext cx="263635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85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385" dirty="0"/>
              </a:p>
            </p:txBody>
          </p:sp>
        </mc:Choice>
        <mc:Fallback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8764" y="3028191"/>
                <a:ext cx="263635" cy="459357"/>
              </a:xfrm>
              <a:prstGeom prst="rect">
                <a:avLst/>
              </a:prstGeom>
              <a:blipFill>
                <a:blip r:embed="rId14"/>
                <a:stretch>
                  <a:fillRect l="-6977" r="-41860" b="-10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/>
              <p:nvPr/>
            </p:nvSpPr>
            <p:spPr>
              <a:xfrm>
                <a:off x="7145001" y="2089836"/>
                <a:ext cx="382899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85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2385" dirty="0"/>
              </a:p>
            </p:txBody>
          </p:sp>
        </mc:Choice>
        <mc:Fallback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5001" y="2089836"/>
                <a:ext cx="382899" cy="45935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8" name="DVO">
            <a:extLst>
              <a:ext uri="{FF2B5EF4-FFF2-40B4-BE49-F238E27FC236}">
                <a16:creationId xmlns:a16="http://schemas.microsoft.com/office/drawing/2014/main" id="{C4C25D57-4CC5-46C8-A753-793BD70EB368}"/>
              </a:ext>
            </a:extLst>
          </p:cNvPr>
          <p:cNvSpPr/>
          <p:nvPr/>
        </p:nvSpPr>
        <p:spPr>
          <a:xfrm flipH="1">
            <a:off x="6812724" y="2037378"/>
            <a:ext cx="1075826" cy="2228836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p:sp>
        <p:nvSpPr>
          <p:cNvPr id="199" name="Oval 23">
            <a:extLst>
              <a:ext uri="{FF2B5EF4-FFF2-40B4-BE49-F238E27FC236}">
                <a16:creationId xmlns:a16="http://schemas.microsoft.com/office/drawing/2014/main" id="{A820BC44-711E-4AA3-84E5-46D304DAA9B2}"/>
              </a:ext>
            </a:extLst>
          </p:cNvPr>
          <p:cNvSpPr/>
          <p:nvPr/>
        </p:nvSpPr>
        <p:spPr>
          <a:xfrm>
            <a:off x="8306628" y="3026428"/>
            <a:ext cx="242058" cy="25074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p:cxnSp>
        <p:nvCxnSpPr>
          <p:cNvPr id="200" name="Straight Arrow Connector 7">
            <a:extLst>
              <a:ext uri="{FF2B5EF4-FFF2-40B4-BE49-F238E27FC236}">
                <a16:creationId xmlns:a16="http://schemas.microsoft.com/office/drawing/2014/main" id="{8744D5BC-5663-4BC0-82F6-23411855AB72}"/>
              </a:ext>
            </a:extLst>
          </p:cNvPr>
          <p:cNvCxnSpPr>
            <a:cxnSpLocks/>
          </p:cNvCxnSpPr>
          <p:nvPr/>
        </p:nvCxnSpPr>
        <p:spPr>
          <a:xfrm flipV="1">
            <a:off x="7346125" y="2484126"/>
            <a:ext cx="2527" cy="664407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19">
            <a:extLst>
              <a:ext uri="{FF2B5EF4-FFF2-40B4-BE49-F238E27FC236}">
                <a16:creationId xmlns:a16="http://schemas.microsoft.com/office/drawing/2014/main" id="{4A34F4F4-E405-4E91-9C6A-741A0BAF70A2}"/>
              </a:ext>
            </a:extLst>
          </p:cNvPr>
          <p:cNvCxnSpPr>
            <a:cxnSpLocks/>
          </p:cNvCxnSpPr>
          <p:nvPr/>
        </p:nvCxnSpPr>
        <p:spPr>
          <a:xfrm>
            <a:off x="7350560" y="3145274"/>
            <a:ext cx="291757" cy="233586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18">
            <a:extLst>
              <a:ext uri="{FF2B5EF4-FFF2-40B4-BE49-F238E27FC236}">
                <a16:creationId xmlns:a16="http://schemas.microsoft.com/office/drawing/2014/main" id="{62235323-27E0-4F2B-ACD6-3D43CF05EA92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095273" y="2889764"/>
            <a:ext cx="0" cy="51102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Oval 20">
            <a:extLst>
              <a:ext uri="{FF2B5EF4-FFF2-40B4-BE49-F238E27FC236}">
                <a16:creationId xmlns:a16="http://schemas.microsoft.com/office/drawing/2014/main" id="{879C2647-23CC-42E8-B376-5CB54A2F0C53}"/>
              </a:ext>
            </a:extLst>
          </p:cNvPr>
          <p:cNvSpPr/>
          <p:nvPr/>
        </p:nvSpPr>
        <p:spPr>
          <a:xfrm>
            <a:off x="6154729" y="3026428"/>
            <a:ext cx="242058" cy="25074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/>
          </a:p>
        </p:txBody>
      </p:sp>
      <p:sp>
        <p:nvSpPr>
          <p:cNvPr id="204" name="Oval 22">
            <a:extLst>
              <a:ext uri="{FF2B5EF4-FFF2-40B4-BE49-F238E27FC236}">
                <a16:creationId xmlns:a16="http://schemas.microsoft.com/office/drawing/2014/main" id="{FF379E80-C9B3-4E49-BDAD-95B17F155007}"/>
              </a:ext>
            </a:extLst>
          </p:cNvPr>
          <p:cNvSpPr/>
          <p:nvPr/>
        </p:nvSpPr>
        <p:spPr>
          <a:xfrm>
            <a:off x="7231287" y="1899532"/>
            <a:ext cx="242058" cy="25074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81" dirty="0"/>
          </a:p>
        </p:txBody>
      </p:sp>
      <p:sp>
        <p:nvSpPr>
          <p:cNvPr id="205" name="Partial Circle 9">
            <a:extLst>
              <a:ext uri="{FF2B5EF4-FFF2-40B4-BE49-F238E27FC236}">
                <a16:creationId xmlns:a16="http://schemas.microsoft.com/office/drawing/2014/main" id="{CDAB9B65-F0EA-4307-A714-FD3B542E8533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253141" y="3004978"/>
            <a:ext cx="152595" cy="294622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/>
              <p:nvPr/>
            </p:nvSpPr>
            <p:spPr>
              <a:xfrm>
                <a:off x="6710734" y="3057213"/>
                <a:ext cx="469721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85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2385" dirty="0"/>
              </a:p>
            </p:txBody>
          </p:sp>
        </mc:Choice>
        <mc:Fallback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0734" y="3057213"/>
                <a:ext cx="469721" cy="45935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Arrow Connector 17">
            <a:extLst>
              <a:ext uri="{FF2B5EF4-FFF2-40B4-BE49-F238E27FC236}">
                <a16:creationId xmlns:a16="http://schemas.microsoft.com/office/drawing/2014/main" id="{724A40A3-CD27-4E77-B6D9-8DA4C5664656}"/>
              </a:ext>
            </a:extLst>
          </p:cNvPr>
          <p:cNvCxnSpPr>
            <a:cxnSpLocks/>
          </p:cNvCxnSpPr>
          <p:nvPr/>
        </p:nvCxnSpPr>
        <p:spPr>
          <a:xfrm flipH="1">
            <a:off x="7019576" y="3154097"/>
            <a:ext cx="330174" cy="426961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8" name="Partial Circle 9">
            <a:extLst>
              <a:ext uri="{FF2B5EF4-FFF2-40B4-BE49-F238E27FC236}">
                <a16:creationId xmlns:a16="http://schemas.microsoft.com/office/drawing/2014/main" id="{B40095E4-DBF3-4599-A0CD-D7AC4DC40D00}"/>
              </a:ext>
            </a:extLst>
          </p:cNvPr>
          <p:cNvSpPr>
            <a:spLocks noChangeAspect="1"/>
          </p:cNvSpPr>
          <p:nvPr/>
        </p:nvSpPr>
        <p:spPr>
          <a:xfrm>
            <a:off x="7234179" y="2949508"/>
            <a:ext cx="222338" cy="449055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/>
              <p:nvPr/>
            </p:nvSpPr>
            <p:spPr>
              <a:xfrm>
                <a:off x="7293457" y="2579769"/>
                <a:ext cx="442617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85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2385" dirty="0"/>
              </a:p>
            </p:txBody>
          </p:sp>
        </mc:Choice>
        <mc:Fallback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3457" y="2579769"/>
                <a:ext cx="442617" cy="459357"/>
              </a:xfrm>
              <a:prstGeom prst="rect">
                <a:avLst/>
              </a:prstGeom>
              <a:blipFill>
                <a:blip r:embed="rId17"/>
                <a:stretch>
                  <a:fillRect l="-4110" r="-1370" b="-171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0" name="Straight Arrow Connector 17">
            <a:extLst>
              <a:ext uri="{FF2B5EF4-FFF2-40B4-BE49-F238E27FC236}">
                <a16:creationId xmlns:a16="http://schemas.microsoft.com/office/drawing/2014/main" id="{50922427-FD3A-4F4E-8DF5-9258210335AD}"/>
              </a:ext>
            </a:extLst>
          </p:cNvPr>
          <p:cNvCxnSpPr>
            <a:cxnSpLocks/>
          </p:cNvCxnSpPr>
          <p:nvPr/>
        </p:nvCxnSpPr>
        <p:spPr>
          <a:xfrm flipV="1">
            <a:off x="7337704" y="2489918"/>
            <a:ext cx="852203" cy="669998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9" name="Oval 22">
            <a:extLst>
              <a:ext uri="{FF2B5EF4-FFF2-40B4-BE49-F238E27FC236}">
                <a16:creationId xmlns:a16="http://schemas.microsoft.com/office/drawing/2014/main" id="{68D4C253-A7D7-4EF1-861B-831408D0CECC}"/>
              </a:ext>
            </a:extLst>
          </p:cNvPr>
          <p:cNvSpPr/>
          <p:nvPr/>
        </p:nvSpPr>
        <p:spPr>
          <a:xfrm>
            <a:off x="7740468" y="3446235"/>
            <a:ext cx="242058" cy="25074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p:sp>
        <p:nvSpPr>
          <p:cNvPr id="60" name="Oval 22">
            <a:extLst>
              <a:ext uri="{FF2B5EF4-FFF2-40B4-BE49-F238E27FC236}">
                <a16:creationId xmlns:a16="http://schemas.microsoft.com/office/drawing/2014/main" id="{9DB2E29E-1DA6-4068-BFDE-62C0E72DDCD2}"/>
              </a:ext>
            </a:extLst>
          </p:cNvPr>
          <p:cNvSpPr/>
          <p:nvPr/>
        </p:nvSpPr>
        <p:spPr>
          <a:xfrm>
            <a:off x="6718579" y="2640081"/>
            <a:ext cx="242058" cy="25074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/>
              <p:nvPr/>
            </p:nvSpPr>
            <p:spPr>
              <a:xfrm>
                <a:off x="3950368" y="2698472"/>
                <a:ext cx="2096695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/2, 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2385" dirty="0"/>
              </a:p>
            </p:txBody>
          </p:sp>
        </mc:Choice>
        <mc:Fallback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0368" y="2698472"/>
                <a:ext cx="2096695" cy="459357"/>
              </a:xfrm>
              <a:prstGeom prst="rect">
                <a:avLst/>
              </a:prstGeom>
              <a:blipFill>
                <a:blip r:embed="rId18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/>
              <p:nvPr/>
            </p:nvSpPr>
            <p:spPr>
              <a:xfrm>
                <a:off x="8436033" y="2618529"/>
                <a:ext cx="2369563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2385" dirty="0"/>
              </a:p>
            </p:txBody>
          </p:sp>
        </mc:Choice>
        <mc:Fallback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6033" y="2618529"/>
                <a:ext cx="2369563" cy="459357"/>
              </a:xfrm>
              <a:prstGeom prst="rect">
                <a:avLst/>
              </a:prstGeom>
              <a:blipFill>
                <a:blip r:embed="rId19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/>
              <p:nvPr/>
            </p:nvSpPr>
            <p:spPr>
              <a:xfrm>
                <a:off x="8436031" y="5073099"/>
                <a:ext cx="2369563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2385" dirty="0"/>
              </a:p>
            </p:txBody>
          </p:sp>
        </mc:Choice>
        <mc:Fallback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6031" y="5073099"/>
                <a:ext cx="2369563" cy="459357"/>
              </a:xfrm>
              <a:prstGeom prst="rect">
                <a:avLst/>
              </a:prstGeom>
              <a:blipFill>
                <a:blip r:embed="rId20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A5CECF8F-FA0B-4980-9EA4-B7ACFDA333DC}"/>
                  </a:ext>
                </a:extLst>
              </p:cNvPr>
              <p:cNvSpPr/>
              <p:nvPr/>
            </p:nvSpPr>
            <p:spPr>
              <a:xfrm>
                <a:off x="-2730844" y="-2223321"/>
                <a:ext cx="2327945" cy="688522"/>
              </a:xfrm>
              <a:prstGeom prst="rect">
                <a:avLst/>
              </a:prstGeom>
              <a:solidFill>
                <a:srgbClr val="EFEFEF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3874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1, 0, −1, 0</m:t>
                      </m:r>
                    </m:oMath>
                  </m:oMathPara>
                </a14:m>
                <a:endParaRPr lang="zh-TW" altLang="en-US" sz="3874" dirty="0"/>
              </a:p>
            </p:txBody>
          </p:sp>
        </mc:Choice>
        <mc:Fallback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A5CECF8F-FA0B-4980-9EA4-B7ACFDA333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730844" y="-2223321"/>
                <a:ext cx="2327945" cy="68852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文字方塊 85">
            <a:extLst>
              <a:ext uri="{FF2B5EF4-FFF2-40B4-BE49-F238E27FC236}">
                <a16:creationId xmlns:a16="http://schemas.microsoft.com/office/drawing/2014/main" id="{51FB45EE-9CD2-46E0-8B45-A07F88EED04A}"/>
              </a:ext>
            </a:extLst>
          </p:cNvPr>
          <p:cNvSpPr txBox="1"/>
          <p:nvPr/>
        </p:nvSpPr>
        <p:spPr>
          <a:xfrm>
            <a:off x="4094315" y="-1128698"/>
            <a:ext cx="7173347" cy="622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3444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Gray excitons transition rate</a:t>
            </a:r>
            <a:endParaRPr lang="zh-TW" altLang="en-US" sz="3444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3" name="圖片 72">
            <a:extLst>
              <a:ext uri="{FF2B5EF4-FFF2-40B4-BE49-F238E27FC236}">
                <a16:creationId xmlns:a16="http://schemas.microsoft.com/office/drawing/2014/main" id="{C70DECF2-887F-44E8-BABC-A3DE808BAA8D}"/>
              </a:ext>
            </a:extLst>
          </p:cNvPr>
          <p:cNvPicPr>
            <a:picLocks noChangeAspect="1"/>
          </p:cNvPicPr>
          <p:nvPr/>
        </p:nvPicPr>
        <p:blipFill>
          <a:blip r:embed="rId2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777656" y="-313198"/>
            <a:ext cx="2777963" cy="555592"/>
          </a:xfrm>
          <a:prstGeom prst="rect">
            <a:avLst/>
          </a:prstGeom>
        </p:spPr>
      </p:pic>
      <p:pic>
        <p:nvPicPr>
          <p:cNvPr id="74" name="圖片 73">
            <a:extLst>
              <a:ext uri="{FF2B5EF4-FFF2-40B4-BE49-F238E27FC236}">
                <a16:creationId xmlns:a16="http://schemas.microsoft.com/office/drawing/2014/main" id="{F7DCB2BE-9481-4564-B0BD-1078CC035CFC}"/>
              </a:ext>
            </a:extLst>
          </p:cNvPr>
          <p:cNvPicPr>
            <a:picLocks noChangeAspect="1"/>
          </p:cNvPicPr>
          <p:nvPr/>
        </p:nvPicPr>
        <p:blipFill rotWithShape="1">
          <a:blip r:embed="rId23"/>
          <a:srcRect l="25321" r="50344"/>
          <a:stretch/>
        </p:blipFill>
        <p:spPr>
          <a:xfrm>
            <a:off x="6396264" y="5290225"/>
            <a:ext cx="1824573" cy="1809247"/>
          </a:xfrm>
          <a:prstGeom prst="rect">
            <a:avLst/>
          </a:prstGeom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60620FC7-D77B-485E-8634-92B77B105FA9}"/>
              </a:ext>
            </a:extLst>
          </p:cNvPr>
          <p:cNvPicPr>
            <a:picLocks noChangeAspect="1"/>
          </p:cNvPicPr>
          <p:nvPr/>
        </p:nvPicPr>
        <p:blipFill rotWithShape="1">
          <a:blip r:embed="rId24"/>
          <a:srcRect l="10337" t="20546" r="9330" b="19264"/>
          <a:stretch/>
        </p:blipFill>
        <p:spPr>
          <a:xfrm>
            <a:off x="9030605" y="-284275"/>
            <a:ext cx="1178795" cy="277711"/>
          </a:xfrm>
          <a:prstGeom prst="rect">
            <a:avLst/>
          </a:prstGeom>
        </p:spPr>
      </p:pic>
      <p:pic>
        <p:nvPicPr>
          <p:cNvPr id="65" name="圖片 64">
            <a:extLst>
              <a:ext uri="{FF2B5EF4-FFF2-40B4-BE49-F238E27FC236}">
                <a16:creationId xmlns:a16="http://schemas.microsoft.com/office/drawing/2014/main" id="{A9EAE050-FE34-4453-B019-8DBC0D70742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4969" r="49713"/>
          <a:stretch/>
        </p:blipFill>
        <p:spPr>
          <a:xfrm>
            <a:off x="6355262" y="5311795"/>
            <a:ext cx="1906572" cy="1807348"/>
          </a:xfrm>
          <a:prstGeom prst="rect">
            <a:avLst/>
          </a:prstGeom>
        </p:spPr>
      </p:pic>
      <p:cxnSp>
        <p:nvCxnSpPr>
          <p:cNvPr id="57" name="直線接點 56">
            <a:extLst>
              <a:ext uri="{FF2B5EF4-FFF2-40B4-BE49-F238E27FC236}">
                <a16:creationId xmlns:a16="http://schemas.microsoft.com/office/drawing/2014/main" id="{843D5542-0B1E-4788-A965-D515E7E4A917}"/>
              </a:ext>
            </a:extLst>
          </p:cNvPr>
          <p:cNvCxnSpPr>
            <a:cxnSpLocks/>
          </p:cNvCxnSpPr>
          <p:nvPr/>
        </p:nvCxnSpPr>
        <p:spPr>
          <a:xfrm>
            <a:off x="7981648" y="3732298"/>
            <a:ext cx="738029" cy="1032087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8" name="直線接點 57">
            <a:extLst>
              <a:ext uri="{FF2B5EF4-FFF2-40B4-BE49-F238E27FC236}">
                <a16:creationId xmlns:a16="http://schemas.microsoft.com/office/drawing/2014/main" id="{A4FFC2DB-BF07-454C-90AB-9A8E2D846B62}"/>
              </a:ext>
            </a:extLst>
          </p:cNvPr>
          <p:cNvCxnSpPr>
            <a:cxnSpLocks/>
          </p:cNvCxnSpPr>
          <p:nvPr/>
        </p:nvCxnSpPr>
        <p:spPr>
          <a:xfrm>
            <a:off x="5931583" y="1487980"/>
            <a:ext cx="857207" cy="1224764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7134F33C-A8D5-465F-A5C2-AD7DB90717A6}"/>
              </a:ext>
            </a:extLst>
          </p:cNvPr>
          <p:cNvCxnSpPr>
            <a:cxnSpLocks/>
          </p:cNvCxnSpPr>
          <p:nvPr/>
        </p:nvCxnSpPr>
        <p:spPr>
          <a:xfrm flipH="1">
            <a:off x="5890567" y="3237779"/>
            <a:ext cx="301757" cy="699543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7" name="直線接點 66">
            <a:extLst>
              <a:ext uri="{FF2B5EF4-FFF2-40B4-BE49-F238E27FC236}">
                <a16:creationId xmlns:a16="http://schemas.microsoft.com/office/drawing/2014/main" id="{AD627214-F76D-46F6-9B48-120C3016B40F}"/>
              </a:ext>
            </a:extLst>
          </p:cNvPr>
          <p:cNvCxnSpPr>
            <a:cxnSpLocks/>
          </p:cNvCxnSpPr>
          <p:nvPr/>
        </p:nvCxnSpPr>
        <p:spPr>
          <a:xfrm flipV="1">
            <a:off x="8521517" y="2548510"/>
            <a:ext cx="225511" cy="479927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78" name="圖片 77">
            <a:extLst>
              <a:ext uri="{FF2B5EF4-FFF2-40B4-BE49-F238E27FC236}">
                <a16:creationId xmlns:a16="http://schemas.microsoft.com/office/drawing/2014/main" id="{6CFAF60E-ED5C-4431-B59E-1B980D00A0E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5740" r="-371"/>
          <a:stretch/>
        </p:blipFill>
        <p:spPr>
          <a:xfrm>
            <a:off x="8682090" y="853736"/>
            <a:ext cx="1854850" cy="1807348"/>
          </a:xfrm>
          <a:prstGeom prst="rect">
            <a:avLst/>
          </a:prstGeom>
        </p:spPr>
      </p:pic>
      <p:pic>
        <p:nvPicPr>
          <p:cNvPr id="81" name="圖片 80">
            <a:extLst>
              <a:ext uri="{FF2B5EF4-FFF2-40B4-BE49-F238E27FC236}">
                <a16:creationId xmlns:a16="http://schemas.microsoft.com/office/drawing/2014/main" id="{23E50205-2B54-43CA-A690-8F40BCC5CA7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0343" r="24408"/>
          <a:stretch/>
        </p:blipFill>
        <p:spPr>
          <a:xfrm>
            <a:off x="4043796" y="3343607"/>
            <a:ext cx="1901450" cy="1807348"/>
          </a:xfrm>
          <a:prstGeom prst="rect">
            <a:avLst/>
          </a:prstGeom>
        </p:spPr>
      </p:pic>
      <p:pic>
        <p:nvPicPr>
          <p:cNvPr id="82" name="圖片 81">
            <a:extLst>
              <a:ext uri="{FF2B5EF4-FFF2-40B4-BE49-F238E27FC236}">
                <a16:creationId xmlns:a16="http://schemas.microsoft.com/office/drawing/2014/main" id="{DFC059D8-9972-474C-A020-516C244260FE}"/>
              </a:ext>
            </a:extLst>
          </p:cNvPr>
          <p:cNvPicPr>
            <a:picLocks noChangeAspect="1"/>
          </p:cNvPicPr>
          <p:nvPr/>
        </p:nvPicPr>
        <p:blipFill rotWithShape="1">
          <a:blip r:embed="rId2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0250"/>
          <a:stretch/>
        </p:blipFill>
        <p:spPr>
          <a:xfrm>
            <a:off x="8697481" y="3283002"/>
            <a:ext cx="1821239" cy="1773320"/>
          </a:xfrm>
          <a:prstGeom prst="rect">
            <a:avLst/>
          </a:prstGeom>
        </p:spPr>
      </p:pic>
      <p:pic>
        <p:nvPicPr>
          <p:cNvPr id="83" name="圖片 82">
            <a:extLst>
              <a:ext uri="{FF2B5EF4-FFF2-40B4-BE49-F238E27FC236}">
                <a16:creationId xmlns:a16="http://schemas.microsoft.com/office/drawing/2014/main" id="{92ADD338-DADD-4220-91D8-88B89FD6B294}"/>
              </a:ext>
            </a:extLst>
          </p:cNvPr>
          <p:cNvPicPr>
            <a:picLocks noChangeAspect="1"/>
          </p:cNvPicPr>
          <p:nvPr/>
        </p:nvPicPr>
        <p:blipFill rotWithShape="1">
          <a:blip r:embed="rId2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50683"/>
          <a:stretch/>
        </p:blipFill>
        <p:spPr>
          <a:xfrm>
            <a:off x="4103961" y="921992"/>
            <a:ext cx="1805394" cy="1773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7670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0A201059-CBEA-450E-A194-C87A6FD41662}"/>
              </a:ext>
            </a:extLst>
          </p:cNvPr>
          <p:cNvSpPr/>
          <p:nvPr/>
        </p:nvSpPr>
        <p:spPr>
          <a:xfrm>
            <a:off x="3772165" y="-1857577"/>
            <a:ext cx="7831307" cy="967637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64892" tIns="32448" rIns="64892" bIns="324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278" dirty="0"/>
          </a:p>
        </p:txBody>
      </p:sp>
      <p:pic>
        <p:nvPicPr>
          <p:cNvPr id="76" name="圖片 75">
            <a:extLst>
              <a:ext uri="{FF2B5EF4-FFF2-40B4-BE49-F238E27FC236}">
                <a16:creationId xmlns:a16="http://schemas.microsoft.com/office/drawing/2014/main" id="{1A8F011C-674C-4011-AEF5-C808C8EEE72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75834"/>
          <a:stretch/>
        </p:blipFill>
        <p:spPr>
          <a:xfrm>
            <a:off x="6427001" y="-1122961"/>
            <a:ext cx="1804070" cy="1799342"/>
          </a:xfrm>
          <a:prstGeom prst="rect">
            <a:avLst/>
          </a:prstGeom>
        </p:spPr>
      </p:pic>
      <p:pic>
        <p:nvPicPr>
          <p:cNvPr id="77" name="圖片 76">
            <a:extLst>
              <a:ext uri="{FF2B5EF4-FFF2-40B4-BE49-F238E27FC236}">
                <a16:creationId xmlns:a16="http://schemas.microsoft.com/office/drawing/2014/main" id="{39760425-45C4-4A64-8812-4FCC04E4B50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5539" r="50569"/>
          <a:stretch/>
        </p:blipFill>
        <p:spPr>
          <a:xfrm>
            <a:off x="6406501" y="5310049"/>
            <a:ext cx="1783569" cy="1799342"/>
          </a:xfrm>
          <a:prstGeom prst="rect">
            <a:avLst/>
          </a:prstGeom>
        </p:spPr>
      </p:pic>
      <p:pic>
        <p:nvPicPr>
          <p:cNvPr id="69" name="圖片 68">
            <a:extLst>
              <a:ext uri="{FF2B5EF4-FFF2-40B4-BE49-F238E27FC236}">
                <a16:creationId xmlns:a16="http://schemas.microsoft.com/office/drawing/2014/main" id="{8708A4BB-0E45-4642-B697-9316736AD31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952" t="70186" r="4524" b="8575"/>
          <a:stretch/>
        </p:blipFill>
        <p:spPr>
          <a:xfrm>
            <a:off x="8354096" y="-1092212"/>
            <a:ext cx="507393" cy="195953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/>
              <p:nvPr/>
            </p:nvSpPr>
            <p:spPr>
              <a:xfrm>
                <a:off x="7197528" y="154644"/>
                <a:ext cx="578958" cy="4794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516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516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2516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516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2516" dirty="0"/>
              </a:p>
            </p:txBody>
          </p:sp>
        </mc:Choice>
        <mc:Fallback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7528" y="154644"/>
                <a:ext cx="578958" cy="479490"/>
              </a:xfrm>
              <a:prstGeom prst="rect">
                <a:avLst/>
              </a:prstGeom>
              <a:blipFill>
                <a:blip r:embed="rId4"/>
                <a:stretch>
                  <a:fillRect l="-3158" r="-53684" b="-139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群組 27">
            <a:extLst>
              <a:ext uri="{FF2B5EF4-FFF2-40B4-BE49-F238E27FC236}">
                <a16:creationId xmlns:a16="http://schemas.microsoft.com/office/drawing/2014/main" id="{C3F8E30C-C74A-4632-B3C8-0D4CFB5D6435}"/>
              </a:ext>
            </a:extLst>
          </p:cNvPr>
          <p:cNvGrpSpPr/>
          <p:nvPr/>
        </p:nvGrpSpPr>
        <p:grpSpPr>
          <a:xfrm>
            <a:off x="7298159" y="-205194"/>
            <a:ext cx="108731" cy="104303"/>
            <a:chOff x="1373392" y="2391862"/>
            <a:chExt cx="479433" cy="476535"/>
          </a:xfrm>
        </p:grpSpPr>
        <p:sp>
          <p:nvSpPr>
            <p:cNvPr id="31" name="箭號: 向右 30">
              <a:extLst>
                <a:ext uri="{FF2B5EF4-FFF2-40B4-BE49-F238E27FC236}">
                  <a16:creationId xmlns:a16="http://schemas.microsoft.com/office/drawing/2014/main" id="{B6AFF9D7-1B74-440F-BF11-8C692687B663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516">
                <a:solidFill>
                  <a:schemeClr val="bg1"/>
                </a:solidFill>
              </a:endParaRPr>
            </a:p>
          </p:txBody>
        </p:sp>
        <p:sp>
          <p:nvSpPr>
            <p:cNvPr id="32" name="箭號: 向右 31">
              <a:extLst>
                <a:ext uri="{FF2B5EF4-FFF2-40B4-BE49-F238E27FC236}">
                  <a16:creationId xmlns:a16="http://schemas.microsoft.com/office/drawing/2014/main" id="{0E7FD6CF-F2EF-42AA-8939-4954838FEF2F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516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/>
              <p:nvPr/>
            </p:nvSpPr>
            <p:spPr>
              <a:xfrm>
                <a:off x="7030791" y="-729302"/>
                <a:ext cx="392950" cy="4883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385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385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385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385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791" y="-729302"/>
                <a:ext cx="392950" cy="488339"/>
              </a:xfrm>
              <a:prstGeom prst="rect">
                <a:avLst/>
              </a:prstGeom>
              <a:blipFill>
                <a:blip r:embed="rId5"/>
                <a:stretch>
                  <a:fillRect l="-10769" r="-27692" b="-7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/>
              <p:nvPr/>
            </p:nvSpPr>
            <p:spPr>
              <a:xfrm>
                <a:off x="7312374" y="-435053"/>
                <a:ext cx="321295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385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385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385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385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2374" y="-435053"/>
                <a:ext cx="321295" cy="459357"/>
              </a:xfrm>
              <a:prstGeom prst="rect">
                <a:avLst/>
              </a:prstGeom>
              <a:blipFill>
                <a:blip r:embed="rId6"/>
                <a:stretch>
                  <a:fillRect l="-13462" r="-50000" b="-1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/>
              <p:nvPr/>
            </p:nvSpPr>
            <p:spPr>
              <a:xfrm>
                <a:off x="8162580" y="354699"/>
                <a:ext cx="439386" cy="4215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2139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2139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2139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2139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2139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2580" y="354699"/>
                <a:ext cx="439386" cy="421526"/>
              </a:xfrm>
              <a:prstGeom prst="rect">
                <a:avLst/>
              </a:prstGeom>
              <a:blipFill>
                <a:blip r:embed="rId7"/>
                <a:stretch>
                  <a:fillRect r="-2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/>
              <p:nvPr/>
            </p:nvSpPr>
            <p:spPr>
              <a:xfrm>
                <a:off x="6271083" y="692640"/>
                <a:ext cx="2330884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2385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2385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2385" dirty="0"/>
              </a:p>
            </p:txBody>
          </p:sp>
        </mc:Choice>
        <mc:Fallback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1083" y="692640"/>
                <a:ext cx="2330884" cy="459357"/>
              </a:xfrm>
              <a:prstGeom prst="rect">
                <a:avLst/>
              </a:prstGeom>
              <a:blipFill>
                <a:blip r:embed="rId8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/>
              <p:nvPr/>
            </p:nvSpPr>
            <p:spPr>
              <a:xfrm>
                <a:off x="3813932" y="5101032"/>
                <a:ext cx="2369563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2385" dirty="0"/>
              </a:p>
            </p:txBody>
          </p:sp>
        </mc:Choice>
        <mc:Fallback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3932" y="5101032"/>
                <a:ext cx="2369563" cy="459357"/>
              </a:xfrm>
              <a:prstGeom prst="rect">
                <a:avLst/>
              </a:prstGeom>
              <a:blipFill>
                <a:blip r:embed="rId9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/>
              <p:nvPr/>
            </p:nvSpPr>
            <p:spPr>
              <a:xfrm>
                <a:off x="6254721" y="6413497"/>
                <a:ext cx="2199636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2385" dirty="0"/>
              </a:p>
            </p:txBody>
          </p:sp>
        </mc:Choice>
        <mc:Fallback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4721" y="6413497"/>
                <a:ext cx="2199636" cy="45935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/>
              <p:nvPr/>
            </p:nvSpPr>
            <p:spPr>
              <a:xfrm>
                <a:off x="6714239" y="4368846"/>
                <a:ext cx="1211351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385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−1, 2</m:t>
                          </m:r>
                        </m:e>
                      </m:d>
                    </m:oMath>
                  </m:oMathPara>
                </a14:m>
                <a:endParaRPr lang="zh-TW" altLang="en-US" sz="2385" dirty="0"/>
              </a:p>
            </p:txBody>
          </p:sp>
        </mc:Choice>
        <mc:Fallback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4239" y="4368846"/>
                <a:ext cx="1211351" cy="459357"/>
              </a:xfrm>
              <a:prstGeom prst="rect">
                <a:avLst/>
              </a:prstGeom>
              <a:blipFill>
                <a:blip r:embed="rId11"/>
                <a:stretch>
                  <a:fillRect t="-132000" r="-48241" b="-198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/>
              <p:nvPr/>
            </p:nvSpPr>
            <p:spPr>
              <a:xfrm>
                <a:off x="6739268" y="1397636"/>
                <a:ext cx="1211351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385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2385" dirty="0"/>
              </a:p>
            </p:txBody>
          </p:sp>
        </mc:Choice>
        <mc:Fallback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9268" y="1397636"/>
                <a:ext cx="1211351" cy="459357"/>
              </a:xfrm>
              <a:prstGeom prst="rect">
                <a:avLst/>
              </a:prstGeom>
              <a:blipFill>
                <a:blip r:embed="rId12"/>
                <a:stretch>
                  <a:fillRect t="-130263" r="-38889" b="-19473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8" name="Oval 14">
            <a:extLst>
              <a:ext uri="{FF2B5EF4-FFF2-40B4-BE49-F238E27FC236}">
                <a16:creationId xmlns:a16="http://schemas.microsoft.com/office/drawing/2014/main" id="{BFE1A833-1513-4824-8656-9921D714FE8A}"/>
              </a:ext>
            </a:extLst>
          </p:cNvPr>
          <p:cNvSpPr/>
          <p:nvPr/>
        </p:nvSpPr>
        <p:spPr>
          <a:xfrm>
            <a:off x="7230934" y="1911266"/>
            <a:ext cx="242058" cy="250743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81" dirty="0"/>
          </a:p>
        </p:txBody>
      </p:sp>
      <p:sp>
        <p:nvSpPr>
          <p:cNvPr id="189" name="Oval 4">
            <a:extLst>
              <a:ext uri="{FF2B5EF4-FFF2-40B4-BE49-F238E27FC236}">
                <a16:creationId xmlns:a16="http://schemas.microsoft.com/office/drawing/2014/main" id="{F53C7391-688C-4131-8E41-FBFAAC99D7A5}"/>
              </a:ext>
            </a:extLst>
          </p:cNvPr>
          <p:cNvSpPr/>
          <p:nvPr/>
        </p:nvSpPr>
        <p:spPr>
          <a:xfrm>
            <a:off x="6279405" y="2036629"/>
            <a:ext cx="2151650" cy="2228836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p:sp>
        <p:nvSpPr>
          <p:cNvPr id="190" name="Oval 15">
            <a:extLst>
              <a:ext uri="{FF2B5EF4-FFF2-40B4-BE49-F238E27FC236}">
                <a16:creationId xmlns:a16="http://schemas.microsoft.com/office/drawing/2014/main" id="{EEE72FF1-8EEF-4347-9AFD-3A6BCAD8A99D}"/>
              </a:ext>
            </a:extLst>
          </p:cNvPr>
          <p:cNvSpPr/>
          <p:nvPr/>
        </p:nvSpPr>
        <p:spPr>
          <a:xfrm>
            <a:off x="7230934" y="4138848"/>
            <a:ext cx="242058" cy="250743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p:sp>
        <p:nvSpPr>
          <p:cNvPr id="191" name="SHO">
            <a:extLst>
              <a:ext uri="{FF2B5EF4-FFF2-40B4-BE49-F238E27FC236}">
                <a16:creationId xmlns:a16="http://schemas.microsoft.com/office/drawing/2014/main" id="{DF317355-9F86-47FD-AB9C-7349392CBCFA}"/>
              </a:ext>
            </a:extLst>
          </p:cNvPr>
          <p:cNvSpPr/>
          <p:nvPr/>
        </p:nvSpPr>
        <p:spPr>
          <a:xfrm rot="16200000">
            <a:off x="6888040" y="2075956"/>
            <a:ext cx="927850" cy="2151650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p:sp>
        <p:nvSpPr>
          <p:cNvPr id="192" name="SVO">
            <a:extLst>
              <a:ext uri="{FF2B5EF4-FFF2-40B4-BE49-F238E27FC236}">
                <a16:creationId xmlns:a16="http://schemas.microsoft.com/office/drawing/2014/main" id="{BF3FCDAA-39F0-4F35-B053-8D3926B58544}"/>
              </a:ext>
            </a:extLst>
          </p:cNvPr>
          <p:cNvSpPr/>
          <p:nvPr/>
        </p:nvSpPr>
        <p:spPr>
          <a:xfrm>
            <a:off x="6812724" y="2037378"/>
            <a:ext cx="1075826" cy="2228836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/>
          </a:p>
        </p:txBody>
      </p:sp>
      <p:sp>
        <p:nvSpPr>
          <p:cNvPr id="193" name="Oval 6">
            <a:extLst>
              <a:ext uri="{FF2B5EF4-FFF2-40B4-BE49-F238E27FC236}">
                <a16:creationId xmlns:a16="http://schemas.microsoft.com/office/drawing/2014/main" id="{21F40E92-2EBB-41D1-8ACF-27CD42CED86E}"/>
              </a:ext>
            </a:extLst>
          </p:cNvPr>
          <p:cNvSpPr/>
          <p:nvPr/>
        </p:nvSpPr>
        <p:spPr>
          <a:xfrm rot="16200000">
            <a:off x="6888040" y="2075956"/>
            <a:ext cx="927850" cy="2151650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/>
              <p:nvPr/>
            </p:nvSpPr>
            <p:spPr>
              <a:xfrm>
                <a:off x="6532885" y="2886041"/>
                <a:ext cx="263635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85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385" dirty="0"/>
              </a:p>
            </p:txBody>
          </p:sp>
        </mc:Choice>
        <mc:Fallback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2885" y="2886041"/>
                <a:ext cx="263635" cy="459357"/>
              </a:xfrm>
              <a:prstGeom prst="rect">
                <a:avLst/>
              </a:prstGeom>
              <a:blipFill>
                <a:blip r:embed="rId13"/>
                <a:stretch>
                  <a:fillRect r="-2558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5" name="Oval 22">
            <a:extLst>
              <a:ext uri="{FF2B5EF4-FFF2-40B4-BE49-F238E27FC236}">
                <a16:creationId xmlns:a16="http://schemas.microsoft.com/office/drawing/2014/main" id="{EFF8AF81-9C0B-475F-823A-FE7A3CBCB5A0}"/>
              </a:ext>
            </a:extLst>
          </p:cNvPr>
          <p:cNvSpPr/>
          <p:nvPr/>
        </p:nvSpPr>
        <p:spPr>
          <a:xfrm>
            <a:off x="7229524" y="4138848"/>
            <a:ext cx="242058" cy="25074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/>
              <p:nvPr/>
            </p:nvSpPr>
            <p:spPr>
              <a:xfrm>
                <a:off x="7508764" y="3028191"/>
                <a:ext cx="263635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85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385" dirty="0"/>
              </a:p>
            </p:txBody>
          </p:sp>
        </mc:Choice>
        <mc:Fallback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8764" y="3028191"/>
                <a:ext cx="263635" cy="459357"/>
              </a:xfrm>
              <a:prstGeom prst="rect">
                <a:avLst/>
              </a:prstGeom>
              <a:blipFill>
                <a:blip r:embed="rId14"/>
                <a:stretch>
                  <a:fillRect l="-6977" r="-41860" b="-10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/>
              <p:nvPr/>
            </p:nvSpPr>
            <p:spPr>
              <a:xfrm>
                <a:off x="7145001" y="2089836"/>
                <a:ext cx="382899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85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2385" dirty="0"/>
              </a:p>
            </p:txBody>
          </p:sp>
        </mc:Choice>
        <mc:Fallback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5001" y="2089836"/>
                <a:ext cx="382899" cy="45935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8" name="DVO">
            <a:extLst>
              <a:ext uri="{FF2B5EF4-FFF2-40B4-BE49-F238E27FC236}">
                <a16:creationId xmlns:a16="http://schemas.microsoft.com/office/drawing/2014/main" id="{C4C25D57-4CC5-46C8-A753-793BD70EB368}"/>
              </a:ext>
            </a:extLst>
          </p:cNvPr>
          <p:cNvSpPr/>
          <p:nvPr/>
        </p:nvSpPr>
        <p:spPr>
          <a:xfrm flipH="1">
            <a:off x="6812724" y="2037378"/>
            <a:ext cx="1075826" cy="2228836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p:sp>
        <p:nvSpPr>
          <p:cNvPr id="199" name="Oval 23">
            <a:extLst>
              <a:ext uri="{FF2B5EF4-FFF2-40B4-BE49-F238E27FC236}">
                <a16:creationId xmlns:a16="http://schemas.microsoft.com/office/drawing/2014/main" id="{A820BC44-711E-4AA3-84E5-46D304DAA9B2}"/>
              </a:ext>
            </a:extLst>
          </p:cNvPr>
          <p:cNvSpPr/>
          <p:nvPr/>
        </p:nvSpPr>
        <p:spPr>
          <a:xfrm>
            <a:off x="8306628" y="3026428"/>
            <a:ext cx="242058" cy="25074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p:cxnSp>
        <p:nvCxnSpPr>
          <p:cNvPr id="200" name="Straight Arrow Connector 7">
            <a:extLst>
              <a:ext uri="{FF2B5EF4-FFF2-40B4-BE49-F238E27FC236}">
                <a16:creationId xmlns:a16="http://schemas.microsoft.com/office/drawing/2014/main" id="{8744D5BC-5663-4BC0-82F6-23411855AB72}"/>
              </a:ext>
            </a:extLst>
          </p:cNvPr>
          <p:cNvCxnSpPr>
            <a:cxnSpLocks/>
          </p:cNvCxnSpPr>
          <p:nvPr/>
        </p:nvCxnSpPr>
        <p:spPr>
          <a:xfrm flipV="1">
            <a:off x="7346125" y="2484126"/>
            <a:ext cx="2527" cy="664407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19">
            <a:extLst>
              <a:ext uri="{FF2B5EF4-FFF2-40B4-BE49-F238E27FC236}">
                <a16:creationId xmlns:a16="http://schemas.microsoft.com/office/drawing/2014/main" id="{4A34F4F4-E405-4E91-9C6A-741A0BAF70A2}"/>
              </a:ext>
            </a:extLst>
          </p:cNvPr>
          <p:cNvCxnSpPr>
            <a:cxnSpLocks/>
          </p:cNvCxnSpPr>
          <p:nvPr/>
        </p:nvCxnSpPr>
        <p:spPr>
          <a:xfrm>
            <a:off x="7350560" y="3145274"/>
            <a:ext cx="291757" cy="233586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18">
            <a:extLst>
              <a:ext uri="{FF2B5EF4-FFF2-40B4-BE49-F238E27FC236}">
                <a16:creationId xmlns:a16="http://schemas.microsoft.com/office/drawing/2014/main" id="{62235323-27E0-4F2B-ACD6-3D43CF05EA92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095273" y="2889764"/>
            <a:ext cx="0" cy="51102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Oval 20">
            <a:extLst>
              <a:ext uri="{FF2B5EF4-FFF2-40B4-BE49-F238E27FC236}">
                <a16:creationId xmlns:a16="http://schemas.microsoft.com/office/drawing/2014/main" id="{879C2647-23CC-42E8-B376-5CB54A2F0C53}"/>
              </a:ext>
            </a:extLst>
          </p:cNvPr>
          <p:cNvSpPr/>
          <p:nvPr/>
        </p:nvSpPr>
        <p:spPr>
          <a:xfrm>
            <a:off x="6154729" y="3026428"/>
            <a:ext cx="242058" cy="25074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/>
          </a:p>
        </p:txBody>
      </p:sp>
      <p:sp>
        <p:nvSpPr>
          <p:cNvPr id="204" name="Oval 22">
            <a:extLst>
              <a:ext uri="{FF2B5EF4-FFF2-40B4-BE49-F238E27FC236}">
                <a16:creationId xmlns:a16="http://schemas.microsoft.com/office/drawing/2014/main" id="{FF379E80-C9B3-4E49-BDAD-95B17F155007}"/>
              </a:ext>
            </a:extLst>
          </p:cNvPr>
          <p:cNvSpPr/>
          <p:nvPr/>
        </p:nvSpPr>
        <p:spPr>
          <a:xfrm>
            <a:off x="7231287" y="1899532"/>
            <a:ext cx="242058" cy="25074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81" dirty="0"/>
          </a:p>
        </p:txBody>
      </p:sp>
      <p:sp>
        <p:nvSpPr>
          <p:cNvPr id="205" name="Partial Circle 9">
            <a:extLst>
              <a:ext uri="{FF2B5EF4-FFF2-40B4-BE49-F238E27FC236}">
                <a16:creationId xmlns:a16="http://schemas.microsoft.com/office/drawing/2014/main" id="{CDAB9B65-F0EA-4307-A714-FD3B542E8533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253141" y="3004978"/>
            <a:ext cx="152595" cy="294622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/>
              <p:nvPr/>
            </p:nvSpPr>
            <p:spPr>
              <a:xfrm>
                <a:off x="6710734" y="3057213"/>
                <a:ext cx="469721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85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2385" dirty="0"/>
              </a:p>
            </p:txBody>
          </p:sp>
        </mc:Choice>
        <mc:Fallback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0734" y="3057213"/>
                <a:ext cx="469721" cy="45935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Arrow Connector 17">
            <a:extLst>
              <a:ext uri="{FF2B5EF4-FFF2-40B4-BE49-F238E27FC236}">
                <a16:creationId xmlns:a16="http://schemas.microsoft.com/office/drawing/2014/main" id="{724A40A3-CD27-4E77-B6D9-8DA4C5664656}"/>
              </a:ext>
            </a:extLst>
          </p:cNvPr>
          <p:cNvCxnSpPr>
            <a:cxnSpLocks/>
          </p:cNvCxnSpPr>
          <p:nvPr/>
        </p:nvCxnSpPr>
        <p:spPr>
          <a:xfrm flipH="1">
            <a:off x="7019576" y="3154097"/>
            <a:ext cx="330174" cy="426961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8" name="Partial Circle 9">
            <a:extLst>
              <a:ext uri="{FF2B5EF4-FFF2-40B4-BE49-F238E27FC236}">
                <a16:creationId xmlns:a16="http://schemas.microsoft.com/office/drawing/2014/main" id="{B40095E4-DBF3-4599-A0CD-D7AC4DC40D00}"/>
              </a:ext>
            </a:extLst>
          </p:cNvPr>
          <p:cNvSpPr>
            <a:spLocks noChangeAspect="1"/>
          </p:cNvSpPr>
          <p:nvPr/>
        </p:nvSpPr>
        <p:spPr>
          <a:xfrm>
            <a:off x="7234179" y="2949508"/>
            <a:ext cx="222338" cy="449055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/>
              <p:nvPr/>
            </p:nvSpPr>
            <p:spPr>
              <a:xfrm>
                <a:off x="7293457" y="2579769"/>
                <a:ext cx="442617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85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2385" dirty="0"/>
              </a:p>
            </p:txBody>
          </p:sp>
        </mc:Choice>
        <mc:Fallback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3457" y="2579769"/>
                <a:ext cx="442617" cy="459357"/>
              </a:xfrm>
              <a:prstGeom prst="rect">
                <a:avLst/>
              </a:prstGeom>
              <a:blipFill>
                <a:blip r:embed="rId17"/>
                <a:stretch>
                  <a:fillRect l="-4110" r="-1370" b="-171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0" name="Straight Arrow Connector 17">
            <a:extLst>
              <a:ext uri="{FF2B5EF4-FFF2-40B4-BE49-F238E27FC236}">
                <a16:creationId xmlns:a16="http://schemas.microsoft.com/office/drawing/2014/main" id="{50922427-FD3A-4F4E-8DF5-9258210335AD}"/>
              </a:ext>
            </a:extLst>
          </p:cNvPr>
          <p:cNvCxnSpPr>
            <a:cxnSpLocks/>
          </p:cNvCxnSpPr>
          <p:nvPr/>
        </p:nvCxnSpPr>
        <p:spPr>
          <a:xfrm flipV="1">
            <a:off x="7337704" y="2489918"/>
            <a:ext cx="852203" cy="669998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9" name="Oval 22">
            <a:extLst>
              <a:ext uri="{FF2B5EF4-FFF2-40B4-BE49-F238E27FC236}">
                <a16:creationId xmlns:a16="http://schemas.microsoft.com/office/drawing/2014/main" id="{68D4C253-A7D7-4EF1-861B-831408D0CECC}"/>
              </a:ext>
            </a:extLst>
          </p:cNvPr>
          <p:cNvSpPr/>
          <p:nvPr/>
        </p:nvSpPr>
        <p:spPr>
          <a:xfrm>
            <a:off x="7740468" y="3446235"/>
            <a:ext cx="242058" cy="25074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p:sp>
        <p:nvSpPr>
          <p:cNvPr id="60" name="Oval 22">
            <a:extLst>
              <a:ext uri="{FF2B5EF4-FFF2-40B4-BE49-F238E27FC236}">
                <a16:creationId xmlns:a16="http://schemas.microsoft.com/office/drawing/2014/main" id="{9DB2E29E-1DA6-4068-BFDE-62C0E72DDCD2}"/>
              </a:ext>
            </a:extLst>
          </p:cNvPr>
          <p:cNvSpPr/>
          <p:nvPr/>
        </p:nvSpPr>
        <p:spPr>
          <a:xfrm>
            <a:off x="6718579" y="2640081"/>
            <a:ext cx="242058" cy="25074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/>
              <p:nvPr/>
            </p:nvSpPr>
            <p:spPr>
              <a:xfrm>
                <a:off x="3950368" y="2667722"/>
                <a:ext cx="2096695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/2, 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2385" dirty="0"/>
              </a:p>
            </p:txBody>
          </p:sp>
        </mc:Choice>
        <mc:Fallback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0368" y="2667722"/>
                <a:ext cx="2096695" cy="459357"/>
              </a:xfrm>
              <a:prstGeom prst="rect">
                <a:avLst/>
              </a:prstGeom>
              <a:blipFill>
                <a:blip r:embed="rId18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/>
              <p:nvPr/>
            </p:nvSpPr>
            <p:spPr>
              <a:xfrm>
                <a:off x="8436033" y="2608282"/>
                <a:ext cx="2369563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2385" dirty="0"/>
              </a:p>
            </p:txBody>
          </p:sp>
        </mc:Choice>
        <mc:Fallback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6033" y="2608282"/>
                <a:ext cx="2369563" cy="459357"/>
              </a:xfrm>
              <a:prstGeom prst="rect">
                <a:avLst/>
              </a:prstGeom>
              <a:blipFill>
                <a:blip r:embed="rId19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/>
              <p:nvPr/>
            </p:nvSpPr>
            <p:spPr>
              <a:xfrm>
                <a:off x="8436031" y="5083350"/>
                <a:ext cx="2369563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2385" dirty="0"/>
              </a:p>
            </p:txBody>
          </p:sp>
        </mc:Choice>
        <mc:Fallback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6031" y="5083350"/>
                <a:ext cx="2369563" cy="459357"/>
              </a:xfrm>
              <a:prstGeom prst="rect">
                <a:avLst/>
              </a:prstGeom>
              <a:blipFill>
                <a:blip r:embed="rId20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A5CECF8F-FA0B-4980-9EA4-B7ACFDA333DC}"/>
                  </a:ext>
                </a:extLst>
              </p:cNvPr>
              <p:cNvSpPr/>
              <p:nvPr/>
            </p:nvSpPr>
            <p:spPr>
              <a:xfrm>
                <a:off x="-2730844" y="-2223321"/>
                <a:ext cx="2327945" cy="688522"/>
              </a:xfrm>
              <a:prstGeom prst="rect">
                <a:avLst/>
              </a:prstGeom>
              <a:solidFill>
                <a:srgbClr val="EFEFEF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3874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1, 0, −1, 2</m:t>
                      </m:r>
                    </m:oMath>
                  </m:oMathPara>
                </a14:m>
                <a:endParaRPr lang="zh-TW" altLang="en-US" sz="3874" dirty="0"/>
              </a:p>
            </p:txBody>
          </p:sp>
        </mc:Choice>
        <mc:Fallback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A5CECF8F-FA0B-4980-9EA4-B7ACFDA333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730844" y="-2223321"/>
                <a:ext cx="2327945" cy="68852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文字方塊 85">
            <a:extLst>
              <a:ext uri="{FF2B5EF4-FFF2-40B4-BE49-F238E27FC236}">
                <a16:creationId xmlns:a16="http://schemas.microsoft.com/office/drawing/2014/main" id="{51FB45EE-9CD2-46E0-8B45-A07F88EED04A}"/>
              </a:ext>
            </a:extLst>
          </p:cNvPr>
          <p:cNvSpPr txBox="1"/>
          <p:nvPr/>
        </p:nvSpPr>
        <p:spPr>
          <a:xfrm>
            <a:off x="4094315" y="-1128698"/>
            <a:ext cx="7173347" cy="622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3444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Gray excitons transition rate</a:t>
            </a:r>
            <a:endParaRPr lang="zh-TW" altLang="en-US" sz="3444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3" name="圖片 72">
            <a:extLst>
              <a:ext uri="{FF2B5EF4-FFF2-40B4-BE49-F238E27FC236}">
                <a16:creationId xmlns:a16="http://schemas.microsoft.com/office/drawing/2014/main" id="{C70DECF2-887F-44E8-BABC-A3DE808BAA8D}"/>
              </a:ext>
            </a:extLst>
          </p:cNvPr>
          <p:cNvPicPr>
            <a:picLocks noChangeAspect="1"/>
          </p:cNvPicPr>
          <p:nvPr/>
        </p:nvPicPr>
        <p:blipFill>
          <a:blip r:embed="rId2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777656" y="-313198"/>
            <a:ext cx="2777963" cy="555592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08F47185-7FA0-4E16-854F-0B2E0D6A3E26}"/>
              </a:ext>
            </a:extLst>
          </p:cNvPr>
          <p:cNvPicPr>
            <a:picLocks noChangeAspect="1"/>
          </p:cNvPicPr>
          <p:nvPr/>
        </p:nvPicPr>
        <p:blipFill rotWithShape="1">
          <a:blip r:embed="rId23"/>
          <a:srcRect l="10739" t="17985" r="9733" b="14782"/>
          <a:stretch/>
        </p:blipFill>
        <p:spPr>
          <a:xfrm>
            <a:off x="9035741" y="-330378"/>
            <a:ext cx="1127544" cy="299725"/>
          </a:xfrm>
          <a:prstGeom prst="rect">
            <a:avLst/>
          </a:prstGeom>
        </p:spPr>
      </p:pic>
      <p:cxnSp>
        <p:nvCxnSpPr>
          <p:cNvPr id="56" name="直線接點 55">
            <a:extLst>
              <a:ext uri="{FF2B5EF4-FFF2-40B4-BE49-F238E27FC236}">
                <a16:creationId xmlns:a16="http://schemas.microsoft.com/office/drawing/2014/main" id="{500E28E3-045E-4989-B4B0-1D27B8353377}"/>
              </a:ext>
            </a:extLst>
          </p:cNvPr>
          <p:cNvCxnSpPr>
            <a:cxnSpLocks/>
          </p:cNvCxnSpPr>
          <p:nvPr/>
        </p:nvCxnSpPr>
        <p:spPr>
          <a:xfrm>
            <a:off x="7981648" y="3732298"/>
            <a:ext cx="738029" cy="1032087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7" name="直線接點 56">
            <a:extLst>
              <a:ext uri="{FF2B5EF4-FFF2-40B4-BE49-F238E27FC236}">
                <a16:creationId xmlns:a16="http://schemas.microsoft.com/office/drawing/2014/main" id="{EB1FBBA9-B36C-444D-93A9-E5767BC4F503}"/>
              </a:ext>
            </a:extLst>
          </p:cNvPr>
          <p:cNvCxnSpPr>
            <a:cxnSpLocks/>
          </p:cNvCxnSpPr>
          <p:nvPr/>
        </p:nvCxnSpPr>
        <p:spPr>
          <a:xfrm>
            <a:off x="5931583" y="1487980"/>
            <a:ext cx="857207" cy="1224764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8" name="直線接點 57">
            <a:extLst>
              <a:ext uri="{FF2B5EF4-FFF2-40B4-BE49-F238E27FC236}">
                <a16:creationId xmlns:a16="http://schemas.microsoft.com/office/drawing/2014/main" id="{49D28E07-AB13-4144-A890-D04EB1D2BAD9}"/>
              </a:ext>
            </a:extLst>
          </p:cNvPr>
          <p:cNvCxnSpPr>
            <a:cxnSpLocks/>
          </p:cNvCxnSpPr>
          <p:nvPr/>
        </p:nvCxnSpPr>
        <p:spPr>
          <a:xfrm flipH="1">
            <a:off x="5890567" y="3237779"/>
            <a:ext cx="301757" cy="699543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C2183771-C9A2-4AEC-9922-073C123E66F9}"/>
              </a:ext>
            </a:extLst>
          </p:cNvPr>
          <p:cNvCxnSpPr>
            <a:cxnSpLocks/>
          </p:cNvCxnSpPr>
          <p:nvPr/>
        </p:nvCxnSpPr>
        <p:spPr>
          <a:xfrm flipV="1">
            <a:off x="8521517" y="2548510"/>
            <a:ext cx="225511" cy="479927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70" name="圖片 69">
            <a:extLst>
              <a:ext uri="{FF2B5EF4-FFF2-40B4-BE49-F238E27FC236}">
                <a16:creationId xmlns:a16="http://schemas.microsoft.com/office/drawing/2014/main" id="{9BA145AB-31C5-461A-9A64-EA121AD5E46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6180"/>
          <a:stretch/>
        </p:blipFill>
        <p:spPr>
          <a:xfrm>
            <a:off x="8733341" y="852087"/>
            <a:ext cx="1778266" cy="1799342"/>
          </a:xfrm>
          <a:prstGeom prst="rect">
            <a:avLst/>
          </a:prstGeom>
        </p:spPr>
      </p:pic>
      <p:pic>
        <p:nvPicPr>
          <p:cNvPr id="71" name="圖片 70">
            <a:extLst>
              <a:ext uri="{FF2B5EF4-FFF2-40B4-BE49-F238E27FC236}">
                <a16:creationId xmlns:a16="http://schemas.microsoft.com/office/drawing/2014/main" id="{58ECBFD5-FCA2-49FE-9F7E-5A59E1364912}"/>
              </a:ext>
            </a:extLst>
          </p:cNvPr>
          <p:cNvPicPr>
            <a:picLocks noChangeAspect="1"/>
          </p:cNvPicPr>
          <p:nvPr/>
        </p:nvPicPr>
        <p:blipFill rotWithShape="1">
          <a:blip r:embed="rId24"/>
          <a:srcRect r="51318"/>
          <a:stretch/>
        </p:blipFill>
        <p:spPr>
          <a:xfrm>
            <a:off x="4099477" y="879272"/>
            <a:ext cx="1804759" cy="1811237"/>
          </a:xfrm>
          <a:prstGeom prst="rect">
            <a:avLst/>
          </a:prstGeom>
        </p:spPr>
      </p:pic>
      <p:pic>
        <p:nvPicPr>
          <p:cNvPr id="74" name="圖片 73">
            <a:extLst>
              <a:ext uri="{FF2B5EF4-FFF2-40B4-BE49-F238E27FC236}">
                <a16:creationId xmlns:a16="http://schemas.microsoft.com/office/drawing/2014/main" id="{0955CF8E-9B0E-4756-A9BC-7F66EC073F34}"/>
              </a:ext>
            </a:extLst>
          </p:cNvPr>
          <p:cNvPicPr>
            <a:picLocks noChangeAspect="1"/>
          </p:cNvPicPr>
          <p:nvPr/>
        </p:nvPicPr>
        <p:blipFill rotWithShape="1">
          <a:blip r:embed="rId24"/>
          <a:srcRect l="51585"/>
          <a:stretch/>
        </p:blipFill>
        <p:spPr>
          <a:xfrm>
            <a:off x="8758985" y="3281281"/>
            <a:ext cx="1794869" cy="1811237"/>
          </a:xfrm>
          <a:prstGeom prst="rect">
            <a:avLst/>
          </a:prstGeom>
        </p:spPr>
      </p:pic>
      <p:pic>
        <p:nvPicPr>
          <p:cNvPr id="75" name="圖片 74">
            <a:extLst>
              <a:ext uri="{FF2B5EF4-FFF2-40B4-BE49-F238E27FC236}">
                <a16:creationId xmlns:a16="http://schemas.microsoft.com/office/drawing/2014/main" id="{6FAB1A0A-35AA-4C6E-BCFE-FF7E8CE3A70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944" r="25164"/>
          <a:stretch/>
        </p:blipFill>
        <p:spPr>
          <a:xfrm>
            <a:off x="4110418" y="3310037"/>
            <a:ext cx="1783569" cy="1799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9172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0A201059-CBEA-450E-A194-C87A6FD41662}"/>
              </a:ext>
            </a:extLst>
          </p:cNvPr>
          <p:cNvSpPr/>
          <p:nvPr/>
        </p:nvSpPr>
        <p:spPr>
          <a:xfrm>
            <a:off x="3772165" y="-1857577"/>
            <a:ext cx="7831307" cy="967637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64892" tIns="32448" rIns="64892" bIns="324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278" dirty="0"/>
          </a:p>
        </p:txBody>
      </p:sp>
      <p:pic>
        <p:nvPicPr>
          <p:cNvPr id="71" name="圖片 70">
            <a:extLst>
              <a:ext uri="{FF2B5EF4-FFF2-40B4-BE49-F238E27FC236}">
                <a16:creationId xmlns:a16="http://schemas.microsoft.com/office/drawing/2014/main" id="{1300AF8E-7797-4705-8F48-B758145148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0279"/>
          <a:stretch/>
        </p:blipFill>
        <p:spPr>
          <a:xfrm>
            <a:off x="8705961" y="3295574"/>
            <a:ext cx="1831467" cy="1788020"/>
          </a:xfrm>
          <a:prstGeom prst="rect">
            <a:avLst/>
          </a:prstGeom>
        </p:spPr>
      </p:pic>
      <p:pic>
        <p:nvPicPr>
          <p:cNvPr id="74" name="圖片 73">
            <a:extLst>
              <a:ext uri="{FF2B5EF4-FFF2-40B4-BE49-F238E27FC236}">
                <a16:creationId xmlns:a16="http://schemas.microsoft.com/office/drawing/2014/main" id="{92186D49-D3B7-4730-A863-E3EDEB92B1D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50462"/>
          <a:stretch/>
        </p:blipFill>
        <p:spPr>
          <a:xfrm>
            <a:off x="4106849" y="917479"/>
            <a:ext cx="1824735" cy="1788020"/>
          </a:xfrm>
          <a:prstGeom prst="rect">
            <a:avLst/>
          </a:prstGeom>
        </p:spPr>
      </p:pic>
      <p:pic>
        <p:nvPicPr>
          <p:cNvPr id="68" name="圖片 67">
            <a:extLst>
              <a:ext uri="{FF2B5EF4-FFF2-40B4-BE49-F238E27FC236}">
                <a16:creationId xmlns:a16="http://schemas.microsoft.com/office/drawing/2014/main" id="{9B36F94A-E8AC-483A-921E-F201CD895D0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75085"/>
          <a:stretch/>
        </p:blipFill>
        <p:spPr>
          <a:xfrm>
            <a:off x="6427017" y="-1131918"/>
            <a:ext cx="1879240" cy="1808379"/>
          </a:xfrm>
          <a:prstGeom prst="rect">
            <a:avLst/>
          </a:prstGeom>
        </p:spPr>
      </p:pic>
      <p:pic>
        <p:nvPicPr>
          <p:cNvPr id="77" name="圖片 76">
            <a:extLst>
              <a:ext uri="{FF2B5EF4-FFF2-40B4-BE49-F238E27FC236}">
                <a16:creationId xmlns:a16="http://schemas.microsoft.com/office/drawing/2014/main" id="{39760425-45C4-4A64-8812-4FCC04E4B50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5539" r="50569"/>
          <a:stretch/>
        </p:blipFill>
        <p:spPr>
          <a:xfrm>
            <a:off x="6406501" y="5310049"/>
            <a:ext cx="1783569" cy="1799342"/>
          </a:xfrm>
          <a:prstGeom prst="rect">
            <a:avLst/>
          </a:prstGeom>
        </p:spPr>
      </p:pic>
      <p:pic>
        <p:nvPicPr>
          <p:cNvPr id="69" name="圖片 68">
            <a:extLst>
              <a:ext uri="{FF2B5EF4-FFF2-40B4-BE49-F238E27FC236}">
                <a16:creationId xmlns:a16="http://schemas.microsoft.com/office/drawing/2014/main" id="{8708A4BB-0E45-4642-B697-9316736AD31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952" t="70186" r="4524" b="8575"/>
          <a:stretch/>
        </p:blipFill>
        <p:spPr>
          <a:xfrm>
            <a:off x="8354096" y="-1092212"/>
            <a:ext cx="507393" cy="195953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/>
              <p:nvPr/>
            </p:nvSpPr>
            <p:spPr>
              <a:xfrm>
                <a:off x="7197528" y="154644"/>
                <a:ext cx="578958" cy="4794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516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516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2516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516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2516" dirty="0"/>
              </a:p>
            </p:txBody>
          </p:sp>
        </mc:Choice>
        <mc:Fallback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7528" y="154644"/>
                <a:ext cx="578958" cy="479490"/>
              </a:xfrm>
              <a:prstGeom prst="rect">
                <a:avLst/>
              </a:prstGeom>
              <a:blipFill>
                <a:blip r:embed="rId6"/>
                <a:stretch>
                  <a:fillRect l="-3158" r="-53684" b="-139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群組 27">
            <a:extLst>
              <a:ext uri="{FF2B5EF4-FFF2-40B4-BE49-F238E27FC236}">
                <a16:creationId xmlns:a16="http://schemas.microsoft.com/office/drawing/2014/main" id="{C3F8E30C-C74A-4632-B3C8-0D4CFB5D6435}"/>
              </a:ext>
            </a:extLst>
          </p:cNvPr>
          <p:cNvGrpSpPr/>
          <p:nvPr/>
        </p:nvGrpSpPr>
        <p:grpSpPr>
          <a:xfrm>
            <a:off x="7298159" y="-205194"/>
            <a:ext cx="108731" cy="104303"/>
            <a:chOff x="1373392" y="2391862"/>
            <a:chExt cx="479433" cy="476535"/>
          </a:xfrm>
        </p:grpSpPr>
        <p:sp>
          <p:nvSpPr>
            <p:cNvPr id="31" name="箭號: 向右 30">
              <a:extLst>
                <a:ext uri="{FF2B5EF4-FFF2-40B4-BE49-F238E27FC236}">
                  <a16:creationId xmlns:a16="http://schemas.microsoft.com/office/drawing/2014/main" id="{B6AFF9D7-1B74-440F-BF11-8C692687B663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516">
                <a:solidFill>
                  <a:schemeClr val="bg1"/>
                </a:solidFill>
              </a:endParaRPr>
            </a:p>
          </p:txBody>
        </p:sp>
        <p:sp>
          <p:nvSpPr>
            <p:cNvPr id="32" name="箭號: 向右 31">
              <a:extLst>
                <a:ext uri="{FF2B5EF4-FFF2-40B4-BE49-F238E27FC236}">
                  <a16:creationId xmlns:a16="http://schemas.microsoft.com/office/drawing/2014/main" id="{0E7FD6CF-F2EF-42AA-8939-4954838FEF2F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516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/>
              <p:nvPr/>
            </p:nvSpPr>
            <p:spPr>
              <a:xfrm>
                <a:off x="7030791" y="-729302"/>
                <a:ext cx="392950" cy="4883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385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385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385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385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791" y="-729302"/>
                <a:ext cx="392950" cy="488339"/>
              </a:xfrm>
              <a:prstGeom prst="rect">
                <a:avLst/>
              </a:prstGeom>
              <a:blipFill>
                <a:blip r:embed="rId7"/>
                <a:stretch>
                  <a:fillRect l="-10769" r="-27692" b="-7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/>
              <p:nvPr/>
            </p:nvSpPr>
            <p:spPr>
              <a:xfrm>
                <a:off x="7312374" y="-435053"/>
                <a:ext cx="321295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385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385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385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385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2374" y="-435053"/>
                <a:ext cx="321295" cy="459357"/>
              </a:xfrm>
              <a:prstGeom prst="rect">
                <a:avLst/>
              </a:prstGeom>
              <a:blipFill>
                <a:blip r:embed="rId8"/>
                <a:stretch>
                  <a:fillRect l="-13462" r="-50000" b="-1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/>
              <p:nvPr/>
            </p:nvSpPr>
            <p:spPr>
              <a:xfrm>
                <a:off x="8162580" y="354699"/>
                <a:ext cx="439386" cy="4215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2139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2139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2139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2139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2139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2580" y="354699"/>
                <a:ext cx="439386" cy="421526"/>
              </a:xfrm>
              <a:prstGeom prst="rect">
                <a:avLst/>
              </a:prstGeom>
              <a:blipFill>
                <a:blip r:embed="rId9"/>
                <a:stretch>
                  <a:fillRect r="-2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/>
              <p:nvPr/>
            </p:nvSpPr>
            <p:spPr>
              <a:xfrm>
                <a:off x="6271083" y="692640"/>
                <a:ext cx="2330884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2385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2385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2385" dirty="0"/>
              </a:p>
            </p:txBody>
          </p:sp>
        </mc:Choice>
        <mc:Fallback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1083" y="692640"/>
                <a:ext cx="2330884" cy="459357"/>
              </a:xfrm>
              <a:prstGeom prst="rect">
                <a:avLst/>
              </a:prstGeom>
              <a:blipFill>
                <a:blip r:embed="rId10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/>
              <p:nvPr/>
            </p:nvSpPr>
            <p:spPr>
              <a:xfrm>
                <a:off x="3813932" y="5152285"/>
                <a:ext cx="2369563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2385" dirty="0"/>
              </a:p>
            </p:txBody>
          </p:sp>
        </mc:Choice>
        <mc:Fallback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3932" y="5152285"/>
                <a:ext cx="2369563" cy="459357"/>
              </a:xfrm>
              <a:prstGeom prst="rect">
                <a:avLst/>
              </a:prstGeom>
              <a:blipFill>
                <a:blip r:embed="rId11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/>
              <p:nvPr/>
            </p:nvSpPr>
            <p:spPr>
              <a:xfrm>
                <a:off x="6254721" y="6413497"/>
                <a:ext cx="2199636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2385" dirty="0"/>
              </a:p>
            </p:txBody>
          </p:sp>
        </mc:Choice>
        <mc:Fallback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4721" y="6413497"/>
                <a:ext cx="2199636" cy="45935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/>
              <p:nvPr/>
            </p:nvSpPr>
            <p:spPr>
              <a:xfrm>
                <a:off x="6714239" y="4368846"/>
                <a:ext cx="1211351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385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−1, 2</m:t>
                          </m:r>
                        </m:e>
                      </m:d>
                    </m:oMath>
                  </m:oMathPara>
                </a14:m>
                <a:endParaRPr lang="zh-TW" altLang="en-US" sz="2385" dirty="0"/>
              </a:p>
            </p:txBody>
          </p:sp>
        </mc:Choice>
        <mc:Fallback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4239" y="4368846"/>
                <a:ext cx="1211351" cy="459357"/>
              </a:xfrm>
              <a:prstGeom prst="rect">
                <a:avLst/>
              </a:prstGeom>
              <a:blipFill>
                <a:blip r:embed="rId13"/>
                <a:stretch>
                  <a:fillRect t="-132000" r="-48241" b="-198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/>
              <p:nvPr/>
            </p:nvSpPr>
            <p:spPr>
              <a:xfrm>
                <a:off x="6739268" y="1397636"/>
                <a:ext cx="1211351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385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1, −1</m:t>
                          </m:r>
                        </m:e>
                      </m:d>
                    </m:oMath>
                  </m:oMathPara>
                </a14:m>
                <a:endParaRPr lang="zh-TW" altLang="en-US" sz="2385" dirty="0"/>
              </a:p>
            </p:txBody>
          </p:sp>
        </mc:Choice>
        <mc:Fallback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9268" y="1397636"/>
                <a:ext cx="1211351" cy="459357"/>
              </a:xfrm>
              <a:prstGeom prst="rect">
                <a:avLst/>
              </a:prstGeom>
              <a:blipFill>
                <a:blip r:embed="rId14"/>
                <a:stretch>
                  <a:fillRect t="-130263" r="-48485" b="-19473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8" name="Oval 14">
            <a:extLst>
              <a:ext uri="{FF2B5EF4-FFF2-40B4-BE49-F238E27FC236}">
                <a16:creationId xmlns:a16="http://schemas.microsoft.com/office/drawing/2014/main" id="{BFE1A833-1513-4824-8656-9921D714FE8A}"/>
              </a:ext>
            </a:extLst>
          </p:cNvPr>
          <p:cNvSpPr/>
          <p:nvPr/>
        </p:nvSpPr>
        <p:spPr>
          <a:xfrm>
            <a:off x="7230934" y="1911266"/>
            <a:ext cx="242058" cy="250743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81" dirty="0"/>
          </a:p>
        </p:txBody>
      </p:sp>
      <p:sp>
        <p:nvSpPr>
          <p:cNvPr id="189" name="Oval 4">
            <a:extLst>
              <a:ext uri="{FF2B5EF4-FFF2-40B4-BE49-F238E27FC236}">
                <a16:creationId xmlns:a16="http://schemas.microsoft.com/office/drawing/2014/main" id="{F53C7391-688C-4131-8E41-FBFAAC99D7A5}"/>
              </a:ext>
            </a:extLst>
          </p:cNvPr>
          <p:cNvSpPr/>
          <p:nvPr/>
        </p:nvSpPr>
        <p:spPr>
          <a:xfrm>
            <a:off x="6279405" y="2036629"/>
            <a:ext cx="2151650" cy="2228836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p:sp>
        <p:nvSpPr>
          <p:cNvPr id="190" name="Oval 15">
            <a:extLst>
              <a:ext uri="{FF2B5EF4-FFF2-40B4-BE49-F238E27FC236}">
                <a16:creationId xmlns:a16="http://schemas.microsoft.com/office/drawing/2014/main" id="{EEE72FF1-8EEF-4347-9AFD-3A6BCAD8A99D}"/>
              </a:ext>
            </a:extLst>
          </p:cNvPr>
          <p:cNvSpPr/>
          <p:nvPr/>
        </p:nvSpPr>
        <p:spPr>
          <a:xfrm>
            <a:off x="7230934" y="4138848"/>
            <a:ext cx="242058" cy="250743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p:sp>
        <p:nvSpPr>
          <p:cNvPr id="191" name="SHO">
            <a:extLst>
              <a:ext uri="{FF2B5EF4-FFF2-40B4-BE49-F238E27FC236}">
                <a16:creationId xmlns:a16="http://schemas.microsoft.com/office/drawing/2014/main" id="{DF317355-9F86-47FD-AB9C-7349392CBCFA}"/>
              </a:ext>
            </a:extLst>
          </p:cNvPr>
          <p:cNvSpPr/>
          <p:nvPr/>
        </p:nvSpPr>
        <p:spPr>
          <a:xfrm rot="16200000">
            <a:off x="6888040" y="2075956"/>
            <a:ext cx="927850" cy="2151650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p:sp>
        <p:nvSpPr>
          <p:cNvPr id="192" name="SVO">
            <a:extLst>
              <a:ext uri="{FF2B5EF4-FFF2-40B4-BE49-F238E27FC236}">
                <a16:creationId xmlns:a16="http://schemas.microsoft.com/office/drawing/2014/main" id="{BF3FCDAA-39F0-4F35-B053-8D3926B58544}"/>
              </a:ext>
            </a:extLst>
          </p:cNvPr>
          <p:cNvSpPr/>
          <p:nvPr/>
        </p:nvSpPr>
        <p:spPr>
          <a:xfrm>
            <a:off x="6812724" y="2037378"/>
            <a:ext cx="1075826" cy="2228836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/>
          </a:p>
        </p:txBody>
      </p:sp>
      <p:sp>
        <p:nvSpPr>
          <p:cNvPr id="193" name="Oval 6">
            <a:extLst>
              <a:ext uri="{FF2B5EF4-FFF2-40B4-BE49-F238E27FC236}">
                <a16:creationId xmlns:a16="http://schemas.microsoft.com/office/drawing/2014/main" id="{21F40E92-2EBB-41D1-8ACF-27CD42CED86E}"/>
              </a:ext>
            </a:extLst>
          </p:cNvPr>
          <p:cNvSpPr/>
          <p:nvPr/>
        </p:nvSpPr>
        <p:spPr>
          <a:xfrm rot="16200000">
            <a:off x="6888040" y="2075956"/>
            <a:ext cx="927850" cy="2151650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/>
              <p:nvPr/>
            </p:nvSpPr>
            <p:spPr>
              <a:xfrm>
                <a:off x="6532885" y="2886041"/>
                <a:ext cx="263635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85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385" dirty="0"/>
              </a:p>
            </p:txBody>
          </p:sp>
        </mc:Choice>
        <mc:Fallback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2885" y="2886041"/>
                <a:ext cx="263635" cy="459357"/>
              </a:xfrm>
              <a:prstGeom prst="rect">
                <a:avLst/>
              </a:prstGeom>
              <a:blipFill>
                <a:blip r:embed="rId15"/>
                <a:stretch>
                  <a:fillRect r="-2558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5" name="Oval 22">
            <a:extLst>
              <a:ext uri="{FF2B5EF4-FFF2-40B4-BE49-F238E27FC236}">
                <a16:creationId xmlns:a16="http://schemas.microsoft.com/office/drawing/2014/main" id="{EFF8AF81-9C0B-475F-823A-FE7A3CBCB5A0}"/>
              </a:ext>
            </a:extLst>
          </p:cNvPr>
          <p:cNvSpPr/>
          <p:nvPr/>
        </p:nvSpPr>
        <p:spPr>
          <a:xfrm>
            <a:off x="7229524" y="4138848"/>
            <a:ext cx="242058" cy="25074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/>
              <p:nvPr/>
            </p:nvSpPr>
            <p:spPr>
              <a:xfrm>
                <a:off x="7508764" y="3028191"/>
                <a:ext cx="263635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85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385" dirty="0"/>
              </a:p>
            </p:txBody>
          </p:sp>
        </mc:Choice>
        <mc:Fallback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8764" y="3028191"/>
                <a:ext cx="263635" cy="459357"/>
              </a:xfrm>
              <a:prstGeom prst="rect">
                <a:avLst/>
              </a:prstGeom>
              <a:blipFill>
                <a:blip r:embed="rId16"/>
                <a:stretch>
                  <a:fillRect l="-6977" r="-41860" b="-10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/>
              <p:nvPr/>
            </p:nvSpPr>
            <p:spPr>
              <a:xfrm>
                <a:off x="7145001" y="2089836"/>
                <a:ext cx="382899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85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2385" dirty="0"/>
              </a:p>
            </p:txBody>
          </p:sp>
        </mc:Choice>
        <mc:Fallback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5001" y="2089836"/>
                <a:ext cx="382899" cy="45935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8" name="DVO">
            <a:extLst>
              <a:ext uri="{FF2B5EF4-FFF2-40B4-BE49-F238E27FC236}">
                <a16:creationId xmlns:a16="http://schemas.microsoft.com/office/drawing/2014/main" id="{C4C25D57-4CC5-46C8-A753-793BD70EB368}"/>
              </a:ext>
            </a:extLst>
          </p:cNvPr>
          <p:cNvSpPr/>
          <p:nvPr/>
        </p:nvSpPr>
        <p:spPr>
          <a:xfrm flipH="1">
            <a:off x="6812724" y="2037378"/>
            <a:ext cx="1075826" cy="2228836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p:sp>
        <p:nvSpPr>
          <p:cNvPr id="199" name="Oval 23">
            <a:extLst>
              <a:ext uri="{FF2B5EF4-FFF2-40B4-BE49-F238E27FC236}">
                <a16:creationId xmlns:a16="http://schemas.microsoft.com/office/drawing/2014/main" id="{A820BC44-711E-4AA3-84E5-46D304DAA9B2}"/>
              </a:ext>
            </a:extLst>
          </p:cNvPr>
          <p:cNvSpPr/>
          <p:nvPr/>
        </p:nvSpPr>
        <p:spPr>
          <a:xfrm>
            <a:off x="8306628" y="3026428"/>
            <a:ext cx="242058" cy="25074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p:cxnSp>
        <p:nvCxnSpPr>
          <p:cNvPr id="200" name="Straight Arrow Connector 7">
            <a:extLst>
              <a:ext uri="{FF2B5EF4-FFF2-40B4-BE49-F238E27FC236}">
                <a16:creationId xmlns:a16="http://schemas.microsoft.com/office/drawing/2014/main" id="{8744D5BC-5663-4BC0-82F6-23411855AB72}"/>
              </a:ext>
            </a:extLst>
          </p:cNvPr>
          <p:cNvCxnSpPr>
            <a:cxnSpLocks/>
          </p:cNvCxnSpPr>
          <p:nvPr/>
        </p:nvCxnSpPr>
        <p:spPr>
          <a:xfrm flipV="1">
            <a:off x="7346125" y="2484126"/>
            <a:ext cx="2527" cy="664407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19">
            <a:extLst>
              <a:ext uri="{FF2B5EF4-FFF2-40B4-BE49-F238E27FC236}">
                <a16:creationId xmlns:a16="http://schemas.microsoft.com/office/drawing/2014/main" id="{4A34F4F4-E405-4E91-9C6A-741A0BAF70A2}"/>
              </a:ext>
            </a:extLst>
          </p:cNvPr>
          <p:cNvCxnSpPr>
            <a:cxnSpLocks/>
          </p:cNvCxnSpPr>
          <p:nvPr/>
        </p:nvCxnSpPr>
        <p:spPr>
          <a:xfrm>
            <a:off x="7350560" y="3145274"/>
            <a:ext cx="291757" cy="233586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18">
            <a:extLst>
              <a:ext uri="{FF2B5EF4-FFF2-40B4-BE49-F238E27FC236}">
                <a16:creationId xmlns:a16="http://schemas.microsoft.com/office/drawing/2014/main" id="{62235323-27E0-4F2B-ACD6-3D43CF05EA92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095273" y="2889764"/>
            <a:ext cx="0" cy="51102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Oval 20">
            <a:extLst>
              <a:ext uri="{FF2B5EF4-FFF2-40B4-BE49-F238E27FC236}">
                <a16:creationId xmlns:a16="http://schemas.microsoft.com/office/drawing/2014/main" id="{879C2647-23CC-42E8-B376-5CB54A2F0C53}"/>
              </a:ext>
            </a:extLst>
          </p:cNvPr>
          <p:cNvSpPr/>
          <p:nvPr/>
        </p:nvSpPr>
        <p:spPr>
          <a:xfrm>
            <a:off x="6154729" y="3026428"/>
            <a:ext cx="242058" cy="25074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/>
          </a:p>
        </p:txBody>
      </p:sp>
      <p:sp>
        <p:nvSpPr>
          <p:cNvPr id="204" name="Oval 22">
            <a:extLst>
              <a:ext uri="{FF2B5EF4-FFF2-40B4-BE49-F238E27FC236}">
                <a16:creationId xmlns:a16="http://schemas.microsoft.com/office/drawing/2014/main" id="{FF379E80-C9B3-4E49-BDAD-95B17F155007}"/>
              </a:ext>
            </a:extLst>
          </p:cNvPr>
          <p:cNvSpPr/>
          <p:nvPr/>
        </p:nvSpPr>
        <p:spPr>
          <a:xfrm>
            <a:off x="7231287" y="1899532"/>
            <a:ext cx="242058" cy="25074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981" dirty="0"/>
          </a:p>
        </p:txBody>
      </p:sp>
      <p:sp>
        <p:nvSpPr>
          <p:cNvPr id="205" name="Partial Circle 9">
            <a:extLst>
              <a:ext uri="{FF2B5EF4-FFF2-40B4-BE49-F238E27FC236}">
                <a16:creationId xmlns:a16="http://schemas.microsoft.com/office/drawing/2014/main" id="{CDAB9B65-F0EA-4307-A714-FD3B542E8533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253141" y="3004978"/>
            <a:ext cx="152595" cy="294622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/>
              <p:nvPr/>
            </p:nvSpPr>
            <p:spPr>
              <a:xfrm>
                <a:off x="6710734" y="3057213"/>
                <a:ext cx="469721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85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2385" dirty="0"/>
              </a:p>
            </p:txBody>
          </p:sp>
        </mc:Choice>
        <mc:Fallback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0734" y="3057213"/>
                <a:ext cx="469721" cy="45935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Arrow Connector 17">
            <a:extLst>
              <a:ext uri="{FF2B5EF4-FFF2-40B4-BE49-F238E27FC236}">
                <a16:creationId xmlns:a16="http://schemas.microsoft.com/office/drawing/2014/main" id="{724A40A3-CD27-4E77-B6D9-8DA4C5664656}"/>
              </a:ext>
            </a:extLst>
          </p:cNvPr>
          <p:cNvCxnSpPr>
            <a:cxnSpLocks/>
          </p:cNvCxnSpPr>
          <p:nvPr/>
        </p:nvCxnSpPr>
        <p:spPr>
          <a:xfrm flipH="1">
            <a:off x="7019576" y="3154097"/>
            <a:ext cx="330174" cy="426961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8" name="Partial Circle 9">
            <a:extLst>
              <a:ext uri="{FF2B5EF4-FFF2-40B4-BE49-F238E27FC236}">
                <a16:creationId xmlns:a16="http://schemas.microsoft.com/office/drawing/2014/main" id="{B40095E4-DBF3-4599-A0CD-D7AC4DC40D00}"/>
              </a:ext>
            </a:extLst>
          </p:cNvPr>
          <p:cNvSpPr>
            <a:spLocks noChangeAspect="1"/>
          </p:cNvSpPr>
          <p:nvPr/>
        </p:nvSpPr>
        <p:spPr>
          <a:xfrm>
            <a:off x="7234179" y="2949508"/>
            <a:ext cx="222338" cy="449055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/>
              <p:nvPr/>
            </p:nvSpPr>
            <p:spPr>
              <a:xfrm>
                <a:off x="7293457" y="2579769"/>
                <a:ext cx="442617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85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2385" dirty="0"/>
              </a:p>
            </p:txBody>
          </p:sp>
        </mc:Choice>
        <mc:Fallback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3457" y="2579769"/>
                <a:ext cx="442617" cy="459357"/>
              </a:xfrm>
              <a:prstGeom prst="rect">
                <a:avLst/>
              </a:prstGeom>
              <a:blipFill>
                <a:blip r:embed="rId19"/>
                <a:stretch>
                  <a:fillRect l="-4110" r="-1370" b="-171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0" name="Straight Arrow Connector 17">
            <a:extLst>
              <a:ext uri="{FF2B5EF4-FFF2-40B4-BE49-F238E27FC236}">
                <a16:creationId xmlns:a16="http://schemas.microsoft.com/office/drawing/2014/main" id="{50922427-FD3A-4F4E-8DF5-9258210335AD}"/>
              </a:ext>
            </a:extLst>
          </p:cNvPr>
          <p:cNvCxnSpPr>
            <a:cxnSpLocks/>
          </p:cNvCxnSpPr>
          <p:nvPr/>
        </p:nvCxnSpPr>
        <p:spPr>
          <a:xfrm flipV="1">
            <a:off x="7337704" y="2489918"/>
            <a:ext cx="852203" cy="669998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9" name="Oval 22">
            <a:extLst>
              <a:ext uri="{FF2B5EF4-FFF2-40B4-BE49-F238E27FC236}">
                <a16:creationId xmlns:a16="http://schemas.microsoft.com/office/drawing/2014/main" id="{68D4C253-A7D7-4EF1-861B-831408D0CECC}"/>
              </a:ext>
            </a:extLst>
          </p:cNvPr>
          <p:cNvSpPr/>
          <p:nvPr/>
        </p:nvSpPr>
        <p:spPr>
          <a:xfrm>
            <a:off x="7740468" y="3446235"/>
            <a:ext cx="242058" cy="25074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p:sp>
        <p:nvSpPr>
          <p:cNvPr id="60" name="Oval 22">
            <a:extLst>
              <a:ext uri="{FF2B5EF4-FFF2-40B4-BE49-F238E27FC236}">
                <a16:creationId xmlns:a16="http://schemas.microsoft.com/office/drawing/2014/main" id="{9DB2E29E-1DA6-4068-BFDE-62C0E72DDCD2}"/>
              </a:ext>
            </a:extLst>
          </p:cNvPr>
          <p:cNvSpPr/>
          <p:nvPr/>
        </p:nvSpPr>
        <p:spPr>
          <a:xfrm>
            <a:off x="6718579" y="2640081"/>
            <a:ext cx="242058" cy="250743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38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/>
              <p:nvPr/>
            </p:nvSpPr>
            <p:spPr>
              <a:xfrm>
                <a:off x="3950368" y="2667722"/>
                <a:ext cx="2096695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/2, 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2385" dirty="0"/>
              </a:p>
            </p:txBody>
          </p:sp>
        </mc:Choice>
        <mc:Fallback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0368" y="2667722"/>
                <a:ext cx="2096695" cy="459357"/>
              </a:xfrm>
              <a:prstGeom prst="rect">
                <a:avLst/>
              </a:prstGeom>
              <a:blipFill>
                <a:blip r:embed="rId20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/>
              <p:nvPr/>
            </p:nvSpPr>
            <p:spPr>
              <a:xfrm>
                <a:off x="8436033" y="2587779"/>
                <a:ext cx="2369563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2385" dirty="0"/>
              </a:p>
            </p:txBody>
          </p:sp>
        </mc:Choice>
        <mc:Fallback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6033" y="2587779"/>
                <a:ext cx="2369563" cy="459357"/>
              </a:xfrm>
              <a:prstGeom prst="rect">
                <a:avLst/>
              </a:prstGeom>
              <a:blipFill>
                <a:blip r:embed="rId21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/>
              <p:nvPr/>
            </p:nvSpPr>
            <p:spPr>
              <a:xfrm>
                <a:off x="8436031" y="5093600"/>
                <a:ext cx="2369563" cy="459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385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2385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2385" dirty="0"/>
              </a:p>
            </p:txBody>
          </p:sp>
        </mc:Choice>
        <mc:Fallback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6031" y="5093600"/>
                <a:ext cx="2369563" cy="459357"/>
              </a:xfrm>
              <a:prstGeom prst="rect">
                <a:avLst/>
              </a:prstGeom>
              <a:blipFill>
                <a:blip r:embed="rId22"/>
                <a:stretch>
                  <a:fillRect b="-18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A5CECF8F-FA0B-4980-9EA4-B7ACFDA333DC}"/>
                  </a:ext>
                </a:extLst>
              </p:cNvPr>
              <p:cNvSpPr/>
              <p:nvPr/>
            </p:nvSpPr>
            <p:spPr>
              <a:xfrm>
                <a:off x="-2730845" y="-2223321"/>
                <a:ext cx="2699842" cy="688522"/>
              </a:xfrm>
              <a:prstGeom prst="rect">
                <a:avLst/>
              </a:prstGeom>
              <a:solidFill>
                <a:srgbClr val="EFEFEF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3874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1, −1, −1, 2</m:t>
                      </m:r>
                    </m:oMath>
                  </m:oMathPara>
                </a14:m>
                <a:endParaRPr lang="zh-TW" altLang="en-US" sz="3874" dirty="0"/>
              </a:p>
            </p:txBody>
          </p:sp>
        </mc:Choice>
        <mc:Fallback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A5CECF8F-FA0B-4980-9EA4-B7ACFDA333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730845" y="-2223321"/>
                <a:ext cx="2699842" cy="68852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文字方塊 85">
            <a:extLst>
              <a:ext uri="{FF2B5EF4-FFF2-40B4-BE49-F238E27FC236}">
                <a16:creationId xmlns:a16="http://schemas.microsoft.com/office/drawing/2014/main" id="{51FB45EE-9CD2-46E0-8B45-A07F88EED04A}"/>
              </a:ext>
            </a:extLst>
          </p:cNvPr>
          <p:cNvSpPr txBox="1"/>
          <p:nvPr/>
        </p:nvSpPr>
        <p:spPr>
          <a:xfrm>
            <a:off x="4094315" y="-1128698"/>
            <a:ext cx="7173347" cy="622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3444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Gray excitons transition rate</a:t>
            </a:r>
            <a:endParaRPr lang="zh-TW" altLang="en-US" sz="3444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3" name="圖片 72">
            <a:extLst>
              <a:ext uri="{FF2B5EF4-FFF2-40B4-BE49-F238E27FC236}">
                <a16:creationId xmlns:a16="http://schemas.microsoft.com/office/drawing/2014/main" id="{C70DECF2-887F-44E8-BABC-A3DE808BAA8D}"/>
              </a:ext>
            </a:extLst>
          </p:cNvPr>
          <p:cNvPicPr>
            <a:picLocks noChangeAspect="1"/>
          </p:cNvPicPr>
          <p:nvPr/>
        </p:nvPicPr>
        <p:blipFill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777656" y="-313198"/>
            <a:ext cx="2777963" cy="555592"/>
          </a:xfrm>
          <a:prstGeom prst="rect">
            <a:avLst/>
          </a:prstGeom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4A0FFDC4-4D94-4103-AC9D-B740EDA3610D}"/>
              </a:ext>
            </a:extLst>
          </p:cNvPr>
          <p:cNvPicPr>
            <a:picLocks noChangeAspect="1"/>
          </p:cNvPicPr>
          <p:nvPr/>
        </p:nvPicPr>
        <p:blipFill rotWithShape="1">
          <a:blip r:embed="rId25"/>
          <a:srcRect l="9358" t="17558" r="8712" b="16703"/>
          <a:stretch/>
        </p:blipFill>
        <p:spPr>
          <a:xfrm>
            <a:off x="9028471" y="-296444"/>
            <a:ext cx="1139928" cy="251319"/>
          </a:xfrm>
          <a:prstGeom prst="rect">
            <a:avLst/>
          </a:prstGeom>
        </p:spPr>
      </p:pic>
      <p:pic>
        <p:nvPicPr>
          <p:cNvPr id="66" name="圖片 65">
            <a:extLst>
              <a:ext uri="{FF2B5EF4-FFF2-40B4-BE49-F238E27FC236}">
                <a16:creationId xmlns:a16="http://schemas.microsoft.com/office/drawing/2014/main" id="{705FD62D-64A4-4B7D-8B00-43400DD1A1B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4994" r="50136"/>
          <a:stretch/>
        </p:blipFill>
        <p:spPr>
          <a:xfrm>
            <a:off x="6375760" y="5319791"/>
            <a:ext cx="1875826" cy="1808379"/>
          </a:xfrm>
          <a:prstGeom prst="rect">
            <a:avLst/>
          </a:prstGeom>
        </p:spPr>
      </p:pic>
      <p:cxnSp>
        <p:nvCxnSpPr>
          <p:cNvPr id="57" name="直線接點 56">
            <a:extLst>
              <a:ext uri="{FF2B5EF4-FFF2-40B4-BE49-F238E27FC236}">
                <a16:creationId xmlns:a16="http://schemas.microsoft.com/office/drawing/2014/main" id="{66D02A73-E0C2-495D-B120-54C0D82B864E}"/>
              </a:ext>
            </a:extLst>
          </p:cNvPr>
          <p:cNvCxnSpPr>
            <a:cxnSpLocks/>
          </p:cNvCxnSpPr>
          <p:nvPr/>
        </p:nvCxnSpPr>
        <p:spPr>
          <a:xfrm>
            <a:off x="7981648" y="3732298"/>
            <a:ext cx="738029" cy="1032087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8" name="直線接點 57">
            <a:extLst>
              <a:ext uri="{FF2B5EF4-FFF2-40B4-BE49-F238E27FC236}">
                <a16:creationId xmlns:a16="http://schemas.microsoft.com/office/drawing/2014/main" id="{32001B9B-EE39-44E7-AD86-BBF57E8ECC24}"/>
              </a:ext>
            </a:extLst>
          </p:cNvPr>
          <p:cNvCxnSpPr>
            <a:cxnSpLocks/>
          </p:cNvCxnSpPr>
          <p:nvPr/>
        </p:nvCxnSpPr>
        <p:spPr>
          <a:xfrm>
            <a:off x="5931583" y="1487980"/>
            <a:ext cx="857207" cy="1224764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0E16D491-92F7-4C7F-9447-996745BAEF50}"/>
              </a:ext>
            </a:extLst>
          </p:cNvPr>
          <p:cNvCxnSpPr>
            <a:cxnSpLocks/>
          </p:cNvCxnSpPr>
          <p:nvPr/>
        </p:nvCxnSpPr>
        <p:spPr>
          <a:xfrm flipH="1">
            <a:off x="5890567" y="3237779"/>
            <a:ext cx="301757" cy="699543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5" name="直線接點 64">
            <a:extLst>
              <a:ext uri="{FF2B5EF4-FFF2-40B4-BE49-F238E27FC236}">
                <a16:creationId xmlns:a16="http://schemas.microsoft.com/office/drawing/2014/main" id="{D8B7CFD8-B360-46A2-B167-231606D2047D}"/>
              </a:ext>
            </a:extLst>
          </p:cNvPr>
          <p:cNvCxnSpPr>
            <a:cxnSpLocks/>
          </p:cNvCxnSpPr>
          <p:nvPr/>
        </p:nvCxnSpPr>
        <p:spPr>
          <a:xfrm flipV="1">
            <a:off x="8521517" y="2548510"/>
            <a:ext cx="225511" cy="479927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87" name="圖片 86">
            <a:extLst>
              <a:ext uri="{FF2B5EF4-FFF2-40B4-BE49-F238E27FC236}">
                <a16:creationId xmlns:a16="http://schemas.microsoft.com/office/drawing/2014/main" id="{309BDE2F-8583-4C84-B73D-0589C0C6C3F4}"/>
              </a:ext>
            </a:extLst>
          </p:cNvPr>
          <p:cNvPicPr>
            <a:picLocks noChangeAspect="1"/>
          </p:cNvPicPr>
          <p:nvPr/>
        </p:nvPicPr>
        <p:blipFill rotWithShape="1">
          <a:blip r:embed="rId26"/>
          <a:srcRect l="51584"/>
          <a:stretch/>
        </p:blipFill>
        <p:spPr>
          <a:xfrm>
            <a:off x="4095123" y="942202"/>
            <a:ext cx="1772061" cy="1780578"/>
          </a:xfrm>
          <a:prstGeom prst="rect">
            <a:avLst/>
          </a:prstGeom>
        </p:spPr>
      </p:pic>
      <p:pic>
        <p:nvPicPr>
          <p:cNvPr id="72" name="圖片 71">
            <a:extLst>
              <a:ext uri="{FF2B5EF4-FFF2-40B4-BE49-F238E27FC236}">
                <a16:creationId xmlns:a16="http://schemas.microsoft.com/office/drawing/2014/main" id="{EFB017F5-6B76-4BD6-8CE1-EEEE43ABCC30}"/>
              </a:ext>
            </a:extLst>
          </p:cNvPr>
          <p:cNvPicPr>
            <a:picLocks noChangeAspect="1"/>
          </p:cNvPicPr>
          <p:nvPr/>
        </p:nvPicPr>
        <p:blipFill rotWithShape="1">
          <a:blip r:embed="rId26"/>
          <a:srcRect r="50878"/>
          <a:stretch/>
        </p:blipFill>
        <p:spPr>
          <a:xfrm>
            <a:off x="8789707" y="3322393"/>
            <a:ext cx="1797897" cy="1780578"/>
          </a:xfrm>
          <a:prstGeom prst="rect">
            <a:avLst/>
          </a:prstGeom>
        </p:spPr>
      </p:pic>
      <p:pic>
        <p:nvPicPr>
          <p:cNvPr id="76" name="圖片 75">
            <a:extLst>
              <a:ext uri="{FF2B5EF4-FFF2-40B4-BE49-F238E27FC236}">
                <a16:creationId xmlns:a16="http://schemas.microsoft.com/office/drawing/2014/main" id="{C21EA297-03F5-430C-A9D1-505FB628992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0838" r="25243"/>
          <a:stretch/>
        </p:blipFill>
        <p:spPr>
          <a:xfrm>
            <a:off x="8738023" y="917482"/>
            <a:ext cx="1804070" cy="1808379"/>
          </a:xfrm>
          <a:prstGeom prst="rect">
            <a:avLst/>
          </a:prstGeom>
        </p:spPr>
      </p:pic>
      <p:pic>
        <p:nvPicPr>
          <p:cNvPr id="78" name="圖片 77">
            <a:extLst>
              <a:ext uri="{FF2B5EF4-FFF2-40B4-BE49-F238E27FC236}">
                <a16:creationId xmlns:a16="http://schemas.microsoft.com/office/drawing/2014/main" id="{E8571E39-1B19-4BD3-9456-4474292B1BA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5918"/>
          <a:stretch/>
        </p:blipFill>
        <p:spPr>
          <a:xfrm>
            <a:off x="4042762" y="3362042"/>
            <a:ext cx="1816470" cy="1808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229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群組 2">
            <a:extLst>
              <a:ext uri="{FF2B5EF4-FFF2-40B4-BE49-F238E27FC236}">
                <a16:creationId xmlns:a16="http://schemas.microsoft.com/office/drawing/2014/main" id="{5FF8AE1F-6F39-466B-BDFF-0DA1E5995092}"/>
              </a:ext>
            </a:extLst>
          </p:cNvPr>
          <p:cNvGrpSpPr/>
          <p:nvPr/>
        </p:nvGrpSpPr>
        <p:grpSpPr>
          <a:xfrm>
            <a:off x="94482" y="24420"/>
            <a:ext cx="14571610" cy="4900984"/>
            <a:chOff x="-3638545" y="2556149"/>
            <a:chExt cx="14571610" cy="4900984"/>
          </a:xfrm>
        </p:grpSpPr>
        <p:sp>
          <p:nvSpPr>
            <p:cNvPr id="262" name="矩形: 圓角 261">
              <a:extLst>
                <a:ext uri="{FF2B5EF4-FFF2-40B4-BE49-F238E27FC236}">
                  <a16:creationId xmlns:a16="http://schemas.microsoft.com/office/drawing/2014/main" id="{B2289D14-0485-454F-9117-9A7953FFBE7E}"/>
                </a:ext>
              </a:extLst>
            </p:cNvPr>
            <p:cNvSpPr/>
            <p:nvPr/>
          </p:nvSpPr>
          <p:spPr>
            <a:xfrm>
              <a:off x="7294514" y="3179904"/>
              <a:ext cx="3638551" cy="4277229"/>
            </a:xfrm>
            <a:prstGeom prst="roundRect">
              <a:avLst>
                <a:gd name="adj" fmla="val 7772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0150" tIns="15076" rIns="30150" bIns="1507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94" dirty="0"/>
            </a:p>
          </p:txBody>
        </p:sp>
        <p:pic>
          <p:nvPicPr>
            <p:cNvPr id="273" name="圖片 272">
              <a:extLst>
                <a:ext uri="{FF2B5EF4-FFF2-40B4-BE49-F238E27FC236}">
                  <a16:creationId xmlns:a16="http://schemas.microsoft.com/office/drawing/2014/main" id="{200092D9-7B5E-4A61-BC64-97148C28A13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50279"/>
            <a:stretch/>
          </p:blipFill>
          <p:spPr>
            <a:xfrm>
              <a:off x="9586835" y="5355575"/>
              <a:ext cx="850930" cy="830743"/>
            </a:xfrm>
            <a:prstGeom prst="rect">
              <a:avLst/>
            </a:prstGeom>
          </p:spPr>
        </p:pic>
        <p:pic>
          <p:nvPicPr>
            <p:cNvPr id="274" name="圖片 273">
              <a:extLst>
                <a:ext uri="{FF2B5EF4-FFF2-40B4-BE49-F238E27FC236}">
                  <a16:creationId xmlns:a16="http://schemas.microsoft.com/office/drawing/2014/main" id="{43B2ED09-107D-43A9-A9C3-E69FAA2D9D3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r="50462"/>
            <a:stretch/>
          </p:blipFill>
          <p:spPr>
            <a:xfrm>
              <a:off x="7450014" y="4250675"/>
              <a:ext cx="847801" cy="830743"/>
            </a:xfrm>
            <a:prstGeom prst="rect">
              <a:avLst/>
            </a:prstGeom>
          </p:spPr>
        </p:pic>
        <p:pic>
          <p:nvPicPr>
            <p:cNvPr id="275" name="圖片 274">
              <a:extLst>
                <a:ext uri="{FF2B5EF4-FFF2-40B4-BE49-F238E27FC236}">
                  <a16:creationId xmlns:a16="http://schemas.microsoft.com/office/drawing/2014/main" id="{2D437E90-D444-4D2D-8928-285774F6E7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r="75085"/>
            <a:stretch/>
          </p:blipFill>
          <p:spPr>
            <a:xfrm>
              <a:off x="8528003" y="3298493"/>
              <a:ext cx="873125" cy="840201"/>
            </a:xfrm>
            <a:prstGeom prst="rect">
              <a:avLst/>
            </a:prstGeom>
          </p:spPr>
        </p:pic>
        <p:pic>
          <p:nvPicPr>
            <p:cNvPr id="276" name="圖片 275">
              <a:extLst>
                <a:ext uri="{FF2B5EF4-FFF2-40B4-BE49-F238E27FC236}">
                  <a16:creationId xmlns:a16="http://schemas.microsoft.com/office/drawing/2014/main" id="{85A19416-04C9-4655-908B-9DCFEB8283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5539" r="50569"/>
            <a:stretch/>
          </p:blipFill>
          <p:spPr>
            <a:xfrm>
              <a:off x="8518477" y="6312549"/>
              <a:ext cx="828675" cy="836002"/>
            </a:xfrm>
            <a:prstGeom prst="rect">
              <a:avLst/>
            </a:prstGeom>
          </p:spPr>
        </p:pic>
        <p:pic>
          <p:nvPicPr>
            <p:cNvPr id="277" name="圖片 276">
              <a:extLst>
                <a:ext uri="{FF2B5EF4-FFF2-40B4-BE49-F238E27FC236}">
                  <a16:creationId xmlns:a16="http://schemas.microsoft.com/office/drawing/2014/main" id="{4417E410-F0AA-48EF-93DD-46E050954E9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0952" t="70186" r="4524" b="8575"/>
            <a:stretch/>
          </p:blipFill>
          <p:spPr>
            <a:xfrm>
              <a:off x="9423353" y="3316934"/>
              <a:ext cx="235743" cy="910432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8" name="文字方塊 277">
                  <a:extLst>
                    <a:ext uri="{FF2B5EF4-FFF2-40B4-BE49-F238E27FC236}">
                      <a16:creationId xmlns:a16="http://schemas.microsoft.com/office/drawing/2014/main" id="{92C95EB2-F721-4AF3-8550-F467277E3E19}"/>
                    </a:ext>
                  </a:extLst>
                </p:cNvPr>
                <p:cNvSpPr txBox="1"/>
                <p:nvPr/>
              </p:nvSpPr>
              <p:spPr>
                <a:xfrm>
                  <a:off x="8886002" y="3896251"/>
                  <a:ext cx="268993" cy="2722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69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69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1169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169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1169" dirty="0"/>
                </a:p>
              </p:txBody>
            </p:sp>
          </mc:Choice>
          <mc:Fallback>
            <p:sp>
              <p:nvSpPr>
                <p:cNvPr id="278" name="文字方塊 277">
                  <a:extLst>
                    <a:ext uri="{FF2B5EF4-FFF2-40B4-BE49-F238E27FC236}">
                      <a16:creationId xmlns:a16="http://schemas.microsoft.com/office/drawing/2014/main" id="{92C95EB2-F721-4AF3-8550-F467277E3E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86002" y="3896251"/>
                  <a:ext cx="268993" cy="272254"/>
                </a:xfrm>
                <a:prstGeom prst="rect">
                  <a:avLst/>
                </a:prstGeom>
                <a:blipFill>
                  <a:blip r:embed="rId6"/>
                  <a:stretch>
                    <a:fillRect r="-7272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79" name="群組 278">
              <a:extLst>
                <a:ext uri="{FF2B5EF4-FFF2-40B4-BE49-F238E27FC236}">
                  <a16:creationId xmlns:a16="http://schemas.microsoft.com/office/drawing/2014/main" id="{BE5EF7F7-F5A2-4B51-8B8D-E9D777A87A38}"/>
                </a:ext>
              </a:extLst>
            </p:cNvPr>
            <p:cNvGrpSpPr/>
            <p:nvPr/>
          </p:nvGrpSpPr>
          <p:grpSpPr>
            <a:xfrm>
              <a:off x="8932755" y="3708042"/>
              <a:ext cx="50518" cy="48461"/>
              <a:chOff x="1373392" y="2391862"/>
              <a:chExt cx="479433" cy="476535"/>
            </a:xfrm>
          </p:grpSpPr>
          <p:sp>
            <p:nvSpPr>
              <p:cNvPr id="280" name="箭號: 向右 279">
                <a:extLst>
                  <a:ext uri="{FF2B5EF4-FFF2-40B4-BE49-F238E27FC236}">
                    <a16:creationId xmlns:a16="http://schemas.microsoft.com/office/drawing/2014/main" id="{CEF83164-ABDA-41E6-A514-8F1F0D9142D4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69">
                  <a:solidFill>
                    <a:schemeClr val="bg1"/>
                  </a:solidFill>
                </a:endParaRPr>
              </a:p>
            </p:txBody>
          </p:sp>
          <p:sp>
            <p:nvSpPr>
              <p:cNvPr id="281" name="箭號: 向右 280">
                <a:extLst>
                  <a:ext uri="{FF2B5EF4-FFF2-40B4-BE49-F238E27FC236}">
                    <a16:creationId xmlns:a16="http://schemas.microsoft.com/office/drawing/2014/main" id="{69A8B10F-8EAE-4B64-ACBE-A884A339707C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69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2" name="文字方塊 281">
                  <a:extLst>
                    <a:ext uri="{FF2B5EF4-FFF2-40B4-BE49-F238E27FC236}">
                      <a16:creationId xmlns:a16="http://schemas.microsoft.com/office/drawing/2014/main" id="{C2A3C266-0DA1-4213-A94C-8375BCA80DE7}"/>
                    </a:ext>
                  </a:extLst>
                </p:cNvPr>
                <p:cNvSpPr txBox="1"/>
                <p:nvPr/>
              </p:nvSpPr>
              <p:spPr>
                <a:xfrm>
                  <a:off x="8808525" y="3464527"/>
                  <a:ext cx="182571" cy="2766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08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08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108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08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282" name="文字方塊 281">
                  <a:extLst>
                    <a:ext uri="{FF2B5EF4-FFF2-40B4-BE49-F238E27FC236}">
                      <a16:creationId xmlns:a16="http://schemas.microsoft.com/office/drawing/2014/main" id="{C2A3C266-0DA1-4213-A94C-8375BCA80D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08525" y="3464527"/>
                  <a:ext cx="182571" cy="276614"/>
                </a:xfrm>
                <a:prstGeom prst="rect">
                  <a:avLst/>
                </a:prstGeom>
                <a:blipFill>
                  <a:blip r:embed="rId7"/>
                  <a:stretch>
                    <a:fillRect r="-5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3" name="文字方塊 282">
                  <a:extLst>
                    <a:ext uri="{FF2B5EF4-FFF2-40B4-BE49-F238E27FC236}">
                      <a16:creationId xmlns:a16="http://schemas.microsoft.com/office/drawing/2014/main" id="{12778F67-06D6-441D-A3A6-81AC202F0005}"/>
                    </a:ext>
                  </a:extLst>
                </p:cNvPr>
                <p:cNvSpPr txBox="1"/>
                <p:nvPr/>
              </p:nvSpPr>
              <p:spPr>
                <a:xfrm>
                  <a:off x="8939353" y="3622260"/>
                  <a:ext cx="149279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08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08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108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08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283" name="文字方塊 282">
                  <a:extLst>
                    <a:ext uri="{FF2B5EF4-FFF2-40B4-BE49-F238E27FC236}">
                      <a16:creationId xmlns:a16="http://schemas.microsoft.com/office/drawing/2014/main" id="{12778F67-06D6-441D-A3A6-81AC202F00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39353" y="3622260"/>
                  <a:ext cx="149279" cy="262829"/>
                </a:xfrm>
                <a:prstGeom prst="rect">
                  <a:avLst/>
                </a:prstGeom>
                <a:blipFill>
                  <a:blip r:embed="rId8"/>
                  <a:stretch>
                    <a:fillRect r="-75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4" name="文字方塊 283">
                  <a:extLst>
                    <a:ext uri="{FF2B5EF4-FFF2-40B4-BE49-F238E27FC236}">
                      <a16:creationId xmlns:a16="http://schemas.microsoft.com/office/drawing/2014/main" id="{5402CF73-F485-4FBF-A2A1-CC3144A5C2FB}"/>
                    </a:ext>
                  </a:extLst>
                </p:cNvPr>
                <p:cNvSpPr txBox="1"/>
                <p:nvPr/>
              </p:nvSpPr>
              <p:spPr>
                <a:xfrm>
                  <a:off x="9334381" y="3989199"/>
                  <a:ext cx="204146" cy="2453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994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994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994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994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994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284" name="文字方塊 283">
                  <a:extLst>
                    <a:ext uri="{FF2B5EF4-FFF2-40B4-BE49-F238E27FC236}">
                      <a16:creationId xmlns:a16="http://schemas.microsoft.com/office/drawing/2014/main" id="{5402CF73-F485-4FBF-A2A1-CC3144A5C2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4381" y="3989199"/>
                  <a:ext cx="204146" cy="245324"/>
                </a:xfrm>
                <a:prstGeom prst="rect">
                  <a:avLst/>
                </a:prstGeom>
                <a:blipFill>
                  <a:blip r:embed="rId9"/>
                  <a:stretch>
                    <a:fillRect r="-5151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5" name="文字方塊 284">
                  <a:extLst>
                    <a:ext uri="{FF2B5EF4-FFF2-40B4-BE49-F238E27FC236}">
                      <a16:creationId xmlns:a16="http://schemas.microsoft.com/office/drawing/2014/main" id="{B949DBCD-8A69-4FF2-BF1B-257435BB772A}"/>
                    </a:ext>
                  </a:extLst>
                </p:cNvPr>
                <p:cNvSpPr txBox="1"/>
                <p:nvPr/>
              </p:nvSpPr>
              <p:spPr>
                <a:xfrm>
                  <a:off x="8455561" y="4146208"/>
                  <a:ext cx="1082966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  <m:r>
                          <a:rPr lang="en-US" altLang="zh-TW" sz="1108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m:rPr>
                                <m:nor/>
                              </m:rPr>
                              <a:rPr lang="en-US" altLang="zh-TW" sz="1108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oMath>
                    </m:oMathPara>
                  </a14:m>
                  <a:endParaRPr lang="zh-TW" altLang="en-US" sz="1108" dirty="0"/>
                </a:p>
              </p:txBody>
            </p:sp>
          </mc:Choice>
          <mc:Fallback>
            <p:sp>
              <p:nvSpPr>
                <p:cNvPr id="285" name="文字方塊 284">
                  <a:extLst>
                    <a:ext uri="{FF2B5EF4-FFF2-40B4-BE49-F238E27FC236}">
                      <a16:creationId xmlns:a16="http://schemas.microsoft.com/office/drawing/2014/main" id="{B949DBCD-8A69-4FF2-BF1B-257435BB77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55561" y="4146208"/>
                  <a:ext cx="1082966" cy="262829"/>
                </a:xfrm>
                <a:prstGeom prst="rect">
                  <a:avLst/>
                </a:prstGeom>
                <a:blipFill>
                  <a:blip r:embed="rId10"/>
                  <a:stretch>
                    <a:fillRect b="-465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6" name="文字方塊 285">
                  <a:extLst>
                    <a:ext uri="{FF2B5EF4-FFF2-40B4-BE49-F238E27FC236}">
                      <a16:creationId xmlns:a16="http://schemas.microsoft.com/office/drawing/2014/main" id="{5AE83CA0-0A56-4142-8338-24FD52AB115E}"/>
                    </a:ext>
                  </a:extLst>
                </p:cNvPr>
                <p:cNvSpPr txBox="1"/>
                <p:nvPr/>
              </p:nvSpPr>
              <p:spPr>
                <a:xfrm>
                  <a:off x="7313922" y="6239249"/>
                  <a:ext cx="1100937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108" dirty="0"/>
                </a:p>
              </p:txBody>
            </p:sp>
          </mc:Choice>
          <mc:Fallback>
            <p:sp>
              <p:nvSpPr>
                <p:cNvPr id="286" name="文字方塊 285">
                  <a:extLst>
                    <a:ext uri="{FF2B5EF4-FFF2-40B4-BE49-F238E27FC236}">
                      <a16:creationId xmlns:a16="http://schemas.microsoft.com/office/drawing/2014/main" id="{5AE83CA0-0A56-4142-8338-24FD52AB11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13922" y="6239249"/>
                  <a:ext cx="1100937" cy="262829"/>
                </a:xfrm>
                <a:prstGeom prst="rect">
                  <a:avLst/>
                </a:prstGeom>
                <a:blipFill>
                  <a:blip r:embed="rId11"/>
                  <a:stretch>
                    <a:fillRect b="-697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7" name="文字方塊 286">
                  <a:extLst>
                    <a:ext uri="{FF2B5EF4-FFF2-40B4-BE49-F238E27FC236}">
                      <a16:creationId xmlns:a16="http://schemas.microsoft.com/office/drawing/2014/main" id="{BF1CC280-F740-491A-9EB2-2CC5DB5367FF}"/>
                    </a:ext>
                  </a:extLst>
                </p:cNvPr>
                <p:cNvSpPr txBox="1"/>
                <p:nvPr/>
              </p:nvSpPr>
              <p:spPr>
                <a:xfrm>
                  <a:off x="8447951" y="7159719"/>
                  <a:ext cx="1021987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</m:oMath>
                    </m:oMathPara>
                  </a14:m>
                  <a:endParaRPr lang="zh-TW" altLang="en-US" sz="1108" dirty="0"/>
                </a:p>
              </p:txBody>
            </p:sp>
          </mc:Choice>
          <mc:Fallback>
            <p:sp>
              <p:nvSpPr>
                <p:cNvPr id="287" name="文字方塊 286">
                  <a:extLst>
                    <a:ext uri="{FF2B5EF4-FFF2-40B4-BE49-F238E27FC236}">
                      <a16:creationId xmlns:a16="http://schemas.microsoft.com/office/drawing/2014/main" id="{BF1CC280-F740-491A-9EB2-2CC5DB5367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47951" y="7159719"/>
                  <a:ext cx="1021987" cy="26282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8" name="文字方塊 287">
                  <a:extLst>
                    <a:ext uri="{FF2B5EF4-FFF2-40B4-BE49-F238E27FC236}">
                      <a16:creationId xmlns:a16="http://schemas.microsoft.com/office/drawing/2014/main" id="{F9F90A25-EB39-4FDC-B4D0-BE3E46F7AFEF}"/>
                    </a:ext>
                  </a:extLst>
                </p:cNvPr>
                <p:cNvSpPr txBox="1"/>
                <p:nvPr/>
              </p:nvSpPr>
              <p:spPr>
                <a:xfrm>
                  <a:off x="8661456" y="5854227"/>
                  <a:ext cx="562814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108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−1, 2</m:t>
                            </m:r>
                          </m:e>
                        </m:d>
                      </m:oMath>
                    </m:oMathPara>
                  </a14:m>
                  <a:endParaRPr lang="zh-TW" altLang="en-US" sz="1108" dirty="0"/>
                </a:p>
              </p:txBody>
            </p:sp>
          </mc:Choice>
          <mc:Fallback>
            <p:sp>
              <p:nvSpPr>
                <p:cNvPr id="288" name="文字方塊 287">
                  <a:extLst>
                    <a:ext uri="{FF2B5EF4-FFF2-40B4-BE49-F238E27FC236}">
                      <a16:creationId xmlns:a16="http://schemas.microsoft.com/office/drawing/2014/main" id="{F9F90A25-EB39-4FDC-B4D0-BE3E46F7AF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1456" y="5854227"/>
                  <a:ext cx="562814" cy="262829"/>
                </a:xfrm>
                <a:prstGeom prst="rect">
                  <a:avLst/>
                </a:prstGeom>
                <a:blipFill>
                  <a:blip r:embed="rId13"/>
                  <a:stretch>
                    <a:fillRect t="-93023" r="-51613" b="-1511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9" name="文字方塊 288">
                  <a:extLst>
                    <a:ext uri="{FF2B5EF4-FFF2-40B4-BE49-F238E27FC236}">
                      <a16:creationId xmlns:a16="http://schemas.microsoft.com/office/drawing/2014/main" id="{C6DDF3AF-B449-41F3-A749-5C627765CCC7}"/>
                    </a:ext>
                  </a:extLst>
                </p:cNvPr>
                <p:cNvSpPr txBox="1"/>
                <p:nvPr/>
              </p:nvSpPr>
              <p:spPr>
                <a:xfrm>
                  <a:off x="8673084" y="4473755"/>
                  <a:ext cx="562814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108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1, −1</m:t>
                            </m:r>
                          </m:e>
                        </m:d>
                      </m:oMath>
                    </m:oMathPara>
                  </a14:m>
                  <a:endParaRPr lang="zh-TW" altLang="en-US" sz="1108" dirty="0"/>
                </a:p>
              </p:txBody>
            </p:sp>
          </mc:Choice>
          <mc:Fallback>
            <p:sp>
              <p:nvSpPr>
                <p:cNvPr id="289" name="文字方塊 288">
                  <a:extLst>
                    <a:ext uri="{FF2B5EF4-FFF2-40B4-BE49-F238E27FC236}">
                      <a16:creationId xmlns:a16="http://schemas.microsoft.com/office/drawing/2014/main" id="{C6DDF3AF-B449-41F3-A749-5C627765CC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73084" y="4473755"/>
                  <a:ext cx="562814" cy="262829"/>
                </a:xfrm>
                <a:prstGeom prst="rect">
                  <a:avLst/>
                </a:prstGeom>
                <a:blipFill>
                  <a:blip r:embed="rId14"/>
                  <a:stretch>
                    <a:fillRect t="-93023" r="-53261" b="-1511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0" name="Oval 14">
              <a:extLst>
                <a:ext uri="{FF2B5EF4-FFF2-40B4-BE49-F238E27FC236}">
                  <a16:creationId xmlns:a16="http://schemas.microsoft.com/office/drawing/2014/main" id="{A692CE52-AC9C-467E-84A2-C9AB0DD7422A}"/>
                </a:ext>
              </a:extLst>
            </p:cNvPr>
            <p:cNvSpPr/>
            <p:nvPr/>
          </p:nvSpPr>
          <p:spPr>
            <a:xfrm>
              <a:off x="8901522" y="4712395"/>
              <a:ext cx="112465" cy="116499"/>
            </a:xfrm>
            <a:prstGeom prst="ellipse">
              <a:avLst/>
            </a:prstGeom>
            <a:gradFill flip="none" rotWithShape="1">
              <a:gsLst>
                <a:gs pos="0">
                  <a:srgbClr val="D1D1D1"/>
                </a:gs>
                <a:gs pos="23000">
                  <a:schemeClr val="bg1">
                    <a:lumMod val="85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85" dirty="0"/>
            </a:p>
          </p:txBody>
        </p:sp>
        <p:sp>
          <p:nvSpPr>
            <p:cNvPr id="291" name="Oval 4">
              <a:extLst>
                <a:ext uri="{FF2B5EF4-FFF2-40B4-BE49-F238E27FC236}">
                  <a16:creationId xmlns:a16="http://schemas.microsoft.com/office/drawing/2014/main" id="{500FD700-D29E-42D7-A9A7-FE85984646AB}"/>
                </a:ext>
              </a:extLst>
            </p:cNvPr>
            <p:cNvSpPr/>
            <p:nvPr/>
          </p:nvSpPr>
          <p:spPr>
            <a:xfrm>
              <a:off x="8459427" y="4770644"/>
              <a:ext cx="999692" cy="1035552"/>
            </a:xfrm>
            <a:prstGeom prst="ellipse">
              <a:avLst/>
            </a:prstGeom>
            <a:gradFill flip="none" rotWithShape="1">
              <a:gsLst>
                <a:gs pos="100000">
                  <a:schemeClr val="accent3">
                    <a:lumMod val="60000"/>
                    <a:lumOff val="40000"/>
                    <a:alpha val="60000"/>
                  </a:schemeClr>
                </a:gs>
                <a:gs pos="55000">
                  <a:schemeClr val="accent3">
                    <a:lumMod val="40000"/>
                    <a:lumOff val="60000"/>
                    <a:alpha val="60000"/>
                  </a:schemeClr>
                </a:gs>
                <a:gs pos="0">
                  <a:schemeClr val="bg1">
                    <a:alpha val="6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 w="57150">
              <a:solidFill>
                <a:srgbClr val="D5D7D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p:sp>
          <p:nvSpPr>
            <p:cNvPr id="292" name="Oval 15">
              <a:extLst>
                <a:ext uri="{FF2B5EF4-FFF2-40B4-BE49-F238E27FC236}">
                  <a16:creationId xmlns:a16="http://schemas.microsoft.com/office/drawing/2014/main" id="{D981D99D-E352-47A0-86D7-CA1B32DAEDA8}"/>
                </a:ext>
              </a:extLst>
            </p:cNvPr>
            <p:cNvSpPr/>
            <p:nvPr/>
          </p:nvSpPr>
          <p:spPr>
            <a:xfrm>
              <a:off x="8901522" y="5747366"/>
              <a:ext cx="112465" cy="116499"/>
            </a:xfrm>
            <a:prstGeom prst="ellipse">
              <a:avLst/>
            </a:prstGeom>
            <a:gradFill flip="none" rotWithShape="1">
              <a:gsLst>
                <a:gs pos="17000">
                  <a:srgbClr val="D1D1D1"/>
                </a:gs>
                <a:gs pos="0">
                  <a:schemeClr val="bg1">
                    <a:lumMod val="85000"/>
                  </a:schemeClr>
                </a:gs>
                <a:gs pos="60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p:sp>
          <p:nvSpPr>
            <p:cNvPr id="293" name="SHO">
              <a:extLst>
                <a:ext uri="{FF2B5EF4-FFF2-40B4-BE49-F238E27FC236}">
                  <a16:creationId xmlns:a16="http://schemas.microsoft.com/office/drawing/2014/main" id="{8D1D68CB-3337-4994-BCBA-8F0710960E1D}"/>
                </a:ext>
              </a:extLst>
            </p:cNvPr>
            <p:cNvSpPr/>
            <p:nvPr/>
          </p:nvSpPr>
          <p:spPr>
            <a:xfrm rot="16200000">
              <a:off x="8742208" y="4788921"/>
              <a:ext cx="431095" cy="999692"/>
            </a:xfrm>
            <a:prstGeom prst="arc">
              <a:avLst>
                <a:gd name="adj1" fmla="val 5396867"/>
                <a:gd name="adj2" fmla="val 5395779"/>
              </a:avLst>
            </a:prstGeom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47000">
                  <a:schemeClr val="bg1">
                    <a:lumMod val="50000"/>
                  </a:schemeClr>
                </a:gs>
                <a:gs pos="97000">
                  <a:srgbClr val="5E5E5E"/>
                </a:gs>
              </a:gsLst>
              <a:path path="circle">
                <a:fillToRect l="50000" t="50000" r="50000" b="50000"/>
              </a:path>
              <a:tileRect/>
            </a:gradFill>
            <a:ln w="31750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p:sp>
          <p:nvSpPr>
            <p:cNvPr id="294" name="SVO">
              <a:extLst>
                <a:ext uri="{FF2B5EF4-FFF2-40B4-BE49-F238E27FC236}">
                  <a16:creationId xmlns:a16="http://schemas.microsoft.com/office/drawing/2014/main" id="{0E9F2E0F-A42B-4018-AAE9-DC3C658B8768}"/>
                </a:ext>
              </a:extLst>
            </p:cNvPr>
            <p:cNvSpPr/>
            <p:nvPr/>
          </p:nvSpPr>
          <p:spPr>
            <a:xfrm>
              <a:off x="8707210" y="4770991"/>
              <a:ext cx="499846" cy="1035552"/>
            </a:xfrm>
            <a:prstGeom prst="ellips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/>
            </a:p>
          </p:txBody>
        </p:sp>
        <p:sp>
          <p:nvSpPr>
            <p:cNvPr id="295" name="Oval 6">
              <a:extLst>
                <a:ext uri="{FF2B5EF4-FFF2-40B4-BE49-F238E27FC236}">
                  <a16:creationId xmlns:a16="http://schemas.microsoft.com/office/drawing/2014/main" id="{00716E60-140E-4D38-8A6C-56CA9FE3EA77}"/>
                </a:ext>
              </a:extLst>
            </p:cNvPr>
            <p:cNvSpPr/>
            <p:nvPr/>
          </p:nvSpPr>
          <p:spPr>
            <a:xfrm rot="16200000">
              <a:off x="8742208" y="4788921"/>
              <a:ext cx="431095" cy="999692"/>
            </a:xfrm>
            <a:prstGeom prst="ellipse">
              <a:avLst/>
            </a:prstGeom>
            <a:noFill/>
            <a:ln w="38100">
              <a:solidFill>
                <a:schemeClr val="tx1">
                  <a:alpha val="6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6" name="TextBox 11">
                  <a:extLst>
                    <a:ext uri="{FF2B5EF4-FFF2-40B4-BE49-F238E27FC236}">
                      <a16:creationId xmlns:a16="http://schemas.microsoft.com/office/drawing/2014/main" id="{5AD7783E-6C61-44EC-B05F-170223AC8E11}"/>
                    </a:ext>
                  </a:extLst>
                </p:cNvPr>
                <p:cNvSpPr txBox="1"/>
                <p:nvPr/>
              </p:nvSpPr>
              <p:spPr>
                <a:xfrm>
                  <a:off x="8577195" y="5165293"/>
                  <a:ext cx="122489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8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108" dirty="0"/>
                </a:p>
              </p:txBody>
            </p:sp>
          </mc:Choice>
          <mc:Fallback>
            <p:sp>
              <p:nvSpPr>
                <p:cNvPr id="296" name="TextBox 11">
                  <a:extLst>
                    <a:ext uri="{FF2B5EF4-FFF2-40B4-BE49-F238E27FC236}">
                      <a16:creationId xmlns:a16="http://schemas.microsoft.com/office/drawing/2014/main" id="{5AD7783E-6C61-44EC-B05F-170223AC8E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77195" y="5165293"/>
                  <a:ext cx="122489" cy="262829"/>
                </a:xfrm>
                <a:prstGeom prst="rect">
                  <a:avLst/>
                </a:prstGeom>
                <a:blipFill>
                  <a:blip r:embed="rId15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7" name="Oval 22">
              <a:extLst>
                <a:ext uri="{FF2B5EF4-FFF2-40B4-BE49-F238E27FC236}">
                  <a16:creationId xmlns:a16="http://schemas.microsoft.com/office/drawing/2014/main" id="{DDE20F1E-B08B-4648-9096-F627FA6C7A3D}"/>
                </a:ext>
              </a:extLst>
            </p:cNvPr>
            <p:cNvSpPr/>
            <p:nvPr/>
          </p:nvSpPr>
          <p:spPr>
            <a:xfrm>
              <a:off x="8900868" y="5747366"/>
              <a:ext cx="112465" cy="116499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8" name="TextBox 12">
                  <a:extLst>
                    <a:ext uri="{FF2B5EF4-FFF2-40B4-BE49-F238E27FC236}">
                      <a16:creationId xmlns:a16="http://schemas.microsoft.com/office/drawing/2014/main" id="{AA20FB7E-6F57-4B92-9509-E5D4B1D76162}"/>
                    </a:ext>
                  </a:extLst>
                </p:cNvPr>
                <p:cNvSpPr txBox="1"/>
                <p:nvPr/>
              </p:nvSpPr>
              <p:spPr>
                <a:xfrm>
                  <a:off x="9030604" y="5231337"/>
                  <a:ext cx="122489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8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1108" dirty="0"/>
                </a:p>
              </p:txBody>
            </p:sp>
          </mc:Choice>
          <mc:Fallback>
            <p:sp>
              <p:nvSpPr>
                <p:cNvPr id="298" name="TextBox 12">
                  <a:extLst>
                    <a:ext uri="{FF2B5EF4-FFF2-40B4-BE49-F238E27FC236}">
                      <a16:creationId xmlns:a16="http://schemas.microsoft.com/office/drawing/2014/main" id="{AA20FB7E-6F57-4B92-9509-E5D4B1D761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30604" y="5231337"/>
                  <a:ext cx="122489" cy="262829"/>
                </a:xfrm>
                <a:prstGeom prst="rect">
                  <a:avLst/>
                </a:prstGeom>
                <a:blipFill>
                  <a:blip r:embed="rId16"/>
                  <a:stretch>
                    <a:fillRect r="-55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9" name="TextBox 13">
                  <a:extLst>
                    <a:ext uri="{FF2B5EF4-FFF2-40B4-BE49-F238E27FC236}">
                      <a16:creationId xmlns:a16="http://schemas.microsoft.com/office/drawing/2014/main" id="{EED1D4D5-DF9B-468D-936F-D5EA6F6569DB}"/>
                    </a:ext>
                  </a:extLst>
                </p:cNvPr>
                <p:cNvSpPr txBox="1"/>
                <p:nvPr/>
              </p:nvSpPr>
              <p:spPr>
                <a:xfrm>
                  <a:off x="8861595" y="4795362"/>
                  <a:ext cx="177900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8" i="1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1108" dirty="0"/>
                </a:p>
              </p:txBody>
            </p:sp>
          </mc:Choice>
          <mc:Fallback>
            <p:sp>
              <p:nvSpPr>
                <p:cNvPr id="299" name="TextBox 13">
                  <a:extLst>
                    <a:ext uri="{FF2B5EF4-FFF2-40B4-BE49-F238E27FC236}">
                      <a16:creationId xmlns:a16="http://schemas.microsoft.com/office/drawing/2014/main" id="{EED1D4D5-DF9B-468D-936F-D5EA6F6569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61595" y="4795362"/>
                  <a:ext cx="177900" cy="262829"/>
                </a:xfrm>
                <a:prstGeom prst="rect">
                  <a:avLst/>
                </a:prstGeom>
                <a:blipFill>
                  <a:blip r:embed="rId17"/>
                  <a:stretch>
                    <a:fillRect r="-1034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0" name="DVO">
              <a:extLst>
                <a:ext uri="{FF2B5EF4-FFF2-40B4-BE49-F238E27FC236}">
                  <a16:creationId xmlns:a16="http://schemas.microsoft.com/office/drawing/2014/main" id="{19C8BB4E-02BC-47C6-894F-8DF51F78A542}"/>
                </a:ext>
              </a:extLst>
            </p:cNvPr>
            <p:cNvSpPr/>
            <p:nvPr/>
          </p:nvSpPr>
          <p:spPr>
            <a:xfrm flipH="1">
              <a:off x="8707210" y="4770991"/>
              <a:ext cx="499846" cy="1035552"/>
            </a:xfrm>
            <a:prstGeom prst="arc">
              <a:avLst>
                <a:gd name="adj1" fmla="val 5396867"/>
                <a:gd name="adj2" fmla="val 16170484"/>
              </a:avLst>
            </a:prstGeom>
            <a:ln w="254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p:sp>
          <p:nvSpPr>
            <p:cNvPr id="301" name="Oval 23">
              <a:extLst>
                <a:ext uri="{FF2B5EF4-FFF2-40B4-BE49-F238E27FC236}">
                  <a16:creationId xmlns:a16="http://schemas.microsoft.com/office/drawing/2014/main" id="{DDA4D723-1531-49A7-B7C1-20349383D6D4}"/>
                </a:ext>
              </a:extLst>
            </p:cNvPr>
            <p:cNvSpPr/>
            <p:nvPr/>
          </p:nvSpPr>
          <p:spPr>
            <a:xfrm>
              <a:off x="9401306" y="5230518"/>
              <a:ext cx="112465" cy="116499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p:cxnSp>
          <p:nvCxnSpPr>
            <p:cNvPr id="302" name="Straight Arrow Connector 7">
              <a:extLst>
                <a:ext uri="{FF2B5EF4-FFF2-40B4-BE49-F238E27FC236}">
                  <a16:creationId xmlns:a16="http://schemas.microsoft.com/office/drawing/2014/main" id="{0C98DAF2-76F9-4C70-B8F7-7D9794F3E4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55034" y="4978557"/>
              <a:ext cx="1175" cy="30869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Arrow Connector 19">
              <a:extLst>
                <a:ext uri="{FF2B5EF4-FFF2-40B4-BE49-F238E27FC236}">
                  <a16:creationId xmlns:a16="http://schemas.microsoft.com/office/drawing/2014/main" id="{4666AB07-F074-41A4-8C0B-40E57A0569E7}"/>
                </a:ext>
              </a:extLst>
            </p:cNvPr>
            <p:cNvCxnSpPr>
              <a:cxnSpLocks/>
            </p:cNvCxnSpPr>
            <p:nvPr/>
          </p:nvCxnSpPr>
          <p:spPr>
            <a:xfrm>
              <a:off x="8957100" y="5285738"/>
              <a:ext cx="135555" cy="10852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Straight Arrow Connector 18">
              <a:extLst>
                <a:ext uri="{FF2B5EF4-FFF2-40B4-BE49-F238E27FC236}">
                  <a16:creationId xmlns:a16="http://schemas.microsoft.com/office/drawing/2014/main" id="{4B6F977B-E631-4D4A-BF45-E406243C539D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8838492" y="5167024"/>
              <a:ext cx="0" cy="23742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5" name="Oval 20">
              <a:extLst>
                <a:ext uri="{FF2B5EF4-FFF2-40B4-BE49-F238E27FC236}">
                  <a16:creationId xmlns:a16="http://schemas.microsoft.com/office/drawing/2014/main" id="{A674D9BD-9F96-4D10-B29E-23EC36F78EF3}"/>
                </a:ext>
              </a:extLst>
            </p:cNvPr>
            <p:cNvSpPr/>
            <p:nvPr/>
          </p:nvSpPr>
          <p:spPr>
            <a:xfrm>
              <a:off x="8401500" y="5230518"/>
              <a:ext cx="112465" cy="116499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/>
            </a:p>
          </p:txBody>
        </p:sp>
        <p:sp>
          <p:nvSpPr>
            <p:cNvPr id="306" name="Oval 22">
              <a:extLst>
                <a:ext uri="{FF2B5EF4-FFF2-40B4-BE49-F238E27FC236}">
                  <a16:creationId xmlns:a16="http://schemas.microsoft.com/office/drawing/2014/main" id="{C3E99DC0-4601-469B-8A38-B5BD110368BE}"/>
                </a:ext>
              </a:extLst>
            </p:cNvPr>
            <p:cNvSpPr/>
            <p:nvPr/>
          </p:nvSpPr>
          <p:spPr>
            <a:xfrm>
              <a:off x="8901686" y="4706944"/>
              <a:ext cx="112465" cy="116499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85" dirty="0"/>
            </a:p>
          </p:txBody>
        </p:sp>
        <p:sp>
          <p:nvSpPr>
            <p:cNvPr id="307" name="Partial Circle 9">
              <a:extLst>
                <a:ext uri="{FF2B5EF4-FFF2-40B4-BE49-F238E27FC236}">
                  <a16:creationId xmlns:a16="http://schemas.microsoft.com/office/drawing/2014/main" id="{E92CD1A4-910B-41C5-B924-50A982BA195B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8911833" y="5220555"/>
              <a:ext cx="70898" cy="136886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8" name="TextBox 10">
                  <a:extLst>
                    <a:ext uri="{FF2B5EF4-FFF2-40B4-BE49-F238E27FC236}">
                      <a16:creationId xmlns:a16="http://schemas.microsoft.com/office/drawing/2014/main" id="{F071ADC0-2B8F-407C-B95D-06A8EAF580AC}"/>
                    </a:ext>
                  </a:extLst>
                </p:cNvPr>
                <p:cNvSpPr txBox="1"/>
                <p:nvPr/>
              </p:nvSpPr>
              <p:spPr>
                <a:xfrm>
                  <a:off x="8659822" y="5244820"/>
                  <a:ext cx="218239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8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108" dirty="0"/>
                </a:p>
              </p:txBody>
            </p:sp>
          </mc:Choice>
          <mc:Fallback>
            <p:sp>
              <p:nvSpPr>
                <p:cNvPr id="308" name="TextBox 10">
                  <a:extLst>
                    <a:ext uri="{FF2B5EF4-FFF2-40B4-BE49-F238E27FC236}">
                      <a16:creationId xmlns:a16="http://schemas.microsoft.com/office/drawing/2014/main" id="{F071ADC0-2B8F-407C-B95D-06A8EAF580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9822" y="5244820"/>
                  <a:ext cx="218239" cy="262829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9" name="Straight Arrow Connector 17">
              <a:extLst>
                <a:ext uri="{FF2B5EF4-FFF2-40B4-BE49-F238E27FC236}">
                  <a16:creationId xmlns:a16="http://schemas.microsoft.com/office/drawing/2014/main" id="{F8178E97-E183-48C5-AD42-AB8CECBF11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03315" y="5289835"/>
              <a:ext cx="153405" cy="198373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310" name="Partial Circle 9">
              <a:extLst>
                <a:ext uri="{FF2B5EF4-FFF2-40B4-BE49-F238E27FC236}">
                  <a16:creationId xmlns:a16="http://schemas.microsoft.com/office/drawing/2014/main" id="{763771DB-149A-4112-BF06-84684D4C0D7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903025" y="5194787"/>
              <a:ext cx="103302" cy="208638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1" name="TextBox 10">
                  <a:extLst>
                    <a:ext uri="{FF2B5EF4-FFF2-40B4-BE49-F238E27FC236}">
                      <a16:creationId xmlns:a16="http://schemas.microsoft.com/office/drawing/2014/main" id="{4516302E-8940-4643-8F19-30315E9A3B74}"/>
                    </a:ext>
                  </a:extLst>
                </p:cNvPr>
                <p:cNvSpPr txBox="1"/>
                <p:nvPr/>
              </p:nvSpPr>
              <p:spPr>
                <a:xfrm>
                  <a:off x="8930563" y="5022993"/>
                  <a:ext cx="205647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8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108" dirty="0"/>
                </a:p>
              </p:txBody>
            </p:sp>
          </mc:Choice>
          <mc:Fallback>
            <p:sp>
              <p:nvSpPr>
                <p:cNvPr id="311" name="TextBox 10">
                  <a:extLst>
                    <a:ext uri="{FF2B5EF4-FFF2-40B4-BE49-F238E27FC236}">
                      <a16:creationId xmlns:a16="http://schemas.microsoft.com/office/drawing/2014/main" id="{4516302E-8940-4643-8F19-30315E9A3B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30563" y="5022993"/>
                  <a:ext cx="205647" cy="262829"/>
                </a:xfrm>
                <a:prstGeom prst="rect">
                  <a:avLst/>
                </a:prstGeom>
                <a:blipFill>
                  <a:blip r:embed="rId19"/>
                  <a:stretch>
                    <a:fillRect r="-17647" b="-465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12" name="Straight Arrow Connector 17">
              <a:extLst>
                <a:ext uri="{FF2B5EF4-FFF2-40B4-BE49-F238E27FC236}">
                  <a16:creationId xmlns:a16="http://schemas.microsoft.com/office/drawing/2014/main" id="{F61F8C03-1341-4898-99F0-5BC16893A6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51121" y="4981256"/>
              <a:ext cx="395947" cy="31129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313" name="Oval 22">
              <a:extLst>
                <a:ext uri="{FF2B5EF4-FFF2-40B4-BE49-F238E27FC236}">
                  <a16:creationId xmlns:a16="http://schemas.microsoft.com/office/drawing/2014/main" id="{AD85F4E2-CCEA-4D32-89CB-025AB94BE644}"/>
                </a:ext>
              </a:extLst>
            </p:cNvPr>
            <p:cNvSpPr/>
            <p:nvPr/>
          </p:nvSpPr>
          <p:spPr>
            <a:xfrm>
              <a:off x="9138260" y="5425567"/>
              <a:ext cx="112465" cy="116499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p:sp>
          <p:nvSpPr>
            <p:cNvPr id="314" name="Oval 22">
              <a:extLst>
                <a:ext uri="{FF2B5EF4-FFF2-40B4-BE49-F238E27FC236}">
                  <a16:creationId xmlns:a16="http://schemas.microsoft.com/office/drawing/2014/main" id="{7B5DA086-45F5-4875-A993-FC08DE05D711}"/>
                </a:ext>
              </a:extLst>
            </p:cNvPr>
            <p:cNvSpPr/>
            <p:nvPr/>
          </p:nvSpPr>
          <p:spPr>
            <a:xfrm>
              <a:off x="8663475" y="5051015"/>
              <a:ext cx="112465" cy="116499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5" name="文字方塊 314">
                  <a:extLst>
                    <a:ext uri="{FF2B5EF4-FFF2-40B4-BE49-F238E27FC236}">
                      <a16:creationId xmlns:a16="http://schemas.microsoft.com/office/drawing/2014/main" id="{90722D65-230E-47ED-8B73-5EDEBBADF2C3}"/>
                    </a:ext>
                  </a:extLst>
                </p:cNvPr>
                <p:cNvSpPr txBox="1"/>
                <p:nvPr/>
              </p:nvSpPr>
              <p:spPr>
                <a:xfrm>
                  <a:off x="7377312" y="5063864"/>
                  <a:ext cx="974158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/2, 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108" dirty="0"/>
                </a:p>
              </p:txBody>
            </p:sp>
          </mc:Choice>
          <mc:Fallback>
            <p:sp>
              <p:nvSpPr>
                <p:cNvPr id="315" name="文字方塊 314">
                  <a:extLst>
                    <a:ext uri="{FF2B5EF4-FFF2-40B4-BE49-F238E27FC236}">
                      <a16:creationId xmlns:a16="http://schemas.microsoft.com/office/drawing/2014/main" id="{90722D65-230E-47ED-8B73-5EDEBBADF2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7312" y="5063864"/>
                  <a:ext cx="974158" cy="262829"/>
                </a:xfrm>
                <a:prstGeom prst="rect">
                  <a:avLst/>
                </a:prstGeom>
                <a:blipFill>
                  <a:blip r:embed="rId20"/>
                  <a:stretch>
                    <a:fillRect b="-697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6" name="文字方塊 315">
                  <a:extLst>
                    <a:ext uri="{FF2B5EF4-FFF2-40B4-BE49-F238E27FC236}">
                      <a16:creationId xmlns:a16="http://schemas.microsoft.com/office/drawing/2014/main" id="{0CFEE92B-E30B-4245-89AF-20D758AFC9B6}"/>
                    </a:ext>
                  </a:extLst>
                </p:cNvPr>
                <p:cNvSpPr txBox="1"/>
                <p:nvPr/>
              </p:nvSpPr>
              <p:spPr>
                <a:xfrm>
                  <a:off x="9461422" y="5026716"/>
                  <a:ext cx="1100937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108" dirty="0"/>
                </a:p>
              </p:txBody>
            </p:sp>
          </mc:Choice>
          <mc:Fallback>
            <p:sp>
              <p:nvSpPr>
                <p:cNvPr id="316" name="文字方塊 315">
                  <a:extLst>
                    <a:ext uri="{FF2B5EF4-FFF2-40B4-BE49-F238E27FC236}">
                      <a16:creationId xmlns:a16="http://schemas.microsoft.com/office/drawing/2014/main" id="{0CFEE92B-E30B-4245-89AF-20D758AFC9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61422" y="5026716"/>
                  <a:ext cx="1100937" cy="262829"/>
                </a:xfrm>
                <a:prstGeom prst="rect">
                  <a:avLst/>
                </a:prstGeom>
                <a:blipFill>
                  <a:blip r:embed="rId21"/>
                  <a:stretch>
                    <a:fillRect b="-697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7" name="文字方塊 316">
                  <a:extLst>
                    <a:ext uri="{FF2B5EF4-FFF2-40B4-BE49-F238E27FC236}">
                      <a16:creationId xmlns:a16="http://schemas.microsoft.com/office/drawing/2014/main" id="{A2F95952-FC86-454A-B841-0490369EE040}"/>
                    </a:ext>
                  </a:extLst>
                </p:cNvPr>
                <p:cNvSpPr txBox="1"/>
                <p:nvPr/>
              </p:nvSpPr>
              <p:spPr>
                <a:xfrm>
                  <a:off x="9461422" y="6211981"/>
                  <a:ext cx="1100937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/2,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108" dirty="0"/>
                </a:p>
              </p:txBody>
            </p:sp>
          </mc:Choice>
          <mc:Fallback>
            <p:sp>
              <p:nvSpPr>
                <p:cNvPr id="317" name="文字方塊 316">
                  <a:extLst>
                    <a:ext uri="{FF2B5EF4-FFF2-40B4-BE49-F238E27FC236}">
                      <a16:creationId xmlns:a16="http://schemas.microsoft.com/office/drawing/2014/main" id="{A2F95952-FC86-454A-B841-0490369EE0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61422" y="6211981"/>
                  <a:ext cx="1100937" cy="262829"/>
                </a:xfrm>
                <a:prstGeom prst="rect">
                  <a:avLst/>
                </a:prstGeom>
                <a:blipFill>
                  <a:blip r:embed="rId22"/>
                  <a:stretch>
                    <a:fillRect b="-465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18" name="圖片 317">
              <a:extLst>
                <a:ext uri="{FF2B5EF4-FFF2-40B4-BE49-F238E27FC236}">
                  <a16:creationId xmlns:a16="http://schemas.microsoft.com/office/drawing/2014/main" id="{10F55526-555E-4950-8135-02FA805A8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9620154" y="3678883"/>
              <a:ext cx="1290686" cy="258137"/>
            </a:xfrm>
            <a:prstGeom prst="rect">
              <a:avLst/>
            </a:prstGeom>
          </p:spPr>
        </p:pic>
        <p:pic>
          <p:nvPicPr>
            <p:cNvPr id="319" name="圖片 318">
              <a:extLst>
                <a:ext uri="{FF2B5EF4-FFF2-40B4-BE49-F238E27FC236}">
                  <a16:creationId xmlns:a16="http://schemas.microsoft.com/office/drawing/2014/main" id="{F24346E2-DFEF-48D3-9786-8094D4BC7F8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4"/>
            <a:srcRect l="9358" t="17558" r="8712" b="16703"/>
            <a:stretch/>
          </p:blipFill>
          <p:spPr>
            <a:xfrm>
              <a:off x="9736687" y="3686660"/>
              <a:ext cx="529628" cy="116768"/>
            </a:xfrm>
            <a:prstGeom prst="rect">
              <a:avLst/>
            </a:prstGeom>
          </p:spPr>
        </p:pic>
        <p:pic>
          <p:nvPicPr>
            <p:cNvPr id="320" name="圖片 319">
              <a:extLst>
                <a:ext uri="{FF2B5EF4-FFF2-40B4-BE49-F238E27FC236}">
                  <a16:creationId xmlns:a16="http://schemas.microsoft.com/office/drawing/2014/main" id="{DD674CA0-A1BB-43B3-95CB-BD05895BE30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4994" r="50136"/>
            <a:stretch/>
          </p:blipFill>
          <p:spPr>
            <a:xfrm>
              <a:off x="8504189" y="6317081"/>
              <a:ext cx="871539" cy="840201"/>
            </a:xfrm>
            <a:prstGeom prst="rect">
              <a:avLst/>
            </a:prstGeom>
          </p:spPr>
        </p:pic>
        <p:cxnSp>
          <p:nvCxnSpPr>
            <p:cNvPr id="321" name="直線接點 320">
              <a:extLst>
                <a:ext uri="{FF2B5EF4-FFF2-40B4-BE49-F238E27FC236}">
                  <a16:creationId xmlns:a16="http://schemas.microsoft.com/office/drawing/2014/main" id="{8C24A2DD-62B3-4ED1-AAAA-130A14F34DE4}"/>
                </a:ext>
              </a:extLst>
            </p:cNvPr>
            <p:cNvCxnSpPr>
              <a:cxnSpLocks/>
            </p:cNvCxnSpPr>
            <p:nvPr/>
          </p:nvCxnSpPr>
          <p:spPr>
            <a:xfrm>
              <a:off x="9250315" y="5558484"/>
              <a:ext cx="342900" cy="479524"/>
            </a:xfrm>
            <a:prstGeom prst="line">
              <a:avLst/>
            </a:prstGeom>
            <a:ln w="9525" cap="flat" cmpd="sng" algn="ctr">
              <a:solidFill>
                <a:schemeClr val="bg1">
                  <a:lumMod val="7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22" name="直線接點 321">
              <a:extLst>
                <a:ext uri="{FF2B5EF4-FFF2-40B4-BE49-F238E27FC236}">
                  <a16:creationId xmlns:a16="http://schemas.microsoft.com/office/drawing/2014/main" id="{C075D9B4-6452-492E-8317-A50672502854}"/>
                </a:ext>
              </a:extLst>
            </p:cNvPr>
            <p:cNvCxnSpPr>
              <a:cxnSpLocks/>
            </p:cNvCxnSpPr>
            <p:nvPr/>
          </p:nvCxnSpPr>
          <p:spPr>
            <a:xfrm>
              <a:off x="8297815" y="4515739"/>
              <a:ext cx="398272" cy="569045"/>
            </a:xfrm>
            <a:prstGeom prst="line">
              <a:avLst/>
            </a:prstGeom>
            <a:ln w="9525" cap="flat" cmpd="sng" algn="ctr">
              <a:solidFill>
                <a:schemeClr val="bg1">
                  <a:lumMod val="7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23" name="直線接點 322">
              <a:extLst>
                <a:ext uri="{FF2B5EF4-FFF2-40B4-BE49-F238E27FC236}">
                  <a16:creationId xmlns:a16="http://schemas.microsoft.com/office/drawing/2014/main" id="{125404EB-723C-47B9-B489-7FC7857072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78765" y="5328715"/>
              <a:ext cx="140200" cy="325019"/>
            </a:xfrm>
            <a:prstGeom prst="line">
              <a:avLst/>
            </a:prstGeom>
            <a:ln w="9525" cap="flat" cmpd="sng" algn="ctr">
              <a:solidFill>
                <a:schemeClr val="bg1">
                  <a:lumMod val="7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24" name="直線接點 323">
              <a:extLst>
                <a:ext uri="{FF2B5EF4-FFF2-40B4-BE49-F238E27FC236}">
                  <a16:creationId xmlns:a16="http://schemas.microsoft.com/office/drawing/2014/main" id="{295A30AA-B189-4973-866E-6E4BB712B3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01140" y="5008477"/>
              <a:ext cx="104775" cy="222982"/>
            </a:xfrm>
            <a:prstGeom prst="line">
              <a:avLst/>
            </a:prstGeom>
            <a:ln w="9525" cap="flat" cmpd="sng" algn="ctr">
              <a:solidFill>
                <a:schemeClr val="bg1">
                  <a:lumMod val="7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pic>
          <p:nvPicPr>
            <p:cNvPr id="325" name="圖片 324">
              <a:extLst>
                <a:ext uri="{FF2B5EF4-FFF2-40B4-BE49-F238E27FC236}">
                  <a16:creationId xmlns:a16="http://schemas.microsoft.com/office/drawing/2014/main" id="{6069EBE3-D797-418F-8624-F0A1DB3A86B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5"/>
            <a:srcRect l="51584"/>
            <a:stretch/>
          </p:blipFill>
          <p:spPr>
            <a:xfrm>
              <a:off x="7444573" y="4262161"/>
              <a:ext cx="823327" cy="827286"/>
            </a:xfrm>
            <a:prstGeom prst="rect">
              <a:avLst/>
            </a:prstGeom>
          </p:spPr>
        </p:pic>
        <p:pic>
          <p:nvPicPr>
            <p:cNvPr id="326" name="圖片 325">
              <a:extLst>
                <a:ext uri="{FF2B5EF4-FFF2-40B4-BE49-F238E27FC236}">
                  <a16:creationId xmlns:a16="http://schemas.microsoft.com/office/drawing/2014/main" id="{970EEFF1-B2B8-486C-9237-491913084CE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5"/>
            <a:srcRect r="50878"/>
            <a:stretch/>
          </p:blipFill>
          <p:spPr>
            <a:xfrm>
              <a:off x="9625745" y="5368037"/>
              <a:ext cx="835333" cy="827286"/>
            </a:xfrm>
            <a:prstGeom prst="rect">
              <a:avLst/>
            </a:prstGeom>
          </p:spPr>
        </p:pic>
        <p:pic>
          <p:nvPicPr>
            <p:cNvPr id="327" name="圖片 326">
              <a:extLst>
                <a:ext uri="{FF2B5EF4-FFF2-40B4-BE49-F238E27FC236}">
                  <a16:creationId xmlns:a16="http://schemas.microsoft.com/office/drawing/2014/main" id="{1291E8BB-3F1C-4AB9-B163-19593033E8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50838" r="25243"/>
            <a:stretch/>
          </p:blipFill>
          <p:spPr>
            <a:xfrm>
              <a:off x="9601741" y="4250675"/>
              <a:ext cx="838200" cy="840201"/>
            </a:xfrm>
            <a:prstGeom prst="rect">
              <a:avLst/>
            </a:prstGeom>
          </p:spPr>
        </p:pic>
        <p:pic>
          <p:nvPicPr>
            <p:cNvPr id="328" name="圖片 327">
              <a:extLst>
                <a:ext uri="{FF2B5EF4-FFF2-40B4-BE49-F238E27FC236}">
                  <a16:creationId xmlns:a16="http://schemas.microsoft.com/office/drawing/2014/main" id="{BFC00FC6-B622-49EA-89C2-B36E8AA19D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75918"/>
            <a:stretch/>
          </p:blipFill>
          <p:spPr>
            <a:xfrm>
              <a:off x="7420240" y="5386457"/>
              <a:ext cx="843962" cy="840201"/>
            </a:xfrm>
            <a:prstGeom prst="rect">
              <a:avLst/>
            </a:prstGeom>
          </p:spPr>
        </p:pic>
        <p:sp>
          <p:nvSpPr>
            <p:cNvPr id="329" name="矩形: 圓角 328">
              <a:extLst>
                <a:ext uri="{FF2B5EF4-FFF2-40B4-BE49-F238E27FC236}">
                  <a16:creationId xmlns:a16="http://schemas.microsoft.com/office/drawing/2014/main" id="{67BFF49A-FA99-4E74-BF62-1E329C006C5E}"/>
                </a:ext>
              </a:extLst>
            </p:cNvPr>
            <p:cNvSpPr/>
            <p:nvPr/>
          </p:nvSpPr>
          <p:spPr>
            <a:xfrm>
              <a:off x="-3638545" y="3158626"/>
              <a:ext cx="3638551" cy="4277229"/>
            </a:xfrm>
            <a:prstGeom prst="roundRect">
              <a:avLst>
                <a:gd name="adj" fmla="val 7772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0150" tIns="15076" rIns="30150" bIns="1507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94" dirty="0"/>
            </a:p>
          </p:txBody>
        </p:sp>
        <p:cxnSp>
          <p:nvCxnSpPr>
            <p:cNvPr id="330" name="直線接點 329">
              <a:extLst>
                <a:ext uri="{FF2B5EF4-FFF2-40B4-BE49-F238E27FC236}">
                  <a16:creationId xmlns:a16="http://schemas.microsoft.com/office/drawing/2014/main" id="{F3103400-8156-4387-B3D2-3D62C72976AE}"/>
                </a:ext>
              </a:extLst>
            </p:cNvPr>
            <p:cNvCxnSpPr>
              <a:cxnSpLocks/>
            </p:cNvCxnSpPr>
            <p:nvPr/>
          </p:nvCxnSpPr>
          <p:spPr>
            <a:xfrm>
              <a:off x="-1682750" y="5537200"/>
              <a:ext cx="342900" cy="479524"/>
            </a:xfrm>
            <a:prstGeom prst="line">
              <a:avLst/>
            </a:prstGeom>
            <a:ln w="9525" cap="flat" cmpd="sng" algn="ctr">
              <a:solidFill>
                <a:schemeClr val="bg1">
                  <a:lumMod val="7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31" name="直線接點 330">
              <a:extLst>
                <a:ext uri="{FF2B5EF4-FFF2-40B4-BE49-F238E27FC236}">
                  <a16:creationId xmlns:a16="http://schemas.microsoft.com/office/drawing/2014/main" id="{373FF7E7-0BF2-4AFF-8BC5-36610BDE9528}"/>
                </a:ext>
              </a:extLst>
            </p:cNvPr>
            <p:cNvCxnSpPr>
              <a:cxnSpLocks/>
            </p:cNvCxnSpPr>
            <p:nvPr/>
          </p:nvCxnSpPr>
          <p:spPr>
            <a:xfrm>
              <a:off x="-2635250" y="4494455"/>
              <a:ext cx="398272" cy="569045"/>
            </a:xfrm>
            <a:prstGeom prst="line">
              <a:avLst/>
            </a:prstGeom>
            <a:ln w="9525" cap="flat" cmpd="sng" algn="ctr">
              <a:solidFill>
                <a:schemeClr val="bg1">
                  <a:lumMod val="7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32" name="直線接點 331">
              <a:extLst>
                <a:ext uri="{FF2B5EF4-FFF2-40B4-BE49-F238E27FC236}">
                  <a16:creationId xmlns:a16="http://schemas.microsoft.com/office/drawing/2014/main" id="{DB555CCD-6A03-4A18-BCB9-668777BEFE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654300" y="5307431"/>
              <a:ext cx="140200" cy="325019"/>
            </a:xfrm>
            <a:prstGeom prst="line">
              <a:avLst/>
            </a:prstGeom>
            <a:ln w="9525" cap="flat" cmpd="sng" algn="ctr">
              <a:solidFill>
                <a:schemeClr val="bg1">
                  <a:lumMod val="7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33" name="直線接點 332">
              <a:extLst>
                <a:ext uri="{FF2B5EF4-FFF2-40B4-BE49-F238E27FC236}">
                  <a16:creationId xmlns:a16="http://schemas.microsoft.com/office/drawing/2014/main" id="{024A9131-ADDD-48E9-A994-00D2B59751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431925" y="4987193"/>
              <a:ext cx="104775" cy="222982"/>
            </a:xfrm>
            <a:prstGeom prst="line">
              <a:avLst/>
            </a:prstGeom>
            <a:ln w="9525" cap="flat" cmpd="sng" algn="ctr">
              <a:solidFill>
                <a:schemeClr val="bg1">
                  <a:lumMod val="7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pic>
          <p:nvPicPr>
            <p:cNvPr id="334" name="圖片 333">
              <a:extLst>
                <a:ext uri="{FF2B5EF4-FFF2-40B4-BE49-F238E27FC236}">
                  <a16:creationId xmlns:a16="http://schemas.microsoft.com/office/drawing/2014/main" id="{659681A5-8CF1-4AC0-AB78-D4945687D83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6"/>
            <a:srcRect r="51606"/>
            <a:stretch/>
          </p:blipFill>
          <p:spPr>
            <a:xfrm>
              <a:off x="-2430930" y="3276600"/>
              <a:ext cx="859305" cy="852466"/>
            </a:xfrm>
            <a:prstGeom prst="rect">
              <a:avLst/>
            </a:prstGeom>
          </p:spPr>
        </p:pic>
        <p:pic>
          <p:nvPicPr>
            <p:cNvPr id="335" name="圖片 334">
              <a:extLst>
                <a:ext uri="{FF2B5EF4-FFF2-40B4-BE49-F238E27FC236}">
                  <a16:creationId xmlns:a16="http://schemas.microsoft.com/office/drawing/2014/main" id="{A7CFEA32-D257-42DF-BE15-4310BCF0CF6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0952" t="70186" r="4524" b="8575"/>
            <a:stretch/>
          </p:blipFill>
          <p:spPr>
            <a:xfrm>
              <a:off x="-1509712" y="3295650"/>
              <a:ext cx="235743" cy="910432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6" name="文字方塊 335">
                  <a:extLst>
                    <a:ext uri="{FF2B5EF4-FFF2-40B4-BE49-F238E27FC236}">
                      <a16:creationId xmlns:a16="http://schemas.microsoft.com/office/drawing/2014/main" id="{5B92FBFF-B2DE-49C8-AC82-77FFC0C92417}"/>
                    </a:ext>
                  </a:extLst>
                </p:cNvPr>
                <p:cNvSpPr txBox="1"/>
                <p:nvPr/>
              </p:nvSpPr>
              <p:spPr>
                <a:xfrm>
                  <a:off x="-2047063" y="3874967"/>
                  <a:ext cx="268993" cy="2722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69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69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1169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169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1169" dirty="0"/>
                </a:p>
              </p:txBody>
            </p:sp>
          </mc:Choice>
          <mc:Fallback>
            <p:sp>
              <p:nvSpPr>
                <p:cNvPr id="336" name="文字方塊 335">
                  <a:extLst>
                    <a:ext uri="{FF2B5EF4-FFF2-40B4-BE49-F238E27FC236}">
                      <a16:creationId xmlns:a16="http://schemas.microsoft.com/office/drawing/2014/main" id="{5B92FBFF-B2DE-49C8-AC82-77FFC0C924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047063" y="3874967"/>
                  <a:ext cx="268993" cy="272254"/>
                </a:xfrm>
                <a:prstGeom prst="rect">
                  <a:avLst/>
                </a:prstGeom>
                <a:blipFill>
                  <a:blip r:embed="rId27"/>
                  <a:stretch>
                    <a:fillRect r="-7272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37" name="群組 336">
              <a:extLst>
                <a:ext uri="{FF2B5EF4-FFF2-40B4-BE49-F238E27FC236}">
                  <a16:creationId xmlns:a16="http://schemas.microsoft.com/office/drawing/2014/main" id="{A2B5A5DA-B7A9-4A87-A4FF-435B58CCF892}"/>
                </a:ext>
              </a:extLst>
            </p:cNvPr>
            <p:cNvGrpSpPr/>
            <p:nvPr/>
          </p:nvGrpSpPr>
          <p:grpSpPr>
            <a:xfrm>
              <a:off x="-2000310" y="3686758"/>
              <a:ext cx="50518" cy="48461"/>
              <a:chOff x="1373392" y="2391862"/>
              <a:chExt cx="479433" cy="476535"/>
            </a:xfrm>
          </p:grpSpPr>
          <p:sp>
            <p:nvSpPr>
              <p:cNvPr id="338" name="箭號: 向右 337">
                <a:extLst>
                  <a:ext uri="{FF2B5EF4-FFF2-40B4-BE49-F238E27FC236}">
                    <a16:creationId xmlns:a16="http://schemas.microsoft.com/office/drawing/2014/main" id="{93F52F2C-9815-4F1C-B05F-F295300CE7FD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69">
                  <a:solidFill>
                    <a:schemeClr val="bg1"/>
                  </a:solidFill>
                </a:endParaRPr>
              </a:p>
            </p:txBody>
          </p:sp>
          <p:sp>
            <p:nvSpPr>
              <p:cNvPr id="339" name="箭號: 向右 338">
                <a:extLst>
                  <a:ext uri="{FF2B5EF4-FFF2-40B4-BE49-F238E27FC236}">
                    <a16:creationId xmlns:a16="http://schemas.microsoft.com/office/drawing/2014/main" id="{F6C1587A-79B1-43BC-A5B1-C50380956538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69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0" name="文字方塊 339">
                  <a:extLst>
                    <a:ext uri="{FF2B5EF4-FFF2-40B4-BE49-F238E27FC236}">
                      <a16:creationId xmlns:a16="http://schemas.microsoft.com/office/drawing/2014/main" id="{1761E378-7A95-411A-B50B-47F10A69A0B6}"/>
                    </a:ext>
                  </a:extLst>
                </p:cNvPr>
                <p:cNvSpPr txBox="1"/>
                <p:nvPr/>
              </p:nvSpPr>
              <p:spPr>
                <a:xfrm>
                  <a:off x="-2124540" y="3443243"/>
                  <a:ext cx="182571" cy="2766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08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08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108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08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340" name="文字方塊 339">
                  <a:extLst>
                    <a:ext uri="{FF2B5EF4-FFF2-40B4-BE49-F238E27FC236}">
                      <a16:creationId xmlns:a16="http://schemas.microsoft.com/office/drawing/2014/main" id="{1761E378-7A95-411A-B50B-47F10A69A0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124540" y="3443243"/>
                  <a:ext cx="182571" cy="276614"/>
                </a:xfrm>
                <a:prstGeom prst="rect">
                  <a:avLst/>
                </a:prstGeom>
                <a:blipFill>
                  <a:blip r:embed="rId28"/>
                  <a:stretch>
                    <a:fillRect r="-5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1" name="文字方塊 340">
                  <a:extLst>
                    <a:ext uri="{FF2B5EF4-FFF2-40B4-BE49-F238E27FC236}">
                      <a16:creationId xmlns:a16="http://schemas.microsoft.com/office/drawing/2014/main" id="{1A4F39B1-F731-48F3-9F49-7B5BCDDC7D64}"/>
                    </a:ext>
                  </a:extLst>
                </p:cNvPr>
                <p:cNvSpPr txBox="1"/>
                <p:nvPr/>
              </p:nvSpPr>
              <p:spPr>
                <a:xfrm>
                  <a:off x="-1993712" y="3600976"/>
                  <a:ext cx="149279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08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08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108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08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341" name="文字方塊 340">
                  <a:extLst>
                    <a:ext uri="{FF2B5EF4-FFF2-40B4-BE49-F238E27FC236}">
                      <a16:creationId xmlns:a16="http://schemas.microsoft.com/office/drawing/2014/main" id="{1A4F39B1-F731-48F3-9F49-7B5BCDDC7D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993712" y="3600976"/>
                  <a:ext cx="149279" cy="262829"/>
                </a:xfrm>
                <a:prstGeom prst="rect">
                  <a:avLst/>
                </a:prstGeom>
                <a:blipFill>
                  <a:blip r:embed="rId29"/>
                  <a:stretch>
                    <a:fillRect r="-68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2" name="文字方塊 341">
                  <a:extLst>
                    <a:ext uri="{FF2B5EF4-FFF2-40B4-BE49-F238E27FC236}">
                      <a16:creationId xmlns:a16="http://schemas.microsoft.com/office/drawing/2014/main" id="{18B01493-0609-4FA5-B4E5-62872ED8058A}"/>
                    </a:ext>
                  </a:extLst>
                </p:cNvPr>
                <p:cNvSpPr txBox="1"/>
                <p:nvPr/>
              </p:nvSpPr>
              <p:spPr>
                <a:xfrm>
                  <a:off x="-1598684" y="3967915"/>
                  <a:ext cx="204146" cy="2453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994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994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994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994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994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342" name="文字方塊 341">
                  <a:extLst>
                    <a:ext uri="{FF2B5EF4-FFF2-40B4-BE49-F238E27FC236}">
                      <a16:creationId xmlns:a16="http://schemas.microsoft.com/office/drawing/2014/main" id="{18B01493-0609-4FA5-B4E5-62872ED805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598684" y="3967915"/>
                  <a:ext cx="204146" cy="245324"/>
                </a:xfrm>
                <a:prstGeom prst="rect">
                  <a:avLst/>
                </a:prstGeom>
                <a:blipFill>
                  <a:blip r:embed="rId30"/>
                  <a:stretch>
                    <a:fillRect r="-5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3" name="文字方塊 342">
                  <a:extLst>
                    <a:ext uri="{FF2B5EF4-FFF2-40B4-BE49-F238E27FC236}">
                      <a16:creationId xmlns:a16="http://schemas.microsoft.com/office/drawing/2014/main" id="{6F6A4157-E645-43E8-8D05-429C743657E1}"/>
                    </a:ext>
                  </a:extLst>
                </p:cNvPr>
                <p:cNvSpPr txBox="1"/>
                <p:nvPr/>
              </p:nvSpPr>
              <p:spPr>
                <a:xfrm>
                  <a:off x="-2477504" y="4124924"/>
                  <a:ext cx="1082966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  <m:r>
                          <a:rPr lang="en-US" altLang="zh-TW" sz="1108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m:rPr>
                                <m:nor/>
                              </m:rPr>
                              <a:rPr lang="en-US" altLang="zh-TW" sz="1108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oMath>
                    </m:oMathPara>
                  </a14:m>
                  <a:endParaRPr lang="zh-TW" altLang="en-US" sz="1108" dirty="0"/>
                </a:p>
              </p:txBody>
            </p:sp>
          </mc:Choice>
          <mc:Fallback>
            <p:sp>
              <p:nvSpPr>
                <p:cNvPr id="343" name="文字方塊 342">
                  <a:extLst>
                    <a:ext uri="{FF2B5EF4-FFF2-40B4-BE49-F238E27FC236}">
                      <a16:creationId xmlns:a16="http://schemas.microsoft.com/office/drawing/2014/main" id="{6F6A4157-E645-43E8-8D05-429C743657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477504" y="4124924"/>
                  <a:ext cx="1082966" cy="262829"/>
                </a:xfrm>
                <a:prstGeom prst="rect">
                  <a:avLst/>
                </a:prstGeom>
                <a:blipFill>
                  <a:blip r:embed="rId31"/>
                  <a:stretch>
                    <a:fillRect b="-697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4" name="文字方塊 343">
                  <a:extLst>
                    <a:ext uri="{FF2B5EF4-FFF2-40B4-BE49-F238E27FC236}">
                      <a16:creationId xmlns:a16="http://schemas.microsoft.com/office/drawing/2014/main" id="{99A3E07E-A1E4-411F-BD1D-0DBEBB41228B}"/>
                    </a:ext>
                  </a:extLst>
                </p:cNvPr>
                <p:cNvSpPr txBox="1"/>
                <p:nvPr/>
              </p:nvSpPr>
              <p:spPr>
                <a:xfrm>
                  <a:off x="-3619143" y="6217964"/>
                  <a:ext cx="1100937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108" dirty="0"/>
                </a:p>
              </p:txBody>
            </p:sp>
          </mc:Choice>
          <mc:Fallback>
            <p:sp>
              <p:nvSpPr>
                <p:cNvPr id="344" name="文字方塊 343">
                  <a:extLst>
                    <a:ext uri="{FF2B5EF4-FFF2-40B4-BE49-F238E27FC236}">
                      <a16:creationId xmlns:a16="http://schemas.microsoft.com/office/drawing/2014/main" id="{99A3E07E-A1E4-411F-BD1D-0DBEBB4122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619143" y="6217964"/>
                  <a:ext cx="1100937" cy="262829"/>
                </a:xfrm>
                <a:prstGeom prst="rect">
                  <a:avLst/>
                </a:prstGeom>
                <a:blipFill>
                  <a:blip r:embed="rId32"/>
                  <a:stretch>
                    <a:fillRect b="-465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5" name="文字方塊 344">
                  <a:extLst>
                    <a:ext uri="{FF2B5EF4-FFF2-40B4-BE49-F238E27FC236}">
                      <a16:creationId xmlns:a16="http://schemas.microsoft.com/office/drawing/2014/main" id="{8C966C90-7B46-46AA-96C7-A90E53573B08}"/>
                    </a:ext>
                  </a:extLst>
                </p:cNvPr>
                <p:cNvSpPr txBox="1"/>
                <p:nvPr/>
              </p:nvSpPr>
              <p:spPr>
                <a:xfrm>
                  <a:off x="-2485114" y="7138435"/>
                  <a:ext cx="1021987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</m:oMath>
                    </m:oMathPara>
                  </a14:m>
                  <a:endParaRPr lang="zh-TW" altLang="en-US" sz="1108" dirty="0"/>
                </a:p>
              </p:txBody>
            </p:sp>
          </mc:Choice>
          <mc:Fallback>
            <p:sp>
              <p:nvSpPr>
                <p:cNvPr id="345" name="文字方塊 344">
                  <a:extLst>
                    <a:ext uri="{FF2B5EF4-FFF2-40B4-BE49-F238E27FC236}">
                      <a16:creationId xmlns:a16="http://schemas.microsoft.com/office/drawing/2014/main" id="{8C966C90-7B46-46AA-96C7-A90E53573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485114" y="7138435"/>
                  <a:ext cx="1021987" cy="262829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6" name="文字方塊 345">
                  <a:extLst>
                    <a:ext uri="{FF2B5EF4-FFF2-40B4-BE49-F238E27FC236}">
                      <a16:creationId xmlns:a16="http://schemas.microsoft.com/office/drawing/2014/main" id="{5F8DE6AF-39C3-410D-937B-C43AA0BECCF6}"/>
                    </a:ext>
                  </a:extLst>
                </p:cNvPr>
                <p:cNvSpPr txBox="1"/>
                <p:nvPr/>
              </p:nvSpPr>
              <p:spPr>
                <a:xfrm>
                  <a:off x="-2271609" y="5832943"/>
                  <a:ext cx="562814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108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−1, 1</m:t>
                            </m:r>
                          </m:e>
                        </m:d>
                      </m:oMath>
                    </m:oMathPara>
                  </a14:m>
                  <a:endParaRPr lang="zh-TW" altLang="en-US" sz="1108" dirty="0"/>
                </a:p>
              </p:txBody>
            </p:sp>
          </mc:Choice>
          <mc:Fallback>
            <p:sp>
              <p:nvSpPr>
                <p:cNvPr id="346" name="文字方塊 345">
                  <a:extLst>
                    <a:ext uri="{FF2B5EF4-FFF2-40B4-BE49-F238E27FC236}">
                      <a16:creationId xmlns:a16="http://schemas.microsoft.com/office/drawing/2014/main" id="{5F8DE6AF-39C3-410D-937B-C43AA0BECC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271609" y="5832943"/>
                  <a:ext cx="562814" cy="262829"/>
                </a:xfrm>
                <a:prstGeom prst="rect">
                  <a:avLst/>
                </a:prstGeom>
                <a:blipFill>
                  <a:blip r:embed="rId34"/>
                  <a:stretch>
                    <a:fillRect t="-93023" r="-52174" b="-1511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7" name="文字方塊 346">
                  <a:extLst>
                    <a:ext uri="{FF2B5EF4-FFF2-40B4-BE49-F238E27FC236}">
                      <a16:creationId xmlns:a16="http://schemas.microsoft.com/office/drawing/2014/main" id="{758D338F-51FB-4C1D-9136-BD8C704F15ED}"/>
                    </a:ext>
                  </a:extLst>
                </p:cNvPr>
                <p:cNvSpPr txBox="1"/>
                <p:nvPr/>
              </p:nvSpPr>
              <p:spPr>
                <a:xfrm>
                  <a:off x="-2259981" y="4452471"/>
                  <a:ext cx="562814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108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1, −1</m:t>
                            </m:r>
                          </m:e>
                        </m:d>
                      </m:oMath>
                    </m:oMathPara>
                  </a14:m>
                  <a:endParaRPr lang="zh-TW" altLang="en-US" sz="1108" dirty="0"/>
                </a:p>
              </p:txBody>
            </p:sp>
          </mc:Choice>
          <mc:Fallback>
            <p:sp>
              <p:nvSpPr>
                <p:cNvPr id="347" name="文字方塊 346">
                  <a:extLst>
                    <a:ext uri="{FF2B5EF4-FFF2-40B4-BE49-F238E27FC236}">
                      <a16:creationId xmlns:a16="http://schemas.microsoft.com/office/drawing/2014/main" id="{758D338F-51FB-4C1D-9136-BD8C704F15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259981" y="4452471"/>
                  <a:ext cx="562814" cy="262829"/>
                </a:xfrm>
                <a:prstGeom prst="rect">
                  <a:avLst/>
                </a:prstGeom>
                <a:blipFill>
                  <a:blip r:embed="rId35"/>
                  <a:stretch>
                    <a:fillRect t="-93023" r="-52174" b="-1511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48" name="Oval 14">
              <a:extLst>
                <a:ext uri="{FF2B5EF4-FFF2-40B4-BE49-F238E27FC236}">
                  <a16:creationId xmlns:a16="http://schemas.microsoft.com/office/drawing/2014/main" id="{3E4DCE42-45DE-4DF2-9655-B82704386CCF}"/>
                </a:ext>
              </a:extLst>
            </p:cNvPr>
            <p:cNvSpPr/>
            <p:nvPr/>
          </p:nvSpPr>
          <p:spPr>
            <a:xfrm>
              <a:off x="-2031543" y="4691111"/>
              <a:ext cx="112465" cy="116499"/>
            </a:xfrm>
            <a:prstGeom prst="ellipse">
              <a:avLst/>
            </a:prstGeom>
            <a:gradFill flip="none" rotWithShape="1">
              <a:gsLst>
                <a:gs pos="0">
                  <a:srgbClr val="D1D1D1"/>
                </a:gs>
                <a:gs pos="23000">
                  <a:schemeClr val="bg1">
                    <a:lumMod val="85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85" dirty="0"/>
            </a:p>
          </p:txBody>
        </p:sp>
        <p:sp>
          <p:nvSpPr>
            <p:cNvPr id="349" name="Oval 4">
              <a:extLst>
                <a:ext uri="{FF2B5EF4-FFF2-40B4-BE49-F238E27FC236}">
                  <a16:creationId xmlns:a16="http://schemas.microsoft.com/office/drawing/2014/main" id="{9463DF83-12F2-437B-BDDB-A82132ABB5AD}"/>
                </a:ext>
              </a:extLst>
            </p:cNvPr>
            <p:cNvSpPr/>
            <p:nvPr/>
          </p:nvSpPr>
          <p:spPr>
            <a:xfrm>
              <a:off x="-2473638" y="4749360"/>
              <a:ext cx="999692" cy="1035552"/>
            </a:xfrm>
            <a:prstGeom prst="ellipse">
              <a:avLst/>
            </a:prstGeom>
            <a:gradFill flip="none" rotWithShape="1">
              <a:gsLst>
                <a:gs pos="100000">
                  <a:schemeClr val="accent3">
                    <a:lumMod val="60000"/>
                    <a:lumOff val="40000"/>
                    <a:alpha val="60000"/>
                  </a:schemeClr>
                </a:gs>
                <a:gs pos="55000">
                  <a:schemeClr val="accent3">
                    <a:lumMod val="40000"/>
                    <a:lumOff val="60000"/>
                    <a:alpha val="60000"/>
                  </a:schemeClr>
                </a:gs>
                <a:gs pos="0">
                  <a:schemeClr val="bg1">
                    <a:alpha val="6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 w="57150">
              <a:solidFill>
                <a:srgbClr val="D5D7D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p:sp>
          <p:nvSpPr>
            <p:cNvPr id="350" name="Oval 15">
              <a:extLst>
                <a:ext uri="{FF2B5EF4-FFF2-40B4-BE49-F238E27FC236}">
                  <a16:creationId xmlns:a16="http://schemas.microsoft.com/office/drawing/2014/main" id="{9F5B51C9-A061-4C73-B216-2E735AB75482}"/>
                </a:ext>
              </a:extLst>
            </p:cNvPr>
            <p:cNvSpPr/>
            <p:nvPr/>
          </p:nvSpPr>
          <p:spPr>
            <a:xfrm>
              <a:off x="-2031543" y="5726082"/>
              <a:ext cx="112465" cy="116499"/>
            </a:xfrm>
            <a:prstGeom prst="ellipse">
              <a:avLst/>
            </a:prstGeom>
            <a:gradFill flip="none" rotWithShape="1">
              <a:gsLst>
                <a:gs pos="17000">
                  <a:srgbClr val="D1D1D1"/>
                </a:gs>
                <a:gs pos="0">
                  <a:schemeClr val="bg1">
                    <a:lumMod val="85000"/>
                  </a:schemeClr>
                </a:gs>
                <a:gs pos="60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p:sp>
          <p:nvSpPr>
            <p:cNvPr id="351" name="SHO">
              <a:extLst>
                <a:ext uri="{FF2B5EF4-FFF2-40B4-BE49-F238E27FC236}">
                  <a16:creationId xmlns:a16="http://schemas.microsoft.com/office/drawing/2014/main" id="{F5ECAC69-CC2B-41C0-A87C-DE6F203F462A}"/>
                </a:ext>
              </a:extLst>
            </p:cNvPr>
            <p:cNvSpPr/>
            <p:nvPr/>
          </p:nvSpPr>
          <p:spPr>
            <a:xfrm rot="16200000">
              <a:off x="-2190857" y="4767637"/>
              <a:ext cx="431095" cy="999692"/>
            </a:xfrm>
            <a:prstGeom prst="arc">
              <a:avLst>
                <a:gd name="adj1" fmla="val 5396867"/>
                <a:gd name="adj2" fmla="val 5395779"/>
              </a:avLst>
            </a:prstGeom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47000">
                  <a:schemeClr val="bg1">
                    <a:lumMod val="50000"/>
                  </a:schemeClr>
                </a:gs>
                <a:gs pos="97000">
                  <a:srgbClr val="5E5E5E"/>
                </a:gs>
              </a:gsLst>
              <a:path path="circle">
                <a:fillToRect l="50000" t="50000" r="50000" b="50000"/>
              </a:path>
              <a:tileRect/>
            </a:gradFill>
            <a:ln w="31750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p:sp>
          <p:nvSpPr>
            <p:cNvPr id="352" name="SVO">
              <a:extLst>
                <a:ext uri="{FF2B5EF4-FFF2-40B4-BE49-F238E27FC236}">
                  <a16:creationId xmlns:a16="http://schemas.microsoft.com/office/drawing/2014/main" id="{23F05B4F-DDDE-49C2-B090-B33D6DB313BF}"/>
                </a:ext>
              </a:extLst>
            </p:cNvPr>
            <p:cNvSpPr/>
            <p:nvPr/>
          </p:nvSpPr>
          <p:spPr>
            <a:xfrm>
              <a:off x="-2225855" y="4749707"/>
              <a:ext cx="499846" cy="1035552"/>
            </a:xfrm>
            <a:prstGeom prst="ellips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/>
            </a:p>
          </p:txBody>
        </p:sp>
        <p:sp>
          <p:nvSpPr>
            <p:cNvPr id="353" name="Oval 6">
              <a:extLst>
                <a:ext uri="{FF2B5EF4-FFF2-40B4-BE49-F238E27FC236}">
                  <a16:creationId xmlns:a16="http://schemas.microsoft.com/office/drawing/2014/main" id="{8D700E2D-86EB-4DDF-96C5-706F898087F9}"/>
                </a:ext>
              </a:extLst>
            </p:cNvPr>
            <p:cNvSpPr/>
            <p:nvPr/>
          </p:nvSpPr>
          <p:spPr>
            <a:xfrm rot="16200000">
              <a:off x="-2190857" y="4767637"/>
              <a:ext cx="431095" cy="999692"/>
            </a:xfrm>
            <a:prstGeom prst="ellipse">
              <a:avLst/>
            </a:prstGeom>
            <a:noFill/>
            <a:ln w="38100">
              <a:solidFill>
                <a:schemeClr val="tx1">
                  <a:alpha val="6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4" name="TextBox 11">
                  <a:extLst>
                    <a:ext uri="{FF2B5EF4-FFF2-40B4-BE49-F238E27FC236}">
                      <a16:creationId xmlns:a16="http://schemas.microsoft.com/office/drawing/2014/main" id="{7FA0C3C1-CE25-42D6-9081-2A1907DC9CD0}"/>
                    </a:ext>
                  </a:extLst>
                </p:cNvPr>
                <p:cNvSpPr txBox="1"/>
                <p:nvPr/>
              </p:nvSpPr>
              <p:spPr>
                <a:xfrm>
                  <a:off x="-2355870" y="5144009"/>
                  <a:ext cx="122489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8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108" dirty="0"/>
                </a:p>
              </p:txBody>
            </p:sp>
          </mc:Choice>
          <mc:Fallback>
            <p:sp>
              <p:nvSpPr>
                <p:cNvPr id="354" name="TextBox 11">
                  <a:extLst>
                    <a:ext uri="{FF2B5EF4-FFF2-40B4-BE49-F238E27FC236}">
                      <a16:creationId xmlns:a16="http://schemas.microsoft.com/office/drawing/2014/main" id="{7FA0C3C1-CE25-42D6-9081-2A1907DC9C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355870" y="5144009"/>
                  <a:ext cx="122489" cy="262829"/>
                </a:xfrm>
                <a:prstGeom prst="rect">
                  <a:avLst/>
                </a:prstGeom>
                <a:blipFill>
                  <a:blip r:embed="rId36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5" name="Oval 22">
              <a:extLst>
                <a:ext uri="{FF2B5EF4-FFF2-40B4-BE49-F238E27FC236}">
                  <a16:creationId xmlns:a16="http://schemas.microsoft.com/office/drawing/2014/main" id="{F5E8422A-62E4-4C61-8FCB-17EFA3457A84}"/>
                </a:ext>
              </a:extLst>
            </p:cNvPr>
            <p:cNvSpPr/>
            <p:nvPr/>
          </p:nvSpPr>
          <p:spPr>
            <a:xfrm>
              <a:off x="-2032197" y="5726082"/>
              <a:ext cx="112465" cy="116499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6" name="TextBox 12">
                  <a:extLst>
                    <a:ext uri="{FF2B5EF4-FFF2-40B4-BE49-F238E27FC236}">
                      <a16:creationId xmlns:a16="http://schemas.microsoft.com/office/drawing/2014/main" id="{E5735858-2D3F-4E62-A8EF-9D77B0F85D58}"/>
                    </a:ext>
                  </a:extLst>
                </p:cNvPr>
                <p:cNvSpPr txBox="1"/>
                <p:nvPr/>
              </p:nvSpPr>
              <p:spPr>
                <a:xfrm>
                  <a:off x="-1902461" y="5210053"/>
                  <a:ext cx="122489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8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1108" dirty="0"/>
                </a:p>
              </p:txBody>
            </p:sp>
          </mc:Choice>
          <mc:Fallback>
            <p:sp>
              <p:nvSpPr>
                <p:cNvPr id="356" name="TextBox 12">
                  <a:extLst>
                    <a:ext uri="{FF2B5EF4-FFF2-40B4-BE49-F238E27FC236}">
                      <a16:creationId xmlns:a16="http://schemas.microsoft.com/office/drawing/2014/main" id="{E5735858-2D3F-4E62-A8EF-9D77B0F85D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902461" y="5210053"/>
                  <a:ext cx="122489" cy="262829"/>
                </a:xfrm>
                <a:prstGeom prst="rect">
                  <a:avLst/>
                </a:prstGeom>
                <a:blipFill>
                  <a:blip r:embed="rId37"/>
                  <a:stretch>
                    <a:fillRect r="-6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7" name="TextBox 13">
                  <a:extLst>
                    <a:ext uri="{FF2B5EF4-FFF2-40B4-BE49-F238E27FC236}">
                      <a16:creationId xmlns:a16="http://schemas.microsoft.com/office/drawing/2014/main" id="{EAC854D3-BC55-4F05-AF83-B0CF981C2129}"/>
                    </a:ext>
                  </a:extLst>
                </p:cNvPr>
                <p:cNvSpPr txBox="1"/>
                <p:nvPr/>
              </p:nvSpPr>
              <p:spPr>
                <a:xfrm>
                  <a:off x="-2071470" y="4774078"/>
                  <a:ext cx="177900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8" i="1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1108" dirty="0"/>
                </a:p>
              </p:txBody>
            </p:sp>
          </mc:Choice>
          <mc:Fallback>
            <p:sp>
              <p:nvSpPr>
                <p:cNvPr id="357" name="TextBox 13">
                  <a:extLst>
                    <a:ext uri="{FF2B5EF4-FFF2-40B4-BE49-F238E27FC236}">
                      <a16:creationId xmlns:a16="http://schemas.microsoft.com/office/drawing/2014/main" id="{EAC854D3-BC55-4F05-AF83-B0CF981C21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071470" y="4774078"/>
                  <a:ext cx="177900" cy="262829"/>
                </a:xfrm>
                <a:prstGeom prst="rect">
                  <a:avLst/>
                </a:prstGeom>
                <a:blipFill>
                  <a:blip r:embed="rId38"/>
                  <a:stretch>
                    <a:fillRect r="-689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8" name="DVO">
              <a:extLst>
                <a:ext uri="{FF2B5EF4-FFF2-40B4-BE49-F238E27FC236}">
                  <a16:creationId xmlns:a16="http://schemas.microsoft.com/office/drawing/2014/main" id="{D54726D8-B025-4E50-A9AB-4DD92792259C}"/>
                </a:ext>
              </a:extLst>
            </p:cNvPr>
            <p:cNvSpPr/>
            <p:nvPr/>
          </p:nvSpPr>
          <p:spPr>
            <a:xfrm flipH="1">
              <a:off x="-2225855" y="4749707"/>
              <a:ext cx="499846" cy="1035552"/>
            </a:xfrm>
            <a:prstGeom prst="arc">
              <a:avLst>
                <a:gd name="adj1" fmla="val 5396867"/>
                <a:gd name="adj2" fmla="val 16170484"/>
              </a:avLst>
            </a:prstGeom>
            <a:ln w="254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p:sp>
          <p:nvSpPr>
            <p:cNvPr id="359" name="Oval 23">
              <a:extLst>
                <a:ext uri="{FF2B5EF4-FFF2-40B4-BE49-F238E27FC236}">
                  <a16:creationId xmlns:a16="http://schemas.microsoft.com/office/drawing/2014/main" id="{A6A8C5C2-B882-45BE-948C-406CA8C9693B}"/>
                </a:ext>
              </a:extLst>
            </p:cNvPr>
            <p:cNvSpPr/>
            <p:nvPr/>
          </p:nvSpPr>
          <p:spPr>
            <a:xfrm>
              <a:off x="-1531759" y="5209234"/>
              <a:ext cx="112465" cy="116499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p:cxnSp>
          <p:nvCxnSpPr>
            <p:cNvPr id="360" name="Straight Arrow Connector 7">
              <a:extLst>
                <a:ext uri="{FF2B5EF4-FFF2-40B4-BE49-F238E27FC236}">
                  <a16:creationId xmlns:a16="http://schemas.microsoft.com/office/drawing/2014/main" id="{72D25DD6-344D-483A-9471-AF84D249BA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978031" y="4957273"/>
              <a:ext cx="1175" cy="30869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Arrow Connector 19">
              <a:extLst>
                <a:ext uri="{FF2B5EF4-FFF2-40B4-BE49-F238E27FC236}">
                  <a16:creationId xmlns:a16="http://schemas.microsoft.com/office/drawing/2014/main" id="{55A9FAF4-EE9E-470C-8B97-53F780F72A92}"/>
                </a:ext>
              </a:extLst>
            </p:cNvPr>
            <p:cNvCxnSpPr>
              <a:cxnSpLocks/>
            </p:cNvCxnSpPr>
            <p:nvPr/>
          </p:nvCxnSpPr>
          <p:spPr>
            <a:xfrm>
              <a:off x="-1975965" y="5264454"/>
              <a:ext cx="135555" cy="10852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Straight Arrow Connector 18">
              <a:extLst>
                <a:ext uri="{FF2B5EF4-FFF2-40B4-BE49-F238E27FC236}">
                  <a16:creationId xmlns:a16="http://schemas.microsoft.com/office/drawing/2014/main" id="{9D4B48BF-E793-4274-B85C-D4F313FEB76A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-2094573" y="5145740"/>
              <a:ext cx="0" cy="23742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3" name="Oval 20">
              <a:extLst>
                <a:ext uri="{FF2B5EF4-FFF2-40B4-BE49-F238E27FC236}">
                  <a16:creationId xmlns:a16="http://schemas.microsoft.com/office/drawing/2014/main" id="{033F6DFD-7AC1-4F7C-BE4C-4875BE0FC541}"/>
                </a:ext>
              </a:extLst>
            </p:cNvPr>
            <p:cNvSpPr/>
            <p:nvPr/>
          </p:nvSpPr>
          <p:spPr>
            <a:xfrm>
              <a:off x="-2531565" y="5209234"/>
              <a:ext cx="112465" cy="116499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/>
            </a:p>
          </p:txBody>
        </p:sp>
        <p:sp>
          <p:nvSpPr>
            <p:cNvPr id="364" name="Oval 22">
              <a:extLst>
                <a:ext uri="{FF2B5EF4-FFF2-40B4-BE49-F238E27FC236}">
                  <a16:creationId xmlns:a16="http://schemas.microsoft.com/office/drawing/2014/main" id="{1BCCFA20-4E43-4227-B7DA-4E7986A85931}"/>
                </a:ext>
              </a:extLst>
            </p:cNvPr>
            <p:cNvSpPr/>
            <p:nvPr/>
          </p:nvSpPr>
          <p:spPr>
            <a:xfrm>
              <a:off x="-2031379" y="4685660"/>
              <a:ext cx="112465" cy="116499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85" dirty="0"/>
            </a:p>
          </p:txBody>
        </p:sp>
        <p:sp>
          <p:nvSpPr>
            <p:cNvPr id="365" name="Partial Circle 9">
              <a:extLst>
                <a:ext uri="{FF2B5EF4-FFF2-40B4-BE49-F238E27FC236}">
                  <a16:creationId xmlns:a16="http://schemas.microsoft.com/office/drawing/2014/main" id="{1C8ADE24-B651-4B73-8B90-BEEA4D6C48CE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-2021232" y="5199271"/>
              <a:ext cx="70898" cy="136886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6" name="TextBox 10">
                  <a:extLst>
                    <a:ext uri="{FF2B5EF4-FFF2-40B4-BE49-F238E27FC236}">
                      <a16:creationId xmlns:a16="http://schemas.microsoft.com/office/drawing/2014/main" id="{B489EF5F-1F9A-46D2-AF2F-245912FEAC1E}"/>
                    </a:ext>
                  </a:extLst>
                </p:cNvPr>
                <p:cNvSpPr txBox="1"/>
                <p:nvPr/>
              </p:nvSpPr>
              <p:spPr>
                <a:xfrm>
                  <a:off x="-2273243" y="5223536"/>
                  <a:ext cx="218239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8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108" dirty="0"/>
                </a:p>
              </p:txBody>
            </p:sp>
          </mc:Choice>
          <mc:Fallback>
            <p:sp>
              <p:nvSpPr>
                <p:cNvPr id="366" name="TextBox 10">
                  <a:extLst>
                    <a:ext uri="{FF2B5EF4-FFF2-40B4-BE49-F238E27FC236}">
                      <a16:creationId xmlns:a16="http://schemas.microsoft.com/office/drawing/2014/main" id="{B489EF5F-1F9A-46D2-AF2F-245912FEAC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273243" y="5223536"/>
                  <a:ext cx="218239" cy="262829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7" name="Straight Arrow Connector 17">
              <a:extLst>
                <a:ext uri="{FF2B5EF4-FFF2-40B4-BE49-F238E27FC236}">
                  <a16:creationId xmlns:a16="http://schemas.microsoft.com/office/drawing/2014/main" id="{BD007204-C37D-4A16-B1F0-04E6CFDB7B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129750" y="5268551"/>
              <a:ext cx="153405" cy="198373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368" name="Partial Circle 9">
              <a:extLst>
                <a:ext uri="{FF2B5EF4-FFF2-40B4-BE49-F238E27FC236}">
                  <a16:creationId xmlns:a16="http://schemas.microsoft.com/office/drawing/2014/main" id="{AB81AA3F-7C49-4A8F-9E74-84EC76E058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-2030040" y="5173503"/>
              <a:ext cx="103302" cy="208638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9" name="TextBox 10">
                  <a:extLst>
                    <a:ext uri="{FF2B5EF4-FFF2-40B4-BE49-F238E27FC236}">
                      <a16:creationId xmlns:a16="http://schemas.microsoft.com/office/drawing/2014/main" id="{B3521067-2BB0-4F72-A6D5-791FE6EC8914}"/>
                    </a:ext>
                  </a:extLst>
                </p:cNvPr>
                <p:cNvSpPr txBox="1"/>
                <p:nvPr/>
              </p:nvSpPr>
              <p:spPr>
                <a:xfrm>
                  <a:off x="-2002502" y="5001709"/>
                  <a:ext cx="205647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8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108" dirty="0"/>
                </a:p>
              </p:txBody>
            </p:sp>
          </mc:Choice>
          <mc:Fallback>
            <p:sp>
              <p:nvSpPr>
                <p:cNvPr id="369" name="TextBox 10">
                  <a:extLst>
                    <a:ext uri="{FF2B5EF4-FFF2-40B4-BE49-F238E27FC236}">
                      <a16:creationId xmlns:a16="http://schemas.microsoft.com/office/drawing/2014/main" id="{B3521067-2BB0-4F72-A6D5-791FE6EC89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002502" y="5001709"/>
                  <a:ext cx="205647" cy="262829"/>
                </a:xfrm>
                <a:prstGeom prst="rect">
                  <a:avLst/>
                </a:prstGeom>
                <a:blipFill>
                  <a:blip r:embed="rId40"/>
                  <a:stretch>
                    <a:fillRect r="-17647" b="-697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70" name="Straight Arrow Connector 17">
              <a:extLst>
                <a:ext uri="{FF2B5EF4-FFF2-40B4-BE49-F238E27FC236}">
                  <a16:creationId xmlns:a16="http://schemas.microsoft.com/office/drawing/2014/main" id="{427B9F90-1FD8-4EB9-9277-0BDE07D105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981944" y="4959972"/>
              <a:ext cx="395947" cy="31129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371" name="Oval 22">
              <a:extLst>
                <a:ext uri="{FF2B5EF4-FFF2-40B4-BE49-F238E27FC236}">
                  <a16:creationId xmlns:a16="http://schemas.microsoft.com/office/drawing/2014/main" id="{FD11AB01-9D2A-48BE-A9DF-C3555D722512}"/>
                </a:ext>
              </a:extLst>
            </p:cNvPr>
            <p:cNvSpPr/>
            <p:nvPr/>
          </p:nvSpPr>
          <p:spPr>
            <a:xfrm>
              <a:off x="-1794805" y="5404283"/>
              <a:ext cx="112465" cy="116499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p:sp>
          <p:nvSpPr>
            <p:cNvPr id="372" name="Oval 22">
              <a:extLst>
                <a:ext uri="{FF2B5EF4-FFF2-40B4-BE49-F238E27FC236}">
                  <a16:creationId xmlns:a16="http://schemas.microsoft.com/office/drawing/2014/main" id="{FEC2F58A-3667-406D-8A3E-7CB903303C39}"/>
                </a:ext>
              </a:extLst>
            </p:cNvPr>
            <p:cNvSpPr/>
            <p:nvPr/>
          </p:nvSpPr>
          <p:spPr>
            <a:xfrm>
              <a:off x="-2269590" y="5029731"/>
              <a:ext cx="112465" cy="116499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3" name="文字方塊 372">
                  <a:extLst>
                    <a:ext uri="{FF2B5EF4-FFF2-40B4-BE49-F238E27FC236}">
                      <a16:creationId xmlns:a16="http://schemas.microsoft.com/office/drawing/2014/main" id="{F73D8869-30F3-4308-A0CB-2231C5844735}"/>
                    </a:ext>
                  </a:extLst>
                </p:cNvPr>
                <p:cNvSpPr txBox="1"/>
                <p:nvPr/>
              </p:nvSpPr>
              <p:spPr>
                <a:xfrm>
                  <a:off x="-3555753" y="5047342"/>
                  <a:ext cx="974158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/2, 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108" dirty="0"/>
                </a:p>
              </p:txBody>
            </p:sp>
          </mc:Choice>
          <mc:Fallback>
            <p:sp>
              <p:nvSpPr>
                <p:cNvPr id="373" name="文字方塊 372">
                  <a:extLst>
                    <a:ext uri="{FF2B5EF4-FFF2-40B4-BE49-F238E27FC236}">
                      <a16:creationId xmlns:a16="http://schemas.microsoft.com/office/drawing/2014/main" id="{F73D8869-30F3-4308-A0CB-2231C58447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555753" y="5047342"/>
                  <a:ext cx="974158" cy="262829"/>
                </a:xfrm>
                <a:prstGeom prst="rect">
                  <a:avLst/>
                </a:prstGeom>
                <a:blipFill>
                  <a:blip r:embed="rId41"/>
                  <a:stretch>
                    <a:fillRect b="-465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4" name="文字方塊 373">
                  <a:extLst>
                    <a:ext uri="{FF2B5EF4-FFF2-40B4-BE49-F238E27FC236}">
                      <a16:creationId xmlns:a16="http://schemas.microsoft.com/office/drawing/2014/main" id="{0D0A501F-4C7A-4948-9095-4777CC088B0E}"/>
                    </a:ext>
                  </a:extLst>
                </p:cNvPr>
                <p:cNvSpPr txBox="1"/>
                <p:nvPr/>
              </p:nvSpPr>
              <p:spPr>
                <a:xfrm>
                  <a:off x="-1296545" y="5024482"/>
                  <a:ext cx="750742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108" dirty="0"/>
                </a:p>
              </p:txBody>
            </p:sp>
          </mc:Choice>
          <mc:Fallback>
            <p:sp>
              <p:nvSpPr>
                <p:cNvPr id="374" name="文字方塊 373">
                  <a:extLst>
                    <a:ext uri="{FF2B5EF4-FFF2-40B4-BE49-F238E27FC236}">
                      <a16:creationId xmlns:a16="http://schemas.microsoft.com/office/drawing/2014/main" id="{0D0A501F-4C7A-4948-9095-4777CC088B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296545" y="5024482"/>
                  <a:ext cx="750742" cy="262829"/>
                </a:xfrm>
                <a:prstGeom prst="rect">
                  <a:avLst/>
                </a:prstGeom>
                <a:blipFill>
                  <a:blip r:embed="rId42"/>
                  <a:stretch>
                    <a:fillRect b="-465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5" name="文字方塊 374">
                  <a:extLst>
                    <a:ext uri="{FF2B5EF4-FFF2-40B4-BE49-F238E27FC236}">
                      <a16:creationId xmlns:a16="http://schemas.microsoft.com/office/drawing/2014/main" id="{04F1D694-B393-4EF8-8B96-66B68145A60F}"/>
                    </a:ext>
                  </a:extLst>
                </p:cNvPr>
                <p:cNvSpPr txBox="1"/>
                <p:nvPr/>
              </p:nvSpPr>
              <p:spPr>
                <a:xfrm>
                  <a:off x="-1471643" y="6195460"/>
                  <a:ext cx="1100937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/2,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108" dirty="0"/>
                </a:p>
              </p:txBody>
            </p:sp>
          </mc:Choice>
          <mc:Fallback>
            <p:sp>
              <p:nvSpPr>
                <p:cNvPr id="375" name="文字方塊 374">
                  <a:extLst>
                    <a:ext uri="{FF2B5EF4-FFF2-40B4-BE49-F238E27FC236}">
                      <a16:creationId xmlns:a16="http://schemas.microsoft.com/office/drawing/2014/main" id="{04F1D694-B393-4EF8-8B96-66B68145A6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471643" y="6195460"/>
                  <a:ext cx="1100937" cy="262829"/>
                </a:xfrm>
                <a:prstGeom prst="rect">
                  <a:avLst/>
                </a:prstGeom>
                <a:blipFill>
                  <a:blip r:embed="rId43"/>
                  <a:stretch>
                    <a:fillRect b="-697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76" name="圖片 375">
              <a:extLst>
                <a:ext uri="{FF2B5EF4-FFF2-40B4-BE49-F238E27FC236}">
                  <a16:creationId xmlns:a16="http://schemas.microsoft.com/office/drawing/2014/main" id="{993FB74C-2F3E-4ECC-8DB3-5C80B4CADC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-1312911" y="3657599"/>
              <a:ext cx="1290686" cy="258137"/>
            </a:xfrm>
            <a:prstGeom prst="rect">
              <a:avLst/>
            </a:prstGeom>
          </p:spPr>
        </p:pic>
        <p:pic>
          <p:nvPicPr>
            <p:cNvPr id="377" name="圖片 376">
              <a:extLst>
                <a:ext uri="{FF2B5EF4-FFF2-40B4-BE49-F238E27FC236}">
                  <a16:creationId xmlns:a16="http://schemas.microsoft.com/office/drawing/2014/main" id="{B61F85E7-9FE7-4E32-936F-FC483A798EE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6"/>
            <a:srcRect l="51454"/>
            <a:stretch/>
          </p:blipFill>
          <p:spPr>
            <a:xfrm>
              <a:off x="-2433637" y="6270710"/>
              <a:ext cx="862012" cy="852466"/>
            </a:xfrm>
            <a:prstGeom prst="rect">
              <a:avLst/>
            </a:prstGeom>
          </p:spPr>
        </p:pic>
        <p:pic>
          <p:nvPicPr>
            <p:cNvPr id="378" name="圖片 377">
              <a:extLst>
                <a:ext uri="{FF2B5EF4-FFF2-40B4-BE49-F238E27FC236}">
                  <a16:creationId xmlns:a16="http://schemas.microsoft.com/office/drawing/2014/main" id="{1283F4E4-82BD-46BD-B3CE-D40590B1DF5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4"/>
            <a:srcRect r="50731"/>
            <a:stretch/>
          </p:blipFill>
          <p:spPr>
            <a:xfrm>
              <a:off x="-3486469" y="5368527"/>
              <a:ext cx="844869" cy="832402"/>
            </a:xfrm>
            <a:prstGeom prst="rect">
              <a:avLst/>
            </a:prstGeom>
          </p:spPr>
        </p:pic>
        <p:pic>
          <p:nvPicPr>
            <p:cNvPr id="379" name="圖片 378">
              <a:extLst>
                <a:ext uri="{FF2B5EF4-FFF2-40B4-BE49-F238E27FC236}">
                  <a16:creationId xmlns:a16="http://schemas.microsoft.com/office/drawing/2014/main" id="{938F0B5C-4704-4D36-A5C8-6B7256F6441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4"/>
            <a:srcRect l="51398"/>
            <a:stretch/>
          </p:blipFill>
          <p:spPr>
            <a:xfrm>
              <a:off x="-1340644" y="4204096"/>
              <a:ext cx="833437" cy="832402"/>
            </a:xfrm>
            <a:prstGeom prst="rect">
              <a:avLst/>
            </a:prstGeom>
          </p:spPr>
        </p:pic>
        <p:pic>
          <p:nvPicPr>
            <p:cNvPr id="380" name="圖片 379">
              <a:extLst>
                <a:ext uri="{FF2B5EF4-FFF2-40B4-BE49-F238E27FC236}">
                  <a16:creationId xmlns:a16="http://schemas.microsoft.com/office/drawing/2014/main" id="{A28CDD9C-5114-4DD5-8212-C6DE33F4B9F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5"/>
            <a:srcRect t="1067" r="51003"/>
            <a:stretch/>
          </p:blipFill>
          <p:spPr>
            <a:xfrm>
              <a:off x="-3485618" y="4221956"/>
              <a:ext cx="842431" cy="836325"/>
            </a:xfrm>
            <a:prstGeom prst="rect">
              <a:avLst/>
            </a:prstGeom>
          </p:spPr>
        </p:pic>
        <p:pic>
          <p:nvPicPr>
            <p:cNvPr id="381" name="圖片 380">
              <a:extLst>
                <a:ext uri="{FF2B5EF4-FFF2-40B4-BE49-F238E27FC236}">
                  <a16:creationId xmlns:a16="http://schemas.microsoft.com/office/drawing/2014/main" id="{FEC52E7A-CCB6-4567-BFDA-4B0B5036572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5"/>
            <a:srcRect l="51710" t="1067"/>
            <a:stretch/>
          </p:blipFill>
          <p:spPr>
            <a:xfrm>
              <a:off x="-1333500" y="5336431"/>
              <a:ext cx="830269" cy="836325"/>
            </a:xfrm>
            <a:prstGeom prst="rect">
              <a:avLst/>
            </a:prstGeom>
          </p:spPr>
        </p:pic>
        <p:sp>
          <p:nvSpPr>
            <p:cNvPr id="382" name="矩形: 圓角 381">
              <a:extLst>
                <a:ext uri="{FF2B5EF4-FFF2-40B4-BE49-F238E27FC236}">
                  <a16:creationId xmlns:a16="http://schemas.microsoft.com/office/drawing/2014/main" id="{079F345D-E307-475D-BF8E-FCF95411A0DD}"/>
                </a:ext>
              </a:extLst>
            </p:cNvPr>
            <p:cNvSpPr/>
            <p:nvPr/>
          </p:nvSpPr>
          <p:spPr>
            <a:xfrm>
              <a:off x="7" y="3158626"/>
              <a:ext cx="3638551" cy="4277229"/>
            </a:xfrm>
            <a:prstGeom prst="roundRect">
              <a:avLst>
                <a:gd name="adj" fmla="val 7772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0150" tIns="15076" rIns="30150" bIns="1507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94" dirty="0"/>
            </a:p>
          </p:txBody>
        </p:sp>
        <p:pic>
          <p:nvPicPr>
            <p:cNvPr id="383" name="圖片 382">
              <a:extLst>
                <a:ext uri="{FF2B5EF4-FFF2-40B4-BE49-F238E27FC236}">
                  <a16:creationId xmlns:a16="http://schemas.microsoft.com/office/drawing/2014/main" id="{CD930F9D-83F5-4018-A9E7-8D855DC3575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r="75000"/>
            <a:stretch/>
          </p:blipFill>
          <p:spPr>
            <a:xfrm>
              <a:off x="1225557" y="3278893"/>
              <a:ext cx="874714" cy="839723"/>
            </a:xfrm>
            <a:prstGeom prst="rect">
              <a:avLst/>
            </a:prstGeom>
          </p:spPr>
        </p:pic>
        <p:pic>
          <p:nvPicPr>
            <p:cNvPr id="384" name="圖片 383">
              <a:extLst>
                <a:ext uri="{FF2B5EF4-FFF2-40B4-BE49-F238E27FC236}">
                  <a16:creationId xmlns:a16="http://schemas.microsoft.com/office/drawing/2014/main" id="{A1CF9E4A-BF04-43E5-A3C6-0922699F5EB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0952" t="70186" r="4524" b="8575"/>
            <a:stretch/>
          </p:blipFill>
          <p:spPr>
            <a:xfrm>
              <a:off x="2128845" y="3295657"/>
              <a:ext cx="235743" cy="910432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5" name="文字方塊 384">
                  <a:extLst>
                    <a:ext uri="{FF2B5EF4-FFF2-40B4-BE49-F238E27FC236}">
                      <a16:creationId xmlns:a16="http://schemas.microsoft.com/office/drawing/2014/main" id="{17EFA401-4AA4-4E95-94FE-707D85122784}"/>
                    </a:ext>
                  </a:extLst>
                </p:cNvPr>
                <p:cNvSpPr txBox="1"/>
                <p:nvPr/>
              </p:nvSpPr>
              <p:spPr>
                <a:xfrm>
                  <a:off x="1591488" y="3874966"/>
                  <a:ext cx="268993" cy="2722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69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69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1169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169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1169" dirty="0"/>
                </a:p>
              </p:txBody>
            </p:sp>
          </mc:Choice>
          <mc:Fallback>
            <p:sp>
              <p:nvSpPr>
                <p:cNvPr id="385" name="文字方塊 384">
                  <a:extLst>
                    <a:ext uri="{FF2B5EF4-FFF2-40B4-BE49-F238E27FC236}">
                      <a16:creationId xmlns:a16="http://schemas.microsoft.com/office/drawing/2014/main" id="{17EFA401-4AA4-4E95-94FE-707D851227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91488" y="3874966"/>
                  <a:ext cx="268993" cy="272254"/>
                </a:xfrm>
                <a:prstGeom prst="rect">
                  <a:avLst/>
                </a:prstGeom>
                <a:blipFill>
                  <a:blip r:embed="rId27"/>
                  <a:stretch>
                    <a:fillRect r="-6888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86" name="群組 385">
              <a:extLst>
                <a:ext uri="{FF2B5EF4-FFF2-40B4-BE49-F238E27FC236}">
                  <a16:creationId xmlns:a16="http://schemas.microsoft.com/office/drawing/2014/main" id="{5AA274D1-A181-4B90-AFDA-A4467A6A8553}"/>
                </a:ext>
              </a:extLst>
            </p:cNvPr>
            <p:cNvGrpSpPr/>
            <p:nvPr/>
          </p:nvGrpSpPr>
          <p:grpSpPr>
            <a:xfrm>
              <a:off x="1638240" y="3686758"/>
              <a:ext cx="50518" cy="48461"/>
              <a:chOff x="1373392" y="2391862"/>
              <a:chExt cx="479433" cy="476535"/>
            </a:xfrm>
          </p:grpSpPr>
          <p:sp>
            <p:nvSpPr>
              <p:cNvPr id="387" name="箭號: 向右 386">
                <a:extLst>
                  <a:ext uri="{FF2B5EF4-FFF2-40B4-BE49-F238E27FC236}">
                    <a16:creationId xmlns:a16="http://schemas.microsoft.com/office/drawing/2014/main" id="{BDD4C042-5226-4ED6-8641-8C447166B368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69">
                  <a:solidFill>
                    <a:schemeClr val="bg1"/>
                  </a:solidFill>
                </a:endParaRPr>
              </a:p>
            </p:txBody>
          </p:sp>
          <p:sp>
            <p:nvSpPr>
              <p:cNvPr id="388" name="箭號: 向右 387">
                <a:extLst>
                  <a:ext uri="{FF2B5EF4-FFF2-40B4-BE49-F238E27FC236}">
                    <a16:creationId xmlns:a16="http://schemas.microsoft.com/office/drawing/2014/main" id="{BDDBC28C-4857-465B-8B4B-DCC1E7652BB9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69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9" name="文字方塊 388">
                  <a:extLst>
                    <a:ext uri="{FF2B5EF4-FFF2-40B4-BE49-F238E27FC236}">
                      <a16:creationId xmlns:a16="http://schemas.microsoft.com/office/drawing/2014/main" id="{C5C0E0B0-4E90-4FAD-8D79-26A87AA1C73B}"/>
                    </a:ext>
                  </a:extLst>
                </p:cNvPr>
                <p:cNvSpPr txBox="1"/>
                <p:nvPr/>
              </p:nvSpPr>
              <p:spPr>
                <a:xfrm>
                  <a:off x="1514017" y="3443249"/>
                  <a:ext cx="182571" cy="2766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08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08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108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08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389" name="文字方塊 388">
                  <a:extLst>
                    <a:ext uri="{FF2B5EF4-FFF2-40B4-BE49-F238E27FC236}">
                      <a16:creationId xmlns:a16="http://schemas.microsoft.com/office/drawing/2014/main" id="{C5C0E0B0-4E90-4FAD-8D79-26A87AA1C7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14017" y="3443249"/>
                  <a:ext cx="182571" cy="276614"/>
                </a:xfrm>
                <a:prstGeom prst="rect">
                  <a:avLst/>
                </a:prstGeom>
                <a:blipFill>
                  <a:blip r:embed="rId28"/>
                  <a:stretch>
                    <a:fillRect r="-5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0" name="文字方塊 389">
                  <a:extLst>
                    <a:ext uri="{FF2B5EF4-FFF2-40B4-BE49-F238E27FC236}">
                      <a16:creationId xmlns:a16="http://schemas.microsoft.com/office/drawing/2014/main" id="{D0CB0352-2D7A-4381-9BE7-323E5A1B7CCF}"/>
                    </a:ext>
                  </a:extLst>
                </p:cNvPr>
                <p:cNvSpPr txBox="1"/>
                <p:nvPr/>
              </p:nvSpPr>
              <p:spPr>
                <a:xfrm>
                  <a:off x="1644845" y="3600983"/>
                  <a:ext cx="149279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08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08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108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08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390" name="文字方塊 389">
                  <a:extLst>
                    <a:ext uri="{FF2B5EF4-FFF2-40B4-BE49-F238E27FC236}">
                      <a16:creationId xmlns:a16="http://schemas.microsoft.com/office/drawing/2014/main" id="{D0CB0352-2D7A-4381-9BE7-323E5A1B7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44845" y="3600983"/>
                  <a:ext cx="149279" cy="262829"/>
                </a:xfrm>
                <a:prstGeom prst="rect">
                  <a:avLst/>
                </a:prstGeom>
                <a:blipFill>
                  <a:blip r:embed="rId47"/>
                  <a:stretch>
                    <a:fillRect r="-68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1" name="文字方塊 390">
                  <a:extLst>
                    <a:ext uri="{FF2B5EF4-FFF2-40B4-BE49-F238E27FC236}">
                      <a16:creationId xmlns:a16="http://schemas.microsoft.com/office/drawing/2014/main" id="{AE997F2F-372F-4347-B10C-FC25EBDD881D}"/>
                    </a:ext>
                  </a:extLst>
                </p:cNvPr>
                <p:cNvSpPr txBox="1"/>
                <p:nvPr/>
              </p:nvSpPr>
              <p:spPr>
                <a:xfrm>
                  <a:off x="2039866" y="3967915"/>
                  <a:ext cx="204146" cy="2453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994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994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994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994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994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391" name="文字方塊 390">
                  <a:extLst>
                    <a:ext uri="{FF2B5EF4-FFF2-40B4-BE49-F238E27FC236}">
                      <a16:creationId xmlns:a16="http://schemas.microsoft.com/office/drawing/2014/main" id="{AE997F2F-372F-4347-B10C-FC25EBDD88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39866" y="3967915"/>
                  <a:ext cx="204146" cy="245324"/>
                </a:xfrm>
                <a:prstGeom prst="rect">
                  <a:avLst/>
                </a:prstGeom>
                <a:blipFill>
                  <a:blip r:embed="rId48"/>
                  <a:stretch>
                    <a:fillRect r="-5151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2" name="文字方塊 391">
                  <a:extLst>
                    <a:ext uri="{FF2B5EF4-FFF2-40B4-BE49-F238E27FC236}">
                      <a16:creationId xmlns:a16="http://schemas.microsoft.com/office/drawing/2014/main" id="{26DAE28C-55D7-46B2-8E39-25DF63241F17}"/>
                    </a:ext>
                  </a:extLst>
                </p:cNvPr>
                <p:cNvSpPr txBox="1"/>
                <p:nvPr/>
              </p:nvSpPr>
              <p:spPr>
                <a:xfrm>
                  <a:off x="1161046" y="4124926"/>
                  <a:ext cx="1082966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  <m:r>
                          <a:rPr lang="en-US" altLang="zh-TW" sz="1108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m:rPr>
                                <m:nor/>
                              </m:rPr>
                              <a:rPr lang="en-US" altLang="zh-TW" sz="1108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oMath>
                    </m:oMathPara>
                  </a14:m>
                  <a:endParaRPr lang="zh-TW" altLang="en-US" sz="1108" dirty="0"/>
                </a:p>
              </p:txBody>
            </p:sp>
          </mc:Choice>
          <mc:Fallback>
            <p:sp>
              <p:nvSpPr>
                <p:cNvPr id="392" name="文字方塊 391">
                  <a:extLst>
                    <a:ext uri="{FF2B5EF4-FFF2-40B4-BE49-F238E27FC236}">
                      <a16:creationId xmlns:a16="http://schemas.microsoft.com/office/drawing/2014/main" id="{26DAE28C-55D7-46B2-8E39-25DF63241F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1046" y="4124926"/>
                  <a:ext cx="1082966" cy="262829"/>
                </a:xfrm>
                <a:prstGeom prst="rect">
                  <a:avLst/>
                </a:prstGeom>
                <a:blipFill>
                  <a:blip r:embed="rId49"/>
                  <a:stretch>
                    <a:fillRect b="-697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3" name="文字方塊 392">
                  <a:extLst>
                    <a:ext uri="{FF2B5EF4-FFF2-40B4-BE49-F238E27FC236}">
                      <a16:creationId xmlns:a16="http://schemas.microsoft.com/office/drawing/2014/main" id="{A01C9511-A195-4F2C-881F-94F243B3F2A4}"/>
                    </a:ext>
                  </a:extLst>
                </p:cNvPr>
                <p:cNvSpPr txBox="1"/>
                <p:nvPr/>
              </p:nvSpPr>
              <p:spPr>
                <a:xfrm>
                  <a:off x="19414" y="6213209"/>
                  <a:ext cx="1100937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108" dirty="0"/>
                </a:p>
              </p:txBody>
            </p:sp>
          </mc:Choice>
          <mc:Fallback>
            <p:sp>
              <p:nvSpPr>
                <p:cNvPr id="393" name="文字方塊 392">
                  <a:extLst>
                    <a:ext uri="{FF2B5EF4-FFF2-40B4-BE49-F238E27FC236}">
                      <a16:creationId xmlns:a16="http://schemas.microsoft.com/office/drawing/2014/main" id="{A01C9511-A195-4F2C-881F-94F243B3F2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414" y="6213209"/>
                  <a:ext cx="1100937" cy="262829"/>
                </a:xfrm>
                <a:prstGeom prst="rect">
                  <a:avLst/>
                </a:prstGeom>
                <a:blipFill>
                  <a:blip r:embed="rId50"/>
                  <a:stretch>
                    <a:fillRect b="-465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4" name="文字方塊 393">
                  <a:extLst>
                    <a:ext uri="{FF2B5EF4-FFF2-40B4-BE49-F238E27FC236}">
                      <a16:creationId xmlns:a16="http://schemas.microsoft.com/office/drawing/2014/main" id="{20A5CDD3-4815-4285-AE2D-C83A16DC2F86}"/>
                    </a:ext>
                  </a:extLst>
                </p:cNvPr>
                <p:cNvSpPr txBox="1"/>
                <p:nvPr/>
              </p:nvSpPr>
              <p:spPr>
                <a:xfrm>
                  <a:off x="1153443" y="7138442"/>
                  <a:ext cx="1021986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</m:oMath>
                    </m:oMathPara>
                  </a14:m>
                  <a:endParaRPr lang="zh-TW" altLang="en-US" sz="1108" dirty="0"/>
                </a:p>
              </p:txBody>
            </p:sp>
          </mc:Choice>
          <mc:Fallback>
            <p:sp>
              <p:nvSpPr>
                <p:cNvPr id="394" name="文字方塊 393">
                  <a:extLst>
                    <a:ext uri="{FF2B5EF4-FFF2-40B4-BE49-F238E27FC236}">
                      <a16:creationId xmlns:a16="http://schemas.microsoft.com/office/drawing/2014/main" id="{20A5CDD3-4815-4285-AE2D-C83A16DC2F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3443" y="7138442"/>
                  <a:ext cx="1021986" cy="262829"/>
                </a:xfrm>
                <a:prstGeom prst="rect">
                  <a:avLst/>
                </a:prstGeom>
                <a:blipFill>
                  <a:blip r:embed="rId5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5" name="文字方塊 394">
                  <a:extLst>
                    <a:ext uri="{FF2B5EF4-FFF2-40B4-BE49-F238E27FC236}">
                      <a16:creationId xmlns:a16="http://schemas.microsoft.com/office/drawing/2014/main" id="{ED62B288-8A4A-4BDB-A2CB-07749B2D409E}"/>
                    </a:ext>
                  </a:extLst>
                </p:cNvPr>
                <p:cNvSpPr txBox="1"/>
                <p:nvPr/>
              </p:nvSpPr>
              <p:spPr>
                <a:xfrm>
                  <a:off x="1366942" y="5832950"/>
                  <a:ext cx="562813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108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−1, 0</m:t>
                            </m:r>
                          </m:e>
                        </m:d>
                      </m:oMath>
                    </m:oMathPara>
                  </a14:m>
                  <a:endParaRPr lang="zh-TW" altLang="en-US" sz="1108" dirty="0"/>
                </a:p>
              </p:txBody>
            </p:sp>
          </mc:Choice>
          <mc:Fallback>
            <p:sp>
              <p:nvSpPr>
                <p:cNvPr id="395" name="文字方塊 394">
                  <a:extLst>
                    <a:ext uri="{FF2B5EF4-FFF2-40B4-BE49-F238E27FC236}">
                      <a16:creationId xmlns:a16="http://schemas.microsoft.com/office/drawing/2014/main" id="{ED62B288-8A4A-4BDB-A2CB-07749B2D40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6942" y="5832950"/>
                  <a:ext cx="562813" cy="262829"/>
                </a:xfrm>
                <a:prstGeom prst="rect">
                  <a:avLst/>
                </a:prstGeom>
                <a:blipFill>
                  <a:blip r:embed="rId52"/>
                  <a:stretch>
                    <a:fillRect t="-93023" r="-52174" b="-1511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6" name="文字方塊 395">
                  <a:extLst>
                    <a:ext uri="{FF2B5EF4-FFF2-40B4-BE49-F238E27FC236}">
                      <a16:creationId xmlns:a16="http://schemas.microsoft.com/office/drawing/2014/main" id="{42693A4B-36DB-49C4-9114-A9BCCB571620}"/>
                    </a:ext>
                  </a:extLst>
                </p:cNvPr>
                <p:cNvSpPr txBox="1"/>
                <p:nvPr/>
              </p:nvSpPr>
              <p:spPr>
                <a:xfrm>
                  <a:off x="1378569" y="4452478"/>
                  <a:ext cx="562813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108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1, 0</m:t>
                            </m:r>
                          </m:e>
                        </m:d>
                      </m:oMath>
                    </m:oMathPara>
                  </a14:m>
                  <a:endParaRPr lang="zh-TW" altLang="en-US" sz="1108" dirty="0"/>
                </a:p>
              </p:txBody>
            </p:sp>
          </mc:Choice>
          <mc:Fallback>
            <p:sp>
              <p:nvSpPr>
                <p:cNvPr id="396" name="文字方塊 395">
                  <a:extLst>
                    <a:ext uri="{FF2B5EF4-FFF2-40B4-BE49-F238E27FC236}">
                      <a16:creationId xmlns:a16="http://schemas.microsoft.com/office/drawing/2014/main" id="{42693A4B-36DB-49C4-9114-A9BCCB5716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78569" y="4452478"/>
                  <a:ext cx="562813" cy="262829"/>
                </a:xfrm>
                <a:prstGeom prst="rect">
                  <a:avLst/>
                </a:prstGeom>
                <a:blipFill>
                  <a:blip r:embed="rId53"/>
                  <a:stretch>
                    <a:fillRect t="-93023" r="-40217" b="-1511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7" name="Oval 14">
              <a:extLst>
                <a:ext uri="{FF2B5EF4-FFF2-40B4-BE49-F238E27FC236}">
                  <a16:creationId xmlns:a16="http://schemas.microsoft.com/office/drawing/2014/main" id="{2DFC8BFF-C75F-4FF4-AE09-B1949C606F5A}"/>
                </a:ext>
              </a:extLst>
            </p:cNvPr>
            <p:cNvSpPr/>
            <p:nvPr/>
          </p:nvSpPr>
          <p:spPr>
            <a:xfrm>
              <a:off x="1607008" y="4691119"/>
              <a:ext cx="112464" cy="116499"/>
            </a:xfrm>
            <a:prstGeom prst="ellipse">
              <a:avLst/>
            </a:prstGeom>
            <a:gradFill flip="none" rotWithShape="1">
              <a:gsLst>
                <a:gs pos="0">
                  <a:srgbClr val="D1D1D1"/>
                </a:gs>
                <a:gs pos="23000">
                  <a:schemeClr val="bg1">
                    <a:lumMod val="85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85" dirty="0"/>
            </a:p>
          </p:txBody>
        </p:sp>
        <p:sp>
          <p:nvSpPr>
            <p:cNvPr id="398" name="Oval 4">
              <a:extLst>
                <a:ext uri="{FF2B5EF4-FFF2-40B4-BE49-F238E27FC236}">
                  <a16:creationId xmlns:a16="http://schemas.microsoft.com/office/drawing/2014/main" id="{CC605554-5A08-4C39-BCE7-0883E1446D37}"/>
                </a:ext>
              </a:extLst>
            </p:cNvPr>
            <p:cNvSpPr/>
            <p:nvPr/>
          </p:nvSpPr>
          <p:spPr>
            <a:xfrm>
              <a:off x="1164913" y="4749366"/>
              <a:ext cx="999691" cy="1035553"/>
            </a:xfrm>
            <a:prstGeom prst="ellipse">
              <a:avLst/>
            </a:prstGeom>
            <a:gradFill flip="none" rotWithShape="1">
              <a:gsLst>
                <a:gs pos="100000">
                  <a:schemeClr val="accent3">
                    <a:lumMod val="60000"/>
                    <a:lumOff val="40000"/>
                    <a:alpha val="60000"/>
                  </a:schemeClr>
                </a:gs>
                <a:gs pos="55000">
                  <a:schemeClr val="accent3">
                    <a:lumMod val="40000"/>
                    <a:lumOff val="60000"/>
                    <a:alpha val="60000"/>
                  </a:schemeClr>
                </a:gs>
                <a:gs pos="0">
                  <a:schemeClr val="bg1">
                    <a:alpha val="6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 w="57150">
              <a:solidFill>
                <a:srgbClr val="D5D7D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p:sp>
          <p:nvSpPr>
            <p:cNvPr id="399" name="Oval 15">
              <a:extLst>
                <a:ext uri="{FF2B5EF4-FFF2-40B4-BE49-F238E27FC236}">
                  <a16:creationId xmlns:a16="http://schemas.microsoft.com/office/drawing/2014/main" id="{05C2719F-9BCD-4F7F-9F97-6DE5BC897AA2}"/>
                </a:ext>
              </a:extLst>
            </p:cNvPr>
            <p:cNvSpPr/>
            <p:nvPr/>
          </p:nvSpPr>
          <p:spPr>
            <a:xfrm>
              <a:off x="1607008" y="5726089"/>
              <a:ext cx="112464" cy="116499"/>
            </a:xfrm>
            <a:prstGeom prst="ellipse">
              <a:avLst/>
            </a:prstGeom>
            <a:gradFill flip="none" rotWithShape="1">
              <a:gsLst>
                <a:gs pos="17000">
                  <a:srgbClr val="D1D1D1"/>
                </a:gs>
                <a:gs pos="0">
                  <a:schemeClr val="bg1">
                    <a:lumMod val="85000"/>
                  </a:schemeClr>
                </a:gs>
                <a:gs pos="60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p:sp>
          <p:nvSpPr>
            <p:cNvPr id="400" name="SHO">
              <a:extLst>
                <a:ext uri="{FF2B5EF4-FFF2-40B4-BE49-F238E27FC236}">
                  <a16:creationId xmlns:a16="http://schemas.microsoft.com/office/drawing/2014/main" id="{EE60BA4C-E18A-4E78-B7DA-8A0E0EC5EC34}"/>
                </a:ext>
              </a:extLst>
            </p:cNvPr>
            <p:cNvSpPr/>
            <p:nvPr/>
          </p:nvSpPr>
          <p:spPr>
            <a:xfrm rot="16200000">
              <a:off x="1447693" y="4767638"/>
              <a:ext cx="431094" cy="999691"/>
            </a:xfrm>
            <a:prstGeom prst="arc">
              <a:avLst>
                <a:gd name="adj1" fmla="val 5396867"/>
                <a:gd name="adj2" fmla="val 5395779"/>
              </a:avLst>
            </a:prstGeom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47000">
                  <a:schemeClr val="bg1">
                    <a:lumMod val="50000"/>
                  </a:schemeClr>
                </a:gs>
                <a:gs pos="97000">
                  <a:srgbClr val="5E5E5E"/>
                </a:gs>
              </a:gsLst>
              <a:path path="circle">
                <a:fillToRect l="50000" t="50000" r="50000" b="50000"/>
              </a:path>
              <a:tileRect/>
            </a:gradFill>
            <a:ln w="31750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p:sp>
          <p:nvSpPr>
            <p:cNvPr id="401" name="SVO">
              <a:extLst>
                <a:ext uri="{FF2B5EF4-FFF2-40B4-BE49-F238E27FC236}">
                  <a16:creationId xmlns:a16="http://schemas.microsoft.com/office/drawing/2014/main" id="{23CC7E7E-0178-4817-8523-127244488304}"/>
                </a:ext>
              </a:extLst>
            </p:cNvPr>
            <p:cNvSpPr/>
            <p:nvPr/>
          </p:nvSpPr>
          <p:spPr>
            <a:xfrm>
              <a:off x="1412702" y="4749714"/>
              <a:ext cx="499846" cy="1035553"/>
            </a:xfrm>
            <a:prstGeom prst="ellips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/>
            </a:p>
          </p:txBody>
        </p:sp>
        <p:sp>
          <p:nvSpPr>
            <p:cNvPr id="402" name="Oval 6">
              <a:extLst>
                <a:ext uri="{FF2B5EF4-FFF2-40B4-BE49-F238E27FC236}">
                  <a16:creationId xmlns:a16="http://schemas.microsoft.com/office/drawing/2014/main" id="{657E6605-E39C-49CE-AEA3-7B6D5FABABD7}"/>
                </a:ext>
              </a:extLst>
            </p:cNvPr>
            <p:cNvSpPr/>
            <p:nvPr/>
          </p:nvSpPr>
          <p:spPr>
            <a:xfrm rot="16200000">
              <a:off x="1447693" y="4767638"/>
              <a:ext cx="431094" cy="999691"/>
            </a:xfrm>
            <a:prstGeom prst="ellipse">
              <a:avLst/>
            </a:prstGeom>
            <a:noFill/>
            <a:ln w="38100">
              <a:solidFill>
                <a:schemeClr val="tx1">
                  <a:alpha val="6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3" name="TextBox 11">
                  <a:extLst>
                    <a:ext uri="{FF2B5EF4-FFF2-40B4-BE49-F238E27FC236}">
                      <a16:creationId xmlns:a16="http://schemas.microsoft.com/office/drawing/2014/main" id="{F767701B-2AFC-4956-8C99-4F9860D2DBE7}"/>
                    </a:ext>
                  </a:extLst>
                </p:cNvPr>
                <p:cNvSpPr txBox="1"/>
                <p:nvPr/>
              </p:nvSpPr>
              <p:spPr>
                <a:xfrm>
                  <a:off x="1282681" y="5144015"/>
                  <a:ext cx="122489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8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108" dirty="0"/>
                </a:p>
              </p:txBody>
            </p:sp>
          </mc:Choice>
          <mc:Fallback>
            <p:sp>
              <p:nvSpPr>
                <p:cNvPr id="403" name="TextBox 11">
                  <a:extLst>
                    <a:ext uri="{FF2B5EF4-FFF2-40B4-BE49-F238E27FC236}">
                      <a16:creationId xmlns:a16="http://schemas.microsoft.com/office/drawing/2014/main" id="{F767701B-2AFC-4956-8C99-4F9860D2DB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2681" y="5144015"/>
                  <a:ext cx="122489" cy="262829"/>
                </a:xfrm>
                <a:prstGeom prst="rect">
                  <a:avLst/>
                </a:prstGeom>
                <a:blipFill>
                  <a:blip r:embed="rId36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4" name="Oval 22">
              <a:extLst>
                <a:ext uri="{FF2B5EF4-FFF2-40B4-BE49-F238E27FC236}">
                  <a16:creationId xmlns:a16="http://schemas.microsoft.com/office/drawing/2014/main" id="{643078E8-1F9E-4F83-972A-8D20C7301695}"/>
                </a:ext>
              </a:extLst>
            </p:cNvPr>
            <p:cNvSpPr/>
            <p:nvPr/>
          </p:nvSpPr>
          <p:spPr>
            <a:xfrm>
              <a:off x="1606354" y="5726089"/>
              <a:ext cx="112464" cy="116499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5" name="TextBox 12">
                  <a:extLst>
                    <a:ext uri="{FF2B5EF4-FFF2-40B4-BE49-F238E27FC236}">
                      <a16:creationId xmlns:a16="http://schemas.microsoft.com/office/drawing/2014/main" id="{140B08E7-B4CC-4335-B858-D8E4056BC13F}"/>
                    </a:ext>
                  </a:extLst>
                </p:cNvPr>
                <p:cNvSpPr txBox="1"/>
                <p:nvPr/>
              </p:nvSpPr>
              <p:spPr>
                <a:xfrm>
                  <a:off x="1736089" y="5210060"/>
                  <a:ext cx="122489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8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1108" dirty="0"/>
                </a:p>
              </p:txBody>
            </p:sp>
          </mc:Choice>
          <mc:Fallback>
            <p:sp>
              <p:nvSpPr>
                <p:cNvPr id="405" name="TextBox 12">
                  <a:extLst>
                    <a:ext uri="{FF2B5EF4-FFF2-40B4-BE49-F238E27FC236}">
                      <a16:creationId xmlns:a16="http://schemas.microsoft.com/office/drawing/2014/main" id="{140B08E7-B4CC-4335-B858-D8E4056BC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36089" y="5210060"/>
                  <a:ext cx="122489" cy="262829"/>
                </a:xfrm>
                <a:prstGeom prst="rect">
                  <a:avLst/>
                </a:prstGeom>
                <a:blipFill>
                  <a:blip r:embed="rId37"/>
                  <a:stretch>
                    <a:fillRect r="-6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6" name="TextBox 13">
                  <a:extLst>
                    <a:ext uri="{FF2B5EF4-FFF2-40B4-BE49-F238E27FC236}">
                      <a16:creationId xmlns:a16="http://schemas.microsoft.com/office/drawing/2014/main" id="{BEAF57C2-5554-432C-9DB8-9F3508A572BF}"/>
                    </a:ext>
                  </a:extLst>
                </p:cNvPr>
                <p:cNvSpPr txBox="1"/>
                <p:nvPr/>
              </p:nvSpPr>
              <p:spPr>
                <a:xfrm>
                  <a:off x="1567079" y="4774085"/>
                  <a:ext cx="177901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8" i="1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1108" dirty="0"/>
                </a:p>
              </p:txBody>
            </p:sp>
          </mc:Choice>
          <mc:Fallback>
            <p:sp>
              <p:nvSpPr>
                <p:cNvPr id="406" name="TextBox 13">
                  <a:extLst>
                    <a:ext uri="{FF2B5EF4-FFF2-40B4-BE49-F238E27FC236}">
                      <a16:creationId xmlns:a16="http://schemas.microsoft.com/office/drawing/2014/main" id="{BEAF57C2-5554-432C-9DB8-9F3508A57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7079" y="4774085"/>
                  <a:ext cx="177901" cy="262829"/>
                </a:xfrm>
                <a:prstGeom prst="rect">
                  <a:avLst/>
                </a:prstGeom>
                <a:blipFill>
                  <a:blip r:embed="rId54"/>
                  <a:stretch>
                    <a:fillRect r="-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7" name="DVO">
              <a:extLst>
                <a:ext uri="{FF2B5EF4-FFF2-40B4-BE49-F238E27FC236}">
                  <a16:creationId xmlns:a16="http://schemas.microsoft.com/office/drawing/2014/main" id="{ED196EE3-95FD-4472-AD6D-2717553EFF16}"/>
                </a:ext>
              </a:extLst>
            </p:cNvPr>
            <p:cNvSpPr/>
            <p:nvPr/>
          </p:nvSpPr>
          <p:spPr>
            <a:xfrm flipH="1">
              <a:off x="1412702" y="4749714"/>
              <a:ext cx="499846" cy="1035553"/>
            </a:xfrm>
            <a:prstGeom prst="arc">
              <a:avLst>
                <a:gd name="adj1" fmla="val 5396867"/>
                <a:gd name="adj2" fmla="val 16170484"/>
              </a:avLst>
            </a:prstGeom>
            <a:ln w="254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p:sp>
          <p:nvSpPr>
            <p:cNvPr id="408" name="Oval 23">
              <a:extLst>
                <a:ext uri="{FF2B5EF4-FFF2-40B4-BE49-F238E27FC236}">
                  <a16:creationId xmlns:a16="http://schemas.microsoft.com/office/drawing/2014/main" id="{A198DBF5-9851-4162-8FD1-61CFCF472DBE}"/>
                </a:ext>
              </a:extLst>
            </p:cNvPr>
            <p:cNvSpPr/>
            <p:nvPr/>
          </p:nvSpPr>
          <p:spPr>
            <a:xfrm>
              <a:off x="2106792" y="5209241"/>
              <a:ext cx="112464" cy="116499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p:cxnSp>
          <p:nvCxnSpPr>
            <p:cNvPr id="409" name="Straight Arrow Connector 7">
              <a:extLst>
                <a:ext uri="{FF2B5EF4-FFF2-40B4-BE49-F238E27FC236}">
                  <a16:creationId xmlns:a16="http://schemas.microsoft.com/office/drawing/2014/main" id="{87B49FAB-B68C-4C62-83E6-16BB14C166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60527" y="4957279"/>
              <a:ext cx="1174" cy="30869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0" name="Straight Arrow Connector 19">
              <a:extLst>
                <a:ext uri="{FF2B5EF4-FFF2-40B4-BE49-F238E27FC236}">
                  <a16:creationId xmlns:a16="http://schemas.microsoft.com/office/drawing/2014/main" id="{6F739732-9112-46EB-8B95-7738A44A3B1F}"/>
                </a:ext>
              </a:extLst>
            </p:cNvPr>
            <p:cNvCxnSpPr>
              <a:cxnSpLocks/>
            </p:cNvCxnSpPr>
            <p:nvPr/>
          </p:nvCxnSpPr>
          <p:spPr>
            <a:xfrm>
              <a:off x="1662586" y="5264461"/>
              <a:ext cx="135555" cy="10852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" name="Straight Arrow Connector 18">
              <a:extLst>
                <a:ext uri="{FF2B5EF4-FFF2-40B4-BE49-F238E27FC236}">
                  <a16:creationId xmlns:a16="http://schemas.microsoft.com/office/drawing/2014/main" id="{600254D2-6B80-4DC4-82F6-5E9FFA7BD7D6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1543977" y="5145747"/>
              <a:ext cx="0" cy="23742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2" name="Oval 20">
              <a:extLst>
                <a:ext uri="{FF2B5EF4-FFF2-40B4-BE49-F238E27FC236}">
                  <a16:creationId xmlns:a16="http://schemas.microsoft.com/office/drawing/2014/main" id="{AB86AE9D-BC3F-4AA1-8888-4FF9542F9274}"/>
                </a:ext>
              </a:extLst>
            </p:cNvPr>
            <p:cNvSpPr/>
            <p:nvPr/>
          </p:nvSpPr>
          <p:spPr>
            <a:xfrm>
              <a:off x="1106986" y="5209241"/>
              <a:ext cx="112464" cy="116499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/>
            </a:p>
          </p:txBody>
        </p:sp>
        <p:sp>
          <p:nvSpPr>
            <p:cNvPr id="413" name="Oval 22">
              <a:extLst>
                <a:ext uri="{FF2B5EF4-FFF2-40B4-BE49-F238E27FC236}">
                  <a16:creationId xmlns:a16="http://schemas.microsoft.com/office/drawing/2014/main" id="{B36B12BE-B0E8-4F85-84A4-21029C241878}"/>
                </a:ext>
              </a:extLst>
            </p:cNvPr>
            <p:cNvSpPr/>
            <p:nvPr/>
          </p:nvSpPr>
          <p:spPr>
            <a:xfrm>
              <a:off x="1607172" y="4685667"/>
              <a:ext cx="112464" cy="116499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85" dirty="0"/>
            </a:p>
          </p:txBody>
        </p:sp>
        <p:sp>
          <p:nvSpPr>
            <p:cNvPr id="414" name="Partial Circle 9">
              <a:extLst>
                <a:ext uri="{FF2B5EF4-FFF2-40B4-BE49-F238E27FC236}">
                  <a16:creationId xmlns:a16="http://schemas.microsoft.com/office/drawing/2014/main" id="{E69D6B51-91B7-4188-AD74-AF054D835879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1617325" y="5199277"/>
              <a:ext cx="70898" cy="136886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5" name="TextBox 10">
                  <a:extLst>
                    <a:ext uri="{FF2B5EF4-FFF2-40B4-BE49-F238E27FC236}">
                      <a16:creationId xmlns:a16="http://schemas.microsoft.com/office/drawing/2014/main" id="{49D4724F-15D7-4902-84EC-09A5FBA229A7}"/>
                    </a:ext>
                  </a:extLst>
                </p:cNvPr>
                <p:cNvSpPr txBox="1"/>
                <p:nvPr/>
              </p:nvSpPr>
              <p:spPr>
                <a:xfrm>
                  <a:off x="1365314" y="5223544"/>
                  <a:ext cx="218240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8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108" dirty="0"/>
                </a:p>
              </p:txBody>
            </p:sp>
          </mc:Choice>
          <mc:Fallback>
            <p:sp>
              <p:nvSpPr>
                <p:cNvPr id="415" name="TextBox 10">
                  <a:extLst>
                    <a:ext uri="{FF2B5EF4-FFF2-40B4-BE49-F238E27FC236}">
                      <a16:creationId xmlns:a16="http://schemas.microsoft.com/office/drawing/2014/main" id="{49D4724F-15D7-4902-84EC-09A5FBA229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5314" y="5223544"/>
                  <a:ext cx="218240" cy="262829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16" name="Straight Arrow Connector 17">
              <a:extLst>
                <a:ext uri="{FF2B5EF4-FFF2-40B4-BE49-F238E27FC236}">
                  <a16:creationId xmlns:a16="http://schemas.microsoft.com/office/drawing/2014/main" id="{3AF4AD04-08ED-47C1-A318-1071271E9E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08807" y="5268558"/>
              <a:ext cx="153404" cy="198373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417" name="Partial Circle 9">
              <a:extLst>
                <a:ext uri="{FF2B5EF4-FFF2-40B4-BE49-F238E27FC236}">
                  <a16:creationId xmlns:a16="http://schemas.microsoft.com/office/drawing/2014/main" id="{22DD0E23-BF55-44D0-A16B-84BA91AB99A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608517" y="5173503"/>
              <a:ext cx="103302" cy="208638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8" name="TextBox 10">
                  <a:extLst>
                    <a:ext uri="{FF2B5EF4-FFF2-40B4-BE49-F238E27FC236}">
                      <a16:creationId xmlns:a16="http://schemas.microsoft.com/office/drawing/2014/main" id="{5E3A3816-F120-4316-AF39-5A56ACECFDD4}"/>
                    </a:ext>
                  </a:extLst>
                </p:cNvPr>
                <p:cNvSpPr txBox="1"/>
                <p:nvPr/>
              </p:nvSpPr>
              <p:spPr>
                <a:xfrm>
                  <a:off x="1636055" y="5001716"/>
                  <a:ext cx="205647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8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108" dirty="0"/>
                </a:p>
              </p:txBody>
            </p:sp>
          </mc:Choice>
          <mc:Fallback>
            <p:sp>
              <p:nvSpPr>
                <p:cNvPr id="418" name="TextBox 10">
                  <a:extLst>
                    <a:ext uri="{FF2B5EF4-FFF2-40B4-BE49-F238E27FC236}">
                      <a16:creationId xmlns:a16="http://schemas.microsoft.com/office/drawing/2014/main" id="{5E3A3816-F120-4316-AF39-5A56ACECFD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6055" y="5001716"/>
                  <a:ext cx="205647" cy="262829"/>
                </a:xfrm>
                <a:prstGeom prst="rect">
                  <a:avLst/>
                </a:prstGeom>
                <a:blipFill>
                  <a:blip r:embed="rId40"/>
                  <a:stretch>
                    <a:fillRect r="-21212" b="-697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19" name="Straight Arrow Connector 17">
              <a:extLst>
                <a:ext uri="{FF2B5EF4-FFF2-40B4-BE49-F238E27FC236}">
                  <a16:creationId xmlns:a16="http://schemas.microsoft.com/office/drawing/2014/main" id="{EEDE5383-F067-458D-959C-AC73C442A3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56612" y="4959972"/>
              <a:ext cx="395947" cy="31129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420" name="Oval 22">
              <a:extLst>
                <a:ext uri="{FF2B5EF4-FFF2-40B4-BE49-F238E27FC236}">
                  <a16:creationId xmlns:a16="http://schemas.microsoft.com/office/drawing/2014/main" id="{628202CB-F6D6-4920-8FDC-3CDC0FC9D12F}"/>
                </a:ext>
              </a:extLst>
            </p:cNvPr>
            <p:cNvSpPr/>
            <p:nvPr/>
          </p:nvSpPr>
          <p:spPr>
            <a:xfrm>
              <a:off x="1843746" y="5404290"/>
              <a:ext cx="112464" cy="116499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p:sp>
          <p:nvSpPr>
            <p:cNvPr id="421" name="Oval 22">
              <a:extLst>
                <a:ext uri="{FF2B5EF4-FFF2-40B4-BE49-F238E27FC236}">
                  <a16:creationId xmlns:a16="http://schemas.microsoft.com/office/drawing/2014/main" id="{02DE5B1C-BE94-4C1F-A4AB-56223605B641}"/>
                </a:ext>
              </a:extLst>
            </p:cNvPr>
            <p:cNvSpPr/>
            <p:nvPr/>
          </p:nvSpPr>
          <p:spPr>
            <a:xfrm>
              <a:off x="1368961" y="5029738"/>
              <a:ext cx="112464" cy="116499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2" name="文字方塊 421">
                  <a:extLst>
                    <a:ext uri="{FF2B5EF4-FFF2-40B4-BE49-F238E27FC236}">
                      <a16:creationId xmlns:a16="http://schemas.microsoft.com/office/drawing/2014/main" id="{2BBDD21F-EEDD-4E7F-A4FC-20350CAAF0D7}"/>
                    </a:ext>
                  </a:extLst>
                </p:cNvPr>
                <p:cNvSpPr txBox="1"/>
                <p:nvPr/>
              </p:nvSpPr>
              <p:spPr>
                <a:xfrm>
                  <a:off x="82804" y="5056868"/>
                  <a:ext cx="974158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/2, 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108" dirty="0"/>
                </a:p>
              </p:txBody>
            </p:sp>
          </mc:Choice>
          <mc:Fallback>
            <p:sp>
              <p:nvSpPr>
                <p:cNvPr id="422" name="文字方塊 421">
                  <a:extLst>
                    <a:ext uri="{FF2B5EF4-FFF2-40B4-BE49-F238E27FC236}">
                      <a16:creationId xmlns:a16="http://schemas.microsoft.com/office/drawing/2014/main" id="{2BBDD21F-EEDD-4E7F-A4FC-20350CAAF0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804" y="5056868"/>
                  <a:ext cx="974158" cy="262829"/>
                </a:xfrm>
                <a:prstGeom prst="rect">
                  <a:avLst/>
                </a:prstGeom>
                <a:blipFill>
                  <a:blip r:embed="rId55"/>
                  <a:stretch>
                    <a:fillRect b="-697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3" name="文字方塊 422">
                  <a:extLst>
                    <a:ext uri="{FF2B5EF4-FFF2-40B4-BE49-F238E27FC236}">
                      <a16:creationId xmlns:a16="http://schemas.microsoft.com/office/drawing/2014/main" id="{72972817-C588-44DD-BBC5-8D0BD6D4383C}"/>
                    </a:ext>
                  </a:extLst>
                </p:cNvPr>
                <p:cNvSpPr txBox="1"/>
                <p:nvPr/>
              </p:nvSpPr>
              <p:spPr>
                <a:xfrm>
                  <a:off x="2166914" y="5019725"/>
                  <a:ext cx="1100937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108" dirty="0"/>
                </a:p>
              </p:txBody>
            </p:sp>
          </mc:Choice>
          <mc:Fallback>
            <p:sp>
              <p:nvSpPr>
                <p:cNvPr id="423" name="文字方塊 422">
                  <a:extLst>
                    <a:ext uri="{FF2B5EF4-FFF2-40B4-BE49-F238E27FC236}">
                      <a16:creationId xmlns:a16="http://schemas.microsoft.com/office/drawing/2014/main" id="{72972817-C588-44DD-BBC5-8D0BD6D438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6914" y="5019725"/>
                  <a:ext cx="1100937" cy="262829"/>
                </a:xfrm>
                <a:prstGeom prst="rect">
                  <a:avLst/>
                </a:prstGeom>
                <a:blipFill>
                  <a:blip r:embed="rId56"/>
                  <a:stretch>
                    <a:fillRect b="-697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4" name="文字方塊 423">
                  <a:extLst>
                    <a:ext uri="{FF2B5EF4-FFF2-40B4-BE49-F238E27FC236}">
                      <a16:creationId xmlns:a16="http://schemas.microsoft.com/office/drawing/2014/main" id="{F9AFC905-BE3B-46D7-A6C3-6106D0841B42}"/>
                    </a:ext>
                  </a:extLst>
                </p:cNvPr>
                <p:cNvSpPr txBox="1"/>
                <p:nvPr/>
              </p:nvSpPr>
              <p:spPr>
                <a:xfrm>
                  <a:off x="2166914" y="6181180"/>
                  <a:ext cx="1100937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/2,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108" dirty="0"/>
                </a:p>
              </p:txBody>
            </p:sp>
          </mc:Choice>
          <mc:Fallback>
            <p:sp>
              <p:nvSpPr>
                <p:cNvPr id="424" name="文字方塊 423">
                  <a:extLst>
                    <a:ext uri="{FF2B5EF4-FFF2-40B4-BE49-F238E27FC236}">
                      <a16:creationId xmlns:a16="http://schemas.microsoft.com/office/drawing/2014/main" id="{F9AFC905-BE3B-46D7-A6C3-6106D0841B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6914" y="6181180"/>
                  <a:ext cx="1100937" cy="262829"/>
                </a:xfrm>
                <a:prstGeom prst="rect">
                  <a:avLst/>
                </a:prstGeom>
                <a:blipFill>
                  <a:blip r:embed="rId57"/>
                  <a:stretch>
                    <a:fillRect b="-465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5" name="文字方塊 424">
              <a:extLst>
                <a:ext uri="{FF2B5EF4-FFF2-40B4-BE49-F238E27FC236}">
                  <a16:creationId xmlns:a16="http://schemas.microsoft.com/office/drawing/2014/main" id="{60B773C2-0FF5-4EDF-81FA-BDB28D5A68A8}"/>
                </a:ext>
              </a:extLst>
            </p:cNvPr>
            <p:cNvSpPr txBox="1"/>
            <p:nvPr/>
          </p:nvSpPr>
          <p:spPr>
            <a:xfrm>
              <a:off x="372935" y="2556149"/>
              <a:ext cx="6254091" cy="5846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199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Gray excitons transition rate</a:t>
              </a:r>
              <a:endParaRPr lang="zh-TW" altLang="en-US" sz="3199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426" name="圖片 425">
              <a:extLst>
                <a:ext uri="{FF2B5EF4-FFF2-40B4-BE49-F238E27FC236}">
                  <a16:creationId xmlns:a16="http://schemas.microsoft.com/office/drawing/2014/main" id="{D5B8B70A-E573-4B96-95D6-8D3014C510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325640" y="3657599"/>
              <a:ext cx="1290686" cy="258137"/>
            </a:xfrm>
            <a:prstGeom prst="rect">
              <a:avLst/>
            </a:prstGeom>
          </p:spPr>
        </p:pic>
        <p:pic>
          <p:nvPicPr>
            <p:cNvPr id="427" name="圖片 426">
              <a:extLst>
                <a:ext uri="{FF2B5EF4-FFF2-40B4-BE49-F238E27FC236}">
                  <a16:creationId xmlns:a16="http://schemas.microsoft.com/office/drawing/2014/main" id="{CAB06E4D-2394-439D-A000-C56528195A3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8"/>
            <a:srcRect l="25321" r="50344"/>
            <a:stretch/>
          </p:blipFill>
          <p:spPr>
            <a:xfrm>
              <a:off x="1219207" y="6282060"/>
              <a:ext cx="847726" cy="840605"/>
            </a:xfrm>
            <a:prstGeom prst="rect">
              <a:avLst/>
            </a:prstGeom>
          </p:spPr>
        </p:pic>
        <p:pic>
          <p:nvPicPr>
            <p:cNvPr id="428" name="圖片 427">
              <a:extLst>
                <a:ext uri="{FF2B5EF4-FFF2-40B4-BE49-F238E27FC236}">
                  <a16:creationId xmlns:a16="http://schemas.microsoft.com/office/drawing/2014/main" id="{DD590276-210A-438E-8696-2A9245992C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9"/>
            <a:srcRect l="10337" t="20546" r="9330" b="19264"/>
            <a:stretch/>
          </p:blipFill>
          <p:spPr>
            <a:xfrm>
              <a:off x="2443164" y="3650016"/>
              <a:ext cx="547687" cy="129029"/>
            </a:xfrm>
            <a:prstGeom prst="rect">
              <a:avLst/>
            </a:prstGeom>
          </p:spPr>
        </p:pic>
        <p:pic>
          <p:nvPicPr>
            <p:cNvPr id="429" name="圖片 428">
              <a:extLst>
                <a:ext uri="{FF2B5EF4-FFF2-40B4-BE49-F238E27FC236}">
                  <a16:creationId xmlns:a16="http://schemas.microsoft.com/office/drawing/2014/main" id="{3A981B0D-69EB-4C99-BB2D-FC9DBFB628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4969" r="49713"/>
            <a:stretch/>
          </p:blipFill>
          <p:spPr>
            <a:xfrm>
              <a:off x="1200158" y="6292082"/>
              <a:ext cx="885824" cy="839723"/>
            </a:xfrm>
            <a:prstGeom prst="rect">
              <a:avLst/>
            </a:prstGeom>
          </p:spPr>
        </p:pic>
        <p:cxnSp>
          <p:nvCxnSpPr>
            <p:cNvPr id="430" name="直線接點 429">
              <a:extLst>
                <a:ext uri="{FF2B5EF4-FFF2-40B4-BE49-F238E27FC236}">
                  <a16:creationId xmlns:a16="http://schemas.microsoft.com/office/drawing/2014/main" id="{B0A8B2C8-6F7E-4947-8789-80482F736AAF}"/>
                </a:ext>
              </a:extLst>
            </p:cNvPr>
            <p:cNvCxnSpPr>
              <a:cxnSpLocks/>
            </p:cNvCxnSpPr>
            <p:nvPr/>
          </p:nvCxnSpPr>
          <p:spPr>
            <a:xfrm>
              <a:off x="1955799" y="5537200"/>
              <a:ext cx="342900" cy="479524"/>
            </a:xfrm>
            <a:prstGeom prst="line">
              <a:avLst/>
            </a:prstGeom>
            <a:ln w="9525" cap="flat" cmpd="sng" algn="ctr">
              <a:solidFill>
                <a:schemeClr val="bg1">
                  <a:lumMod val="7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31" name="直線接點 430">
              <a:extLst>
                <a:ext uri="{FF2B5EF4-FFF2-40B4-BE49-F238E27FC236}">
                  <a16:creationId xmlns:a16="http://schemas.microsoft.com/office/drawing/2014/main" id="{83F96017-2556-488B-96F2-9CF83125AD27}"/>
                </a:ext>
              </a:extLst>
            </p:cNvPr>
            <p:cNvCxnSpPr>
              <a:cxnSpLocks/>
            </p:cNvCxnSpPr>
            <p:nvPr/>
          </p:nvCxnSpPr>
          <p:spPr>
            <a:xfrm>
              <a:off x="1003306" y="4494455"/>
              <a:ext cx="398272" cy="569045"/>
            </a:xfrm>
            <a:prstGeom prst="line">
              <a:avLst/>
            </a:prstGeom>
            <a:ln w="9525" cap="flat" cmpd="sng" algn="ctr">
              <a:solidFill>
                <a:schemeClr val="bg1">
                  <a:lumMod val="7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32" name="直線接點 431">
              <a:extLst>
                <a:ext uri="{FF2B5EF4-FFF2-40B4-BE49-F238E27FC236}">
                  <a16:creationId xmlns:a16="http://schemas.microsoft.com/office/drawing/2014/main" id="{0E77DAD2-A86A-4ACE-BA3F-8C7E8C0F0C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4250" y="5307438"/>
              <a:ext cx="140201" cy="325019"/>
            </a:xfrm>
            <a:prstGeom prst="line">
              <a:avLst/>
            </a:prstGeom>
            <a:ln w="9525" cap="flat" cmpd="sng" algn="ctr">
              <a:solidFill>
                <a:schemeClr val="bg1">
                  <a:lumMod val="7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33" name="直線接點 432">
              <a:extLst>
                <a:ext uri="{FF2B5EF4-FFF2-40B4-BE49-F238E27FC236}">
                  <a16:creationId xmlns:a16="http://schemas.microsoft.com/office/drawing/2014/main" id="{5A901092-0063-403A-AB15-7AD84D67AC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06632" y="4987193"/>
              <a:ext cx="104776" cy="222982"/>
            </a:xfrm>
            <a:prstGeom prst="line">
              <a:avLst/>
            </a:prstGeom>
            <a:ln w="9525" cap="flat" cmpd="sng" algn="ctr">
              <a:solidFill>
                <a:schemeClr val="bg1">
                  <a:lumMod val="7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pic>
          <p:nvPicPr>
            <p:cNvPr id="434" name="圖片 433">
              <a:extLst>
                <a:ext uri="{FF2B5EF4-FFF2-40B4-BE49-F238E27FC236}">
                  <a16:creationId xmlns:a16="http://schemas.microsoft.com/office/drawing/2014/main" id="{E9F82E4B-6670-45EE-AA61-A97003A26D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75740" r="-371"/>
            <a:stretch/>
          </p:blipFill>
          <p:spPr>
            <a:xfrm>
              <a:off x="2281237" y="4199775"/>
              <a:ext cx="861793" cy="839723"/>
            </a:xfrm>
            <a:prstGeom prst="rect">
              <a:avLst/>
            </a:prstGeom>
          </p:spPr>
        </p:pic>
        <p:pic>
          <p:nvPicPr>
            <p:cNvPr id="435" name="圖片 434">
              <a:extLst>
                <a:ext uri="{FF2B5EF4-FFF2-40B4-BE49-F238E27FC236}">
                  <a16:creationId xmlns:a16="http://schemas.microsoft.com/office/drawing/2014/main" id="{E34E8C53-BF64-4DBF-9925-48827C5DFA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50343" r="24408"/>
            <a:stretch/>
          </p:blipFill>
          <p:spPr>
            <a:xfrm>
              <a:off x="126212" y="5356609"/>
              <a:ext cx="883444" cy="839723"/>
            </a:xfrm>
            <a:prstGeom prst="rect">
              <a:avLst/>
            </a:prstGeom>
          </p:spPr>
        </p:pic>
        <p:pic>
          <p:nvPicPr>
            <p:cNvPr id="436" name="圖片 435">
              <a:extLst>
                <a:ext uri="{FF2B5EF4-FFF2-40B4-BE49-F238E27FC236}">
                  <a16:creationId xmlns:a16="http://schemas.microsoft.com/office/drawing/2014/main" id="{21496AEF-7D6F-4869-B4CA-08DC39F90CD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50250"/>
            <a:stretch/>
          </p:blipFill>
          <p:spPr>
            <a:xfrm>
              <a:off x="2288388" y="5328451"/>
              <a:ext cx="846177" cy="823913"/>
            </a:xfrm>
            <a:prstGeom prst="rect">
              <a:avLst/>
            </a:prstGeom>
          </p:spPr>
        </p:pic>
        <p:pic>
          <p:nvPicPr>
            <p:cNvPr id="437" name="圖片 436">
              <a:extLst>
                <a:ext uri="{FF2B5EF4-FFF2-40B4-BE49-F238E27FC236}">
                  <a16:creationId xmlns:a16="http://schemas.microsoft.com/office/drawing/2014/main" id="{E0F14559-C163-4A69-AD2E-D0620584D40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r="50683"/>
            <a:stretch/>
          </p:blipFill>
          <p:spPr>
            <a:xfrm>
              <a:off x="154167" y="4231488"/>
              <a:ext cx="838815" cy="823913"/>
            </a:xfrm>
            <a:prstGeom prst="rect">
              <a:avLst/>
            </a:prstGeom>
          </p:spPr>
        </p:pic>
        <p:sp>
          <p:nvSpPr>
            <p:cNvPr id="438" name="矩形: 圓角 437">
              <a:extLst>
                <a:ext uri="{FF2B5EF4-FFF2-40B4-BE49-F238E27FC236}">
                  <a16:creationId xmlns:a16="http://schemas.microsoft.com/office/drawing/2014/main" id="{A788ABD7-5AE4-4CA3-81FC-E4282528A1B5}"/>
                </a:ext>
              </a:extLst>
            </p:cNvPr>
            <p:cNvSpPr/>
            <p:nvPr/>
          </p:nvSpPr>
          <p:spPr>
            <a:xfrm>
              <a:off x="3657606" y="3158626"/>
              <a:ext cx="3638551" cy="4277229"/>
            </a:xfrm>
            <a:prstGeom prst="roundRect">
              <a:avLst>
                <a:gd name="adj" fmla="val 7772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0150" tIns="15076" rIns="30150" bIns="1507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94" dirty="0"/>
            </a:p>
          </p:txBody>
        </p:sp>
        <p:pic>
          <p:nvPicPr>
            <p:cNvPr id="439" name="圖片 438">
              <a:extLst>
                <a:ext uri="{FF2B5EF4-FFF2-40B4-BE49-F238E27FC236}">
                  <a16:creationId xmlns:a16="http://schemas.microsoft.com/office/drawing/2014/main" id="{CAC867A2-274B-480A-AF9A-E6EA94CEA19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r="75834"/>
            <a:stretch/>
          </p:blipFill>
          <p:spPr>
            <a:xfrm>
              <a:off x="4891088" y="3281370"/>
              <a:ext cx="838200" cy="836003"/>
            </a:xfrm>
            <a:prstGeom prst="rect">
              <a:avLst/>
            </a:prstGeom>
          </p:spPr>
        </p:pic>
        <p:pic>
          <p:nvPicPr>
            <p:cNvPr id="440" name="圖片 439">
              <a:extLst>
                <a:ext uri="{FF2B5EF4-FFF2-40B4-BE49-F238E27FC236}">
                  <a16:creationId xmlns:a16="http://schemas.microsoft.com/office/drawing/2014/main" id="{C0DC5246-01B9-43A3-A4E8-93064E12D80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5539" r="50569"/>
            <a:stretch/>
          </p:blipFill>
          <p:spPr>
            <a:xfrm>
              <a:off x="4881562" y="6291271"/>
              <a:ext cx="828675" cy="836003"/>
            </a:xfrm>
            <a:prstGeom prst="rect">
              <a:avLst/>
            </a:prstGeom>
          </p:spPr>
        </p:pic>
        <p:pic>
          <p:nvPicPr>
            <p:cNvPr id="441" name="圖片 440">
              <a:extLst>
                <a:ext uri="{FF2B5EF4-FFF2-40B4-BE49-F238E27FC236}">
                  <a16:creationId xmlns:a16="http://schemas.microsoft.com/office/drawing/2014/main" id="{02E02756-2FA4-48D9-8B21-8EEEB2B48F6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0952" t="70186" r="4524" b="8575"/>
            <a:stretch/>
          </p:blipFill>
          <p:spPr>
            <a:xfrm>
              <a:off x="5786446" y="3295657"/>
              <a:ext cx="235743" cy="910432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2" name="文字方塊 441">
                  <a:extLst>
                    <a:ext uri="{FF2B5EF4-FFF2-40B4-BE49-F238E27FC236}">
                      <a16:creationId xmlns:a16="http://schemas.microsoft.com/office/drawing/2014/main" id="{DC3C4CF4-BB52-4877-9BA1-8F2A1980EFD6}"/>
                    </a:ext>
                  </a:extLst>
                </p:cNvPr>
                <p:cNvSpPr txBox="1"/>
                <p:nvPr/>
              </p:nvSpPr>
              <p:spPr>
                <a:xfrm>
                  <a:off x="5249088" y="3874966"/>
                  <a:ext cx="268993" cy="2722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69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69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1169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169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1169" dirty="0"/>
                </a:p>
              </p:txBody>
            </p:sp>
          </mc:Choice>
          <mc:Fallback>
            <p:sp>
              <p:nvSpPr>
                <p:cNvPr id="442" name="文字方塊 441">
                  <a:extLst>
                    <a:ext uri="{FF2B5EF4-FFF2-40B4-BE49-F238E27FC236}">
                      <a16:creationId xmlns:a16="http://schemas.microsoft.com/office/drawing/2014/main" id="{DC3C4CF4-BB52-4877-9BA1-8F2A1980EF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9088" y="3874966"/>
                  <a:ext cx="268993" cy="272254"/>
                </a:xfrm>
                <a:prstGeom prst="rect">
                  <a:avLst/>
                </a:prstGeom>
                <a:blipFill>
                  <a:blip r:embed="rId27"/>
                  <a:stretch>
                    <a:fillRect r="-6888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43" name="群組 442">
              <a:extLst>
                <a:ext uri="{FF2B5EF4-FFF2-40B4-BE49-F238E27FC236}">
                  <a16:creationId xmlns:a16="http://schemas.microsoft.com/office/drawing/2014/main" id="{91E8342B-CB12-45C3-9A4F-E57920421A30}"/>
                </a:ext>
              </a:extLst>
            </p:cNvPr>
            <p:cNvGrpSpPr/>
            <p:nvPr/>
          </p:nvGrpSpPr>
          <p:grpSpPr>
            <a:xfrm>
              <a:off x="5295840" y="3686758"/>
              <a:ext cx="50518" cy="48461"/>
              <a:chOff x="1373392" y="2391862"/>
              <a:chExt cx="479433" cy="476535"/>
            </a:xfrm>
          </p:grpSpPr>
          <p:sp>
            <p:nvSpPr>
              <p:cNvPr id="444" name="箭號: 向右 443">
                <a:extLst>
                  <a:ext uri="{FF2B5EF4-FFF2-40B4-BE49-F238E27FC236}">
                    <a16:creationId xmlns:a16="http://schemas.microsoft.com/office/drawing/2014/main" id="{4588FAF4-45E0-4301-B154-BE7BD3CE42B0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69">
                  <a:solidFill>
                    <a:schemeClr val="bg1"/>
                  </a:solidFill>
                </a:endParaRPr>
              </a:p>
            </p:txBody>
          </p:sp>
          <p:sp>
            <p:nvSpPr>
              <p:cNvPr id="445" name="箭號: 向右 444">
                <a:extLst>
                  <a:ext uri="{FF2B5EF4-FFF2-40B4-BE49-F238E27FC236}">
                    <a16:creationId xmlns:a16="http://schemas.microsoft.com/office/drawing/2014/main" id="{7A0C87B8-B4F1-4F48-962F-5081E7988CE5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69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6" name="文字方塊 445">
                  <a:extLst>
                    <a:ext uri="{FF2B5EF4-FFF2-40B4-BE49-F238E27FC236}">
                      <a16:creationId xmlns:a16="http://schemas.microsoft.com/office/drawing/2014/main" id="{1D323A5B-362F-4990-9A4D-38993F685194}"/>
                    </a:ext>
                  </a:extLst>
                </p:cNvPr>
                <p:cNvSpPr txBox="1"/>
                <p:nvPr/>
              </p:nvSpPr>
              <p:spPr>
                <a:xfrm>
                  <a:off x="5171617" y="3443249"/>
                  <a:ext cx="182571" cy="2766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08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08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108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108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446" name="文字方塊 445">
                  <a:extLst>
                    <a:ext uri="{FF2B5EF4-FFF2-40B4-BE49-F238E27FC236}">
                      <a16:creationId xmlns:a16="http://schemas.microsoft.com/office/drawing/2014/main" id="{1D323A5B-362F-4990-9A4D-38993F6851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71617" y="3443249"/>
                  <a:ext cx="182571" cy="276614"/>
                </a:xfrm>
                <a:prstGeom prst="rect">
                  <a:avLst/>
                </a:prstGeom>
                <a:blipFill>
                  <a:blip r:embed="rId28"/>
                  <a:stretch>
                    <a:fillRect r="-5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7" name="文字方塊 446">
                  <a:extLst>
                    <a:ext uri="{FF2B5EF4-FFF2-40B4-BE49-F238E27FC236}">
                      <a16:creationId xmlns:a16="http://schemas.microsoft.com/office/drawing/2014/main" id="{5889C8CA-F078-44F0-B6E6-3FDAB065DD90}"/>
                    </a:ext>
                  </a:extLst>
                </p:cNvPr>
                <p:cNvSpPr txBox="1"/>
                <p:nvPr/>
              </p:nvSpPr>
              <p:spPr>
                <a:xfrm>
                  <a:off x="5302445" y="3600983"/>
                  <a:ext cx="149279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108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108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108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108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447" name="文字方塊 446">
                  <a:extLst>
                    <a:ext uri="{FF2B5EF4-FFF2-40B4-BE49-F238E27FC236}">
                      <a16:creationId xmlns:a16="http://schemas.microsoft.com/office/drawing/2014/main" id="{5889C8CA-F078-44F0-B6E6-3FDAB065DD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2445" y="3600983"/>
                  <a:ext cx="149279" cy="262829"/>
                </a:xfrm>
                <a:prstGeom prst="rect">
                  <a:avLst/>
                </a:prstGeom>
                <a:blipFill>
                  <a:blip r:embed="rId47"/>
                  <a:stretch>
                    <a:fillRect r="-68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8" name="文字方塊 447">
                  <a:extLst>
                    <a:ext uri="{FF2B5EF4-FFF2-40B4-BE49-F238E27FC236}">
                      <a16:creationId xmlns:a16="http://schemas.microsoft.com/office/drawing/2014/main" id="{C0477399-65FB-4598-B157-985E20FD00D8}"/>
                    </a:ext>
                  </a:extLst>
                </p:cNvPr>
                <p:cNvSpPr txBox="1"/>
                <p:nvPr/>
              </p:nvSpPr>
              <p:spPr>
                <a:xfrm>
                  <a:off x="5697465" y="3967915"/>
                  <a:ext cx="204146" cy="2453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994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994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994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994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994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448" name="文字方塊 447">
                  <a:extLst>
                    <a:ext uri="{FF2B5EF4-FFF2-40B4-BE49-F238E27FC236}">
                      <a16:creationId xmlns:a16="http://schemas.microsoft.com/office/drawing/2014/main" id="{C0477399-65FB-4598-B157-985E20FD00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7465" y="3967915"/>
                  <a:ext cx="204146" cy="245324"/>
                </a:xfrm>
                <a:prstGeom prst="rect">
                  <a:avLst/>
                </a:prstGeom>
                <a:blipFill>
                  <a:blip r:embed="rId48"/>
                  <a:stretch>
                    <a:fillRect r="-5151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9" name="文字方塊 448">
                  <a:extLst>
                    <a:ext uri="{FF2B5EF4-FFF2-40B4-BE49-F238E27FC236}">
                      <a16:creationId xmlns:a16="http://schemas.microsoft.com/office/drawing/2014/main" id="{CA22E495-BC2D-4309-B71C-022A06296A22}"/>
                    </a:ext>
                  </a:extLst>
                </p:cNvPr>
                <p:cNvSpPr txBox="1"/>
                <p:nvPr/>
              </p:nvSpPr>
              <p:spPr>
                <a:xfrm>
                  <a:off x="4818645" y="4124926"/>
                  <a:ext cx="1082966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  <m:r>
                          <a:rPr lang="en-US" altLang="zh-TW" sz="1108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m:rPr>
                                <m:nor/>
                              </m:rPr>
                              <a:rPr lang="en-US" altLang="zh-TW" sz="1108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oMath>
                    </m:oMathPara>
                  </a14:m>
                  <a:endParaRPr lang="zh-TW" altLang="en-US" sz="1108" dirty="0"/>
                </a:p>
              </p:txBody>
            </p:sp>
          </mc:Choice>
          <mc:Fallback>
            <p:sp>
              <p:nvSpPr>
                <p:cNvPr id="449" name="文字方塊 448">
                  <a:extLst>
                    <a:ext uri="{FF2B5EF4-FFF2-40B4-BE49-F238E27FC236}">
                      <a16:creationId xmlns:a16="http://schemas.microsoft.com/office/drawing/2014/main" id="{CA22E495-BC2D-4309-B71C-022A06296A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18645" y="4124926"/>
                  <a:ext cx="1082966" cy="262829"/>
                </a:xfrm>
                <a:prstGeom prst="rect">
                  <a:avLst/>
                </a:prstGeom>
                <a:blipFill>
                  <a:blip r:embed="rId49"/>
                  <a:stretch>
                    <a:fillRect b="-697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0" name="文字方塊 449">
                  <a:extLst>
                    <a:ext uri="{FF2B5EF4-FFF2-40B4-BE49-F238E27FC236}">
                      <a16:creationId xmlns:a16="http://schemas.microsoft.com/office/drawing/2014/main" id="{DA4FADF3-F724-4583-B017-A106D552D5D5}"/>
                    </a:ext>
                  </a:extLst>
                </p:cNvPr>
                <p:cNvSpPr txBox="1"/>
                <p:nvPr/>
              </p:nvSpPr>
              <p:spPr>
                <a:xfrm>
                  <a:off x="3677015" y="6194158"/>
                  <a:ext cx="1100937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108" dirty="0"/>
                </a:p>
              </p:txBody>
            </p:sp>
          </mc:Choice>
          <mc:Fallback>
            <p:sp>
              <p:nvSpPr>
                <p:cNvPr id="450" name="文字方塊 449">
                  <a:extLst>
                    <a:ext uri="{FF2B5EF4-FFF2-40B4-BE49-F238E27FC236}">
                      <a16:creationId xmlns:a16="http://schemas.microsoft.com/office/drawing/2014/main" id="{DA4FADF3-F724-4583-B017-A106D552D5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77015" y="6194158"/>
                  <a:ext cx="1100937" cy="262829"/>
                </a:xfrm>
                <a:prstGeom prst="rect">
                  <a:avLst/>
                </a:prstGeom>
                <a:blipFill>
                  <a:blip r:embed="rId61"/>
                  <a:stretch>
                    <a:fillRect b="-465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1" name="文字方塊 450">
                  <a:extLst>
                    <a:ext uri="{FF2B5EF4-FFF2-40B4-BE49-F238E27FC236}">
                      <a16:creationId xmlns:a16="http://schemas.microsoft.com/office/drawing/2014/main" id="{14797A40-A65F-43F6-88A6-2708A5BFE834}"/>
                    </a:ext>
                  </a:extLst>
                </p:cNvPr>
                <p:cNvSpPr txBox="1"/>
                <p:nvPr/>
              </p:nvSpPr>
              <p:spPr>
                <a:xfrm>
                  <a:off x="4811044" y="7138442"/>
                  <a:ext cx="1021986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</m:oMath>
                    </m:oMathPara>
                  </a14:m>
                  <a:endParaRPr lang="zh-TW" altLang="en-US" sz="1108" dirty="0"/>
                </a:p>
              </p:txBody>
            </p:sp>
          </mc:Choice>
          <mc:Fallback>
            <p:sp>
              <p:nvSpPr>
                <p:cNvPr id="451" name="文字方塊 450">
                  <a:extLst>
                    <a:ext uri="{FF2B5EF4-FFF2-40B4-BE49-F238E27FC236}">
                      <a16:creationId xmlns:a16="http://schemas.microsoft.com/office/drawing/2014/main" id="{14797A40-A65F-43F6-88A6-2708A5BFE8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11044" y="7138442"/>
                  <a:ext cx="1021986" cy="262829"/>
                </a:xfrm>
                <a:prstGeom prst="rect">
                  <a:avLst/>
                </a:prstGeom>
                <a:blipFill>
                  <a:blip r:embed="rId5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2" name="文字方塊 451">
                  <a:extLst>
                    <a:ext uri="{FF2B5EF4-FFF2-40B4-BE49-F238E27FC236}">
                      <a16:creationId xmlns:a16="http://schemas.microsoft.com/office/drawing/2014/main" id="{F99516B9-4F0F-43EE-BAB2-BF88054E8AB8}"/>
                    </a:ext>
                  </a:extLst>
                </p:cNvPr>
                <p:cNvSpPr txBox="1"/>
                <p:nvPr/>
              </p:nvSpPr>
              <p:spPr>
                <a:xfrm>
                  <a:off x="5024542" y="5832950"/>
                  <a:ext cx="562813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108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−1, 2</m:t>
                            </m:r>
                          </m:e>
                        </m:d>
                      </m:oMath>
                    </m:oMathPara>
                  </a14:m>
                  <a:endParaRPr lang="zh-TW" altLang="en-US" sz="1108" dirty="0"/>
                </a:p>
              </p:txBody>
            </p:sp>
          </mc:Choice>
          <mc:Fallback>
            <p:sp>
              <p:nvSpPr>
                <p:cNvPr id="452" name="文字方塊 451">
                  <a:extLst>
                    <a:ext uri="{FF2B5EF4-FFF2-40B4-BE49-F238E27FC236}">
                      <a16:creationId xmlns:a16="http://schemas.microsoft.com/office/drawing/2014/main" id="{F99516B9-4F0F-43EE-BAB2-BF88054E8A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542" y="5832950"/>
                  <a:ext cx="562813" cy="262829"/>
                </a:xfrm>
                <a:prstGeom prst="rect">
                  <a:avLst/>
                </a:prstGeom>
                <a:blipFill>
                  <a:blip r:embed="rId62"/>
                  <a:stretch>
                    <a:fillRect t="-93023" r="-52174" b="-1511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3" name="文字方塊 452">
                  <a:extLst>
                    <a:ext uri="{FF2B5EF4-FFF2-40B4-BE49-F238E27FC236}">
                      <a16:creationId xmlns:a16="http://schemas.microsoft.com/office/drawing/2014/main" id="{23886480-12C8-46BE-8CCE-14C01F6D1E2B}"/>
                    </a:ext>
                  </a:extLst>
                </p:cNvPr>
                <p:cNvSpPr txBox="1"/>
                <p:nvPr/>
              </p:nvSpPr>
              <p:spPr>
                <a:xfrm>
                  <a:off x="5036170" y="4452478"/>
                  <a:ext cx="562813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108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1, 0</m:t>
                            </m:r>
                          </m:e>
                        </m:d>
                      </m:oMath>
                    </m:oMathPara>
                  </a14:m>
                  <a:endParaRPr lang="zh-TW" altLang="en-US" sz="1108" dirty="0"/>
                </a:p>
              </p:txBody>
            </p:sp>
          </mc:Choice>
          <mc:Fallback>
            <p:sp>
              <p:nvSpPr>
                <p:cNvPr id="453" name="文字方塊 452">
                  <a:extLst>
                    <a:ext uri="{FF2B5EF4-FFF2-40B4-BE49-F238E27FC236}">
                      <a16:creationId xmlns:a16="http://schemas.microsoft.com/office/drawing/2014/main" id="{23886480-12C8-46BE-8CCE-14C01F6D1E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6170" y="4452478"/>
                  <a:ext cx="562813" cy="262829"/>
                </a:xfrm>
                <a:prstGeom prst="rect">
                  <a:avLst/>
                </a:prstGeom>
                <a:blipFill>
                  <a:blip r:embed="rId53"/>
                  <a:stretch>
                    <a:fillRect t="-93023" r="-40217" b="-1511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4" name="Oval 14">
              <a:extLst>
                <a:ext uri="{FF2B5EF4-FFF2-40B4-BE49-F238E27FC236}">
                  <a16:creationId xmlns:a16="http://schemas.microsoft.com/office/drawing/2014/main" id="{C6BF6D06-56F0-406E-9E4B-CFFF42D9DDF3}"/>
                </a:ext>
              </a:extLst>
            </p:cNvPr>
            <p:cNvSpPr/>
            <p:nvPr/>
          </p:nvSpPr>
          <p:spPr>
            <a:xfrm>
              <a:off x="5264607" y="4691119"/>
              <a:ext cx="112464" cy="116499"/>
            </a:xfrm>
            <a:prstGeom prst="ellipse">
              <a:avLst/>
            </a:prstGeom>
            <a:gradFill flip="none" rotWithShape="1">
              <a:gsLst>
                <a:gs pos="0">
                  <a:srgbClr val="D1D1D1"/>
                </a:gs>
                <a:gs pos="23000">
                  <a:schemeClr val="bg1">
                    <a:lumMod val="85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85" dirty="0"/>
            </a:p>
          </p:txBody>
        </p:sp>
        <p:sp>
          <p:nvSpPr>
            <p:cNvPr id="455" name="Oval 4">
              <a:extLst>
                <a:ext uri="{FF2B5EF4-FFF2-40B4-BE49-F238E27FC236}">
                  <a16:creationId xmlns:a16="http://schemas.microsoft.com/office/drawing/2014/main" id="{1B50BF8E-1E90-4B53-BAFF-F38971274089}"/>
                </a:ext>
              </a:extLst>
            </p:cNvPr>
            <p:cNvSpPr/>
            <p:nvPr/>
          </p:nvSpPr>
          <p:spPr>
            <a:xfrm>
              <a:off x="4822512" y="4749366"/>
              <a:ext cx="999691" cy="1035553"/>
            </a:xfrm>
            <a:prstGeom prst="ellipse">
              <a:avLst/>
            </a:prstGeom>
            <a:gradFill flip="none" rotWithShape="1">
              <a:gsLst>
                <a:gs pos="100000">
                  <a:schemeClr val="accent3">
                    <a:lumMod val="60000"/>
                    <a:lumOff val="40000"/>
                    <a:alpha val="60000"/>
                  </a:schemeClr>
                </a:gs>
                <a:gs pos="55000">
                  <a:schemeClr val="accent3">
                    <a:lumMod val="40000"/>
                    <a:lumOff val="60000"/>
                    <a:alpha val="60000"/>
                  </a:schemeClr>
                </a:gs>
                <a:gs pos="0">
                  <a:schemeClr val="bg1">
                    <a:alpha val="6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 w="57150">
              <a:solidFill>
                <a:srgbClr val="D5D7D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p:sp>
          <p:nvSpPr>
            <p:cNvPr id="456" name="Oval 15">
              <a:extLst>
                <a:ext uri="{FF2B5EF4-FFF2-40B4-BE49-F238E27FC236}">
                  <a16:creationId xmlns:a16="http://schemas.microsoft.com/office/drawing/2014/main" id="{9A07CC31-C9D3-441D-9855-7DE69BFBD438}"/>
                </a:ext>
              </a:extLst>
            </p:cNvPr>
            <p:cNvSpPr/>
            <p:nvPr/>
          </p:nvSpPr>
          <p:spPr>
            <a:xfrm>
              <a:off x="5264607" y="5726089"/>
              <a:ext cx="112464" cy="116499"/>
            </a:xfrm>
            <a:prstGeom prst="ellipse">
              <a:avLst/>
            </a:prstGeom>
            <a:gradFill flip="none" rotWithShape="1">
              <a:gsLst>
                <a:gs pos="17000">
                  <a:srgbClr val="D1D1D1"/>
                </a:gs>
                <a:gs pos="0">
                  <a:schemeClr val="bg1">
                    <a:lumMod val="85000"/>
                  </a:schemeClr>
                </a:gs>
                <a:gs pos="60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p:sp>
          <p:nvSpPr>
            <p:cNvPr id="457" name="SHO">
              <a:extLst>
                <a:ext uri="{FF2B5EF4-FFF2-40B4-BE49-F238E27FC236}">
                  <a16:creationId xmlns:a16="http://schemas.microsoft.com/office/drawing/2014/main" id="{D94C4514-0229-4EBD-BF0A-390C42B40097}"/>
                </a:ext>
              </a:extLst>
            </p:cNvPr>
            <p:cNvSpPr/>
            <p:nvPr/>
          </p:nvSpPr>
          <p:spPr>
            <a:xfrm rot="16200000">
              <a:off x="5105294" y="4767638"/>
              <a:ext cx="431094" cy="999691"/>
            </a:xfrm>
            <a:prstGeom prst="arc">
              <a:avLst>
                <a:gd name="adj1" fmla="val 5396867"/>
                <a:gd name="adj2" fmla="val 5395779"/>
              </a:avLst>
            </a:prstGeom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47000">
                  <a:schemeClr val="bg1">
                    <a:lumMod val="50000"/>
                  </a:schemeClr>
                </a:gs>
                <a:gs pos="97000">
                  <a:srgbClr val="5E5E5E"/>
                </a:gs>
              </a:gsLst>
              <a:path path="circle">
                <a:fillToRect l="50000" t="50000" r="50000" b="50000"/>
              </a:path>
              <a:tileRect/>
            </a:gradFill>
            <a:ln w="31750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p:sp>
          <p:nvSpPr>
            <p:cNvPr id="458" name="SVO">
              <a:extLst>
                <a:ext uri="{FF2B5EF4-FFF2-40B4-BE49-F238E27FC236}">
                  <a16:creationId xmlns:a16="http://schemas.microsoft.com/office/drawing/2014/main" id="{98B620E6-326E-449E-8041-FF1C6FE724A4}"/>
                </a:ext>
              </a:extLst>
            </p:cNvPr>
            <p:cNvSpPr/>
            <p:nvPr/>
          </p:nvSpPr>
          <p:spPr>
            <a:xfrm>
              <a:off x="5070301" y="4749714"/>
              <a:ext cx="499846" cy="1035553"/>
            </a:xfrm>
            <a:prstGeom prst="ellips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/>
            </a:p>
          </p:txBody>
        </p:sp>
        <p:sp>
          <p:nvSpPr>
            <p:cNvPr id="459" name="Oval 6">
              <a:extLst>
                <a:ext uri="{FF2B5EF4-FFF2-40B4-BE49-F238E27FC236}">
                  <a16:creationId xmlns:a16="http://schemas.microsoft.com/office/drawing/2014/main" id="{0275769E-C341-4318-8B93-9002E5BF119E}"/>
                </a:ext>
              </a:extLst>
            </p:cNvPr>
            <p:cNvSpPr/>
            <p:nvPr/>
          </p:nvSpPr>
          <p:spPr>
            <a:xfrm rot="16200000">
              <a:off x="5105294" y="4767638"/>
              <a:ext cx="431094" cy="999691"/>
            </a:xfrm>
            <a:prstGeom prst="ellipse">
              <a:avLst/>
            </a:prstGeom>
            <a:noFill/>
            <a:ln w="38100">
              <a:solidFill>
                <a:schemeClr val="tx1">
                  <a:alpha val="6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0" name="TextBox 11">
                  <a:extLst>
                    <a:ext uri="{FF2B5EF4-FFF2-40B4-BE49-F238E27FC236}">
                      <a16:creationId xmlns:a16="http://schemas.microsoft.com/office/drawing/2014/main" id="{1C8EC21D-A5DF-4B98-9C72-0B6DF443CE63}"/>
                    </a:ext>
                  </a:extLst>
                </p:cNvPr>
                <p:cNvSpPr txBox="1"/>
                <p:nvPr/>
              </p:nvSpPr>
              <p:spPr>
                <a:xfrm>
                  <a:off x="4940280" y="5144015"/>
                  <a:ext cx="122489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8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108" dirty="0"/>
                </a:p>
              </p:txBody>
            </p:sp>
          </mc:Choice>
          <mc:Fallback>
            <p:sp>
              <p:nvSpPr>
                <p:cNvPr id="460" name="TextBox 11">
                  <a:extLst>
                    <a:ext uri="{FF2B5EF4-FFF2-40B4-BE49-F238E27FC236}">
                      <a16:creationId xmlns:a16="http://schemas.microsoft.com/office/drawing/2014/main" id="{1C8EC21D-A5DF-4B98-9C72-0B6DF443CE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40280" y="5144015"/>
                  <a:ext cx="122489" cy="262829"/>
                </a:xfrm>
                <a:prstGeom prst="rect">
                  <a:avLst/>
                </a:prstGeom>
                <a:blipFill>
                  <a:blip r:embed="rId36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61" name="Oval 22">
              <a:extLst>
                <a:ext uri="{FF2B5EF4-FFF2-40B4-BE49-F238E27FC236}">
                  <a16:creationId xmlns:a16="http://schemas.microsoft.com/office/drawing/2014/main" id="{293A3E4E-8556-4880-A1A9-4928C7F0725E}"/>
                </a:ext>
              </a:extLst>
            </p:cNvPr>
            <p:cNvSpPr/>
            <p:nvPr/>
          </p:nvSpPr>
          <p:spPr>
            <a:xfrm>
              <a:off x="5263955" y="5726089"/>
              <a:ext cx="112464" cy="116499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2" name="TextBox 12">
                  <a:extLst>
                    <a:ext uri="{FF2B5EF4-FFF2-40B4-BE49-F238E27FC236}">
                      <a16:creationId xmlns:a16="http://schemas.microsoft.com/office/drawing/2014/main" id="{13EF73F3-47B6-4651-9B5A-E4FA829DB1D4}"/>
                    </a:ext>
                  </a:extLst>
                </p:cNvPr>
                <p:cNvSpPr txBox="1"/>
                <p:nvPr/>
              </p:nvSpPr>
              <p:spPr>
                <a:xfrm>
                  <a:off x="5393690" y="5210060"/>
                  <a:ext cx="122489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8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1108" dirty="0"/>
                </a:p>
              </p:txBody>
            </p:sp>
          </mc:Choice>
          <mc:Fallback>
            <p:sp>
              <p:nvSpPr>
                <p:cNvPr id="462" name="TextBox 12">
                  <a:extLst>
                    <a:ext uri="{FF2B5EF4-FFF2-40B4-BE49-F238E27FC236}">
                      <a16:creationId xmlns:a16="http://schemas.microsoft.com/office/drawing/2014/main" id="{13EF73F3-47B6-4651-9B5A-E4FA829DB1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3690" y="5210060"/>
                  <a:ext cx="122489" cy="262829"/>
                </a:xfrm>
                <a:prstGeom prst="rect">
                  <a:avLst/>
                </a:prstGeom>
                <a:blipFill>
                  <a:blip r:embed="rId37"/>
                  <a:stretch>
                    <a:fillRect r="-6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3" name="TextBox 13">
                  <a:extLst>
                    <a:ext uri="{FF2B5EF4-FFF2-40B4-BE49-F238E27FC236}">
                      <a16:creationId xmlns:a16="http://schemas.microsoft.com/office/drawing/2014/main" id="{A9D71BB8-87E4-47D4-BB4F-65C4C94B352D}"/>
                    </a:ext>
                  </a:extLst>
                </p:cNvPr>
                <p:cNvSpPr txBox="1"/>
                <p:nvPr/>
              </p:nvSpPr>
              <p:spPr>
                <a:xfrm>
                  <a:off x="5224680" y="4774085"/>
                  <a:ext cx="177901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8" i="1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1108" dirty="0"/>
                </a:p>
              </p:txBody>
            </p:sp>
          </mc:Choice>
          <mc:Fallback>
            <p:sp>
              <p:nvSpPr>
                <p:cNvPr id="463" name="TextBox 13">
                  <a:extLst>
                    <a:ext uri="{FF2B5EF4-FFF2-40B4-BE49-F238E27FC236}">
                      <a16:creationId xmlns:a16="http://schemas.microsoft.com/office/drawing/2014/main" id="{A9D71BB8-87E4-47D4-BB4F-65C4C94B35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4680" y="4774085"/>
                  <a:ext cx="177901" cy="262829"/>
                </a:xfrm>
                <a:prstGeom prst="rect">
                  <a:avLst/>
                </a:prstGeom>
                <a:blipFill>
                  <a:blip r:embed="rId54"/>
                  <a:stretch>
                    <a:fillRect r="-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64" name="DVO">
              <a:extLst>
                <a:ext uri="{FF2B5EF4-FFF2-40B4-BE49-F238E27FC236}">
                  <a16:creationId xmlns:a16="http://schemas.microsoft.com/office/drawing/2014/main" id="{50F6D206-5106-45D7-950C-25176DAD3DFD}"/>
                </a:ext>
              </a:extLst>
            </p:cNvPr>
            <p:cNvSpPr/>
            <p:nvPr/>
          </p:nvSpPr>
          <p:spPr>
            <a:xfrm flipH="1">
              <a:off x="5070301" y="4749714"/>
              <a:ext cx="499846" cy="1035553"/>
            </a:xfrm>
            <a:prstGeom prst="arc">
              <a:avLst>
                <a:gd name="adj1" fmla="val 5396867"/>
                <a:gd name="adj2" fmla="val 16170484"/>
              </a:avLst>
            </a:prstGeom>
            <a:ln w="254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p:sp>
          <p:nvSpPr>
            <p:cNvPr id="465" name="Oval 23">
              <a:extLst>
                <a:ext uri="{FF2B5EF4-FFF2-40B4-BE49-F238E27FC236}">
                  <a16:creationId xmlns:a16="http://schemas.microsoft.com/office/drawing/2014/main" id="{D7A046EF-734C-4545-A6BD-C9E963DEC2DE}"/>
                </a:ext>
              </a:extLst>
            </p:cNvPr>
            <p:cNvSpPr/>
            <p:nvPr/>
          </p:nvSpPr>
          <p:spPr>
            <a:xfrm>
              <a:off x="5764392" y="5209241"/>
              <a:ext cx="112464" cy="116499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p:cxnSp>
          <p:nvCxnSpPr>
            <p:cNvPr id="466" name="Straight Arrow Connector 7">
              <a:extLst>
                <a:ext uri="{FF2B5EF4-FFF2-40B4-BE49-F238E27FC236}">
                  <a16:creationId xmlns:a16="http://schemas.microsoft.com/office/drawing/2014/main" id="{FB5A23D2-DDCB-46B0-87F7-039706DBEF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18126" y="4957279"/>
              <a:ext cx="1174" cy="30869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7" name="Straight Arrow Connector 19">
              <a:extLst>
                <a:ext uri="{FF2B5EF4-FFF2-40B4-BE49-F238E27FC236}">
                  <a16:creationId xmlns:a16="http://schemas.microsoft.com/office/drawing/2014/main" id="{7BCAE77F-C7EF-4F7B-A5E7-71AA114EA4A2}"/>
                </a:ext>
              </a:extLst>
            </p:cNvPr>
            <p:cNvCxnSpPr>
              <a:cxnSpLocks/>
            </p:cNvCxnSpPr>
            <p:nvPr/>
          </p:nvCxnSpPr>
          <p:spPr>
            <a:xfrm>
              <a:off x="5320185" y="5264461"/>
              <a:ext cx="135555" cy="10852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Straight Arrow Connector 18">
              <a:extLst>
                <a:ext uri="{FF2B5EF4-FFF2-40B4-BE49-F238E27FC236}">
                  <a16:creationId xmlns:a16="http://schemas.microsoft.com/office/drawing/2014/main" id="{F6F12104-8E62-48B6-8F49-2004D8AC6B84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5201577" y="5145747"/>
              <a:ext cx="0" cy="23742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9" name="Oval 20">
              <a:extLst>
                <a:ext uri="{FF2B5EF4-FFF2-40B4-BE49-F238E27FC236}">
                  <a16:creationId xmlns:a16="http://schemas.microsoft.com/office/drawing/2014/main" id="{AC22E4DA-3570-454A-8B53-E02F3D9653BD}"/>
                </a:ext>
              </a:extLst>
            </p:cNvPr>
            <p:cNvSpPr/>
            <p:nvPr/>
          </p:nvSpPr>
          <p:spPr>
            <a:xfrm>
              <a:off x="4764586" y="5209241"/>
              <a:ext cx="112464" cy="116499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/>
            </a:p>
          </p:txBody>
        </p:sp>
        <p:sp>
          <p:nvSpPr>
            <p:cNvPr id="470" name="Oval 22">
              <a:extLst>
                <a:ext uri="{FF2B5EF4-FFF2-40B4-BE49-F238E27FC236}">
                  <a16:creationId xmlns:a16="http://schemas.microsoft.com/office/drawing/2014/main" id="{F1C6464B-ED82-405C-9AD0-BC2945D0A3D6}"/>
                </a:ext>
              </a:extLst>
            </p:cNvPr>
            <p:cNvSpPr/>
            <p:nvPr/>
          </p:nvSpPr>
          <p:spPr>
            <a:xfrm>
              <a:off x="5264772" y="4685667"/>
              <a:ext cx="112464" cy="116499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85" dirty="0"/>
            </a:p>
          </p:txBody>
        </p:sp>
        <p:sp>
          <p:nvSpPr>
            <p:cNvPr id="471" name="Partial Circle 9">
              <a:extLst>
                <a:ext uri="{FF2B5EF4-FFF2-40B4-BE49-F238E27FC236}">
                  <a16:creationId xmlns:a16="http://schemas.microsoft.com/office/drawing/2014/main" id="{C421C703-F4F7-4018-9595-67FC91FDEEDA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5274924" y="5199277"/>
              <a:ext cx="70898" cy="136886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72" name="TextBox 10">
                  <a:extLst>
                    <a:ext uri="{FF2B5EF4-FFF2-40B4-BE49-F238E27FC236}">
                      <a16:creationId xmlns:a16="http://schemas.microsoft.com/office/drawing/2014/main" id="{AF18FED2-1143-4CD3-A049-B74160CDF5D5}"/>
                    </a:ext>
                  </a:extLst>
                </p:cNvPr>
                <p:cNvSpPr txBox="1"/>
                <p:nvPr/>
              </p:nvSpPr>
              <p:spPr>
                <a:xfrm>
                  <a:off x="5022913" y="5223544"/>
                  <a:ext cx="218240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8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108" dirty="0"/>
                </a:p>
              </p:txBody>
            </p:sp>
          </mc:Choice>
          <mc:Fallback>
            <p:sp>
              <p:nvSpPr>
                <p:cNvPr id="472" name="TextBox 10">
                  <a:extLst>
                    <a:ext uri="{FF2B5EF4-FFF2-40B4-BE49-F238E27FC236}">
                      <a16:creationId xmlns:a16="http://schemas.microsoft.com/office/drawing/2014/main" id="{AF18FED2-1143-4CD3-A049-B74160CDF5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2913" y="5223544"/>
                  <a:ext cx="218240" cy="262829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3" name="Straight Arrow Connector 17">
              <a:extLst>
                <a:ext uri="{FF2B5EF4-FFF2-40B4-BE49-F238E27FC236}">
                  <a16:creationId xmlns:a16="http://schemas.microsoft.com/office/drawing/2014/main" id="{BC71E391-BAA5-49DD-BD0D-62F28350CB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66408" y="5268558"/>
              <a:ext cx="153404" cy="198373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474" name="Partial Circle 9">
              <a:extLst>
                <a:ext uri="{FF2B5EF4-FFF2-40B4-BE49-F238E27FC236}">
                  <a16:creationId xmlns:a16="http://schemas.microsoft.com/office/drawing/2014/main" id="{CF455F26-BB66-4FA6-99CF-256D7D1E12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266116" y="5173503"/>
              <a:ext cx="103302" cy="208638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75" name="TextBox 10">
                  <a:extLst>
                    <a:ext uri="{FF2B5EF4-FFF2-40B4-BE49-F238E27FC236}">
                      <a16:creationId xmlns:a16="http://schemas.microsoft.com/office/drawing/2014/main" id="{4198635D-CD12-44D2-B90F-872E6EB49380}"/>
                    </a:ext>
                  </a:extLst>
                </p:cNvPr>
                <p:cNvSpPr txBox="1"/>
                <p:nvPr/>
              </p:nvSpPr>
              <p:spPr>
                <a:xfrm>
                  <a:off x="5293656" y="5001716"/>
                  <a:ext cx="205647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8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108" dirty="0"/>
                </a:p>
              </p:txBody>
            </p:sp>
          </mc:Choice>
          <mc:Fallback>
            <p:sp>
              <p:nvSpPr>
                <p:cNvPr id="475" name="TextBox 10">
                  <a:extLst>
                    <a:ext uri="{FF2B5EF4-FFF2-40B4-BE49-F238E27FC236}">
                      <a16:creationId xmlns:a16="http://schemas.microsoft.com/office/drawing/2014/main" id="{4198635D-CD12-44D2-B90F-872E6EB493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93656" y="5001716"/>
                  <a:ext cx="205647" cy="262829"/>
                </a:xfrm>
                <a:prstGeom prst="rect">
                  <a:avLst/>
                </a:prstGeom>
                <a:blipFill>
                  <a:blip r:embed="rId40"/>
                  <a:stretch>
                    <a:fillRect r="-21212" b="-697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6" name="Straight Arrow Connector 17">
              <a:extLst>
                <a:ext uri="{FF2B5EF4-FFF2-40B4-BE49-F238E27FC236}">
                  <a16:creationId xmlns:a16="http://schemas.microsoft.com/office/drawing/2014/main" id="{DE12C68B-2868-44B4-9979-0606F05EE4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14213" y="4959972"/>
              <a:ext cx="395947" cy="31129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477" name="Oval 22">
              <a:extLst>
                <a:ext uri="{FF2B5EF4-FFF2-40B4-BE49-F238E27FC236}">
                  <a16:creationId xmlns:a16="http://schemas.microsoft.com/office/drawing/2014/main" id="{790D80A1-D9CC-4BF3-8545-5A5D19AB4350}"/>
                </a:ext>
              </a:extLst>
            </p:cNvPr>
            <p:cNvSpPr/>
            <p:nvPr/>
          </p:nvSpPr>
          <p:spPr>
            <a:xfrm>
              <a:off x="5501346" y="5404290"/>
              <a:ext cx="112464" cy="116499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p:sp>
          <p:nvSpPr>
            <p:cNvPr id="478" name="Oval 22">
              <a:extLst>
                <a:ext uri="{FF2B5EF4-FFF2-40B4-BE49-F238E27FC236}">
                  <a16:creationId xmlns:a16="http://schemas.microsoft.com/office/drawing/2014/main" id="{990F0AEB-2E5B-4E08-BC6F-CC03D38ECA26}"/>
                </a:ext>
              </a:extLst>
            </p:cNvPr>
            <p:cNvSpPr/>
            <p:nvPr/>
          </p:nvSpPr>
          <p:spPr>
            <a:xfrm>
              <a:off x="5026562" y="5029738"/>
              <a:ext cx="112464" cy="116499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8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79" name="文字方塊 478">
                  <a:extLst>
                    <a:ext uri="{FF2B5EF4-FFF2-40B4-BE49-F238E27FC236}">
                      <a16:creationId xmlns:a16="http://schemas.microsoft.com/office/drawing/2014/main" id="{B5DD74E7-C253-4FE8-AEB9-E810D68EAA4A}"/>
                    </a:ext>
                  </a:extLst>
                </p:cNvPr>
                <p:cNvSpPr txBox="1"/>
                <p:nvPr/>
              </p:nvSpPr>
              <p:spPr>
                <a:xfrm>
                  <a:off x="3740404" y="5042581"/>
                  <a:ext cx="974158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/2, 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108" dirty="0"/>
                </a:p>
              </p:txBody>
            </p:sp>
          </mc:Choice>
          <mc:Fallback>
            <p:sp>
              <p:nvSpPr>
                <p:cNvPr id="479" name="文字方塊 478">
                  <a:extLst>
                    <a:ext uri="{FF2B5EF4-FFF2-40B4-BE49-F238E27FC236}">
                      <a16:creationId xmlns:a16="http://schemas.microsoft.com/office/drawing/2014/main" id="{B5DD74E7-C253-4FE8-AEB9-E810D68EAA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0404" y="5042581"/>
                  <a:ext cx="974158" cy="262829"/>
                </a:xfrm>
                <a:prstGeom prst="rect">
                  <a:avLst/>
                </a:prstGeom>
                <a:blipFill>
                  <a:blip r:embed="rId63"/>
                  <a:stretch>
                    <a:fillRect b="-465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0" name="文字方塊 479">
                  <a:extLst>
                    <a:ext uri="{FF2B5EF4-FFF2-40B4-BE49-F238E27FC236}">
                      <a16:creationId xmlns:a16="http://schemas.microsoft.com/office/drawing/2014/main" id="{4D8C30FE-04E8-4C45-9302-87F33A21F924}"/>
                    </a:ext>
                  </a:extLst>
                </p:cNvPr>
                <p:cNvSpPr txBox="1"/>
                <p:nvPr/>
              </p:nvSpPr>
              <p:spPr>
                <a:xfrm>
                  <a:off x="5824514" y="5014964"/>
                  <a:ext cx="1100937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108" dirty="0"/>
                </a:p>
              </p:txBody>
            </p:sp>
          </mc:Choice>
          <mc:Fallback>
            <p:sp>
              <p:nvSpPr>
                <p:cNvPr id="480" name="文字方塊 479">
                  <a:extLst>
                    <a:ext uri="{FF2B5EF4-FFF2-40B4-BE49-F238E27FC236}">
                      <a16:creationId xmlns:a16="http://schemas.microsoft.com/office/drawing/2014/main" id="{4D8C30FE-04E8-4C45-9302-87F33A21F9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24514" y="5014964"/>
                  <a:ext cx="1100937" cy="262829"/>
                </a:xfrm>
                <a:prstGeom prst="rect">
                  <a:avLst/>
                </a:prstGeom>
                <a:blipFill>
                  <a:blip r:embed="rId64"/>
                  <a:stretch>
                    <a:fillRect b="-697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1" name="文字方塊 480">
                  <a:extLst>
                    <a:ext uri="{FF2B5EF4-FFF2-40B4-BE49-F238E27FC236}">
                      <a16:creationId xmlns:a16="http://schemas.microsoft.com/office/drawing/2014/main" id="{59BB314F-C57F-41C2-9E33-1FCE0B85C027}"/>
                    </a:ext>
                  </a:extLst>
                </p:cNvPr>
                <p:cNvSpPr txBox="1"/>
                <p:nvPr/>
              </p:nvSpPr>
              <p:spPr>
                <a:xfrm>
                  <a:off x="5824514" y="6185943"/>
                  <a:ext cx="1100937" cy="2628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108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/2,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108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108" dirty="0"/>
                </a:p>
              </p:txBody>
            </p:sp>
          </mc:Choice>
          <mc:Fallback>
            <p:sp>
              <p:nvSpPr>
                <p:cNvPr id="481" name="文字方塊 480">
                  <a:extLst>
                    <a:ext uri="{FF2B5EF4-FFF2-40B4-BE49-F238E27FC236}">
                      <a16:creationId xmlns:a16="http://schemas.microsoft.com/office/drawing/2014/main" id="{59BB314F-C57F-41C2-9E33-1FCE0B85C0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24514" y="6185943"/>
                  <a:ext cx="1100937" cy="262829"/>
                </a:xfrm>
                <a:prstGeom prst="rect">
                  <a:avLst/>
                </a:prstGeom>
                <a:blipFill>
                  <a:blip r:embed="rId65"/>
                  <a:stretch>
                    <a:fillRect b="-454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82" name="圖片 481">
              <a:extLst>
                <a:ext uri="{FF2B5EF4-FFF2-40B4-BE49-F238E27FC236}">
                  <a16:creationId xmlns:a16="http://schemas.microsoft.com/office/drawing/2014/main" id="{D9B54706-7900-40AE-9667-FFA7692225D5}"/>
                </a:ext>
              </a:extLst>
            </p:cNvPr>
            <p:cNvPicPr>
              <a:picLocks noChangeAspect="1"/>
            </p:cNvPicPr>
            <p:nvPr/>
          </p:nvPicPr>
          <p:blipFill>
            <a:blip r:embed="rId6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983239" y="3657599"/>
              <a:ext cx="1290686" cy="258137"/>
            </a:xfrm>
            <a:prstGeom prst="rect">
              <a:avLst/>
            </a:prstGeom>
          </p:spPr>
        </p:pic>
        <p:pic>
          <p:nvPicPr>
            <p:cNvPr id="483" name="圖片 482">
              <a:extLst>
                <a:ext uri="{FF2B5EF4-FFF2-40B4-BE49-F238E27FC236}">
                  <a16:creationId xmlns:a16="http://schemas.microsoft.com/office/drawing/2014/main" id="{6A276E64-A51D-4DDA-B36B-8921B6EB66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7"/>
            <a:srcRect l="10739" t="17985" r="9733" b="14782"/>
            <a:stretch/>
          </p:blipFill>
          <p:spPr>
            <a:xfrm>
              <a:off x="6103150" y="3649617"/>
              <a:ext cx="523875" cy="139257"/>
            </a:xfrm>
            <a:prstGeom prst="rect">
              <a:avLst/>
            </a:prstGeom>
          </p:spPr>
        </p:pic>
        <p:cxnSp>
          <p:nvCxnSpPr>
            <p:cNvPr id="484" name="直線接點 483">
              <a:extLst>
                <a:ext uri="{FF2B5EF4-FFF2-40B4-BE49-F238E27FC236}">
                  <a16:creationId xmlns:a16="http://schemas.microsoft.com/office/drawing/2014/main" id="{377ECD80-59E9-4465-B3D1-4703DD4CA75C}"/>
                </a:ext>
              </a:extLst>
            </p:cNvPr>
            <p:cNvCxnSpPr>
              <a:cxnSpLocks/>
            </p:cNvCxnSpPr>
            <p:nvPr/>
          </p:nvCxnSpPr>
          <p:spPr>
            <a:xfrm>
              <a:off x="5613400" y="5537200"/>
              <a:ext cx="342900" cy="479524"/>
            </a:xfrm>
            <a:prstGeom prst="line">
              <a:avLst/>
            </a:prstGeom>
            <a:ln w="9525" cap="flat" cmpd="sng" algn="ctr">
              <a:solidFill>
                <a:schemeClr val="bg1">
                  <a:lumMod val="7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85" name="直線接點 484">
              <a:extLst>
                <a:ext uri="{FF2B5EF4-FFF2-40B4-BE49-F238E27FC236}">
                  <a16:creationId xmlns:a16="http://schemas.microsoft.com/office/drawing/2014/main" id="{36443F35-255A-4F57-93DE-EDF3D5CFFA0E}"/>
                </a:ext>
              </a:extLst>
            </p:cNvPr>
            <p:cNvCxnSpPr>
              <a:cxnSpLocks/>
            </p:cNvCxnSpPr>
            <p:nvPr/>
          </p:nvCxnSpPr>
          <p:spPr>
            <a:xfrm>
              <a:off x="4660907" y="4494455"/>
              <a:ext cx="398272" cy="569045"/>
            </a:xfrm>
            <a:prstGeom prst="line">
              <a:avLst/>
            </a:prstGeom>
            <a:ln w="9525" cap="flat" cmpd="sng" algn="ctr">
              <a:solidFill>
                <a:schemeClr val="bg1">
                  <a:lumMod val="7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86" name="直線接點 485">
              <a:extLst>
                <a:ext uri="{FF2B5EF4-FFF2-40B4-BE49-F238E27FC236}">
                  <a16:creationId xmlns:a16="http://schemas.microsoft.com/office/drawing/2014/main" id="{94FB74C7-648D-4EDD-B48B-3F0CB48AA2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641849" y="5307438"/>
              <a:ext cx="140201" cy="325019"/>
            </a:xfrm>
            <a:prstGeom prst="line">
              <a:avLst/>
            </a:prstGeom>
            <a:ln w="9525" cap="flat" cmpd="sng" algn="ctr">
              <a:solidFill>
                <a:schemeClr val="bg1">
                  <a:lumMod val="7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87" name="直線接點 486">
              <a:extLst>
                <a:ext uri="{FF2B5EF4-FFF2-40B4-BE49-F238E27FC236}">
                  <a16:creationId xmlns:a16="http://schemas.microsoft.com/office/drawing/2014/main" id="{09EDF197-569C-4203-A758-53198219E1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64231" y="4987193"/>
              <a:ext cx="104776" cy="222982"/>
            </a:xfrm>
            <a:prstGeom prst="line">
              <a:avLst/>
            </a:prstGeom>
            <a:ln w="9525" cap="flat" cmpd="sng" algn="ctr">
              <a:solidFill>
                <a:schemeClr val="bg1">
                  <a:lumMod val="7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pic>
          <p:nvPicPr>
            <p:cNvPr id="488" name="圖片 487">
              <a:extLst>
                <a:ext uri="{FF2B5EF4-FFF2-40B4-BE49-F238E27FC236}">
                  <a16:creationId xmlns:a16="http://schemas.microsoft.com/office/drawing/2014/main" id="{2EBE9C4A-EB9A-4EE2-B39F-E4A02E27CB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76180"/>
            <a:stretch/>
          </p:blipFill>
          <p:spPr>
            <a:xfrm>
              <a:off x="5962649" y="4199009"/>
              <a:ext cx="826211" cy="836003"/>
            </a:xfrm>
            <a:prstGeom prst="rect">
              <a:avLst/>
            </a:prstGeom>
          </p:spPr>
        </p:pic>
        <p:pic>
          <p:nvPicPr>
            <p:cNvPr id="489" name="圖片 488">
              <a:extLst>
                <a:ext uri="{FF2B5EF4-FFF2-40B4-BE49-F238E27FC236}">
                  <a16:creationId xmlns:a16="http://schemas.microsoft.com/office/drawing/2014/main" id="{A40838DE-A47B-4D87-AAC3-5FED791AA2B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8"/>
            <a:srcRect r="51318"/>
            <a:stretch/>
          </p:blipFill>
          <p:spPr>
            <a:xfrm>
              <a:off x="3809681" y="4211638"/>
              <a:ext cx="838520" cy="841530"/>
            </a:xfrm>
            <a:prstGeom prst="rect">
              <a:avLst/>
            </a:prstGeom>
          </p:spPr>
        </p:pic>
        <p:pic>
          <p:nvPicPr>
            <p:cNvPr id="490" name="圖片 489">
              <a:extLst>
                <a:ext uri="{FF2B5EF4-FFF2-40B4-BE49-F238E27FC236}">
                  <a16:creationId xmlns:a16="http://schemas.microsoft.com/office/drawing/2014/main" id="{AD0494E1-1E28-4C86-BDCF-AAB51C6F0CA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8"/>
            <a:srcRect l="51585"/>
            <a:stretch/>
          </p:blipFill>
          <p:spPr>
            <a:xfrm>
              <a:off x="5974563" y="5327650"/>
              <a:ext cx="833925" cy="841530"/>
            </a:xfrm>
            <a:prstGeom prst="rect">
              <a:avLst/>
            </a:prstGeom>
          </p:spPr>
        </p:pic>
        <p:pic>
          <p:nvPicPr>
            <p:cNvPr id="491" name="圖片 490">
              <a:extLst>
                <a:ext uri="{FF2B5EF4-FFF2-40B4-BE49-F238E27FC236}">
                  <a16:creationId xmlns:a16="http://schemas.microsoft.com/office/drawing/2014/main" id="{0BB9FF50-B571-41A0-984B-8A690525509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50944" r="25164"/>
            <a:stretch/>
          </p:blipFill>
          <p:spPr>
            <a:xfrm>
              <a:off x="3814763" y="5341012"/>
              <a:ext cx="828675" cy="83600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950326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1517</TotalTime>
  <Words>246</Words>
  <Application>Microsoft Office PowerPoint</Application>
  <PresentationFormat>自訂</PresentationFormat>
  <Paragraphs>145</Paragraphs>
  <Slides>5</Slides>
  <Notes>0</Notes>
  <HiddenSlides>4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2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61</cp:revision>
  <dcterms:created xsi:type="dcterms:W3CDTF">2026-04-28T04:34:15Z</dcterms:created>
  <dcterms:modified xsi:type="dcterms:W3CDTF">2026-07-01T10:13:20Z</dcterms:modified>
</cp:coreProperties>
</file>