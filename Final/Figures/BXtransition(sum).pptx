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6" r:id="rId3"/>
  </p:sldIdLst>
  <p:sldSz cx="7199313" cy="9575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>
        <p:scale>
          <a:sx n="125" d="100"/>
          <a:sy n="125" d="100"/>
        </p:scale>
        <p:origin x="612" y="-3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67151"/>
            <a:ext cx="6119416" cy="333379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029512"/>
            <a:ext cx="5399485" cy="2311934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40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07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87303"/>
            <a:ext cx="6209407" cy="3983266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408252"/>
            <a:ext cx="6209407" cy="2094706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85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549113"/>
            <a:ext cx="3059708" cy="60757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549113"/>
            <a:ext cx="3059708" cy="60757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16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09825"/>
            <a:ext cx="6209407" cy="185087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347402"/>
            <a:ext cx="3045646" cy="115042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97827"/>
            <a:ext cx="3045646" cy="514477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347402"/>
            <a:ext cx="3060646" cy="115042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97827"/>
            <a:ext cx="3060646" cy="514477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56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10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336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38387"/>
            <a:ext cx="2321966" cy="2234353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78740"/>
            <a:ext cx="3644652" cy="680502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72740"/>
            <a:ext cx="2321966" cy="532210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11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38387"/>
            <a:ext cx="2321966" cy="2234353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78740"/>
            <a:ext cx="3644652" cy="680502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72740"/>
            <a:ext cx="2321966" cy="532210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83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00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09823"/>
            <a:ext cx="1552352" cy="811504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09823"/>
            <a:ext cx="4567064" cy="811504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31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09825"/>
            <a:ext cx="6209407" cy="1850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549113"/>
            <a:ext cx="6209407" cy="607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875350"/>
            <a:ext cx="1619845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875350"/>
            <a:ext cx="2429768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875350"/>
            <a:ext cx="1619845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4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26" Type="http://schemas.openxmlformats.org/officeDocument/2006/relationships/image" Target="../media/image17.png"/><Relationship Id="rId3" Type="http://schemas.openxmlformats.org/officeDocument/2006/relationships/image" Target="../media/image4.png"/><Relationship Id="rId21" Type="http://schemas.openxmlformats.org/officeDocument/2006/relationships/image" Target="../media/image11.png"/><Relationship Id="rId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image" Target="../media/image3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24" Type="http://schemas.openxmlformats.org/officeDocument/2006/relationships/image" Target="../media/image15.png"/><Relationship Id="rId5" Type="http://schemas.openxmlformats.org/officeDocument/2006/relationships/image" Target="../media/image6.png"/><Relationship Id="rId23" Type="http://schemas.openxmlformats.org/officeDocument/2006/relationships/image" Target="../media/image12.png"/><Relationship Id="rId28" Type="http://schemas.openxmlformats.org/officeDocument/2006/relationships/image" Target="../media/image120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22" Type="http://schemas.openxmlformats.org/officeDocument/2006/relationships/image" Target="../media/image10.png"/><Relationship Id="rId27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6451F7A-A705-4476-B869-CE8228A681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t="50556" b="30217"/>
          <a:stretch/>
        </p:blipFill>
        <p:spPr>
          <a:xfrm>
            <a:off x="-294163" y="4371181"/>
            <a:ext cx="8269763" cy="17303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D8FE2E0-98B9-4301-8F29-B25ADB27E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612"/>
          <a:stretch/>
        </p:blipFill>
        <p:spPr>
          <a:xfrm>
            <a:off x="8581231" y="4777581"/>
            <a:ext cx="535304" cy="16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0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4E15F7B3-1138-4FED-9C31-20E81EDB5952}"/>
              </a:ext>
            </a:extLst>
          </p:cNvPr>
          <p:cNvGrpSpPr/>
          <p:nvPr/>
        </p:nvGrpSpPr>
        <p:grpSpPr>
          <a:xfrm>
            <a:off x="159770" y="9739"/>
            <a:ext cx="6879772" cy="9556329"/>
            <a:chOff x="159770" y="-594360"/>
            <a:chExt cx="6879772" cy="9556329"/>
          </a:xfrm>
        </p:grpSpPr>
        <p:sp>
          <p:nvSpPr>
            <p:cNvPr id="63" name="矩形: 圓角 62">
              <a:extLst>
                <a:ext uri="{FF2B5EF4-FFF2-40B4-BE49-F238E27FC236}">
                  <a16:creationId xmlns:a16="http://schemas.microsoft.com/office/drawing/2014/main" id="{0A201059-CBEA-450E-A194-C87A6FD41662}"/>
                </a:ext>
              </a:extLst>
            </p:cNvPr>
            <p:cNvSpPr/>
            <p:nvPr/>
          </p:nvSpPr>
          <p:spPr>
            <a:xfrm>
              <a:off x="159770" y="-594360"/>
              <a:ext cx="6879772" cy="9556329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43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D3D2052-6214-4C35-B51A-EFE021F9D527}"/>
                    </a:ext>
                  </a:extLst>
                </p:cNvPr>
                <p:cNvSpPr txBox="1"/>
                <p:nvPr/>
              </p:nvSpPr>
              <p:spPr>
                <a:xfrm>
                  <a:off x="3130617" y="6317459"/>
                  <a:ext cx="938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9D3D2052-6214-4C35-B51A-EFE021F9D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0617" y="6317459"/>
                  <a:ext cx="938079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19672" r="-49020" b="-1836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8F3A2434-589B-45DD-BC80-00550007CDDB}"/>
                    </a:ext>
                  </a:extLst>
                </p:cNvPr>
                <p:cNvSpPr txBox="1"/>
                <p:nvPr/>
              </p:nvSpPr>
              <p:spPr>
                <a:xfrm>
                  <a:off x="3130617" y="2977691"/>
                  <a:ext cx="938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8F3A2434-589B-45DD-BC80-00550007CD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0617" y="2977691"/>
                  <a:ext cx="938079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121667" r="-49020" b="-18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C7E16EEE-949D-4FB9-B9CC-266E97587B08}"/>
                    </a:ext>
                  </a:extLst>
                </p:cNvPr>
                <p:cNvSpPr txBox="1"/>
                <p:nvPr/>
              </p:nvSpPr>
              <p:spPr>
                <a:xfrm>
                  <a:off x="2252912" y="974480"/>
                  <a:ext cx="26934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C7E16EEE-949D-4FB9-B9CC-266E9758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2912" y="974480"/>
                  <a:ext cx="269348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49CFD1E3-E457-457A-94C6-59EC1688A076}"/>
                    </a:ext>
                  </a:extLst>
                </p:cNvPr>
                <p:cNvSpPr txBox="1"/>
                <p:nvPr/>
              </p:nvSpPr>
              <p:spPr>
                <a:xfrm>
                  <a:off x="569618" y="3823292"/>
                  <a:ext cx="1327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49CFD1E3-E457-457A-94C6-59EC1688A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18" y="3823292"/>
                  <a:ext cx="13272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9AF400-E35B-4842-89CC-28D223ADA2C5}"/>
                    </a:ext>
                  </a:extLst>
                </p:cNvPr>
                <p:cNvSpPr txBox="1"/>
                <p:nvPr/>
              </p:nvSpPr>
              <p:spPr>
                <a:xfrm>
                  <a:off x="5328663" y="3853883"/>
                  <a:ext cx="1327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9AF400-E35B-4842-89CC-28D223ADA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663" y="3853883"/>
                  <a:ext cx="132721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320078E-860F-4145-89F9-607C0FA3B088}"/>
                    </a:ext>
                  </a:extLst>
                </p:cNvPr>
                <p:cNvSpPr txBox="1"/>
                <p:nvPr/>
              </p:nvSpPr>
              <p:spPr>
                <a:xfrm>
                  <a:off x="2936049" y="6834921"/>
                  <a:ext cx="1327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320078E-860F-4145-89F9-607C0FA3B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049" y="6834921"/>
                  <a:ext cx="132721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4EC70484-D389-4332-BDD4-D89E28418569}"/>
                </a:ext>
              </a:extLst>
            </p:cNvPr>
            <p:cNvSpPr txBox="1"/>
            <p:nvPr/>
          </p:nvSpPr>
          <p:spPr>
            <a:xfrm>
              <a:off x="717179" y="-524297"/>
              <a:ext cx="5764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Valley-mixed excitons transition rate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5" name="圖片 64">
              <a:extLst>
                <a:ext uri="{FF2B5EF4-FFF2-40B4-BE49-F238E27FC236}">
                  <a16:creationId xmlns:a16="http://schemas.microsoft.com/office/drawing/2014/main" id="{30607B89-A69B-4F11-92A2-60E0999B7B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612"/>
            <a:stretch/>
          </p:blipFill>
          <p:spPr>
            <a:xfrm>
              <a:off x="4415439" y="1299145"/>
              <a:ext cx="535304" cy="1667510"/>
            </a:xfrm>
            <a:prstGeom prst="rect">
              <a:avLst/>
            </a:prstGeom>
          </p:spPr>
        </p:pic>
        <p:pic>
          <p:nvPicPr>
            <p:cNvPr id="67" name="圖片 66">
              <a:extLst>
                <a:ext uri="{FF2B5EF4-FFF2-40B4-BE49-F238E27FC236}">
                  <a16:creationId xmlns:a16="http://schemas.microsoft.com/office/drawing/2014/main" id="{2666D247-0A75-4515-A79F-0B13C2EB4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53" t="50556" r="52043" b="30217"/>
            <a:stretch/>
          </p:blipFill>
          <p:spPr>
            <a:xfrm>
              <a:off x="2815350" y="7182494"/>
              <a:ext cx="1568613" cy="1578752"/>
            </a:xfrm>
            <a:prstGeom prst="rect">
              <a:avLst/>
            </a:prstGeom>
          </p:spPr>
        </p:pic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E717851E-39CD-43D8-9935-69035EAE43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31" t="50556" r="31305" b="30217"/>
            <a:stretch/>
          </p:blipFill>
          <p:spPr>
            <a:xfrm>
              <a:off x="467361" y="4204976"/>
              <a:ext cx="1581648" cy="1578752"/>
            </a:xfrm>
            <a:prstGeom prst="rect">
              <a:avLst/>
            </a:prstGeom>
          </p:spPr>
        </p:pic>
        <p:pic>
          <p:nvPicPr>
            <p:cNvPr id="69" name="圖片 68">
              <a:extLst>
                <a:ext uri="{FF2B5EF4-FFF2-40B4-BE49-F238E27FC236}">
                  <a16:creationId xmlns:a16="http://schemas.microsoft.com/office/drawing/2014/main" id="{B97EC7C3-FF24-44C7-888D-EFE2139E18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37" t="50556" r="10680" b="30217"/>
            <a:stretch/>
          </p:blipFill>
          <p:spPr>
            <a:xfrm>
              <a:off x="5238000" y="4218871"/>
              <a:ext cx="1575131" cy="1578752"/>
            </a:xfrm>
            <a:prstGeom prst="rect">
              <a:avLst/>
            </a:prstGeom>
          </p:spPr>
        </p:pic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3D898D8F-9E57-4E60-BC86-BAE9769916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0" t="50556" r="72519" b="30217"/>
            <a:stretch/>
          </p:blipFill>
          <p:spPr>
            <a:xfrm>
              <a:off x="2804387" y="1346262"/>
              <a:ext cx="1590539" cy="157875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CFDDD5B-6879-4A25-AE66-29A2C5AF85CD}"/>
                    </a:ext>
                  </a:extLst>
                </p:cNvPr>
                <p:cNvSpPr txBox="1"/>
                <p:nvPr/>
              </p:nvSpPr>
              <p:spPr>
                <a:xfrm>
                  <a:off x="3723293" y="2495706"/>
                  <a:ext cx="7101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dirty="0"/>
                </a:p>
              </p:txBody>
            </p:sp>
          </mc:Choice>
          <mc:Fallback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CFDDD5B-6879-4A25-AE66-29A2C5AF8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293" y="2495706"/>
                  <a:ext cx="71019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5" name="群組 94">
              <a:extLst>
                <a:ext uri="{FF2B5EF4-FFF2-40B4-BE49-F238E27FC236}">
                  <a16:creationId xmlns:a16="http://schemas.microsoft.com/office/drawing/2014/main" id="{C1A4561A-0AA8-45A3-BC91-D03B53CF0C2F}"/>
                </a:ext>
              </a:extLst>
            </p:cNvPr>
            <p:cNvGrpSpPr/>
            <p:nvPr/>
          </p:nvGrpSpPr>
          <p:grpSpPr>
            <a:xfrm>
              <a:off x="3470104" y="1665898"/>
              <a:ext cx="609101" cy="642390"/>
              <a:chOff x="6583398" y="1501875"/>
              <a:chExt cx="1650677" cy="1740889"/>
            </a:xfrm>
          </p:grpSpPr>
          <p:grpSp>
            <p:nvGrpSpPr>
              <p:cNvPr id="96" name="群組 95">
                <a:extLst>
                  <a:ext uri="{FF2B5EF4-FFF2-40B4-BE49-F238E27FC236}">
                    <a16:creationId xmlns:a16="http://schemas.microsoft.com/office/drawing/2014/main" id="{B2926F22-D316-4D2B-B075-287EA2B92795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99" name="箭號: 向右 98">
                  <a:extLst>
                    <a:ext uri="{FF2B5EF4-FFF2-40B4-BE49-F238E27FC236}">
                      <a16:creationId xmlns:a16="http://schemas.microsoft.com/office/drawing/2014/main" id="{1CAC976D-BD8E-4B43-915B-43388DBCE7F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3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0" name="箭號: 向右 99">
                  <a:extLst>
                    <a:ext uri="{FF2B5EF4-FFF2-40B4-BE49-F238E27FC236}">
                      <a16:creationId xmlns:a16="http://schemas.microsoft.com/office/drawing/2014/main" id="{2D4088A4-FFA4-4471-8271-18734CA817BB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43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字方塊 96">
                    <a:extLst>
                      <a:ext uri="{FF2B5EF4-FFF2-40B4-BE49-F238E27FC236}">
                        <a16:creationId xmlns:a16="http://schemas.microsoft.com/office/drawing/2014/main" id="{B43E160A-E47C-4AD8-9966-0574C5821350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8" y="1501875"/>
                    <a:ext cx="1161960" cy="10603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/>
                  </a:p>
                </p:txBody>
              </p:sp>
            </mc:Choice>
            <mc:Fallback xmlns="">
              <p:sp>
                <p:nvSpPr>
                  <p:cNvPr id="97" name="文字方塊 96">
                    <a:extLst>
                      <a:ext uri="{FF2B5EF4-FFF2-40B4-BE49-F238E27FC236}">
                        <a16:creationId xmlns:a16="http://schemas.microsoft.com/office/drawing/2014/main" id="{B43E160A-E47C-4AD8-9966-0574C58213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8" y="1501875"/>
                    <a:ext cx="1161960" cy="106032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817"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字方塊 97">
                    <a:extLst>
                      <a:ext uri="{FF2B5EF4-FFF2-40B4-BE49-F238E27FC236}">
                        <a16:creationId xmlns:a16="http://schemas.microsoft.com/office/drawing/2014/main" id="{A4BC9020-083E-4B3E-8000-28AF93EF343F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5" y="2241867"/>
                    <a:ext cx="1068090" cy="10008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dirty="0"/>
                  </a:p>
                </p:txBody>
              </p:sp>
            </mc:Choice>
            <mc:Fallback xmlns="">
              <p:sp>
                <p:nvSpPr>
                  <p:cNvPr id="98" name="文字方塊 97">
                    <a:extLst>
                      <a:ext uri="{FF2B5EF4-FFF2-40B4-BE49-F238E27FC236}">
                        <a16:creationId xmlns:a16="http://schemas.microsoft.com/office/drawing/2014/main" id="{A4BC9020-083E-4B3E-8000-28AF93EF3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5" y="2241867"/>
                    <a:ext cx="1068090" cy="100089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125" b="-98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D527C12-EAE8-4EE0-8D68-ECF26E347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22512" y="52407"/>
              <a:ext cx="2554288" cy="5897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73096771-9E16-4496-ACDF-1EB348B7A9E5}"/>
                    </a:ext>
                  </a:extLst>
                </p:cNvPr>
                <p:cNvSpPr txBox="1"/>
                <p:nvPr/>
              </p:nvSpPr>
              <p:spPr>
                <a:xfrm>
                  <a:off x="4342695" y="2628538"/>
                  <a:ext cx="538983" cy="353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7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7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7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7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7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73096771-9E16-4496-ACDF-1EB348B7A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2695" y="2628538"/>
                  <a:ext cx="538983" cy="35394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6CC093F2-0354-446F-9566-5591F43F84B1}"/>
                </a:ext>
              </a:extLst>
            </p:cNvPr>
            <p:cNvGrpSpPr/>
            <p:nvPr/>
          </p:nvGrpSpPr>
          <p:grpSpPr>
            <a:xfrm>
              <a:off x="2163415" y="3321513"/>
              <a:ext cx="2919455" cy="3036650"/>
              <a:chOff x="3213282" y="4585869"/>
              <a:chExt cx="2919455" cy="3036650"/>
            </a:xfrm>
          </p:grpSpPr>
          <p:grpSp>
            <p:nvGrpSpPr>
              <p:cNvPr id="64" name="群組 63">
                <a:extLst>
                  <a:ext uri="{FF2B5EF4-FFF2-40B4-BE49-F238E27FC236}">
                    <a16:creationId xmlns:a16="http://schemas.microsoft.com/office/drawing/2014/main" id="{8FE3D37B-D707-42AF-85EE-07B9EB0AB0C6}"/>
                  </a:ext>
                </a:extLst>
              </p:cNvPr>
              <p:cNvGrpSpPr/>
              <p:nvPr/>
            </p:nvGrpSpPr>
            <p:grpSpPr>
              <a:xfrm>
                <a:off x="3213282" y="4585869"/>
                <a:ext cx="2919455" cy="3036650"/>
                <a:chOff x="3909893" y="2121313"/>
                <a:chExt cx="2919455" cy="3036650"/>
              </a:xfrm>
            </p:grpSpPr>
            <p:sp>
              <p:nvSpPr>
                <p:cNvPr id="76" name="Oval 14">
                  <a:extLst>
                    <a:ext uri="{FF2B5EF4-FFF2-40B4-BE49-F238E27FC236}">
                      <a16:creationId xmlns:a16="http://schemas.microsoft.com/office/drawing/2014/main" id="{3FC51EAE-B79D-4D51-9BEB-F576143478FE}"/>
                    </a:ext>
                  </a:extLst>
                </p:cNvPr>
                <p:cNvSpPr/>
                <p:nvPr/>
              </p:nvSpPr>
              <p:spPr>
                <a:xfrm>
                  <a:off x="5222336" y="2135621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Oval 4">
                  <a:extLst>
                    <a:ext uri="{FF2B5EF4-FFF2-40B4-BE49-F238E27FC236}">
                      <a16:creationId xmlns:a16="http://schemas.microsoft.com/office/drawing/2014/main" id="{920D0C0A-F385-4E79-8747-6F0964F435AE}"/>
                    </a:ext>
                  </a:extLst>
                </p:cNvPr>
                <p:cNvSpPr/>
                <p:nvPr/>
              </p:nvSpPr>
              <p:spPr>
                <a:xfrm>
                  <a:off x="4061937" y="2288513"/>
                  <a:ext cx="2623960" cy="2718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15">
                  <a:extLst>
                    <a:ext uri="{FF2B5EF4-FFF2-40B4-BE49-F238E27FC236}">
                      <a16:creationId xmlns:a16="http://schemas.microsoft.com/office/drawing/2014/main" id="{FA0ECD23-3B74-41C6-8A74-C9BD807C5AAE}"/>
                    </a:ext>
                  </a:extLst>
                </p:cNvPr>
                <p:cNvSpPr/>
                <p:nvPr/>
              </p:nvSpPr>
              <p:spPr>
                <a:xfrm>
                  <a:off x="5222336" y="4852179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SHO">
                  <a:extLst>
                    <a:ext uri="{FF2B5EF4-FFF2-40B4-BE49-F238E27FC236}">
                      <a16:creationId xmlns:a16="http://schemas.microsoft.com/office/drawing/2014/main" id="{6EFB447F-1034-4132-950F-36BF4583D1B9}"/>
                    </a:ext>
                  </a:extLst>
                </p:cNvPr>
                <p:cNvSpPr/>
                <p:nvPr/>
              </p:nvSpPr>
              <p:spPr>
                <a:xfrm rot="16200000">
                  <a:off x="4804171" y="2336484"/>
                  <a:ext cx="1131525" cy="2623960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SVO">
                  <a:extLst>
                    <a:ext uri="{FF2B5EF4-FFF2-40B4-BE49-F238E27FC236}">
                      <a16:creationId xmlns:a16="http://schemas.microsoft.com/office/drawing/2014/main" id="{B54C25F3-63E0-4746-818B-5C51FEA370CC}"/>
                    </a:ext>
                  </a:extLst>
                </p:cNvPr>
                <p:cNvSpPr/>
                <p:nvPr/>
              </p:nvSpPr>
              <p:spPr>
                <a:xfrm>
                  <a:off x="4712309" y="2289422"/>
                  <a:ext cx="1311980" cy="2718084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6">
                  <a:extLst>
                    <a:ext uri="{FF2B5EF4-FFF2-40B4-BE49-F238E27FC236}">
                      <a16:creationId xmlns:a16="http://schemas.microsoft.com/office/drawing/2014/main" id="{40DBC6F3-367F-4613-8D56-EED1F4AAF83D}"/>
                    </a:ext>
                  </a:extLst>
                </p:cNvPr>
                <p:cNvSpPr/>
                <p:nvPr/>
              </p:nvSpPr>
              <p:spPr>
                <a:xfrm rot="16200000">
                  <a:off x="4804171" y="2336484"/>
                  <a:ext cx="1131525" cy="2623960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11">
                      <a:extLst>
                        <a:ext uri="{FF2B5EF4-FFF2-40B4-BE49-F238E27FC236}">
                          <a16:creationId xmlns:a16="http://schemas.microsoft.com/office/drawing/2014/main" id="{CF23301A-BE1D-4CBC-A75A-592918295E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286" y="3358991"/>
                      <a:ext cx="32150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3" name="TextBox 11">
                      <a:extLst>
                        <a:ext uri="{FF2B5EF4-FFF2-40B4-BE49-F238E27FC236}">
                          <a16:creationId xmlns:a16="http://schemas.microsoft.com/office/drawing/2014/main" id="{B7A5A3D7-6CE8-4726-9BEB-8C30B332BF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286" y="3358991"/>
                      <a:ext cx="321505" cy="523220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Oval 22">
                  <a:extLst>
                    <a:ext uri="{FF2B5EF4-FFF2-40B4-BE49-F238E27FC236}">
                      <a16:creationId xmlns:a16="http://schemas.microsoft.com/office/drawing/2014/main" id="{0A54AA2F-42DD-4E43-AD29-9665CCE03932}"/>
                    </a:ext>
                  </a:extLst>
                </p:cNvPr>
                <p:cNvSpPr/>
                <p:nvPr/>
              </p:nvSpPr>
              <p:spPr>
                <a:xfrm>
                  <a:off x="5220616" y="4852179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TextBox 12">
                      <a:extLst>
                        <a:ext uri="{FF2B5EF4-FFF2-40B4-BE49-F238E27FC236}">
                          <a16:creationId xmlns:a16="http://schemas.microsoft.com/office/drawing/2014/main" id="{2BCF2717-7AC2-4DE7-89D1-C847A18AE9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82303" y="3497725"/>
                      <a:ext cx="32150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5" name="TextBox 12">
                      <a:extLst>
                        <a:ext uri="{FF2B5EF4-FFF2-40B4-BE49-F238E27FC236}">
                          <a16:creationId xmlns:a16="http://schemas.microsoft.com/office/drawing/2014/main" id="{C30F96C9-2DED-45AF-B673-D98C394280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82303" y="3497725"/>
                      <a:ext cx="321505" cy="523220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13">
                      <a:extLst>
                        <a:ext uri="{FF2B5EF4-FFF2-40B4-BE49-F238E27FC236}">
                          <a16:creationId xmlns:a16="http://schemas.microsoft.com/office/drawing/2014/main" id="{49FBF736-5528-4DB8-8E7A-0345E5CB5A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00614" y="2429547"/>
                      <a:ext cx="32150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6" name="TextBox 13">
                      <a:extLst>
                        <a:ext uri="{FF2B5EF4-FFF2-40B4-BE49-F238E27FC236}">
                          <a16:creationId xmlns:a16="http://schemas.microsoft.com/office/drawing/2014/main" id="{34AEE752-FCEC-49A9-B464-EE05AB88A4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00614" y="2429547"/>
                      <a:ext cx="321505" cy="523220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6" name="DVO">
                  <a:extLst>
                    <a:ext uri="{FF2B5EF4-FFF2-40B4-BE49-F238E27FC236}">
                      <a16:creationId xmlns:a16="http://schemas.microsoft.com/office/drawing/2014/main" id="{5DB119B4-664A-4E0B-B1BF-7E6407C00142}"/>
                    </a:ext>
                  </a:extLst>
                </p:cNvPr>
                <p:cNvSpPr/>
                <p:nvPr/>
              </p:nvSpPr>
              <p:spPr>
                <a:xfrm flipH="1">
                  <a:off x="4712309" y="2289422"/>
                  <a:ext cx="1311980" cy="2718084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Oval 23">
                  <a:extLst>
                    <a:ext uri="{FF2B5EF4-FFF2-40B4-BE49-F238E27FC236}">
                      <a16:creationId xmlns:a16="http://schemas.microsoft.com/office/drawing/2014/main" id="{BFE9E990-C81A-4B2F-A465-7255B756EE45}"/>
                    </a:ext>
                  </a:extLst>
                </p:cNvPr>
                <p:cNvSpPr/>
                <p:nvPr/>
              </p:nvSpPr>
              <p:spPr>
                <a:xfrm>
                  <a:off x="6534153" y="3495572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8" name="Straight Arrow Connector 7">
                  <a:extLst>
                    <a:ext uri="{FF2B5EF4-FFF2-40B4-BE49-F238E27FC236}">
                      <a16:creationId xmlns:a16="http://schemas.microsoft.com/office/drawing/2014/main" id="{0F957251-0951-429D-B2BA-19CD8CF5D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2789" y="2834235"/>
                  <a:ext cx="3083" cy="81024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19">
                  <a:extLst>
                    <a:ext uri="{FF2B5EF4-FFF2-40B4-BE49-F238E27FC236}">
                      <a16:creationId xmlns:a16="http://schemas.microsoft.com/office/drawing/2014/main" id="{E24F5E53-1AB9-4D87-8D77-605A340000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68214" y="3640512"/>
                  <a:ext cx="355802" cy="28486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18">
                  <a:extLst>
                    <a:ext uri="{FF2B5EF4-FFF2-40B4-BE49-F238E27FC236}">
                      <a16:creationId xmlns:a16="http://schemas.microsoft.com/office/drawing/2014/main" id="{F2A62092-EE97-49E8-AE1B-00787B588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5056896" y="3328917"/>
                  <a:ext cx="0" cy="62319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Oval 20">
                  <a:extLst>
                    <a:ext uri="{FF2B5EF4-FFF2-40B4-BE49-F238E27FC236}">
                      <a16:creationId xmlns:a16="http://schemas.microsoft.com/office/drawing/2014/main" id="{720BD991-C3B1-49EE-9062-2151E3AE9BAF}"/>
                    </a:ext>
                  </a:extLst>
                </p:cNvPr>
                <p:cNvSpPr/>
                <p:nvPr/>
              </p:nvSpPr>
              <p:spPr>
                <a:xfrm>
                  <a:off x="3909893" y="3495572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22">
                  <a:extLst>
                    <a:ext uri="{FF2B5EF4-FFF2-40B4-BE49-F238E27FC236}">
                      <a16:creationId xmlns:a16="http://schemas.microsoft.com/office/drawing/2014/main" id="{8BD9C95A-0E2E-4CC2-87E2-F3DBF4434C03}"/>
                    </a:ext>
                  </a:extLst>
                </p:cNvPr>
                <p:cNvSpPr/>
                <p:nvPr/>
              </p:nvSpPr>
              <p:spPr>
                <a:xfrm>
                  <a:off x="5222764" y="2121313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66" name="Partial Circle 9">
                <a:extLst>
                  <a:ext uri="{FF2B5EF4-FFF2-40B4-BE49-F238E27FC236}">
                    <a16:creationId xmlns:a16="http://schemas.microsoft.com/office/drawing/2014/main" id="{12B7D88E-ECA8-4A7F-80B8-764547EF0F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454387" y="5697548"/>
                <a:ext cx="431715" cy="833530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10">
                    <a:extLst>
                      <a:ext uri="{FF2B5EF4-FFF2-40B4-BE49-F238E27FC236}">
                        <a16:creationId xmlns:a16="http://schemas.microsoft.com/office/drawing/2014/main" id="{FD405E10-4ACC-4169-99F6-2FF60262D0B5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940" y="6032289"/>
                    <a:ext cx="32150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1" name="TextBox 10">
                    <a:extLst>
                      <a:ext uri="{FF2B5EF4-FFF2-40B4-BE49-F238E27FC236}">
                        <a16:creationId xmlns:a16="http://schemas.microsoft.com/office/drawing/2014/main" id="{FD405E10-4ACC-4169-99F6-2FF60262D0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4940" y="6032289"/>
                    <a:ext cx="321504" cy="52322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Straight Arrow Connector 17">
                <a:extLst>
                  <a:ext uri="{FF2B5EF4-FFF2-40B4-BE49-F238E27FC236}">
                    <a16:creationId xmlns:a16="http://schemas.microsoft.com/office/drawing/2014/main" id="{6F1FE25D-24D5-43CA-987F-A19D8E6A21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7952" y="6115823"/>
                <a:ext cx="402652" cy="520683"/>
              </a:xfrm>
              <a:prstGeom prst="straightConnector1">
                <a:avLst/>
              </a:prstGeom>
              <a:ln w="53975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73" name="Partial Circle 9">
                <a:extLst>
                  <a:ext uri="{FF2B5EF4-FFF2-40B4-BE49-F238E27FC236}">
                    <a16:creationId xmlns:a16="http://schemas.microsoft.com/office/drawing/2014/main" id="{E56CBD0B-CDE5-4019-A00F-73B2A3A5EB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18126" y="5804915"/>
                <a:ext cx="301557" cy="609055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10">
                    <a:extLst>
                      <a:ext uri="{FF2B5EF4-FFF2-40B4-BE49-F238E27FC236}">
                        <a16:creationId xmlns:a16="http://schemas.microsoft.com/office/drawing/2014/main" id="{6CF60AAB-69A6-4E51-AC37-9CB8E679B649}"/>
                      </a:ext>
                    </a:extLst>
                  </p:cNvPr>
                  <p:cNvSpPr txBox="1"/>
                  <p:nvPr/>
                </p:nvSpPr>
                <p:spPr>
                  <a:xfrm>
                    <a:off x="4721955" y="5460425"/>
                    <a:ext cx="32150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4" name="TextBox 10">
                    <a:extLst>
                      <a:ext uri="{FF2B5EF4-FFF2-40B4-BE49-F238E27FC236}">
                        <a16:creationId xmlns:a16="http://schemas.microsoft.com/office/drawing/2014/main" id="{6CF60AAB-69A6-4E51-AC37-9CB8E679B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1955" y="5460425"/>
                    <a:ext cx="321504" cy="52322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5" name="Straight Arrow Connector 17">
                <a:extLst>
                  <a:ext uri="{FF2B5EF4-FFF2-40B4-BE49-F238E27FC236}">
                    <a16:creationId xmlns:a16="http://schemas.microsoft.com/office/drawing/2014/main" id="{BE1D0E6C-9D40-4EC5-9567-2D01941AB9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5909" y="5305876"/>
                <a:ext cx="1039268" cy="817070"/>
              </a:xfrm>
              <a:prstGeom prst="straightConnector1">
                <a:avLst/>
              </a:prstGeom>
              <a:ln w="53975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26</Words>
  <Application>Microsoft Office PowerPoint</Application>
  <PresentationFormat>自訂</PresentationFormat>
  <Paragraphs>16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15</cp:revision>
  <dcterms:created xsi:type="dcterms:W3CDTF">2026-04-28T04:34:15Z</dcterms:created>
  <dcterms:modified xsi:type="dcterms:W3CDTF">2026-05-06T07:31:58Z</dcterms:modified>
</cp:coreProperties>
</file>