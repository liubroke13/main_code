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</p:sldIdLst>
  <p:sldSz cx="1547971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1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7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4964" y="824885"/>
            <a:ext cx="11609785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4964" y="2647331"/>
            <a:ext cx="11609785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148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51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68" y="1256579"/>
            <a:ext cx="13351252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68" y="3373044"/>
            <a:ext cx="13351252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5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230" y="1341750"/>
            <a:ext cx="6578878" cy="31980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6605" y="1341750"/>
            <a:ext cx="6578878" cy="319803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456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68350"/>
            <a:ext cx="13351252" cy="97422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247" y="1235577"/>
            <a:ext cx="6548644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247" y="1841114"/>
            <a:ext cx="6548644" cy="270800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6605" y="1235577"/>
            <a:ext cx="6580894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6605" y="1841114"/>
            <a:ext cx="6580894" cy="270800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42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83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4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336021"/>
            <a:ext cx="4992610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894" y="725712"/>
            <a:ext cx="783660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1512094"/>
            <a:ext cx="4992610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15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336021"/>
            <a:ext cx="4992610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80894" y="725712"/>
            <a:ext cx="783660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1512094"/>
            <a:ext cx="4992610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944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46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7670" y="268350"/>
            <a:ext cx="3337813" cy="427143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230" y="268350"/>
            <a:ext cx="9819943" cy="427143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094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231" y="268350"/>
            <a:ext cx="13351252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231" y="1341750"/>
            <a:ext cx="13351252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230" y="4671624"/>
            <a:ext cx="3482935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A6E93-4FD9-4879-A402-30E11AB0882A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27655" y="4671624"/>
            <a:ext cx="5224403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2548" y="4671624"/>
            <a:ext cx="3482935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E8B6E-7796-4211-BCC8-4C61BA447B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878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8F2D0FE-138E-4D1C-9760-B27BBC5B62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3" t="7928" r="9352" b="5498"/>
          <a:stretch/>
        </p:blipFill>
        <p:spPr>
          <a:xfrm>
            <a:off x="4847432" y="738558"/>
            <a:ext cx="9279466" cy="3886362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122B8DDE-8393-45D7-BD3E-F28D7631A4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7825"/>
          <a:stretch/>
        </p:blipFill>
        <p:spPr>
          <a:xfrm>
            <a:off x="5065236" y="489798"/>
            <a:ext cx="2067080" cy="359715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6DBCC8F3-743D-4539-B07C-D1BBB20BB0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6338" b="52989"/>
          <a:stretch/>
        </p:blipFill>
        <p:spPr>
          <a:xfrm>
            <a:off x="7359080" y="501983"/>
            <a:ext cx="2067080" cy="335341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5AFD253B-F40C-4608-BC80-D511F92FE0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2339" b="27199"/>
          <a:stretch/>
        </p:blipFill>
        <p:spPr>
          <a:xfrm>
            <a:off x="9652924" y="503683"/>
            <a:ext cx="2067080" cy="331918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D92790B2-636F-4925-8D3B-47A466F222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8349"/>
          <a:stretch/>
        </p:blipFill>
        <p:spPr>
          <a:xfrm>
            <a:off x="11946767" y="494042"/>
            <a:ext cx="2067080" cy="351223"/>
          </a:xfrm>
          <a:prstGeom prst="rect">
            <a:avLst/>
          </a:prstGeom>
        </p:spPr>
      </p:pic>
      <p:grpSp>
        <p:nvGrpSpPr>
          <p:cNvPr id="42" name="群組 41">
            <a:extLst>
              <a:ext uri="{FF2B5EF4-FFF2-40B4-BE49-F238E27FC236}">
                <a16:creationId xmlns:a16="http://schemas.microsoft.com/office/drawing/2014/main" id="{95C87AA4-744E-416C-87D9-C6B4D503C2A5}"/>
              </a:ext>
            </a:extLst>
          </p:cNvPr>
          <p:cNvGrpSpPr/>
          <p:nvPr/>
        </p:nvGrpSpPr>
        <p:grpSpPr>
          <a:xfrm>
            <a:off x="1428747" y="814766"/>
            <a:ext cx="2919455" cy="3709099"/>
            <a:chOff x="-215120" y="1723602"/>
            <a:chExt cx="2919455" cy="3709100"/>
          </a:xfrm>
        </p:grpSpPr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AC7CFE6F-6E39-45E7-84BA-7F134569105A}"/>
                </a:ext>
              </a:extLst>
            </p:cNvPr>
            <p:cNvSpPr/>
            <p:nvPr/>
          </p:nvSpPr>
          <p:spPr>
            <a:xfrm>
              <a:off x="-65943" y="2210658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SHO">
              <a:extLst>
                <a:ext uri="{FF2B5EF4-FFF2-40B4-BE49-F238E27FC236}">
                  <a16:creationId xmlns:a16="http://schemas.microsoft.com/office/drawing/2014/main" id="{EABFAF74-4902-4691-91A0-D2CE01856B8D}"/>
                </a:ext>
              </a:extLst>
            </p:cNvPr>
            <p:cNvSpPr/>
            <p:nvPr/>
          </p:nvSpPr>
          <p:spPr>
            <a:xfrm rot="16200000">
              <a:off x="676291" y="2258629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gradFill>
                <a:gsLst>
                  <a:gs pos="49000">
                    <a:srgbClr val="EC711E"/>
                  </a:gs>
                  <a:gs pos="51000">
                    <a:schemeClr val="tx1"/>
                  </a:gs>
                  <a:gs pos="0">
                    <a:srgbClr val="EC711E"/>
                  </a:gs>
                  <a:gs pos="100000">
                    <a:schemeClr val="tx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tial Circle 9">
              <a:extLst>
                <a:ext uri="{FF2B5EF4-FFF2-40B4-BE49-F238E27FC236}">
                  <a16:creationId xmlns:a16="http://schemas.microsoft.com/office/drawing/2014/main" id="{E4C4771C-4CCB-40E2-9C70-ECFA3B3F5A7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022031" y="3143539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rgbClr val="007E00"/>
                </a:gs>
                <a:gs pos="36000">
                  <a:srgbClr val="45C845">
                    <a:alpha val="60000"/>
                  </a:srgbClr>
                </a:gs>
                <a:gs pos="100000">
                  <a:srgbClr val="B9FFB9">
                    <a:alpha val="60000"/>
                  </a:srgbClr>
                </a:gs>
              </a:gsLst>
              <a:lin ang="2700000" scaled="1"/>
              <a:tileRect/>
            </a:gradFill>
            <a:ln w="19050">
              <a:solidFill>
                <a:srgbClr val="319B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1255F81D-C5BA-4875-836D-8B38E016E253}"/>
                    </a:ext>
                  </a:extLst>
                </p:cNvPr>
                <p:cNvSpPr txBox="1"/>
                <p:nvPr/>
              </p:nvSpPr>
              <p:spPr>
                <a:xfrm>
                  <a:off x="562584" y="3478280"/>
                  <a:ext cx="3215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1255F81D-C5BA-4875-836D-8B38E016E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84" y="3478280"/>
                  <a:ext cx="321504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11">
                  <a:extLst>
                    <a:ext uri="{FF2B5EF4-FFF2-40B4-BE49-F238E27FC236}">
                      <a16:creationId xmlns:a16="http://schemas.microsoft.com/office/drawing/2014/main" id="{CB894404-8457-4B95-B0FC-E86775D8F692}"/>
                    </a:ext>
                  </a:extLst>
                </p:cNvPr>
                <p:cNvSpPr txBox="1"/>
                <p:nvPr/>
              </p:nvSpPr>
              <p:spPr>
                <a:xfrm>
                  <a:off x="312406" y="3281136"/>
                  <a:ext cx="3215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11">
                  <a:extLst>
                    <a:ext uri="{FF2B5EF4-FFF2-40B4-BE49-F238E27FC236}">
                      <a16:creationId xmlns:a16="http://schemas.microsoft.com/office/drawing/2014/main" id="{CB894404-8457-4B95-B0FC-E86775D8F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06" y="3281136"/>
                  <a:ext cx="32150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12">
                  <a:extLst>
                    <a:ext uri="{FF2B5EF4-FFF2-40B4-BE49-F238E27FC236}">
                      <a16:creationId xmlns:a16="http://schemas.microsoft.com/office/drawing/2014/main" id="{C85F2D75-858C-4DA4-89C4-4EA3F465D57D}"/>
                    </a:ext>
                  </a:extLst>
                </p:cNvPr>
                <p:cNvSpPr txBox="1"/>
                <p:nvPr/>
              </p:nvSpPr>
              <p:spPr>
                <a:xfrm>
                  <a:off x="1554423" y="3419870"/>
                  <a:ext cx="3215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4" name="TextBox 12">
                  <a:extLst>
                    <a:ext uri="{FF2B5EF4-FFF2-40B4-BE49-F238E27FC236}">
                      <a16:creationId xmlns:a16="http://schemas.microsoft.com/office/drawing/2014/main" id="{C85F2D75-858C-4DA4-89C4-4EA3F465D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423" y="3419870"/>
                  <a:ext cx="32150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13">
                  <a:extLst>
                    <a:ext uri="{FF2B5EF4-FFF2-40B4-BE49-F238E27FC236}">
                      <a16:creationId xmlns:a16="http://schemas.microsoft.com/office/drawing/2014/main" id="{50E193F0-8822-4CC9-AF26-14BEF0DCDEF4}"/>
                    </a:ext>
                  </a:extLst>
                </p:cNvPr>
                <p:cNvSpPr txBox="1"/>
                <p:nvPr/>
              </p:nvSpPr>
              <p:spPr>
                <a:xfrm>
                  <a:off x="1072734" y="2351692"/>
                  <a:ext cx="3215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TextBox 13">
                  <a:extLst>
                    <a:ext uri="{FF2B5EF4-FFF2-40B4-BE49-F238E27FC236}">
                      <a16:creationId xmlns:a16="http://schemas.microsoft.com/office/drawing/2014/main" id="{50E193F0-8822-4CC9-AF26-14BEF0DCD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734" y="2351692"/>
                  <a:ext cx="321505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DVO">
              <a:extLst>
                <a:ext uri="{FF2B5EF4-FFF2-40B4-BE49-F238E27FC236}">
                  <a16:creationId xmlns:a16="http://schemas.microsoft.com/office/drawing/2014/main" id="{F5A3C81D-28AC-45C8-BA99-8F15EC8DDCDD}"/>
                </a:ext>
              </a:extLst>
            </p:cNvPr>
            <p:cNvSpPr/>
            <p:nvPr/>
          </p:nvSpPr>
          <p:spPr>
            <a:xfrm flipH="1">
              <a:off x="584429" y="2211567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17">
              <a:extLst>
                <a:ext uri="{FF2B5EF4-FFF2-40B4-BE49-F238E27FC236}">
                  <a16:creationId xmlns:a16="http://schemas.microsoft.com/office/drawing/2014/main" id="{C15310FA-FA8C-4C91-9AAE-A23FF18D7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596" y="3561814"/>
              <a:ext cx="402652" cy="520683"/>
            </a:xfrm>
            <a:prstGeom prst="straightConnector1">
              <a:avLst/>
            </a:prstGeom>
            <a:ln w="53975">
              <a:solidFill>
                <a:srgbClr val="238109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Partial Circle 9">
              <a:extLst>
                <a:ext uri="{FF2B5EF4-FFF2-40B4-BE49-F238E27FC236}">
                  <a16:creationId xmlns:a16="http://schemas.microsoft.com/office/drawing/2014/main" id="{6C11BF45-0CF5-4A7D-BE02-6A564F8517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6246" y="3250906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accent5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5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5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7">
              <a:extLst>
                <a:ext uri="{FF2B5EF4-FFF2-40B4-BE49-F238E27FC236}">
                  <a16:creationId xmlns:a16="http://schemas.microsoft.com/office/drawing/2014/main" id="{E7AFAF12-0748-465E-8ACC-CD14E1F6A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909" y="2756380"/>
              <a:ext cx="3083" cy="81024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699EDCDA-17DA-4E79-A3B4-CFA956E006D0}"/>
                    </a:ext>
                  </a:extLst>
                </p:cNvPr>
                <p:cNvSpPr txBox="1"/>
                <p:nvPr/>
              </p:nvSpPr>
              <p:spPr>
                <a:xfrm>
                  <a:off x="1289599" y="2906416"/>
                  <a:ext cx="3215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chemeClr val="accent1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699EDCDA-17DA-4E79-A3B4-CFA956E00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599" y="2906416"/>
                  <a:ext cx="321504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19">
              <a:extLst>
                <a:ext uri="{FF2B5EF4-FFF2-40B4-BE49-F238E27FC236}">
                  <a16:creationId xmlns:a16="http://schemas.microsoft.com/office/drawing/2014/main" id="{E7AD9431-0739-48AA-9E9A-507AB0346CBE}"/>
                </a:ext>
              </a:extLst>
            </p:cNvPr>
            <p:cNvCxnSpPr>
              <a:cxnSpLocks/>
            </p:cNvCxnSpPr>
            <p:nvPr/>
          </p:nvCxnSpPr>
          <p:spPr>
            <a:xfrm>
              <a:off x="1240334" y="3562657"/>
              <a:ext cx="355802" cy="284861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18">
              <a:extLst>
                <a:ext uri="{FF2B5EF4-FFF2-40B4-BE49-F238E27FC236}">
                  <a16:creationId xmlns:a16="http://schemas.microsoft.com/office/drawing/2014/main" id="{24BFF6B3-7336-4FFA-A753-5ACD3ECF939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929016" y="3251062"/>
              <a:ext cx="0" cy="62319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17">
              <a:extLst>
                <a:ext uri="{FF2B5EF4-FFF2-40B4-BE49-F238E27FC236}">
                  <a16:creationId xmlns:a16="http://schemas.microsoft.com/office/drawing/2014/main" id="{1084C470-EE2F-4BF3-8588-7B6DDA288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553" y="2751867"/>
              <a:ext cx="1039268" cy="817070"/>
            </a:xfrm>
            <a:prstGeom prst="straightConnector1">
              <a:avLst/>
            </a:prstGeom>
            <a:ln w="53975">
              <a:solidFill>
                <a:schemeClr val="accent5">
                  <a:lumMod val="75000"/>
                </a:schemeClr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D65A2DC-85E8-4DDB-9015-B0C095B8BB57}"/>
                    </a:ext>
                  </a:extLst>
                </p:cNvPr>
                <p:cNvSpPr txBox="1"/>
                <p:nvPr/>
              </p:nvSpPr>
              <p:spPr>
                <a:xfrm>
                  <a:off x="772701" y="5063370"/>
                  <a:ext cx="938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,−ℓ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D65A2DC-85E8-4DDB-9015-B0C095B8B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1" y="5063370"/>
                  <a:ext cx="93808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948" t="-121667" r="-62987" b="-18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1B16C9F-FEB9-4154-8591-78F8EE0D2D76}"/>
                    </a:ext>
                  </a:extLst>
                </p:cNvPr>
                <p:cNvSpPr txBox="1"/>
                <p:nvPr/>
              </p:nvSpPr>
              <p:spPr>
                <a:xfrm>
                  <a:off x="772701" y="1723602"/>
                  <a:ext cx="938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1B16C9F-FEB9-4154-8591-78F8EE0D2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1" y="1723602"/>
                  <a:ext cx="938080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121667" r="-40260" b="-188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D7A35C84-BDFA-4763-AB3E-90E6689A498B}"/>
                </a:ext>
              </a:extLst>
            </p:cNvPr>
            <p:cNvSpPr/>
            <p:nvPr/>
          </p:nvSpPr>
          <p:spPr>
            <a:xfrm rot="5400000">
              <a:off x="1113528" y="3913139"/>
              <a:ext cx="382378" cy="439171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179D3563-D67E-4323-B7B8-A3DC650ABAA6}"/>
                </a:ext>
              </a:extLst>
            </p:cNvPr>
            <p:cNvSpPr/>
            <p:nvPr/>
          </p:nvSpPr>
          <p:spPr>
            <a:xfrm>
              <a:off x="2409140" y="3413458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488E8B5C-39FC-4924-B912-85F1C4D9FBA1}"/>
                </a:ext>
              </a:extLst>
            </p:cNvPr>
            <p:cNvSpPr/>
            <p:nvPr/>
          </p:nvSpPr>
          <p:spPr>
            <a:xfrm>
              <a:off x="-215120" y="3413458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SVO">
              <a:extLst>
                <a:ext uri="{FF2B5EF4-FFF2-40B4-BE49-F238E27FC236}">
                  <a16:creationId xmlns:a16="http://schemas.microsoft.com/office/drawing/2014/main" id="{55573B33-9BFC-4504-A639-268A738D7B41}"/>
                </a:ext>
              </a:extLst>
            </p:cNvPr>
            <p:cNvSpPr/>
            <p:nvPr/>
          </p:nvSpPr>
          <p:spPr>
            <a:xfrm>
              <a:off x="584429" y="2211567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062E3D45-5D85-434C-9C6F-D23B44DE6745}"/>
                </a:ext>
              </a:extLst>
            </p:cNvPr>
            <p:cNvSpPr/>
            <p:nvPr/>
          </p:nvSpPr>
          <p:spPr>
            <a:xfrm>
              <a:off x="1711553" y="3931865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39" name="Oval 23">
            <a:extLst>
              <a:ext uri="{FF2B5EF4-FFF2-40B4-BE49-F238E27FC236}">
                <a16:creationId xmlns:a16="http://schemas.microsoft.com/office/drawing/2014/main" id="{BD838864-6849-4DFA-8902-17B0A66C6A01}"/>
              </a:ext>
            </a:extLst>
          </p:cNvPr>
          <p:cNvSpPr/>
          <p:nvPr/>
        </p:nvSpPr>
        <p:spPr>
          <a:xfrm>
            <a:off x="5095137" y="3247390"/>
            <a:ext cx="295195" cy="3057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" name="Oval 20">
            <a:extLst>
              <a:ext uri="{FF2B5EF4-FFF2-40B4-BE49-F238E27FC236}">
                <a16:creationId xmlns:a16="http://schemas.microsoft.com/office/drawing/2014/main" id="{381C1006-F837-4CED-A579-E351BF8AA403}"/>
              </a:ext>
            </a:extLst>
          </p:cNvPr>
          <p:cNvSpPr/>
          <p:nvPr/>
        </p:nvSpPr>
        <p:spPr>
          <a:xfrm>
            <a:off x="5095137" y="851806"/>
            <a:ext cx="295195" cy="3057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Oval 22">
            <a:extLst>
              <a:ext uri="{FF2B5EF4-FFF2-40B4-BE49-F238E27FC236}">
                <a16:creationId xmlns:a16="http://schemas.microsoft.com/office/drawing/2014/main" id="{D67065E1-1CCC-46E7-A593-E2CA2284286E}"/>
              </a:ext>
            </a:extLst>
          </p:cNvPr>
          <p:cNvSpPr/>
          <p:nvPr/>
        </p:nvSpPr>
        <p:spPr>
          <a:xfrm>
            <a:off x="5095137" y="2042784"/>
            <a:ext cx="295195" cy="3057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D7E432-829E-4FA4-A6C7-DECCE799C731}"/>
                  </a:ext>
                </a:extLst>
              </p:cNvPr>
              <p:cNvSpPr txBox="1"/>
              <p:nvPr/>
            </p:nvSpPr>
            <p:spPr>
              <a:xfrm rot="16200000">
                <a:off x="4543580" y="3624372"/>
                <a:ext cx="538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D7E432-829E-4FA4-A6C7-DECCE799C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43580" y="3624372"/>
                <a:ext cx="53898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D42583-E55F-4E75-94A9-07D6F15D46CE}"/>
                  </a:ext>
                </a:extLst>
              </p:cNvPr>
              <p:cNvSpPr txBox="1"/>
              <p:nvPr/>
            </p:nvSpPr>
            <p:spPr>
              <a:xfrm rot="16200000">
                <a:off x="4543580" y="1242416"/>
                <a:ext cx="538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D42583-E55F-4E75-94A9-07D6F15D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43580" y="1242416"/>
                <a:ext cx="53898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F54E20B-EC11-4C89-898D-1B3A4D60F943}"/>
                  </a:ext>
                </a:extLst>
              </p:cNvPr>
              <p:cNvSpPr txBox="1"/>
              <p:nvPr/>
            </p:nvSpPr>
            <p:spPr>
              <a:xfrm rot="16200000">
                <a:off x="4543580" y="2433394"/>
                <a:ext cx="538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F54E20B-EC11-4C89-898D-1B3A4D60F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43580" y="2433394"/>
                <a:ext cx="53898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5691A11-45C0-4F72-8C42-876060437EB5}"/>
                  </a:ext>
                </a:extLst>
              </p:cNvPr>
              <p:cNvSpPr txBox="1"/>
              <p:nvPr/>
            </p:nvSpPr>
            <p:spPr>
              <a:xfrm>
                <a:off x="5377459" y="3212884"/>
                <a:ext cx="778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5691A11-45C0-4F72-8C42-87606043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459" y="3212884"/>
                <a:ext cx="77801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E33DDEF-2F12-42EE-93FB-FD59888A6738}"/>
                  </a:ext>
                </a:extLst>
              </p:cNvPr>
              <p:cNvSpPr txBox="1"/>
              <p:nvPr/>
            </p:nvSpPr>
            <p:spPr>
              <a:xfrm>
                <a:off x="5377459" y="817301"/>
                <a:ext cx="7780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E33DDEF-2F12-42EE-93FB-FD59888A6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459" y="817301"/>
                <a:ext cx="77801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33442D0-2642-4711-B00F-F6CC385BC9F8}"/>
                  </a:ext>
                </a:extLst>
              </p:cNvPr>
              <p:cNvSpPr txBox="1"/>
              <p:nvPr/>
            </p:nvSpPr>
            <p:spPr>
              <a:xfrm>
                <a:off x="5377467" y="2008278"/>
                <a:ext cx="10195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33442D0-2642-4711-B00F-F6CC385BC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467" y="2008278"/>
                <a:ext cx="1019555" cy="36933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44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244D7CEB-3C44-4825-8D2E-BC6422286AA3}"/>
              </a:ext>
            </a:extLst>
          </p:cNvPr>
          <p:cNvSpPr/>
          <p:nvPr/>
        </p:nvSpPr>
        <p:spPr>
          <a:xfrm>
            <a:off x="18256" y="43656"/>
            <a:ext cx="15443200" cy="4953000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43" dirty="0"/>
          </a:p>
        </p:txBody>
      </p:sp>
      <p:sp>
        <p:nvSpPr>
          <p:cNvPr id="70" name="箭號: 向右 69">
            <a:extLst>
              <a:ext uri="{FF2B5EF4-FFF2-40B4-BE49-F238E27FC236}">
                <a16:creationId xmlns:a16="http://schemas.microsoft.com/office/drawing/2014/main" id="{DFFDAE7A-3B0A-4808-88A0-C328B468C4EF}"/>
              </a:ext>
            </a:extLst>
          </p:cNvPr>
          <p:cNvSpPr/>
          <p:nvPr/>
        </p:nvSpPr>
        <p:spPr>
          <a:xfrm rot="5400000">
            <a:off x="2296203" y="2440883"/>
            <a:ext cx="4116815" cy="761059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dirty="0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11160685-28B3-46DE-9AC0-6E0BD39730FC}"/>
              </a:ext>
            </a:extLst>
          </p:cNvPr>
          <p:cNvSpPr/>
          <p:nvPr/>
        </p:nvSpPr>
        <p:spPr>
          <a:xfrm>
            <a:off x="4221481" y="731838"/>
            <a:ext cx="10956438" cy="1188000"/>
          </a:xfrm>
          <a:prstGeom prst="roundRect">
            <a:avLst>
              <a:gd name="adj" fmla="val 7772"/>
            </a:avLst>
          </a:prstGeom>
          <a:gradFill>
            <a:gsLst>
              <a:gs pos="0">
                <a:schemeClr val="accent3">
                  <a:satMod val="103000"/>
                  <a:tint val="94000"/>
                  <a:lumMod val="75000"/>
                  <a:lumOff val="25000"/>
                </a:schemeClr>
              </a:gs>
              <a:gs pos="50000">
                <a:schemeClr val="accent3">
                  <a:satMod val="110000"/>
                  <a:shade val="100000"/>
                  <a:lumMod val="77000"/>
                  <a:lumOff val="23000"/>
                </a:schemeClr>
              </a:gs>
              <a:gs pos="100000">
                <a:schemeClr val="accent3">
                  <a:satMod val="120000"/>
                  <a:shade val="78000"/>
                  <a:lumMod val="78000"/>
                  <a:lumOff val="22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43" dirty="0"/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861DB147-DCBF-4E9C-9160-E65B5023FF4D}"/>
              </a:ext>
            </a:extLst>
          </p:cNvPr>
          <p:cNvSpPr/>
          <p:nvPr/>
        </p:nvSpPr>
        <p:spPr>
          <a:xfrm>
            <a:off x="4221481" y="1945855"/>
            <a:ext cx="10956438" cy="1188000"/>
          </a:xfrm>
          <a:prstGeom prst="roundRect">
            <a:avLst>
              <a:gd name="adj" fmla="val 7772"/>
            </a:avLst>
          </a:prstGeom>
          <a:gradFill>
            <a:gsLst>
              <a:gs pos="0">
                <a:schemeClr val="accent3">
                  <a:satMod val="103000"/>
                  <a:tint val="94000"/>
                  <a:lumMod val="85000"/>
                  <a:lumOff val="15000"/>
                </a:schemeClr>
              </a:gs>
              <a:gs pos="50000">
                <a:schemeClr val="accent3">
                  <a:satMod val="110000"/>
                  <a:shade val="100000"/>
                  <a:lumMod val="87000"/>
                  <a:lumOff val="13000"/>
                </a:schemeClr>
              </a:gs>
              <a:gs pos="100000">
                <a:schemeClr val="accent3">
                  <a:satMod val="120000"/>
                  <a:shade val="78000"/>
                  <a:lumMod val="88000"/>
                  <a:lumOff val="12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43" dirty="0"/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1D634348-8785-449F-BCEB-C99459E881AA}"/>
              </a:ext>
            </a:extLst>
          </p:cNvPr>
          <p:cNvSpPr/>
          <p:nvPr/>
        </p:nvSpPr>
        <p:spPr>
          <a:xfrm>
            <a:off x="4221481" y="3159871"/>
            <a:ext cx="10956438" cy="1188000"/>
          </a:xfrm>
          <a:prstGeom prst="roundRect">
            <a:avLst>
              <a:gd name="adj" fmla="val 7772"/>
            </a:avLst>
          </a:prstGeom>
          <a:gradFill>
            <a:gsLst>
              <a:gs pos="0">
                <a:schemeClr val="accent3">
                  <a:satMod val="103000"/>
                  <a:tint val="94000"/>
                  <a:lumMod val="85000"/>
                  <a:lumOff val="15000"/>
                </a:schemeClr>
              </a:gs>
              <a:gs pos="50000">
                <a:schemeClr val="accent3">
                  <a:satMod val="110000"/>
                  <a:shade val="100000"/>
                  <a:lumMod val="87000"/>
                  <a:lumOff val="13000"/>
                </a:schemeClr>
              </a:gs>
              <a:gs pos="100000">
                <a:schemeClr val="accent3">
                  <a:satMod val="120000"/>
                  <a:shade val="78000"/>
                  <a:lumMod val="88000"/>
                  <a:lumOff val="12000"/>
                </a:schemeClr>
              </a:gs>
            </a:gsLst>
          </a:gra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066" tIns="29033" rIns="58066" bIns="2903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143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03681DA-8D73-4EDD-B659-0228C2F974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0" t="7424" r="9027" b="3292"/>
          <a:stretch/>
        </p:blipFill>
        <p:spPr>
          <a:xfrm>
            <a:off x="5732116" y="617619"/>
            <a:ext cx="9384906" cy="4041847"/>
          </a:xfrm>
          <a:prstGeom prst="rect">
            <a:avLst/>
          </a:prstGeom>
        </p:spPr>
      </p:pic>
      <p:grpSp>
        <p:nvGrpSpPr>
          <p:cNvPr id="42" name="群組 41">
            <a:extLst>
              <a:ext uri="{FF2B5EF4-FFF2-40B4-BE49-F238E27FC236}">
                <a16:creationId xmlns:a16="http://schemas.microsoft.com/office/drawing/2014/main" id="{95C87AA4-744E-416C-87D9-C6B4D503C2A5}"/>
              </a:ext>
            </a:extLst>
          </p:cNvPr>
          <p:cNvGrpSpPr/>
          <p:nvPr/>
        </p:nvGrpSpPr>
        <p:grpSpPr>
          <a:xfrm>
            <a:off x="481165" y="921395"/>
            <a:ext cx="2919455" cy="3709100"/>
            <a:chOff x="-215120" y="1723602"/>
            <a:chExt cx="2919455" cy="3709100"/>
          </a:xfrm>
        </p:grpSpPr>
        <p:sp>
          <p:nvSpPr>
            <p:cNvPr id="17" name="Oval 4">
              <a:extLst>
                <a:ext uri="{FF2B5EF4-FFF2-40B4-BE49-F238E27FC236}">
                  <a16:creationId xmlns:a16="http://schemas.microsoft.com/office/drawing/2014/main" id="{AC7CFE6F-6E39-45E7-84BA-7F134569105A}"/>
                </a:ext>
              </a:extLst>
            </p:cNvPr>
            <p:cNvSpPr/>
            <p:nvPr/>
          </p:nvSpPr>
          <p:spPr>
            <a:xfrm>
              <a:off x="-65943" y="2210658"/>
              <a:ext cx="2623960" cy="271808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SHO">
              <a:extLst>
                <a:ext uri="{FF2B5EF4-FFF2-40B4-BE49-F238E27FC236}">
                  <a16:creationId xmlns:a16="http://schemas.microsoft.com/office/drawing/2014/main" id="{EABFAF74-4902-4691-91A0-D2CE01856B8D}"/>
                </a:ext>
              </a:extLst>
            </p:cNvPr>
            <p:cNvSpPr/>
            <p:nvPr/>
          </p:nvSpPr>
          <p:spPr>
            <a:xfrm rot="16200000">
              <a:off x="676291" y="2258629"/>
              <a:ext cx="1131525" cy="2623960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gradFill>
                <a:gsLst>
                  <a:gs pos="49000">
                    <a:srgbClr val="EC711E"/>
                  </a:gs>
                  <a:gs pos="51000">
                    <a:schemeClr val="tx1"/>
                  </a:gs>
                  <a:gs pos="0">
                    <a:srgbClr val="EC711E"/>
                  </a:gs>
                  <a:gs pos="100000">
                    <a:schemeClr val="tx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tial Circle 9">
              <a:extLst>
                <a:ext uri="{FF2B5EF4-FFF2-40B4-BE49-F238E27FC236}">
                  <a16:creationId xmlns:a16="http://schemas.microsoft.com/office/drawing/2014/main" id="{E4C4771C-4CCB-40E2-9C70-ECFA3B3F5A7D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022031" y="3143539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1255F81D-C5BA-4875-836D-8B38E016E253}"/>
                    </a:ext>
                  </a:extLst>
                </p:cNvPr>
                <p:cNvSpPr txBox="1"/>
                <p:nvPr/>
              </p:nvSpPr>
              <p:spPr>
                <a:xfrm>
                  <a:off x="562584" y="3478280"/>
                  <a:ext cx="3215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TextBox 10">
                  <a:extLst>
                    <a:ext uri="{FF2B5EF4-FFF2-40B4-BE49-F238E27FC236}">
                      <a16:creationId xmlns:a16="http://schemas.microsoft.com/office/drawing/2014/main" id="{1255F81D-C5BA-4875-836D-8B38E016E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584" y="3478280"/>
                  <a:ext cx="321504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11">
                  <a:extLst>
                    <a:ext uri="{FF2B5EF4-FFF2-40B4-BE49-F238E27FC236}">
                      <a16:creationId xmlns:a16="http://schemas.microsoft.com/office/drawing/2014/main" id="{CB894404-8457-4B95-B0FC-E86775D8F692}"/>
                    </a:ext>
                  </a:extLst>
                </p:cNvPr>
                <p:cNvSpPr txBox="1"/>
                <p:nvPr/>
              </p:nvSpPr>
              <p:spPr>
                <a:xfrm>
                  <a:off x="312406" y="3281137"/>
                  <a:ext cx="3215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3" name="TextBox 11">
                  <a:extLst>
                    <a:ext uri="{FF2B5EF4-FFF2-40B4-BE49-F238E27FC236}">
                      <a16:creationId xmlns:a16="http://schemas.microsoft.com/office/drawing/2014/main" id="{CB894404-8457-4B95-B0FC-E86775D8F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06" y="3281137"/>
                  <a:ext cx="321505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12">
                  <a:extLst>
                    <a:ext uri="{FF2B5EF4-FFF2-40B4-BE49-F238E27FC236}">
                      <a16:creationId xmlns:a16="http://schemas.microsoft.com/office/drawing/2014/main" id="{C85F2D75-858C-4DA4-89C4-4EA3F465D57D}"/>
                    </a:ext>
                  </a:extLst>
                </p:cNvPr>
                <p:cNvSpPr txBox="1"/>
                <p:nvPr/>
              </p:nvSpPr>
              <p:spPr>
                <a:xfrm>
                  <a:off x="1554423" y="3419871"/>
                  <a:ext cx="3215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4" name="TextBox 12">
                  <a:extLst>
                    <a:ext uri="{FF2B5EF4-FFF2-40B4-BE49-F238E27FC236}">
                      <a16:creationId xmlns:a16="http://schemas.microsoft.com/office/drawing/2014/main" id="{C85F2D75-858C-4DA4-89C4-4EA3F465D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423" y="3419871"/>
                  <a:ext cx="321505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13">
                  <a:extLst>
                    <a:ext uri="{FF2B5EF4-FFF2-40B4-BE49-F238E27FC236}">
                      <a16:creationId xmlns:a16="http://schemas.microsoft.com/office/drawing/2014/main" id="{50E193F0-8822-4CC9-AF26-14BEF0DCDEF4}"/>
                    </a:ext>
                  </a:extLst>
                </p:cNvPr>
                <p:cNvSpPr txBox="1"/>
                <p:nvPr/>
              </p:nvSpPr>
              <p:spPr>
                <a:xfrm>
                  <a:off x="1072734" y="2351692"/>
                  <a:ext cx="32150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TextBox 13">
                  <a:extLst>
                    <a:ext uri="{FF2B5EF4-FFF2-40B4-BE49-F238E27FC236}">
                      <a16:creationId xmlns:a16="http://schemas.microsoft.com/office/drawing/2014/main" id="{50E193F0-8822-4CC9-AF26-14BEF0DCDE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734" y="2351692"/>
                  <a:ext cx="32150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DVO">
              <a:extLst>
                <a:ext uri="{FF2B5EF4-FFF2-40B4-BE49-F238E27FC236}">
                  <a16:creationId xmlns:a16="http://schemas.microsoft.com/office/drawing/2014/main" id="{F5A3C81D-28AC-45C8-BA99-8F15EC8DDCDD}"/>
                </a:ext>
              </a:extLst>
            </p:cNvPr>
            <p:cNvSpPr/>
            <p:nvPr/>
          </p:nvSpPr>
          <p:spPr>
            <a:xfrm flipH="1">
              <a:off x="584429" y="2211567"/>
              <a:ext cx="1311980" cy="271808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17">
              <a:extLst>
                <a:ext uri="{FF2B5EF4-FFF2-40B4-BE49-F238E27FC236}">
                  <a16:creationId xmlns:a16="http://schemas.microsoft.com/office/drawing/2014/main" id="{C15310FA-FA8C-4C91-9AAE-A23FF18D76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596" y="3561814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8" name="Partial Circle 9">
              <a:extLst>
                <a:ext uri="{FF2B5EF4-FFF2-40B4-BE49-F238E27FC236}">
                  <a16:creationId xmlns:a16="http://schemas.microsoft.com/office/drawing/2014/main" id="{6C11BF45-0CF5-4A7D-BE02-6A564F8517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5770" y="3250906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7">
              <a:extLst>
                <a:ext uri="{FF2B5EF4-FFF2-40B4-BE49-F238E27FC236}">
                  <a16:creationId xmlns:a16="http://schemas.microsoft.com/office/drawing/2014/main" id="{E7AFAF12-0748-465E-8ACC-CD14E1F6AC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4909" y="2756380"/>
              <a:ext cx="3083" cy="8102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699EDCDA-17DA-4E79-A3B4-CFA956E006D0}"/>
                    </a:ext>
                  </a:extLst>
                </p:cNvPr>
                <p:cNvSpPr txBox="1"/>
                <p:nvPr/>
              </p:nvSpPr>
              <p:spPr>
                <a:xfrm>
                  <a:off x="1289599" y="2906416"/>
                  <a:ext cx="32150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" name="TextBox 10">
                  <a:extLst>
                    <a:ext uri="{FF2B5EF4-FFF2-40B4-BE49-F238E27FC236}">
                      <a16:creationId xmlns:a16="http://schemas.microsoft.com/office/drawing/2014/main" id="{699EDCDA-17DA-4E79-A3B4-CFA956E00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9599" y="2906416"/>
                  <a:ext cx="32150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Arrow Connector 19">
              <a:extLst>
                <a:ext uri="{FF2B5EF4-FFF2-40B4-BE49-F238E27FC236}">
                  <a16:creationId xmlns:a16="http://schemas.microsoft.com/office/drawing/2014/main" id="{E7AD9431-0739-48AA-9E9A-507AB0346CBE}"/>
                </a:ext>
              </a:extLst>
            </p:cNvPr>
            <p:cNvCxnSpPr>
              <a:cxnSpLocks/>
            </p:cNvCxnSpPr>
            <p:nvPr/>
          </p:nvCxnSpPr>
          <p:spPr>
            <a:xfrm>
              <a:off x="1240334" y="3562657"/>
              <a:ext cx="355802" cy="2848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18">
              <a:extLst>
                <a:ext uri="{FF2B5EF4-FFF2-40B4-BE49-F238E27FC236}">
                  <a16:creationId xmlns:a16="http://schemas.microsoft.com/office/drawing/2014/main" id="{24BFF6B3-7336-4FFA-A753-5ACD3ECF9392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929016" y="3251062"/>
              <a:ext cx="0" cy="6231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17">
              <a:extLst>
                <a:ext uri="{FF2B5EF4-FFF2-40B4-BE49-F238E27FC236}">
                  <a16:creationId xmlns:a16="http://schemas.microsoft.com/office/drawing/2014/main" id="{1084C470-EE2F-4BF3-8588-7B6DDA288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3553" y="2751867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D65A2DC-85E8-4DDB-9015-B0C095B8BB57}"/>
                    </a:ext>
                  </a:extLst>
                </p:cNvPr>
                <p:cNvSpPr txBox="1"/>
                <p:nvPr/>
              </p:nvSpPr>
              <p:spPr>
                <a:xfrm>
                  <a:off x="772701" y="5063370"/>
                  <a:ext cx="938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,−ℓ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D65A2DC-85E8-4DDB-9015-B0C095B8B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1" y="5063370"/>
                  <a:ext cx="93808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948" t="-119672" r="-61039" b="-1836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1B16C9F-FEB9-4154-8591-78F8EE0D2D76}"/>
                    </a:ext>
                  </a:extLst>
                </p:cNvPr>
                <p:cNvSpPr txBox="1"/>
                <p:nvPr/>
              </p:nvSpPr>
              <p:spPr>
                <a:xfrm>
                  <a:off x="772701" y="1723602"/>
                  <a:ext cx="938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, ℓ</m:t>
                            </m: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31B16C9F-FEB9-4154-8591-78F8EE0D2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1" y="1723602"/>
                  <a:ext cx="93808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19672" r="-38961" b="-1836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D7A35C84-BDFA-4763-AB3E-90E6689A498B}"/>
                </a:ext>
              </a:extLst>
            </p:cNvPr>
            <p:cNvSpPr/>
            <p:nvPr/>
          </p:nvSpPr>
          <p:spPr>
            <a:xfrm rot="5400000">
              <a:off x="984085" y="3917717"/>
              <a:ext cx="641264" cy="430016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dirty="0"/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179D3563-D67E-4323-B7B8-A3DC650ABAA6}"/>
                </a:ext>
              </a:extLst>
            </p:cNvPr>
            <p:cNvSpPr/>
            <p:nvPr/>
          </p:nvSpPr>
          <p:spPr>
            <a:xfrm>
              <a:off x="2409140" y="3413458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488E8B5C-39FC-4924-B912-85F1C4D9FBA1}"/>
                </a:ext>
              </a:extLst>
            </p:cNvPr>
            <p:cNvSpPr/>
            <p:nvPr/>
          </p:nvSpPr>
          <p:spPr>
            <a:xfrm>
              <a:off x="-215120" y="3413458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SVO">
              <a:extLst>
                <a:ext uri="{FF2B5EF4-FFF2-40B4-BE49-F238E27FC236}">
                  <a16:creationId xmlns:a16="http://schemas.microsoft.com/office/drawing/2014/main" id="{55573B33-9BFC-4504-A639-268A738D7B41}"/>
                </a:ext>
              </a:extLst>
            </p:cNvPr>
            <p:cNvSpPr/>
            <p:nvPr/>
          </p:nvSpPr>
          <p:spPr>
            <a:xfrm>
              <a:off x="584429" y="2211567"/>
              <a:ext cx="1311980" cy="271808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062E3D45-5D85-434C-9C6F-D23B44DE6745}"/>
                </a:ext>
              </a:extLst>
            </p:cNvPr>
            <p:cNvSpPr/>
            <p:nvPr/>
          </p:nvSpPr>
          <p:spPr>
            <a:xfrm>
              <a:off x="1711553" y="3931865"/>
              <a:ext cx="295195" cy="305784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D7E432-829E-4FA4-A6C7-DECCE799C731}"/>
                  </a:ext>
                </a:extLst>
              </p:cNvPr>
              <p:cNvSpPr txBox="1"/>
              <p:nvPr/>
            </p:nvSpPr>
            <p:spPr>
              <a:xfrm rot="16200000">
                <a:off x="5439840" y="3950927"/>
                <a:ext cx="538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D7E432-829E-4FA4-A6C7-DECCE799C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439840" y="3950927"/>
                <a:ext cx="53898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D42583-E55F-4E75-94A9-07D6F15D46CE}"/>
                  </a:ext>
                </a:extLst>
              </p:cNvPr>
              <p:cNvSpPr txBox="1"/>
              <p:nvPr/>
            </p:nvSpPr>
            <p:spPr>
              <a:xfrm rot="16200000">
                <a:off x="5439842" y="1538942"/>
                <a:ext cx="538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5D42583-E55F-4E75-94A9-07D6F15D4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439842" y="1538942"/>
                <a:ext cx="53898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F54E20B-EC11-4C89-898D-1B3A4D60F943}"/>
                  </a:ext>
                </a:extLst>
              </p:cNvPr>
              <p:cNvSpPr txBox="1"/>
              <p:nvPr/>
            </p:nvSpPr>
            <p:spPr>
              <a:xfrm rot="16200000">
                <a:off x="5439840" y="2745662"/>
                <a:ext cx="538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BF54E20B-EC11-4C89-898D-1B3A4D60F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439840" y="2745662"/>
                <a:ext cx="53898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5691A11-45C0-4F72-8C42-876060437EB5}"/>
                  </a:ext>
                </a:extLst>
              </p:cNvPr>
              <p:cNvSpPr txBox="1"/>
              <p:nvPr/>
            </p:nvSpPr>
            <p:spPr>
              <a:xfrm>
                <a:off x="4669574" y="3529682"/>
                <a:ext cx="778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5691A11-45C0-4F72-8C42-876060437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574" y="3529682"/>
                <a:ext cx="77801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E33DDEF-2F12-42EE-93FB-FD59888A6738}"/>
                  </a:ext>
                </a:extLst>
              </p:cNvPr>
              <p:cNvSpPr txBox="1"/>
              <p:nvPr/>
            </p:nvSpPr>
            <p:spPr>
              <a:xfrm>
                <a:off x="4669574" y="1127749"/>
                <a:ext cx="778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7E33DDEF-2F12-42EE-93FB-FD59888A6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574" y="1127749"/>
                <a:ext cx="77801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33442D0-2642-4711-B00F-F6CC385BC9F8}"/>
                  </a:ext>
                </a:extLst>
              </p:cNvPr>
              <p:cNvSpPr txBox="1"/>
              <p:nvPr/>
            </p:nvSpPr>
            <p:spPr>
              <a:xfrm>
                <a:off x="4548804" y="2325077"/>
                <a:ext cx="10195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33442D0-2642-4711-B00F-F6CC385BC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804" y="2325077"/>
                <a:ext cx="1019555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12227D7D-795D-4A5B-982D-19FD8C9D579C}"/>
                  </a:ext>
                </a:extLst>
              </p:cNvPr>
              <p:cNvSpPr txBox="1"/>
              <p:nvPr/>
            </p:nvSpPr>
            <p:spPr>
              <a:xfrm>
                <a:off x="6533570" y="4452759"/>
                <a:ext cx="938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12227D7D-795D-4A5B-982D-19FD8C9D5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570" y="4452759"/>
                <a:ext cx="93808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4D82635B-412F-4294-9D01-8D1D291F9573}"/>
                  </a:ext>
                </a:extLst>
              </p:cNvPr>
              <p:cNvSpPr txBox="1"/>
              <p:nvPr/>
            </p:nvSpPr>
            <p:spPr>
              <a:xfrm>
                <a:off x="13492456" y="4452759"/>
                <a:ext cx="938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4D82635B-412F-4294-9D01-8D1D291F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2456" y="4452759"/>
                <a:ext cx="93808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9A0B5A8-317E-4CC4-BEC5-A584D03F477A}"/>
                  </a:ext>
                </a:extLst>
              </p:cNvPr>
              <p:cNvSpPr txBox="1"/>
              <p:nvPr/>
            </p:nvSpPr>
            <p:spPr>
              <a:xfrm>
                <a:off x="8849421" y="4452759"/>
                <a:ext cx="938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59A0B5A8-317E-4CC4-BEC5-A584D03F4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421" y="4452759"/>
                <a:ext cx="938080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E6CD585A-C15D-460D-835D-4042EF42616B}"/>
                  </a:ext>
                </a:extLst>
              </p:cNvPr>
              <p:cNvSpPr txBox="1"/>
              <p:nvPr/>
            </p:nvSpPr>
            <p:spPr>
              <a:xfrm>
                <a:off x="11151842" y="4452759"/>
                <a:ext cx="938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E6CD585A-C15D-460D-835D-4042EF426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842" y="4452759"/>
                <a:ext cx="93808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>
            <a:extLst>
              <a:ext uri="{FF2B5EF4-FFF2-40B4-BE49-F238E27FC236}">
                <a16:creationId xmlns:a16="http://schemas.microsoft.com/office/drawing/2014/main" id="{1F2F9EFB-F318-4A51-883A-29F8A8BB5188}"/>
              </a:ext>
            </a:extLst>
          </p:cNvPr>
          <p:cNvSpPr txBox="1"/>
          <p:nvPr/>
        </p:nvSpPr>
        <p:spPr>
          <a:xfrm>
            <a:off x="237653" y="138824"/>
            <a:ext cx="34064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transition rate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FAB7778-888A-4D13-B0E9-C2EA22859D0C}"/>
                  </a:ext>
                </a:extLst>
              </p:cNvPr>
              <p:cNvSpPr/>
              <p:nvPr/>
            </p:nvSpPr>
            <p:spPr>
              <a:xfrm>
                <a:off x="2604152" y="3484217"/>
                <a:ext cx="1319592" cy="646331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Equator line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FAB7778-888A-4D13-B0E9-C2EA22859D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52" y="3484217"/>
                <a:ext cx="1319592" cy="646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圖片 14">
            <a:extLst>
              <a:ext uri="{FF2B5EF4-FFF2-40B4-BE49-F238E27FC236}">
                <a16:creationId xmlns:a16="http://schemas.microsoft.com/office/drawing/2014/main" id="{E7BF89E2-EF27-4960-B7B8-16EBBB95670C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0007"/>
          <a:stretch/>
        </p:blipFill>
        <p:spPr>
          <a:xfrm>
            <a:off x="6349396" y="205827"/>
            <a:ext cx="1299468" cy="494616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266DB175-C593-4AF8-8610-4FC2DB6102F0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6340" b="54309"/>
          <a:stretch/>
        </p:blipFill>
        <p:spPr>
          <a:xfrm>
            <a:off x="8644611" y="178128"/>
            <a:ext cx="1299468" cy="478746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1886C92E-A6D5-43FE-89DB-39A2E29192E0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52461" b="26415"/>
          <a:stretch/>
        </p:blipFill>
        <p:spPr>
          <a:xfrm>
            <a:off x="10985755" y="194176"/>
            <a:ext cx="1299468" cy="522606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93EE4156-B7D9-481C-918A-372D6376C75C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9036"/>
          <a:stretch/>
        </p:blipFill>
        <p:spPr>
          <a:xfrm>
            <a:off x="13290292" y="177745"/>
            <a:ext cx="1299468" cy="51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8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84</Words>
  <Application>Microsoft Office PowerPoint</Application>
  <PresentationFormat>自訂</PresentationFormat>
  <Paragraphs>39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24</cp:revision>
  <dcterms:created xsi:type="dcterms:W3CDTF">2026-05-06T04:51:24Z</dcterms:created>
  <dcterms:modified xsi:type="dcterms:W3CDTF">2026-05-06T09:07:01Z</dcterms:modified>
</cp:coreProperties>
</file>