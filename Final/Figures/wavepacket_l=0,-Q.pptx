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260" r:id="rId3"/>
    <p:sldId id="274" r:id="rId4"/>
    <p:sldId id="273" r:id="rId5"/>
    <p:sldId id="275" r:id="rId6"/>
    <p:sldId id="276" r:id="rId7"/>
    <p:sldId id="265" r:id="rId8"/>
    <p:sldId id="269" r:id="rId9"/>
    <p:sldId id="270" r:id="rId10"/>
    <p:sldId id="271" r:id="rId11"/>
    <p:sldId id="272" r:id="rId12"/>
    <p:sldId id="277" r:id="rId13"/>
    <p:sldId id="278" r:id="rId14"/>
  </p:sldIdLst>
  <p:sldSz cx="9906000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11" autoAdjust="0"/>
    <p:restoredTop sz="94660"/>
  </p:normalViewPr>
  <p:slideViewPr>
    <p:cSldViewPr snapToGrid="0">
      <p:cViewPr varScale="1">
        <p:scale>
          <a:sx n="46" d="100"/>
          <a:sy n="46" d="100"/>
        </p:scale>
        <p:origin x="1560" y="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767462"/>
            <a:ext cx="8420100" cy="3759917"/>
          </a:xfrm>
        </p:spPr>
        <p:txBody>
          <a:bodyPr anchor="b"/>
          <a:lstStyle>
            <a:lvl1pPr algn="ctr">
              <a:defRPr sz="6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5672376"/>
            <a:ext cx="7429500" cy="2607442"/>
          </a:xfrm>
        </p:spPr>
        <p:txBody>
          <a:bodyPr/>
          <a:lstStyle>
            <a:lvl1pPr marL="0" indent="0" algn="ctr">
              <a:buNone/>
              <a:defRPr sz="2600"/>
            </a:lvl1pPr>
            <a:lvl2pPr marL="495285" indent="0" algn="ctr">
              <a:buNone/>
              <a:defRPr sz="2167"/>
            </a:lvl2pPr>
            <a:lvl3pPr marL="990570" indent="0" algn="ctr">
              <a:buNone/>
              <a:defRPr sz="1950"/>
            </a:lvl3pPr>
            <a:lvl4pPr marL="1485854" indent="0" algn="ctr">
              <a:buNone/>
              <a:defRPr sz="1733"/>
            </a:lvl4pPr>
            <a:lvl5pPr marL="1981139" indent="0" algn="ctr">
              <a:buNone/>
              <a:defRPr sz="1733"/>
            </a:lvl5pPr>
            <a:lvl6pPr marL="2476424" indent="0" algn="ctr">
              <a:buNone/>
              <a:defRPr sz="1733"/>
            </a:lvl6pPr>
            <a:lvl7pPr marL="2971709" indent="0" algn="ctr">
              <a:buNone/>
              <a:defRPr sz="1733"/>
            </a:lvl7pPr>
            <a:lvl8pPr marL="3466993" indent="0" algn="ctr">
              <a:buNone/>
              <a:defRPr sz="1733"/>
            </a:lvl8pPr>
            <a:lvl9pPr marL="3962278" indent="0" algn="ctr">
              <a:buNone/>
              <a:defRPr sz="1733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6048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2347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2692444"/>
            <a:ext cx="8543925" cy="4492401"/>
          </a:xfrm>
        </p:spPr>
        <p:txBody>
          <a:bodyPr anchor="b"/>
          <a:lstStyle>
            <a:lvl1pPr>
              <a:defRPr sz="6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7227345"/>
            <a:ext cx="8543925" cy="2362447"/>
          </a:xfrm>
        </p:spPr>
        <p:txBody>
          <a:bodyPr/>
          <a:lstStyle>
            <a:lvl1pPr marL="0" indent="0">
              <a:buNone/>
              <a:defRPr sz="2600">
                <a:solidFill>
                  <a:schemeClr val="tx1"/>
                </a:solidFill>
              </a:defRPr>
            </a:lvl1pPr>
            <a:lvl2pPr marL="495285" indent="0">
              <a:buNone/>
              <a:defRPr sz="2167">
                <a:solidFill>
                  <a:schemeClr val="tx1">
                    <a:tint val="75000"/>
                  </a:schemeClr>
                </a:solidFill>
              </a:defRPr>
            </a:lvl2pPr>
            <a:lvl3pPr marL="99057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3pPr>
            <a:lvl4pPr marL="1485854" indent="0">
              <a:buNone/>
              <a:defRPr sz="1733">
                <a:solidFill>
                  <a:schemeClr val="tx1">
                    <a:tint val="75000"/>
                  </a:schemeClr>
                </a:solidFill>
              </a:defRPr>
            </a:lvl4pPr>
            <a:lvl5pPr marL="1981139" indent="0">
              <a:buNone/>
              <a:defRPr sz="1733">
                <a:solidFill>
                  <a:schemeClr val="tx1">
                    <a:tint val="75000"/>
                  </a:schemeClr>
                </a:solidFill>
              </a:defRPr>
            </a:lvl5pPr>
            <a:lvl6pPr marL="2476424" indent="0">
              <a:buNone/>
              <a:defRPr sz="1733">
                <a:solidFill>
                  <a:schemeClr val="tx1">
                    <a:tint val="75000"/>
                  </a:schemeClr>
                </a:solidFill>
              </a:defRPr>
            </a:lvl6pPr>
            <a:lvl7pPr marL="2971709" indent="0">
              <a:buNone/>
              <a:defRPr sz="1733">
                <a:solidFill>
                  <a:schemeClr val="tx1">
                    <a:tint val="75000"/>
                  </a:schemeClr>
                </a:solidFill>
              </a:defRPr>
            </a:lvl7pPr>
            <a:lvl8pPr marL="3466993" indent="0">
              <a:buNone/>
              <a:defRPr sz="1733">
                <a:solidFill>
                  <a:schemeClr val="tx1">
                    <a:tint val="75000"/>
                  </a:schemeClr>
                </a:solidFill>
              </a:defRPr>
            </a:lvl8pPr>
            <a:lvl9pPr marL="3962278" indent="0">
              <a:buNone/>
              <a:defRPr sz="17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1825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2874937"/>
            <a:ext cx="4210050" cy="685235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2874937"/>
            <a:ext cx="4210050" cy="685235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6949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574990"/>
            <a:ext cx="8543925" cy="208745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2647443"/>
            <a:ext cx="4190702" cy="1297471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5285" indent="0">
              <a:buNone/>
              <a:defRPr sz="2167" b="1"/>
            </a:lvl2pPr>
            <a:lvl3pPr marL="990570" indent="0">
              <a:buNone/>
              <a:defRPr sz="1950" b="1"/>
            </a:lvl3pPr>
            <a:lvl4pPr marL="1485854" indent="0">
              <a:buNone/>
              <a:defRPr sz="1733" b="1"/>
            </a:lvl4pPr>
            <a:lvl5pPr marL="1981139" indent="0">
              <a:buNone/>
              <a:defRPr sz="1733" b="1"/>
            </a:lvl5pPr>
            <a:lvl6pPr marL="2476424" indent="0">
              <a:buNone/>
              <a:defRPr sz="1733" b="1"/>
            </a:lvl6pPr>
            <a:lvl7pPr marL="2971709" indent="0">
              <a:buNone/>
              <a:defRPr sz="1733" b="1"/>
            </a:lvl7pPr>
            <a:lvl8pPr marL="3466993" indent="0">
              <a:buNone/>
              <a:defRPr sz="1733" b="1"/>
            </a:lvl8pPr>
            <a:lvl9pPr marL="3962278" indent="0">
              <a:buNone/>
              <a:defRPr sz="17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3944914"/>
            <a:ext cx="4190702" cy="580237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2647443"/>
            <a:ext cx="4211340" cy="1297471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5285" indent="0">
              <a:buNone/>
              <a:defRPr sz="2167" b="1"/>
            </a:lvl2pPr>
            <a:lvl3pPr marL="990570" indent="0">
              <a:buNone/>
              <a:defRPr sz="1950" b="1"/>
            </a:lvl3pPr>
            <a:lvl4pPr marL="1485854" indent="0">
              <a:buNone/>
              <a:defRPr sz="1733" b="1"/>
            </a:lvl4pPr>
            <a:lvl5pPr marL="1981139" indent="0">
              <a:buNone/>
              <a:defRPr sz="1733" b="1"/>
            </a:lvl5pPr>
            <a:lvl6pPr marL="2476424" indent="0">
              <a:buNone/>
              <a:defRPr sz="1733" b="1"/>
            </a:lvl6pPr>
            <a:lvl7pPr marL="2971709" indent="0">
              <a:buNone/>
              <a:defRPr sz="1733" b="1"/>
            </a:lvl7pPr>
            <a:lvl8pPr marL="3466993" indent="0">
              <a:buNone/>
              <a:defRPr sz="1733" b="1"/>
            </a:lvl8pPr>
            <a:lvl9pPr marL="3962278" indent="0">
              <a:buNone/>
              <a:defRPr sz="1733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3944914"/>
            <a:ext cx="4211340" cy="580237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1697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0446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9548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719984"/>
            <a:ext cx="3194943" cy="2519945"/>
          </a:xfrm>
        </p:spPr>
        <p:txBody>
          <a:bodyPr anchor="b"/>
          <a:lstStyle>
            <a:lvl1pPr>
              <a:defRPr sz="3467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1554968"/>
            <a:ext cx="5014913" cy="7674832"/>
          </a:xfrm>
        </p:spPr>
        <p:txBody>
          <a:bodyPr/>
          <a:lstStyle>
            <a:lvl1pPr>
              <a:defRPr sz="3467"/>
            </a:lvl1pPr>
            <a:lvl2pPr>
              <a:defRPr sz="3033"/>
            </a:lvl2pPr>
            <a:lvl3pPr>
              <a:defRPr sz="2600"/>
            </a:lvl3pPr>
            <a:lvl4pPr>
              <a:defRPr sz="2167"/>
            </a:lvl4pPr>
            <a:lvl5pPr>
              <a:defRPr sz="2167"/>
            </a:lvl5pPr>
            <a:lvl6pPr>
              <a:defRPr sz="2167"/>
            </a:lvl6pPr>
            <a:lvl7pPr>
              <a:defRPr sz="2167"/>
            </a:lvl7pPr>
            <a:lvl8pPr>
              <a:defRPr sz="2167"/>
            </a:lvl8pPr>
            <a:lvl9pPr>
              <a:defRPr sz="2167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3239929"/>
            <a:ext cx="3194943" cy="6002369"/>
          </a:xfrm>
        </p:spPr>
        <p:txBody>
          <a:bodyPr/>
          <a:lstStyle>
            <a:lvl1pPr marL="0" indent="0">
              <a:buNone/>
              <a:defRPr sz="1733"/>
            </a:lvl1pPr>
            <a:lvl2pPr marL="495285" indent="0">
              <a:buNone/>
              <a:defRPr sz="1517"/>
            </a:lvl2pPr>
            <a:lvl3pPr marL="990570" indent="0">
              <a:buNone/>
              <a:defRPr sz="1300"/>
            </a:lvl3pPr>
            <a:lvl4pPr marL="1485854" indent="0">
              <a:buNone/>
              <a:defRPr sz="1083"/>
            </a:lvl4pPr>
            <a:lvl5pPr marL="1981139" indent="0">
              <a:buNone/>
              <a:defRPr sz="1083"/>
            </a:lvl5pPr>
            <a:lvl6pPr marL="2476424" indent="0">
              <a:buNone/>
              <a:defRPr sz="1083"/>
            </a:lvl6pPr>
            <a:lvl7pPr marL="2971709" indent="0">
              <a:buNone/>
              <a:defRPr sz="1083"/>
            </a:lvl7pPr>
            <a:lvl8pPr marL="3466993" indent="0">
              <a:buNone/>
              <a:defRPr sz="1083"/>
            </a:lvl8pPr>
            <a:lvl9pPr marL="3962278" indent="0">
              <a:buNone/>
              <a:defRPr sz="1083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3334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719984"/>
            <a:ext cx="3194943" cy="2519945"/>
          </a:xfrm>
        </p:spPr>
        <p:txBody>
          <a:bodyPr anchor="b"/>
          <a:lstStyle>
            <a:lvl1pPr>
              <a:defRPr sz="3467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1554968"/>
            <a:ext cx="5014913" cy="7674832"/>
          </a:xfrm>
        </p:spPr>
        <p:txBody>
          <a:bodyPr anchor="t"/>
          <a:lstStyle>
            <a:lvl1pPr marL="0" indent="0">
              <a:buNone/>
              <a:defRPr sz="3467"/>
            </a:lvl1pPr>
            <a:lvl2pPr marL="495285" indent="0">
              <a:buNone/>
              <a:defRPr sz="3033"/>
            </a:lvl2pPr>
            <a:lvl3pPr marL="990570" indent="0">
              <a:buNone/>
              <a:defRPr sz="2600"/>
            </a:lvl3pPr>
            <a:lvl4pPr marL="1485854" indent="0">
              <a:buNone/>
              <a:defRPr sz="2167"/>
            </a:lvl4pPr>
            <a:lvl5pPr marL="1981139" indent="0">
              <a:buNone/>
              <a:defRPr sz="2167"/>
            </a:lvl5pPr>
            <a:lvl6pPr marL="2476424" indent="0">
              <a:buNone/>
              <a:defRPr sz="2167"/>
            </a:lvl6pPr>
            <a:lvl7pPr marL="2971709" indent="0">
              <a:buNone/>
              <a:defRPr sz="2167"/>
            </a:lvl7pPr>
            <a:lvl8pPr marL="3466993" indent="0">
              <a:buNone/>
              <a:defRPr sz="2167"/>
            </a:lvl8pPr>
            <a:lvl9pPr marL="3962278" indent="0">
              <a:buNone/>
              <a:defRPr sz="2167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3239929"/>
            <a:ext cx="3194943" cy="6002369"/>
          </a:xfrm>
        </p:spPr>
        <p:txBody>
          <a:bodyPr/>
          <a:lstStyle>
            <a:lvl1pPr marL="0" indent="0">
              <a:buNone/>
              <a:defRPr sz="1733"/>
            </a:lvl1pPr>
            <a:lvl2pPr marL="495285" indent="0">
              <a:buNone/>
              <a:defRPr sz="1517"/>
            </a:lvl2pPr>
            <a:lvl3pPr marL="990570" indent="0">
              <a:buNone/>
              <a:defRPr sz="1300"/>
            </a:lvl3pPr>
            <a:lvl4pPr marL="1485854" indent="0">
              <a:buNone/>
              <a:defRPr sz="1083"/>
            </a:lvl4pPr>
            <a:lvl5pPr marL="1981139" indent="0">
              <a:buNone/>
              <a:defRPr sz="1083"/>
            </a:lvl5pPr>
            <a:lvl6pPr marL="2476424" indent="0">
              <a:buNone/>
              <a:defRPr sz="1083"/>
            </a:lvl6pPr>
            <a:lvl7pPr marL="2971709" indent="0">
              <a:buNone/>
              <a:defRPr sz="1083"/>
            </a:lvl7pPr>
            <a:lvl8pPr marL="3466993" indent="0">
              <a:buNone/>
              <a:defRPr sz="1083"/>
            </a:lvl8pPr>
            <a:lvl9pPr marL="3962278" indent="0">
              <a:buNone/>
              <a:defRPr sz="1083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1035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2793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574987"/>
            <a:ext cx="2135981" cy="91523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574987"/>
            <a:ext cx="6284119" cy="9152300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4331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574990"/>
            <a:ext cx="8543925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2874937"/>
            <a:ext cx="8543925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10009783"/>
            <a:ext cx="2228850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A272A4-1B6B-4C0A-B74D-70EF2D8C7D55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10009783"/>
            <a:ext cx="3343275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10009783"/>
            <a:ext cx="2228850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1144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90570" rtl="0" eaLnBrk="1" latinLnBrk="0" hangingPunct="1">
        <a:lnSpc>
          <a:spcPct val="90000"/>
        </a:lnSpc>
        <a:spcBef>
          <a:spcPct val="0"/>
        </a:spcBef>
        <a:buNone/>
        <a:defRPr sz="47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7642" indent="-247642" algn="l" defTabSz="990570" rtl="0" eaLnBrk="1" latinLnBrk="0" hangingPunct="1">
        <a:lnSpc>
          <a:spcPct val="90000"/>
        </a:lnSpc>
        <a:spcBef>
          <a:spcPts val="1083"/>
        </a:spcBef>
        <a:buFont typeface="Arial" panose="020B0604020202020204" pitchFamily="34" charset="0"/>
        <a:buChar char="•"/>
        <a:defRPr sz="3033" kern="1200">
          <a:solidFill>
            <a:schemeClr val="tx1"/>
          </a:solidFill>
          <a:latin typeface="+mn-lt"/>
          <a:ea typeface="+mn-ea"/>
          <a:cs typeface="+mn-cs"/>
        </a:defRPr>
      </a:lvl1pPr>
      <a:lvl2pPr marL="742927" indent="-247642" algn="l" defTabSz="990570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238212" indent="-247642" algn="l" defTabSz="990570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3pPr>
      <a:lvl4pPr marL="1733497" indent="-247642" algn="l" defTabSz="990570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2228781" indent="-247642" algn="l" defTabSz="990570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724066" indent="-247642" algn="l" defTabSz="990570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3219351" indent="-247642" algn="l" defTabSz="990570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714636" indent="-247642" algn="l" defTabSz="990570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4209920" indent="-247642" algn="l" defTabSz="990570" rtl="0" eaLnBrk="1" latinLnBrk="0" hangingPunct="1">
        <a:lnSpc>
          <a:spcPct val="90000"/>
        </a:lnSpc>
        <a:spcBef>
          <a:spcPts val="542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5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70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54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39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24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09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93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78" algn="l" defTabSz="99057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6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.png"/><Relationship Id="rId5" Type="http://schemas.openxmlformats.org/officeDocument/2006/relationships/image" Target="../media/image9.png"/><Relationship Id="rId15" Type="http://schemas.openxmlformats.org/officeDocument/2006/relationships/image" Target="../media/image18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6.png"/><Relationship Id="rId7" Type="http://schemas.openxmlformats.org/officeDocument/2006/relationships/image" Target="../media/image28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1.png"/><Relationship Id="rId7" Type="http://schemas.openxmlformats.org/officeDocument/2006/relationships/image" Target="../media/image3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3.png"/><Relationship Id="rId18" Type="http://schemas.openxmlformats.org/officeDocument/2006/relationships/image" Target="../media/image48.png"/><Relationship Id="rId26" Type="http://schemas.openxmlformats.org/officeDocument/2006/relationships/image" Target="../media/image56.png"/><Relationship Id="rId21" Type="http://schemas.openxmlformats.org/officeDocument/2006/relationships/image" Target="../media/image51.png"/><Relationship Id="rId34" Type="http://schemas.openxmlformats.org/officeDocument/2006/relationships/image" Target="../media/image57.png"/><Relationship Id="rId7" Type="http://schemas.openxmlformats.org/officeDocument/2006/relationships/image" Target="../media/image38.png"/><Relationship Id="rId12" Type="http://schemas.openxmlformats.org/officeDocument/2006/relationships/image" Target="../media/image42.png"/><Relationship Id="rId17" Type="http://schemas.openxmlformats.org/officeDocument/2006/relationships/image" Target="../media/image47.png"/><Relationship Id="rId25" Type="http://schemas.openxmlformats.org/officeDocument/2006/relationships/image" Target="../media/image55.png"/><Relationship Id="rId33" Type="http://schemas.openxmlformats.org/officeDocument/2006/relationships/image" Target="../media/image34.png"/><Relationship Id="rId2" Type="http://schemas.openxmlformats.org/officeDocument/2006/relationships/image" Target="../media/image6.png"/><Relationship Id="rId16" Type="http://schemas.openxmlformats.org/officeDocument/2006/relationships/image" Target="../media/image46.png"/><Relationship Id="rId20" Type="http://schemas.openxmlformats.org/officeDocument/2006/relationships/image" Target="../media/image50.png"/><Relationship Id="rId29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11" Type="http://schemas.openxmlformats.org/officeDocument/2006/relationships/image" Target="../media/image1.png"/><Relationship Id="rId24" Type="http://schemas.openxmlformats.org/officeDocument/2006/relationships/image" Target="../media/image54.png"/><Relationship Id="rId32" Type="http://schemas.openxmlformats.org/officeDocument/2006/relationships/image" Target="../media/image33.png"/><Relationship Id="rId37" Type="http://schemas.openxmlformats.org/officeDocument/2006/relationships/image" Target="../media/image60.png"/><Relationship Id="rId5" Type="http://schemas.openxmlformats.org/officeDocument/2006/relationships/image" Target="../media/image36.png"/><Relationship Id="rId15" Type="http://schemas.openxmlformats.org/officeDocument/2006/relationships/image" Target="../media/image45.png"/><Relationship Id="rId23" Type="http://schemas.openxmlformats.org/officeDocument/2006/relationships/image" Target="../media/image53.png"/><Relationship Id="rId28" Type="http://schemas.openxmlformats.org/officeDocument/2006/relationships/image" Target="../media/image23.png"/><Relationship Id="rId36" Type="http://schemas.openxmlformats.org/officeDocument/2006/relationships/image" Target="../media/image59.png"/><Relationship Id="rId10" Type="http://schemas.openxmlformats.org/officeDocument/2006/relationships/image" Target="../media/image41.png"/><Relationship Id="rId19" Type="http://schemas.openxmlformats.org/officeDocument/2006/relationships/image" Target="../media/image49.png"/><Relationship Id="rId31" Type="http://schemas.openxmlformats.org/officeDocument/2006/relationships/image" Target="../media/image29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Relationship Id="rId14" Type="http://schemas.openxmlformats.org/officeDocument/2006/relationships/image" Target="../media/image44.png"/><Relationship Id="rId22" Type="http://schemas.openxmlformats.org/officeDocument/2006/relationships/image" Target="../media/image52.png"/><Relationship Id="rId27" Type="http://schemas.openxmlformats.org/officeDocument/2006/relationships/image" Target="../media/image22.png"/><Relationship Id="rId30" Type="http://schemas.openxmlformats.org/officeDocument/2006/relationships/image" Target="../media/image28.png"/><Relationship Id="rId35" Type="http://schemas.openxmlformats.org/officeDocument/2006/relationships/image" Target="../media/image58.png"/><Relationship Id="rId8" Type="http://schemas.openxmlformats.org/officeDocument/2006/relationships/image" Target="../media/image39.png"/><Relationship Id="rId3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0.png"/><Relationship Id="rId5" Type="http://schemas.openxmlformats.org/officeDocument/2006/relationships/image" Target="../media/image340.png"/><Relationship Id="rId4" Type="http://schemas.openxmlformats.org/officeDocument/2006/relationships/image" Target="../media/image6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72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12" Type="http://schemas.openxmlformats.org/officeDocument/2006/relationships/image" Target="../media/image17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11" Type="http://schemas.openxmlformats.org/officeDocument/2006/relationships/image" Target="../media/image16.png"/><Relationship Id="rId5" Type="http://schemas.openxmlformats.org/officeDocument/2006/relationships/image" Target="../media/image66.png"/><Relationship Id="rId10" Type="http://schemas.openxmlformats.org/officeDocument/2006/relationships/image" Target="../media/image71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7" Type="http://schemas.openxmlformats.org/officeDocument/2006/relationships/image" Target="../media/image76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7" Type="http://schemas.openxmlformats.org/officeDocument/2006/relationships/image" Target="../media/image80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7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7" Type="http://schemas.openxmlformats.org/officeDocument/2006/relationships/image" Target="../media/image84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83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4.png"/><Relationship Id="rId18" Type="http://schemas.openxmlformats.org/officeDocument/2006/relationships/image" Target="../media/image49.png"/><Relationship Id="rId26" Type="http://schemas.openxmlformats.org/officeDocument/2006/relationships/image" Target="../media/image57.png"/><Relationship Id="rId3" Type="http://schemas.openxmlformats.org/officeDocument/2006/relationships/image" Target="../media/image61.png"/><Relationship Id="rId21" Type="http://schemas.openxmlformats.org/officeDocument/2006/relationships/image" Target="../media/image52.png"/><Relationship Id="rId34" Type="http://schemas.openxmlformats.org/officeDocument/2006/relationships/image" Target="../media/image75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17" Type="http://schemas.openxmlformats.org/officeDocument/2006/relationships/image" Target="../media/image48.png"/><Relationship Id="rId25" Type="http://schemas.openxmlformats.org/officeDocument/2006/relationships/image" Target="../media/image56.png"/><Relationship Id="rId33" Type="http://schemas.openxmlformats.org/officeDocument/2006/relationships/image" Target="../media/image84.png"/><Relationship Id="rId2" Type="http://schemas.openxmlformats.org/officeDocument/2006/relationships/image" Target="../media/image72.png"/><Relationship Id="rId16" Type="http://schemas.openxmlformats.org/officeDocument/2006/relationships/image" Target="../media/image47.png"/><Relationship Id="rId20" Type="http://schemas.openxmlformats.org/officeDocument/2006/relationships/image" Target="../media/image51.png"/><Relationship Id="rId29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24" Type="http://schemas.openxmlformats.org/officeDocument/2006/relationships/image" Target="../media/image55.png"/><Relationship Id="rId32" Type="http://schemas.openxmlformats.org/officeDocument/2006/relationships/image" Target="../media/image81.png"/><Relationship Id="rId5" Type="http://schemas.openxmlformats.org/officeDocument/2006/relationships/image" Target="../media/image36.png"/><Relationship Id="rId15" Type="http://schemas.openxmlformats.org/officeDocument/2006/relationships/image" Target="../media/image87.png"/><Relationship Id="rId23" Type="http://schemas.openxmlformats.org/officeDocument/2006/relationships/image" Target="../media/image89.png"/><Relationship Id="rId28" Type="http://schemas.openxmlformats.org/officeDocument/2006/relationships/image" Target="../media/image59.png"/><Relationship Id="rId10" Type="http://schemas.openxmlformats.org/officeDocument/2006/relationships/image" Target="../media/image41.png"/><Relationship Id="rId19" Type="http://schemas.openxmlformats.org/officeDocument/2006/relationships/image" Target="../media/image88.png"/><Relationship Id="rId31" Type="http://schemas.openxmlformats.org/officeDocument/2006/relationships/image" Target="../media/image77.png"/><Relationship Id="rId4" Type="http://schemas.openxmlformats.org/officeDocument/2006/relationships/image" Target="../media/image85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Relationship Id="rId22" Type="http://schemas.openxmlformats.org/officeDocument/2006/relationships/image" Target="../media/image53.png"/><Relationship Id="rId27" Type="http://schemas.openxmlformats.org/officeDocument/2006/relationships/image" Target="../media/image58.png"/><Relationship Id="rId30" Type="http://schemas.openxmlformats.org/officeDocument/2006/relationships/image" Target="../media/image80.png"/><Relationship Id="rId35" Type="http://schemas.openxmlformats.org/officeDocument/2006/relationships/image" Target="../media/image76.png"/><Relationship Id="rId8" Type="http://schemas.openxmlformats.org/officeDocument/2006/relationships/image" Target="../media/image86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9.png"/><Relationship Id="rId26" Type="http://schemas.openxmlformats.org/officeDocument/2006/relationships/image" Target="../media/image75.png"/><Relationship Id="rId39" Type="http://schemas.openxmlformats.org/officeDocument/2006/relationships/image" Target="../media/image350.png"/><Relationship Id="rId21" Type="http://schemas.openxmlformats.org/officeDocument/2006/relationships/image" Target="../media/image107.png"/><Relationship Id="rId42" Type="http://schemas.openxmlformats.org/officeDocument/2006/relationships/image" Target="../media/image104.png"/><Relationship Id="rId55" Type="http://schemas.openxmlformats.org/officeDocument/2006/relationships/image" Target="../media/image120.png"/><Relationship Id="rId63" Type="http://schemas.openxmlformats.org/officeDocument/2006/relationships/image" Target="../media/image115.svg"/><Relationship Id="rId68" Type="http://schemas.openxmlformats.org/officeDocument/2006/relationships/image" Target="../media/image123.png"/><Relationship Id="rId7" Type="http://schemas.openxmlformats.org/officeDocument/2006/relationships/image" Target="../media/image93.png"/><Relationship Id="rId71" Type="http://schemas.openxmlformats.org/officeDocument/2006/relationships/image" Target="../media/image128.png"/><Relationship Id="rId2" Type="http://schemas.openxmlformats.org/officeDocument/2006/relationships/image" Target="../media/image90.png"/><Relationship Id="rId16" Type="http://schemas.openxmlformats.org/officeDocument/2006/relationships/image" Target="../media/image10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2.png"/><Relationship Id="rId11" Type="http://schemas.openxmlformats.org/officeDocument/2006/relationships/image" Target="../media/image97.png"/><Relationship Id="rId24" Type="http://schemas.openxmlformats.org/officeDocument/2006/relationships/image" Target="../media/image110.png"/><Relationship Id="rId40" Type="http://schemas.openxmlformats.org/officeDocument/2006/relationships/image" Target="../media/image1.png"/><Relationship Id="rId45" Type="http://schemas.openxmlformats.org/officeDocument/2006/relationships/image" Target="../media/image109.png"/><Relationship Id="rId58" Type="http://schemas.openxmlformats.org/officeDocument/2006/relationships/image" Target="../media/image112.png"/><Relationship Id="rId66" Type="http://schemas.openxmlformats.org/officeDocument/2006/relationships/image" Target="../media/image118.png"/><Relationship Id="rId5" Type="http://schemas.openxmlformats.org/officeDocument/2006/relationships/image" Target="../media/image91.png"/><Relationship Id="rId28" Type="http://schemas.openxmlformats.org/officeDocument/2006/relationships/image" Target="../media/image100.png"/><Relationship Id="rId57" Type="http://schemas.openxmlformats.org/officeDocument/2006/relationships/image" Target="../media/image122.png"/><Relationship Id="rId61" Type="http://schemas.openxmlformats.org/officeDocument/2006/relationships/image" Target="../media/image126.png"/><Relationship Id="rId10" Type="http://schemas.openxmlformats.org/officeDocument/2006/relationships/image" Target="../media/image96.png"/><Relationship Id="rId44" Type="http://schemas.openxmlformats.org/officeDocument/2006/relationships/image" Target="../media/image108.png"/><Relationship Id="rId60" Type="http://schemas.openxmlformats.org/officeDocument/2006/relationships/image" Target="../media/image125.png"/><Relationship Id="rId65" Type="http://schemas.openxmlformats.org/officeDocument/2006/relationships/image" Target="../media/image117.svg"/><Relationship Id="rId73" Type="http://schemas.openxmlformats.org/officeDocument/2006/relationships/image" Target="../media/image130.png"/><Relationship Id="rId4" Type="http://schemas.openxmlformats.org/officeDocument/2006/relationships/image" Target="../media/image61.png"/><Relationship Id="rId9" Type="http://schemas.openxmlformats.org/officeDocument/2006/relationships/image" Target="../media/image95.png"/><Relationship Id="rId27" Type="http://schemas.openxmlformats.org/officeDocument/2006/relationships/image" Target="../media/image94.png"/><Relationship Id="rId43" Type="http://schemas.openxmlformats.org/officeDocument/2006/relationships/image" Target="../media/image105.png"/><Relationship Id="rId56" Type="http://schemas.openxmlformats.org/officeDocument/2006/relationships/image" Target="../media/image121.png"/><Relationship Id="rId64" Type="http://schemas.openxmlformats.org/officeDocument/2006/relationships/image" Target="../media/image116.png"/><Relationship Id="rId69" Type="http://schemas.openxmlformats.org/officeDocument/2006/relationships/image" Target="../media/image124.png"/><Relationship Id="rId72" Type="http://schemas.openxmlformats.org/officeDocument/2006/relationships/image" Target="../media/image129.png"/><Relationship Id="rId3" Type="http://schemas.openxmlformats.org/officeDocument/2006/relationships/image" Target="../media/image72.png"/><Relationship Id="rId12" Type="http://schemas.openxmlformats.org/officeDocument/2006/relationships/image" Target="../media/image98.png"/><Relationship Id="rId17" Type="http://schemas.openxmlformats.org/officeDocument/2006/relationships/image" Target="../media/image103.png"/><Relationship Id="rId25" Type="http://schemas.openxmlformats.org/officeDocument/2006/relationships/image" Target="../media/image111.png"/><Relationship Id="rId38" Type="http://schemas.openxmlformats.org/officeDocument/2006/relationships/image" Target="../media/image340.png"/><Relationship Id="rId59" Type="http://schemas.openxmlformats.org/officeDocument/2006/relationships/image" Target="../media/image113.png"/><Relationship Id="rId67" Type="http://schemas.openxmlformats.org/officeDocument/2006/relationships/image" Target="../media/image119.png"/><Relationship Id="rId20" Type="http://schemas.openxmlformats.org/officeDocument/2006/relationships/image" Target="../media/image106.png"/><Relationship Id="rId41" Type="http://schemas.openxmlformats.org/officeDocument/2006/relationships/image" Target="../media/image101.png"/><Relationship Id="rId62" Type="http://schemas.openxmlformats.org/officeDocument/2006/relationships/image" Target="../media/image114.png"/><Relationship Id="rId70" Type="http://schemas.openxmlformats.org/officeDocument/2006/relationships/image" Target="../media/image1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群組 43">
            <a:extLst>
              <a:ext uri="{FF2B5EF4-FFF2-40B4-BE49-F238E27FC236}">
                <a16:creationId xmlns:a16="http://schemas.microsoft.com/office/drawing/2014/main" id="{BEEFD004-18A9-4025-A01D-76EFFE4EBFC7}"/>
              </a:ext>
            </a:extLst>
          </p:cNvPr>
          <p:cNvGrpSpPr/>
          <p:nvPr/>
        </p:nvGrpSpPr>
        <p:grpSpPr>
          <a:xfrm>
            <a:off x="2719689" y="4529036"/>
            <a:ext cx="4466643" cy="1741711"/>
            <a:chOff x="2723641" y="2922813"/>
            <a:chExt cx="4466643" cy="1741711"/>
          </a:xfrm>
        </p:grpSpPr>
        <p:sp>
          <p:nvSpPr>
            <p:cNvPr id="36" name="矩形: 圓角 35">
              <a:extLst>
                <a:ext uri="{FF2B5EF4-FFF2-40B4-BE49-F238E27FC236}">
                  <a16:creationId xmlns:a16="http://schemas.microsoft.com/office/drawing/2014/main" id="{E60C8961-39A3-406D-BBF9-2931EAC49EEF}"/>
                </a:ext>
              </a:extLst>
            </p:cNvPr>
            <p:cNvSpPr/>
            <p:nvPr/>
          </p:nvSpPr>
          <p:spPr>
            <a:xfrm>
              <a:off x="2723641" y="2923157"/>
              <a:ext cx="4458717" cy="1741367"/>
            </a:xfrm>
            <a:prstGeom prst="roundRect">
              <a:avLst>
                <a:gd name="adj" fmla="val 4125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73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7" name="圖片 36">
              <a:extLst>
                <a:ext uri="{FF2B5EF4-FFF2-40B4-BE49-F238E27FC236}">
                  <a16:creationId xmlns:a16="http://schemas.microsoft.com/office/drawing/2014/main" id="{DF0EB520-1ACB-4F3D-8406-CD5C0D6526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117" b="63909"/>
            <a:stretch/>
          </p:blipFill>
          <p:spPr>
            <a:xfrm>
              <a:off x="4905413" y="2922813"/>
              <a:ext cx="2284871" cy="171268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ED99895A-7756-4CEE-A914-73F36DFFCE5B}"/>
                    </a:ext>
                  </a:extLst>
                </p:cNvPr>
                <p:cNvSpPr/>
                <p:nvPr/>
              </p:nvSpPr>
              <p:spPr>
                <a:xfrm>
                  <a:off x="3207255" y="3501974"/>
                  <a:ext cx="1946302" cy="50052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20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</m:d>
                                <m:sSup>
                                  <m:sSupPr>
                                    <m:ctrlP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ℓ</m:t>
                                    </m:r>
                                    <m:sSub>
                                      <m:sSubPr>
                                        <m:ctrlP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</a:rPr>
                                          <m:t>𝜙</m:t>
                                        </m:r>
                                      </m:e>
                                      <m:sub>
                                        <m:r>
                                          <a:rPr lang="en-US" altLang="zh-TW" sz="2000" b="1" i="1" dirty="0"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sub>
                                    </m:sSub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ED99895A-7756-4CEE-A914-73F36DFFCE5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7255" y="3501974"/>
                  <a:ext cx="1946302" cy="50052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字方塊 38">
                  <a:extLst>
                    <a:ext uri="{FF2B5EF4-FFF2-40B4-BE49-F238E27FC236}">
                      <a16:creationId xmlns:a16="http://schemas.microsoft.com/office/drawing/2014/main" id="{B2DDAB2F-1594-4FFB-83A0-D06118A518FB}"/>
                    </a:ext>
                  </a:extLst>
                </p:cNvPr>
                <p:cNvSpPr txBox="1"/>
                <p:nvPr/>
              </p:nvSpPr>
              <p:spPr>
                <a:xfrm>
                  <a:off x="5092376" y="4099034"/>
                  <a:ext cx="83059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0.1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39" name="文字方塊 38">
                  <a:extLst>
                    <a:ext uri="{FF2B5EF4-FFF2-40B4-BE49-F238E27FC236}">
                      <a16:creationId xmlns:a16="http://schemas.microsoft.com/office/drawing/2014/main" id="{B2DDAB2F-1594-4FFB-83A0-D06118A518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92376" y="4099034"/>
                  <a:ext cx="830594" cy="400110"/>
                </a:xfrm>
                <a:prstGeom prst="rect">
                  <a:avLst/>
                </a:prstGeom>
                <a:blipFill>
                  <a:blip r:embed="rId4"/>
                  <a:stretch>
                    <a:fillRect b="-923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箭號: 向右 39">
              <a:extLst>
                <a:ext uri="{FF2B5EF4-FFF2-40B4-BE49-F238E27FC236}">
                  <a16:creationId xmlns:a16="http://schemas.microsoft.com/office/drawing/2014/main" id="{3B26685E-3A51-45E8-BCF7-50D246C56B01}"/>
                </a:ext>
              </a:extLst>
            </p:cNvPr>
            <p:cNvSpPr/>
            <p:nvPr/>
          </p:nvSpPr>
          <p:spPr>
            <a:xfrm>
              <a:off x="5923007" y="3751316"/>
              <a:ext cx="122846" cy="35583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41" name="箭號: 向右 40">
              <a:extLst>
                <a:ext uri="{FF2B5EF4-FFF2-40B4-BE49-F238E27FC236}">
                  <a16:creationId xmlns:a16="http://schemas.microsoft.com/office/drawing/2014/main" id="{7EF8F9B9-3935-41B7-A75F-315D7FC4CED0}"/>
                </a:ext>
              </a:extLst>
            </p:cNvPr>
            <p:cNvSpPr/>
            <p:nvPr/>
          </p:nvSpPr>
          <p:spPr>
            <a:xfrm rot="16200000">
              <a:off x="5871631" y="3699799"/>
              <a:ext cx="118561" cy="3686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字方塊 41">
                  <a:extLst>
                    <a:ext uri="{FF2B5EF4-FFF2-40B4-BE49-F238E27FC236}">
                      <a16:creationId xmlns:a16="http://schemas.microsoft.com/office/drawing/2014/main" id="{137B15C9-72BD-475D-9E9A-FB1773735E00}"/>
                    </a:ext>
                  </a:extLst>
                </p:cNvPr>
                <p:cNvSpPr txBox="1"/>
                <p:nvPr/>
              </p:nvSpPr>
              <p:spPr>
                <a:xfrm>
                  <a:off x="5715049" y="3256464"/>
                  <a:ext cx="523462" cy="4242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42" name="文字方塊 41">
                  <a:extLst>
                    <a:ext uri="{FF2B5EF4-FFF2-40B4-BE49-F238E27FC236}">
                      <a16:creationId xmlns:a16="http://schemas.microsoft.com/office/drawing/2014/main" id="{137B15C9-72BD-475D-9E9A-FB1773735E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15049" y="3256464"/>
                  <a:ext cx="523462" cy="424283"/>
                </a:xfrm>
                <a:prstGeom prst="rect">
                  <a:avLst/>
                </a:prstGeom>
                <a:blipFill>
                  <a:blip r:embed="rId5"/>
                  <a:stretch>
                    <a:fillRect b="-571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字方塊 42">
                  <a:extLst>
                    <a:ext uri="{FF2B5EF4-FFF2-40B4-BE49-F238E27FC236}">
                      <a16:creationId xmlns:a16="http://schemas.microsoft.com/office/drawing/2014/main" id="{AEF72226-30F7-485F-9029-D1D49AEF1D4B}"/>
                    </a:ext>
                  </a:extLst>
                </p:cNvPr>
                <p:cNvSpPr txBox="1"/>
                <p:nvPr/>
              </p:nvSpPr>
              <p:spPr>
                <a:xfrm>
                  <a:off x="5987176" y="3567622"/>
                  <a:ext cx="394126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43" name="文字方塊 42">
                  <a:extLst>
                    <a:ext uri="{FF2B5EF4-FFF2-40B4-BE49-F238E27FC236}">
                      <a16:creationId xmlns:a16="http://schemas.microsoft.com/office/drawing/2014/main" id="{AEF72226-30F7-485F-9029-D1D49AEF1D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87176" y="3567622"/>
                  <a:ext cx="394126" cy="400110"/>
                </a:xfrm>
                <a:prstGeom prst="rect">
                  <a:avLst/>
                </a:prstGeom>
                <a:blipFill>
                  <a:blip r:embed="rId6"/>
                  <a:stretch>
                    <a:fillRect l="-4615" r="-4615" b="-909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723472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群組 27">
            <a:extLst>
              <a:ext uri="{FF2B5EF4-FFF2-40B4-BE49-F238E27FC236}">
                <a16:creationId xmlns:a16="http://schemas.microsoft.com/office/drawing/2014/main" id="{96AEE606-E0D9-4D99-BCEB-12966994939B}"/>
              </a:ext>
            </a:extLst>
          </p:cNvPr>
          <p:cNvGrpSpPr/>
          <p:nvPr/>
        </p:nvGrpSpPr>
        <p:grpSpPr>
          <a:xfrm>
            <a:off x="2155223" y="3051317"/>
            <a:ext cx="5595554" cy="4697128"/>
            <a:chOff x="2127453" y="288758"/>
            <a:chExt cx="5595554" cy="4697128"/>
          </a:xfrm>
        </p:grpSpPr>
        <p:sp>
          <p:nvSpPr>
            <p:cNvPr id="31" name="矩形: 圓角 30">
              <a:extLst>
                <a:ext uri="{FF2B5EF4-FFF2-40B4-BE49-F238E27FC236}">
                  <a16:creationId xmlns:a16="http://schemas.microsoft.com/office/drawing/2014/main" id="{9724B8A8-BA64-4478-A475-0E5642004DC1}"/>
                </a:ext>
              </a:extLst>
            </p:cNvPr>
            <p:cNvSpPr/>
            <p:nvPr/>
          </p:nvSpPr>
          <p:spPr>
            <a:xfrm>
              <a:off x="2127453" y="288758"/>
              <a:ext cx="5563131" cy="4697128"/>
            </a:xfrm>
            <a:prstGeom prst="roundRect">
              <a:avLst>
                <a:gd name="adj" fmla="val 4125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矩形: 圓角 32">
              <a:extLst>
                <a:ext uri="{FF2B5EF4-FFF2-40B4-BE49-F238E27FC236}">
                  <a16:creationId xmlns:a16="http://schemas.microsoft.com/office/drawing/2014/main" id="{B8DEB190-8127-4BD2-B995-7B01A5155BEE}"/>
                </a:ext>
              </a:extLst>
            </p:cNvPr>
            <p:cNvSpPr/>
            <p:nvPr/>
          </p:nvSpPr>
          <p:spPr>
            <a:xfrm>
              <a:off x="3178171" y="1142817"/>
              <a:ext cx="4445425" cy="3776843"/>
            </a:xfrm>
            <a:prstGeom prst="roundRect">
              <a:avLst>
                <a:gd name="adj" fmla="val 4125"/>
              </a:avLst>
            </a:prstGeom>
            <a:gradFill flip="none" rotWithShape="1">
              <a:gsLst>
                <a:gs pos="100000">
                  <a:schemeClr val="bg1">
                    <a:lumMod val="95000"/>
                  </a:schemeClr>
                </a:gs>
                <a:gs pos="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5" name="圖片 34">
              <a:extLst>
                <a:ext uri="{FF2B5EF4-FFF2-40B4-BE49-F238E27FC236}">
                  <a16:creationId xmlns:a16="http://schemas.microsoft.com/office/drawing/2014/main" id="{AF7ECFBE-D771-47C2-8DDD-1E9C625AC9E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496" b="55006"/>
            <a:stretch/>
          </p:blipFill>
          <p:spPr>
            <a:xfrm>
              <a:off x="5182786" y="1324814"/>
              <a:ext cx="2540221" cy="1549400"/>
            </a:xfrm>
            <a:prstGeom prst="rect">
              <a:avLst/>
            </a:prstGeom>
          </p:spPr>
        </p:pic>
        <p:pic>
          <p:nvPicPr>
            <p:cNvPr id="36" name="圖片 35">
              <a:extLst>
                <a:ext uri="{FF2B5EF4-FFF2-40B4-BE49-F238E27FC236}">
                  <a16:creationId xmlns:a16="http://schemas.microsoft.com/office/drawing/2014/main" id="{8E22D44F-F8D1-4FF5-9D3C-8AF28CDFEE7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804" b="6188"/>
            <a:stretch/>
          </p:blipFill>
          <p:spPr>
            <a:xfrm>
              <a:off x="5181097" y="3206091"/>
              <a:ext cx="2540221" cy="1626144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矩形 36">
                  <a:extLst>
                    <a:ext uri="{FF2B5EF4-FFF2-40B4-BE49-F238E27FC236}">
                      <a16:creationId xmlns:a16="http://schemas.microsoft.com/office/drawing/2014/main" id="{E1739E97-F9EA-4B80-BC5B-8C9BE1784180}"/>
                    </a:ext>
                  </a:extLst>
                </p:cNvPr>
                <p:cNvSpPr/>
                <p:nvPr/>
              </p:nvSpPr>
              <p:spPr>
                <a:xfrm>
                  <a:off x="3780315" y="579220"/>
                  <a:ext cx="1070293" cy="55573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sub>
                                  <m:sup>
                                    <m:acc>
                                      <m:accPr>
                                        <m:chr m:val="̂"/>
                                        <m:ctrlP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</m:acc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p>
                                </m:sSubSup>
                              </m:e>
                            </m:d>
                          </m:e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37" name="矩形 36">
                  <a:extLst>
                    <a:ext uri="{FF2B5EF4-FFF2-40B4-BE49-F238E27FC236}">
                      <a16:creationId xmlns:a16="http://schemas.microsoft.com/office/drawing/2014/main" id="{E1739E97-F9EA-4B80-BC5B-8C9BE178418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80315" y="579220"/>
                  <a:ext cx="1070293" cy="55573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213E8F1D-5AF3-4AFC-917E-E435CF34CC61}"/>
                    </a:ext>
                  </a:extLst>
                </p:cNvPr>
                <p:cNvSpPr/>
                <p:nvPr/>
              </p:nvSpPr>
              <p:spPr>
                <a:xfrm>
                  <a:off x="6319485" y="2387822"/>
                  <a:ext cx="571630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213E8F1D-5AF3-4AFC-917E-E435CF34CC6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9485" y="2387822"/>
                  <a:ext cx="571630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9" name="直線單箭頭接點 38">
              <a:extLst>
                <a:ext uri="{FF2B5EF4-FFF2-40B4-BE49-F238E27FC236}">
                  <a16:creationId xmlns:a16="http://schemas.microsoft.com/office/drawing/2014/main" id="{7B8FF39B-6713-43E1-BFE6-934FD11BA4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31996" y="2714979"/>
              <a:ext cx="812800" cy="21152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單箭頭接點 39">
              <a:extLst>
                <a:ext uri="{FF2B5EF4-FFF2-40B4-BE49-F238E27FC236}">
                  <a16:creationId xmlns:a16="http://schemas.microsoft.com/office/drawing/2014/main" id="{D869CBC3-D5CA-4342-B23F-B0D666437DB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90671" y="2504837"/>
              <a:ext cx="440704" cy="42479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矩形 40">
                  <a:extLst>
                    <a:ext uri="{FF2B5EF4-FFF2-40B4-BE49-F238E27FC236}">
                      <a16:creationId xmlns:a16="http://schemas.microsoft.com/office/drawing/2014/main" id="{951733A4-7E7B-48AA-A29B-4068C332648C}"/>
                    </a:ext>
                  </a:extLst>
                </p:cNvPr>
                <p:cNvSpPr/>
                <p:nvPr/>
              </p:nvSpPr>
              <p:spPr>
                <a:xfrm>
                  <a:off x="6887705" y="2515560"/>
                  <a:ext cx="386388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41" name="矩形 40">
                  <a:extLst>
                    <a:ext uri="{FF2B5EF4-FFF2-40B4-BE49-F238E27FC236}">
                      <a16:creationId xmlns:a16="http://schemas.microsoft.com/office/drawing/2014/main" id="{951733A4-7E7B-48AA-A29B-4068C332648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87705" y="2515560"/>
                  <a:ext cx="386388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矩形 41">
                  <a:extLst>
                    <a:ext uri="{FF2B5EF4-FFF2-40B4-BE49-F238E27FC236}">
                      <a16:creationId xmlns:a16="http://schemas.microsoft.com/office/drawing/2014/main" id="{21AAAC0D-92D5-41B6-BACD-3E1BDE39A588}"/>
                    </a:ext>
                  </a:extLst>
                </p:cNvPr>
                <p:cNvSpPr/>
                <p:nvPr/>
              </p:nvSpPr>
              <p:spPr>
                <a:xfrm>
                  <a:off x="5413712" y="2289342"/>
                  <a:ext cx="391004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42" name="矩形 41">
                  <a:extLst>
                    <a:ext uri="{FF2B5EF4-FFF2-40B4-BE49-F238E27FC236}">
                      <a16:creationId xmlns:a16="http://schemas.microsoft.com/office/drawing/2014/main" id="{21AAAC0D-92D5-41B6-BACD-3E1BDE39A58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13712" y="2289342"/>
                  <a:ext cx="391004" cy="400110"/>
                </a:xfrm>
                <a:prstGeom prst="rect">
                  <a:avLst/>
                </a:prstGeom>
                <a:blipFill>
                  <a:blip r:embed="rId7"/>
                  <a:stretch>
                    <a:fillRect b="-769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矩形 42">
                  <a:extLst>
                    <a:ext uri="{FF2B5EF4-FFF2-40B4-BE49-F238E27FC236}">
                      <a16:creationId xmlns:a16="http://schemas.microsoft.com/office/drawing/2014/main" id="{6059F929-1F68-4C40-B59B-9CC786F9531E}"/>
                    </a:ext>
                  </a:extLst>
                </p:cNvPr>
                <p:cNvSpPr/>
                <p:nvPr/>
              </p:nvSpPr>
              <p:spPr>
                <a:xfrm>
                  <a:off x="5480332" y="586824"/>
                  <a:ext cx="2159630" cy="52860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sub>
                                  <m:sup>
                                    <m:acc>
                                      <m:accPr>
                                        <m:chr m:val="̂"/>
                                        <m:ctrlP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</m:acc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𝑹</m:t>
                                        </m:r>
                                      </m:e>
                                      <m:sub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sub>
                                    </m:s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=0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43" name="矩形 42">
                  <a:extLst>
                    <a:ext uri="{FF2B5EF4-FFF2-40B4-BE49-F238E27FC236}">
                      <a16:creationId xmlns:a16="http://schemas.microsoft.com/office/drawing/2014/main" id="{6059F929-1F68-4C40-B59B-9CC786F9531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80332" y="586824"/>
                  <a:ext cx="2159630" cy="528606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矩形 43">
                  <a:extLst>
                    <a:ext uri="{FF2B5EF4-FFF2-40B4-BE49-F238E27FC236}">
                      <a16:creationId xmlns:a16="http://schemas.microsoft.com/office/drawing/2014/main" id="{2D26DD98-4D9B-467D-934D-AF11D382E629}"/>
                    </a:ext>
                  </a:extLst>
                </p:cNvPr>
                <p:cNvSpPr/>
                <p:nvPr/>
              </p:nvSpPr>
              <p:spPr>
                <a:xfrm>
                  <a:off x="2284475" y="2006364"/>
                  <a:ext cx="905761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𝐾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44" name="矩形 43">
                  <a:extLst>
                    <a:ext uri="{FF2B5EF4-FFF2-40B4-BE49-F238E27FC236}">
                      <a16:creationId xmlns:a16="http://schemas.microsoft.com/office/drawing/2014/main" id="{2D26DD98-4D9B-467D-934D-AF11D382E62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4475" y="2006364"/>
                  <a:ext cx="905761" cy="4001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矩形 44">
                  <a:extLst>
                    <a:ext uri="{FF2B5EF4-FFF2-40B4-BE49-F238E27FC236}">
                      <a16:creationId xmlns:a16="http://schemas.microsoft.com/office/drawing/2014/main" id="{826CD4B4-D639-41C3-A541-4CC075043532}"/>
                    </a:ext>
                  </a:extLst>
                </p:cNvPr>
                <p:cNvSpPr/>
                <p:nvPr/>
              </p:nvSpPr>
              <p:spPr>
                <a:xfrm>
                  <a:off x="2255493" y="3861321"/>
                  <a:ext cx="963725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45" name="矩形 44">
                  <a:extLst>
                    <a:ext uri="{FF2B5EF4-FFF2-40B4-BE49-F238E27FC236}">
                      <a16:creationId xmlns:a16="http://schemas.microsoft.com/office/drawing/2014/main" id="{826CD4B4-D639-41C3-A541-4CC07504353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55493" y="3861321"/>
                  <a:ext cx="963725" cy="4001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46" name="圖片 45">
              <a:extLst>
                <a:ext uri="{FF2B5EF4-FFF2-40B4-BE49-F238E27FC236}">
                  <a16:creationId xmlns:a16="http://schemas.microsoft.com/office/drawing/2014/main" id="{C27BC22D-C668-41B6-8EDD-9195962D74A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7884" b="10000"/>
            <a:stretch/>
          </p:blipFill>
          <p:spPr>
            <a:xfrm>
              <a:off x="3145166" y="1286544"/>
              <a:ext cx="2284871" cy="3574144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字方塊 46">
                  <a:extLst>
                    <a:ext uri="{FF2B5EF4-FFF2-40B4-BE49-F238E27FC236}">
                      <a16:creationId xmlns:a16="http://schemas.microsoft.com/office/drawing/2014/main" id="{C1691919-BE13-4A2B-8197-8FF93F31317A}"/>
                    </a:ext>
                  </a:extLst>
                </p:cNvPr>
                <p:cNvSpPr txBox="1"/>
                <p:nvPr/>
              </p:nvSpPr>
              <p:spPr>
                <a:xfrm>
                  <a:off x="3339777" y="2478196"/>
                  <a:ext cx="83059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0.1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47" name="文字方塊 46">
                  <a:extLst>
                    <a:ext uri="{FF2B5EF4-FFF2-40B4-BE49-F238E27FC236}">
                      <a16:creationId xmlns:a16="http://schemas.microsoft.com/office/drawing/2014/main" id="{C1691919-BE13-4A2B-8197-8FF93F3131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39777" y="2478196"/>
                  <a:ext cx="830594" cy="400110"/>
                </a:xfrm>
                <a:prstGeom prst="rect">
                  <a:avLst/>
                </a:prstGeom>
                <a:blipFill>
                  <a:blip r:embed="rId12"/>
                  <a:stretch>
                    <a:fillRect b="-923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8" name="群組 47">
              <a:extLst>
                <a:ext uri="{FF2B5EF4-FFF2-40B4-BE49-F238E27FC236}">
                  <a16:creationId xmlns:a16="http://schemas.microsoft.com/office/drawing/2014/main" id="{3B72B3F2-70B1-4611-B50C-5ADC21FDAAA1}"/>
                </a:ext>
              </a:extLst>
            </p:cNvPr>
            <p:cNvGrpSpPr/>
            <p:nvPr/>
          </p:nvGrpSpPr>
          <p:grpSpPr>
            <a:xfrm>
              <a:off x="3962450" y="1635626"/>
              <a:ext cx="666253" cy="711268"/>
              <a:chOff x="6394099" y="1329789"/>
              <a:chExt cx="1805559" cy="1927549"/>
            </a:xfrm>
          </p:grpSpPr>
          <p:grpSp>
            <p:nvGrpSpPr>
              <p:cNvPr id="50" name="群組 49">
                <a:extLst>
                  <a:ext uri="{FF2B5EF4-FFF2-40B4-BE49-F238E27FC236}">
                    <a16:creationId xmlns:a16="http://schemas.microsoft.com/office/drawing/2014/main" id="{A6854366-CCD5-4209-AD56-5FF4AD89E9CE}"/>
                  </a:ext>
                </a:extLst>
              </p:cNvPr>
              <p:cNvGrpSpPr/>
              <p:nvPr/>
            </p:nvGrpSpPr>
            <p:grpSpPr>
              <a:xfrm>
                <a:off x="6929132" y="2420541"/>
                <a:ext cx="361452" cy="346736"/>
                <a:chOff x="1373392" y="2391862"/>
                <a:chExt cx="479433" cy="476535"/>
              </a:xfrm>
            </p:grpSpPr>
            <p:sp>
              <p:nvSpPr>
                <p:cNvPr id="53" name="箭號: 向右 52">
                  <a:extLst>
                    <a:ext uri="{FF2B5EF4-FFF2-40B4-BE49-F238E27FC236}">
                      <a16:creationId xmlns:a16="http://schemas.microsoft.com/office/drawing/2014/main" id="{220B1E1A-5B15-4617-8E08-A4436B72CA32}"/>
                    </a:ext>
                  </a:extLst>
                </p:cNvPr>
                <p:cNvSpPr/>
                <p:nvPr/>
              </p:nvSpPr>
              <p:spPr>
                <a:xfrm>
                  <a:off x="1411244" y="273586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20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" name="箭號: 向右 53">
                  <a:extLst>
                    <a:ext uri="{FF2B5EF4-FFF2-40B4-BE49-F238E27FC236}">
                      <a16:creationId xmlns:a16="http://schemas.microsoft.com/office/drawing/2014/main" id="{AB330D8F-F24B-42EA-AFD1-8E72875C6933}"/>
                    </a:ext>
                  </a:extLst>
                </p:cNvPr>
                <p:cNvSpPr/>
                <p:nvPr/>
              </p:nvSpPr>
              <p:spPr>
                <a:xfrm rot="16200000">
                  <a:off x="1218866" y="254638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" name="文字方塊 50">
                    <a:extLst>
                      <a:ext uri="{FF2B5EF4-FFF2-40B4-BE49-F238E27FC236}">
                        <a16:creationId xmlns:a16="http://schemas.microsoft.com/office/drawing/2014/main" id="{32445C7A-3444-46DF-A5DB-D518BEBEC934}"/>
                      </a:ext>
                    </a:extLst>
                  </p:cNvPr>
                  <p:cNvSpPr txBox="1"/>
                  <p:nvPr/>
                </p:nvSpPr>
                <p:spPr>
                  <a:xfrm>
                    <a:off x="6394099" y="1329789"/>
                    <a:ext cx="1418593" cy="114981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2000" dirty="0"/>
                  </a:p>
                </p:txBody>
              </p:sp>
            </mc:Choice>
            <mc:Fallback xmlns="">
              <p:sp>
                <p:nvSpPr>
                  <p:cNvPr id="24" name="文字方塊 23">
                    <a:extLst>
                      <a:ext uri="{FF2B5EF4-FFF2-40B4-BE49-F238E27FC236}">
                        <a16:creationId xmlns:a16="http://schemas.microsoft.com/office/drawing/2014/main" id="{AB3E3F81-A9C7-465C-A831-82ADA76646C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94099" y="1329789"/>
                    <a:ext cx="1418593" cy="1149815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b="-5714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文字方塊 51">
                    <a:extLst>
                      <a:ext uri="{FF2B5EF4-FFF2-40B4-BE49-F238E27FC236}">
                        <a16:creationId xmlns:a16="http://schemas.microsoft.com/office/drawing/2014/main" id="{10A0CF30-AF1E-4025-84E0-342B6DF6AE9A}"/>
                      </a:ext>
                    </a:extLst>
                  </p:cNvPr>
                  <p:cNvSpPr txBox="1"/>
                  <p:nvPr/>
                </p:nvSpPr>
                <p:spPr>
                  <a:xfrm>
                    <a:off x="7131569" y="2173033"/>
                    <a:ext cx="1068089" cy="108430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2000" dirty="0"/>
                  </a:p>
                </p:txBody>
              </p:sp>
            </mc:Choice>
            <mc:Fallback xmlns="">
              <p:sp>
                <p:nvSpPr>
                  <p:cNvPr id="25" name="文字方塊 24">
                    <a:extLst>
                      <a:ext uri="{FF2B5EF4-FFF2-40B4-BE49-F238E27FC236}">
                        <a16:creationId xmlns:a16="http://schemas.microsoft.com/office/drawing/2014/main" id="{C15B01A4-773F-4E0F-88DB-CAE29AAE6CA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31569" y="2173033"/>
                    <a:ext cx="1068089" cy="1084305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4688" r="-6250" b="-9091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矩形: 圓角 48">
                  <a:extLst>
                    <a:ext uri="{FF2B5EF4-FFF2-40B4-BE49-F238E27FC236}">
                      <a16:creationId xmlns:a16="http://schemas.microsoft.com/office/drawing/2014/main" id="{16782163-D549-4658-B681-1624D52CF2B0}"/>
                    </a:ext>
                  </a:extLst>
                </p:cNvPr>
                <p:cNvSpPr/>
                <p:nvPr/>
              </p:nvSpPr>
              <p:spPr>
                <a:xfrm>
                  <a:off x="2233060" y="379628"/>
                  <a:ext cx="986157" cy="835052"/>
                </a:xfrm>
                <a:prstGeom prst="roundRect">
                  <a:avLst>
                    <a:gd name="adj" fmla="val 13546"/>
                  </a:avLst>
                </a:prstGeom>
                <a:gradFill flip="none" rotWithShape="1">
                  <a:gsLst>
                    <a:gs pos="100000">
                      <a:schemeClr val="bg1">
                        <a:lumMod val="95000"/>
                      </a:schemeClr>
                    </a:gs>
                    <a:gs pos="0">
                      <a:schemeClr val="bg1">
                        <a:lumMod val="85000"/>
                      </a:schemeClr>
                    </a:gs>
                  </a:gsLst>
                  <a:lin ang="5400000" scaled="1"/>
                  <a:tileRect/>
                </a:gradFill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  <m:t>𝝐</m:t>
                            </m:r>
                          </m:e>
                        </m:acc>
                        <m:r>
                          <a:rPr lang="en-US" altLang="zh-TW" sz="2400" b="1" i="1"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̂"/>
                            <m:ctrlP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acc>
                      </m:oMath>
                    </m:oMathPara>
                  </a14:m>
                  <a:endParaRPr lang="zh-TW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9" name="矩形: 圓角 48">
                  <a:extLst>
                    <a:ext uri="{FF2B5EF4-FFF2-40B4-BE49-F238E27FC236}">
                      <a16:creationId xmlns:a16="http://schemas.microsoft.com/office/drawing/2014/main" id="{16782163-D549-4658-B681-1624D52CF2B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33060" y="379628"/>
                  <a:ext cx="986157" cy="835052"/>
                </a:xfrm>
                <a:prstGeom prst="roundRect">
                  <a:avLst>
                    <a:gd name="adj" fmla="val 13546"/>
                  </a:avLst>
                </a:prstGeom>
                <a:blipFill>
                  <a:blip r:embed="rId15"/>
                  <a:stretch>
                    <a:fillRect l="-613" r="-4723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356520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群組 2">
            <a:extLst>
              <a:ext uri="{FF2B5EF4-FFF2-40B4-BE49-F238E27FC236}">
                <a16:creationId xmlns:a16="http://schemas.microsoft.com/office/drawing/2014/main" id="{1D0DE40D-2A50-4605-BC6A-234E4428AA25}"/>
              </a:ext>
            </a:extLst>
          </p:cNvPr>
          <p:cNvGrpSpPr/>
          <p:nvPr/>
        </p:nvGrpSpPr>
        <p:grpSpPr>
          <a:xfrm>
            <a:off x="2155224" y="3051317"/>
            <a:ext cx="5595822" cy="4697128"/>
            <a:chOff x="2155224" y="3051317"/>
            <a:chExt cx="5595822" cy="4697128"/>
          </a:xfrm>
        </p:grpSpPr>
        <p:sp>
          <p:nvSpPr>
            <p:cNvPr id="31" name="矩形: 圓角 30">
              <a:extLst>
                <a:ext uri="{FF2B5EF4-FFF2-40B4-BE49-F238E27FC236}">
                  <a16:creationId xmlns:a16="http://schemas.microsoft.com/office/drawing/2014/main" id="{9724B8A8-BA64-4478-A475-0E5642004DC1}"/>
                </a:ext>
              </a:extLst>
            </p:cNvPr>
            <p:cNvSpPr/>
            <p:nvPr/>
          </p:nvSpPr>
          <p:spPr>
            <a:xfrm>
              <a:off x="2155224" y="3051317"/>
              <a:ext cx="5563131" cy="4697128"/>
            </a:xfrm>
            <a:prstGeom prst="roundRect">
              <a:avLst>
                <a:gd name="adj" fmla="val 4125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矩形: 圓角 32">
              <a:extLst>
                <a:ext uri="{FF2B5EF4-FFF2-40B4-BE49-F238E27FC236}">
                  <a16:creationId xmlns:a16="http://schemas.microsoft.com/office/drawing/2014/main" id="{B8DEB190-8127-4BD2-B995-7B01A5155BEE}"/>
                </a:ext>
              </a:extLst>
            </p:cNvPr>
            <p:cNvSpPr/>
            <p:nvPr/>
          </p:nvSpPr>
          <p:spPr>
            <a:xfrm>
              <a:off x="3205942" y="3905377"/>
              <a:ext cx="4445425" cy="3776843"/>
            </a:xfrm>
            <a:prstGeom prst="roundRect">
              <a:avLst>
                <a:gd name="adj" fmla="val 4125"/>
              </a:avLst>
            </a:prstGeom>
            <a:gradFill flip="none" rotWithShape="1">
              <a:gsLst>
                <a:gs pos="100000">
                  <a:schemeClr val="bg1">
                    <a:lumMod val="95000"/>
                  </a:schemeClr>
                </a:gs>
                <a:gs pos="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矩形 36">
                  <a:extLst>
                    <a:ext uri="{FF2B5EF4-FFF2-40B4-BE49-F238E27FC236}">
                      <a16:creationId xmlns:a16="http://schemas.microsoft.com/office/drawing/2014/main" id="{E1739E97-F9EA-4B80-BC5B-8C9BE1784180}"/>
                    </a:ext>
                  </a:extLst>
                </p:cNvPr>
                <p:cNvSpPr/>
                <p:nvPr/>
              </p:nvSpPr>
              <p:spPr>
                <a:xfrm>
                  <a:off x="3801096" y="3341779"/>
                  <a:ext cx="1077282" cy="61151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sub>
                                  <m:sup>
                                    <m:acc>
                                      <m:accPr>
                                        <m:chr m:val="̂"/>
                                        <m:ctrlP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𝒚</m:t>
                                        </m:r>
                                      </m:e>
                                    </m:acc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p>
                                </m:sSubSup>
                              </m:e>
                            </m:d>
                          </m:e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37" name="矩形 36">
                  <a:extLst>
                    <a:ext uri="{FF2B5EF4-FFF2-40B4-BE49-F238E27FC236}">
                      <a16:creationId xmlns:a16="http://schemas.microsoft.com/office/drawing/2014/main" id="{E1739E97-F9EA-4B80-BC5B-8C9BE178418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01096" y="3341779"/>
                  <a:ext cx="1077282" cy="611514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矩形 42">
                  <a:extLst>
                    <a:ext uri="{FF2B5EF4-FFF2-40B4-BE49-F238E27FC236}">
                      <a16:creationId xmlns:a16="http://schemas.microsoft.com/office/drawing/2014/main" id="{6059F929-1F68-4C40-B59B-9CC786F9531E}"/>
                    </a:ext>
                  </a:extLst>
                </p:cNvPr>
                <p:cNvSpPr/>
                <p:nvPr/>
              </p:nvSpPr>
              <p:spPr>
                <a:xfrm>
                  <a:off x="5508103" y="3349384"/>
                  <a:ext cx="2225929" cy="63139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sub>
                                  <m:sup>
                                    <m:acc>
                                      <m:accPr>
                                        <m:chr m:val="̂"/>
                                        <m:ctrlP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𝒚</m:t>
                                        </m:r>
                                      </m:e>
                                    </m:acc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𝑹</m:t>
                                        </m:r>
                                      </m:e>
                                      <m:sub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sub>
                                    </m:s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=0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43" name="矩形 42">
                  <a:extLst>
                    <a:ext uri="{FF2B5EF4-FFF2-40B4-BE49-F238E27FC236}">
                      <a16:creationId xmlns:a16="http://schemas.microsoft.com/office/drawing/2014/main" id="{6059F929-1F68-4C40-B59B-9CC786F9531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08103" y="3349384"/>
                  <a:ext cx="2225929" cy="63139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矩形 43">
                  <a:extLst>
                    <a:ext uri="{FF2B5EF4-FFF2-40B4-BE49-F238E27FC236}">
                      <a16:creationId xmlns:a16="http://schemas.microsoft.com/office/drawing/2014/main" id="{2D26DD98-4D9B-467D-934D-AF11D382E629}"/>
                    </a:ext>
                  </a:extLst>
                </p:cNvPr>
                <p:cNvSpPr/>
                <p:nvPr/>
              </p:nvSpPr>
              <p:spPr>
                <a:xfrm>
                  <a:off x="2312246" y="4768923"/>
                  <a:ext cx="905761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𝐾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44" name="矩形 43">
                  <a:extLst>
                    <a:ext uri="{FF2B5EF4-FFF2-40B4-BE49-F238E27FC236}">
                      <a16:creationId xmlns:a16="http://schemas.microsoft.com/office/drawing/2014/main" id="{2D26DD98-4D9B-467D-934D-AF11D382E62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12246" y="4768923"/>
                  <a:ext cx="905761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矩形 44">
                  <a:extLst>
                    <a:ext uri="{FF2B5EF4-FFF2-40B4-BE49-F238E27FC236}">
                      <a16:creationId xmlns:a16="http://schemas.microsoft.com/office/drawing/2014/main" id="{826CD4B4-D639-41C3-A541-4CC075043532}"/>
                    </a:ext>
                  </a:extLst>
                </p:cNvPr>
                <p:cNvSpPr/>
                <p:nvPr/>
              </p:nvSpPr>
              <p:spPr>
                <a:xfrm>
                  <a:off x="2283264" y="6623880"/>
                  <a:ext cx="963725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45" name="矩形 44">
                  <a:extLst>
                    <a:ext uri="{FF2B5EF4-FFF2-40B4-BE49-F238E27FC236}">
                      <a16:creationId xmlns:a16="http://schemas.microsoft.com/office/drawing/2014/main" id="{826CD4B4-D639-41C3-A541-4CC07504353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3264" y="6623880"/>
                  <a:ext cx="963725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矩形: 圓角 48">
                  <a:extLst>
                    <a:ext uri="{FF2B5EF4-FFF2-40B4-BE49-F238E27FC236}">
                      <a16:creationId xmlns:a16="http://schemas.microsoft.com/office/drawing/2014/main" id="{16782163-D549-4658-B681-1624D52CF2B0}"/>
                    </a:ext>
                  </a:extLst>
                </p:cNvPr>
                <p:cNvSpPr/>
                <p:nvPr/>
              </p:nvSpPr>
              <p:spPr>
                <a:xfrm>
                  <a:off x="2260831" y="3142187"/>
                  <a:ext cx="986157" cy="835052"/>
                </a:xfrm>
                <a:prstGeom prst="roundRect">
                  <a:avLst>
                    <a:gd name="adj" fmla="val 13546"/>
                  </a:avLst>
                </a:prstGeom>
                <a:gradFill flip="none" rotWithShape="1">
                  <a:gsLst>
                    <a:gs pos="100000">
                      <a:schemeClr val="bg1">
                        <a:lumMod val="95000"/>
                      </a:schemeClr>
                    </a:gs>
                    <a:gs pos="0">
                      <a:schemeClr val="bg1">
                        <a:lumMod val="85000"/>
                      </a:schemeClr>
                    </a:gs>
                  </a:gsLst>
                  <a:lin ang="5400000" scaled="1"/>
                  <a:tileRect/>
                </a:gradFill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  <m:t>𝝐</m:t>
                            </m:r>
                          </m:e>
                        </m:acc>
                        <m:r>
                          <a:rPr lang="en-US" altLang="zh-TW" sz="2400" b="1" i="1"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̂"/>
                            <m:ctrlP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</m:oMath>
                    </m:oMathPara>
                  </a14:m>
                  <a:endParaRPr lang="zh-TW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9" name="矩形: 圓角 48">
                  <a:extLst>
                    <a:ext uri="{FF2B5EF4-FFF2-40B4-BE49-F238E27FC236}">
                      <a16:creationId xmlns:a16="http://schemas.microsoft.com/office/drawing/2014/main" id="{16782163-D549-4658-B681-1624D52CF2B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60831" y="3142187"/>
                  <a:ext cx="986157" cy="835052"/>
                </a:xfrm>
                <a:prstGeom prst="roundRect">
                  <a:avLst>
                    <a:gd name="adj" fmla="val 13546"/>
                  </a:avLst>
                </a:prstGeom>
                <a:blipFill>
                  <a:blip r:embed="rId6"/>
                  <a:stretch>
                    <a:fillRect l="-1227" r="-4723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9" name="圖片 28">
              <a:extLst>
                <a:ext uri="{FF2B5EF4-FFF2-40B4-BE49-F238E27FC236}">
                  <a16:creationId xmlns:a16="http://schemas.microsoft.com/office/drawing/2014/main" id="{11119672-E923-4EC1-B7EF-9A03904961A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3293" b="54478"/>
            <a:stretch/>
          </p:blipFill>
          <p:spPr>
            <a:xfrm>
              <a:off x="5209446" y="4030834"/>
              <a:ext cx="2541600" cy="1638301"/>
            </a:xfrm>
            <a:prstGeom prst="rect">
              <a:avLst/>
            </a:prstGeom>
          </p:spPr>
        </p:pic>
        <p:pic>
          <p:nvPicPr>
            <p:cNvPr id="30" name="圖片 29">
              <a:extLst>
                <a:ext uri="{FF2B5EF4-FFF2-40B4-BE49-F238E27FC236}">
                  <a16:creationId xmlns:a16="http://schemas.microsoft.com/office/drawing/2014/main" id="{585DC0A3-34F6-4BF7-B8DF-1E0E7CF5D8C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8148" b="9630"/>
            <a:stretch/>
          </p:blipFill>
          <p:spPr>
            <a:xfrm>
              <a:off x="3170575" y="4068571"/>
              <a:ext cx="2284871" cy="3581400"/>
            </a:xfrm>
            <a:prstGeom prst="rect">
              <a:avLst/>
            </a:prstGeom>
          </p:spPr>
        </p:pic>
        <p:pic>
          <p:nvPicPr>
            <p:cNvPr id="32" name="圖片 31">
              <a:extLst>
                <a:ext uri="{FF2B5EF4-FFF2-40B4-BE49-F238E27FC236}">
                  <a16:creationId xmlns:a16="http://schemas.microsoft.com/office/drawing/2014/main" id="{14EE7596-E223-40B0-8246-781D438BE5D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2950" b="6319"/>
            <a:stretch/>
          </p:blipFill>
          <p:spPr>
            <a:xfrm>
              <a:off x="5206218" y="6030223"/>
              <a:ext cx="2541600" cy="156210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57060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6A8B6DAC-B82F-4B24-88E1-06AD6B5DAAD5}"/>
              </a:ext>
            </a:extLst>
          </p:cNvPr>
          <p:cNvGrpSpPr/>
          <p:nvPr/>
        </p:nvGrpSpPr>
        <p:grpSpPr>
          <a:xfrm>
            <a:off x="2155224" y="3051317"/>
            <a:ext cx="5644790" cy="5261470"/>
            <a:chOff x="2155224" y="3051317"/>
            <a:chExt cx="5644790" cy="5261470"/>
          </a:xfrm>
        </p:grpSpPr>
        <p:sp>
          <p:nvSpPr>
            <p:cNvPr id="31" name="矩形: 圓角 30">
              <a:extLst>
                <a:ext uri="{FF2B5EF4-FFF2-40B4-BE49-F238E27FC236}">
                  <a16:creationId xmlns:a16="http://schemas.microsoft.com/office/drawing/2014/main" id="{9724B8A8-BA64-4478-A475-0E5642004DC1}"/>
                </a:ext>
              </a:extLst>
            </p:cNvPr>
            <p:cNvSpPr/>
            <p:nvPr/>
          </p:nvSpPr>
          <p:spPr>
            <a:xfrm>
              <a:off x="2155224" y="3051317"/>
              <a:ext cx="5563131" cy="4697128"/>
            </a:xfrm>
            <a:prstGeom prst="roundRect">
              <a:avLst>
                <a:gd name="adj" fmla="val 4125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矩形: 圓角 32">
              <a:extLst>
                <a:ext uri="{FF2B5EF4-FFF2-40B4-BE49-F238E27FC236}">
                  <a16:creationId xmlns:a16="http://schemas.microsoft.com/office/drawing/2014/main" id="{B8DEB190-8127-4BD2-B995-7B01A5155BEE}"/>
                </a:ext>
              </a:extLst>
            </p:cNvPr>
            <p:cNvSpPr/>
            <p:nvPr/>
          </p:nvSpPr>
          <p:spPr>
            <a:xfrm>
              <a:off x="3205942" y="3905377"/>
              <a:ext cx="4445425" cy="3776843"/>
            </a:xfrm>
            <a:prstGeom prst="roundRect">
              <a:avLst>
                <a:gd name="adj" fmla="val 4125"/>
              </a:avLst>
            </a:prstGeom>
            <a:gradFill flip="none" rotWithShape="1">
              <a:gsLst>
                <a:gs pos="100000">
                  <a:schemeClr val="bg1">
                    <a:lumMod val="95000"/>
                  </a:schemeClr>
                </a:gs>
                <a:gs pos="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矩形 36">
                  <a:extLst>
                    <a:ext uri="{FF2B5EF4-FFF2-40B4-BE49-F238E27FC236}">
                      <a16:creationId xmlns:a16="http://schemas.microsoft.com/office/drawing/2014/main" id="{E1739E97-F9EA-4B80-BC5B-8C9BE1784180}"/>
                    </a:ext>
                  </a:extLst>
                </p:cNvPr>
                <p:cNvSpPr/>
                <p:nvPr/>
              </p:nvSpPr>
              <p:spPr>
                <a:xfrm>
                  <a:off x="3630084" y="3341779"/>
                  <a:ext cx="1393074" cy="61151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sub>
                                  <m:sup>
                                    <m:acc>
                                      <m:accPr>
                                        <m:chr m:val="̂"/>
                                        <m:ctrlP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</m:acc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𝒚</m:t>
                                        </m:r>
                                      </m:e>
                                    </m:acc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p>
                                </m:sSubSup>
                              </m:e>
                            </m:d>
                          </m:e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37" name="矩形 36">
                  <a:extLst>
                    <a:ext uri="{FF2B5EF4-FFF2-40B4-BE49-F238E27FC236}">
                      <a16:creationId xmlns:a16="http://schemas.microsoft.com/office/drawing/2014/main" id="{E1739E97-F9EA-4B80-BC5B-8C9BE178418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30084" y="3341779"/>
                  <a:ext cx="1393074" cy="611514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矩形 42">
                  <a:extLst>
                    <a:ext uri="{FF2B5EF4-FFF2-40B4-BE49-F238E27FC236}">
                      <a16:creationId xmlns:a16="http://schemas.microsoft.com/office/drawing/2014/main" id="{6059F929-1F68-4C40-B59B-9CC786F9531E}"/>
                    </a:ext>
                  </a:extLst>
                </p:cNvPr>
                <p:cNvSpPr/>
                <p:nvPr/>
              </p:nvSpPr>
              <p:spPr>
                <a:xfrm>
                  <a:off x="5317603" y="3349383"/>
                  <a:ext cx="2482411" cy="61151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sub>
                                  <m:sup>
                                    <m:acc>
                                      <m:accPr>
                                        <m:chr m:val="̂"/>
                                        <m:ctrlP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</m:acc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𝒚</m:t>
                                        </m:r>
                                      </m:e>
                                    </m:acc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𝑹</m:t>
                                        </m:r>
                                      </m:e>
                                      <m:sub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sub>
                                    </m:s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=0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43" name="矩形 42">
                  <a:extLst>
                    <a:ext uri="{FF2B5EF4-FFF2-40B4-BE49-F238E27FC236}">
                      <a16:creationId xmlns:a16="http://schemas.microsoft.com/office/drawing/2014/main" id="{6059F929-1F68-4C40-B59B-9CC786F9531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7603" y="3349383"/>
                  <a:ext cx="2482411" cy="61151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矩形 43">
                  <a:extLst>
                    <a:ext uri="{FF2B5EF4-FFF2-40B4-BE49-F238E27FC236}">
                      <a16:creationId xmlns:a16="http://schemas.microsoft.com/office/drawing/2014/main" id="{2D26DD98-4D9B-467D-934D-AF11D382E629}"/>
                    </a:ext>
                  </a:extLst>
                </p:cNvPr>
                <p:cNvSpPr/>
                <p:nvPr/>
              </p:nvSpPr>
              <p:spPr>
                <a:xfrm>
                  <a:off x="2312246" y="4768923"/>
                  <a:ext cx="905761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𝐾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44" name="矩形 43">
                  <a:extLst>
                    <a:ext uri="{FF2B5EF4-FFF2-40B4-BE49-F238E27FC236}">
                      <a16:creationId xmlns:a16="http://schemas.microsoft.com/office/drawing/2014/main" id="{2D26DD98-4D9B-467D-934D-AF11D382E62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12246" y="4768923"/>
                  <a:ext cx="905761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矩形 44">
                  <a:extLst>
                    <a:ext uri="{FF2B5EF4-FFF2-40B4-BE49-F238E27FC236}">
                      <a16:creationId xmlns:a16="http://schemas.microsoft.com/office/drawing/2014/main" id="{826CD4B4-D639-41C3-A541-4CC075043532}"/>
                    </a:ext>
                  </a:extLst>
                </p:cNvPr>
                <p:cNvSpPr/>
                <p:nvPr/>
              </p:nvSpPr>
              <p:spPr>
                <a:xfrm>
                  <a:off x="2283264" y="6623880"/>
                  <a:ext cx="963725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45" name="矩形 44">
                  <a:extLst>
                    <a:ext uri="{FF2B5EF4-FFF2-40B4-BE49-F238E27FC236}">
                      <a16:creationId xmlns:a16="http://schemas.microsoft.com/office/drawing/2014/main" id="{826CD4B4-D639-41C3-A541-4CC07504353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3264" y="6623880"/>
                  <a:ext cx="963725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矩形: 圓角 48">
                  <a:extLst>
                    <a:ext uri="{FF2B5EF4-FFF2-40B4-BE49-F238E27FC236}">
                      <a16:creationId xmlns:a16="http://schemas.microsoft.com/office/drawing/2014/main" id="{16782163-D549-4658-B681-1624D52CF2B0}"/>
                    </a:ext>
                  </a:extLst>
                </p:cNvPr>
                <p:cNvSpPr/>
                <p:nvPr/>
              </p:nvSpPr>
              <p:spPr>
                <a:xfrm>
                  <a:off x="2260831" y="3142187"/>
                  <a:ext cx="986157" cy="835052"/>
                </a:xfrm>
                <a:prstGeom prst="roundRect">
                  <a:avLst>
                    <a:gd name="adj" fmla="val 13546"/>
                  </a:avLst>
                </a:prstGeom>
                <a:gradFill flip="none" rotWithShape="1">
                  <a:gsLst>
                    <a:gs pos="100000">
                      <a:schemeClr val="bg1">
                        <a:lumMod val="95000"/>
                      </a:schemeClr>
                    </a:gs>
                    <a:gs pos="0">
                      <a:schemeClr val="bg1">
                        <a:lumMod val="85000"/>
                      </a:schemeClr>
                    </a:gs>
                  </a:gsLst>
                  <a:lin ang="5400000" scaled="1"/>
                  <a:tileRect/>
                </a:gradFill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  <m:t>𝝐</m:t>
                            </m:r>
                          </m:e>
                        </m:acc>
                        <m:r>
                          <a:rPr lang="en-US" altLang="zh-TW" sz="2400" b="1" i="1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US" altLang="zh-TW" sz="2400" b="1" i="1" dirty="0"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acc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𝑖</m:t>
                        </m:r>
                        <m:acc>
                          <m:accPr>
                            <m:chr m:val="̂"/>
                            <m:ctrlP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</m:oMath>
                    </m:oMathPara>
                  </a14:m>
                  <a:endParaRPr lang="zh-TW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9" name="矩形: 圓角 48">
                  <a:extLst>
                    <a:ext uri="{FF2B5EF4-FFF2-40B4-BE49-F238E27FC236}">
                      <a16:creationId xmlns:a16="http://schemas.microsoft.com/office/drawing/2014/main" id="{16782163-D549-4658-B681-1624D52CF2B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60831" y="3142187"/>
                  <a:ext cx="986157" cy="835052"/>
                </a:xfrm>
                <a:prstGeom prst="roundRect">
                  <a:avLst>
                    <a:gd name="adj" fmla="val 13546"/>
                  </a:avLst>
                </a:prstGeom>
                <a:blipFill>
                  <a:blip r:embed="rId6"/>
                  <a:stretch>
                    <a:fillRect l="-3681" t="-725" r="-55828" b="-579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58" name="圖片 57">
              <a:extLst>
                <a:ext uri="{FF2B5EF4-FFF2-40B4-BE49-F238E27FC236}">
                  <a16:creationId xmlns:a16="http://schemas.microsoft.com/office/drawing/2014/main" id="{E7706AB7-B1FF-451B-BDE1-C4DA88E8E97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883" b="52601"/>
            <a:stretch/>
          </p:blipFill>
          <p:spPr>
            <a:xfrm>
              <a:off x="5200460" y="3961407"/>
              <a:ext cx="2541600" cy="1805364"/>
            </a:xfrm>
            <a:prstGeom prst="rect">
              <a:avLst/>
            </a:prstGeom>
          </p:spPr>
        </p:pic>
        <p:pic>
          <p:nvPicPr>
            <p:cNvPr id="59" name="圖片 58">
              <a:extLst>
                <a:ext uri="{FF2B5EF4-FFF2-40B4-BE49-F238E27FC236}">
                  <a16:creationId xmlns:a16="http://schemas.microsoft.com/office/drawing/2014/main" id="{7FFB8CAE-5BD5-4FDD-8BC8-47FD3F04F5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7682"/>
            <a:stretch/>
          </p:blipFill>
          <p:spPr>
            <a:xfrm>
              <a:off x="3167632" y="4039045"/>
              <a:ext cx="2286000" cy="4273742"/>
            </a:xfrm>
            <a:prstGeom prst="rect">
              <a:avLst/>
            </a:prstGeom>
          </p:spPr>
        </p:pic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F9432517-D3D6-45FF-947A-CF6A9862C2A7}"/>
                </a:ext>
              </a:extLst>
            </p:cNvPr>
            <p:cNvSpPr/>
            <p:nvPr/>
          </p:nvSpPr>
          <p:spPr>
            <a:xfrm>
              <a:off x="3593263" y="6392881"/>
              <a:ext cx="1236237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</a:t>
              </a:r>
            </a:p>
            <a:p>
              <a:pPr algn="ctr"/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Excitation</a:t>
              </a:r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641CA3F9-32EA-4583-A658-F840207D469E}"/>
                </a:ext>
              </a:extLst>
            </p:cNvPr>
            <p:cNvSpPr/>
            <p:nvPr/>
          </p:nvSpPr>
          <p:spPr>
            <a:xfrm>
              <a:off x="5925528" y="6327701"/>
              <a:ext cx="1236237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</a:t>
              </a:r>
            </a:p>
            <a:p>
              <a:pPr algn="ctr"/>
              <a:r>
                <a:rPr lang="en-US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Excitation</a:t>
              </a:r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72604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: 圓角 30">
            <a:extLst>
              <a:ext uri="{FF2B5EF4-FFF2-40B4-BE49-F238E27FC236}">
                <a16:creationId xmlns:a16="http://schemas.microsoft.com/office/drawing/2014/main" id="{9724B8A8-BA64-4478-A475-0E5642004DC1}"/>
              </a:ext>
            </a:extLst>
          </p:cNvPr>
          <p:cNvSpPr/>
          <p:nvPr/>
        </p:nvSpPr>
        <p:spPr>
          <a:xfrm>
            <a:off x="2155224" y="3051317"/>
            <a:ext cx="5563131" cy="469712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矩形: 圓角 32">
            <a:extLst>
              <a:ext uri="{FF2B5EF4-FFF2-40B4-BE49-F238E27FC236}">
                <a16:creationId xmlns:a16="http://schemas.microsoft.com/office/drawing/2014/main" id="{B8DEB190-8127-4BD2-B995-7B01A5155BEE}"/>
              </a:ext>
            </a:extLst>
          </p:cNvPr>
          <p:cNvSpPr/>
          <p:nvPr/>
        </p:nvSpPr>
        <p:spPr>
          <a:xfrm>
            <a:off x="3205942" y="3905377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E1739E97-F9EA-4B80-BC5B-8C9BE1784180}"/>
                  </a:ext>
                </a:extLst>
              </p:cNvPr>
              <p:cNvSpPr/>
              <p:nvPr/>
            </p:nvSpPr>
            <p:spPr>
              <a:xfrm>
                <a:off x="3761660" y="3341779"/>
                <a:ext cx="1070998" cy="5551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E1739E97-F9EA-4B80-BC5B-8C9BE17841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1660" y="3341779"/>
                <a:ext cx="1070998" cy="55515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6059F929-1F68-4C40-B59B-9CC786F9531E}"/>
                  </a:ext>
                </a:extLst>
              </p:cNvPr>
              <p:cNvSpPr/>
              <p:nvPr/>
            </p:nvSpPr>
            <p:spPr>
              <a:xfrm>
                <a:off x="5527153" y="3349383"/>
                <a:ext cx="2148409" cy="5280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6059F929-1F68-4C40-B59B-9CC786F953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7153" y="3349383"/>
                <a:ext cx="2148409" cy="5280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2D26DD98-4D9B-467D-934D-AF11D382E629}"/>
                  </a:ext>
                </a:extLst>
              </p:cNvPr>
              <p:cNvSpPr/>
              <p:nvPr/>
            </p:nvSpPr>
            <p:spPr>
              <a:xfrm>
                <a:off x="2312246" y="4768923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2D26DD98-4D9B-467D-934D-AF11D382E6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2246" y="4768923"/>
                <a:ext cx="905761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826CD4B4-D639-41C3-A541-4CC075043532}"/>
                  </a:ext>
                </a:extLst>
              </p:cNvPr>
              <p:cNvSpPr/>
              <p:nvPr/>
            </p:nvSpPr>
            <p:spPr>
              <a:xfrm>
                <a:off x="2283264" y="6623880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826CD4B4-D639-41C3-A541-4CC0750435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3264" y="6623880"/>
                <a:ext cx="963725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矩形: 圓角 48">
                <a:extLst>
                  <a:ext uri="{FF2B5EF4-FFF2-40B4-BE49-F238E27FC236}">
                    <a16:creationId xmlns:a16="http://schemas.microsoft.com/office/drawing/2014/main" id="{16782163-D549-4658-B681-1624D52CF2B0}"/>
                  </a:ext>
                </a:extLst>
              </p:cNvPr>
              <p:cNvSpPr/>
              <p:nvPr/>
            </p:nvSpPr>
            <p:spPr>
              <a:xfrm>
                <a:off x="2260831" y="3142187"/>
                <a:ext cx="986157" cy="835052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2400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2400" b="1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altLang="zh-TW" sz="2400" b="1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𝑖</m:t>
                      </m:r>
                      <m:acc>
                        <m:accPr>
                          <m:chr m:val="̂"/>
                          <m:ctrlPr>
                            <a:rPr lang="en-US" altLang="zh-TW" sz="2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4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9" name="矩形: 圓角 48">
                <a:extLst>
                  <a:ext uri="{FF2B5EF4-FFF2-40B4-BE49-F238E27FC236}">
                    <a16:creationId xmlns:a16="http://schemas.microsoft.com/office/drawing/2014/main" id="{16782163-D549-4658-B681-1624D52CF2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0831" y="3142187"/>
                <a:ext cx="986157" cy="835052"/>
              </a:xfrm>
              <a:prstGeom prst="roundRect">
                <a:avLst>
                  <a:gd name="adj" fmla="val 13546"/>
                </a:avLst>
              </a:prstGeom>
              <a:blipFill>
                <a:blip r:embed="rId6"/>
                <a:stretch>
                  <a:fillRect l="-3681" t="-725" r="-55828"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圖片 16">
            <a:extLst>
              <a:ext uri="{FF2B5EF4-FFF2-40B4-BE49-F238E27FC236}">
                <a16:creationId xmlns:a16="http://schemas.microsoft.com/office/drawing/2014/main" id="{7E641CDA-617F-4F05-85AF-0D4B76E35E86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100" b="5170"/>
          <a:stretch/>
        </p:blipFill>
        <p:spPr>
          <a:xfrm>
            <a:off x="5202596" y="5988851"/>
            <a:ext cx="2541600" cy="1663701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B4D0EDC3-DF15-46B8-9DB7-E31F73DA8DE3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07" b="9415"/>
          <a:stretch/>
        </p:blipFill>
        <p:spPr>
          <a:xfrm>
            <a:off x="3164225" y="4050599"/>
            <a:ext cx="2284871" cy="3619500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6E2766ED-AEFB-4E00-A7FB-85BC836586AD}"/>
              </a:ext>
            </a:extLst>
          </p:cNvPr>
          <p:cNvSpPr/>
          <p:nvPr/>
        </p:nvSpPr>
        <p:spPr>
          <a:xfrm>
            <a:off x="3593254" y="4529576"/>
            <a:ext cx="123623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24DEB0A-AE87-4B29-AEFF-94C510CE7B7E}"/>
              </a:ext>
            </a:extLst>
          </p:cNvPr>
          <p:cNvSpPr/>
          <p:nvPr/>
        </p:nvSpPr>
        <p:spPr>
          <a:xfrm>
            <a:off x="5925528" y="4529576"/>
            <a:ext cx="12362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1678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矩形: 圓角 84">
            <a:extLst>
              <a:ext uri="{FF2B5EF4-FFF2-40B4-BE49-F238E27FC236}">
                <a16:creationId xmlns:a16="http://schemas.microsoft.com/office/drawing/2014/main" id="{2D0D7598-96E4-4263-80D0-A0A277F244E7}"/>
              </a:ext>
            </a:extLst>
          </p:cNvPr>
          <p:cNvSpPr/>
          <p:nvPr/>
        </p:nvSpPr>
        <p:spPr>
          <a:xfrm>
            <a:off x="0" y="1236311"/>
            <a:ext cx="4950000" cy="4028171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矩形: 圓角 61">
            <a:extLst>
              <a:ext uri="{FF2B5EF4-FFF2-40B4-BE49-F238E27FC236}">
                <a16:creationId xmlns:a16="http://schemas.microsoft.com/office/drawing/2014/main" id="{60966188-E876-42D2-A6B4-23BE2EE5DECF}"/>
              </a:ext>
            </a:extLst>
          </p:cNvPr>
          <p:cNvSpPr/>
          <p:nvPr/>
        </p:nvSpPr>
        <p:spPr>
          <a:xfrm>
            <a:off x="842076" y="1782008"/>
            <a:ext cx="3932177" cy="3340786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3" name="圖片 62">
            <a:extLst>
              <a:ext uri="{FF2B5EF4-FFF2-40B4-BE49-F238E27FC236}">
                <a16:creationId xmlns:a16="http://schemas.microsoft.com/office/drawing/2014/main" id="{DCB1C2BC-0169-4480-B1DC-D5B78BA0A5F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96" b="55006"/>
          <a:stretch/>
        </p:blipFill>
        <p:spPr>
          <a:xfrm>
            <a:off x="2615247" y="1917593"/>
            <a:ext cx="2246939" cy="1370513"/>
          </a:xfrm>
          <a:prstGeom prst="rect">
            <a:avLst/>
          </a:prstGeom>
        </p:spPr>
      </p:pic>
      <p:pic>
        <p:nvPicPr>
          <p:cNvPr id="64" name="圖片 63">
            <a:extLst>
              <a:ext uri="{FF2B5EF4-FFF2-40B4-BE49-F238E27FC236}">
                <a16:creationId xmlns:a16="http://schemas.microsoft.com/office/drawing/2014/main" id="{39945702-86A4-440F-8EAE-345078CD191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804" b="6188"/>
          <a:stretch/>
        </p:blipFill>
        <p:spPr>
          <a:xfrm>
            <a:off x="2613753" y="3581666"/>
            <a:ext cx="2246939" cy="14383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178D7801-2716-418F-8120-C1D43243C2D9}"/>
                  </a:ext>
                </a:extLst>
              </p:cNvPr>
              <p:cNvSpPr/>
              <p:nvPr/>
            </p:nvSpPr>
            <p:spPr>
              <a:xfrm>
                <a:off x="1357999" y="1258082"/>
                <a:ext cx="1070998" cy="5551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178D7801-2716-418F-8120-C1D43243C2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7999" y="1258082"/>
                <a:ext cx="1070998" cy="5551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B8864137-25E5-4BEB-AFA5-B2B1EACF5554}"/>
                  </a:ext>
                </a:extLst>
              </p:cNvPr>
              <p:cNvSpPr/>
              <p:nvPr/>
            </p:nvSpPr>
            <p:spPr>
              <a:xfrm>
                <a:off x="3557208" y="2788021"/>
                <a:ext cx="57163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B8864137-25E5-4BEB-AFA5-B2B1EACF55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7208" y="2788021"/>
                <a:ext cx="571631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直線單箭頭接點 66">
            <a:extLst>
              <a:ext uri="{FF2B5EF4-FFF2-40B4-BE49-F238E27FC236}">
                <a16:creationId xmlns:a16="http://schemas.microsoft.com/office/drawing/2014/main" id="{08B4719D-FB3D-4053-ADB0-7A75F5E6F383}"/>
              </a:ext>
            </a:extLst>
          </p:cNvPr>
          <p:cNvCxnSpPr>
            <a:cxnSpLocks/>
          </p:cNvCxnSpPr>
          <p:nvPr/>
        </p:nvCxnSpPr>
        <p:spPr>
          <a:xfrm flipV="1">
            <a:off x="3454866" y="3147256"/>
            <a:ext cx="718958" cy="1871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單箭頭接點 67">
            <a:extLst>
              <a:ext uri="{FF2B5EF4-FFF2-40B4-BE49-F238E27FC236}">
                <a16:creationId xmlns:a16="http://schemas.microsoft.com/office/drawing/2014/main" id="{C11AC555-F7EE-4268-B690-9C79C14EABF0}"/>
              </a:ext>
            </a:extLst>
          </p:cNvPr>
          <p:cNvCxnSpPr>
            <a:cxnSpLocks/>
          </p:cNvCxnSpPr>
          <p:nvPr/>
        </p:nvCxnSpPr>
        <p:spPr>
          <a:xfrm flipH="1" flipV="1">
            <a:off x="3064494" y="2961376"/>
            <a:ext cx="389822" cy="3757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09B30CEC-26DC-449D-86DB-C2297B3CC1F9}"/>
                  </a:ext>
                </a:extLst>
              </p:cNvPr>
              <p:cNvSpPr/>
              <p:nvPr/>
            </p:nvSpPr>
            <p:spPr>
              <a:xfrm>
                <a:off x="4123324" y="2970861"/>
                <a:ext cx="38638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dirty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09B30CEC-26DC-449D-86DB-C2297B3CC1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3324" y="2970861"/>
                <a:ext cx="386388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2EC834AE-AB42-4EEE-9ED7-7E785816D999}"/>
                  </a:ext>
                </a:extLst>
              </p:cNvPr>
              <p:cNvSpPr/>
              <p:nvPr/>
            </p:nvSpPr>
            <p:spPr>
              <a:xfrm>
                <a:off x="2787762" y="2707261"/>
                <a:ext cx="39100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dirty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2EC834AE-AB42-4EEE-9ED7-7E785816D9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762" y="2707261"/>
                <a:ext cx="391004" cy="400110"/>
              </a:xfrm>
              <a:prstGeom prst="rect">
                <a:avLst/>
              </a:prstGeom>
              <a:blipFill>
                <a:blip r:embed="rId7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3CDA9FBC-47B5-4E7F-8853-D819D057A7DC}"/>
                  </a:ext>
                </a:extLst>
              </p:cNvPr>
              <p:cNvSpPr/>
              <p:nvPr/>
            </p:nvSpPr>
            <p:spPr>
              <a:xfrm>
                <a:off x="2878440" y="1264808"/>
                <a:ext cx="2148409" cy="5280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3CDA9FBC-47B5-4E7F-8853-D819D057A7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8440" y="1264808"/>
                <a:ext cx="2148409" cy="52803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90CD22A6-3BBC-461B-8CFA-68ABBF7B4265}"/>
                  </a:ext>
                </a:extLst>
              </p:cNvPr>
              <p:cNvSpPr/>
              <p:nvPr/>
            </p:nvSpPr>
            <p:spPr>
              <a:xfrm>
                <a:off x="-15673" y="2545854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90CD22A6-3BBC-461B-8CFA-68ABBF7B42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673" y="2545854"/>
                <a:ext cx="905761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947A0BF5-ADA7-4CA8-B511-FAEB9B1C3125}"/>
                  </a:ext>
                </a:extLst>
              </p:cNvPr>
              <p:cNvSpPr/>
              <p:nvPr/>
            </p:nvSpPr>
            <p:spPr>
              <a:xfrm>
                <a:off x="-41309" y="4072346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947A0BF5-ADA7-4CA8-B511-FAEB9B1C31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1309" y="4072346"/>
                <a:ext cx="963725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4" name="圖片 73">
            <a:extLst>
              <a:ext uri="{FF2B5EF4-FFF2-40B4-BE49-F238E27FC236}">
                <a16:creationId xmlns:a16="http://schemas.microsoft.com/office/drawing/2014/main" id="{E98E170C-C2D0-4B7C-9F4A-BC0421162D1F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84" b="10000"/>
          <a:stretch/>
        </p:blipFill>
        <p:spPr>
          <a:xfrm>
            <a:off x="812882" y="1883741"/>
            <a:ext cx="2021070" cy="316149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934258D9-5FE0-4D5B-968C-94403A6BE435}"/>
                  </a:ext>
                </a:extLst>
              </p:cNvPr>
              <p:cNvSpPr txBox="1"/>
              <p:nvPr/>
            </p:nvSpPr>
            <p:spPr>
              <a:xfrm>
                <a:off x="985024" y="2902885"/>
                <a:ext cx="73469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934258D9-5FE0-4D5B-968C-94403A6BE4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024" y="2902885"/>
                <a:ext cx="734697" cy="400110"/>
              </a:xfrm>
              <a:prstGeom prst="rect">
                <a:avLst/>
              </a:prstGeom>
              <a:blipFill>
                <a:blip r:embed="rId12"/>
                <a:stretch>
                  <a:fillRect r="-833" b="-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8" name="群組 77">
            <a:extLst>
              <a:ext uri="{FF2B5EF4-FFF2-40B4-BE49-F238E27FC236}">
                <a16:creationId xmlns:a16="http://schemas.microsoft.com/office/drawing/2014/main" id="{7C688A0A-8B76-4DC0-97D0-475EE828C4AD}"/>
              </a:ext>
            </a:extLst>
          </p:cNvPr>
          <p:cNvGrpSpPr/>
          <p:nvPr/>
        </p:nvGrpSpPr>
        <p:grpSpPr>
          <a:xfrm>
            <a:off x="1710439" y="2548539"/>
            <a:ext cx="117977" cy="113174"/>
            <a:chOff x="1373392" y="2391862"/>
            <a:chExt cx="479433" cy="476535"/>
          </a:xfrm>
        </p:grpSpPr>
        <p:sp>
          <p:nvSpPr>
            <p:cNvPr id="81" name="箭號: 向右 80">
              <a:extLst>
                <a:ext uri="{FF2B5EF4-FFF2-40B4-BE49-F238E27FC236}">
                  <a16:creationId xmlns:a16="http://schemas.microsoft.com/office/drawing/2014/main" id="{4F374CAF-28C0-440A-AE87-5DE9EA5ABDC4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82" name="箭號: 向右 81">
              <a:extLst>
                <a:ext uri="{FF2B5EF4-FFF2-40B4-BE49-F238E27FC236}">
                  <a16:creationId xmlns:a16="http://schemas.microsoft.com/office/drawing/2014/main" id="{8A99D3E6-D66E-483E-BBB3-40EECCA5EAA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E74278A1-3AB8-4E5A-A5A7-CC193611FEB3}"/>
                  </a:ext>
                </a:extLst>
              </p:cNvPr>
              <p:cNvSpPr txBox="1"/>
              <p:nvPr/>
            </p:nvSpPr>
            <p:spPr>
              <a:xfrm>
                <a:off x="1526281" y="2157595"/>
                <a:ext cx="463025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E74278A1-3AB8-4E5A-A5A7-CC193611F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6281" y="2157595"/>
                <a:ext cx="463025" cy="424283"/>
              </a:xfrm>
              <a:prstGeom prst="rect">
                <a:avLst/>
              </a:prstGeom>
              <a:blipFill>
                <a:blip r:embed="rId13"/>
                <a:stretch>
                  <a:fillRect l="-3947" b="-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F76CCEFB-A4DF-4E2C-8F2C-A9A06B0210C7}"/>
                  </a:ext>
                </a:extLst>
              </p:cNvPr>
              <p:cNvSpPr txBox="1"/>
              <p:nvPr/>
            </p:nvSpPr>
            <p:spPr>
              <a:xfrm>
                <a:off x="1782864" y="2432828"/>
                <a:ext cx="47138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F76CCEFB-A4DF-4E2C-8F2C-A9A06B021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2864" y="2432828"/>
                <a:ext cx="471386" cy="400110"/>
              </a:xfrm>
              <a:prstGeom prst="rect">
                <a:avLst/>
              </a:prstGeom>
              <a:blipFill>
                <a:blip r:embed="rId14"/>
                <a:stretch>
                  <a:fillRect l="-3846" b="-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矩形: 圓角 85">
            <a:extLst>
              <a:ext uri="{FF2B5EF4-FFF2-40B4-BE49-F238E27FC236}">
                <a16:creationId xmlns:a16="http://schemas.microsoft.com/office/drawing/2014/main" id="{5DC4C0D8-3763-48F5-B884-044DC405D1D3}"/>
              </a:ext>
            </a:extLst>
          </p:cNvPr>
          <p:cNvSpPr/>
          <p:nvPr/>
        </p:nvSpPr>
        <p:spPr>
          <a:xfrm>
            <a:off x="4958510" y="1233646"/>
            <a:ext cx="4950000" cy="4028171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矩形: 圓角 86">
            <a:extLst>
              <a:ext uri="{FF2B5EF4-FFF2-40B4-BE49-F238E27FC236}">
                <a16:creationId xmlns:a16="http://schemas.microsoft.com/office/drawing/2014/main" id="{61EF4C23-BE7A-4C30-ABC5-22678108388D}"/>
              </a:ext>
            </a:extLst>
          </p:cNvPr>
          <p:cNvSpPr/>
          <p:nvPr/>
        </p:nvSpPr>
        <p:spPr>
          <a:xfrm>
            <a:off x="5800586" y="1779343"/>
            <a:ext cx="3932177" cy="3340786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矩形 89">
                <a:extLst>
                  <a:ext uri="{FF2B5EF4-FFF2-40B4-BE49-F238E27FC236}">
                    <a16:creationId xmlns:a16="http://schemas.microsoft.com/office/drawing/2014/main" id="{5BF5F099-3A22-4BFC-A027-FC0142CC1E2B}"/>
                  </a:ext>
                </a:extLst>
              </p:cNvPr>
              <p:cNvSpPr/>
              <p:nvPr/>
            </p:nvSpPr>
            <p:spPr>
              <a:xfrm>
                <a:off x="6316509" y="1255417"/>
                <a:ext cx="1070998" cy="5551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90" name="矩形 89">
                <a:extLst>
                  <a:ext uri="{FF2B5EF4-FFF2-40B4-BE49-F238E27FC236}">
                    <a16:creationId xmlns:a16="http://schemas.microsoft.com/office/drawing/2014/main" id="{5BF5F099-3A22-4BFC-A027-FC0142CC1E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6509" y="1255417"/>
                <a:ext cx="1070998" cy="55515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矩形 95">
                <a:extLst>
                  <a:ext uri="{FF2B5EF4-FFF2-40B4-BE49-F238E27FC236}">
                    <a16:creationId xmlns:a16="http://schemas.microsoft.com/office/drawing/2014/main" id="{CDD52277-6DCF-44D8-B79C-3E27229C58B6}"/>
                  </a:ext>
                </a:extLst>
              </p:cNvPr>
              <p:cNvSpPr/>
              <p:nvPr/>
            </p:nvSpPr>
            <p:spPr>
              <a:xfrm>
                <a:off x="7836950" y="1262143"/>
                <a:ext cx="2148409" cy="5280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96" name="矩形 95">
                <a:extLst>
                  <a:ext uri="{FF2B5EF4-FFF2-40B4-BE49-F238E27FC236}">
                    <a16:creationId xmlns:a16="http://schemas.microsoft.com/office/drawing/2014/main" id="{CDD52277-6DCF-44D8-B79C-3E27229C58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6950" y="1262143"/>
                <a:ext cx="2148409" cy="52803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80C9DBED-D1E8-4B52-8CA2-EDF1D80EB61D}"/>
                  </a:ext>
                </a:extLst>
              </p:cNvPr>
              <p:cNvSpPr/>
              <p:nvPr/>
            </p:nvSpPr>
            <p:spPr>
              <a:xfrm>
                <a:off x="4942837" y="2543189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80C9DBED-D1E8-4B52-8CA2-EDF1D80EB6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2837" y="2543189"/>
                <a:ext cx="905761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0FD50C04-E25D-4D95-97E2-6B6058FA2C4E}"/>
                  </a:ext>
                </a:extLst>
              </p:cNvPr>
              <p:cNvSpPr/>
              <p:nvPr/>
            </p:nvSpPr>
            <p:spPr>
              <a:xfrm>
                <a:off x="4917201" y="4069681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0FD50C04-E25D-4D95-97E2-6B6058FA2C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7201" y="4069681"/>
                <a:ext cx="963725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" name="矩形: 圓角 106">
            <a:extLst>
              <a:ext uri="{FF2B5EF4-FFF2-40B4-BE49-F238E27FC236}">
                <a16:creationId xmlns:a16="http://schemas.microsoft.com/office/drawing/2014/main" id="{7DA27A08-93FB-482D-9BD3-3230D7EA929D}"/>
              </a:ext>
            </a:extLst>
          </p:cNvPr>
          <p:cNvSpPr/>
          <p:nvPr/>
        </p:nvSpPr>
        <p:spPr>
          <a:xfrm>
            <a:off x="-7163" y="5873376"/>
            <a:ext cx="4950000" cy="4028171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矩形: 圓角 107">
            <a:extLst>
              <a:ext uri="{FF2B5EF4-FFF2-40B4-BE49-F238E27FC236}">
                <a16:creationId xmlns:a16="http://schemas.microsoft.com/office/drawing/2014/main" id="{5846A9D9-5944-4380-8E66-234F37EB6EE9}"/>
              </a:ext>
            </a:extLst>
          </p:cNvPr>
          <p:cNvSpPr/>
          <p:nvPr/>
        </p:nvSpPr>
        <p:spPr>
          <a:xfrm>
            <a:off x="834913" y="6419073"/>
            <a:ext cx="3932177" cy="3340786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0739E403-493B-4716-A4EF-1A406EB47EB2}"/>
                  </a:ext>
                </a:extLst>
              </p:cNvPr>
              <p:cNvSpPr/>
              <p:nvPr/>
            </p:nvSpPr>
            <p:spPr>
              <a:xfrm>
                <a:off x="1350836" y="5895147"/>
                <a:ext cx="1070998" cy="5551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0739E403-493B-4716-A4EF-1A406EB47E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0836" y="5895147"/>
                <a:ext cx="1070998" cy="55515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矩形 116">
                <a:extLst>
                  <a:ext uri="{FF2B5EF4-FFF2-40B4-BE49-F238E27FC236}">
                    <a16:creationId xmlns:a16="http://schemas.microsoft.com/office/drawing/2014/main" id="{18559E02-FD45-47FF-AFBF-4C061C7AFF54}"/>
                  </a:ext>
                </a:extLst>
              </p:cNvPr>
              <p:cNvSpPr/>
              <p:nvPr/>
            </p:nvSpPr>
            <p:spPr>
              <a:xfrm>
                <a:off x="2871277" y="5901873"/>
                <a:ext cx="2148409" cy="5280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17" name="矩形 116">
                <a:extLst>
                  <a:ext uri="{FF2B5EF4-FFF2-40B4-BE49-F238E27FC236}">
                    <a16:creationId xmlns:a16="http://schemas.microsoft.com/office/drawing/2014/main" id="{18559E02-FD45-47FF-AFBF-4C061C7AFF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1277" y="5901873"/>
                <a:ext cx="2148409" cy="52803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矩形 117">
                <a:extLst>
                  <a:ext uri="{FF2B5EF4-FFF2-40B4-BE49-F238E27FC236}">
                    <a16:creationId xmlns:a16="http://schemas.microsoft.com/office/drawing/2014/main" id="{3CE22E16-71EA-4CEF-BABB-4905FC05CADA}"/>
                  </a:ext>
                </a:extLst>
              </p:cNvPr>
              <p:cNvSpPr/>
              <p:nvPr/>
            </p:nvSpPr>
            <p:spPr>
              <a:xfrm>
                <a:off x="-22836" y="7182919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8" name="矩形 117">
                <a:extLst>
                  <a:ext uri="{FF2B5EF4-FFF2-40B4-BE49-F238E27FC236}">
                    <a16:creationId xmlns:a16="http://schemas.microsoft.com/office/drawing/2014/main" id="{3CE22E16-71EA-4CEF-BABB-4905FC05CA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2836" y="7182919"/>
                <a:ext cx="905761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矩形 118">
                <a:extLst>
                  <a:ext uri="{FF2B5EF4-FFF2-40B4-BE49-F238E27FC236}">
                    <a16:creationId xmlns:a16="http://schemas.microsoft.com/office/drawing/2014/main" id="{D226EA14-5CAD-4B69-AE93-60D257B27393}"/>
                  </a:ext>
                </a:extLst>
              </p:cNvPr>
              <p:cNvSpPr/>
              <p:nvPr/>
            </p:nvSpPr>
            <p:spPr>
              <a:xfrm>
                <a:off x="-48472" y="8709411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9" name="矩形 118">
                <a:extLst>
                  <a:ext uri="{FF2B5EF4-FFF2-40B4-BE49-F238E27FC236}">
                    <a16:creationId xmlns:a16="http://schemas.microsoft.com/office/drawing/2014/main" id="{D226EA14-5CAD-4B69-AE93-60D257B273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8472" y="8709411"/>
                <a:ext cx="963725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7" name="矩形: 圓角 126">
            <a:extLst>
              <a:ext uri="{FF2B5EF4-FFF2-40B4-BE49-F238E27FC236}">
                <a16:creationId xmlns:a16="http://schemas.microsoft.com/office/drawing/2014/main" id="{D72C397B-56F1-4A0B-AB83-AB14833275AE}"/>
              </a:ext>
            </a:extLst>
          </p:cNvPr>
          <p:cNvSpPr/>
          <p:nvPr/>
        </p:nvSpPr>
        <p:spPr>
          <a:xfrm>
            <a:off x="4951347" y="5870711"/>
            <a:ext cx="4950000" cy="4028171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8" name="矩形: 圓角 127">
            <a:extLst>
              <a:ext uri="{FF2B5EF4-FFF2-40B4-BE49-F238E27FC236}">
                <a16:creationId xmlns:a16="http://schemas.microsoft.com/office/drawing/2014/main" id="{3E40BA28-B9B3-4967-98C6-C3DCA47C9B61}"/>
              </a:ext>
            </a:extLst>
          </p:cNvPr>
          <p:cNvSpPr/>
          <p:nvPr/>
        </p:nvSpPr>
        <p:spPr>
          <a:xfrm>
            <a:off x="5793423" y="6416408"/>
            <a:ext cx="3932177" cy="3340786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矩形 130">
                <a:extLst>
                  <a:ext uri="{FF2B5EF4-FFF2-40B4-BE49-F238E27FC236}">
                    <a16:creationId xmlns:a16="http://schemas.microsoft.com/office/drawing/2014/main" id="{17741671-43C6-40A1-A5C7-FA8E70D4A8EF}"/>
                  </a:ext>
                </a:extLst>
              </p:cNvPr>
              <p:cNvSpPr/>
              <p:nvPr/>
            </p:nvSpPr>
            <p:spPr>
              <a:xfrm>
                <a:off x="6309346" y="5892482"/>
                <a:ext cx="1070998" cy="5551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31" name="矩形 130">
                <a:extLst>
                  <a:ext uri="{FF2B5EF4-FFF2-40B4-BE49-F238E27FC236}">
                    <a16:creationId xmlns:a16="http://schemas.microsoft.com/office/drawing/2014/main" id="{17741671-43C6-40A1-A5C7-FA8E70D4A8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9346" y="5892482"/>
                <a:ext cx="1070998" cy="55515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矩形 136">
                <a:extLst>
                  <a:ext uri="{FF2B5EF4-FFF2-40B4-BE49-F238E27FC236}">
                    <a16:creationId xmlns:a16="http://schemas.microsoft.com/office/drawing/2014/main" id="{778139C7-0D2D-4EEB-8A6F-2E9519499325}"/>
                  </a:ext>
                </a:extLst>
              </p:cNvPr>
              <p:cNvSpPr/>
              <p:nvPr/>
            </p:nvSpPr>
            <p:spPr>
              <a:xfrm>
                <a:off x="7829787" y="5899208"/>
                <a:ext cx="2148409" cy="5280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37" name="矩形 136">
                <a:extLst>
                  <a:ext uri="{FF2B5EF4-FFF2-40B4-BE49-F238E27FC236}">
                    <a16:creationId xmlns:a16="http://schemas.microsoft.com/office/drawing/2014/main" id="{778139C7-0D2D-4EEB-8A6F-2E95194993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9787" y="5899208"/>
                <a:ext cx="2148409" cy="52803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D6FE93AA-2001-4A4D-9522-B00D183541CA}"/>
                  </a:ext>
                </a:extLst>
              </p:cNvPr>
              <p:cNvSpPr/>
              <p:nvPr/>
            </p:nvSpPr>
            <p:spPr>
              <a:xfrm>
                <a:off x="4935674" y="7180254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D6FE93AA-2001-4A4D-9522-B00D183541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5674" y="7180254"/>
                <a:ext cx="905761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矩形 138">
                <a:extLst>
                  <a:ext uri="{FF2B5EF4-FFF2-40B4-BE49-F238E27FC236}">
                    <a16:creationId xmlns:a16="http://schemas.microsoft.com/office/drawing/2014/main" id="{F9531753-2C41-42B7-9AC6-4A7E7C12A898}"/>
                  </a:ext>
                </a:extLst>
              </p:cNvPr>
              <p:cNvSpPr/>
              <p:nvPr/>
            </p:nvSpPr>
            <p:spPr>
              <a:xfrm>
                <a:off x="4910038" y="8706746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9" name="矩形 138">
                <a:extLst>
                  <a:ext uri="{FF2B5EF4-FFF2-40B4-BE49-F238E27FC236}">
                    <a16:creationId xmlns:a16="http://schemas.microsoft.com/office/drawing/2014/main" id="{F9531753-2C41-42B7-9AC6-4A7E7C12A8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0038" y="8706746"/>
                <a:ext cx="963725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8" name="圖片 147">
            <a:extLst>
              <a:ext uri="{FF2B5EF4-FFF2-40B4-BE49-F238E27FC236}">
                <a16:creationId xmlns:a16="http://schemas.microsoft.com/office/drawing/2014/main" id="{0AF683EF-DC1A-46BB-BE4A-26ED9236279F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93" b="54478"/>
          <a:stretch/>
        </p:blipFill>
        <p:spPr>
          <a:xfrm>
            <a:off x="7572104" y="1862817"/>
            <a:ext cx="2246400" cy="1448017"/>
          </a:xfrm>
          <a:prstGeom prst="rect">
            <a:avLst/>
          </a:prstGeom>
        </p:spPr>
      </p:pic>
      <p:pic>
        <p:nvPicPr>
          <p:cNvPr id="149" name="圖片 148">
            <a:extLst>
              <a:ext uri="{FF2B5EF4-FFF2-40B4-BE49-F238E27FC236}">
                <a16:creationId xmlns:a16="http://schemas.microsoft.com/office/drawing/2014/main" id="{F943ED23-3740-49E3-A7EA-55D2C2040E6A}"/>
              </a:ext>
            </a:extLst>
          </p:cNvPr>
          <p:cNvPicPr>
            <a:picLocks noChangeAspect="1"/>
          </p:cNvPicPr>
          <p:nvPr/>
        </p:nvPicPr>
        <p:blipFill rotWithShape="1">
          <a:blip r:embed="rId2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148" b="9630"/>
          <a:stretch/>
        </p:blipFill>
        <p:spPr>
          <a:xfrm>
            <a:off x="5774028" y="1896096"/>
            <a:ext cx="2019600" cy="3165604"/>
          </a:xfrm>
          <a:prstGeom prst="rect">
            <a:avLst/>
          </a:prstGeom>
        </p:spPr>
      </p:pic>
      <p:pic>
        <p:nvPicPr>
          <p:cNvPr id="150" name="圖片 149">
            <a:extLst>
              <a:ext uri="{FF2B5EF4-FFF2-40B4-BE49-F238E27FC236}">
                <a16:creationId xmlns:a16="http://schemas.microsoft.com/office/drawing/2014/main" id="{E60AD9D3-5D98-49D9-84C3-A77B77FC1378}"/>
              </a:ext>
            </a:extLst>
          </p:cNvPr>
          <p:cNvPicPr>
            <a:picLocks noChangeAspect="1"/>
          </p:cNvPicPr>
          <p:nvPr/>
        </p:nvPicPr>
        <p:blipFill rotWithShape="1">
          <a:blip r:embed="rId2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950" b="6319"/>
          <a:stretch/>
        </p:blipFill>
        <p:spPr>
          <a:xfrm>
            <a:off x="7569257" y="3626073"/>
            <a:ext cx="2246400" cy="1380667"/>
          </a:xfrm>
          <a:prstGeom prst="rect">
            <a:avLst/>
          </a:prstGeom>
        </p:spPr>
      </p:pic>
      <p:pic>
        <p:nvPicPr>
          <p:cNvPr id="151" name="圖片 150">
            <a:extLst>
              <a:ext uri="{FF2B5EF4-FFF2-40B4-BE49-F238E27FC236}">
                <a16:creationId xmlns:a16="http://schemas.microsoft.com/office/drawing/2014/main" id="{8C84E35F-BCC2-45E3-9DB6-43CE5D7DBF00}"/>
              </a:ext>
            </a:extLst>
          </p:cNvPr>
          <p:cNvPicPr>
            <a:picLocks noChangeAspect="1"/>
          </p:cNvPicPr>
          <p:nvPr/>
        </p:nvPicPr>
        <p:blipFill rotWithShape="1">
          <a:blip r:embed="rId3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83" b="52601"/>
          <a:stretch/>
        </p:blipFill>
        <p:spPr>
          <a:xfrm>
            <a:off x="2611463" y="6440722"/>
            <a:ext cx="2246400" cy="1595676"/>
          </a:xfrm>
          <a:prstGeom prst="rect">
            <a:avLst/>
          </a:prstGeom>
        </p:spPr>
      </p:pic>
      <p:pic>
        <p:nvPicPr>
          <p:cNvPr id="152" name="圖片 151">
            <a:extLst>
              <a:ext uri="{FF2B5EF4-FFF2-40B4-BE49-F238E27FC236}">
                <a16:creationId xmlns:a16="http://schemas.microsoft.com/office/drawing/2014/main" id="{9F6B631C-71C0-4B7F-A74F-868F25176BFD}"/>
              </a:ext>
            </a:extLst>
          </p:cNvPr>
          <p:cNvPicPr>
            <a:picLocks noChangeAspect="1"/>
          </p:cNvPicPr>
          <p:nvPr/>
        </p:nvPicPr>
        <p:blipFill rotWithShape="1">
          <a:blip r:embed="rId3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682" b="10546"/>
          <a:stretch/>
        </p:blipFill>
        <p:spPr>
          <a:xfrm>
            <a:off x="808045" y="6509598"/>
            <a:ext cx="2019600" cy="3136719"/>
          </a:xfrm>
          <a:prstGeom prst="rect">
            <a:avLst/>
          </a:prstGeom>
        </p:spPr>
      </p:pic>
      <p:sp>
        <p:nvSpPr>
          <p:cNvPr id="153" name="矩形 152">
            <a:extLst>
              <a:ext uri="{FF2B5EF4-FFF2-40B4-BE49-F238E27FC236}">
                <a16:creationId xmlns:a16="http://schemas.microsoft.com/office/drawing/2014/main" id="{BFB7CE11-E7D2-4C9F-BF66-3D140502646A}"/>
              </a:ext>
            </a:extLst>
          </p:cNvPr>
          <p:cNvSpPr/>
          <p:nvPr/>
        </p:nvSpPr>
        <p:spPr>
          <a:xfrm>
            <a:off x="1185643" y="8597798"/>
            <a:ext cx="1096724" cy="627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EE27C5D0-F1CC-40FE-BFC8-0813FDC35426}"/>
              </a:ext>
            </a:extLst>
          </p:cNvPr>
          <p:cNvSpPr/>
          <p:nvPr/>
        </p:nvSpPr>
        <p:spPr>
          <a:xfrm>
            <a:off x="3254706" y="8539974"/>
            <a:ext cx="1096724" cy="627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5" name="圖片 154">
            <a:extLst>
              <a:ext uri="{FF2B5EF4-FFF2-40B4-BE49-F238E27FC236}">
                <a16:creationId xmlns:a16="http://schemas.microsoft.com/office/drawing/2014/main" id="{A0273641-4D01-4DE3-823F-622661EA125F}"/>
              </a:ext>
            </a:extLst>
          </p:cNvPr>
          <p:cNvPicPr>
            <a:picLocks noChangeAspect="1"/>
          </p:cNvPicPr>
          <p:nvPr/>
        </p:nvPicPr>
        <p:blipFill rotWithShape="1">
          <a:blip r:embed="rId3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100" b="5170"/>
          <a:stretch/>
        </p:blipFill>
        <p:spPr>
          <a:xfrm>
            <a:off x="7563816" y="8224671"/>
            <a:ext cx="2246400" cy="1470467"/>
          </a:xfrm>
          <a:prstGeom prst="rect">
            <a:avLst/>
          </a:prstGeom>
        </p:spPr>
      </p:pic>
      <p:pic>
        <p:nvPicPr>
          <p:cNvPr id="156" name="圖片 155">
            <a:extLst>
              <a:ext uri="{FF2B5EF4-FFF2-40B4-BE49-F238E27FC236}">
                <a16:creationId xmlns:a16="http://schemas.microsoft.com/office/drawing/2014/main" id="{46DDE56D-F31C-4881-A467-666B7925A253}"/>
              </a:ext>
            </a:extLst>
          </p:cNvPr>
          <p:cNvPicPr>
            <a:picLocks noChangeAspect="1"/>
          </p:cNvPicPr>
          <p:nvPr/>
        </p:nvPicPr>
        <p:blipFill rotWithShape="1">
          <a:blip r:embed="rId3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07" b="9415"/>
          <a:stretch/>
        </p:blipFill>
        <p:spPr>
          <a:xfrm>
            <a:off x="5768707" y="6517732"/>
            <a:ext cx="2019600" cy="3199280"/>
          </a:xfrm>
          <a:prstGeom prst="rect">
            <a:avLst/>
          </a:prstGeom>
        </p:spPr>
      </p:pic>
      <p:sp>
        <p:nvSpPr>
          <p:cNvPr id="157" name="矩形 156">
            <a:extLst>
              <a:ext uri="{FF2B5EF4-FFF2-40B4-BE49-F238E27FC236}">
                <a16:creationId xmlns:a16="http://schemas.microsoft.com/office/drawing/2014/main" id="{BAE8BA80-BDDA-48DF-B11B-F9823432759B}"/>
              </a:ext>
            </a:extLst>
          </p:cNvPr>
          <p:cNvSpPr/>
          <p:nvPr/>
        </p:nvSpPr>
        <p:spPr>
          <a:xfrm>
            <a:off x="5992576" y="6939548"/>
            <a:ext cx="139662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970E3C45-BA55-4040-8281-3542D7214478}"/>
              </a:ext>
            </a:extLst>
          </p:cNvPr>
          <p:cNvSpPr/>
          <p:nvPr/>
        </p:nvSpPr>
        <p:spPr>
          <a:xfrm>
            <a:off x="8046513" y="6939548"/>
            <a:ext cx="139662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矩形: 圓角 48">
                <a:extLst>
                  <a:ext uri="{FF2B5EF4-FFF2-40B4-BE49-F238E27FC236}">
                    <a16:creationId xmlns:a16="http://schemas.microsoft.com/office/drawing/2014/main" id="{16782163-D549-4658-B681-1624D52CF2B0}"/>
                  </a:ext>
                </a:extLst>
              </p:cNvPr>
              <p:cNvSpPr/>
              <p:nvPr/>
            </p:nvSpPr>
            <p:spPr>
              <a:xfrm>
                <a:off x="4956000" y="5330731"/>
                <a:ext cx="1702800" cy="604800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2000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2000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𝑖</m:t>
                      </m:r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9" name="矩形: 圓角 48">
                <a:extLst>
                  <a:ext uri="{FF2B5EF4-FFF2-40B4-BE49-F238E27FC236}">
                    <a16:creationId xmlns:a16="http://schemas.microsoft.com/office/drawing/2014/main" id="{16782163-D549-4658-B681-1624D52CF2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6000" y="5330731"/>
                <a:ext cx="1702800" cy="604800"/>
              </a:xfrm>
              <a:prstGeom prst="roundRect">
                <a:avLst>
                  <a:gd name="adj" fmla="val 13546"/>
                </a:avLst>
              </a:prstGeom>
              <a:blipFill>
                <a:blip r:embed="rId34"/>
                <a:stretch>
                  <a:fillRect r="-12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: 圓角 24">
                <a:extLst>
                  <a:ext uri="{FF2B5EF4-FFF2-40B4-BE49-F238E27FC236}">
                    <a16:creationId xmlns:a16="http://schemas.microsoft.com/office/drawing/2014/main" id="{CEC40CB2-A1BD-4A66-96C7-4BC48FD7A79D}"/>
                  </a:ext>
                </a:extLst>
              </p:cNvPr>
              <p:cNvSpPr/>
              <p:nvPr/>
            </p:nvSpPr>
            <p:spPr>
              <a:xfrm>
                <a:off x="3000" y="5330731"/>
                <a:ext cx="1702800" cy="604800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2000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2000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𝑖</m:t>
                      </m:r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矩形: 圓角 24">
                <a:extLst>
                  <a:ext uri="{FF2B5EF4-FFF2-40B4-BE49-F238E27FC236}">
                    <a16:creationId xmlns:a16="http://schemas.microsoft.com/office/drawing/2014/main" id="{CEC40CB2-A1BD-4A66-96C7-4BC48FD7A7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0" y="5330731"/>
                <a:ext cx="1702800" cy="604800"/>
              </a:xfrm>
              <a:prstGeom prst="roundRect">
                <a:avLst>
                  <a:gd name="adj" fmla="val 13546"/>
                </a:avLst>
              </a:prstGeom>
              <a:blipFill>
                <a:blip r:embed="rId35"/>
                <a:stretch>
                  <a:fillRect r="-1281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矩形: 圓角 55">
                <a:extLst>
                  <a:ext uri="{FF2B5EF4-FFF2-40B4-BE49-F238E27FC236}">
                    <a16:creationId xmlns:a16="http://schemas.microsoft.com/office/drawing/2014/main" id="{648483D5-B90C-497C-A957-8DD87AD9DEE4}"/>
                  </a:ext>
                </a:extLst>
              </p:cNvPr>
              <p:cNvSpPr/>
              <p:nvPr/>
            </p:nvSpPr>
            <p:spPr>
              <a:xfrm>
                <a:off x="4956000" y="695233"/>
                <a:ext cx="1702800" cy="604800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2000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2000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6" name="矩形: 圓角 55">
                <a:extLst>
                  <a:ext uri="{FF2B5EF4-FFF2-40B4-BE49-F238E27FC236}">
                    <a16:creationId xmlns:a16="http://schemas.microsoft.com/office/drawing/2014/main" id="{648483D5-B90C-497C-A957-8DD87AD9DE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6000" y="695233"/>
                <a:ext cx="1702800" cy="604800"/>
              </a:xfrm>
              <a:prstGeom prst="roundRect">
                <a:avLst>
                  <a:gd name="adj" fmla="val 13546"/>
                </a:avLst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矩形: 圓角 76">
                <a:extLst>
                  <a:ext uri="{FF2B5EF4-FFF2-40B4-BE49-F238E27FC236}">
                    <a16:creationId xmlns:a16="http://schemas.microsoft.com/office/drawing/2014/main" id="{C20D6C90-D565-43BD-81B8-ABB4F5D15ABC}"/>
                  </a:ext>
                </a:extLst>
              </p:cNvPr>
              <p:cNvSpPr/>
              <p:nvPr/>
            </p:nvSpPr>
            <p:spPr>
              <a:xfrm>
                <a:off x="3000" y="695841"/>
                <a:ext cx="1702800" cy="604800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2000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2000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7" name="矩形: 圓角 76">
                <a:extLst>
                  <a:ext uri="{FF2B5EF4-FFF2-40B4-BE49-F238E27FC236}">
                    <a16:creationId xmlns:a16="http://schemas.microsoft.com/office/drawing/2014/main" id="{C20D6C90-D565-43BD-81B8-ABB4F5D15A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0" y="695841"/>
                <a:ext cx="1702800" cy="604800"/>
              </a:xfrm>
              <a:prstGeom prst="roundRect">
                <a:avLst>
                  <a:gd name="adj" fmla="val 13546"/>
                </a:avLst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4921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: 圓角 34">
            <a:extLst>
              <a:ext uri="{FF2B5EF4-FFF2-40B4-BE49-F238E27FC236}">
                <a16:creationId xmlns:a16="http://schemas.microsoft.com/office/drawing/2014/main" id="{B14FA9F0-26E3-4C73-9AC2-55EDFD7CAB0F}"/>
              </a:ext>
            </a:extLst>
          </p:cNvPr>
          <p:cNvSpPr/>
          <p:nvPr/>
        </p:nvSpPr>
        <p:spPr>
          <a:xfrm>
            <a:off x="2602493" y="4652748"/>
            <a:ext cx="4458717" cy="1741367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73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3" name="圖片 32">
            <a:extLst>
              <a:ext uri="{FF2B5EF4-FFF2-40B4-BE49-F238E27FC236}">
                <a16:creationId xmlns:a16="http://schemas.microsoft.com/office/drawing/2014/main" id="{18E07411-13AE-478D-9583-97ADCA5F4F2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61" t="11602" r="1805" b="64731"/>
          <a:stretch/>
        </p:blipFill>
        <p:spPr>
          <a:xfrm>
            <a:off x="4960629" y="4711158"/>
            <a:ext cx="2019301" cy="16230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D6F5646F-0002-4001-A629-B6BB260688C8}"/>
                  </a:ext>
                </a:extLst>
              </p:cNvPr>
              <p:cNvSpPr/>
              <p:nvPr/>
            </p:nvSpPr>
            <p:spPr>
              <a:xfrm>
                <a:off x="3140160" y="5231555"/>
                <a:ext cx="1892249" cy="5005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</m:d>
                              <m:sSup>
                                <m:sSupPr>
                                  <m:ctrlP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  <m:sSub>
                                    <m:sSub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D6F5646F-0002-4001-A629-B6BB260688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0160" y="5231555"/>
                <a:ext cx="1892249" cy="5005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4C4885D9-81F0-4105-B2AD-A49F2CCADE20}"/>
                  </a:ext>
                </a:extLst>
              </p:cNvPr>
              <p:cNvSpPr txBox="1"/>
              <p:nvPr/>
            </p:nvSpPr>
            <p:spPr>
              <a:xfrm>
                <a:off x="4923749" y="5829534"/>
                <a:ext cx="83059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4C4885D9-81F0-4105-B2AD-A49F2CCADE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3749" y="5829534"/>
                <a:ext cx="830594" cy="400110"/>
              </a:xfrm>
              <a:prstGeom prst="rect">
                <a:avLst/>
              </a:prstGeom>
              <a:blipFill>
                <a:blip r:embed="rId4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群組 21">
            <a:extLst>
              <a:ext uri="{FF2B5EF4-FFF2-40B4-BE49-F238E27FC236}">
                <a16:creationId xmlns:a16="http://schemas.microsoft.com/office/drawing/2014/main" id="{C81BC7C2-E257-4F42-9817-26DF68AFD2E9}"/>
              </a:ext>
            </a:extLst>
          </p:cNvPr>
          <p:cNvGrpSpPr/>
          <p:nvPr/>
        </p:nvGrpSpPr>
        <p:grpSpPr>
          <a:xfrm>
            <a:off x="5546432" y="4986964"/>
            <a:ext cx="666253" cy="711268"/>
            <a:chOff x="6394099" y="1329789"/>
            <a:chExt cx="1805559" cy="1927549"/>
          </a:xfrm>
        </p:grpSpPr>
        <p:grpSp>
          <p:nvGrpSpPr>
            <p:cNvPr id="23" name="群組 22">
              <a:extLst>
                <a:ext uri="{FF2B5EF4-FFF2-40B4-BE49-F238E27FC236}">
                  <a16:creationId xmlns:a16="http://schemas.microsoft.com/office/drawing/2014/main" id="{B31EA4FA-38D3-4AE2-A4C3-9A0D34FF1D74}"/>
                </a:ext>
              </a:extLst>
            </p:cNvPr>
            <p:cNvGrpSpPr/>
            <p:nvPr/>
          </p:nvGrpSpPr>
          <p:grpSpPr>
            <a:xfrm>
              <a:off x="6929132" y="2420541"/>
              <a:ext cx="361452" cy="346736"/>
              <a:chOff x="1373392" y="2391862"/>
              <a:chExt cx="479433" cy="476535"/>
            </a:xfrm>
          </p:grpSpPr>
          <p:sp>
            <p:nvSpPr>
              <p:cNvPr id="26" name="箭號: 向右 25">
                <a:extLst>
                  <a:ext uri="{FF2B5EF4-FFF2-40B4-BE49-F238E27FC236}">
                    <a16:creationId xmlns:a16="http://schemas.microsoft.com/office/drawing/2014/main" id="{5CA7BE29-053C-470C-B9B9-1422568F30AE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箭號: 向右 26">
                <a:extLst>
                  <a:ext uri="{FF2B5EF4-FFF2-40B4-BE49-F238E27FC236}">
                    <a16:creationId xmlns:a16="http://schemas.microsoft.com/office/drawing/2014/main" id="{C202A97D-E1F0-449A-B047-679C78A2FCD5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AB3E3F81-A9C7-465C-A831-82ADA76646C5}"/>
                    </a:ext>
                  </a:extLst>
                </p:cNvPr>
                <p:cNvSpPr txBox="1"/>
                <p:nvPr/>
              </p:nvSpPr>
              <p:spPr>
                <a:xfrm>
                  <a:off x="6394099" y="1329789"/>
                  <a:ext cx="1418593" cy="11498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AB3E3F81-A9C7-465C-A831-82ADA76646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4099" y="1329789"/>
                  <a:ext cx="1418593" cy="1149815"/>
                </a:xfrm>
                <a:prstGeom prst="rect">
                  <a:avLst/>
                </a:prstGeom>
                <a:blipFill>
                  <a:blip r:embed="rId5"/>
                  <a:stretch>
                    <a:fillRect b="-579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C15B01A4-773F-4E0F-88DB-CAE29AAE6CAB}"/>
                    </a:ext>
                  </a:extLst>
                </p:cNvPr>
                <p:cNvSpPr txBox="1"/>
                <p:nvPr/>
              </p:nvSpPr>
              <p:spPr>
                <a:xfrm>
                  <a:off x="7131569" y="2173033"/>
                  <a:ext cx="1068089" cy="108430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C15B01A4-773F-4E0F-88DB-CAE29AAE6C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31569" y="2173033"/>
                  <a:ext cx="1068089" cy="1084305"/>
                </a:xfrm>
                <a:prstGeom prst="rect">
                  <a:avLst/>
                </a:prstGeom>
                <a:blipFill>
                  <a:blip r:embed="rId6"/>
                  <a:stretch>
                    <a:fillRect l="-4615" r="-4615" b="-923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964347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92" y="2847242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80" y="3948733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" name="圖片 29">
            <a:extLst>
              <a:ext uri="{FF2B5EF4-FFF2-40B4-BE49-F238E27FC236}">
                <a16:creationId xmlns:a16="http://schemas.microsoft.com/office/drawing/2014/main" id="{81B59435-8FC3-4B19-938B-26A9132AE18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455" b="9750"/>
          <a:stretch/>
        </p:blipFill>
        <p:spPr>
          <a:xfrm>
            <a:off x="3145321" y="4062500"/>
            <a:ext cx="2286000" cy="362063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/>
              <p:nvPr/>
            </p:nvSpPr>
            <p:spPr>
              <a:xfrm>
                <a:off x="3780324" y="3086678"/>
                <a:ext cx="1070293" cy="5557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0324" y="3086678"/>
                <a:ext cx="1070293" cy="5557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C42304A2-A81D-4C9B-820C-A78A3C2A6027}"/>
                  </a:ext>
                </a:extLst>
              </p:cNvPr>
              <p:cNvSpPr/>
              <p:nvPr/>
            </p:nvSpPr>
            <p:spPr>
              <a:xfrm>
                <a:off x="6319484" y="5193728"/>
                <a:ext cx="57163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C42304A2-A81D-4C9B-820C-A78A3C2A60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9484" y="5193728"/>
                <a:ext cx="571630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874BB4B9-3647-41B7-863B-BA4D9B79618C}"/>
              </a:ext>
            </a:extLst>
          </p:cNvPr>
          <p:cNvCxnSpPr>
            <a:cxnSpLocks/>
          </p:cNvCxnSpPr>
          <p:nvPr/>
        </p:nvCxnSpPr>
        <p:spPr>
          <a:xfrm flipV="1">
            <a:off x="6131995" y="5520895"/>
            <a:ext cx="812800" cy="2115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C9887D0E-0A07-4759-90BA-97FE7DA61E98}"/>
              </a:ext>
            </a:extLst>
          </p:cNvPr>
          <p:cNvCxnSpPr>
            <a:cxnSpLocks/>
          </p:cNvCxnSpPr>
          <p:nvPr/>
        </p:nvCxnSpPr>
        <p:spPr>
          <a:xfrm flipH="1" flipV="1">
            <a:off x="5690670" y="5310753"/>
            <a:ext cx="440704" cy="4247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266E4083-7EF8-4F99-8729-2E33CCDF4766}"/>
                  </a:ext>
                </a:extLst>
              </p:cNvPr>
              <p:cNvSpPr/>
              <p:nvPr/>
            </p:nvSpPr>
            <p:spPr>
              <a:xfrm>
                <a:off x="6887704" y="5321466"/>
                <a:ext cx="38638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dirty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266E4083-7EF8-4F99-8729-2E33CCDF47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7704" y="5321466"/>
                <a:ext cx="386388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158268A8-BFBD-4526-B3F2-F24B349B2268}"/>
                  </a:ext>
                </a:extLst>
              </p:cNvPr>
              <p:cNvSpPr/>
              <p:nvPr/>
            </p:nvSpPr>
            <p:spPr>
              <a:xfrm>
                <a:off x="5413711" y="5095248"/>
                <a:ext cx="39100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dirty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158268A8-BFBD-4526-B3F2-F24B349B22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3711" y="5095248"/>
                <a:ext cx="391004" cy="400110"/>
              </a:xfrm>
              <a:prstGeom prst="rect">
                <a:avLst/>
              </a:prstGeom>
              <a:blipFill>
                <a:blip r:embed="rId6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/>
              <p:nvPr/>
            </p:nvSpPr>
            <p:spPr>
              <a:xfrm>
                <a:off x="5540664" y="2926010"/>
                <a:ext cx="2071657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1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0664" y="2926010"/>
                <a:ext cx="2071657" cy="95135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84" y="4812270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84" y="4812270"/>
                <a:ext cx="905761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802" y="6667227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802" y="6667227"/>
                <a:ext cx="963725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4C4885D9-81F0-4105-B2AD-A49F2CCADE20}"/>
                  </a:ext>
                </a:extLst>
              </p:cNvPr>
              <p:cNvSpPr txBox="1"/>
              <p:nvPr/>
            </p:nvSpPr>
            <p:spPr>
              <a:xfrm>
                <a:off x="3339776" y="5284102"/>
                <a:ext cx="83059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4C4885D9-81F0-4105-B2AD-A49F2CCADE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9776" y="5284102"/>
                <a:ext cx="830594" cy="400110"/>
              </a:xfrm>
              <a:prstGeom prst="rect">
                <a:avLst/>
              </a:prstGeom>
              <a:blipFill>
                <a:blip r:embed="rId10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群組 21">
            <a:extLst>
              <a:ext uri="{FF2B5EF4-FFF2-40B4-BE49-F238E27FC236}">
                <a16:creationId xmlns:a16="http://schemas.microsoft.com/office/drawing/2014/main" id="{C81BC7C2-E257-4F42-9817-26DF68AFD2E9}"/>
              </a:ext>
            </a:extLst>
          </p:cNvPr>
          <p:cNvGrpSpPr/>
          <p:nvPr/>
        </p:nvGrpSpPr>
        <p:grpSpPr>
          <a:xfrm>
            <a:off x="3962459" y="4441532"/>
            <a:ext cx="666253" cy="711268"/>
            <a:chOff x="6394099" y="1329789"/>
            <a:chExt cx="1805559" cy="1927549"/>
          </a:xfrm>
        </p:grpSpPr>
        <p:grpSp>
          <p:nvGrpSpPr>
            <p:cNvPr id="23" name="群組 22">
              <a:extLst>
                <a:ext uri="{FF2B5EF4-FFF2-40B4-BE49-F238E27FC236}">
                  <a16:creationId xmlns:a16="http://schemas.microsoft.com/office/drawing/2014/main" id="{B31EA4FA-38D3-4AE2-A4C3-9A0D34FF1D74}"/>
                </a:ext>
              </a:extLst>
            </p:cNvPr>
            <p:cNvGrpSpPr/>
            <p:nvPr/>
          </p:nvGrpSpPr>
          <p:grpSpPr>
            <a:xfrm>
              <a:off x="6929132" y="2420541"/>
              <a:ext cx="361452" cy="346736"/>
              <a:chOff x="1373392" y="2391862"/>
              <a:chExt cx="479433" cy="476535"/>
            </a:xfrm>
          </p:grpSpPr>
          <p:sp>
            <p:nvSpPr>
              <p:cNvPr id="26" name="箭號: 向右 25">
                <a:extLst>
                  <a:ext uri="{FF2B5EF4-FFF2-40B4-BE49-F238E27FC236}">
                    <a16:creationId xmlns:a16="http://schemas.microsoft.com/office/drawing/2014/main" id="{5CA7BE29-053C-470C-B9B9-1422568F30AE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箭號: 向右 26">
                <a:extLst>
                  <a:ext uri="{FF2B5EF4-FFF2-40B4-BE49-F238E27FC236}">
                    <a16:creationId xmlns:a16="http://schemas.microsoft.com/office/drawing/2014/main" id="{C202A97D-E1F0-449A-B047-679C78A2FCD5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AB3E3F81-A9C7-465C-A831-82ADA76646C5}"/>
                    </a:ext>
                  </a:extLst>
                </p:cNvPr>
                <p:cNvSpPr txBox="1"/>
                <p:nvPr/>
              </p:nvSpPr>
              <p:spPr>
                <a:xfrm>
                  <a:off x="6394099" y="1329789"/>
                  <a:ext cx="1418593" cy="11498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AB3E3F81-A9C7-465C-A831-82ADA76646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4099" y="1329789"/>
                  <a:ext cx="1418593" cy="1149815"/>
                </a:xfrm>
                <a:prstGeom prst="rect">
                  <a:avLst/>
                </a:prstGeom>
                <a:blipFill>
                  <a:blip r:embed="rId11"/>
                  <a:stretch>
                    <a:fillRect b="-571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C15B01A4-773F-4E0F-88DB-CAE29AAE6CAB}"/>
                    </a:ext>
                  </a:extLst>
                </p:cNvPr>
                <p:cNvSpPr txBox="1"/>
                <p:nvPr/>
              </p:nvSpPr>
              <p:spPr>
                <a:xfrm>
                  <a:off x="7131569" y="2173033"/>
                  <a:ext cx="1068089" cy="108430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C15B01A4-773F-4E0F-88DB-CAE29AAE6C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31569" y="2173033"/>
                  <a:ext cx="1068089" cy="1084305"/>
                </a:xfrm>
                <a:prstGeom prst="rect">
                  <a:avLst/>
                </a:prstGeom>
                <a:blipFill>
                  <a:blip r:embed="rId12"/>
                  <a:stretch>
                    <a:fillRect l="-4688" r="-6250" b="-909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3" name="圖片 2">
            <a:extLst>
              <a:ext uri="{FF2B5EF4-FFF2-40B4-BE49-F238E27FC236}">
                <a16:creationId xmlns:a16="http://schemas.microsoft.com/office/drawing/2014/main" id="{86B63965-41C2-4D73-9AF9-749616C92124}"/>
              </a:ext>
            </a:extLst>
          </p:cNvPr>
          <p:cNvPicPr>
            <a:picLocks noChangeAspect="1"/>
          </p:cNvPicPr>
          <p:nvPr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1972" y="3231111"/>
            <a:ext cx="2246400" cy="4494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081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92" y="2847242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80" y="3948733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84" y="4812270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84" y="4812270"/>
                <a:ext cx="905761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802" y="6667227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802" y="6667227"/>
                <a:ext cx="963725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22B65F26-8A9E-42E3-9ADD-CA5BA2821178}"/>
                  </a:ext>
                </a:extLst>
              </p:cNvPr>
              <p:cNvSpPr/>
              <p:nvPr/>
            </p:nvSpPr>
            <p:spPr>
              <a:xfrm>
                <a:off x="3773325" y="3086678"/>
                <a:ext cx="1077282" cy="611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22B65F26-8A9E-42E3-9ADD-CA5BA28211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3325" y="3086678"/>
                <a:ext cx="1077282" cy="6115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8CCAF30D-3D81-4DEE-B63D-A904AA33F651}"/>
                  </a:ext>
                </a:extLst>
              </p:cNvPr>
              <p:cNvSpPr/>
              <p:nvPr/>
            </p:nvSpPr>
            <p:spPr>
              <a:xfrm>
                <a:off x="5540656" y="2926010"/>
                <a:ext cx="2076466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1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8CCAF30D-3D81-4DEE-B63D-A904AA33F6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0656" y="2926010"/>
                <a:ext cx="2076466" cy="9513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圖片 15">
            <a:extLst>
              <a:ext uri="{FF2B5EF4-FFF2-40B4-BE49-F238E27FC236}">
                <a16:creationId xmlns:a16="http://schemas.microsoft.com/office/drawing/2014/main" id="{3949826F-3815-41AA-BFA4-CAD92015C46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312" b="10438"/>
          <a:stretch/>
        </p:blipFill>
        <p:spPr>
          <a:xfrm>
            <a:off x="3141245" y="4113798"/>
            <a:ext cx="2286000" cy="3514726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4ECF59F8-99AB-4B29-91A4-EFDEDDBA9798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7833" y="3152648"/>
            <a:ext cx="2246400" cy="4494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330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92" y="2847242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80" y="3948733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AA4C4960-B250-4BC2-AE5E-CE7A7142A06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27" b="10506"/>
          <a:stretch/>
        </p:blipFill>
        <p:spPr>
          <a:xfrm>
            <a:off x="3148582" y="4078203"/>
            <a:ext cx="2286000" cy="35433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/>
              <p:nvPr/>
            </p:nvSpPr>
            <p:spPr>
              <a:xfrm>
                <a:off x="3457533" y="3086678"/>
                <a:ext cx="1393074" cy="611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7533" y="3086678"/>
                <a:ext cx="1393074" cy="6115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/>
              <p:nvPr/>
            </p:nvSpPr>
            <p:spPr>
              <a:xfrm>
                <a:off x="5273956" y="2926010"/>
                <a:ext cx="2353786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1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956" y="2926010"/>
                <a:ext cx="2353786" cy="9513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84" y="4812270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84" y="4812270"/>
                <a:ext cx="905761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802" y="6667227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802" y="6667227"/>
                <a:ext cx="963725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矩形 37">
            <a:extLst>
              <a:ext uri="{FF2B5EF4-FFF2-40B4-BE49-F238E27FC236}">
                <a16:creationId xmlns:a16="http://schemas.microsoft.com/office/drawing/2014/main" id="{F28BAFE2-3078-4AA6-AADC-C1BA17E19EE5}"/>
              </a:ext>
            </a:extLst>
          </p:cNvPr>
          <p:cNvSpPr/>
          <p:nvPr/>
        </p:nvSpPr>
        <p:spPr>
          <a:xfrm>
            <a:off x="3574213" y="6424631"/>
            <a:ext cx="12362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281C873-8580-4878-A50B-DE6EC0DF544D}"/>
              </a:ext>
            </a:extLst>
          </p:cNvPr>
          <p:cNvSpPr/>
          <p:nvPr/>
        </p:nvSpPr>
        <p:spPr>
          <a:xfrm>
            <a:off x="5906478" y="6359451"/>
            <a:ext cx="12362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0FF64B8E-AD70-40A2-963D-FBD7721A763B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704"/>
          <a:stretch/>
        </p:blipFill>
        <p:spPr>
          <a:xfrm>
            <a:off x="5273956" y="3575510"/>
            <a:ext cx="2246400" cy="2125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677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92" y="2847242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80" y="3948733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009B6563-DECD-4DFA-8D64-23AB9F9457C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616" b="10315"/>
          <a:stretch/>
        </p:blipFill>
        <p:spPr>
          <a:xfrm>
            <a:off x="3145416" y="4135495"/>
            <a:ext cx="2286000" cy="35023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/>
              <p:nvPr/>
            </p:nvSpPr>
            <p:spPr>
              <a:xfrm>
                <a:off x="3457533" y="3086678"/>
                <a:ext cx="1393074" cy="611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7533" y="3086678"/>
                <a:ext cx="1393074" cy="6115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/>
              <p:nvPr/>
            </p:nvSpPr>
            <p:spPr>
              <a:xfrm>
                <a:off x="5273956" y="2926010"/>
                <a:ext cx="2353786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1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956" y="2926010"/>
                <a:ext cx="2353786" cy="9513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84" y="4812270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84" y="4812270"/>
                <a:ext cx="905761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802" y="6667227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802" y="6667227"/>
                <a:ext cx="963725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矩形 37">
            <a:extLst>
              <a:ext uri="{FF2B5EF4-FFF2-40B4-BE49-F238E27FC236}">
                <a16:creationId xmlns:a16="http://schemas.microsoft.com/office/drawing/2014/main" id="{F28BAFE2-3078-4AA6-AADC-C1BA17E19EE5}"/>
              </a:ext>
            </a:extLst>
          </p:cNvPr>
          <p:cNvSpPr/>
          <p:nvPr/>
        </p:nvSpPr>
        <p:spPr>
          <a:xfrm>
            <a:off x="3574204" y="4561326"/>
            <a:ext cx="123623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ADD2564-9B12-46F7-93CC-A526FAF20331}"/>
              </a:ext>
            </a:extLst>
          </p:cNvPr>
          <p:cNvSpPr/>
          <p:nvPr/>
        </p:nvSpPr>
        <p:spPr>
          <a:xfrm>
            <a:off x="5906478" y="4561326"/>
            <a:ext cx="12362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ED5B380E-0CC6-4861-99FA-BF6C119CEA6F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605"/>
          <a:stretch/>
        </p:blipFill>
        <p:spPr>
          <a:xfrm>
            <a:off x="5246631" y="6370703"/>
            <a:ext cx="2246400" cy="1321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6573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矩形: 圓角 84">
            <a:extLst>
              <a:ext uri="{FF2B5EF4-FFF2-40B4-BE49-F238E27FC236}">
                <a16:creationId xmlns:a16="http://schemas.microsoft.com/office/drawing/2014/main" id="{2D0D7598-96E4-4263-80D0-A0A277F244E7}"/>
              </a:ext>
            </a:extLst>
          </p:cNvPr>
          <p:cNvSpPr/>
          <p:nvPr/>
        </p:nvSpPr>
        <p:spPr>
          <a:xfrm>
            <a:off x="0" y="1236311"/>
            <a:ext cx="4950000" cy="4028171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矩形: 圓角 61">
            <a:extLst>
              <a:ext uri="{FF2B5EF4-FFF2-40B4-BE49-F238E27FC236}">
                <a16:creationId xmlns:a16="http://schemas.microsoft.com/office/drawing/2014/main" id="{60966188-E876-42D2-A6B4-23BE2EE5DECF}"/>
              </a:ext>
            </a:extLst>
          </p:cNvPr>
          <p:cNvSpPr/>
          <p:nvPr/>
        </p:nvSpPr>
        <p:spPr>
          <a:xfrm>
            <a:off x="842076" y="1782008"/>
            <a:ext cx="3932177" cy="3340786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3" name="圖片 102">
            <a:extLst>
              <a:ext uri="{FF2B5EF4-FFF2-40B4-BE49-F238E27FC236}">
                <a16:creationId xmlns:a16="http://schemas.microsoft.com/office/drawing/2014/main" id="{932AB186-1EC2-453E-A771-FFAA38D56EC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12" b="53759"/>
          <a:stretch/>
        </p:blipFill>
        <p:spPr>
          <a:xfrm>
            <a:off x="2613392" y="2172680"/>
            <a:ext cx="2246400" cy="1169894"/>
          </a:xfrm>
          <a:prstGeom prst="rect">
            <a:avLst/>
          </a:prstGeom>
        </p:spPr>
      </p:pic>
      <p:pic>
        <p:nvPicPr>
          <p:cNvPr id="104" name="圖片 103">
            <a:extLst>
              <a:ext uri="{FF2B5EF4-FFF2-40B4-BE49-F238E27FC236}">
                <a16:creationId xmlns:a16="http://schemas.microsoft.com/office/drawing/2014/main" id="{14404416-96F2-49B2-B648-01C066D487D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979"/>
          <a:stretch/>
        </p:blipFill>
        <p:spPr>
          <a:xfrm>
            <a:off x="2613392" y="3990187"/>
            <a:ext cx="2246400" cy="1304345"/>
          </a:xfrm>
          <a:prstGeom prst="rect">
            <a:avLst/>
          </a:prstGeom>
        </p:spPr>
      </p:pic>
      <p:pic>
        <p:nvPicPr>
          <p:cNvPr id="105" name="圖片 104">
            <a:extLst>
              <a:ext uri="{FF2B5EF4-FFF2-40B4-BE49-F238E27FC236}">
                <a16:creationId xmlns:a16="http://schemas.microsoft.com/office/drawing/2014/main" id="{A4D544F4-D0F5-479F-9DC7-B6F141D28C0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455" b="9750"/>
          <a:stretch/>
        </p:blipFill>
        <p:spPr>
          <a:xfrm>
            <a:off x="814627" y="1860975"/>
            <a:ext cx="2019600" cy="319870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178D7801-2716-418F-8120-C1D43243C2D9}"/>
                  </a:ext>
                </a:extLst>
              </p:cNvPr>
              <p:cNvSpPr/>
              <p:nvPr/>
            </p:nvSpPr>
            <p:spPr>
              <a:xfrm>
                <a:off x="1230464" y="1258082"/>
                <a:ext cx="1198533" cy="5551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±1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65" name="矩形 64">
                <a:extLst>
                  <a:ext uri="{FF2B5EF4-FFF2-40B4-BE49-F238E27FC236}">
                    <a16:creationId xmlns:a16="http://schemas.microsoft.com/office/drawing/2014/main" id="{178D7801-2716-418F-8120-C1D43243C2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0464" y="1258082"/>
                <a:ext cx="1198533" cy="5551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B8864137-25E5-4BEB-AFA5-B2B1EACF5554}"/>
                  </a:ext>
                </a:extLst>
              </p:cNvPr>
              <p:cNvSpPr/>
              <p:nvPr/>
            </p:nvSpPr>
            <p:spPr>
              <a:xfrm>
                <a:off x="3557208" y="2788021"/>
                <a:ext cx="57163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B8864137-25E5-4BEB-AFA5-B2B1EACF55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7208" y="2788021"/>
                <a:ext cx="571631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直線單箭頭接點 66">
            <a:extLst>
              <a:ext uri="{FF2B5EF4-FFF2-40B4-BE49-F238E27FC236}">
                <a16:creationId xmlns:a16="http://schemas.microsoft.com/office/drawing/2014/main" id="{08B4719D-FB3D-4053-ADB0-7A75F5E6F383}"/>
              </a:ext>
            </a:extLst>
          </p:cNvPr>
          <p:cNvCxnSpPr>
            <a:cxnSpLocks/>
          </p:cNvCxnSpPr>
          <p:nvPr/>
        </p:nvCxnSpPr>
        <p:spPr>
          <a:xfrm flipV="1">
            <a:off x="3454866" y="3147256"/>
            <a:ext cx="718958" cy="1871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單箭頭接點 67">
            <a:extLst>
              <a:ext uri="{FF2B5EF4-FFF2-40B4-BE49-F238E27FC236}">
                <a16:creationId xmlns:a16="http://schemas.microsoft.com/office/drawing/2014/main" id="{C11AC555-F7EE-4268-B690-9C79C14EABF0}"/>
              </a:ext>
            </a:extLst>
          </p:cNvPr>
          <p:cNvCxnSpPr>
            <a:cxnSpLocks/>
          </p:cNvCxnSpPr>
          <p:nvPr/>
        </p:nvCxnSpPr>
        <p:spPr>
          <a:xfrm flipH="1" flipV="1">
            <a:off x="3064494" y="2961376"/>
            <a:ext cx="389822" cy="3757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09B30CEC-26DC-449D-86DB-C2297B3CC1F9}"/>
                  </a:ext>
                </a:extLst>
              </p:cNvPr>
              <p:cNvSpPr/>
              <p:nvPr/>
            </p:nvSpPr>
            <p:spPr>
              <a:xfrm>
                <a:off x="4123324" y="2970861"/>
                <a:ext cx="38638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dirty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09B30CEC-26DC-449D-86DB-C2297B3CC1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3324" y="2970861"/>
                <a:ext cx="386388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2EC834AE-AB42-4EEE-9ED7-7E785816D999}"/>
                  </a:ext>
                </a:extLst>
              </p:cNvPr>
              <p:cNvSpPr/>
              <p:nvPr/>
            </p:nvSpPr>
            <p:spPr>
              <a:xfrm>
                <a:off x="2787762" y="2707261"/>
                <a:ext cx="39100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dirty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2EC834AE-AB42-4EEE-9ED7-7E785816D9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762" y="2707261"/>
                <a:ext cx="391004" cy="400110"/>
              </a:xfrm>
              <a:prstGeom prst="rect">
                <a:avLst/>
              </a:prstGeom>
              <a:blipFill>
                <a:blip r:embed="rId7"/>
                <a:stretch>
                  <a:fillRect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3CDA9FBC-47B5-4E7F-8853-D819D057A7DC}"/>
                  </a:ext>
                </a:extLst>
              </p:cNvPr>
              <p:cNvSpPr/>
              <p:nvPr/>
            </p:nvSpPr>
            <p:spPr>
              <a:xfrm>
                <a:off x="2738740" y="1264808"/>
                <a:ext cx="2287870" cy="5280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±1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1" name="矩形 70">
                <a:extLst>
                  <a:ext uri="{FF2B5EF4-FFF2-40B4-BE49-F238E27FC236}">
                    <a16:creationId xmlns:a16="http://schemas.microsoft.com/office/drawing/2014/main" id="{3CDA9FBC-47B5-4E7F-8853-D819D057A7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8740" y="1264808"/>
                <a:ext cx="2287870" cy="52803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90CD22A6-3BBC-461B-8CFA-68ABBF7B4265}"/>
                  </a:ext>
                </a:extLst>
              </p:cNvPr>
              <p:cNvSpPr/>
              <p:nvPr/>
            </p:nvSpPr>
            <p:spPr>
              <a:xfrm>
                <a:off x="-15673" y="2545854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90CD22A6-3BBC-461B-8CFA-68ABBF7B42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673" y="2545854"/>
                <a:ext cx="905761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947A0BF5-ADA7-4CA8-B511-FAEB9B1C3125}"/>
                  </a:ext>
                </a:extLst>
              </p:cNvPr>
              <p:cNvSpPr/>
              <p:nvPr/>
            </p:nvSpPr>
            <p:spPr>
              <a:xfrm>
                <a:off x="-41309" y="4072346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947A0BF5-ADA7-4CA8-B511-FAEB9B1C31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1309" y="4072346"/>
                <a:ext cx="963725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934258D9-5FE0-4D5B-968C-94403A6BE435}"/>
                  </a:ext>
                </a:extLst>
              </p:cNvPr>
              <p:cNvSpPr txBox="1"/>
              <p:nvPr/>
            </p:nvSpPr>
            <p:spPr>
              <a:xfrm>
                <a:off x="985024" y="2902885"/>
                <a:ext cx="73469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934258D9-5FE0-4D5B-968C-94403A6BE4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024" y="2902885"/>
                <a:ext cx="734697" cy="400110"/>
              </a:xfrm>
              <a:prstGeom prst="rect">
                <a:avLst/>
              </a:prstGeom>
              <a:blipFill>
                <a:blip r:embed="rId11"/>
                <a:stretch>
                  <a:fillRect r="-833" b="-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8" name="群組 77">
            <a:extLst>
              <a:ext uri="{FF2B5EF4-FFF2-40B4-BE49-F238E27FC236}">
                <a16:creationId xmlns:a16="http://schemas.microsoft.com/office/drawing/2014/main" id="{7C688A0A-8B76-4DC0-97D0-475EE828C4AD}"/>
              </a:ext>
            </a:extLst>
          </p:cNvPr>
          <p:cNvGrpSpPr/>
          <p:nvPr/>
        </p:nvGrpSpPr>
        <p:grpSpPr>
          <a:xfrm>
            <a:off x="1710439" y="2548539"/>
            <a:ext cx="117977" cy="113174"/>
            <a:chOff x="1373392" y="2391862"/>
            <a:chExt cx="479433" cy="476535"/>
          </a:xfrm>
        </p:grpSpPr>
        <p:sp>
          <p:nvSpPr>
            <p:cNvPr id="81" name="箭號: 向右 80">
              <a:extLst>
                <a:ext uri="{FF2B5EF4-FFF2-40B4-BE49-F238E27FC236}">
                  <a16:creationId xmlns:a16="http://schemas.microsoft.com/office/drawing/2014/main" id="{4F374CAF-28C0-440A-AE87-5DE9EA5ABDC4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82" name="箭號: 向右 81">
              <a:extLst>
                <a:ext uri="{FF2B5EF4-FFF2-40B4-BE49-F238E27FC236}">
                  <a16:creationId xmlns:a16="http://schemas.microsoft.com/office/drawing/2014/main" id="{8A99D3E6-D66E-483E-BBB3-40EECCA5EAA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E74278A1-3AB8-4E5A-A5A7-CC193611FEB3}"/>
                  </a:ext>
                </a:extLst>
              </p:cNvPr>
              <p:cNvSpPr txBox="1"/>
              <p:nvPr/>
            </p:nvSpPr>
            <p:spPr>
              <a:xfrm>
                <a:off x="1526281" y="2157595"/>
                <a:ext cx="463025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E74278A1-3AB8-4E5A-A5A7-CC193611F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6281" y="2157595"/>
                <a:ext cx="463025" cy="424283"/>
              </a:xfrm>
              <a:prstGeom prst="rect">
                <a:avLst/>
              </a:prstGeom>
              <a:blipFill>
                <a:blip r:embed="rId12"/>
                <a:stretch>
                  <a:fillRect l="-3947" b="-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F76CCEFB-A4DF-4E2C-8F2C-A9A06B0210C7}"/>
                  </a:ext>
                </a:extLst>
              </p:cNvPr>
              <p:cNvSpPr txBox="1"/>
              <p:nvPr/>
            </p:nvSpPr>
            <p:spPr>
              <a:xfrm>
                <a:off x="1782864" y="2432828"/>
                <a:ext cx="47138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F76CCEFB-A4DF-4E2C-8F2C-A9A06B021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2864" y="2432828"/>
                <a:ext cx="471386" cy="400110"/>
              </a:xfrm>
              <a:prstGeom prst="rect">
                <a:avLst/>
              </a:prstGeom>
              <a:blipFill>
                <a:blip r:embed="rId13"/>
                <a:stretch>
                  <a:fillRect l="-3846" b="-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矩形: 圓角 85">
            <a:extLst>
              <a:ext uri="{FF2B5EF4-FFF2-40B4-BE49-F238E27FC236}">
                <a16:creationId xmlns:a16="http://schemas.microsoft.com/office/drawing/2014/main" id="{5DC4C0D8-3763-48F5-B884-044DC405D1D3}"/>
              </a:ext>
            </a:extLst>
          </p:cNvPr>
          <p:cNvSpPr/>
          <p:nvPr/>
        </p:nvSpPr>
        <p:spPr>
          <a:xfrm>
            <a:off x="4958510" y="1233646"/>
            <a:ext cx="4950000" cy="4028171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矩形: 圓角 86">
            <a:extLst>
              <a:ext uri="{FF2B5EF4-FFF2-40B4-BE49-F238E27FC236}">
                <a16:creationId xmlns:a16="http://schemas.microsoft.com/office/drawing/2014/main" id="{61EF4C23-BE7A-4C30-ABC5-22678108388D}"/>
              </a:ext>
            </a:extLst>
          </p:cNvPr>
          <p:cNvSpPr/>
          <p:nvPr/>
        </p:nvSpPr>
        <p:spPr>
          <a:xfrm>
            <a:off x="5800586" y="1779343"/>
            <a:ext cx="3932177" cy="3340786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矩形 89">
                <a:extLst>
                  <a:ext uri="{FF2B5EF4-FFF2-40B4-BE49-F238E27FC236}">
                    <a16:creationId xmlns:a16="http://schemas.microsoft.com/office/drawing/2014/main" id="{5BF5F099-3A22-4BFC-A027-FC0142CC1E2B}"/>
                  </a:ext>
                </a:extLst>
              </p:cNvPr>
              <p:cNvSpPr/>
              <p:nvPr/>
            </p:nvSpPr>
            <p:spPr>
              <a:xfrm>
                <a:off x="6316509" y="1255417"/>
                <a:ext cx="1070998" cy="5551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90" name="矩形 89">
                <a:extLst>
                  <a:ext uri="{FF2B5EF4-FFF2-40B4-BE49-F238E27FC236}">
                    <a16:creationId xmlns:a16="http://schemas.microsoft.com/office/drawing/2014/main" id="{5BF5F099-3A22-4BFC-A027-FC0142CC1E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6509" y="1255417"/>
                <a:ext cx="1070998" cy="55515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矩形 95">
                <a:extLst>
                  <a:ext uri="{FF2B5EF4-FFF2-40B4-BE49-F238E27FC236}">
                    <a16:creationId xmlns:a16="http://schemas.microsoft.com/office/drawing/2014/main" id="{CDD52277-6DCF-44D8-B79C-3E27229C58B6}"/>
                  </a:ext>
                </a:extLst>
              </p:cNvPr>
              <p:cNvSpPr/>
              <p:nvPr/>
            </p:nvSpPr>
            <p:spPr>
              <a:xfrm>
                <a:off x="7697250" y="1262143"/>
                <a:ext cx="2287870" cy="5280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±1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96" name="矩形 95">
                <a:extLst>
                  <a:ext uri="{FF2B5EF4-FFF2-40B4-BE49-F238E27FC236}">
                    <a16:creationId xmlns:a16="http://schemas.microsoft.com/office/drawing/2014/main" id="{CDD52277-6DCF-44D8-B79C-3E27229C58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7250" y="1262143"/>
                <a:ext cx="2287870" cy="52803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80C9DBED-D1E8-4B52-8CA2-EDF1D80EB61D}"/>
                  </a:ext>
                </a:extLst>
              </p:cNvPr>
              <p:cNvSpPr/>
              <p:nvPr/>
            </p:nvSpPr>
            <p:spPr>
              <a:xfrm>
                <a:off x="4942837" y="2543189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80C9DBED-D1E8-4B52-8CA2-EDF1D80EB6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2837" y="2543189"/>
                <a:ext cx="905761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0FD50C04-E25D-4D95-97E2-6B6058FA2C4E}"/>
                  </a:ext>
                </a:extLst>
              </p:cNvPr>
              <p:cNvSpPr/>
              <p:nvPr/>
            </p:nvSpPr>
            <p:spPr>
              <a:xfrm>
                <a:off x="4917201" y="4069681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0FD50C04-E25D-4D95-97E2-6B6058FA2C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7201" y="4069681"/>
                <a:ext cx="963725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" name="矩形: 圓角 106">
            <a:extLst>
              <a:ext uri="{FF2B5EF4-FFF2-40B4-BE49-F238E27FC236}">
                <a16:creationId xmlns:a16="http://schemas.microsoft.com/office/drawing/2014/main" id="{7DA27A08-93FB-482D-9BD3-3230D7EA929D}"/>
              </a:ext>
            </a:extLst>
          </p:cNvPr>
          <p:cNvSpPr/>
          <p:nvPr/>
        </p:nvSpPr>
        <p:spPr>
          <a:xfrm>
            <a:off x="-7163" y="5873376"/>
            <a:ext cx="4950000" cy="4028171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矩形: 圓角 107">
            <a:extLst>
              <a:ext uri="{FF2B5EF4-FFF2-40B4-BE49-F238E27FC236}">
                <a16:creationId xmlns:a16="http://schemas.microsoft.com/office/drawing/2014/main" id="{5846A9D9-5944-4380-8E66-234F37EB6EE9}"/>
              </a:ext>
            </a:extLst>
          </p:cNvPr>
          <p:cNvSpPr/>
          <p:nvPr/>
        </p:nvSpPr>
        <p:spPr>
          <a:xfrm>
            <a:off x="834913" y="6419073"/>
            <a:ext cx="3932177" cy="3340786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0739E403-493B-4716-A4EF-1A406EB47EB2}"/>
                  </a:ext>
                </a:extLst>
              </p:cNvPr>
              <p:cNvSpPr/>
              <p:nvPr/>
            </p:nvSpPr>
            <p:spPr>
              <a:xfrm>
                <a:off x="1350836" y="5895147"/>
                <a:ext cx="1070998" cy="5551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0739E403-493B-4716-A4EF-1A406EB47E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0836" y="5895147"/>
                <a:ext cx="1070998" cy="55515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矩形 116">
                <a:extLst>
                  <a:ext uri="{FF2B5EF4-FFF2-40B4-BE49-F238E27FC236}">
                    <a16:creationId xmlns:a16="http://schemas.microsoft.com/office/drawing/2014/main" id="{18559E02-FD45-47FF-AFBF-4C061C7AFF54}"/>
                  </a:ext>
                </a:extLst>
              </p:cNvPr>
              <p:cNvSpPr/>
              <p:nvPr/>
            </p:nvSpPr>
            <p:spPr>
              <a:xfrm>
                <a:off x="2738740" y="5901873"/>
                <a:ext cx="2287870" cy="5280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±1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17" name="矩形 116">
                <a:extLst>
                  <a:ext uri="{FF2B5EF4-FFF2-40B4-BE49-F238E27FC236}">
                    <a16:creationId xmlns:a16="http://schemas.microsoft.com/office/drawing/2014/main" id="{18559E02-FD45-47FF-AFBF-4C061C7AFF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8740" y="5901873"/>
                <a:ext cx="2287870" cy="52803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矩形 117">
                <a:extLst>
                  <a:ext uri="{FF2B5EF4-FFF2-40B4-BE49-F238E27FC236}">
                    <a16:creationId xmlns:a16="http://schemas.microsoft.com/office/drawing/2014/main" id="{3CE22E16-71EA-4CEF-BABB-4905FC05CADA}"/>
                  </a:ext>
                </a:extLst>
              </p:cNvPr>
              <p:cNvSpPr/>
              <p:nvPr/>
            </p:nvSpPr>
            <p:spPr>
              <a:xfrm>
                <a:off x="-22836" y="7182919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8" name="矩形 117">
                <a:extLst>
                  <a:ext uri="{FF2B5EF4-FFF2-40B4-BE49-F238E27FC236}">
                    <a16:creationId xmlns:a16="http://schemas.microsoft.com/office/drawing/2014/main" id="{3CE22E16-71EA-4CEF-BABB-4905FC05CA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2836" y="7182919"/>
                <a:ext cx="905761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矩形 118">
                <a:extLst>
                  <a:ext uri="{FF2B5EF4-FFF2-40B4-BE49-F238E27FC236}">
                    <a16:creationId xmlns:a16="http://schemas.microsoft.com/office/drawing/2014/main" id="{D226EA14-5CAD-4B69-AE93-60D257B27393}"/>
                  </a:ext>
                </a:extLst>
              </p:cNvPr>
              <p:cNvSpPr/>
              <p:nvPr/>
            </p:nvSpPr>
            <p:spPr>
              <a:xfrm>
                <a:off x="-48472" y="8709411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9" name="矩形 118">
                <a:extLst>
                  <a:ext uri="{FF2B5EF4-FFF2-40B4-BE49-F238E27FC236}">
                    <a16:creationId xmlns:a16="http://schemas.microsoft.com/office/drawing/2014/main" id="{D226EA14-5CAD-4B69-AE93-60D257B273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8472" y="8709411"/>
                <a:ext cx="963725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7" name="矩形: 圓角 126">
            <a:extLst>
              <a:ext uri="{FF2B5EF4-FFF2-40B4-BE49-F238E27FC236}">
                <a16:creationId xmlns:a16="http://schemas.microsoft.com/office/drawing/2014/main" id="{D72C397B-56F1-4A0B-AB83-AB14833275AE}"/>
              </a:ext>
            </a:extLst>
          </p:cNvPr>
          <p:cNvSpPr/>
          <p:nvPr/>
        </p:nvSpPr>
        <p:spPr>
          <a:xfrm>
            <a:off x="4951347" y="5870711"/>
            <a:ext cx="4950000" cy="4028171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8" name="矩形: 圓角 127">
            <a:extLst>
              <a:ext uri="{FF2B5EF4-FFF2-40B4-BE49-F238E27FC236}">
                <a16:creationId xmlns:a16="http://schemas.microsoft.com/office/drawing/2014/main" id="{3E40BA28-B9B3-4967-98C6-C3DCA47C9B61}"/>
              </a:ext>
            </a:extLst>
          </p:cNvPr>
          <p:cNvSpPr/>
          <p:nvPr/>
        </p:nvSpPr>
        <p:spPr>
          <a:xfrm>
            <a:off x="5793423" y="6416408"/>
            <a:ext cx="3932177" cy="3340786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矩形 130">
                <a:extLst>
                  <a:ext uri="{FF2B5EF4-FFF2-40B4-BE49-F238E27FC236}">
                    <a16:creationId xmlns:a16="http://schemas.microsoft.com/office/drawing/2014/main" id="{17741671-43C6-40A1-A5C7-FA8E70D4A8EF}"/>
                  </a:ext>
                </a:extLst>
              </p:cNvPr>
              <p:cNvSpPr/>
              <p:nvPr/>
            </p:nvSpPr>
            <p:spPr>
              <a:xfrm>
                <a:off x="6309346" y="5892482"/>
                <a:ext cx="1070998" cy="5551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31" name="矩形 130">
                <a:extLst>
                  <a:ext uri="{FF2B5EF4-FFF2-40B4-BE49-F238E27FC236}">
                    <a16:creationId xmlns:a16="http://schemas.microsoft.com/office/drawing/2014/main" id="{17741671-43C6-40A1-A5C7-FA8E70D4A8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9346" y="5892482"/>
                <a:ext cx="1070998" cy="55515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矩形 136">
                <a:extLst>
                  <a:ext uri="{FF2B5EF4-FFF2-40B4-BE49-F238E27FC236}">
                    <a16:creationId xmlns:a16="http://schemas.microsoft.com/office/drawing/2014/main" id="{778139C7-0D2D-4EEB-8A6F-2E9519499325}"/>
                  </a:ext>
                </a:extLst>
              </p:cNvPr>
              <p:cNvSpPr/>
              <p:nvPr/>
            </p:nvSpPr>
            <p:spPr>
              <a:xfrm>
                <a:off x="7697250" y="5899208"/>
                <a:ext cx="2287870" cy="5280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±1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37" name="矩形 136">
                <a:extLst>
                  <a:ext uri="{FF2B5EF4-FFF2-40B4-BE49-F238E27FC236}">
                    <a16:creationId xmlns:a16="http://schemas.microsoft.com/office/drawing/2014/main" id="{778139C7-0D2D-4EEB-8A6F-2E95194993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7250" y="5899208"/>
                <a:ext cx="2287870" cy="52803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D6FE93AA-2001-4A4D-9522-B00D183541CA}"/>
                  </a:ext>
                </a:extLst>
              </p:cNvPr>
              <p:cNvSpPr/>
              <p:nvPr/>
            </p:nvSpPr>
            <p:spPr>
              <a:xfrm>
                <a:off x="4935674" y="7180254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D6FE93AA-2001-4A4D-9522-B00D183541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5674" y="7180254"/>
                <a:ext cx="905761" cy="4001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矩形 138">
                <a:extLst>
                  <a:ext uri="{FF2B5EF4-FFF2-40B4-BE49-F238E27FC236}">
                    <a16:creationId xmlns:a16="http://schemas.microsoft.com/office/drawing/2014/main" id="{F9531753-2C41-42B7-9AC6-4A7E7C12A898}"/>
                  </a:ext>
                </a:extLst>
              </p:cNvPr>
              <p:cNvSpPr/>
              <p:nvPr/>
            </p:nvSpPr>
            <p:spPr>
              <a:xfrm>
                <a:off x="4910038" y="8706746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9" name="矩形 138">
                <a:extLst>
                  <a:ext uri="{FF2B5EF4-FFF2-40B4-BE49-F238E27FC236}">
                    <a16:creationId xmlns:a16="http://schemas.microsoft.com/office/drawing/2014/main" id="{F9531753-2C41-42B7-9AC6-4A7E7C12A8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0038" y="8706746"/>
                <a:ext cx="963725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" name="矩形 152">
            <a:extLst>
              <a:ext uri="{FF2B5EF4-FFF2-40B4-BE49-F238E27FC236}">
                <a16:creationId xmlns:a16="http://schemas.microsoft.com/office/drawing/2014/main" id="{BFB7CE11-E7D2-4C9F-BF66-3D140502646A}"/>
              </a:ext>
            </a:extLst>
          </p:cNvPr>
          <p:cNvSpPr/>
          <p:nvPr/>
        </p:nvSpPr>
        <p:spPr>
          <a:xfrm>
            <a:off x="1185643" y="8597798"/>
            <a:ext cx="1096724" cy="627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EE27C5D0-F1CC-40FE-BFC8-0813FDC35426}"/>
              </a:ext>
            </a:extLst>
          </p:cNvPr>
          <p:cNvSpPr/>
          <p:nvPr/>
        </p:nvSpPr>
        <p:spPr>
          <a:xfrm>
            <a:off x="3254706" y="8539974"/>
            <a:ext cx="1096724" cy="627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BAE8BA80-BDDA-48DF-B11B-F9823432759B}"/>
              </a:ext>
            </a:extLst>
          </p:cNvPr>
          <p:cNvSpPr/>
          <p:nvPr/>
        </p:nvSpPr>
        <p:spPr>
          <a:xfrm>
            <a:off x="5992576" y="6939548"/>
            <a:ext cx="139662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970E3C45-BA55-4040-8281-3542D7214478}"/>
              </a:ext>
            </a:extLst>
          </p:cNvPr>
          <p:cNvSpPr/>
          <p:nvPr/>
        </p:nvSpPr>
        <p:spPr>
          <a:xfrm>
            <a:off x="8046513" y="6939548"/>
            <a:ext cx="139662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矩形: 圓角 48">
                <a:extLst>
                  <a:ext uri="{FF2B5EF4-FFF2-40B4-BE49-F238E27FC236}">
                    <a16:creationId xmlns:a16="http://schemas.microsoft.com/office/drawing/2014/main" id="{16782163-D549-4658-B681-1624D52CF2B0}"/>
                  </a:ext>
                </a:extLst>
              </p:cNvPr>
              <p:cNvSpPr/>
              <p:nvPr/>
            </p:nvSpPr>
            <p:spPr>
              <a:xfrm>
                <a:off x="4956000" y="5330731"/>
                <a:ext cx="1702800" cy="604800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2000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2000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𝑖</m:t>
                      </m:r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9" name="矩形: 圓角 48">
                <a:extLst>
                  <a:ext uri="{FF2B5EF4-FFF2-40B4-BE49-F238E27FC236}">
                    <a16:creationId xmlns:a16="http://schemas.microsoft.com/office/drawing/2014/main" id="{16782163-D549-4658-B681-1624D52CF2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6000" y="5330731"/>
                <a:ext cx="1702800" cy="604800"/>
              </a:xfrm>
              <a:prstGeom prst="roundRect">
                <a:avLst>
                  <a:gd name="adj" fmla="val 13546"/>
                </a:avLst>
              </a:prstGeom>
              <a:blipFill>
                <a:blip r:embed="rId26"/>
                <a:stretch>
                  <a:fillRect r="-12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: 圓角 24">
                <a:extLst>
                  <a:ext uri="{FF2B5EF4-FFF2-40B4-BE49-F238E27FC236}">
                    <a16:creationId xmlns:a16="http://schemas.microsoft.com/office/drawing/2014/main" id="{CEC40CB2-A1BD-4A66-96C7-4BC48FD7A79D}"/>
                  </a:ext>
                </a:extLst>
              </p:cNvPr>
              <p:cNvSpPr/>
              <p:nvPr/>
            </p:nvSpPr>
            <p:spPr>
              <a:xfrm>
                <a:off x="3000" y="5330731"/>
                <a:ext cx="1702800" cy="604800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2000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2000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𝑖</m:t>
                      </m:r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矩形: 圓角 24">
                <a:extLst>
                  <a:ext uri="{FF2B5EF4-FFF2-40B4-BE49-F238E27FC236}">
                    <a16:creationId xmlns:a16="http://schemas.microsoft.com/office/drawing/2014/main" id="{CEC40CB2-A1BD-4A66-96C7-4BC48FD7A7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0" y="5330731"/>
                <a:ext cx="1702800" cy="604800"/>
              </a:xfrm>
              <a:prstGeom prst="roundRect">
                <a:avLst>
                  <a:gd name="adj" fmla="val 13546"/>
                </a:avLst>
              </a:prstGeom>
              <a:blipFill>
                <a:blip r:embed="rId27"/>
                <a:stretch>
                  <a:fillRect r="-1281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矩形: 圓角 55">
                <a:extLst>
                  <a:ext uri="{FF2B5EF4-FFF2-40B4-BE49-F238E27FC236}">
                    <a16:creationId xmlns:a16="http://schemas.microsoft.com/office/drawing/2014/main" id="{648483D5-B90C-497C-A957-8DD87AD9DEE4}"/>
                  </a:ext>
                </a:extLst>
              </p:cNvPr>
              <p:cNvSpPr/>
              <p:nvPr/>
            </p:nvSpPr>
            <p:spPr>
              <a:xfrm>
                <a:off x="4956000" y="695233"/>
                <a:ext cx="1702800" cy="604800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2000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2000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6" name="矩形: 圓角 55">
                <a:extLst>
                  <a:ext uri="{FF2B5EF4-FFF2-40B4-BE49-F238E27FC236}">
                    <a16:creationId xmlns:a16="http://schemas.microsoft.com/office/drawing/2014/main" id="{648483D5-B90C-497C-A957-8DD87AD9DE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6000" y="695233"/>
                <a:ext cx="1702800" cy="604800"/>
              </a:xfrm>
              <a:prstGeom prst="roundRect">
                <a:avLst>
                  <a:gd name="adj" fmla="val 13546"/>
                </a:avLst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矩形: 圓角 76">
                <a:extLst>
                  <a:ext uri="{FF2B5EF4-FFF2-40B4-BE49-F238E27FC236}">
                    <a16:creationId xmlns:a16="http://schemas.microsoft.com/office/drawing/2014/main" id="{C20D6C90-D565-43BD-81B8-ABB4F5D15ABC}"/>
                  </a:ext>
                </a:extLst>
              </p:cNvPr>
              <p:cNvSpPr/>
              <p:nvPr/>
            </p:nvSpPr>
            <p:spPr>
              <a:xfrm>
                <a:off x="3000" y="695841"/>
                <a:ext cx="1702800" cy="604800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2000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2000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7" name="矩形: 圓角 76">
                <a:extLst>
                  <a:ext uri="{FF2B5EF4-FFF2-40B4-BE49-F238E27FC236}">
                    <a16:creationId xmlns:a16="http://schemas.microsoft.com/office/drawing/2014/main" id="{C20D6C90-D565-43BD-81B8-ABB4F5D15A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0" y="695841"/>
                <a:ext cx="1702800" cy="604800"/>
              </a:xfrm>
              <a:prstGeom prst="roundRect">
                <a:avLst>
                  <a:gd name="adj" fmla="val 13546"/>
                </a:avLst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9" name="圖片 88">
            <a:extLst>
              <a:ext uri="{FF2B5EF4-FFF2-40B4-BE49-F238E27FC236}">
                <a16:creationId xmlns:a16="http://schemas.microsoft.com/office/drawing/2014/main" id="{A8F266A2-CC61-40E4-9B9C-62F47C455E17}"/>
              </a:ext>
            </a:extLst>
          </p:cNvPr>
          <p:cNvPicPr>
            <a:picLocks noChangeAspect="1"/>
          </p:cNvPicPr>
          <p:nvPr/>
        </p:nvPicPr>
        <p:blipFill rotWithShape="1">
          <a:blip r:embed="rId3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57" b="52704"/>
          <a:stretch/>
        </p:blipFill>
        <p:spPr>
          <a:xfrm>
            <a:off x="2610241" y="6882632"/>
            <a:ext cx="2246400" cy="1147820"/>
          </a:xfrm>
          <a:prstGeom prst="rect">
            <a:avLst/>
          </a:prstGeom>
        </p:spPr>
      </p:pic>
      <p:pic>
        <p:nvPicPr>
          <p:cNvPr id="91" name="圖片 90">
            <a:extLst>
              <a:ext uri="{FF2B5EF4-FFF2-40B4-BE49-F238E27FC236}">
                <a16:creationId xmlns:a16="http://schemas.microsoft.com/office/drawing/2014/main" id="{B5DB9481-915F-4C36-A73A-9EA8E5E5BA8C}"/>
              </a:ext>
            </a:extLst>
          </p:cNvPr>
          <p:cNvPicPr>
            <a:picLocks noChangeAspect="1"/>
          </p:cNvPicPr>
          <p:nvPr/>
        </p:nvPicPr>
        <p:blipFill rotWithShape="1">
          <a:blip r:embed="rId3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27" b="10506"/>
          <a:stretch/>
        </p:blipFill>
        <p:spPr>
          <a:xfrm>
            <a:off x="808256" y="6518435"/>
            <a:ext cx="2019600" cy="3130381"/>
          </a:xfrm>
          <a:prstGeom prst="rect">
            <a:avLst/>
          </a:prstGeom>
        </p:spPr>
      </p:pic>
      <p:pic>
        <p:nvPicPr>
          <p:cNvPr id="99" name="圖片 98">
            <a:extLst>
              <a:ext uri="{FF2B5EF4-FFF2-40B4-BE49-F238E27FC236}">
                <a16:creationId xmlns:a16="http://schemas.microsoft.com/office/drawing/2014/main" id="{CC3A7404-14CF-47A3-B93B-B420A9568A84}"/>
              </a:ext>
            </a:extLst>
          </p:cNvPr>
          <p:cNvPicPr>
            <a:picLocks noChangeAspect="1"/>
          </p:cNvPicPr>
          <p:nvPr/>
        </p:nvPicPr>
        <p:blipFill rotWithShape="1">
          <a:blip r:embed="rId3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616" b="10315"/>
          <a:stretch/>
        </p:blipFill>
        <p:spPr>
          <a:xfrm>
            <a:off x="5768340" y="6563190"/>
            <a:ext cx="2019600" cy="3094180"/>
          </a:xfrm>
          <a:prstGeom prst="rect">
            <a:avLst/>
          </a:prstGeom>
        </p:spPr>
      </p:pic>
      <p:pic>
        <p:nvPicPr>
          <p:cNvPr id="100" name="圖片 99">
            <a:extLst>
              <a:ext uri="{FF2B5EF4-FFF2-40B4-BE49-F238E27FC236}">
                <a16:creationId xmlns:a16="http://schemas.microsoft.com/office/drawing/2014/main" id="{8761185C-477A-419E-B4B3-6FC098CF3A56}"/>
              </a:ext>
            </a:extLst>
          </p:cNvPr>
          <p:cNvPicPr>
            <a:picLocks noChangeAspect="1"/>
          </p:cNvPicPr>
          <p:nvPr/>
        </p:nvPicPr>
        <p:blipFill rotWithShape="1">
          <a:blip r:embed="rId3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605"/>
          <a:stretch/>
        </p:blipFill>
        <p:spPr>
          <a:xfrm>
            <a:off x="7562093" y="8606648"/>
            <a:ext cx="2246400" cy="1321156"/>
          </a:xfrm>
          <a:prstGeom prst="rect">
            <a:avLst/>
          </a:prstGeom>
        </p:spPr>
      </p:pic>
      <p:pic>
        <p:nvPicPr>
          <p:cNvPr id="110" name="圖片 109">
            <a:extLst>
              <a:ext uri="{FF2B5EF4-FFF2-40B4-BE49-F238E27FC236}">
                <a16:creationId xmlns:a16="http://schemas.microsoft.com/office/drawing/2014/main" id="{6C649A23-C763-4192-A3EE-DBD31921F197}"/>
              </a:ext>
            </a:extLst>
          </p:cNvPr>
          <p:cNvPicPr>
            <a:picLocks noChangeAspect="1"/>
          </p:cNvPicPr>
          <p:nvPr/>
        </p:nvPicPr>
        <p:blipFill rotWithShape="1">
          <a:blip r:embed="rId3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312" b="10438"/>
          <a:stretch/>
        </p:blipFill>
        <p:spPr>
          <a:xfrm>
            <a:off x="5771775" y="1903053"/>
            <a:ext cx="2019600" cy="3105136"/>
          </a:xfrm>
          <a:prstGeom prst="rect">
            <a:avLst/>
          </a:prstGeom>
        </p:spPr>
      </p:pic>
      <p:pic>
        <p:nvPicPr>
          <p:cNvPr id="112" name="圖片 111">
            <a:extLst>
              <a:ext uri="{FF2B5EF4-FFF2-40B4-BE49-F238E27FC236}">
                <a16:creationId xmlns:a16="http://schemas.microsoft.com/office/drawing/2014/main" id="{D4A2D77E-53A5-4E64-8927-FD7CF2D9957D}"/>
              </a:ext>
            </a:extLst>
          </p:cNvPr>
          <p:cNvPicPr>
            <a:picLocks noChangeAspect="1"/>
          </p:cNvPicPr>
          <p:nvPr/>
        </p:nvPicPr>
        <p:blipFill rotWithShape="1">
          <a:blip r:embed="rId3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108"/>
          <a:stretch/>
        </p:blipFill>
        <p:spPr>
          <a:xfrm>
            <a:off x="7571179" y="3995784"/>
            <a:ext cx="2246400" cy="1298528"/>
          </a:xfrm>
          <a:prstGeom prst="rect">
            <a:avLst/>
          </a:prstGeom>
        </p:spPr>
      </p:pic>
      <p:pic>
        <p:nvPicPr>
          <p:cNvPr id="113" name="圖片 112">
            <a:extLst>
              <a:ext uri="{FF2B5EF4-FFF2-40B4-BE49-F238E27FC236}">
                <a16:creationId xmlns:a16="http://schemas.microsoft.com/office/drawing/2014/main" id="{AD49D917-ECAC-4DF0-80C4-8F81F57390DB}"/>
              </a:ext>
            </a:extLst>
          </p:cNvPr>
          <p:cNvPicPr>
            <a:picLocks noChangeAspect="1"/>
          </p:cNvPicPr>
          <p:nvPr/>
        </p:nvPicPr>
        <p:blipFill rotWithShape="1">
          <a:blip r:embed="rId3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729" b="51737"/>
          <a:stretch/>
        </p:blipFill>
        <p:spPr>
          <a:xfrm>
            <a:off x="7571179" y="2328302"/>
            <a:ext cx="2246400" cy="1102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215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矩形: 圓角 106">
            <a:extLst>
              <a:ext uri="{FF2B5EF4-FFF2-40B4-BE49-F238E27FC236}">
                <a16:creationId xmlns:a16="http://schemas.microsoft.com/office/drawing/2014/main" id="{7DA27A08-93FB-482D-9BD3-3230D7EA929D}"/>
              </a:ext>
            </a:extLst>
          </p:cNvPr>
          <p:cNvSpPr/>
          <p:nvPr/>
        </p:nvSpPr>
        <p:spPr>
          <a:xfrm>
            <a:off x="-7163" y="6749676"/>
            <a:ext cx="9895082" cy="4028171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" name="矩形: 圓角 123">
            <a:extLst>
              <a:ext uri="{FF2B5EF4-FFF2-40B4-BE49-F238E27FC236}">
                <a16:creationId xmlns:a16="http://schemas.microsoft.com/office/drawing/2014/main" id="{FA12C1C7-34F4-4273-B4F1-7A7A75419B19}"/>
              </a:ext>
            </a:extLst>
          </p:cNvPr>
          <p:cNvSpPr/>
          <p:nvPr/>
        </p:nvSpPr>
        <p:spPr>
          <a:xfrm>
            <a:off x="5844223" y="7418364"/>
            <a:ext cx="3932177" cy="3240529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6" name="圖片 145">
            <a:extLst>
              <a:ext uri="{FF2B5EF4-FFF2-40B4-BE49-F238E27FC236}">
                <a16:creationId xmlns:a16="http://schemas.microsoft.com/office/drawing/2014/main" id="{E64CE29E-D791-492E-BF34-43C1BE81E00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520"/>
          <a:stretch/>
        </p:blipFill>
        <p:spPr>
          <a:xfrm>
            <a:off x="5765165" y="7372350"/>
            <a:ext cx="2019600" cy="3787370"/>
          </a:xfrm>
          <a:prstGeom prst="rect">
            <a:avLst/>
          </a:prstGeom>
        </p:spPr>
      </p:pic>
      <p:sp>
        <p:nvSpPr>
          <p:cNvPr id="85" name="矩形: 圓角 84">
            <a:extLst>
              <a:ext uri="{FF2B5EF4-FFF2-40B4-BE49-F238E27FC236}">
                <a16:creationId xmlns:a16="http://schemas.microsoft.com/office/drawing/2014/main" id="{2D0D7598-96E4-4263-80D0-A0A277F244E7}"/>
              </a:ext>
            </a:extLst>
          </p:cNvPr>
          <p:cNvSpPr/>
          <p:nvPr/>
        </p:nvSpPr>
        <p:spPr>
          <a:xfrm>
            <a:off x="0" y="2112611"/>
            <a:ext cx="9895082" cy="4028171"/>
          </a:xfrm>
          <a:prstGeom prst="roundRect">
            <a:avLst>
              <a:gd name="adj" fmla="val 2129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1" name="矩形: 圓角 120">
            <a:extLst>
              <a:ext uri="{FF2B5EF4-FFF2-40B4-BE49-F238E27FC236}">
                <a16:creationId xmlns:a16="http://schemas.microsoft.com/office/drawing/2014/main" id="{FD0E311D-B3F7-405F-8F30-FF440341DCC3}"/>
              </a:ext>
            </a:extLst>
          </p:cNvPr>
          <p:cNvSpPr/>
          <p:nvPr/>
        </p:nvSpPr>
        <p:spPr>
          <a:xfrm>
            <a:off x="892876" y="2783964"/>
            <a:ext cx="3932177" cy="3240529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" name="矩形: 圓角 121">
            <a:extLst>
              <a:ext uri="{FF2B5EF4-FFF2-40B4-BE49-F238E27FC236}">
                <a16:creationId xmlns:a16="http://schemas.microsoft.com/office/drawing/2014/main" id="{95BA0FCC-534C-49AA-8379-7E8FE0CC2E45}"/>
              </a:ext>
            </a:extLst>
          </p:cNvPr>
          <p:cNvSpPr/>
          <p:nvPr/>
        </p:nvSpPr>
        <p:spPr>
          <a:xfrm>
            <a:off x="5851386" y="2781299"/>
            <a:ext cx="3932177" cy="3240529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" name="矩形: 圓角 122">
            <a:extLst>
              <a:ext uri="{FF2B5EF4-FFF2-40B4-BE49-F238E27FC236}">
                <a16:creationId xmlns:a16="http://schemas.microsoft.com/office/drawing/2014/main" id="{E371FCDA-B3B8-4F1E-AB93-E54778C70A2F}"/>
              </a:ext>
            </a:extLst>
          </p:cNvPr>
          <p:cNvSpPr/>
          <p:nvPr/>
        </p:nvSpPr>
        <p:spPr>
          <a:xfrm>
            <a:off x="885713" y="7421029"/>
            <a:ext cx="3932177" cy="3240529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3" name="圖片 102">
            <a:extLst>
              <a:ext uri="{FF2B5EF4-FFF2-40B4-BE49-F238E27FC236}">
                <a16:creationId xmlns:a16="http://schemas.microsoft.com/office/drawing/2014/main" id="{932AB186-1EC2-453E-A771-FFAA38D56EC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12" b="53759"/>
          <a:stretch/>
        </p:blipFill>
        <p:spPr>
          <a:xfrm>
            <a:off x="2613392" y="3048980"/>
            <a:ext cx="2246400" cy="1169894"/>
          </a:xfrm>
          <a:prstGeom prst="rect">
            <a:avLst/>
          </a:prstGeom>
        </p:spPr>
      </p:pic>
      <p:pic>
        <p:nvPicPr>
          <p:cNvPr id="104" name="圖片 103">
            <a:extLst>
              <a:ext uri="{FF2B5EF4-FFF2-40B4-BE49-F238E27FC236}">
                <a16:creationId xmlns:a16="http://schemas.microsoft.com/office/drawing/2014/main" id="{14404416-96F2-49B2-B648-01C066D487D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979"/>
          <a:stretch/>
        </p:blipFill>
        <p:spPr>
          <a:xfrm>
            <a:off x="2613392" y="4866487"/>
            <a:ext cx="2246400" cy="1304345"/>
          </a:xfrm>
          <a:prstGeom prst="rect">
            <a:avLst/>
          </a:prstGeom>
        </p:spPr>
      </p:pic>
      <p:pic>
        <p:nvPicPr>
          <p:cNvPr id="105" name="圖片 104">
            <a:extLst>
              <a:ext uri="{FF2B5EF4-FFF2-40B4-BE49-F238E27FC236}">
                <a16:creationId xmlns:a16="http://schemas.microsoft.com/office/drawing/2014/main" id="{A4D544F4-D0F5-479F-9DC7-B6F141D28C0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455" b="9750"/>
          <a:stretch/>
        </p:blipFill>
        <p:spPr>
          <a:xfrm>
            <a:off x="814627" y="2737275"/>
            <a:ext cx="2019600" cy="319870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B8864137-25E5-4BEB-AFA5-B2B1EACF5554}"/>
                  </a:ext>
                </a:extLst>
              </p:cNvPr>
              <p:cNvSpPr/>
              <p:nvPr/>
            </p:nvSpPr>
            <p:spPr>
              <a:xfrm>
                <a:off x="3557208" y="3664321"/>
                <a:ext cx="57163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66" name="矩形 65">
                <a:extLst>
                  <a:ext uri="{FF2B5EF4-FFF2-40B4-BE49-F238E27FC236}">
                    <a16:creationId xmlns:a16="http://schemas.microsoft.com/office/drawing/2014/main" id="{B8864137-25E5-4BEB-AFA5-B2B1EACF55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7208" y="3664321"/>
                <a:ext cx="571631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直線單箭頭接點 66">
            <a:extLst>
              <a:ext uri="{FF2B5EF4-FFF2-40B4-BE49-F238E27FC236}">
                <a16:creationId xmlns:a16="http://schemas.microsoft.com/office/drawing/2014/main" id="{08B4719D-FB3D-4053-ADB0-7A75F5E6F383}"/>
              </a:ext>
            </a:extLst>
          </p:cNvPr>
          <p:cNvCxnSpPr>
            <a:cxnSpLocks/>
          </p:cNvCxnSpPr>
          <p:nvPr/>
        </p:nvCxnSpPr>
        <p:spPr>
          <a:xfrm flipV="1">
            <a:off x="3454866" y="4023556"/>
            <a:ext cx="718958" cy="1871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單箭頭接點 67">
            <a:extLst>
              <a:ext uri="{FF2B5EF4-FFF2-40B4-BE49-F238E27FC236}">
                <a16:creationId xmlns:a16="http://schemas.microsoft.com/office/drawing/2014/main" id="{C11AC555-F7EE-4268-B690-9C79C14EABF0}"/>
              </a:ext>
            </a:extLst>
          </p:cNvPr>
          <p:cNvCxnSpPr>
            <a:cxnSpLocks/>
          </p:cNvCxnSpPr>
          <p:nvPr/>
        </p:nvCxnSpPr>
        <p:spPr>
          <a:xfrm flipH="1" flipV="1">
            <a:off x="3064494" y="3837676"/>
            <a:ext cx="389822" cy="3757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09B30CEC-26DC-449D-86DB-C2297B3CC1F9}"/>
                  </a:ext>
                </a:extLst>
              </p:cNvPr>
              <p:cNvSpPr/>
              <p:nvPr/>
            </p:nvSpPr>
            <p:spPr>
              <a:xfrm>
                <a:off x="4123324" y="3847161"/>
                <a:ext cx="38638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dirty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69" name="矩形 68">
                <a:extLst>
                  <a:ext uri="{FF2B5EF4-FFF2-40B4-BE49-F238E27FC236}">
                    <a16:creationId xmlns:a16="http://schemas.microsoft.com/office/drawing/2014/main" id="{09B30CEC-26DC-449D-86DB-C2297B3CC1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3324" y="3847161"/>
                <a:ext cx="386388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2EC834AE-AB42-4EEE-9ED7-7E785816D999}"/>
                  </a:ext>
                </a:extLst>
              </p:cNvPr>
              <p:cNvSpPr/>
              <p:nvPr/>
            </p:nvSpPr>
            <p:spPr>
              <a:xfrm>
                <a:off x="2787762" y="3583561"/>
                <a:ext cx="39100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dirty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0" name="矩形 69">
                <a:extLst>
                  <a:ext uri="{FF2B5EF4-FFF2-40B4-BE49-F238E27FC236}">
                    <a16:creationId xmlns:a16="http://schemas.microsoft.com/office/drawing/2014/main" id="{2EC834AE-AB42-4EEE-9ED7-7E785816D9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7762" y="3583561"/>
                <a:ext cx="391004" cy="400110"/>
              </a:xfrm>
              <a:prstGeom prst="rect">
                <a:avLst/>
              </a:prstGeom>
              <a:blipFill>
                <a:blip r:embed="rId7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90CD22A6-3BBC-461B-8CFA-68ABBF7B4265}"/>
                  </a:ext>
                </a:extLst>
              </p:cNvPr>
              <p:cNvSpPr/>
              <p:nvPr/>
            </p:nvSpPr>
            <p:spPr>
              <a:xfrm>
                <a:off x="-15673" y="3422154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2" name="矩形 71">
                <a:extLst>
                  <a:ext uri="{FF2B5EF4-FFF2-40B4-BE49-F238E27FC236}">
                    <a16:creationId xmlns:a16="http://schemas.microsoft.com/office/drawing/2014/main" id="{90CD22A6-3BBC-461B-8CFA-68ABBF7B42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673" y="3422154"/>
                <a:ext cx="905761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947A0BF5-ADA7-4CA8-B511-FAEB9B1C3125}"/>
                  </a:ext>
                </a:extLst>
              </p:cNvPr>
              <p:cNvSpPr/>
              <p:nvPr/>
            </p:nvSpPr>
            <p:spPr>
              <a:xfrm>
                <a:off x="-41309" y="4948646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3" name="矩形 72">
                <a:extLst>
                  <a:ext uri="{FF2B5EF4-FFF2-40B4-BE49-F238E27FC236}">
                    <a16:creationId xmlns:a16="http://schemas.microsoft.com/office/drawing/2014/main" id="{947A0BF5-ADA7-4CA8-B511-FAEB9B1C31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1309" y="4948646"/>
                <a:ext cx="963725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934258D9-5FE0-4D5B-968C-94403A6BE435}"/>
                  </a:ext>
                </a:extLst>
              </p:cNvPr>
              <p:cNvSpPr txBox="1"/>
              <p:nvPr/>
            </p:nvSpPr>
            <p:spPr>
              <a:xfrm>
                <a:off x="985024" y="3779185"/>
                <a:ext cx="73469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934258D9-5FE0-4D5B-968C-94403A6BE4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024" y="3779185"/>
                <a:ext cx="734697" cy="400110"/>
              </a:xfrm>
              <a:prstGeom prst="rect">
                <a:avLst/>
              </a:prstGeom>
              <a:blipFill>
                <a:blip r:embed="rId11"/>
                <a:stretch>
                  <a:fillRect r="-833" b="-75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8" name="群組 77">
            <a:extLst>
              <a:ext uri="{FF2B5EF4-FFF2-40B4-BE49-F238E27FC236}">
                <a16:creationId xmlns:a16="http://schemas.microsoft.com/office/drawing/2014/main" id="{7C688A0A-8B76-4DC0-97D0-475EE828C4AD}"/>
              </a:ext>
            </a:extLst>
          </p:cNvPr>
          <p:cNvGrpSpPr/>
          <p:nvPr/>
        </p:nvGrpSpPr>
        <p:grpSpPr>
          <a:xfrm>
            <a:off x="1710439" y="3424839"/>
            <a:ext cx="117977" cy="113174"/>
            <a:chOff x="1373392" y="2391862"/>
            <a:chExt cx="479433" cy="476535"/>
          </a:xfrm>
        </p:grpSpPr>
        <p:sp>
          <p:nvSpPr>
            <p:cNvPr id="81" name="箭號: 向右 80">
              <a:extLst>
                <a:ext uri="{FF2B5EF4-FFF2-40B4-BE49-F238E27FC236}">
                  <a16:creationId xmlns:a16="http://schemas.microsoft.com/office/drawing/2014/main" id="{4F374CAF-28C0-440A-AE87-5DE9EA5ABDC4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82" name="箭號: 向右 81">
              <a:extLst>
                <a:ext uri="{FF2B5EF4-FFF2-40B4-BE49-F238E27FC236}">
                  <a16:creationId xmlns:a16="http://schemas.microsoft.com/office/drawing/2014/main" id="{8A99D3E6-D66E-483E-BBB3-40EECCA5EAA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E74278A1-3AB8-4E5A-A5A7-CC193611FEB3}"/>
                  </a:ext>
                </a:extLst>
              </p:cNvPr>
              <p:cNvSpPr txBox="1"/>
              <p:nvPr/>
            </p:nvSpPr>
            <p:spPr>
              <a:xfrm>
                <a:off x="1526281" y="3033895"/>
                <a:ext cx="463025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E74278A1-3AB8-4E5A-A5A7-CC193611F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6281" y="3033895"/>
                <a:ext cx="463025" cy="424283"/>
              </a:xfrm>
              <a:prstGeom prst="rect">
                <a:avLst/>
              </a:prstGeom>
              <a:blipFill>
                <a:blip r:embed="rId12"/>
                <a:stretch>
                  <a:fillRect l="-3947"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F76CCEFB-A4DF-4E2C-8F2C-A9A06B0210C7}"/>
                  </a:ext>
                </a:extLst>
              </p:cNvPr>
              <p:cNvSpPr txBox="1"/>
              <p:nvPr/>
            </p:nvSpPr>
            <p:spPr>
              <a:xfrm>
                <a:off x="1782864" y="3309128"/>
                <a:ext cx="47138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F76CCEFB-A4DF-4E2C-8F2C-A9A06B0210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2864" y="3309128"/>
                <a:ext cx="471386" cy="400110"/>
              </a:xfrm>
              <a:prstGeom prst="rect">
                <a:avLst/>
              </a:prstGeom>
              <a:blipFill>
                <a:blip r:embed="rId13"/>
                <a:stretch>
                  <a:fillRect l="-3846" b="-92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80C9DBED-D1E8-4B52-8CA2-EDF1D80EB61D}"/>
                  </a:ext>
                </a:extLst>
              </p:cNvPr>
              <p:cNvSpPr/>
              <p:nvPr/>
            </p:nvSpPr>
            <p:spPr>
              <a:xfrm>
                <a:off x="4942837" y="3419489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7" name="矩形 96">
                <a:extLst>
                  <a:ext uri="{FF2B5EF4-FFF2-40B4-BE49-F238E27FC236}">
                    <a16:creationId xmlns:a16="http://schemas.microsoft.com/office/drawing/2014/main" id="{80C9DBED-D1E8-4B52-8CA2-EDF1D80EB6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2837" y="3419489"/>
                <a:ext cx="905761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0FD50C04-E25D-4D95-97E2-6B6058FA2C4E}"/>
                  </a:ext>
                </a:extLst>
              </p:cNvPr>
              <p:cNvSpPr/>
              <p:nvPr/>
            </p:nvSpPr>
            <p:spPr>
              <a:xfrm>
                <a:off x="4917201" y="4945981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8" name="矩形 97">
                <a:extLst>
                  <a:ext uri="{FF2B5EF4-FFF2-40B4-BE49-F238E27FC236}">
                    <a16:creationId xmlns:a16="http://schemas.microsoft.com/office/drawing/2014/main" id="{0FD50C04-E25D-4D95-97E2-6B6058FA2C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7201" y="4945981"/>
                <a:ext cx="963725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矩形 117">
                <a:extLst>
                  <a:ext uri="{FF2B5EF4-FFF2-40B4-BE49-F238E27FC236}">
                    <a16:creationId xmlns:a16="http://schemas.microsoft.com/office/drawing/2014/main" id="{3CE22E16-71EA-4CEF-BABB-4905FC05CADA}"/>
                  </a:ext>
                </a:extLst>
              </p:cNvPr>
              <p:cNvSpPr/>
              <p:nvPr/>
            </p:nvSpPr>
            <p:spPr>
              <a:xfrm>
                <a:off x="-22836" y="8059219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8" name="矩形 117">
                <a:extLst>
                  <a:ext uri="{FF2B5EF4-FFF2-40B4-BE49-F238E27FC236}">
                    <a16:creationId xmlns:a16="http://schemas.microsoft.com/office/drawing/2014/main" id="{3CE22E16-71EA-4CEF-BABB-4905FC05CA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2836" y="8059219"/>
                <a:ext cx="905761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矩形 118">
                <a:extLst>
                  <a:ext uri="{FF2B5EF4-FFF2-40B4-BE49-F238E27FC236}">
                    <a16:creationId xmlns:a16="http://schemas.microsoft.com/office/drawing/2014/main" id="{D226EA14-5CAD-4B69-AE93-60D257B27393}"/>
                  </a:ext>
                </a:extLst>
              </p:cNvPr>
              <p:cNvSpPr/>
              <p:nvPr/>
            </p:nvSpPr>
            <p:spPr>
              <a:xfrm>
                <a:off x="-48472" y="9585711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9" name="矩形 118">
                <a:extLst>
                  <a:ext uri="{FF2B5EF4-FFF2-40B4-BE49-F238E27FC236}">
                    <a16:creationId xmlns:a16="http://schemas.microsoft.com/office/drawing/2014/main" id="{D226EA14-5CAD-4B69-AE93-60D257B273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8472" y="9585711"/>
                <a:ext cx="963725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D6FE93AA-2001-4A4D-9522-B00D183541CA}"/>
                  </a:ext>
                </a:extLst>
              </p:cNvPr>
              <p:cNvSpPr/>
              <p:nvPr/>
            </p:nvSpPr>
            <p:spPr>
              <a:xfrm>
                <a:off x="4935674" y="8056554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8" name="矩形 137">
                <a:extLst>
                  <a:ext uri="{FF2B5EF4-FFF2-40B4-BE49-F238E27FC236}">
                    <a16:creationId xmlns:a16="http://schemas.microsoft.com/office/drawing/2014/main" id="{D6FE93AA-2001-4A4D-9522-B00D183541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5674" y="8056554"/>
                <a:ext cx="905761" cy="4001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矩形 138">
                <a:extLst>
                  <a:ext uri="{FF2B5EF4-FFF2-40B4-BE49-F238E27FC236}">
                    <a16:creationId xmlns:a16="http://schemas.microsoft.com/office/drawing/2014/main" id="{F9531753-2C41-42B7-9AC6-4A7E7C12A898}"/>
                  </a:ext>
                </a:extLst>
              </p:cNvPr>
              <p:cNvSpPr/>
              <p:nvPr/>
            </p:nvSpPr>
            <p:spPr>
              <a:xfrm>
                <a:off x="4910038" y="9583046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9" name="矩形 138">
                <a:extLst>
                  <a:ext uri="{FF2B5EF4-FFF2-40B4-BE49-F238E27FC236}">
                    <a16:creationId xmlns:a16="http://schemas.microsoft.com/office/drawing/2014/main" id="{F9531753-2C41-42B7-9AC6-4A7E7C12A8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0038" y="9583046"/>
                <a:ext cx="963725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" name="矩形 152">
            <a:extLst>
              <a:ext uri="{FF2B5EF4-FFF2-40B4-BE49-F238E27FC236}">
                <a16:creationId xmlns:a16="http://schemas.microsoft.com/office/drawing/2014/main" id="{BFB7CE11-E7D2-4C9F-BF66-3D140502646A}"/>
              </a:ext>
            </a:extLst>
          </p:cNvPr>
          <p:cNvSpPr/>
          <p:nvPr/>
        </p:nvSpPr>
        <p:spPr>
          <a:xfrm>
            <a:off x="1185643" y="9474098"/>
            <a:ext cx="1096724" cy="627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EE27C5D0-F1CC-40FE-BFC8-0813FDC35426}"/>
              </a:ext>
            </a:extLst>
          </p:cNvPr>
          <p:cNvSpPr/>
          <p:nvPr/>
        </p:nvSpPr>
        <p:spPr>
          <a:xfrm>
            <a:off x="3254706" y="9416274"/>
            <a:ext cx="1096724" cy="627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BAE8BA80-BDDA-48DF-B11B-F9823432759B}"/>
              </a:ext>
            </a:extLst>
          </p:cNvPr>
          <p:cNvSpPr/>
          <p:nvPr/>
        </p:nvSpPr>
        <p:spPr>
          <a:xfrm>
            <a:off x="5992576" y="9394211"/>
            <a:ext cx="139662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970E3C45-BA55-4040-8281-3542D7214478}"/>
              </a:ext>
            </a:extLst>
          </p:cNvPr>
          <p:cNvSpPr/>
          <p:nvPr/>
        </p:nvSpPr>
        <p:spPr>
          <a:xfrm>
            <a:off x="8046513" y="9394211"/>
            <a:ext cx="139662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0" name="圖片 109">
            <a:extLst>
              <a:ext uri="{FF2B5EF4-FFF2-40B4-BE49-F238E27FC236}">
                <a16:creationId xmlns:a16="http://schemas.microsoft.com/office/drawing/2014/main" id="{6C649A23-C763-4192-A3EE-DBD31921F197}"/>
              </a:ext>
            </a:extLst>
          </p:cNvPr>
          <p:cNvPicPr>
            <a:picLocks noChangeAspect="1"/>
          </p:cNvPicPr>
          <p:nvPr/>
        </p:nvPicPr>
        <p:blipFill rotWithShape="1">
          <a:blip r:embed="rId2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312" b="10438"/>
          <a:stretch/>
        </p:blipFill>
        <p:spPr>
          <a:xfrm>
            <a:off x="5771775" y="2779353"/>
            <a:ext cx="2019600" cy="310513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68863932-BAAD-45B9-99D3-50192D037D00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907" b="8501"/>
          <a:stretch/>
        </p:blipFill>
        <p:spPr>
          <a:xfrm>
            <a:off x="811967" y="2705100"/>
            <a:ext cx="2019600" cy="3309257"/>
          </a:xfrm>
          <a:prstGeom prst="rect">
            <a:avLst/>
          </a:prstGeom>
        </p:spPr>
      </p:pic>
      <p:sp>
        <p:nvSpPr>
          <p:cNvPr id="59" name="矩形: 圓角 58">
            <a:extLst>
              <a:ext uri="{FF2B5EF4-FFF2-40B4-BE49-F238E27FC236}">
                <a16:creationId xmlns:a16="http://schemas.microsoft.com/office/drawing/2014/main" id="{A7F7BBB0-0A3B-44B6-99DE-8B3C350EF1DB}"/>
              </a:ext>
            </a:extLst>
          </p:cNvPr>
          <p:cNvSpPr/>
          <p:nvPr/>
        </p:nvSpPr>
        <p:spPr>
          <a:xfrm>
            <a:off x="5815143" y="-3528"/>
            <a:ext cx="3974292" cy="155217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73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0" name="圖片 59">
            <a:extLst>
              <a:ext uri="{FF2B5EF4-FFF2-40B4-BE49-F238E27FC236}">
                <a16:creationId xmlns:a16="http://schemas.microsoft.com/office/drawing/2014/main" id="{DDCA011C-4184-4216-AD37-D01F5935BE6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61" t="11602" r="1805" b="64731"/>
          <a:stretch/>
        </p:blipFill>
        <p:spPr>
          <a:xfrm>
            <a:off x="7917075" y="48536"/>
            <a:ext cx="1799911" cy="14467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字方塊 62">
                <a:extLst>
                  <a:ext uri="{FF2B5EF4-FFF2-40B4-BE49-F238E27FC236}">
                    <a16:creationId xmlns:a16="http://schemas.microsoft.com/office/drawing/2014/main" id="{DB8FDFC3-D753-4C56-A2C2-E04998559871}"/>
                  </a:ext>
                </a:extLst>
              </p:cNvPr>
              <p:cNvSpPr txBox="1"/>
              <p:nvPr/>
            </p:nvSpPr>
            <p:spPr>
              <a:xfrm>
                <a:off x="7884202" y="1045404"/>
                <a:ext cx="740353" cy="3566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63" name="文字方塊 62">
                <a:extLst>
                  <a:ext uri="{FF2B5EF4-FFF2-40B4-BE49-F238E27FC236}">
                    <a16:creationId xmlns:a16="http://schemas.microsoft.com/office/drawing/2014/main" id="{DB8FDFC3-D753-4C56-A2C2-E049985598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4202" y="1045404"/>
                <a:ext cx="740353" cy="356639"/>
              </a:xfrm>
              <a:prstGeom prst="rect">
                <a:avLst/>
              </a:prstGeom>
              <a:blipFill>
                <a:blip r:embed="rId28"/>
                <a:stretch>
                  <a:fillRect b="-220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4" name="群組 63">
            <a:extLst>
              <a:ext uri="{FF2B5EF4-FFF2-40B4-BE49-F238E27FC236}">
                <a16:creationId xmlns:a16="http://schemas.microsoft.com/office/drawing/2014/main" id="{21C80468-28F0-435E-A6C6-2FBB96542C5E}"/>
              </a:ext>
            </a:extLst>
          </p:cNvPr>
          <p:cNvGrpSpPr/>
          <p:nvPr/>
        </p:nvGrpSpPr>
        <p:grpSpPr>
          <a:xfrm>
            <a:off x="8439233" y="294376"/>
            <a:ext cx="593867" cy="633991"/>
            <a:chOff x="6394099" y="1329789"/>
            <a:chExt cx="1805559" cy="1927549"/>
          </a:xfrm>
        </p:grpSpPr>
        <p:grpSp>
          <p:nvGrpSpPr>
            <p:cNvPr id="74" name="群組 73">
              <a:extLst>
                <a:ext uri="{FF2B5EF4-FFF2-40B4-BE49-F238E27FC236}">
                  <a16:creationId xmlns:a16="http://schemas.microsoft.com/office/drawing/2014/main" id="{5E137D2B-D7EA-4D02-AA5A-290FD1CCEB84}"/>
                </a:ext>
              </a:extLst>
            </p:cNvPr>
            <p:cNvGrpSpPr/>
            <p:nvPr/>
          </p:nvGrpSpPr>
          <p:grpSpPr>
            <a:xfrm>
              <a:off x="6929132" y="2420541"/>
              <a:ext cx="361452" cy="346736"/>
              <a:chOff x="1373392" y="2391862"/>
              <a:chExt cx="479433" cy="476535"/>
            </a:xfrm>
          </p:grpSpPr>
          <p:sp>
            <p:nvSpPr>
              <p:cNvPr id="84" name="箭號: 向右 83">
                <a:extLst>
                  <a:ext uri="{FF2B5EF4-FFF2-40B4-BE49-F238E27FC236}">
                    <a16:creationId xmlns:a16="http://schemas.microsoft.com/office/drawing/2014/main" id="{9380C0E6-13F2-4CDC-9B5F-124241839F2A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88" name="箭號: 向右 87">
                <a:extLst>
                  <a:ext uri="{FF2B5EF4-FFF2-40B4-BE49-F238E27FC236}">
                    <a16:creationId xmlns:a16="http://schemas.microsoft.com/office/drawing/2014/main" id="{3D62F082-1C78-4C75-A623-1D0505651B22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文字方塊 75">
                  <a:extLst>
                    <a:ext uri="{FF2B5EF4-FFF2-40B4-BE49-F238E27FC236}">
                      <a16:creationId xmlns:a16="http://schemas.microsoft.com/office/drawing/2014/main" id="{E8788DFE-82C1-4F01-A168-9381AE0D931F}"/>
                    </a:ext>
                  </a:extLst>
                </p:cNvPr>
                <p:cNvSpPr txBox="1"/>
                <p:nvPr/>
              </p:nvSpPr>
              <p:spPr>
                <a:xfrm>
                  <a:off x="6394099" y="1329789"/>
                  <a:ext cx="1418593" cy="11498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AB3E3F81-A9C7-465C-A831-82ADA76646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4099" y="1329789"/>
                  <a:ext cx="1418593" cy="1149815"/>
                </a:xfrm>
                <a:prstGeom prst="rect">
                  <a:avLst/>
                </a:prstGeom>
                <a:blipFill>
                  <a:blip r:embed="rId38"/>
                  <a:stretch>
                    <a:fillRect b="-579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文字方塊 82">
                  <a:extLst>
                    <a:ext uri="{FF2B5EF4-FFF2-40B4-BE49-F238E27FC236}">
                      <a16:creationId xmlns:a16="http://schemas.microsoft.com/office/drawing/2014/main" id="{066394FB-93D7-4707-B8F6-A5DEA6DFEFD0}"/>
                    </a:ext>
                  </a:extLst>
                </p:cNvPr>
                <p:cNvSpPr txBox="1"/>
                <p:nvPr/>
              </p:nvSpPr>
              <p:spPr>
                <a:xfrm>
                  <a:off x="7131569" y="2173033"/>
                  <a:ext cx="1068089" cy="108430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C15B01A4-773F-4E0F-88DB-CAE29AAE6C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31569" y="2173033"/>
                  <a:ext cx="1068089" cy="1084305"/>
                </a:xfrm>
                <a:prstGeom prst="rect">
                  <a:avLst/>
                </a:prstGeom>
                <a:blipFill>
                  <a:blip r:embed="rId39"/>
                  <a:stretch>
                    <a:fillRect l="-4615" r="-4615" b="-923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3" name="矩形: 圓角 92">
            <a:extLst>
              <a:ext uri="{FF2B5EF4-FFF2-40B4-BE49-F238E27FC236}">
                <a16:creationId xmlns:a16="http://schemas.microsoft.com/office/drawing/2014/main" id="{321C7693-16CA-4E8E-B524-CFCF662042A4}"/>
              </a:ext>
            </a:extLst>
          </p:cNvPr>
          <p:cNvSpPr/>
          <p:nvPr/>
        </p:nvSpPr>
        <p:spPr>
          <a:xfrm>
            <a:off x="913198" y="-3374"/>
            <a:ext cx="3974290" cy="1552172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73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4" name="圖片 93">
            <a:extLst>
              <a:ext uri="{FF2B5EF4-FFF2-40B4-BE49-F238E27FC236}">
                <a16:creationId xmlns:a16="http://schemas.microsoft.com/office/drawing/2014/main" id="{7503B79E-39B0-41BC-BC02-4EC4B283D9A8}"/>
              </a:ext>
            </a:extLst>
          </p:cNvPr>
          <p:cNvPicPr>
            <a:picLocks noChangeAspect="1"/>
          </p:cNvPicPr>
          <p:nvPr/>
        </p:nvPicPr>
        <p:blipFill rotWithShape="1">
          <a:blip r:embed="rId4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17" b="63909"/>
          <a:stretch/>
        </p:blipFill>
        <p:spPr>
          <a:xfrm>
            <a:off x="2857927" y="-3681"/>
            <a:ext cx="2036626" cy="152660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文字方塊 100">
                <a:extLst>
                  <a:ext uri="{FF2B5EF4-FFF2-40B4-BE49-F238E27FC236}">
                    <a16:creationId xmlns:a16="http://schemas.microsoft.com/office/drawing/2014/main" id="{604E63DB-86D3-41CE-A0F6-4378E730D40B}"/>
                  </a:ext>
                </a:extLst>
              </p:cNvPr>
              <p:cNvSpPr txBox="1"/>
              <p:nvPr/>
            </p:nvSpPr>
            <p:spPr>
              <a:xfrm>
                <a:off x="3024577" y="1019347"/>
                <a:ext cx="740352" cy="3566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101" name="文字方塊 100">
                <a:extLst>
                  <a:ext uri="{FF2B5EF4-FFF2-40B4-BE49-F238E27FC236}">
                    <a16:creationId xmlns:a16="http://schemas.microsoft.com/office/drawing/2014/main" id="{604E63DB-86D3-41CE-A0F6-4378E730D4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4577" y="1019347"/>
                <a:ext cx="740352" cy="356639"/>
              </a:xfrm>
              <a:prstGeom prst="rect">
                <a:avLst/>
              </a:prstGeom>
              <a:blipFill>
                <a:blip r:embed="rId41"/>
                <a:stretch>
                  <a:fillRect b="-220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" name="箭號: 向右 101">
            <a:extLst>
              <a:ext uri="{FF2B5EF4-FFF2-40B4-BE49-F238E27FC236}">
                <a16:creationId xmlns:a16="http://schemas.microsoft.com/office/drawing/2014/main" id="{99AA207D-C5FD-45B1-9847-E58D0C9AE148}"/>
              </a:ext>
            </a:extLst>
          </p:cNvPr>
          <p:cNvSpPr/>
          <p:nvPr/>
        </p:nvSpPr>
        <p:spPr>
          <a:xfrm>
            <a:off x="3764962" y="734807"/>
            <a:ext cx="109499" cy="31717"/>
          </a:xfrm>
          <a:prstGeom prst="rightArrow">
            <a:avLst>
              <a:gd name="adj1" fmla="val 50000"/>
              <a:gd name="adj2" fmla="val 99023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>
              <a:solidFill>
                <a:schemeClr val="tx1"/>
              </a:solidFill>
            </a:endParaRPr>
          </a:p>
        </p:txBody>
      </p:sp>
      <p:sp>
        <p:nvSpPr>
          <p:cNvPr id="106" name="箭號: 向右 105">
            <a:extLst>
              <a:ext uri="{FF2B5EF4-FFF2-40B4-BE49-F238E27FC236}">
                <a16:creationId xmlns:a16="http://schemas.microsoft.com/office/drawing/2014/main" id="{DC66F8EB-FB7B-4C52-B38D-306D78D19499}"/>
              </a:ext>
            </a:extLst>
          </p:cNvPr>
          <p:cNvSpPr/>
          <p:nvPr/>
        </p:nvSpPr>
        <p:spPr>
          <a:xfrm rot="16200000">
            <a:off x="3719168" y="688888"/>
            <a:ext cx="105680" cy="32863"/>
          </a:xfrm>
          <a:prstGeom prst="rightArrow">
            <a:avLst>
              <a:gd name="adj1" fmla="val 50000"/>
              <a:gd name="adj2" fmla="val 99023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文字方塊 108">
                <a:extLst>
                  <a:ext uri="{FF2B5EF4-FFF2-40B4-BE49-F238E27FC236}">
                    <a16:creationId xmlns:a16="http://schemas.microsoft.com/office/drawing/2014/main" id="{747BB1C7-B6AB-40A9-B2D9-0F893F81CACB}"/>
                  </a:ext>
                </a:extLst>
              </p:cNvPr>
              <p:cNvSpPr txBox="1"/>
              <p:nvPr/>
            </p:nvSpPr>
            <p:spPr>
              <a:xfrm>
                <a:off x="3579598" y="293720"/>
                <a:ext cx="466589" cy="3781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109" name="文字方塊 108">
                <a:extLst>
                  <a:ext uri="{FF2B5EF4-FFF2-40B4-BE49-F238E27FC236}">
                    <a16:creationId xmlns:a16="http://schemas.microsoft.com/office/drawing/2014/main" id="{747BB1C7-B6AB-40A9-B2D9-0F893F81CA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9598" y="293720"/>
                <a:ext cx="466589" cy="378186"/>
              </a:xfrm>
              <a:prstGeom prst="rect">
                <a:avLst/>
              </a:prstGeom>
              <a:blipFill>
                <a:blip r:embed="rId42"/>
                <a:stretch>
                  <a:fillRect l="-3896" b="-193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文字方塊 113">
                <a:extLst>
                  <a:ext uri="{FF2B5EF4-FFF2-40B4-BE49-F238E27FC236}">
                    <a16:creationId xmlns:a16="http://schemas.microsoft.com/office/drawing/2014/main" id="{116C808A-58A3-4ECD-A3D5-EF3BF070C428}"/>
                  </a:ext>
                </a:extLst>
              </p:cNvPr>
              <p:cNvSpPr txBox="1"/>
              <p:nvPr/>
            </p:nvSpPr>
            <p:spPr>
              <a:xfrm>
                <a:off x="3822159" y="571071"/>
                <a:ext cx="351305" cy="3566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114" name="文字方塊 113">
                <a:extLst>
                  <a:ext uri="{FF2B5EF4-FFF2-40B4-BE49-F238E27FC236}">
                    <a16:creationId xmlns:a16="http://schemas.microsoft.com/office/drawing/2014/main" id="{116C808A-58A3-4ECD-A3D5-EF3BF070C4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2159" y="571071"/>
                <a:ext cx="351305" cy="356639"/>
              </a:xfrm>
              <a:prstGeom prst="rect">
                <a:avLst/>
              </a:prstGeom>
              <a:blipFill>
                <a:blip r:embed="rId43"/>
                <a:stretch>
                  <a:fillRect l="-5172" r="-17241" b="-224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5" name="圖片 114">
            <a:extLst>
              <a:ext uri="{FF2B5EF4-FFF2-40B4-BE49-F238E27FC236}">
                <a16:creationId xmlns:a16="http://schemas.microsoft.com/office/drawing/2014/main" id="{0A2BAEC7-F52C-42D0-9D03-9B3B187D1259}"/>
              </a:ext>
            </a:extLst>
          </p:cNvPr>
          <p:cNvPicPr>
            <a:picLocks noChangeAspect="1"/>
          </p:cNvPicPr>
          <p:nvPr/>
        </p:nvPicPr>
        <p:blipFill rotWithShape="1">
          <a:blip r:embed="rId4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163" b="9569"/>
          <a:stretch/>
        </p:blipFill>
        <p:spPr>
          <a:xfrm>
            <a:off x="807863" y="7353300"/>
            <a:ext cx="2019600" cy="3228976"/>
          </a:xfrm>
          <a:prstGeom prst="rect">
            <a:avLst/>
          </a:prstGeom>
        </p:spPr>
      </p:pic>
      <p:pic>
        <p:nvPicPr>
          <p:cNvPr id="116" name="圖片 115">
            <a:extLst>
              <a:ext uri="{FF2B5EF4-FFF2-40B4-BE49-F238E27FC236}">
                <a16:creationId xmlns:a16="http://schemas.microsoft.com/office/drawing/2014/main" id="{6270E5D7-2C8E-428E-BBF4-A324F3947825}"/>
              </a:ext>
            </a:extLst>
          </p:cNvPr>
          <p:cNvPicPr>
            <a:picLocks noChangeAspect="1"/>
          </p:cNvPicPr>
          <p:nvPr/>
        </p:nvPicPr>
        <p:blipFill rotWithShape="1">
          <a:blip r:embed="rId4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138"/>
          <a:stretch/>
        </p:blipFill>
        <p:spPr>
          <a:xfrm>
            <a:off x="7570497" y="4407668"/>
            <a:ext cx="2246400" cy="1836509"/>
          </a:xfrm>
          <a:prstGeom prst="rect">
            <a:avLst/>
          </a:prstGeom>
        </p:spPr>
      </p:pic>
      <p:pic>
        <p:nvPicPr>
          <p:cNvPr id="120" name="圖片 119">
            <a:extLst>
              <a:ext uri="{FF2B5EF4-FFF2-40B4-BE49-F238E27FC236}">
                <a16:creationId xmlns:a16="http://schemas.microsoft.com/office/drawing/2014/main" id="{40C43A0F-B198-4794-8C30-0F44CB85BCB4}"/>
              </a:ext>
            </a:extLst>
          </p:cNvPr>
          <p:cNvPicPr>
            <a:picLocks noChangeAspect="1"/>
          </p:cNvPicPr>
          <p:nvPr/>
        </p:nvPicPr>
        <p:blipFill rotWithShape="1">
          <a:blip r:embed="rId4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85" b="53019"/>
          <a:stretch/>
        </p:blipFill>
        <p:spPr>
          <a:xfrm>
            <a:off x="7570497" y="2693261"/>
            <a:ext cx="2246400" cy="165831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文字方塊 135">
                <a:extLst>
                  <a:ext uri="{FF2B5EF4-FFF2-40B4-BE49-F238E27FC236}">
                    <a16:creationId xmlns:a16="http://schemas.microsoft.com/office/drawing/2014/main" id="{4A75A802-3923-4468-B53F-AAAA6B72CB80}"/>
                  </a:ext>
                </a:extLst>
              </p:cNvPr>
              <p:cNvSpPr txBox="1"/>
              <p:nvPr/>
            </p:nvSpPr>
            <p:spPr>
              <a:xfrm>
                <a:off x="985024" y="3794425"/>
                <a:ext cx="73469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136" name="文字方塊 135">
                <a:extLst>
                  <a:ext uri="{FF2B5EF4-FFF2-40B4-BE49-F238E27FC236}">
                    <a16:creationId xmlns:a16="http://schemas.microsoft.com/office/drawing/2014/main" id="{4A75A802-3923-4468-B53F-AAAA6B72CB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024" y="3794425"/>
                <a:ext cx="734697" cy="400110"/>
              </a:xfrm>
              <a:prstGeom prst="rect">
                <a:avLst/>
              </a:prstGeom>
              <a:blipFill>
                <a:blip r:embed="rId55"/>
                <a:stretch>
                  <a:fillRect r="-833" b="-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0" name="群組 139">
            <a:extLst>
              <a:ext uri="{FF2B5EF4-FFF2-40B4-BE49-F238E27FC236}">
                <a16:creationId xmlns:a16="http://schemas.microsoft.com/office/drawing/2014/main" id="{16672A63-E1CF-4DCC-9615-2B23802FA4AC}"/>
              </a:ext>
            </a:extLst>
          </p:cNvPr>
          <p:cNvGrpSpPr/>
          <p:nvPr/>
        </p:nvGrpSpPr>
        <p:grpSpPr>
          <a:xfrm>
            <a:off x="1710439" y="3440079"/>
            <a:ext cx="117977" cy="113174"/>
            <a:chOff x="1373392" y="2391862"/>
            <a:chExt cx="479433" cy="476535"/>
          </a:xfrm>
        </p:grpSpPr>
        <p:sp>
          <p:nvSpPr>
            <p:cNvPr id="141" name="箭號: 向右 140">
              <a:extLst>
                <a:ext uri="{FF2B5EF4-FFF2-40B4-BE49-F238E27FC236}">
                  <a16:creationId xmlns:a16="http://schemas.microsoft.com/office/drawing/2014/main" id="{DF93F1B4-453E-4AFF-9F20-C8F04BFFBD32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142" name="箭號: 向右 141">
              <a:extLst>
                <a:ext uri="{FF2B5EF4-FFF2-40B4-BE49-F238E27FC236}">
                  <a16:creationId xmlns:a16="http://schemas.microsoft.com/office/drawing/2014/main" id="{D63E9CC5-22CE-4499-9771-13142C20830F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文字方塊 142">
                <a:extLst>
                  <a:ext uri="{FF2B5EF4-FFF2-40B4-BE49-F238E27FC236}">
                    <a16:creationId xmlns:a16="http://schemas.microsoft.com/office/drawing/2014/main" id="{8843AB53-F897-4B61-8AB0-83BC82F34A79}"/>
                  </a:ext>
                </a:extLst>
              </p:cNvPr>
              <p:cNvSpPr txBox="1"/>
              <p:nvPr/>
            </p:nvSpPr>
            <p:spPr>
              <a:xfrm>
                <a:off x="1526281" y="3049135"/>
                <a:ext cx="463025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143" name="文字方塊 142">
                <a:extLst>
                  <a:ext uri="{FF2B5EF4-FFF2-40B4-BE49-F238E27FC236}">
                    <a16:creationId xmlns:a16="http://schemas.microsoft.com/office/drawing/2014/main" id="{8843AB53-F897-4B61-8AB0-83BC82F34A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6281" y="3049135"/>
                <a:ext cx="463025" cy="424283"/>
              </a:xfrm>
              <a:prstGeom prst="rect">
                <a:avLst/>
              </a:prstGeom>
              <a:blipFill>
                <a:blip r:embed="rId56"/>
                <a:stretch>
                  <a:fillRect l="-3947" b="-57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文字方塊 143">
                <a:extLst>
                  <a:ext uri="{FF2B5EF4-FFF2-40B4-BE49-F238E27FC236}">
                    <a16:creationId xmlns:a16="http://schemas.microsoft.com/office/drawing/2014/main" id="{597274A9-18DA-463D-943D-8D5DF0F54053}"/>
                  </a:ext>
                </a:extLst>
              </p:cNvPr>
              <p:cNvSpPr txBox="1"/>
              <p:nvPr/>
            </p:nvSpPr>
            <p:spPr>
              <a:xfrm>
                <a:off x="1782864" y="3324368"/>
                <a:ext cx="47138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144" name="文字方塊 143">
                <a:extLst>
                  <a:ext uri="{FF2B5EF4-FFF2-40B4-BE49-F238E27FC236}">
                    <a16:creationId xmlns:a16="http://schemas.microsoft.com/office/drawing/2014/main" id="{597274A9-18DA-463D-943D-8D5DF0F540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2864" y="3324368"/>
                <a:ext cx="471386" cy="400110"/>
              </a:xfrm>
              <a:prstGeom prst="rect">
                <a:avLst/>
              </a:prstGeom>
              <a:blipFill>
                <a:blip r:embed="rId57"/>
                <a:stretch>
                  <a:fillRect l="-3846" b="-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0" name="圖片 149">
            <a:extLst>
              <a:ext uri="{FF2B5EF4-FFF2-40B4-BE49-F238E27FC236}">
                <a16:creationId xmlns:a16="http://schemas.microsoft.com/office/drawing/2014/main" id="{44E7A2EF-4C5A-4372-86CD-2E1CCD8A5DB7}"/>
              </a:ext>
            </a:extLst>
          </p:cNvPr>
          <p:cNvPicPr>
            <a:picLocks noChangeAspect="1"/>
          </p:cNvPicPr>
          <p:nvPr/>
        </p:nvPicPr>
        <p:blipFill rotWithShape="1">
          <a:blip r:embed="rId5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312" b="52556"/>
          <a:stretch/>
        </p:blipFill>
        <p:spPr>
          <a:xfrm>
            <a:off x="2610241" y="7782744"/>
            <a:ext cx="2246400" cy="1129553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33DE5B69-3779-4AD7-9D72-70716D46BC6E}"/>
              </a:ext>
            </a:extLst>
          </p:cNvPr>
          <p:cNvPicPr>
            <a:picLocks noChangeAspect="1"/>
          </p:cNvPicPr>
          <p:nvPr/>
        </p:nvPicPr>
        <p:blipFill rotWithShape="1">
          <a:blip r:embed="rId5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74" b="54506"/>
          <a:stretch/>
        </p:blipFill>
        <p:spPr>
          <a:xfrm>
            <a:off x="7570497" y="7330745"/>
            <a:ext cx="2246400" cy="161439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矩形: 圓角 159">
                <a:extLst>
                  <a:ext uri="{FF2B5EF4-FFF2-40B4-BE49-F238E27FC236}">
                    <a16:creationId xmlns:a16="http://schemas.microsoft.com/office/drawing/2014/main" id="{1FA4C6D2-254C-4D47-9714-9EF738788D43}"/>
                  </a:ext>
                </a:extLst>
              </p:cNvPr>
              <p:cNvSpPr/>
              <p:nvPr/>
            </p:nvSpPr>
            <p:spPr>
              <a:xfrm>
                <a:off x="3000" y="6230617"/>
                <a:ext cx="2068914" cy="604800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2000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2000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altLang="zh-TW" sz="20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0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acc>
                            <m:accPr>
                              <m:chr m:val="̂"/>
                              <m:ctrlPr>
                                <a:rPr lang="en-US" altLang="zh-TW" sz="20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0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</m:d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/</m:t>
                      </m:r>
                      <m:rad>
                        <m:radPr>
                          <m:degHide m:val="on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0" name="矩形: 圓角 159">
                <a:extLst>
                  <a:ext uri="{FF2B5EF4-FFF2-40B4-BE49-F238E27FC236}">
                    <a16:creationId xmlns:a16="http://schemas.microsoft.com/office/drawing/2014/main" id="{1FA4C6D2-254C-4D47-9714-9EF738788D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0" y="6230617"/>
                <a:ext cx="2068914" cy="604800"/>
              </a:xfrm>
              <a:prstGeom prst="roundRect">
                <a:avLst>
                  <a:gd name="adj" fmla="val 13546"/>
                </a:avLst>
              </a:prstGeom>
              <a:blipFill>
                <a:blip r:embed="rId6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矩形: 圓角 161">
                <a:extLst>
                  <a:ext uri="{FF2B5EF4-FFF2-40B4-BE49-F238E27FC236}">
                    <a16:creationId xmlns:a16="http://schemas.microsoft.com/office/drawing/2014/main" id="{80B7E1D3-1425-4326-90CB-339B6FDBC390}"/>
                  </a:ext>
                </a:extLst>
              </p:cNvPr>
              <p:cNvSpPr/>
              <p:nvPr/>
            </p:nvSpPr>
            <p:spPr>
              <a:xfrm>
                <a:off x="3000" y="1595727"/>
                <a:ext cx="2068914" cy="604800"/>
              </a:xfrm>
              <a:prstGeom prst="roundRect">
                <a:avLst>
                  <a:gd name="adj" fmla="val 13546"/>
                </a:avLst>
              </a:prstGeom>
              <a:gradFill flip="none" rotWithShape="1">
                <a:gsLst>
                  <a:gs pos="100000">
                    <a:schemeClr val="bg1">
                      <a:lumMod val="95000"/>
                    </a:schemeClr>
                  </a:gs>
                  <a:gs pos="0">
                    <a:schemeClr val="bg1">
                      <a:lumMod val="85000"/>
                    </a:schemeClr>
                  </a:gs>
                </a:gsLst>
                <a:lin ang="5400000" scaled="1"/>
                <a:tileRect/>
              </a:gra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2000" b="1" i="1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sz="2000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</m:oMath>
                  </m:oMathPara>
                </a14:m>
                <a:endParaRPr lang="zh-TW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2" name="矩形: 圓角 161">
                <a:extLst>
                  <a:ext uri="{FF2B5EF4-FFF2-40B4-BE49-F238E27FC236}">
                    <a16:creationId xmlns:a16="http://schemas.microsoft.com/office/drawing/2014/main" id="{80B7E1D3-1425-4326-90CB-339B6FDBC3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0" y="1595727"/>
                <a:ext cx="2068914" cy="604800"/>
              </a:xfrm>
              <a:prstGeom prst="roundRect">
                <a:avLst>
                  <a:gd name="adj" fmla="val 13546"/>
                </a:avLst>
              </a:prstGeom>
              <a:blipFill>
                <a:blip r:embed="rId6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6" name="圖形 85">
            <a:extLst>
              <a:ext uri="{FF2B5EF4-FFF2-40B4-BE49-F238E27FC236}">
                <a16:creationId xmlns:a16="http://schemas.microsoft.com/office/drawing/2014/main" id="{2B770200-D3C5-4F05-83A5-A8DF469F2061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1323345" y="430348"/>
            <a:ext cx="1578807" cy="701692"/>
          </a:xfrm>
          <a:prstGeom prst="rect">
            <a:avLst/>
          </a:prstGeom>
        </p:spPr>
      </p:pic>
      <p:pic>
        <p:nvPicPr>
          <p:cNvPr id="4" name="圖形 3">
            <a:extLst>
              <a:ext uri="{FF2B5EF4-FFF2-40B4-BE49-F238E27FC236}">
                <a16:creationId xmlns:a16="http://schemas.microsoft.com/office/drawing/2014/main" id="{96BA1744-D261-4F5C-A2A4-91765CD8D046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5"/>
              </a:ext>
            </a:extLst>
          </a:blip>
          <a:stretch>
            <a:fillRect/>
          </a:stretch>
        </p:blipFill>
        <p:spPr>
          <a:xfrm>
            <a:off x="6226628" y="429979"/>
            <a:ext cx="1519295" cy="67524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2" name="矩形 111">
                <a:extLst>
                  <a:ext uri="{FF2B5EF4-FFF2-40B4-BE49-F238E27FC236}">
                    <a16:creationId xmlns:a16="http://schemas.microsoft.com/office/drawing/2014/main" id="{58877BBE-5741-4FD6-BB99-7E6D8E756EC2}"/>
                  </a:ext>
                </a:extLst>
              </p:cNvPr>
              <p:cNvSpPr/>
              <p:nvPr/>
            </p:nvSpPr>
            <p:spPr>
              <a:xfrm>
                <a:off x="1023962" y="2214911"/>
                <a:ext cx="1727652" cy="5557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p>
                              </m:sSubSup>
                              <m:sSup>
                                <m:sSupPr>
                                  <m:ctrlPr>
                                    <a:rPr lang="en-US" altLang="zh-TW" sz="20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0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TW" sz="20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0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altLang="zh-TW" sz="20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r>
                                        <a:rPr lang="en-US" altLang="zh-TW" sz="2000" b="1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12" name="矩形 111">
                <a:extLst>
                  <a:ext uri="{FF2B5EF4-FFF2-40B4-BE49-F238E27FC236}">
                    <a16:creationId xmlns:a16="http://schemas.microsoft.com/office/drawing/2014/main" id="{58877BBE-5741-4FD6-BB99-7E6D8E756E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962" y="2214911"/>
                <a:ext cx="1727652" cy="555793"/>
              </a:xfrm>
              <a:prstGeom prst="rect">
                <a:avLst/>
              </a:prstGeom>
              <a:blipFill>
                <a:blip r:embed="rId6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3" name="矩形 112">
                <a:extLst>
                  <a:ext uri="{FF2B5EF4-FFF2-40B4-BE49-F238E27FC236}">
                    <a16:creationId xmlns:a16="http://schemas.microsoft.com/office/drawing/2014/main" id="{703D7B70-418F-43BF-AD08-E78898C41162}"/>
                  </a:ext>
                </a:extLst>
              </p:cNvPr>
              <p:cNvSpPr/>
              <p:nvPr/>
            </p:nvSpPr>
            <p:spPr>
              <a:xfrm>
                <a:off x="2611825" y="2180671"/>
                <a:ext cx="2486552" cy="6242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2000" b="0" i="0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𝐾</m:t>
                                  </m:r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/</m:t>
                                  </m:r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𝐾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sz="20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altLang="zh-TW" sz="20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113" name="矩形 112">
                <a:extLst>
                  <a:ext uri="{FF2B5EF4-FFF2-40B4-BE49-F238E27FC236}">
                    <a16:creationId xmlns:a16="http://schemas.microsoft.com/office/drawing/2014/main" id="{703D7B70-418F-43BF-AD08-E78898C411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1825" y="2180671"/>
                <a:ext cx="2486552" cy="624273"/>
              </a:xfrm>
              <a:prstGeom prst="rect">
                <a:avLst/>
              </a:prstGeom>
              <a:blipFill>
                <a:blip r:embed="rId6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7" name="矩形 116">
                <a:extLst>
                  <a:ext uri="{FF2B5EF4-FFF2-40B4-BE49-F238E27FC236}">
                    <a16:creationId xmlns:a16="http://schemas.microsoft.com/office/drawing/2014/main" id="{A436810C-1755-43B5-B8FC-85244B9DD482}"/>
                  </a:ext>
                </a:extLst>
              </p:cNvPr>
              <p:cNvSpPr/>
              <p:nvPr/>
            </p:nvSpPr>
            <p:spPr>
              <a:xfrm>
                <a:off x="5971566" y="2214911"/>
                <a:ext cx="1727652" cy="5557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p>
                              </m:sSubSup>
                              <m:sSup>
                                <m:sSupPr>
                                  <m:ctrlPr>
                                    <a:rPr lang="en-US" altLang="zh-TW" sz="20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0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TW" sz="20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0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altLang="zh-TW" sz="20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r>
                                        <a:rPr lang="en-US" altLang="zh-TW" sz="2000" b="1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17" name="矩形 116">
                <a:extLst>
                  <a:ext uri="{FF2B5EF4-FFF2-40B4-BE49-F238E27FC236}">
                    <a16:creationId xmlns:a16="http://schemas.microsoft.com/office/drawing/2014/main" id="{A436810C-1755-43B5-B8FC-85244B9DD4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1566" y="2214911"/>
                <a:ext cx="1727652" cy="555793"/>
              </a:xfrm>
              <a:prstGeom prst="rect">
                <a:avLst/>
              </a:prstGeom>
              <a:blipFill>
                <a:blip r:embed="rId6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7" name="矩形 126">
                <a:extLst>
                  <a:ext uri="{FF2B5EF4-FFF2-40B4-BE49-F238E27FC236}">
                    <a16:creationId xmlns:a16="http://schemas.microsoft.com/office/drawing/2014/main" id="{68113A85-CFE6-4178-9932-74C7111EF445}"/>
                  </a:ext>
                </a:extLst>
              </p:cNvPr>
              <p:cNvSpPr/>
              <p:nvPr/>
            </p:nvSpPr>
            <p:spPr>
              <a:xfrm>
                <a:off x="7590514" y="2180671"/>
                <a:ext cx="2482440" cy="6242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2000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𝐾</m:t>
                                  </m:r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/</m:t>
                                  </m:r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𝐾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sz="20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altLang="zh-TW" sz="20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127" name="矩形 126">
                <a:extLst>
                  <a:ext uri="{FF2B5EF4-FFF2-40B4-BE49-F238E27FC236}">
                    <a16:creationId xmlns:a16="http://schemas.microsoft.com/office/drawing/2014/main" id="{68113A85-CFE6-4178-9932-74C7111EF4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0514" y="2180671"/>
                <a:ext cx="2482440" cy="624273"/>
              </a:xfrm>
              <a:prstGeom prst="rect">
                <a:avLst/>
              </a:prstGeom>
              <a:blipFill>
                <a:blip r:embed="rId6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8" name="矩形 127">
                <a:extLst>
                  <a:ext uri="{FF2B5EF4-FFF2-40B4-BE49-F238E27FC236}">
                    <a16:creationId xmlns:a16="http://schemas.microsoft.com/office/drawing/2014/main" id="{DEE50F52-27B1-442B-9B93-DF5E2EE971CE}"/>
                  </a:ext>
                </a:extLst>
              </p:cNvPr>
              <p:cNvSpPr/>
              <p:nvPr/>
            </p:nvSpPr>
            <p:spPr>
              <a:xfrm>
                <a:off x="1023962" y="6854277"/>
                <a:ext cx="1727652" cy="5557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p>
                              </m:sSubSup>
                              <m:sSup>
                                <m:sSupPr>
                                  <m:ctrlPr>
                                    <a:rPr lang="en-US" altLang="zh-TW" sz="20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0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TW" sz="20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0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altLang="zh-TW" sz="20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r>
                                        <a:rPr lang="en-US" altLang="zh-TW" sz="2000" b="1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28" name="矩形 127">
                <a:extLst>
                  <a:ext uri="{FF2B5EF4-FFF2-40B4-BE49-F238E27FC236}">
                    <a16:creationId xmlns:a16="http://schemas.microsoft.com/office/drawing/2014/main" id="{DEE50F52-27B1-442B-9B93-DF5E2EE971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962" y="6854277"/>
                <a:ext cx="1727652" cy="555793"/>
              </a:xfrm>
              <a:prstGeom prst="rect">
                <a:avLst/>
              </a:prstGeom>
              <a:blipFill>
                <a:blip r:embed="rId7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1" name="矩形 130">
                <a:extLst>
                  <a:ext uri="{FF2B5EF4-FFF2-40B4-BE49-F238E27FC236}">
                    <a16:creationId xmlns:a16="http://schemas.microsoft.com/office/drawing/2014/main" id="{D68E073C-72C8-4DDC-80EA-CC9C180CFC95}"/>
                  </a:ext>
                </a:extLst>
              </p:cNvPr>
              <p:cNvSpPr/>
              <p:nvPr/>
            </p:nvSpPr>
            <p:spPr>
              <a:xfrm>
                <a:off x="5971566" y="6854277"/>
                <a:ext cx="1727652" cy="5557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p>
                              </m:sSubSup>
                              <m:sSup>
                                <m:sSupPr>
                                  <m:ctrlPr>
                                    <a:rPr lang="en-US" altLang="zh-TW" sz="20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0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TW" sz="20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000" i="1" dirty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altLang="zh-TW" sz="20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r>
                                        <a:rPr lang="en-US" altLang="zh-TW" sz="2000" b="1" i="1" dirty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31" name="矩形 130">
                <a:extLst>
                  <a:ext uri="{FF2B5EF4-FFF2-40B4-BE49-F238E27FC236}">
                    <a16:creationId xmlns:a16="http://schemas.microsoft.com/office/drawing/2014/main" id="{D68E073C-72C8-4DDC-80EA-CC9C180CFC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1566" y="6854277"/>
                <a:ext cx="1727652" cy="555793"/>
              </a:xfrm>
              <a:prstGeom prst="rect">
                <a:avLst/>
              </a:prstGeom>
              <a:blipFill>
                <a:blip r:embed="rId7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7" name="矩形 136">
                <a:extLst>
                  <a:ext uri="{FF2B5EF4-FFF2-40B4-BE49-F238E27FC236}">
                    <a16:creationId xmlns:a16="http://schemas.microsoft.com/office/drawing/2014/main" id="{39C4FC17-47AC-4D33-99A6-86EE71EC5892}"/>
                  </a:ext>
                </a:extLst>
              </p:cNvPr>
              <p:cNvSpPr/>
              <p:nvPr/>
            </p:nvSpPr>
            <p:spPr>
              <a:xfrm>
                <a:off x="2611825" y="6820037"/>
                <a:ext cx="2486552" cy="6242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2000" b="0" i="0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𝐾</m:t>
                                  </m:r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/</m:t>
                                  </m:r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𝐾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sz="20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altLang="zh-TW" sz="20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137" name="矩形 136">
                <a:extLst>
                  <a:ext uri="{FF2B5EF4-FFF2-40B4-BE49-F238E27FC236}">
                    <a16:creationId xmlns:a16="http://schemas.microsoft.com/office/drawing/2014/main" id="{39C4FC17-47AC-4D33-99A6-86EE71EC58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1825" y="6820037"/>
                <a:ext cx="2486552" cy="624273"/>
              </a:xfrm>
              <a:prstGeom prst="rect">
                <a:avLst/>
              </a:prstGeom>
              <a:blipFill>
                <a:blip r:embed="rId7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5" name="矩形 144">
                <a:extLst>
                  <a:ext uri="{FF2B5EF4-FFF2-40B4-BE49-F238E27FC236}">
                    <a16:creationId xmlns:a16="http://schemas.microsoft.com/office/drawing/2014/main" id="{119CE3C5-C60F-41A6-95DC-1731254F2466}"/>
                  </a:ext>
                </a:extLst>
              </p:cNvPr>
              <p:cNvSpPr/>
              <p:nvPr/>
            </p:nvSpPr>
            <p:spPr>
              <a:xfrm>
                <a:off x="7590514" y="6820037"/>
                <a:ext cx="2482440" cy="6242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TW" sz="2000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zh-TW" altLang="en-US" sz="2000" b="1" i="1">
                                          <a:latin typeface="Cambria Math" panose="02040503050406030204" pitchFamily="18" charset="0"/>
                                        </a:rPr>
                                        <m:t>𝜺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𝐾</m:t>
                                  </m:r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/</m:t>
                                  </m:r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𝐾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p>
                              </m:sSubSup>
                              <m:d>
                                <m:dPr>
                                  <m:ctrlPr>
                                    <a:rPr lang="en-US" altLang="zh-TW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sz="20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altLang="zh-TW" sz="20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𝟎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1600" dirty="0"/>
              </a:p>
            </p:txBody>
          </p:sp>
        </mc:Choice>
        <mc:Fallback>
          <p:sp>
            <p:nvSpPr>
              <p:cNvPr id="145" name="矩形 144">
                <a:extLst>
                  <a:ext uri="{FF2B5EF4-FFF2-40B4-BE49-F238E27FC236}">
                    <a16:creationId xmlns:a16="http://schemas.microsoft.com/office/drawing/2014/main" id="{119CE3C5-C60F-41A6-95DC-1731254F24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0514" y="6820037"/>
                <a:ext cx="2482440" cy="624273"/>
              </a:xfrm>
              <a:prstGeom prst="rect">
                <a:avLst/>
              </a:prstGeom>
              <a:blipFill>
                <a:blip r:embed="rId7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822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4814</TotalTime>
  <Words>329</Words>
  <Application>Microsoft Office PowerPoint</Application>
  <PresentationFormat>自訂</PresentationFormat>
  <Paragraphs>183</Paragraphs>
  <Slides>13</Slides>
  <Notes>0</Notes>
  <HiddenSlides>12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20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76</cp:revision>
  <dcterms:created xsi:type="dcterms:W3CDTF">2026-05-22T09:21:35Z</dcterms:created>
  <dcterms:modified xsi:type="dcterms:W3CDTF">2026-07-01T09:02:48Z</dcterms:modified>
</cp:coreProperties>
</file>