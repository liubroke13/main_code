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  <p:sldId id="277" r:id="rId13"/>
    <p:sldId id="278" r:id="rId14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11" autoAdjust="0"/>
    <p:restoredTop sz="94660"/>
  </p:normalViewPr>
  <p:slideViewPr>
    <p:cSldViewPr snapToGrid="0">
      <p:cViewPr>
        <p:scale>
          <a:sx n="50" d="100"/>
          <a:sy n="50" d="100"/>
        </p:scale>
        <p:origin x="672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21" Type="http://schemas.openxmlformats.org/officeDocument/2006/relationships/image" Target="../media/image51.png"/><Relationship Id="rId34" Type="http://schemas.openxmlformats.org/officeDocument/2006/relationships/image" Target="../media/image57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34.png"/><Relationship Id="rId2" Type="http://schemas.openxmlformats.org/officeDocument/2006/relationships/image" Target="../media/image6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24" Type="http://schemas.openxmlformats.org/officeDocument/2006/relationships/image" Target="../media/image54.png"/><Relationship Id="rId32" Type="http://schemas.openxmlformats.org/officeDocument/2006/relationships/image" Target="../media/image33.png"/><Relationship Id="rId37" Type="http://schemas.openxmlformats.org/officeDocument/2006/relationships/image" Target="../media/image60.png"/><Relationship Id="rId5" Type="http://schemas.openxmlformats.org/officeDocument/2006/relationships/image" Target="../media/image36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23.png"/><Relationship Id="rId36" Type="http://schemas.openxmlformats.org/officeDocument/2006/relationships/image" Target="../media/image59.png"/><Relationship Id="rId10" Type="http://schemas.openxmlformats.org/officeDocument/2006/relationships/image" Target="../media/image41.png"/><Relationship Id="rId19" Type="http://schemas.openxmlformats.org/officeDocument/2006/relationships/image" Target="../media/image49.png"/><Relationship Id="rId31" Type="http://schemas.openxmlformats.org/officeDocument/2006/relationships/image" Target="../media/image29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22.png"/><Relationship Id="rId30" Type="http://schemas.openxmlformats.org/officeDocument/2006/relationships/image" Target="../media/image28.png"/><Relationship Id="rId35" Type="http://schemas.openxmlformats.org/officeDocument/2006/relationships/image" Target="../media/image58.png"/><Relationship Id="rId8" Type="http://schemas.openxmlformats.org/officeDocument/2006/relationships/image" Target="../media/image39.png"/><Relationship Id="rId3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6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0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image" Target="../media/image84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26" Type="http://schemas.openxmlformats.org/officeDocument/2006/relationships/image" Target="../media/image57.png"/><Relationship Id="rId3" Type="http://schemas.openxmlformats.org/officeDocument/2006/relationships/image" Target="../media/image61.png"/><Relationship Id="rId21" Type="http://schemas.openxmlformats.org/officeDocument/2006/relationships/image" Target="../media/image52.png"/><Relationship Id="rId34" Type="http://schemas.openxmlformats.org/officeDocument/2006/relationships/image" Target="../media/image75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56.png"/><Relationship Id="rId33" Type="http://schemas.openxmlformats.org/officeDocument/2006/relationships/image" Target="../media/image84.png"/><Relationship Id="rId2" Type="http://schemas.openxmlformats.org/officeDocument/2006/relationships/image" Target="../media/image72.png"/><Relationship Id="rId16" Type="http://schemas.openxmlformats.org/officeDocument/2006/relationships/image" Target="../media/image47.png"/><Relationship Id="rId20" Type="http://schemas.openxmlformats.org/officeDocument/2006/relationships/image" Target="../media/image51.png"/><Relationship Id="rId29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24" Type="http://schemas.openxmlformats.org/officeDocument/2006/relationships/image" Target="../media/image55.png"/><Relationship Id="rId32" Type="http://schemas.openxmlformats.org/officeDocument/2006/relationships/image" Target="../media/image81.png"/><Relationship Id="rId5" Type="http://schemas.openxmlformats.org/officeDocument/2006/relationships/image" Target="../media/image36.png"/><Relationship Id="rId15" Type="http://schemas.openxmlformats.org/officeDocument/2006/relationships/image" Target="../media/image87.png"/><Relationship Id="rId23" Type="http://schemas.openxmlformats.org/officeDocument/2006/relationships/image" Target="../media/image89.png"/><Relationship Id="rId28" Type="http://schemas.openxmlformats.org/officeDocument/2006/relationships/image" Target="../media/image59.png"/><Relationship Id="rId10" Type="http://schemas.openxmlformats.org/officeDocument/2006/relationships/image" Target="../media/image41.png"/><Relationship Id="rId19" Type="http://schemas.openxmlformats.org/officeDocument/2006/relationships/image" Target="../media/image88.png"/><Relationship Id="rId31" Type="http://schemas.openxmlformats.org/officeDocument/2006/relationships/image" Target="../media/image77.png"/><Relationship Id="rId4" Type="http://schemas.openxmlformats.org/officeDocument/2006/relationships/image" Target="../media/image85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Relationship Id="rId22" Type="http://schemas.openxmlformats.org/officeDocument/2006/relationships/image" Target="../media/image53.png"/><Relationship Id="rId27" Type="http://schemas.openxmlformats.org/officeDocument/2006/relationships/image" Target="../media/image58.png"/><Relationship Id="rId30" Type="http://schemas.openxmlformats.org/officeDocument/2006/relationships/image" Target="../media/image80.png"/><Relationship Id="rId35" Type="http://schemas.openxmlformats.org/officeDocument/2006/relationships/image" Target="../media/image76.png"/><Relationship Id="rId8" Type="http://schemas.openxmlformats.org/officeDocument/2006/relationships/image" Target="../media/image86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9.png"/><Relationship Id="rId18" Type="http://schemas.openxmlformats.org/officeDocument/2006/relationships/image" Target="../media/image104.png"/><Relationship Id="rId26" Type="http://schemas.openxmlformats.org/officeDocument/2006/relationships/image" Target="../media/image112.png"/><Relationship Id="rId39" Type="http://schemas.openxmlformats.org/officeDocument/2006/relationships/image" Target="../media/image350.png"/><Relationship Id="rId21" Type="http://schemas.openxmlformats.org/officeDocument/2006/relationships/image" Target="../media/image107.png"/><Relationship Id="rId34" Type="http://schemas.openxmlformats.org/officeDocument/2006/relationships/image" Target="../media/image76.png"/><Relationship Id="rId42" Type="http://schemas.openxmlformats.org/officeDocument/2006/relationships/image" Target="../media/image3.png"/><Relationship Id="rId7" Type="http://schemas.openxmlformats.org/officeDocument/2006/relationships/image" Target="../media/image93.png"/><Relationship Id="rId2" Type="http://schemas.openxmlformats.org/officeDocument/2006/relationships/image" Target="../media/image72.png"/><Relationship Id="rId16" Type="http://schemas.openxmlformats.org/officeDocument/2006/relationships/image" Target="../media/image102.png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24" Type="http://schemas.openxmlformats.org/officeDocument/2006/relationships/image" Target="../media/image110.png"/><Relationship Id="rId32" Type="http://schemas.openxmlformats.org/officeDocument/2006/relationships/image" Target="../media/image84.png"/><Relationship Id="rId37" Type="http://schemas.openxmlformats.org/officeDocument/2006/relationships/image" Target="../media/image118.png"/><Relationship Id="rId40" Type="http://schemas.openxmlformats.org/officeDocument/2006/relationships/image" Target="../media/image1.png"/><Relationship Id="rId45" Type="http://schemas.openxmlformats.org/officeDocument/2006/relationships/image" Target="../media/image119.png"/><Relationship Id="rId5" Type="http://schemas.openxmlformats.org/officeDocument/2006/relationships/image" Target="../media/image91.png"/><Relationship Id="rId15" Type="http://schemas.openxmlformats.org/officeDocument/2006/relationships/image" Target="../media/image101.png"/><Relationship Id="rId23" Type="http://schemas.openxmlformats.org/officeDocument/2006/relationships/image" Target="../media/image109.png"/><Relationship Id="rId28" Type="http://schemas.openxmlformats.org/officeDocument/2006/relationships/image" Target="../media/image114.png"/><Relationship Id="rId36" Type="http://schemas.openxmlformats.org/officeDocument/2006/relationships/image" Target="../media/image117.png"/><Relationship Id="rId10" Type="http://schemas.openxmlformats.org/officeDocument/2006/relationships/image" Target="../media/image96.png"/><Relationship Id="rId19" Type="http://schemas.openxmlformats.org/officeDocument/2006/relationships/image" Target="../media/image105.png"/><Relationship Id="rId31" Type="http://schemas.openxmlformats.org/officeDocument/2006/relationships/image" Target="../media/image81.png"/><Relationship Id="rId44" Type="http://schemas.openxmlformats.org/officeDocument/2006/relationships/image" Target="../media/image5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Relationship Id="rId22" Type="http://schemas.openxmlformats.org/officeDocument/2006/relationships/image" Target="../media/image108.png"/><Relationship Id="rId27" Type="http://schemas.openxmlformats.org/officeDocument/2006/relationships/image" Target="../media/image113.png"/><Relationship Id="rId30" Type="http://schemas.openxmlformats.org/officeDocument/2006/relationships/image" Target="../media/image80.png"/><Relationship Id="rId35" Type="http://schemas.openxmlformats.org/officeDocument/2006/relationships/image" Target="../media/image116.png"/><Relationship Id="rId43" Type="http://schemas.openxmlformats.org/officeDocument/2006/relationships/image" Target="../media/image4.png"/><Relationship Id="rId8" Type="http://schemas.openxmlformats.org/officeDocument/2006/relationships/image" Target="../media/image94.png"/><Relationship Id="rId3" Type="http://schemas.openxmlformats.org/officeDocument/2006/relationships/image" Target="../media/image61.png"/><Relationship Id="rId12" Type="http://schemas.openxmlformats.org/officeDocument/2006/relationships/image" Target="../media/image98.png"/><Relationship Id="rId17" Type="http://schemas.openxmlformats.org/officeDocument/2006/relationships/image" Target="../media/image103.png"/><Relationship Id="rId25" Type="http://schemas.openxmlformats.org/officeDocument/2006/relationships/image" Target="../media/image111.png"/><Relationship Id="rId33" Type="http://schemas.openxmlformats.org/officeDocument/2006/relationships/image" Target="../media/image75.png"/><Relationship Id="rId38" Type="http://schemas.openxmlformats.org/officeDocument/2006/relationships/image" Target="../media/image340.png"/><Relationship Id="rId20" Type="http://schemas.openxmlformats.org/officeDocument/2006/relationships/image" Target="../media/image106.png"/><Relationship Id="rId4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42076" y="17820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圖片 62">
            <a:extLst>
              <a:ext uri="{FF2B5EF4-FFF2-40B4-BE49-F238E27FC236}">
                <a16:creationId xmlns:a16="http://schemas.microsoft.com/office/drawing/2014/main" id="{DCB1C2BC-0169-4480-B1DC-D5B78BA0A5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6" b="55006"/>
          <a:stretch/>
        </p:blipFill>
        <p:spPr>
          <a:xfrm>
            <a:off x="2615247" y="1917593"/>
            <a:ext cx="2246939" cy="1370513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9945702-86A4-440F-8EAE-345078CD19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04" b="6188"/>
          <a:stretch/>
        </p:blipFill>
        <p:spPr>
          <a:xfrm>
            <a:off x="2613753" y="3581666"/>
            <a:ext cx="2246939" cy="14383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/>
              <p:nvPr/>
            </p:nvSpPr>
            <p:spPr>
              <a:xfrm>
                <a:off x="1357999" y="12580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999" y="1258082"/>
                <a:ext cx="1070998" cy="5551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/>
              <p:nvPr/>
            </p:nvSpPr>
            <p:spPr>
              <a:xfrm>
                <a:off x="2878440" y="12648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440" y="1264808"/>
                <a:ext cx="2148409" cy="528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00586" y="177934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/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/>
              <p:nvPr/>
            </p:nvSpPr>
            <p:spPr>
              <a:xfrm>
                <a:off x="7836950" y="126214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6950" y="1262143"/>
                <a:ext cx="2148409" cy="52803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34913" y="641907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/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/>
              <p:nvPr/>
            </p:nvSpPr>
            <p:spPr>
              <a:xfrm>
                <a:off x="2871277" y="590187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1277" y="5901873"/>
                <a:ext cx="2148409" cy="52803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793423" y="64164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/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/>
              <p:nvPr/>
            </p:nvSpPr>
            <p:spPr>
              <a:xfrm>
                <a:off x="7829787" y="58992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787" y="5899208"/>
                <a:ext cx="2148409" cy="52803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8" name="圖片 147">
            <a:extLst>
              <a:ext uri="{FF2B5EF4-FFF2-40B4-BE49-F238E27FC236}">
                <a16:creationId xmlns:a16="http://schemas.microsoft.com/office/drawing/2014/main" id="{0AF683EF-DC1A-46BB-BE4A-26ED9236279F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93" b="54478"/>
          <a:stretch/>
        </p:blipFill>
        <p:spPr>
          <a:xfrm>
            <a:off x="7572104" y="1862817"/>
            <a:ext cx="2246400" cy="1448017"/>
          </a:xfrm>
          <a:prstGeom prst="rect">
            <a:avLst/>
          </a:prstGeom>
        </p:spPr>
      </p:pic>
      <p:pic>
        <p:nvPicPr>
          <p:cNvPr id="149" name="圖片 148">
            <a:extLst>
              <a:ext uri="{FF2B5EF4-FFF2-40B4-BE49-F238E27FC236}">
                <a16:creationId xmlns:a16="http://schemas.microsoft.com/office/drawing/2014/main" id="{F943ED23-3740-49E3-A7EA-55D2C2040E6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8" b="9630"/>
          <a:stretch/>
        </p:blipFill>
        <p:spPr>
          <a:xfrm>
            <a:off x="5774028" y="1896096"/>
            <a:ext cx="2019600" cy="3165604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E60AD9D3-5D98-49D9-84C3-A77B77FC1378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950" b="6319"/>
          <a:stretch/>
        </p:blipFill>
        <p:spPr>
          <a:xfrm>
            <a:off x="7569257" y="3626073"/>
            <a:ext cx="2246400" cy="1380667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8C84E35F-BCC2-45E3-9DB6-43CE5D7DBF00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83" b="52601"/>
          <a:stretch/>
        </p:blipFill>
        <p:spPr>
          <a:xfrm>
            <a:off x="2611463" y="6440722"/>
            <a:ext cx="2246400" cy="1595676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9F6B631C-71C0-4B7F-A74F-868F25176BFD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82" b="10546"/>
          <a:stretch/>
        </p:blipFill>
        <p:spPr>
          <a:xfrm>
            <a:off x="808045" y="6509598"/>
            <a:ext cx="2019600" cy="3136719"/>
          </a:xfrm>
          <a:prstGeom prst="rect">
            <a:avLst/>
          </a:prstGeom>
        </p:spPr>
      </p:pic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5" name="圖片 154">
            <a:extLst>
              <a:ext uri="{FF2B5EF4-FFF2-40B4-BE49-F238E27FC236}">
                <a16:creationId xmlns:a16="http://schemas.microsoft.com/office/drawing/2014/main" id="{A0273641-4D01-4DE3-823F-622661EA125F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7563816" y="8224671"/>
            <a:ext cx="2246400" cy="1470467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46DDE56D-F31C-4881-A467-666B7925A253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5768707" y="6517732"/>
            <a:ext cx="2019600" cy="3199280"/>
          </a:xfrm>
          <a:prstGeom prst="rect">
            <a:avLst/>
          </a:prstGeom>
        </p:spPr>
      </p:pic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4"/>
                <a:stretch>
                  <a:fillRect r="-1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/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5"/>
                <a:stretch>
                  <a:fillRect r="-12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/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/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86B63965-41C2-4D73-9AF9-749616C92124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972" y="3231111"/>
            <a:ext cx="2246400" cy="449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ECF59F8-99AB-4B29-91A4-EFDEDDBA9798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833" y="3152648"/>
            <a:ext cx="2246400" cy="449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FF64B8E-AD70-40A2-963D-FBD7721A763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704"/>
          <a:stretch/>
        </p:blipFill>
        <p:spPr>
          <a:xfrm>
            <a:off x="5273956" y="3575510"/>
            <a:ext cx="2246400" cy="212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D5B380E-0CC6-4861-99FA-BF6C119CEA6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605"/>
          <a:stretch/>
        </p:blipFill>
        <p:spPr>
          <a:xfrm>
            <a:off x="5246631" y="6370703"/>
            <a:ext cx="2246400" cy="132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42076" y="17820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" name="圖片 102">
            <a:extLst>
              <a:ext uri="{FF2B5EF4-FFF2-40B4-BE49-F238E27FC236}">
                <a16:creationId xmlns:a16="http://schemas.microsoft.com/office/drawing/2014/main" id="{932AB186-1EC2-453E-A771-FFAA38D56E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2" b="53759"/>
          <a:stretch/>
        </p:blipFill>
        <p:spPr>
          <a:xfrm>
            <a:off x="2613392" y="2172680"/>
            <a:ext cx="2246400" cy="1169894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14404416-96F2-49B2-B648-01C066D487D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979"/>
          <a:stretch/>
        </p:blipFill>
        <p:spPr>
          <a:xfrm>
            <a:off x="2613392" y="3990187"/>
            <a:ext cx="2246400" cy="1304345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A4D544F4-D0F5-479F-9DC7-B6F141D28C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814627" y="1860975"/>
            <a:ext cx="2019600" cy="3198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/>
              <p:nvPr/>
            </p:nvSpPr>
            <p:spPr>
              <a:xfrm>
                <a:off x="1230464" y="1258082"/>
                <a:ext cx="1198533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±1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464" y="1258082"/>
                <a:ext cx="1198533" cy="5551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/>
              <p:nvPr/>
            </p:nvSpPr>
            <p:spPr>
              <a:xfrm>
                <a:off x="2738740" y="1264808"/>
                <a:ext cx="2287870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±1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740" y="1264808"/>
                <a:ext cx="2287870" cy="528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1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2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3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00586" y="177934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/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/>
              <p:nvPr/>
            </p:nvSpPr>
            <p:spPr>
              <a:xfrm>
                <a:off x="7697250" y="1262143"/>
                <a:ext cx="2287870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±1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7250" y="1262143"/>
                <a:ext cx="2287870" cy="52803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34913" y="641907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/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/>
              <p:nvPr/>
            </p:nvSpPr>
            <p:spPr>
              <a:xfrm>
                <a:off x="2738740" y="5901873"/>
                <a:ext cx="2287870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±1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740" y="5901873"/>
                <a:ext cx="2287870" cy="5280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793423" y="64164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/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/>
              <p:nvPr/>
            </p:nvSpPr>
            <p:spPr>
              <a:xfrm>
                <a:off x="7697250" y="5899208"/>
                <a:ext cx="2287870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±1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7250" y="5899208"/>
                <a:ext cx="2287870" cy="52803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6"/>
                <a:stretch>
                  <a:fillRect r="-1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/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7"/>
                <a:stretch>
                  <a:fillRect r="-12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/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/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9" name="圖片 88">
            <a:extLst>
              <a:ext uri="{FF2B5EF4-FFF2-40B4-BE49-F238E27FC236}">
                <a16:creationId xmlns:a16="http://schemas.microsoft.com/office/drawing/2014/main" id="{A8F266A2-CC61-40E4-9B9C-62F47C455E17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57" b="52704"/>
          <a:stretch/>
        </p:blipFill>
        <p:spPr>
          <a:xfrm>
            <a:off x="2610241" y="6882632"/>
            <a:ext cx="2246400" cy="1147820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B5DB9481-915F-4C36-A73A-9EA8E5E5BA8C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808256" y="6518435"/>
            <a:ext cx="2019600" cy="3130381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CC3A7404-14CF-47A3-B93B-B420A9568A8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5768340" y="6563190"/>
            <a:ext cx="2019600" cy="3094180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8761185C-477A-419E-B4B3-6FC098CF3A56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605"/>
          <a:stretch/>
        </p:blipFill>
        <p:spPr>
          <a:xfrm>
            <a:off x="7562093" y="8606648"/>
            <a:ext cx="2246400" cy="1321156"/>
          </a:xfrm>
          <a:prstGeom prst="rect">
            <a:avLst/>
          </a:prstGeom>
        </p:spPr>
      </p:pic>
      <p:pic>
        <p:nvPicPr>
          <p:cNvPr id="110" name="圖片 109">
            <a:extLst>
              <a:ext uri="{FF2B5EF4-FFF2-40B4-BE49-F238E27FC236}">
                <a16:creationId xmlns:a16="http://schemas.microsoft.com/office/drawing/2014/main" id="{6C649A23-C763-4192-A3EE-DBD31921F197}"/>
              </a:ext>
            </a:extLst>
          </p:cNvPr>
          <p:cNvPicPr>
            <a:picLocks noChangeAspect="1"/>
          </p:cNvPicPr>
          <p:nvPr/>
        </p:nvPicPr>
        <p:blipFill rotWithShape="1">
          <a:blip r:embed="rId3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5771775" y="1903053"/>
            <a:ext cx="2019600" cy="3105136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D4A2D77E-53A5-4E64-8927-FD7CF2D9957D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108"/>
          <a:stretch/>
        </p:blipFill>
        <p:spPr>
          <a:xfrm>
            <a:off x="7571179" y="3995784"/>
            <a:ext cx="2246400" cy="1298528"/>
          </a:xfrm>
          <a:prstGeom prst="rect">
            <a:avLst/>
          </a:prstGeom>
        </p:spPr>
      </p:pic>
      <p:pic>
        <p:nvPicPr>
          <p:cNvPr id="113" name="圖片 112">
            <a:extLst>
              <a:ext uri="{FF2B5EF4-FFF2-40B4-BE49-F238E27FC236}">
                <a16:creationId xmlns:a16="http://schemas.microsoft.com/office/drawing/2014/main" id="{AD49D917-ECAC-4DF0-80C4-8F81F57390DB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9" b="51737"/>
          <a:stretch/>
        </p:blipFill>
        <p:spPr>
          <a:xfrm>
            <a:off x="7571179" y="2328302"/>
            <a:ext cx="2246400" cy="110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1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21126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42076" y="26583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" name="圖片 102">
            <a:extLst>
              <a:ext uri="{FF2B5EF4-FFF2-40B4-BE49-F238E27FC236}">
                <a16:creationId xmlns:a16="http://schemas.microsoft.com/office/drawing/2014/main" id="{932AB186-1EC2-453E-A771-FFAA38D56EC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2" b="53759"/>
          <a:stretch/>
        </p:blipFill>
        <p:spPr>
          <a:xfrm>
            <a:off x="2613392" y="3048980"/>
            <a:ext cx="2246400" cy="1169894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14404416-96F2-49B2-B648-01C066D487D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979"/>
          <a:stretch/>
        </p:blipFill>
        <p:spPr>
          <a:xfrm>
            <a:off x="2613392" y="4866487"/>
            <a:ext cx="2246400" cy="1304345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A4D544F4-D0F5-479F-9DC7-B6F141D28C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814627" y="2737275"/>
            <a:ext cx="2019600" cy="31987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/>
              <p:nvPr/>
            </p:nvSpPr>
            <p:spPr>
              <a:xfrm>
                <a:off x="1339468" y="2134382"/>
                <a:ext cx="1089529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468" y="2134382"/>
                <a:ext cx="1089529" cy="5551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36643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36643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40235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38376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38471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38471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35835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35835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/>
              <p:nvPr/>
            </p:nvSpPr>
            <p:spPr>
              <a:xfrm>
                <a:off x="2738740" y="21411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740" y="2141108"/>
                <a:ext cx="2148409" cy="528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34221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34221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9486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9486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37791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3779185"/>
                <a:ext cx="734697" cy="400110"/>
              </a:xfrm>
              <a:prstGeom prst="rect">
                <a:avLst/>
              </a:prstGeom>
              <a:blipFill>
                <a:blip r:embed="rId11"/>
                <a:stretch>
                  <a:fillRect r="-833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34248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30338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3033895"/>
                <a:ext cx="463025" cy="424283"/>
              </a:xfrm>
              <a:prstGeom prst="rect">
                <a:avLst/>
              </a:prstGeom>
              <a:blipFill>
                <a:blip r:embed="rId12"/>
                <a:stretch>
                  <a:fillRect l="-3947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33091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3309128"/>
                <a:ext cx="471386" cy="400110"/>
              </a:xfrm>
              <a:prstGeom prst="rect">
                <a:avLst/>
              </a:prstGeom>
              <a:blipFill>
                <a:blip r:embed="rId13"/>
                <a:stretch>
                  <a:fillRect l="-3846"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21099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00586" y="265564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/>
              <p:nvPr/>
            </p:nvSpPr>
            <p:spPr>
              <a:xfrm>
                <a:off x="6297978" y="2131717"/>
                <a:ext cx="1089529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7978" y="2131717"/>
                <a:ext cx="1089529" cy="55515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/>
              <p:nvPr/>
            </p:nvSpPr>
            <p:spPr>
              <a:xfrm>
                <a:off x="7697250" y="213844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7250" y="2138443"/>
                <a:ext cx="2148409" cy="52803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34194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3419489"/>
                <a:ext cx="905761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9459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945981"/>
                <a:ext cx="963725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67496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34913" y="729537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/>
              <p:nvPr/>
            </p:nvSpPr>
            <p:spPr>
              <a:xfrm>
                <a:off x="1350836" y="677144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836" y="6771447"/>
                <a:ext cx="1070998" cy="55515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/>
              <p:nvPr/>
            </p:nvSpPr>
            <p:spPr>
              <a:xfrm>
                <a:off x="2738740" y="6778173"/>
                <a:ext cx="2287870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±1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740" y="6778173"/>
                <a:ext cx="2287870" cy="5280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80592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8059219"/>
                <a:ext cx="905761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95857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9585711"/>
                <a:ext cx="963725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67470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793423" y="72927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/>
              <p:nvPr/>
            </p:nvSpPr>
            <p:spPr>
              <a:xfrm>
                <a:off x="6309346" y="67687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346" y="6768782"/>
                <a:ext cx="1070998" cy="55515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/>
              <p:nvPr/>
            </p:nvSpPr>
            <p:spPr>
              <a:xfrm>
                <a:off x="7697250" y="67755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7250" y="6775508"/>
                <a:ext cx="2148409" cy="52803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80565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8056554"/>
                <a:ext cx="905761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95830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9583046"/>
                <a:ext cx="96372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94740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94162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78158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78158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4956000" y="62070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2070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6"/>
                <a:stretch>
                  <a:fillRect r="-1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/>
              <p:nvPr/>
            </p:nvSpPr>
            <p:spPr>
              <a:xfrm>
                <a:off x="3000" y="62070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2070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7"/>
                <a:stretch>
                  <a:fillRect r="-12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/>
              <p:nvPr/>
            </p:nvSpPr>
            <p:spPr>
              <a:xfrm>
                <a:off x="4956000" y="1571533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1571533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/>
              <p:nvPr/>
            </p:nvSpPr>
            <p:spPr>
              <a:xfrm>
                <a:off x="3000" y="157214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157214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9" name="圖片 88">
            <a:extLst>
              <a:ext uri="{FF2B5EF4-FFF2-40B4-BE49-F238E27FC236}">
                <a16:creationId xmlns:a16="http://schemas.microsoft.com/office/drawing/2014/main" id="{A8F266A2-CC61-40E4-9B9C-62F47C455E17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57" b="52704"/>
          <a:stretch/>
        </p:blipFill>
        <p:spPr>
          <a:xfrm>
            <a:off x="2610241" y="7758932"/>
            <a:ext cx="2246400" cy="1147820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CC3A7404-14CF-47A3-B93B-B420A9568A84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5768340" y="7439490"/>
            <a:ext cx="2019600" cy="3094180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8761185C-477A-419E-B4B3-6FC098CF3A56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605"/>
          <a:stretch/>
        </p:blipFill>
        <p:spPr>
          <a:xfrm>
            <a:off x="7562093" y="9482948"/>
            <a:ext cx="2246400" cy="1321156"/>
          </a:xfrm>
          <a:prstGeom prst="rect">
            <a:avLst/>
          </a:prstGeom>
        </p:spPr>
      </p:pic>
      <p:pic>
        <p:nvPicPr>
          <p:cNvPr id="110" name="圖片 109">
            <a:extLst>
              <a:ext uri="{FF2B5EF4-FFF2-40B4-BE49-F238E27FC236}">
                <a16:creationId xmlns:a16="http://schemas.microsoft.com/office/drawing/2014/main" id="{6C649A23-C763-4192-A3EE-DBD31921F197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5771775" y="2779353"/>
            <a:ext cx="2019600" cy="3105136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D4A2D77E-53A5-4E64-8927-FD7CF2D9957D}"/>
              </a:ext>
            </a:extLst>
          </p:cNvPr>
          <p:cNvPicPr>
            <a:picLocks noChangeAspect="1"/>
          </p:cNvPicPr>
          <p:nvPr/>
        </p:nvPicPr>
        <p:blipFill rotWithShape="1">
          <a:blip r:embed="rId3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108"/>
          <a:stretch/>
        </p:blipFill>
        <p:spPr>
          <a:xfrm>
            <a:off x="7571179" y="4872084"/>
            <a:ext cx="2246400" cy="1298528"/>
          </a:xfrm>
          <a:prstGeom prst="rect">
            <a:avLst/>
          </a:prstGeom>
        </p:spPr>
      </p:pic>
      <p:pic>
        <p:nvPicPr>
          <p:cNvPr id="113" name="圖片 112">
            <a:extLst>
              <a:ext uri="{FF2B5EF4-FFF2-40B4-BE49-F238E27FC236}">
                <a16:creationId xmlns:a16="http://schemas.microsoft.com/office/drawing/2014/main" id="{AD49D917-ECAC-4DF0-80C4-8F81F57390DB}"/>
              </a:ext>
            </a:extLst>
          </p:cNvPr>
          <p:cNvPicPr>
            <a:picLocks noChangeAspect="1"/>
          </p:cNvPicPr>
          <p:nvPr/>
        </p:nvPicPr>
        <p:blipFill rotWithShape="1">
          <a:blip r:embed="rId3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9" b="51737"/>
          <a:stretch/>
        </p:blipFill>
        <p:spPr>
          <a:xfrm>
            <a:off x="7571179" y="3204602"/>
            <a:ext cx="2246400" cy="110265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8863932-BAAD-45B9-99D3-50192D037D00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907" b="8501"/>
          <a:stretch/>
        </p:blipFill>
        <p:spPr>
          <a:xfrm>
            <a:off x="811967" y="2705100"/>
            <a:ext cx="2019600" cy="3309257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E8EBEBF9-FD49-4805-BF3B-02785C82DF1E}"/>
              </a:ext>
            </a:extLst>
          </p:cNvPr>
          <p:cNvGrpSpPr/>
          <p:nvPr/>
        </p:nvGrpSpPr>
        <p:grpSpPr>
          <a:xfrm>
            <a:off x="5452073" y="-109416"/>
            <a:ext cx="3974292" cy="1552173"/>
            <a:chOff x="308373" y="-1628430"/>
            <a:chExt cx="4458717" cy="1741367"/>
          </a:xfrm>
        </p:grpSpPr>
        <p:sp>
          <p:nvSpPr>
            <p:cNvPr id="59" name="矩形: 圓角 58">
              <a:extLst>
                <a:ext uri="{FF2B5EF4-FFF2-40B4-BE49-F238E27FC236}">
                  <a16:creationId xmlns:a16="http://schemas.microsoft.com/office/drawing/2014/main" id="{A7F7BBB0-0A3B-44B6-99DE-8B3C350EF1DB}"/>
                </a:ext>
              </a:extLst>
            </p:cNvPr>
            <p:cNvSpPr/>
            <p:nvPr/>
          </p:nvSpPr>
          <p:spPr>
            <a:xfrm>
              <a:off x="308373" y="-1628430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0" name="圖片 59">
              <a:extLst>
                <a:ext uri="{FF2B5EF4-FFF2-40B4-BE49-F238E27FC236}">
                  <a16:creationId xmlns:a16="http://schemas.microsoft.com/office/drawing/2014/main" id="{DDCA011C-4184-4216-AD37-D01F5935BE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861" t="11602" r="1805" b="64731"/>
            <a:stretch/>
          </p:blipFill>
          <p:spPr>
            <a:xfrm>
              <a:off x="2666509" y="-1570020"/>
              <a:ext cx="2019301" cy="162306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0CD6E64-72BA-46B5-B75F-E795E11F5160}"/>
                    </a:ext>
                  </a:extLst>
                </p:cNvPr>
                <p:cNvSpPr/>
                <p:nvPr/>
              </p:nvSpPr>
              <p:spPr>
                <a:xfrm>
                  <a:off x="846040" y="-1049623"/>
                  <a:ext cx="1892249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0CD6E64-72BA-46B5-B75F-E795E11F51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040" y="-1049623"/>
                  <a:ext cx="1892249" cy="500522"/>
                </a:xfrm>
                <a:prstGeom prst="rect">
                  <a:avLst/>
                </a:prstGeom>
                <a:blipFill>
                  <a:blip r:embed="rId36"/>
                  <a:stretch>
                    <a:fillRect r="-1083" b="-1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DB8FDFC3-D753-4C56-A2C2-E04998559871}"/>
                    </a:ext>
                  </a:extLst>
                </p:cNvPr>
                <p:cNvSpPr txBox="1"/>
                <p:nvPr/>
              </p:nvSpPr>
              <p:spPr>
                <a:xfrm>
                  <a:off x="2629629" y="-45164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DB8FDFC3-D753-4C56-A2C2-E049985598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9629" y="-451644"/>
                  <a:ext cx="830594" cy="400110"/>
                </a:xfrm>
                <a:prstGeom prst="rect">
                  <a:avLst/>
                </a:prstGeom>
                <a:blipFill>
                  <a:blip r:embed="rId37"/>
                  <a:stretch>
                    <a:fillRect b="-2203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4" name="群組 63">
              <a:extLst>
                <a:ext uri="{FF2B5EF4-FFF2-40B4-BE49-F238E27FC236}">
                  <a16:creationId xmlns:a16="http://schemas.microsoft.com/office/drawing/2014/main" id="{21C80468-28F0-435E-A6C6-2FBB96542C5E}"/>
                </a:ext>
              </a:extLst>
            </p:cNvPr>
            <p:cNvGrpSpPr/>
            <p:nvPr/>
          </p:nvGrpSpPr>
          <p:grpSpPr>
            <a:xfrm>
              <a:off x="3252312" y="-1294214"/>
              <a:ext cx="666253" cy="711268"/>
              <a:chOff x="6394099" y="1329789"/>
              <a:chExt cx="1805559" cy="1927549"/>
            </a:xfrm>
          </p:grpSpPr>
          <p:grpSp>
            <p:nvGrpSpPr>
              <p:cNvPr id="74" name="群組 73">
                <a:extLst>
                  <a:ext uri="{FF2B5EF4-FFF2-40B4-BE49-F238E27FC236}">
                    <a16:creationId xmlns:a16="http://schemas.microsoft.com/office/drawing/2014/main" id="{5E137D2B-D7EA-4D02-AA5A-290FD1CCEB84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84" name="箭號: 向右 83">
                  <a:extLst>
                    <a:ext uri="{FF2B5EF4-FFF2-40B4-BE49-F238E27FC236}">
                      <a16:creationId xmlns:a16="http://schemas.microsoft.com/office/drawing/2014/main" id="{9380C0E6-13F2-4CDC-9B5F-124241839F2A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8" name="箭號: 向右 87">
                  <a:extLst>
                    <a:ext uri="{FF2B5EF4-FFF2-40B4-BE49-F238E27FC236}">
                      <a16:creationId xmlns:a16="http://schemas.microsoft.com/office/drawing/2014/main" id="{3D62F082-1C78-4C75-A623-1D0505651B22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E8788DFE-82C1-4F01-A168-9381AE0D931F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b="-579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文字方塊 82">
                    <a:extLst>
                      <a:ext uri="{FF2B5EF4-FFF2-40B4-BE49-F238E27FC236}">
                        <a16:creationId xmlns:a16="http://schemas.microsoft.com/office/drawing/2014/main" id="{066394FB-93D7-4707-B8F6-A5DEA6DFEFD0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l="-4615" r="-4615" b="-923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F28C9544-6CAA-4096-A3CC-52E78239E67B}"/>
              </a:ext>
            </a:extLst>
          </p:cNvPr>
          <p:cNvGrpSpPr/>
          <p:nvPr/>
        </p:nvGrpSpPr>
        <p:grpSpPr>
          <a:xfrm>
            <a:off x="550128" y="-109569"/>
            <a:ext cx="3981355" cy="1552479"/>
            <a:chOff x="2723641" y="2922813"/>
            <a:chExt cx="4466643" cy="1741711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321C7693-16CA-4E8E-B524-CFCF662042A4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94" name="圖片 93">
              <a:extLst>
                <a:ext uri="{FF2B5EF4-FFF2-40B4-BE49-F238E27FC236}">
                  <a16:creationId xmlns:a16="http://schemas.microsoft.com/office/drawing/2014/main" id="{7503B79E-39B0-41BC-BC02-4EC4B283D9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矩形 94">
                  <a:extLst>
                    <a:ext uri="{FF2B5EF4-FFF2-40B4-BE49-F238E27FC236}">
                      <a16:creationId xmlns:a16="http://schemas.microsoft.com/office/drawing/2014/main" id="{3274D70B-7C68-46CF-962D-3414DEEA13C8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604E63DB-86D3-41CE-A0F6-4378E730D40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箭號: 向右 101">
              <a:extLst>
                <a:ext uri="{FF2B5EF4-FFF2-40B4-BE49-F238E27FC236}">
                  <a16:creationId xmlns:a16="http://schemas.microsoft.com/office/drawing/2014/main" id="{99AA207D-C5FD-45B1-9847-E58D0C9AE148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06" name="箭號: 向右 105">
              <a:extLst>
                <a:ext uri="{FF2B5EF4-FFF2-40B4-BE49-F238E27FC236}">
                  <a16:creationId xmlns:a16="http://schemas.microsoft.com/office/drawing/2014/main" id="{DC66F8EB-FB7B-4C52-B38D-306D78D19499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文字方塊 108">
                  <a:extLst>
                    <a:ext uri="{FF2B5EF4-FFF2-40B4-BE49-F238E27FC236}">
                      <a16:creationId xmlns:a16="http://schemas.microsoft.com/office/drawing/2014/main" id="{747BB1C7-B6AB-40A9-B2D9-0F893F81CACB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43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116C808A-58A3-4ECD-A3D5-EF3BF070C428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44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5" name="圖片 114">
            <a:extLst>
              <a:ext uri="{FF2B5EF4-FFF2-40B4-BE49-F238E27FC236}">
                <a16:creationId xmlns:a16="http://schemas.microsoft.com/office/drawing/2014/main" id="{0A2BAEC7-F52C-42D0-9D03-9B3B187D1259}"/>
              </a:ext>
            </a:extLst>
          </p:cNvPr>
          <p:cNvPicPr>
            <a:picLocks noChangeAspect="1"/>
          </p:cNvPicPr>
          <p:nvPr/>
        </p:nvPicPr>
        <p:blipFill rotWithShape="1">
          <a:blip r:embed="rId4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63" b="9569"/>
          <a:stretch/>
        </p:blipFill>
        <p:spPr>
          <a:xfrm>
            <a:off x="807863" y="7353300"/>
            <a:ext cx="2019600" cy="3228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2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4555</TotalTime>
  <Words>338</Words>
  <Application>Microsoft Office PowerPoint</Application>
  <PresentationFormat>自訂</PresentationFormat>
  <Paragraphs>184</Paragraphs>
  <Slides>13</Slides>
  <Notes>0</Notes>
  <HiddenSlides>12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60</cp:revision>
  <dcterms:created xsi:type="dcterms:W3CDTF">2026-05-22T09:21:35Z</dcterms:created>
  <dcterms:modified xsi:type="dcterms:W3CDTF">2026-05-26T12:01:44Z</dcterms:modified>
</cp:coreProperties>
</file>