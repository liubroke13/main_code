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68" r:id="rId2"/>
    <p:sldId id="270" r:id="rId3"/>
  </p:sldIdLst>
  <p:sldSz cx="8459788" cy="5580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0000" autoAdjust="0"/>
  </p:normalViewPr>
  <p:slideViewPr>
    <p:cSldViewPr snapToGrid="0">
      <p:cViewPr>
        <p:scale>
          <a:sx n="100" d="100"/>
          <a:sy n="100" d="100"/>
        </p:scale>
        <p:origin x="196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484" y="913219"/>
            <a:ext cx="7190820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7476" y="2930825"/>
            <a:ext cx="634484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77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9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7" y="1391143"/>
            <a:ext cx="7296567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207" y="3734252"/>
            <a:ext cx="7296567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/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03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610" y="1485434"/>
            <a:ext cx="3595410" cy="35404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768" y="1485434"/>
            <a:ext cx="3595410" cy="35404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08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4" y="297088"/>
            <a:ext cx="7296567" cy="107855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713" y="1367892"/>
            <a:ext cx="357888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713" y="2038274"/>
            <a:ext cx="3578886" cy="299799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768" y="1367892"/>
            <a:ext cx="3596512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82768" y="2038274"/>
            <a:ext cx="3596512" cy="299799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76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8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3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372005"/>
            <a:ext cx="2728502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512" y="803428"/>
            <a:ext cx="4282768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1674020"/>
            <a:ext cx="2728502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19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372005"/>
            <a:ext cx="2728502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96512" y="803428"/>
            <a:ext cx="4282768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1674020"/>
            <a:ext cx="2728502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77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34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54036" y="297088"/>
            <a:ext cx="1824142" cy="472884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611" y="297088"/>
            <a:ext cx="5366678" cy="472884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15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613" y="297088"/>
            <a:ext cx="7296567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613" y="1485434"/>
            <a:ext cx="7296567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1611" y="5171894"/>
            <a:ext cx="1903452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2305" y="5171894"/>
            <a:ext cx="285517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74725" y="5171894"/>
            <a:ext cx="1903452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95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55.png"/><Relationship Id="rId26" Type="http://schemas.openxmlformats.org/officeDocument/2006/relationships/image" Target="../media/image58.png"/><Relationship Id="rId39" Type="http://schemas.openxmlformats.org/officeDocument/2006/relationships/image" Target="../media/image53.png"/><Relationship Id="rId21" Type="http://schemas.openxmlformats.org/officeDocument/2006/relationships/image" Target="../media/image62.png"/><Relationship Id="rId34" Type="http://schemas.openxmlformats.org/officeDocument/2006/relationships/image" Target="../media/image72.png"/><Relationship Id="rId42" Type="http://schemas.openxmlformats.org/officeDocument/2006/relationships/image" Target="../media/image6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20" Type="http://schemas.openxmlformats.org/officeDocument/2006/relationships/image" Target="../media/image13.png"/><Relationship Id="rId29" Type="http://schemas.openxmlformats.org/officeDocument/2006/relationships/image" Target="../media/image14.png"/><Relationship Id="rId41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24" Type="http://schemas.openxmlformats.org/officeDocument/2006/relationships/image" Target="../media/image65.png"/><Relationship Id="rId32" Type="http://schemas.openxmlformats.org/officeDocument/2006/relationships/image" Target="../media/image70.png"/><Relationship Id="rId37" Type="http://schemas.openxmlformats.org/officeDocument/2006/relationships/image" Target="../media/image75.png"/><Relationship Id="rId40" Type="http://schemas.openxmlformats.org/officeDocument/2006/relationships/image" Target="../media/image77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23" Type="http://schemas.openxmlformats.org/officeDocument/2006/relationships/image" Target="../media/image64.png"/><Relationship Id="rId28" Type="http://schemas.openxmlformats.org/officeDocument/2006/relationships/image" Target="../media/image68.png"/><Relationship Id="rId36" Type="http://schemas.openxmlformats.org/officeDocument/2006/relationships/image" Target="../media/image74.png"/><Relationship Id="rId10" Type="http://schemas.openxmlformats.org/officeDocument/2006/relationships/image" Target="../media/image41.png"/><Relationship Id="rId19" Type="http://schemas.openxmlformats.org/officeDocument/2006/relationships/image" Target="../media/image3.png"/><Relationship Id="rId31" Type="http://schemas.openxmlformats.org/officeDocument/2006/relationships/image" Target="../media/image69.png"/><Relationship Id="rId44" Type="http://schemas.openxmlformats.org/officeDocument/2006/relationships/image" Target="../media/image80.png"/><Relationship Id="rId4" Type="http://schemas.openxmlformats.org/officeDocument/2006/relationships/image" Target="../media/image45.png"/><Relationship Id="rId9" Type="http://schemas.openxmlformats.org/officeDocument/2006/relationships/image" Target="../media/image57.png"/><Relationship Id="rId14" Type="http://schemas.openxmlformats.org/officeDocument/2006/relationships/image" Target="../media/image47.png"/><Relationship Id="rId22" Type="http://schemas.openxmlformats.org/officeDocument/2006/relationships/image" Target="../media/image63.png"/><Relationship Id="rId27" Type="http://schemas.openxmlformats.org/officeDocument/2006/relationships/image" Target="../media/image67.png"/><Relationship Id="rId30" Type="http://schemas.openxmlformats.org/officeDocument/2006/relationships/image" Target="../media/image34.png"/><Relationship Id="rId35" Type="http://schemas.openxmlformats.org/officeDocument/2006/relationships/image" Target="../media/image73.png"/><Relationship Id="rId43" Type="http://schemas.openxmlformats.org/officeDocument/2006/relationships/image" Target="../media/image79.png"/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61.png"/><Relationship Id="rId17" Type="http://schemas.openxmlformats.org/officeDocument/2006/relationships/image" Target="../media/image48.png"/><Relationship Id="rId25" Type="http://schemas.openxmlformats.org/officeDocument/2006/relationships/image" Target="../media/image66.png"/><Relationship Id="rId33" Type="http://schemas.openxmlformats.org/officeDocument/2006/relationships/image" Target="../media/image71.png"/><Relationship Id="rId38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: 圓角 465">
            <a:extLst>
              <a:ext uri="{FF2B5EF4-FFF2-40B4-BE49-F238E27FC236}">
                <a16:creationId xmlns:a16="http://schemas.microsoft.com/office/drawing/2014/main" id="{85B0E51F-6F12-417B-9B44-3F6FEE2BF495}"/>
              </a:ext>
            </a:extLst>
          </p:cNvPr>
          <p:cNvSpPr/>
          <p:nvPr/>
        </p:nvSpPr>
        <p:spPr>
          <a:xfrm>
            <a:off x="5934562" y="489031"/>
            <a:ext cx="3173494" cy="2826848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p:sp>
        <p:nvSpPr>
          <p:cNvPr id="583" name="矩形: 圓角 582">
            <a:extLst>
              <a:ext uri="{FF2B5EF4-FFF2-40B4-BE49-F238E27FC236}">
                <a16:creationId xmlns:a16="http://schemas.microsoft.com/office/drawing/2014/main" id="{CA867357-D8C7-4D8B-9B92-A5665453B36F}"/>
              </a:ext>
            </a:extLst>
          </p:cNvPr>
          <p:cNvSpPr/>
          <p:nvPr/>
        </p:nvSpPr>
        <p:spPr>
          <a:xfrm>
            <a:off x="-747131" y="46831"/>
            <a:ext cx="2989996" cy="37586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p:pic>
        <p:nvPicPr>
          <p:cNvPr id="588" name="圖片 587">
            <a:extLst>
              <a:ext uri="{FF2B5EF4-FFF2-40B4-BE49-F238E27FC236}">
                <a16:creationId xmlns:a16="http://schemas.microsoft.com/office/drawing/2014/main" id="{6E5A1261-E324-4526-87B9-196F8B43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39" y="619774"/>
            <a:ext cx="831600" cy="831599"/>
          </a:xfrm>
          <a:prstGeom prst="rect">
            <a:avLst/>
          </a:prstGeom>
        </p:spPr>
      </p:pic>
      <p:pic>
        <p:nvPicPr>
          <p:cNvPr id="589" name="圖片 588">
            <a:extLst>
              <a:ext uri="{FF2B5EF4-FFF2-40B4-BE49-F238E27FC236}">
                <a16:creationId xmlns:a16="http://schemas.microsoft.com/office/drawing/2014/main" id="{7B2B814C-0CA0-4188-8F78-FB09AEA1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9" y="2930904"/>
            <a:ext cx="831600" cy="831599"/>
          </a:xfrm>
          <a:prstGeom prst="rect">
            <a:avLst/>
          </a:prstGeom>
        </p:spPr>
      </p:pic>
      <p:pic>
        <p:nvPicPr>
          <p:cNvPr id="590" name="圖片 589">
            <a:extLst>
              <a:ext uri="{FF2B5EF4-FFF2-40B4-BE49-F238E27FC236}">
                <a16:creationId xmlns:a16="http://schemas.microsoft.com/office/drawing/2014/main" id="{6A3A07FA-4741-4D50-92F3-1431479423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3808" y="105554"/>
            <a:ext cx="1403983" cy="2869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43" name="文字方塊 642">
                <a:extLst>
                  <a:ext uri="{FF2B5EF4-FFF2-40B4-BE49-F238E27FC236}">
                    <a16:creationId xmlns:a16="http://schemas.microsoft.com/office/drawing/2014/main" id="{82C73B6E-71BC-43F5-8D61-FD7067853472}"/>
                  </a:ext>
                </a:extLst>
              </p:cNvPr>
              <p:cNvSpPr txBox="1"/>
              <p:nvPr/>
            </p:nvSpPr>
            <p:spPr>
              <a:xfrm>
                <a:off x="380702" y="2567922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643" name="文字方塊 642">
                <a:extLst>
                  <a:ext uri="{FF2B5EF4-FFF2-40B4-BE49-F238E27FC236}">
                    <a16:creationId xmlns:a16="http://schemas.microsoft.com/office/drawing/2014/main" id="{82C73B6E-71BC-43F5-8D61-FD706785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02" y="2567922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3" name="群組 902">
            <a:extLst>
              <a:ext uri="{FF2B5EF4-FFF2-40B4-BE49-F238E27FC236}">
                <a16:creationId xmlns:a16="http://schemas.microsoft.com/office/drawing/2014/main" id="{95DE3699-1C99-4545-9EEF-27996D85C518}"/>
              </a:ext>
            </a:extLst>
          </p:cNvPr>
          <p:cNvGrpSpPr/>
          <p:nvPr/>
        </p:nvGrpSpPr>
        <p:grpSpPr>
          <a:xfrm>
            <a:off x="692876" y="966365"/>
            <a:ext cx="70535" cy="67663"/>
            <a:chOff x="1373392" y="2391862"/>
            <a:chExt cx="479433" cy="476535"/>
          </a:xfrm>
        </p:grpSpPr>
        <p:sp>
          <p:nvSpPr>
            <p:cNvPr id="904" name="箭號: 向右 903">
              <a:extLst>
                <a:ext uri="{FF2B5EF4-FFF2-40B4-BE49-F238E27FC236}">
                  <a16:creationId xmlns:a16="http://schemas.microsoft.com/office/drawing/2014/main" id="{8763C8C1-CB52-48C1-97F3-AC1CD3DACD2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905" name="箭號: 向右 904">
              <a:extLst>
                <a:ext uri="{FF2B5EF4-FFF2-40B4-BE49-F238E27FC236}">
                  <a16:creationId xmlns:a16="http://schemas.microsoft.com/office/drawing/2014/main" id="{592E8556-D100-4A0C-AB53-7A869B2E2D1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文字方塊 905">
                <a:extLst>
                  <a:ext uri="{FF2B5EF4-FFF2-40B4-BE49-F238E27FC236}">
                    <a16:creationId xmlns:a16="http://schemas.microsoft.com/office/drawing/2014/main" id="{7A2BF894-99F7-4175-A2D9-0244A85F069F}"/>
                  </a:ext>
                </a:extLst>
              </p:cNvPr>
              <p:cNvSpPr txBox="1"/>
              <p:nvPr/>
            </p:nvSpPr>
            <p:spPr>
              <a:xfrm>
                <a:off x="543510" y="677643"/>
                <a:ext cx="267530" cy="33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906" name="文字方塊 905">
                <a:extLst>
                  <a:ext uri="{FF2B5EF4-FFF2-40B4-BE49-F238E27FC236}">
                    <a16:creationId xmlns:a16="http://schemas.microsoft.com/office/drawing/2014/main" id="{7A2BF894-99F7-4175-A2D9-0244A85F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0" y="677643"/>
                <a:ext cx="267530" cy="334055"/>
              </a:xfrm>
              <a:prstGeom prst="rect">
                <a:avLst/>
              </a:prstGeom>
              <a:blipFill>
                <a:blip r:embed="rId6"/>
                <a:stretch>
                  <a:fillRect r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8" name="文字方塊 907">
                <a:extLst>
                  <a:ext uri="{FF2B5EF4-FFF2-40B4-BE49-F238E27FC236}">
                    <a16:creationId xmlns:a16="http://schemas.microsoft.com/office/drawing/2014/main" id="{AC52EE5F-8E2C-4737-9894-FD1409336AC3}"/>
                  </a:ext>
                </a:extLst>
              </p:cNvPr>
              <p:cNvSpPr txBox="1"/>
              <p:nvPr/>
            </p:nvSpPr>
            <p:spPr>
              <a:xfrm>
                <a:off x="382838" y="1197665"/>
                <a:ext cx="3980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908" name="文字方塊 907">
                <a:extLst>
                  <a:ext uri="{FF2B5EF4-FFF2-40B4-BE49-F238E27FC236}">
                    <a16:creationId xmlns:a16="http://schemas.microsoft.com/office/drawing/2014/main" id="{AC52EE5F-8E2C-4737-9894-FD1409336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38" y="1197665"/>
                <a:ext cx="398061" cy="261610"/>
              </a:xfrm>
              <a:prstGeom prst="rect">
                <a:avLst/>
              </a:prstGeom>
              <a:blipFill>
                <a:blip r:embed="rId7"/>
                <a:stretch>
                  <a:fillRect r="-12308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9" name="文字方塊 908">
                <a:extLst>
                  <a:ext uri="{FF2B5EF4-FFF2-40B4-BE49-F238E27FC236}">
                    <a16:creationId xmlns:a16="http://schemas.microsoft.com/office/drawing/2014/main" id="{A1D3E37A-D505-4350-B7FE-B7C35E7C4F51}"/>
                  </a:ext>
                </a:extLst>
              </p:cNvPr>
              <p:cNvSpPr txBox="1"/>
              <p:nvPr/>
            </p:nvSpPr>
            <p:spPr>
              <a:xfrm>
                <a:off x="-80268" y="402433"/>
                <a:ext cx="15536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09" name="文字方塊 908">
                <a:extLst>
                  <a:ext uri="{FF2B5EF4-FFF2-40B4-BE49-F238E27FC236}">
                    <a16:creationId xmlns:a16="http://schemas.microsoft.com/office/drawing/2014/main" id="{A1D3E37A-D505-4350-B7FE-B7C35E7C4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268" y="402433"/>
                <a:ext cx="1553608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0" name="文字方塊 909">
                <a:extLst>
                  <a:ext uri="{FF2B5EF4-FFF2-40B4-BE49-F238E27FC236}">
                    <a16:creationId xmlns:a16="http://schemas.microsoft.com/office/drawing/2014/main" id="{D6C7F1F4-59BA-4581-AC36-DC298E73B6B4}"/>
                  </a:ext>
                </a:extLst>
              </p:cNvPr>
              <p:cNvSpPr txBox="1"/>
              <p:nvPr/>
            </p:nvSpPr>
            <p:spPr>
              <a:xfrm>
                <a:off x="-521014" y="2111124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0" name="文字方塊 909">
                <a:extLst>
                  <a:ext uri="{FF2B5EF4-FFF2-40B4-BE49-F238E27FC236}">
                    <a16:creationId xmlns:a16="http://schemas.microsoft.com/office/drawing/2014/main" id="{D6C7F1F4-59BA-4581-AC36-DC298E73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1014" y="2111124"/>
                <a:ext cx="701886" cy="261610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1" name="文字方塊 910">
                <a:extLst>
                  <a:ext uri="{FF2B5EF4-FFF2-40B4-BE49-F238E27FC236}">
                    <a16:creationId xmlns:a16="http://schemas.microsoft.com/office/drawing/2014/main" id="{585B49A8-9D4A-40A7-A673-A047AD37FFE8}"/>
                  </a:ext>
                </a:extLst>
              </p:cNvPr>
              <p:cNvSpPr txBox="1"/>
              <p:nvPr/>
            </p:nvSpPr>
            <p:spPr>
              <a:xfrm>
                <a:off x="1331517" y="1009529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1" name="文字方塊 910">
                <a:extLst>
                  <a:ext uri="{FF2B5EF4-FFF2-40B4-BE49-F238E27FC236}">
                    <a16:creationId xmlns:a16="http://schemas.microsoft.com/office/drawing/2014/main" id="{585B49A8-9D4A-40A7-A673-A047AD37F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517" y="1009529"/>
                <a:ext cx="701886" cy="261610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2" name="文字方塊 911">
                <a:extLst>
                  <a:ext uri="{FF2B5EF4-FFF2-40B4-BE49-F238E27FC236}">
                    <a16:creationId xmlns:a16="http://schemas.microsoft.com/office/drawing/2014/main" id="{EBE19E20-8987-4863-AC7E-E746CFE445D0}"/>
                  </a:ext>
                </a:extLst>
              </p:cNvPr>
              <p:cNvSpPr txBox="1"/>
              <p:nvPr/>
            </p:nvSpPr>
            <p:spPr>
              <a:xfrm>
                <a:off x="348796" y="2894937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2" name="文字方塊 911">
                <a:extLst>
                  <a:ext uri="{FF2B5EF4-FFF2-40B4-BE49-F238E27FC236}">
                    <a16:creationId xmlns:a16="http://schemas.microsoft.com/office/drawing/2014/main" id="{EBE19E20-8987-4863-AC7E-E746CFE4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96" y="2894937"/>
                <a:ext cx="701886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8" name="文字方塊 937">
                <a:extLst>
                  <a:ext uri="{FF2B5EF4-FFF2-40B4-BE49-F238E27FC236}">
                    <a16:creationId xmlns:a16="http://schemas.microsoft.com/office/drawing/2014/main" id="{3D2FE9D1-9DBA-41C2-A8AE-F6ED40E89D11}"/>
                  </a:ext>
                </a:extLst>
              </p:cNvPr>
              <p:cNvSpPr txBox="1"/>
              <p:nvPr/>
            </p:nvSpPr>
            <p:spPr>
              <a:xfrm>
                <a:off x="1229484" y="2111124"/>
                <a:ext cx="90595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38" name="文字方塊 937">
                <a:extLst>
                  <a:ext uri="{FF2B5EF4-FFF2-40B4-BE49-F238E27FC236}">
                    <a16:creationId xmlns:a16="http://schemas.microsoft.com/office/drawing/2014/main" id="{3D2FE9D1-9DBA-41C2-A8AE-F6ED40E89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484" y="2111124"/>
                <a:ext cx="905952" cy="261610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9" name="文字方塊 938">
                <a:extLst>
                  <a:ext uri="{FF2B5EF4-FFF2-40B4-BE49-F238E27FC236}">
                    <a16:creationId xmlns:a16="http://schemas.microsoft.com/office/drawing/2014/main" id="{EF37CECB-05C6-45B6-9796-DA97456752B5}"/>
                  </a:ext>
                </a:extLst>
              </p:cNvPr>
              <p:cNvSpPr txBox="1"/>
              <p:nvPr/>
            </p:nvSpPr>
            <p:spPr>
              <a:xfrm>
                <a:off x="-689060" y="1009529"/>
                <a:ext cx="10015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39" name="文字方塊 938">
                <a:extLst>
                  <a:ext uri="{FF2B5EF4-FFF2-40B4-BE49-F238E27FC236}">
                    <a16:creationId xmlns:a16="http://schemas.microsoft.com/office/drawing/2014/main" id="{EF37CECB-05C6-45B6-9796-DA974567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9060" y="1009529"/>
                <a:ext cx="1001586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3" name="圖片 342">
            <a:extLst>
              <a:ext uri="{FF2B5EF4-FFF2-40B4-BE49-F238E27FC236}">
                <a16:creationId xmlns:a16="http://schemas.microsoft.com/office/drawing/2014/main" id="{C580989A-2B1E-4BFD-9666-D1E0FF216C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430" y="56784"/>
            <a:ext cx="588243" cy="367965"/>
          </a:xfrm>
          <a:prstGeom prst="rect">
            <a:avLst/>
          </a:prstGeom>
        </p:spPr>
      </p:pic>
      <p:pic>
        <p:nvPicPr>
          <p:cNvPr id="346" name="圖片 345">
            <a:extLst>
              <a:ext uri="{FF2B5EF4-FFF2-40B4-BE49-F238E27FC236}">
                <a16:creationId xmlns:a16="http://schemas.microsoft.com/office/drawing/2014/main" id="{DD102CD5-CD36-4B7A-A399-6EC6A4A07EF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4038087" y="3827901"/>
            <a:ext cx="390006" cy="2863135"/>
          </a:xfrm>
          <a:prstGeom prst="rect">
            <a:avLst/>
          </a:prstGeom>
        </p:spPr>
      </p:pic>
      <p:pic>
        <p:nvPicPr>
          <p:cNvPr id="347" name="圖片 346">
            <a:extLst>
              <a:ext uri="{FF2B5EF4-FFF2-40B4-BE49-F238E27FC236}">
                <a16:creationId xmlns:a16="http://schemas.microsoft.com/office/drawing/2014/main" id="{91C13A0C-85A1-4206-8F91-8CBEEEB6150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7936483" y="3770811"/>
            <a:ext cx="390006" cy="288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DC6CB5E4-41EB-43E2-9F14-4012761D9A61}"/>
                  </a:ext>
                </a:extLst>
              </p:cNvPr>
              <p:cNvSpPr txBox="1"/>
              <p:nvPr/>
            </p:nvSpPr>
            <p:spPr>
              <a:xfrm>
                <a:off x="3967626" y="5725625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DC6CB5E4-41EB-43E2-9F14-4012761D9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26" y="5725625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字方塊 351">
                <a:extLst>
                  <a:ext uri="{FF2B5EF4-FFF2-40B4-BE49-F238E27FC236}">
                    <a16:creationId xmlns:a16="http://schemas.microsoft.com/office/drawing/2014/main" id="{1CBF3A48-9950-416B-AEE3-0CE279963874}"/>
                  </a:ext>
                </a:extLst>
              </p:cNvPr>
              <p:cNvSpPr txBox="1"/>
              <p:nvPr/>
            </p:nvSpPr>
            <p:spPr>
              <a:xfrm>
                <a:off x="2151225" y="3072545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52" name="文字方塊 351">
                <a:extLst>
                  <a:ext uri="{FF2B5EF4-FFF2-40B4-BE49-F238E27FC236}">
                    <a16:creationId xmlns:a16="http://schemas.microsoft.com/office/drawing/2014/main" id="{1CBF3A48-9950-416B-AEE3-0CE279963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25" y="3072545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文字方塊 352">
                <a:extLst>
                  <a:ext uri="{FF2B5EF4-FFF2-40B4-BE49-F238E27FC236}">
                    <a16:creationId xmlns:a16="http://schemas.microsoft.com/office/drawing/2014/main" id="{4F47EDC4-FB15-4358-B98E-7D0DC1174296}"/>
                  </a:ext>
                </a:extLst>
              </p:cNvPr>
              <p:cNvSpPr txBox="1"/>
              <p:nvPr/>
            </p:nvSpPr>
            <p:spPr>
              <a:xfrm>
                <a:off x="7864832" y="5725625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53" name="文字方塊 352">
                <a:extLst>
                  <a:ext uri="{FF2B5EF4-FFF2-40B4-BE49-F238E27FC236}">
                    <a16:creationId xmlns:a16="http://schemas.microsoft.com/office/drawing/2014/main" id="{4F47EDC4-FB15-4358-B98E-7D0DC1174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32" y="5725625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4" name="內容版面配置區 2">
                <a:extLst>
                  <a:ext uri="{FF2B5EF4-FFF2-40B4-BE49-F238E27FC236}">
                    <a16:creationId xmlns:a16="http://schemas.microsoft.com/office/drawing/2014/main" id="{42EDA0DD-B209-4358-B730-E9453F2D7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8874" y="438883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4" name="內容版面配置區 2">
                <a:extLst>
                  <a:ext uri="{FF2B5EF4-FFF2-40B4-BE49-F238E27FC236}">
                    <a16:creationId xmlns:a16="http://schemas.microsoft.com/office/drawing/2014/main" id="{42EDA0DD-B209-4358-B730-E9453F2D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874" y="438883"/>
                <a:ext cx="422874" cy="324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5" name="內容版面配置區 2">
                <a:extLst>
                  <a:ext uri="{FF2B5EF4-FFF2-40B4-BE49-F238E27FC236}">
                    <a16:creationId xmlns:a16="http://schemas.microsoft.com/office/drawing/2014/main" id="{72DABC00-5FB3-47DD-94FD-E4B9CDAA4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5999" y="3196461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5" name="內容版面配置區 2">
                <a:extLst>
                  <a:ext uri="{FF2B5EF4-FFF2-40B4-BE49-F238E27FC236}">
                    <a16:creationId xmlns:a16="http://schemas.microsoft.com/office/drawing/2014/main" id="{72DABC00-5FB3-47DD-94FD-E4B9CDAA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999" y="3196461"/>
                <a:ext cx="365364" cy="324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內容版面配置區 2">
                <a:extLst>
                  <a:ext uri="{FF2B5EF4-FFF2-40B4-BE49-F238E27FC236}">
                    <a16:creationId xmlns:a16="http://schemas.microsoft.com/office/drawing/2014/main" id="{427FA658-329B-4868-A641-EFB5CC9CD6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6873" y="3710815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6" name="內容版面配置區 2">
                <a:extLst>
                  <a:ext uri="{FF2B5EF4-FFF2-40B4-BE49-F238E27FC236}">
                    <a16:creationId xmlns:a16="http://schemas.microsoft.com/office/drawing/2014/main" id="{427FA658-329B-4868-A641-EFB5CC9CD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873" y="3710815"/>
                <a:ext cx="422874" cy="324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內容版面配置區 2">
                <a:extLst>
                  <a:ext uri="{FF2B5EF4-FFF2-40B4-BE49-F238E27FC236}">
                    <a16:creationId xmlns:a16="http://schemas.microsoft.com/office/drawing/2014/main" id="{06FBE219-58F7-4A85-92F9-BBD0CB992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3998" y="5829425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7" name="內容版面配置區 2">
                <a:extLst>
                  <a:ext uri="{FF2B5EF4-FFF2-40B4-BE49-F238E27FC236}">
                    <a16:creationId xmlns:a16="http://schemas.microsoft.com/office/drawing/2014/main" id="{06FBE219-58F7-4A85-92F9-BBD0CB99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998" y="5829425"/>
                <a:ext cx="365364" cy="324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內容版面配置區 2">
                <a:extLst>
                  <a:ext uri="{FF2B5EF4-FFF2-40B4-BE49-F238E27FC236}">
                    <a16:creationId xmlns:a16="http://schemas.microsoft.com/office/drawing/2014/main" id="{BD521100-FC78-4FB0-98FC-A7E6EA5792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7402" y="3698033"/>
                <a:ext cx="73342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b="1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TW" sz="14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.05 </a:t>
                </a:r>
              </a:p>
            </p:txBody>
          </p:sp>
        </mc:Choice>
        <mc:Fallback>
          <p:sp>
            <p:nvSpPr>
              <p:cNvPr id="358" name="內容版面配置區 2">
                <a:extLst>
                  <a:ext uri="{FF2B5EF4-FFF2-40B4-BE49-F238E27FC236}">
                    <a16:creationId xmlns:a16="http://schemas.microsoft.com/office/drawing/2014/main" id="{BD521100-FC78-4FB0-98FC-A7E6EA579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402" y="3698033"/>
                <a:ext cx="733424" cy="324388"/>
              </a:xfrm>
              <a:prstGeom prst="rect">
                <a:avLst/>
              </a:prstGeom>
              <a:blipFill>
                <a:blip r:embed="rId22"/>
                <a:stretch>
                  <a:fillRect t="-3774" b="-13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9" name="內容版面配置區 2">
                <a:extLst>
                  <a:ext uri="{FF2B5EF4-FFF2-40B4-BE49-F238E27FC236}">
                    <a16:creationId xmlns:a16="http://schemas.microsoft.com/office/drawing/2014/main" id="{954CBB62-CEBD-4BDB-8CCB-1DA0BBF52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3510" y="5835176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9" name="內容版面配置區 2">
                <a:extLst>
                  <a:ext uri="{FF2B5EF4-FFF2-40B4-BE49-F238E27FC236}">
                    <a16:creationId xmlns:a16="http://schemas.microsoft.com/office/drawing/2014/main" id="{954CBB62-CEBD-4BDB-8CCB-1DA0BBF52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510" y="5835176"/>
                <a:ext cx="365364" cy="32438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內容版面配置區 2">
                <a:extLst>
                  <a:ext uri="{FF2B5EF4-FFF2-40B4-BE49-F238E27FC236}">
                    <a16:creationId xmlns:a16="http://schemas.microsoft.com/office/drawing/2014/main" id="{CD60AB71-3F90-4A7D-B9C2-C1A0C45A9A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84152" y="3815499"/>
                <a:ext cx="214254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63" name="內容版面配置區 2">
                <a:extLst>
                  <a:ext uri="{FF2B5EF4-FFF2-40B4-BE49-F238E27FC236}">
                    <a16:creationId xmlns:a16="http://schemas.microsoft.com/office/drawing/2014/main" id="{CD60AB71-3F90-4A7D-B9C2-C1A0C45A9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152" y="3815499"/>
                <a:ext cx="2142544" cy="32438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矩形: 圓角 470">
            <a:extLst>
              <a:ext uri="{FF2B5EF4-FFF2-40B4-BE49-F238E27FC236}">
                <a16:creationId xmlns:a16="http://schemas.microsoft.com/office/drawing/2014/main" id="{91AE4B7F-DC31-440D-B0AC-B5114A1CE3DB}"/>
              </a:ext>
            </a:extLst>
          </p:cNvPr>
          <p:cNvSpPr/>
          <p:nvPr/>
        </p:nvSpPr>
        <p:spPr>
          <a:xfrm>
            <a:off x="2750610" y="489031"/>
            <a:ext cx="3173494" cy="2826848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字方塊 484">
                <a:extLst>
                  <a:ext uri="{FF2B5EF4-FFF2-40B4-BE49-F238E27FC236}">
                    <a16:creationId xmlns:a16="http://schemas.microsoft.com/office/drawing/2014/main" id="{F5AED592-B67C-4C70-B6E4-DF77FF02C8B1}"/>
                  </a:ext>
                </a:extLst>
              </p:cNvPr>
              <p:cNvSpPr txBox="1"/>
              <p:nvPr/>
            </p:nvSpPr>
            <p:spPr>
              <a:xfrm>
                <a:off x="2818086" y="2111124"/>
                <a:ext cx="1089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485" name="文字方塊 484">
                <a:extLst>
                  <a:ext uri="{FF2B5EF4-FFF2-40B4-BE49-F238E27FC236}">
                    <a16:creationId xmlns:a16="http://schemas.microsoft.com/office/drawing/2014/main" id="{F5AED592-B67C-4C70-B6E4-DF77FF02C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86" y="2111124"/>
                <a:ext cx="1089996" cy="261610"/>
              </a:xfrm>
              <a:prstGeom prst="rect">
                <a:avLst/>
              </a:prstGeom>
              <a:blipFill>
                <a:blip r:embed="rId2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6" name="文字方塊 485">
                <a:extLst>
                  <a:ext uri="{FF2B5EF4-FFF2-40B4-BE49-F238E27FC236}">
                    <a16:creationId xmlns:a16="http://schemas.microsoft.com/office/drawing/2014/main" id="{0BA21D7E-7A3E-4322-AE32-BF44D5F42EAD}"/>
                  </a:ext>
                </a:extLst>
              </p:cNvPr>
              <p:cNvSpPr txBox="1"/>
              <p:nvPr/>
            </p:nvSpPr>
            <p:spPr>
              <a:xfrm>
                <a:off x="4940649" y="1009529"/>
                <a:ext cx="74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486" name="文字方塊 485">
                <a:extLst>
                  <a:ext uri="{FF2B5EF4-FFF2-40B4-BE49-F238E27FC236}">
                    <a16:creationId xmlns:a16="http://schemas.microsoft.com/office/drawing/2014/main" id="{0BA21D7E-7A3E-4322-AE32-BF44D5F42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649" y="1009529"/>
                <a:ext cx="744960" cy="261610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文字方塊 511">
                <a:extLst>
                  <a:ext uri="{FF2B5EF4-FFF2-40B4-BE49-F238E27FC236}">
                    <a16:creationId xmlns:a16="http://schemas.microsoft.com/office/drawing/2014/main" id="{8B6D71B5-D789-4405-8323-63DAA1122687}"/>
                  </a:ext>
                </a:extLst>
              </p:cNvPr>
              <p:cNvSpPr txBox="1"/>
              <p:nvPr/>
            </p:nvSpPr>
            <p:spPr>
              <a:xfrm>
                <a:off x="4829409" y="2111124"/>
                <a:ext cx="9674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12" name="文字方塊 511">
                <a:extLst>
                  <a:ext uri="{FF2B5EF4-FFF2-40B4-BE49-F238E27FC236}">
                    <a16:creationId xmlns:a16="http://schemas.microsoft.com/office/drawing/2014/main" id="{8B6D71B5-D789-4405-8323-63DAA1122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09" y="2111124"/>
                <a:ext cx="967440" cy="261610"/>
              </a:xfrm>
              <a:prstGeom prst="rect">
                <a:avLst/>
              </a:prstGeom>
              <a:blipFill>
                <a:blip r:embed="rId2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文字方塊 512">
                <a:extLst>
                  <a:ext uri="{FF2B5EF4-FFF2-40B4-BE49-F238E27FC236}">
                    <a16:creationId xmlns:a16="http://schemas.microsoft.com/office/drawing/2014/main" id="{B5C6DA07-9951-47CA-B2BB-1119A6B3A98D}"/>
                  </a:ext>
                </a:extLst>
              </p:cNvPr>
              <p:cNvSpPr txBox="1"/>
              <p:nvPr/>
            </p:nvSpPr>
            <p:spPr>
              <a:xfrm>
                <a:off x="2781840" y="1009529"/>
                <a:ext cx="15256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13" name="文字方塊 512">
                <a:extLst>
                  <a:ext uri="{FF2B5EF4-FFF2-40B4-BE49-F238E27FC236}">
                    <a16:creationId xmlns:a16="http://schemas.microsoft.com/office/drawing/2014/main" id="{B5C6DA07-9951-47CA-B2BB-1119A6B3A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840" y="1009529"/>
                <a:ext cx="1525644" cy="261610"/>
              </a:xfrm>
              <a:prstGeom prst="rect">
                <a:avLst/>
              </a:prstGeom>
              <a:blipFill>
                <a:blip r:embed="rId2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DE795860-9D8D-4C0F-8F6A-70EAC890EA0A}"/>
                  </a:ext>
                </a:extLst>
              </p:cNvPr>
              <p:cNvSpPr/>
              <p:nvPr/>
            </p:nvSpPr>
            <p:spPr>
              <a:xfrm>
                <a:off x="2777792" y="489972"/>
                <a:ext cx="3119128" cy="506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1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1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1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1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DE795860-9D8D-4C0F-8F6A-70EAC890E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792" y="489972"/>
                <a:ext cx="3119128" cy="50674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0E8922EB-FDCE-4B58-AFB5-E3E6B4CF0518}"/>
                  </a:ext>
                </a:extLst>
              </p:cNvPr>
              <p:cNvSpPr txBox="1"/>
              <p:nvPr/>
            </p:nvSpPr>
            <p:spPr>
              <a:xfrm>
                <a:off x="6002038" y="2111124"/>
                <a:ext cx="1089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0E8922EB-FDCE-4B58-AFB5-E3E6B4CF0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038" y="2111124"/>
                <a:ext cx="1089996" cy="261610"/>
              </a:xfrm>
              <a:prstGeom prst="rect">
                <a:avLst/>
              </a:prstGeom>
              <a:blipFill>
                <a:blip r:embed="rId3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2DA3B2C9-2C64-4FCE-A380-D7C9866F4328}"/>
                  </a:ext>
                </a:extLst>
              </p:cNvPr>
              <p:cNvSpPr txBox="1"/>
              <p:nvPr/>
            </p:nvSpPr>
            <p:spPr>
              <a:xfrm>
                <a:off x="8124602" y="1009529"/>
                <a:ext cx="74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2DA3B2C9-2C64-4FCE-A380-D7C9866F4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602" y="1009529"/>
                <a:ext cx="744960" cy="261610"/>
              </a:xfrm>
              <a:prstGeom prst="rect">
                <a:avLst/>
              </a:prstGeom>
              <a:blipFill>
                <a:blip r:embed="rId3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E81B3050-52AE-4426-A8FD-96CBE0DB4DA3}"/>
                  </a:ext>
                </a:extLst>
              </p:cNvPr>
              <p:cNvSpPr txBox="1"/>
              <p:nvPr/>
            </p:nvSpPr>
            <p:spPr>
              <a:xfrm>
                <a:off x="8013362" y="2111124"/>
                <a:ext cx="9674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E81B3050-52AE-4426-A8FD-96CBE0DB4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362" y="2111124"/>
                <a:ext cx="967440" cy="261610"/>
              </a:xfrm>
              <a:prstGeom prst="rect">
                <a:avLst/>
              </a:prstGeom>
              <a:blipFill>
                <a:blip r:embed="rId3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文字方塊 576">
                <a:extLst>
                  <a:ext uri="{FF2B5EF4-FFF2-40B4-BE49-F238E27FC236}">
                    <a16:creationId xmlns:a16="http://schemas.microsoft.com/office/drawing/2014/main" id="{64BC7AD7-69D9-4855-9138-D78D4623C1AC}"/>
                  </a:ext>
                </a:extLst>
              </p:cNvPr>
              <p:cNvSpPr txBox="1"/>
              <p:nvPr/>
            </p:nvSpPr>
            <p:spPr>
              <a:xfrm>
                <a:off x="5965792" y="1009529"/>
                <a:ext cx="15256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77" name="文字方塊 576">
                <a:extLst>
                  <a:ext uri="{FF2B5EF4-FFF2-40B4-BE49-F238E27FC236}">
                    <a16:creationId xmlns:a16="http://schemas.microsoft.com/office/drawing/2014/main" id="{64BC7AD7-69D9-4855-9138-D78D4623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792" y="1009529"/>
                <a:ext cx="1525644" cy="261610"/>
              </a:xfrm>
              <a:prstGeom prst="rect">
                <a:avLst/>
              </a:prstGeom>
              <a:blipFill>
                <a:blip r:embed="rId3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2" name="矩形 581">
                <a:extLst>
                  <a:ext uri="{FF2B5EF4-FFF2-40B4-BE49-F238E27FC236}">
                    <a16:creationId xmlns:a16="http://schemas.microsoft.com/office/drawing/2014/main" id="{F06B9D37-FBBB-4227-A321-09EDCC520114}"/>
                  </a:ext>
                </a:extLst>
              </p:cNvPr>
              <p:cNvSpPr/>
              <p:nvPr/>
            </p:nvSpPr>
            <p:spPr>
              <a:xfrm>
                <a:off x="5961744" y="489972"/>
                <a:ext cx="3119128" cy="506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1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1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1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2" name="矩形 581">
                <a:extLst>
                  <a:ext uri="{FF2B5EF4-FFF2-40B4-BE49-F238E27FC236}">
                    <a16:creationId xmlns:a16="http://schemas.microsoft.com/office/drawing/2014/main" id="{F06B9D37-FBBB-4227-A321-09EDCC520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744" y="489972"/>
                <a:ext cx="3119128" cy="50674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9" name="圖片 348">
            <a:extLst>
              <a:ext uri="{FF2B5EF4-FFF2-40B4-BE49-F238E27FC236}">
                <a16:creationId xmlns:a16="http://schemas.microsoft.com/office/drawing/2014/main" id="{78429B12-66B5-4CE2-97E2-3AE5CAF48C76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2229366" y="453256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44" name="文字方塊 943">
                <a:extLst>
                  <a:ext uri="{FF2B5EF4-FFF2-40B4-BE49-F238E27FC236}">
                    <a16:creationId xmlns:a16="http://schemas.microsoft.com/office/drawing/2014/main" id="{93A3D268-BCD1-421D-B650-455DE6B49EBC}"/>
                  </a:ext>
                </a:extLst>
              </p:cNvPr>
              <p:cNvSpPr txBox="1"/>
              <p:nvPr/>
            </p:nvSpPr>
            <p:spPr>
              <a:xfrm>
                <a:off x="380702" y="152384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44" name="文字方塊 943">
                <a:extLst>
                  <a:ext uri="{FF2B5EF4-FFF2-40B4-BE49-F238E27FC236}">
                    <a16:creationId xmlns:a16="http://schemas.microsoft.com/office/drawing/2014/main" id="{93A3D268-BCD1-421D-B650-455DE6B49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02" y="1523846"/>
                <a:ext cx="620968" cy="261610"/>
              </a:xfrm>
              <a:prstGeom prst="rect">
                <a:avLst/>
              </a:prstGeom>
              <a:blipFill>
                <a:blip r:embed="rId36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0F4D3971-8563-4E32-8C3F-2D6EB337D663}"/>
              </a:ext>
            </a:extLst>
          </p:cNvPr>
          <p:cNvGrpSpPr/>
          <p:nvPr/>
        </p:nvGrpSpPr>
        <p:grpSpPr>
          <a:xfrm>
            <a:off x="496106" y="4876006"/>
            <a:ext cx="2400301" cy="1680042"/>
            <a:chOff x="1988592" y="5145623"/>
            <a:chExt cx="1456964" cy="1019772"/>
          </a:xfrm>
        </p:grpSpPr>
        <p:sp>
          <p:nvSpPr>
            <p:cNvPr id="945" name="Oval 14">
              <a:extLst>
                <a:ext uri="{FF2B5EF4-FFF2-40B4-BE49-F238E27FC236}">
                  <a16:creationId xmlns:a16="http://schemas.microsoft.com/office/drawing/2014/main" id="{D8A88EAC-6EB5-4530-A3E6-F0BE6628F2DD}"/>
                </a:ext>
              </a:extLst>
            </p:cNvPr>
            <p:cNvSpPr/>
            <p:nvPr/>
          </p:nvSpPr>
          <p:spPr>
            <a:xfrm>
              <a:off x="2669436" y="5150428"/>
              <a:ext cx="99133" cy="10268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6" name="Oval 4">
              <a:extLst>
                <a:ext uri="{FF2B5EF4-FFF2-40B4-BE49-F238E27FC236}">
                  <a16:creationId xmlns:a16="http://schemas.microsoft.com/office/drawing/2014/main" id="{71A2E741-BFEC-4F2A-9865-55AA9A7BE733}"/>
                </a:ext>
              </a:extLst>
            </p:cNvPr>
            <p:cNvSpPr/>
            <p:nvPr/>
          </p:nvSpPr>
          <p:spPr>
            <a:xfrm>
              <a:off x="2279750" y="5201772"/>
              <a:ext cx="881182" cy="912791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7" name="Oval 15">
              <a:extLst>
                <a:ext uri="{FF2B5EF4-FFF2-40B4-BE49-F238E27FC236}">
                  <a16:creationId xmlns:a16="http://schemas.microsoft.com/office/drawing/2014/main" id="{DDBF036D-3EFE-4CA3-802C-A508957A01A1}"/>
                </a:ext>
              </a:extLst>
            </p:cNvPr>
            <p:cNvSpPr/>
            <p:nvPr/>
          </p:nvSpPr>
          <p:spPr>
            <a:xfrm>
              <a:off x="2669436" y="6062706"/>
              <a:ext cx="99133" cy="10268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8" name="SHO">
              <a:extLst>
                <a:ext uri="{FF2B5EF4-FFF2-40B4-BE49-F238E27FC236}">
                  <a16:creationId xmlns:a16="http://schemas.microsoft.com/office/drawing/2014/main" id="{CE1594B7-E762-44B3-97C7-E51620F0ADFE}"/>
                </a:ext>
              </a:extLst>
            </p:cNvPr>
            <p:cNvSpPr/>
            <p:nvPr/>
          </p:nvSpPr>
          <p:spPr>
            <a:xfrm rot="16200000">
              <a:off x="2529008" y="5217882"/>
              <a:ext cx="379990" cy="88118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9" name="SVO">
              <a:extLst>
                <a:ext uri="{FF2B5EF4-FFF2-40B4-BE49-F238E27FC236}">
                  <a16:creationId xmlns:a16="http://schemas.microsoft.com/office/drawing/2014/main" id="{0E3A1E78-3455-4332-AE82-2EAA1DEAA833}"/>
                </a:ext>
              </a:extLst>
            </p:cNvPr>
            <p:cNvSpPr/>
            <p:nvPr/>
          </p:nvSpPr>
          <p:spPr>
            <a:xfrm>
              <a:off x="2498158" y="5202078"/>
              <a:ext cx="440591" cy="912791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50" name="Oval 6">
              <a:extLst>
                <a:ext uri="{FF2B5EF4-FFF2-40B4-BE49-F238E27FC236}">
                  <a16:creationId xmlns:a16="http://schemas.microsoft.com/office/drawing/2014/main" id="{08B9DBEA-FEA3-49AF-B119-EE102EBA2267}"/>
                </a:ext>
              </a:extLst>
            </p:cNvPr>
            <p:cNvSpPr/>
            <p:nvPr/>
          </p:nvSpPr>
          <p:spPr>
            <a:xfrm rot="16200000">
              <a:off x="2529008" y="5217882"/>
              <a:ext cx="379990" cy="88118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1" name="TextBox 11">
                  <a:extLst>
                    <a:ext uri="{FF2B5EF4-FFF2-40B4-BE49-F238E27FC236}">
                      <a16:creationId xmlns:a16="http://schemas.microsoft.com/office/drawing/2014/main" id="{244EEA8F-A46C-4A12-9468-D9B0F9E18EF5}"/>
                    </a:ext>
                  </a:extLst>
                </p:cNvPr>
                <p:cNvSpPr txBox="1"/>
                <p:nvPr/>
              </p:nvSpPr>
              <p:spPr>
                <a:xfrm>
                  <a:off x="2383557" y="5549636"/>
                  <a:ext cx="1079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51" name="TextBox 11">
                  <a:extLst>
                    <a:ext uri="{FF2B5EF4-FFF2-40B4-BE49-F238E27FC236}">
                      <a16:creationId xmlns:a16="http://schemas.microsoft.com/office/drawing/2014/main" id="{244EEA8F-A46C-4A12-9468-D9B0F9E18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557" y="5549636"/>
                  <a:ext cx="107968" cy="186818"/>
                </a:xfrm>
                <a:prstGeom prst="rect">
                  <a:avLst/>
                </a:prstGeom>
                <a:blipFill>
                  <a:blip r:embed="rId37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2" name="Oval 22">
              <a:extLst>
                <a:ext uri="{FF2B5EF4-FFF2-40B4-BE49-F238E27FC236}">
                  <a16:creationId xmlns:a16="http://schemas.microsoft.com/office/drawing/2014/main" id="{AD7EC2CB-26A4-43AB-BC59-2D70A95E8DF3}"/>
                </a:ext>
              </a:extLst>
            </p:cNvPr>
            <p:cNvSpPr/>
            <p:nvPr/>
          </p:nvSpPr>
          <p:spPr>
            <a:xfrm>
              <a:off x="2668859" y="6062706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3" name="TextBox 12">
                  <a:extLst>
                    <a:ext uri="{FF2B5EF4-FFF2-40B4-BE49-F238E27FC236}">
                      <a16:creationId xmlns:a16="http://schemas.microsoft.com/office/drawing/2014/main" id="{60C00FFE-FC7D-46E9-A73D-E58EB7C1D26E}"/>
                    </a:ext>
                  </a:extLst>
                </p:cNvPr>
                <p:cNvSpPr txBox="1"/>
                <p:nvPr/>
              </p:nvSpPr>
              <p:spPr>
                <a:xfrm>
                  <a:off x="2783214" y="5607851"/>
                  <a:ext cx="1079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53" name="TextBox 12">
                  <a:extLst>
                    <a:ext uri="{FF2B5EF4-FFF2-40B4-BE49-F238E27FC236}">
                      <a16:creationId xmlns:a16="http://schemas.microsoft.com/office/drawing/2014/main" id="{60C00FFE-FC7D-46E9-A73D-E58EB7C1D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214" y="5607851"/>
                  <a:ext cx="107968" cy="186818"/>
                </a:xfrm>
                <a:prstGeom prst="rect">
                  <a:avLst/>
                </a:prstGeom>
                <a:blipFill>
                  <a:blip r:embed="rId38"/>
                  <a:stretch>
                    <a:fillRect r="-41379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4" name="TextBox 13">
                  <a:extLst>
                    <a:ext uri="{FF2B5EF4-FFF2-40B4-BE49-F238E27FC236}">
                      <a16:creationId xmlns:a16="http://schemas.microsoft.com/office/drawing/2014/main" id="{F3493885-5D78-484A-8E9F-B658783ECF64}"/>
                    </a:ext>
                  </a:extLst>
                </p:cNvPr>
                <p:cNvSpPr txBox="1"/>
                <p:nvPr/>
              </p:nvSpPr>
              <p:spPr>
                <a:xfrm>
                  <a:off x="2634242" y="5223559"/>
                  <a:ext cx="156811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54" name="TextBox 13">
                  <a:extLst>
                    <a:ext uri="{FF2B5EF4-FFF2-40B4-BE49-F238E27FC236}">
                      <a16:creationId xmlns:a16="http://schemas.microsoft.com/office/drawing/2014/main" id="{F3493885-5D78-484A-8E9F-B658783EC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242" y="5223559"/>
                  <a:ext cx="156811" cy="18681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5" name="DVO">
              <a:extLst>
                <a:ext uri="{FF2B5EF4-FFF2-40B4-BE49-F238E27FC236}">
                  <a16:creationId xmlns:a16="http://schemas.microsoft.com/office/drawing/2014/main" id="{55511C14-6D00-4154-96FA-F36038978690}"/>
                </a:ext>
              </a:extLst>
            </p:cNvPr>
            <p:cNvSpPr/>
            <p:nvPr/>
          </p:nvSpPr>
          <p:spPr>
            <a:xfrm flipH="1">
              <a:off x="2498158" y="5202078"/>
              <a:ext cx="440591" cy="912791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56" name="Oval 23">
              <a:extLst>
                <a:ext uri="{FF2B5EF4-FFF2-40B4-BE49-F238E27FC236}">
                  <a16:creationId xmlns:a16="http://schemas.microsoft.com/office/drawing/2014/main" id="{B195577D-A3AD-40F6-A9AC-B30B2404CA55}"/>
                </a:ext>
              </a:extLst>
            </p:cNvPr>
            <p:cNvSpPr/>
            <p:nvPr/>
          </p:nvSpPr>
          <p:spPr>
            <a:xfrm>
              <a:off x="3109972" y="5607129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957" name="Straight Arrow Connector 7">
              <a:extLst>
                <a:ext uri="{FF2B5EF4-FFF2-40B4-BE49-F238E27FC236}">
                  <a16:creationId xmlns:a16="http://schemas.microsoft.com/office/drawing/2014/main" id="{129D4CF0-0BC8-4DF7-B738-082F01801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6604" y="5385036"/>
              <a:ext cx="1036" cy="2720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Arrow Connector 19">
              <a:extLst>
                <a:ext uri="{FF2B5EF4-FFF2-40B4-BE49-F238E27FC236}">
                  <a16:creationId xmlns:a16="http://schemas.microsoft.com/office/drawing/2014/main" id="{6CBA6702-49BD-41AD-B8FA-0090A406C7C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425" y="5655802"/>
              <a:ext cx="119486" cy="956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Arrow Connector 18">
              <a:extLst>
                <a:ext uri="{FF2B5EF4-FFF2-40B4-BE49-F238E27FC236}">
                  <a16:creationId xmlns:a16="http://schemas.microsoft.com/office/drawing/2014/main" id="{F2E557EA-C0E1-4085-BB50-FC68A88314E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613878" y="5551161"/>
              <a:ext cx="0" cy="2092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0" name="Oval 20">
              <a:extLst>
                <a:ext uri="{FF2B5EF4-FFF2-40B4-BE49-F238E27FC236}">
                  <a16:creationId xmlns:a16="http://schemas.microsoft.com/office/drawing/2014/main" id="{02F5FAFD-2D60-4957-9C57-C2E5B62CB588}"/>
                </a:ext>
              </a:extLst>
            </p:cNvPr>
            <p:cNvSpPr/>
            <p:nvPr/>
          </p:nvSpPr>
          <p:spPr>
            <a:xfrm>
              <a:off x="2228690" y="5607129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61" name="Oval 22">
              <a:extLst>
                <a:ext uri="{FF2B5EF4-FFF2-40B4-BE49-F238E27FC236}">
                  <a16:creationId xmlns:a16="http://schemas.microsoft.com/office/drawing/2014/main" id="{FA793114-4D12-486A-B43D-53DF30703E13}"/>
                </a:ext>
              </a:extLst>
            </p:cNvPr>
            <p:cNvSpPr/>
            <p:nvPr/>
          </p:nvSpPr>
          <p:spPr>
            <a:xfrm>
              <a:off x="2669580" y="5145623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62" name="Partial Circle 9">
              <a:extLst>
                <a:ext uri="{FF2B5EF4-FFF2-40B4-BE49-F238E27FC236}">
                  <a16:creationId xmlns:a16="http://schemas.microsoft.com/office/drawing/2014/main" id="{368E7CE5-7C69-4160-9427-53CCBBE70DA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679442" y="5597898"/>
              <a:ext cx="62493" cy="120657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3" name="TextBox 10">
                  <a:extLst>
                    <a:ext uri="{FF2B5EF4-FFF2-40B4-BE49-F238E27FC236}">
                      <a16:creationId xmlns:a16="http://schemas.microsoft.com/office/drawing/2014/main" id="{D31CF2FB-AF62-4560-A5DC-1198EB3AFF61}"/>
                    </a:ext>
                  </a:extLst>
                </p:cNvPr>
                <p:cNvSpPr txBox="1"/>
                <p:nvPr/>
              </p:nvSpPr>
              <p:spPr>
                <a:xfrm>
                  <a:off x="2457305" y="5619285"/>
                  <a:ext cx="192367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63" name="TextBox 10">
                  <a:extLst>
                    <a:ext uri="{FF2B5EF4-FFF2-40B4-BE49-F238E27FC236}">
                      <a16:creationId xmlns:a16="http://schemas.microsoft.com/office/drawing/2014/main" id="{D31CF2FB-AF62-4560-A5DC-1198EB3AF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7305" y="5619285"/>
                  <a:ext cx="192367" cy="186818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4" name="Straight Arrow Connector 17">
              <a:extLst>
                <a:ext uri="{FF2B5EF4-FFF2-40B4-BE49-F238E27FC236}">
                  <a16:creationId xmlns:a16="http://schemas.microsoft.com/office/drawing/2014/main" id="{D4779D14-3103-4523-912E-3F9373220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3788" y="5658963"/>
              <a:ext cx="135219" cy="1748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65" name="Partial Circle 9">
              <a:extLst>
                <a:ext uri="{FF2B5EF4-FFF2-40B4-BE49-F238E27FC236}">
                  <a16:creationId xmlns:a16="http://schemas.microsoft.com/office/drawing/2014/main" id="{66525D59-3C68-4648-8C44-4F7C59E045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1677" y="5575182"/>
              <a:ext cx="91056" cy="18390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6" name="TextBox 10">
                  <a:extLst>
                    <a:ext uri="{FF2B5EF4-FFF2-40B4-BE49-F238E27FC236}">
                      <a16:creationId xmlns:a16="http://schemas.microsoft.com/office/drawing/2014/main" id="{24088B0F-155B-4A83-B266-C08C0E9D6EEA}"/>
                    </a:ext>
                  </a:extLst>
                </p:cNvPr>
                <p:cNvSpPr txBox="1"/>
                <p:nvPr/>
              </p:nvSpPr>
              <p:spPr>
                <a:xfrm>
                  <a:off x="2695951" y="5423754"/>
                  <a:ext cx="1812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66" name="TextBox 10">
                  <a:extLst>
                    <a:ext uri="{FF2B5EF4-FFF2-40B4-BE49-F238E27FC236}">
                      <a16:creationId xmlns:a16="http://schemas.microsoft.com/office/drawing/2014/main" id="{24088B0F-155B-4A83-B266-C08C0E9D6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951" y="5423754"/>
                  <a:ext cx="181268" cy="186818"/>
                </a:xfrm>
                <a:prstGeom prst="rect">
                  <a:avLst/>
                </a:prstGeom>
                <a:blipFill>
                  <a:blip r:embed="rId4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7" name="Straight Arrow Connector 17">
              <a:extLst>
                <a:ext uri="{FF2B5EF4-FFF2-40B4-BE49-F238E27FC236}">
                  <a16:creationId xmlns:a16="http://schemas.microsoft.com/office/drawing/2014/main" id="{D2EB7D29-713F-498B-93A8-F1BD1544C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072" y="5386965"/>
              <a:ext cx="349009" cy="2743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68" name="Oval 23">
              <a:extLst>
                <a:ext uri="{FF2B5EF4-FFF2-40B4-BE49-F238E27FC236}">
                  <a16:creationId xmlns:a16="http://schemas.microsoft.com/office/drawing/2014/main" id="{B7AA7500-AFEA-4594-9C2D-24B65393E4C8}"/>
                </a:ext>
              </a:extLst>
            </p:cNvPr>
            <p:cNvSpPr/>
            <p:nvPr/>
          </p:nvSpPr>
          <p:spPr>
            <a:xfrm>
              <a:off x="2872789" y="5765785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69" name="Oval 23">
              <a:extLst>
                <a:ext uri="{FF2B5EF4-FFF2-40B4-BE49-F238E27FC236}">
                  <a16:creationId xmlns:a16="http://schemas.microsoft.com/office/drawing/2014/main" id="{CF67C0AA-F5FE-4A99-AB95-10CB7F882A38}"/>
                </a:ext>
              </a:extLst>
            </p:cNvPr>
            <p:cNvSpPr/>
            <p:nvPr/>
          </p:nvSpPr>
          <p:spPr>
            <a:xfrm>
              <a:off x="2454289" y="5440284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970" name="直線接點 969">
              <a:extLst>
                <a:ext uri="{FF2B5EF4-FFF2-40B4-BE49-F238E27FC236}">
                  <a16:creationId xmlns:a16="http://schemas.microsoft.com/office/drawing/2014/main" id="{E442112A-51A4-4752-A7E6-D025ECC8436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592" y="5491116"/>
              <a:ext cx="472580" cy="1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1" name="直線接點 970">
              <a:extLst>
                <a:ext uri="{FF2B5EF4-FFF2-40B4-BE49-F238E27FC236}">
                  <a16:creationId xmlns:a16="http://schemas.microsoft.com/office/drawing/2014/main" id="{94DFFBD7-0EF3-4C76-AD54-6DF7EB8505A0}"/>
                </a:ext>
              </a:extLst>
            </p:cNvPr>
            <p:cNvCxnSpPr>
              <a:cxnSpLocks/>
            </p:cNvCxnSpPr>
            <p:nvPr/>
          </p:nvCxnSpPr>
          <p:spPr>
            <a:xfrm>
              <a:off x="2980120" y="5833201"/>
              <a:ext cx="465436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2" name="直線接點 971">
              <a:extLst>
                <a:ext uri="{FF2B5EF4-FFF2-40B4-BE49-F238E27FC236}">
                  <a16:creationId xmlns:a16="http://schemas.microsoft.com/office/drawing/2014/main" id="{FD83FF46-4741-475C-A16C-5BB4F9F0B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9177" y="5440485"/>
              <a:ext cx="205445" cy="17184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3" name="直線接點 972">
              <a:extLst>
                <a:ext uri="{FF2B5EF4-FFF2-40B4-BE49-F238E27FC236}">
                  <a16:creationId xmlns:a16="http://schemas.microsoft.com/office/drawing/2014/main" id="{B7F488CB-59F0-4E6C-BB4E-22271F28D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1777" y="5698823"/>
              <a:ext cx="197910" cy="360293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974" name="圖片 973">
            <a:extLst>
              <a:ext uri="{FF2B5EF4-FFF2-40B4-BE49-F238E27FC236}">
                <a16:creationId xmlns:a16="http://schemas.microsoft.com/office/drawing/2014/main" id="{7065C58F-809B-4B14-9A49-B378F84C619F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9304" y="1728470"/>
            <a:ext cx="1288308" cy="9034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76" name="文字方塊 975">
                <a:extLst>
                  <a:ext uri="{FF2B5EF4-FFF2-40B4-BE49-F238E27FC236}">
                    <a16:creationId xmlns:a16="http://schemas.microsoft.com/office/drawing/2014/main" id="{4B2CD31F-76A7-42E1-A427-E80F0FA0D816}"/>
                  </a:ext>
                </a:extLst>
              </p:cNvPr>
              <p:cNvSpPr txBox="1"/>
              <p:nvPr/>
            </p:nvSpPr>
            <p:spPr>
              <a:xfrm>
                <a:off x="699089" y="834681"/>
                <a:ext cx="237033" cy="316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976" name="文字方塊 975">
                <a:extLst>
                  <a:ext uri="{FF2B5EF4-FFF2-40B4-BE49-F238E27FC236}">
                    <a16:creationId xmlns:a16="http://schemas.microsoft.com/office/drawing/2014/main" id="{4B2CD31F-76A7-42E1-A427-E80F0FA0D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89" y="834681"/>
                <a:ext cx="237033" cy="316577"/>
              </a:xfrm>
              <a:prstGeom prst="rect">
                <a:avLst/>
              </a:prstGeom>
              <a:blipFill>
                <a:blip r:embed="rId43"/>
                <a:stretch>
                  <a:fillRect r="-205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4" name="圖片 583">
            <a:extLst>
              <a:ext uri="{FF2B5EF4-FFF2-40B4-BE49-F238E27FC236}">
                <a16:creationId xmlns:a16="http://schemas.microsoft.com/office/drawing/2014/main" id="{2931A2FF-8C90-4686-B572-BB29AC7AEA9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-654102" y="2332971"/>
            <a:ext cx="831600" cy="831599"/>
          </a:xfrm>
          <a:prstGeom prst="rect">
            <a:avLst/>
          </a:prstGeom>
        </p:spPr>
      </p:pic>
      <p:pic>
        <p:nvPicPr>
          <p:cNvPr id="585" name="圖片 584">
            <a:extLst>
              <a:ext uri="{FF2B5EF4-FFF2-40B4-BE49-F238E27FC236}">
                <a16:creationId xmlns:a16="http://schemas.microsoft.com/office/drawing/2014/main" id="{2B87AAD8-FE43-4663-BB8B-28BBBE26A63A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20675" y="2332977"/>
            <a:ext cx="831600" cy="831599"/>
          </a:xfrm>
          <a:prstGeom prst="rect">
            <a:avLst/>
          </a:prstGeom>
        </p:spPr>
      </p:pic>
      <p:pic>
        <p:nvPicPr>
          <p:cNvPr id="586" name="圖片 585">
            <a:extLst>
              <a:ext uri="{FF2B5EF4-FFF2-40B4-BE49-F238E27FC236}">
                <a16:creationId xmlns:a16="http://schemas.microsoft.com/office/drawing/2014/main" id="{0CB5FE5C-E0B5-47EE-B4BF-420EA6CDBB61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13255" y="1215836"/>
            <a:ext cx="831600" cy="829878"/>
          </a:xfrm>
          <a:prstGeom prst="rect">
            <a:avLst/>
          </a:prstGeom>
        </p:spPr>
      </p:pic>
      <p:pic>
        <p:nvPicPr>
          <p:cNvPr id="587" name="圖片 586">
            <a:extLst>
              <a:ext uri="{FF2B5EF4-FFF2-40B4-BE49-F238E27FC236}">
                <a16:creationId xmlns:a16="http://schemas.microsoft.com/office/drawing/2014/main" id="{7E916AD1-173D-4A6F-98E5-9163DD700BCD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-661057" y="1214982"/>
            <a:ext cx="831600" cy="8315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77" name="文字方塊 976">
                <a:extLst>
                  <a:ext uri="{FF2B5EF4-FFF2-40B4-BE49-F238E27FC236}">
                    <a16:creationId xmlns:a16="http://schemas.microsoft.com/office/drawing/2014/main" id="{791EB977-42A4-4761-8991-C91A482EACCC}"/>
                  </a:ext>
                </a:extLst>
              </p:cNvPr>
              <p:cNvSpPr txBox="1"/>
              <p:nvPr/>
            </p:nvSpPr>
            <p:spPr>
              <a:xfrm>
                <a:off x="4068782" y="2567922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77" name="文字方塊 976">
                <a:extLst>
                  <a:ext uri="{FF2B5EF4-FFF2-40B4-BE49-F238E27FC236}">
                    <a16:creationId xmlns:a16="http://schemas.microsoft.com/office/drawing/2014/main" id="{791EB977-42A4-4761-8991-C91A482E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782" y="2567922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8" name="文字方塊 977">
                <a:extLst>
                  <a:ext uri="{FF2B5EF4-FFF2-40B4-BE49-F238E27FC236}">
                    <a16:creationId xmlns:a16="http://schemas.microsoft.com/office/drawing/2014/main" id="{51F219BC-A856-415D-BD97-4C367CDCAE66}"/>
                  </a:ext>
                </a:extLst>
              </p:cNvPr>
              <p:cNvSpPr txBox="1"/>
              <p:nvPr/>
            </p:nvSpPr>
            <p:spPr>
              <a:xfrm>
                <a:off x="4068782" y="152384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78" name="文字方塊 977">
                <a:extLst>
                  <a:ext uri="{FF2B5EF4-FFF2-40B4-BE49-F238E27FC236}">
                    <a16:creationId xmlns:a16="http://schemas.microsoft.com/office/drawing/2014/main" id="{51F219BC-A856-415D-BD97-4C367CDCA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782" y="1523846"/>
                <a:ext cx="620968" cy="261610"/>
              </a:xfrm>
              <a:prstGeom prst="rect">
                <a:avLst/>
              </a:prstGeom>
              <a:blipFill>
                <a:blip r:embed="rId36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9" name="圖片 978">
            <a:extLst>
              <a:ext uri="{FF2B5EF4-FFF2-40B4-BE49-F238E27FC236}">
                <a16:creationId xmlns:a16="http://schemas.microsoft.com/office/drawing/2014/main" id="{57914CC3-8C33-40CB-890D-12574187CA5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717384" y="1728470"/>
            <a:ext cx="1288308" cy="9034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80" name="文字方塊 979">
                <a:extLst>
                  <a:ext uri="{FF2B5EF4-FFF2-40B4-BE49-F238E27FC236}">
                    <a16:creationId xmlns:a16="http://schemas.microsoft.com/office/drawing/2014/main" id="{1A71F7DA-ADDC-4ACE-B466-40B97ADA5427}"/>
                  </a:ext>
                </a:extLst>
              </p:cNvPr>
              <p:cNvSpPr txBox="1"/>
              <p:nvPr/>
            </p:nvSpPr>
            <p:spPr>
              <a:xfrm>
                <a:off x="7232352" y="2567922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80" name="文字方塊 979">
                <a:extLst>
                  <a:ext uri="{FF2B5EF4-FFF2-40B4-BE49-F238E27FC236}">
                    <a16:creationId xmlns:a16="http://schemas.microsoft.com/office/drawing/2014/main" id="{1A71F7DA-ADDC-4ACE-B466-40B97ADA5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352" y="2567922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1" name="文字方塊 980">
                <a:extLst>
                  <a:ext uri="{FF2B5EF4-FFF2-40B4-BE49-F238E27FC236}">
                    <a16:creationId xmlns:a16="http://schemas.microsoft.com/office/drawing/2014/main" id="{AD6730BD-FC31-4079-8076-8F7AD08027A0}"/>
                  </a:ext>
                </a:extLst>
              </p:cNvPr>
              <p:cNvSpPr txBox="1"/>
              <p:nvPr/>
            </p:nvSpPr>
            <p:spPr>
              <a:xfrm>
                <a:off x="7232352" y="152384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81" name="文字方塊 980">
                <a:extLst>
                  <a:ext uri="{FF2B5EF4-FFF2-40B4-BE49-F238E27FC236}">
                    <a16:creationId xmlns:a16="http://schemas.microsoft.com/office/drawing/2014/main" id="{AD6730BD-FC31-4079-8076-8F7AD0802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352" y="1523846"/>
                <a:ext cx="620968" cy="261610"/>
              </a:xfrm>
              <a:prstGeom prst="rect">
                <a:avLst/>
              </a:prstGeom>
              <a:blipFill>
                <a:blip r:embed="rId36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82" name="圖片 981">
            <a:extLst>
              <a:ext uri="{FF2B5EF4-FFF2-40B4-BE49-F238E27FC236}">
                <a16:creationId xmlns:a16="http://schemas.microsoft.com/office/drawing/2014/main" id="{7F6CF9F0-963A-43C1-AC77-57C62207BA8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880954" y="1728470"/>
            <a:ext cx="1288308" cy="903446"/>
          </a:xfrm>
          <a:prstGeom prst="rect">
            <a:avLst/>
          </a:prstGeom>
        </p:spPr>
      </p:pic>
      <p:pic>
        <p:nvPicPr>
          <p:cNvPr id="467" name="圖片 466">
            <a:extLst>
              <a:ext uri="{FF2B5EF4-FFF2-40B4-BE49-F238E27FC236}">
                <a16:creationId xmlns:a16="http://schemas.microsoft.com/office/drawing/2014/main" id="{D74549DB-3380-46D1-8342-633319BBAD4E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26914" y="2331211"/>
            <a:ext cx="832408" cy="835106"/>
          </a:xfrm>
          <a:prstGeom prst="rect">
            <a:avLst/>
          </a:prstGeom>
        </p:spPr>
      </p:pic>
      <p:pic>
        <p:nvPicPr>
          <p:cNvPr id="468" name="圖片 467">
            <a:extLst>
              <a:ext uri="{FF2B5EF4-FFF2-40B4-BE49-F238E27FC236}">
                <a16:creationId xmlns:a16="http://schemas.microsoft.com/office/drawing/2014/main" id="{354E81E3-1101-41F1-8873-1B7053B74EDC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121936" y="2331882"/>
            <a:ext cx="832408" cy="833789"/>
          </a:xfrm>
          <a:prstGeom prst="rect">
            <a:avLst/>
          </a:prstGeom>
        </p:spPr>
      </p:pic>
      <p:pic>
        <p:nvPicPr>
          <p:cNvPr id="469" name="圖片 468">
            <a:extLst>
              <a:ext uri="{FF2B5EF4-FFF2-40B4-BE49-F238E27FC236}">
                <a16:creationId xmlns:a16="http://schemas.microsoft.com/office/drawing/2014/main" id="{D1EF73F9-85DD-4CAC-8C53-11606977C37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111070" y="1215274"/>
            <a:ext cx="832408" cy="831027"/>
          </a:xfrm>
          <a:prstGeom prst="rect">
            <a:avLst/>
          </a:prstGeom>
        </p:spPr>
      </p:pic>
      <p:pic>
        <p:nvPicPr>
          <p:cNvPr id="470" name="圖片 469">
            <a:extLst>
              <a:ext uri="{FF2B5EF4-FFF2-40B4-BE49-F238E27FC236}">
                <a16:creationId xmlns:a16="http://schemas.microsoft.com/office/drawing/2014/main" id="{1478BFBC-D945-4C09-BDC2-80BCEB826AE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23366" y="1214571"/>
            <a:ext cx="832408" cy="832408"/>
          </a:xfrm>
          <a:prstGeom prst="rect">
            <a:avLst/>
          </a:prstGeom>
        </p:spPr>
      </p:pic>
      <p:grpSp>
        <p:nvGrpSpPr>
          <p:cNvPr id="983" name="群組 982">
            <a:extLst>
              <a:ext uri="{FF2B5EF4-FFF2-40B4-BE49-F238E27FC236}">
                <a16:creationId xmlns:a16="http://schemas.microsoft.com/office/drawing/2014/main" id="{0B8D45B4-E4D4-491F-9F88-BECB775D793A}"/>
              </a:ext>
            </a:extLst>
          </p:cNvPr>
          <p:cNvGrpSpPr/>
          <p:nvPr/>
        </p:nvGrpSpPr>
        <p:grpSpPr>
          <a:xfrm>
            <a:off x="6214621" y="1280787"/>
            <a:ext cx="562162" cy="773394"/>
            <a:chOff x="6720996" y="1373209"/>
            <a:chExt cx="867954" cy="1194085"/>
          </a:xfrm>
        </p:grpSpPr>
        <p:grpSp>
          <p:nvGrpSpPr>
            <p:cNvPr id="984" name="群組 983">
              <a:extLst>
                <a:ext uri="{FF2B5EF4-FFF2-40B4-BE49-F238E27FC236}">
                  <a16:creationId xmlns:a16="http://schemas.microsoft.com/office/drawing/2014/main" id="{E3541E3C-1D36-4B71-9B76-93B23F74E9A3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88" name="箭號: 向右 987">
                <a:extLst>
                  <a:ext uri="{FF2B5EF4-FFF2-40B4-BE49-F238E27FC236}">
                    <a16:creationId xmlns:a16="http://schemas.microsoft.com/office/drawing/2014/main" id="{75F6444A-7449-48CC-BCDB-FEF6FC89F5E4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989" name="箭號: 向右 988">
                <a:extLst>
                  <a:ext uri="{FF2B5EF4-FFF2-40B4-BE49-F238E27FC236}">
                    <a16:creationId xmlns:a16="http://schemas.microsoft.com/office/drawing/2014/main" id="{0957F291-FB27-4CA0-BCB7-D25670C7A73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5" name="文字方塊 984">
                  <a:extLst>
                    <a:ext uri="{FF2B5EF4-FFF2-40B4-BE49-F238E27FC236}">
                      <a16:creationId xmlns:a16="http://schemas.microsoft.com/office/drawing/2014/main" id="{38755A47-3B6D-4F76-9B9A-5808869B8C50}"/>
                    </a:ext>
                  </a:extLst>
                </p:cNvPr>
                <p:cNvSpPr txBox="1"/>
                <p:nvPr/>
              </p:nvSpPr>
              <p:spPr>
                <a:xfrm>
                  <a:off x="6957686" y="1373209"/>
                  <a:ext cx="438402" cy="501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985" name="文字方塊 984">
                  <a:extLst>
                    <a:ext uri="{FF2B5EF4-FFF2-40B4-BE49-F238E27FC236}">
                      <a16:creationId xmlns:a16="http://schemas.microsoft.com/office/drawing/2014/main" id="{38755A47-3B6D-4F76-9B9A-5808869B8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7686" y="1373209"/>
                  <a:ext cx="438402" cy="501428"/>
                </a:xfrm>
                <a:prstGeom prst="rect">
                  <a:avLst/>
                </a:prstGeom>
                <a:blipFill>
                  <a:blip r:embed="rId52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6" name="文字方塊 985">
                  <a:extLst>
                    <a:ext uri="{FF2B5EF4-FFF2-40B4-BE49-F238E27FC236}">
                      <a16:creationId xmlns:a16="http://schemas.microsoft.com/office/drawing/2014/main" id="{65070C9F-34AB-42BA-BB81-620D4D0AC06A}"/>
                    </a:ext>
                  </a:extLst>
                </p:cNvPr>
                <p:cNvSpPr txBox="1"/>
                <p:nvPr/>
              </p:nvSpPr>
              <p:spPr>
                <a:xfrm>
                  <a:off x="7200524" y="1632978"/>
                  <a:ext cx="388426" cy="475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986" name="文字方塊 985">
                  <a:extLst>
                    <a:ext uri="{FF2B5EF4-FFF2-40B4-BE49-F238E27FC236}">
                      <a16:creationId xmlns:a16="http://schemas.microsoft.com/office/drawing/2014/main" id="{65070C9F-34AB-42BA-BB81-620D4D0AC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524" y="1632978"/>
                  <a:ext cx="388426" cy="475194"/>
                </a:xfrm>
                <a:prstGeom prst="rect">
                  <a:avLst/>
                </a:prstGeom>
                <a:blipFill>
                  <a:blip r:embed="rId53"/>
                  <a:stretch>
                    <a:fillRect r="-14286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7" name="文字方塊 986">
                  <a:extLst>
                    <a:ext uri="{FF2B5EF4-FFF2-40B4-BE49-F238E27FC236}">
                      <a16:creationId xmlns:a16="http://schemas.microsoft.com/office/drawing/2014/main" id="{03AA9274-6AA7-43DF-A92F-566E7C1E43FA}"/>
                    </a:ext>
                  </a:extLst>
                </p:cNvPr>
                <p:cNvSpPr txBox="1"/>
                <p:nvPr/>
              </p:nvSpPr>
              <p:spPr>
                <a:xfrm>
                  <a:off x="6720996" y="2163380"/>
                  <a:ext cx="652306" cy="403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>
            <p:sp>
              <p:nvSpPr>
                <p:cNvPr id="987" name="文字方塊 986">
                  <a:extLst>
                    <a:ext uri="{FF2B5EF4-FFF2-40B4-BE49-F238E27FC236}">
                      <a16:creationId xmlns:a16="http://schemas.microsoft.com/office/drawing/2014/main" id="{03AA9274-6AA7-43DF-A92F-566E7C1E4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996" y="2163380"/>
                  <a:ext cx="652306" cy="403914"/>
                </a:xfrm>
                <a:prstGeom prst="rect">
                  <a:avLst/>
                </a:prstGeom>
                <a:blipFill>
                  <a:blip r:embed="rId54"/>
                  <a:stretch>
                    <a:fillRect r="-5714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72" name="圖片 471">
            <a:extLst>
              <a:ext uri="{FF2B5EF4-FFF2-40B4-BE49-F238E27FC236}">
                <a16:creationId xmlns:a16="http://schemas.microsoft.com/office/drawing/2014/main" id="{71D4D684-1CD6-48E6-A0E0-6147AAF38A23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943076" y="2334247"/>
            <a:ext cx="832408" cy="829059"/>
          </a:xfrm>
          <a:prstGeom prst="rect">
            <a:avLst/>
          </a:prstGeom>
        </p:spPr>
      </p:pic>
      <p:pic>
        <p:nvPicPr>
          <p:cNvPr id="473" name="圖片 472">
            <a:extLst>
              <a:ext uri="{FF2B5EF4-FFF2-40B4-BE49-F238E27FC236}">
                <a16:creationId xmlns:a16="http://schemas.microsoft.com/office/drawing/2014/main" id="{ABEACDE0-291A-4B93-AF82-6EBD6EE73310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934125" y="2332560"/>
            <a:ext cx="832408" cy="832408"/>
          </a:xfrm>
          <a:prstGeom prst="rect">
            <a:avLst/>
          </a:prstGeom>
        </p:spPr>
      </p:pic>
      <p:pic>
        <p:nvPicPr>
          <p:cNvPr id="474" name="圖片 473">
            <a:extLst>
              <a:ext uri="{FF2B5EF4-FFF2-40B4-BE49-F238E27FC236}">
                <a16:creationId xmlns:a16="http://schemas.microsoft.com/office/drawing/2014/main" id="{0695A103-6F59-4525-AEF8-0F0BBC77D774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924001" y="1214572"/>
            <a:ext cx="832408" cy="830684"/>
          </a:xfrm>
          <a:prstGeom prst="rect">
            <a:avLst/>
          </a:prstGeom>
        </p:spPr>
      </p:pic>
      <p:pic>
        <p:nvPicPr>
          <p:cNvPr id="475" name="圖片 474">
            <a:extLst>
              <a:ext uri="{FF2B5EF4-FFF2-40B4-BE49-F238E27FC236}">
                <a16:creationId xmlns:a16="http://schemas.microsoft.com/office/drawing/2014/main" id="{36B7E375-B6EF-4D07-ABA7-8DC79EB05589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937084" y="1214571"/>
            <a:ext cx="832408" cy="832408"/>
          </a:xfrm>
          <a:prstGeom prst="rect">
            <a:avLst/>
          </a:prstGeom>
        </p:spPr>
      </p:pic>
      <p:grpSp>
        <p:nvGrpSpPr>
          <p:cNvPr id="990" name="群組 989">
            <a:extLst>
              <a:ext uri="{FF2B5EF4-FFF2-40B4-BE49-F238E27FC236}">
                <a16:creationId xmlns:a16="http://schemas.microsoft.com/office/drawing/2014/main" id="{36BC89A0-51FB-48FC-BB6F-9A4935954518}"/>
              </a:ext>
            </a:extLst>
          </p:cNvPr>
          <p:cNvGrpSpPr/>
          <p:nvPr/>
        </p:nvGrpSpPr>
        <p:grpSpPr>
          <a:xfrm>
            <a:off x="3026715" y="1316507"/>
            <a:ext cx="537557" cy="723390"/>
            <a:chOff x="6736928" y="1376885"/>
            <a:chExt cx="829963" cy="1116879"/>
          </a:xfrm>
        </p:grpSpPr>
        <p:grpSp>
          <p:nvGrpSpPr>
            <p:cNvPr id="991" name="群組 990">
              <a:extLst>
                <a:ext uri="{FF2B5EF4-FFF2-40B4-BE49-F238E27FC236}">
                  <a16:creationId xmlns:a16="http://schemas.microsoft.com/office/drawing/2014/main" id="{92085C3D-5F9B-484B-863C-31453E779D56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95" name="箭號: 向右 994">
                <a:extLst>
                  <a:ext uri="{FF2B5EF4-FFF2-40B4-BE49-F238E27FC236}">
                    <a16:creationId xmlns:a16="http://schemas.microsoft.com/office/drawing/2014/main" id="{CDB39156-F0EA-47EB-9F8E-F45D46F8EDC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996" name="箭號: 向右 995">
                <a:extLst>
                  <a:ext uri="{FF2B5EF4-FFF2-40B4-BE49-F238E27FC236}">
                    <a16:creationId xmlns:a16="http://schemas.microsoft.com/office/drawing/2014/main" id="{EEC12DD4-D63E-47A8-8FA3-61A12FA07112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2" name="文字方塊 991">
                  <a:extLst>
                    <a:ext uri="{FF2B5EF4-FFF2-40B4-BE49-F238E27FC236}">
                      <a16:creationId xmlns:a16="http://schemas.microsoft.com/office/drawing/2014/main" id="{F31D9B91-CC4F-4294-8334-4DD5B68DBB80}"/>
                    </a:ext>
                  </a:extLst>
                </p:cNvPr>
                <p:cNvSpPr txBox="1"/>
                <p:nvPr/>
              </p:nvSpPr>
              <p:spPr>
                <a:xfrm>
                  <a:off x="7005482" y="1376885"/>
                  <a:ext cx="438403" cy="501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992" name="文字方塊 991">
                  <a:extLst>
                    <a:ext uri="{FF2B5EF4-FFF2-40B4-BE49-F238E27FC236}">
                      <a16:creationId xmlns:a16="http://schemas.microsoft.com/office/drawing/2014/main" id="{F31D9B91-CC4F-4294-8334-4DD5B68DB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5482" y="1376885"/>
                  <a:ext cx="438403" cy="501428"/>
                </a:xfrm>
                <a:prstGeom prst="rect">
                  <a:avLst/>
                </a:prstGeom>
                <a:blipFill>
                  <a:blip r:embed="rId59"/>
                  <a:stretch>
                    <a:fillRect r="-85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3" name="文字方塊 992">
                  <a:extLst>
                    <a:ext uri="{FF2B5EF4-FFF2-40B4-BE49-F238E27FC236}">
                      <a16:creationId xmlns:a16="http://schemas.microsoft.com/office/drawing/2014/main" id="{23FCF685-DB37-41B9-B15B-FD5C608CEA89}"/>
                    </a:ext>
                  </a:extLst>
                </p:cNvPr>
                <p:cNvSpPr txBox="1"/>
                <p:nvPr/>
              </p:nvSpPr>
              <p:spPr>
                <a:xfrm>
                  <a:off x="7178465" y="1655036"/>
                  <a:ext cx="388426" cy="475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993" name="文字方塊 992">
                  <a:extLst>
                    <a:ext uri="{FF2B5EF4-FFF2-40B4-BE49-F238E27FC236}">
                      <a16:creationId xmlns:a16="http://schemas.microsoft.com/office/drawing/2014/main" id="{23FCF685-DB37-41B9-B15B-FD5C608CE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8465" y="1655036"/>
                  <a:ext cx="388426" cy="475193"/>
                </a:xfrm>
                <a:prstGeom prst="rect">
                  <a:avLst/>
                </a:prstGeom>
                <a:blipFill>
                  <a:blip r:embed="rId53"/>
                  <a:stretch>
                    <a:fillRect r="-14286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4" name="文字方塊 993">
                  <a:extLst>
                    <a:ext uri="{FF2B5EF4-FFF2-40B4-BE49-F238E27FC236}">
                      <a16:creationId xmlns:a16="http://schemas.microsoft.com/office/drawing/2014/main" id="{3A389F60-7822-4FD6-B949-3B796169EF01}"/>
                    </a:ext>
                  </a:extLst>
                </p:cNvPr>
                <p:cNvSpPr txBox="1"/>
                <p:nvPr/>
              </p:nvSpPr>
              <p:spPr>
                <a:xfrm>
                  <a:off x="6736928" y="2089851"/>
                  <a:ext cx="652306" cy="4039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994" name="文字方塊 993">
                  <a:extLst>
                    <a:ext uri="{FF2B5EF4-FFF2-40B4-BE49-F238E27FC236}">
                      <a16:creationId xmlns:a16="http://schemas.microsoft.com/office/drawing/2014/main" id="{3A389F60-7822-4FD6-B949-3B796169E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6928" y="2089851"/>
                  <a:ext cx="652306" cy="403913"/>
                </a:xfrm>
                <a:prstGeom prst="rect">
                  <a:avLst/>
                </a:prstGeom>
                <a:blipFill>
                  <a:blip r:embed="rId60"/>
                  <a:stretch>
                    <a:fillRect r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115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136E7897-3092-424D-8362-BB2974F9EC7E}"/>
              </a:ext>
            </a:extLst>
          </p:cNvPr>
          <p:cNvGrpSpPr/>
          <p:nvPr/>
        </p:nvGrpSpPr>
        <p:grpSpPr>
          <a:xfrm>
            <a:off x="15462" y="47227"/>
            <a:ext cx="8562214" cy="5561811"/>
            <a:chOff x="15462" y="219074"/>
            <a:chExt cx="8562214" cy="5561811"/>
          </a:xfrm>
        </p:grpSpPr>
        <p:sp>
          <p:nvSpPr>
            <p:cNvPr id="111" name="矩形: 圓角 110">
              <a:extLst>
                <a:ext uri="{FF2B5EF4-FFF2-40B4-BE49-F238E27FC236}">
                  <a16:creationId xmlns:a16="http://schemas.microsoft.com/office/drawing/2014/main" id="{E5E518C1-5F39-42D6-B1A3-AD3F9134C56D}"/>
                </a:ext>
              </a:extLst>
            </p:cNvPr>
            <p:cNvSpPr/>
            <p:nvPr/>
          </p:nvSpPr>
          <p:spPr>
            <a:xfrm>
              <a:off x="15462" y="219074"/>
              <a:ext cx="8407878" cy="5495133"/>
            </a:xfrm>
            <a:prstGeom prst="roundRect">
              <a:avLst>
                <a:gd name="adj" fmla="val 2528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400" dirty="0"/>
            </a:p>
          </p:txBody>
        </p:sp>
        <p:pic>
          <p:nvPicPr>
            <p:cNvPr id="112" name="圖片 111">
              <a:extLst>
                <a:ext uri="{FF2B5EF4-FFF2-40B4-BE49-F238E27FC236}">
                  <a16:creationId xmlns:a16="http://schemas.microsoft.com/office/drawing/2014/main" id="{6132CFF3-451A-455A-B546-2331D9D3C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631" y="2027586"/>
              <a:ext cx="1087637" cy="1087636"/>
            </a:xfrm>
            <a:prstGeom prst="rect">
              <a:avLst/>
            </a:prstGeom>
          </p:spPr>
        </p:pic>
        <p:pic>
          <p:nvPicPr>
            <p:cNvPr id="113" name="圖片 112">
              <a:extLst>
                <a:ext uri="{FF2B5EF4-FFF2-40B4-BE49-F238E27FC236}">
                  <a16:creationId xmlns:a16="http://schemas.microsoft.com/office/drawing/2014/main" id="{378AE5A4-BB93-4477-9C6E-09967074A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631" y="4565421"/>
              <a:ext cx="1087637" cy="1087636"/>
            </a:xfrm>
            <a:prstGeom prst="rect">
              <a:avLst/>
            </a:prstGeom>
          </p:spPr>
        </p:pic>
        <p:pic>
          <p:nvPicPr>
            <p:cNvPr id="114" name="圖片 113">
              <a:extLst>
                <a:ext uri="{FF2B5EF4-FFF2-40B4-BE49-F238E27FC236}">
                  <a16:creationId xmlns:a16="http://schemas.microsoft.com/office/drawing/2014/main" id="{953A525C-9EC2-4081-B692-C1ACDDDF9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5421" y="2576893"/>
              <a:ext cx="1087637" cy="1085385"/>
            </a:xfrm>
            <a:prstGeom prst="rect">
              <a:avLst/>
            </a:prstGeom>
          </p:spPr>
        </p:pic>
        <p:pic>
          <p:nvPicPr>
            <p:cNvPr id="115" name="圖片 114">
              <a:extLst>
                <a:ext uri="{FF2B5EF4-FFF2-40B4-BE49-F238E27FC236}">
                  <a16:creationId xmlns:a16="http://schemas.microsoft.com/office/drawing/2014/main" id="{70DC9277-75A8-46EC-8B6D-739C7A246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3493" y="2576317"/>
              <a:ext cx="1088694" cy="1086888"/>
            </a:xfrm>
            <a:prstGeom prst="rect">
              <a:avLst/>
            </a:prstGeom>
          </p:spPr>
        </p:pic>
        <p:pic>
          <p:nvPicPr>
            <p:cNvPr id="116" name="圖片 115">
              <a:extLst>
                <a:ext uri="{FF2B5EF4-FFF2-40B4-BE49-F238E27FC236}">
                  <a16:creationId xmlns:a16="http://schemas.microsoft.com/office/drawing/2014/main" id="{46F9C436-24C7-42E7-9618-934E19C88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41455" y="2576490"/>
              <a:ext cx="1088694" cy="1086439"/>
            </a:xfrm>
            <a:prstGeom prst="rect">
              <a:avLst/>
            </a:prstGeom>
          </p:spPr>
        </p:pic>
        <p:pic>
          <p:nvPicPr>
            <p:cNvPr id="117" name="圖片 116">
              <a:extLst>
                <a:ext uri="{FF2B5EF4-FFF2-40B4-BE49-F238E27FC236}">
                  <a16:creationId xmlns:a16="http://schemas.microsoft.com/office/drawing/2014/main" id="{BD6A475B-94B4-46D2-8553-6E91A529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981" y="2576031"/>
              <a:ext cx="1087637" cy="1087636"/>
            </a:xfrm>
            <a:prstGeom prst="rect">
              <a:avLst/>
            </a:prstGeom>
          </p:spPr>
        </p:pic>
        <p:pic>
          <p:nvPicPr>
            <p:cNvPr id="118" name="圖片 117">
              <a:extLst>
                <a:ext uri="{FF2B5EF4-FFF2-40B4-BE49-F238E27FC236}">
                  <a16:creationId xmlns:a16="http://schemas.microsoft.com/office/drawing/2014/main" id="{58E5242D-A341-4BC1-816C-D401E4B1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62708" y="2575626"/>
              <a:ext cx="1088694" cy="1088694"/>
            </a:xfrm>
            <a:prstGeom prst="rect">
              <a:avLst/>
            </a:prstGeom>
          </p:spPr>
        </p:pic>
        <p:pic>
          <p:nvPicPr>
            <p:cNvPr id="119" name="圖片 118">
              <a:extLst>
                <a:ext uri="{FF2B5EF4-FFF2-40B4-BE49-F238E27FC236}">
                  <a16:creationId xmlns:a16="http://schemas.microsoft.com/office/drawing/2014/main" id="{06D2F641-9F49-4AF5-BA06-47535DB4E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9062" y="2575626"/>
              <a:ext cx="1088694" cy="1088694"/>
            </a:xfrm>
            <a:prstGeom prst="rect">
              <a:avLst/>
            </a:prstGeom>
          </p:spPr>
        </p:pic>
        <p:pic>
          <p:nvPicPr>
            <p:cNvPr id="120" name="圖片 119">
              <a:extLst>
                <a:ext uri="{FF2B5EF4-FFF2-40B4-BE49-F238E27FC236}">
                  <a16:creationId xmlns:a16="http://schemas.microsoft.com/office/drawing/2014/main" id="{AA8E3CD1-862C-4532-9816-A1B9101A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12823" y="3294704"/>
              <a:ext cx="1288308" cy="90344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57701CF7-7129-4EA1-8F4B-D51DE54A8492}"/>
                    </a:ext>
                  </a:extLst>
                </p:cNvPr>
                <p:cNvSpPr txBox="1"/>
                <p:nvPr/>
              </p:nvSpPr>
              <p:spPr>
                <a:xfrm>
                  <a:off x="3967885" y="4130964"/>
                  <a:ext cx="6209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57701CF7-7129-4EA1-8F4B-D51DE54A8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885" y="4130964"/>
                  <a:ext cx="620968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93023" r="-37255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163B2971-9F63-4BD2-809F-F9C6B50C6AA9}"/>
                    </a:ext>
                  </a:extLst>
                </p:cNvPr>
                <p:cNvSpPr txBox="1"/>
                <p:nvPr/>
              </p:nvSpPr>
              <p:spPr>
                <a:xfrm>
                  <a:off x="3967885" y="3101175"/>
                  <a:ext cx="6209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163B2971-9F63-4BD2-809F-F9C6B50C6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885" y="3101175"/>
                  <a:ext cx="620968" cy="261610"/>
                </a:xfrm>
                <a:prstGeom prst="rect">
                  <a:avLst/>
                </a:prstGeom>
                <a:blipFill>
                  <a:blip r:embed="rId12"/>
                  <a:stretch>
                    <a:fillRect t="-95238" r="-37255" b="-15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3" name="圖片 122">
              <a:extLst>
                <a:ext uri="{FF2B5EF4-FFF2-40B4-BE49-F238E27FC236}">
                  <a16:creationId xmlns:a16="http://schemas.microsoft.com/office/drawing/2014/main" id="{248E6B65-4A2A-4D8E-B62E-55D289112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4981" y="3908679"/>
              <a:ext cx="1087637" cy="1087636"/>
            </a:xfrm>
            <a:prstGeom prst="rect">
              <a:avLst/>
            </a:prstGeom>
          </p:spPr>
        </p:pic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D1A19471-7471-471A-B84F-76BB3C33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62708" y="3906927"/>
              <a:ext cx="1088694" cy="1092223"/>
            </a:xfrm>
            <a:prstGeom prst="rect">
              <a:avLst/>
            </a:prstGeom>
          </p:spPr>
        </p:pic>
        <p:pic>
          <p:nvPicPr>
            <p:cNvPr id="125" name="圖片 124">
              <a:extLst>
                <a:ext uri="{FF2B5EF4-FFF2-40B4-BE49-F238E27FC236}">
                  <a16:creationId xmlns:a16="http://schemas.microsoft.com/office/drawing/2014/main" id="{8E09F5AD-5C7E-4A60-88E9-21A9E2B94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59062" y="3909949"/>
              <a:ext cx="1088694" cy="1084314"/>
            </a:xfrm>
            <a:prstGeom prst="rect">
              <a:avLst/>
            </a:prstGeom>
          </p:spPr>
        </p:pic>
        <p:pic>
          <p:nvPicPr>
            <p:cNvPr id="126" name="圖片 125">
              <a:extLst>
                <a:ext uri="{FF2B5EF4-FFF2-40B4-BE49-F238E27FC236}">
                  <a16:creationId xmlns:a16="http://schemas.microsoft.com/office/drawing/2014/main" id="{1A0977EE-A144-411C-A80E-1071D9E4C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35421" y="3908679"/>
              <a:ext cx="1087637" cy="1087636"/>
            </a:xfrm>
            <a:prstGeom prst="rect">
              <a:avLst/>
            </a:prstGeom>
          </p:spPr>
        </p:pic>
        <p:pic>
          <p:nvPicPr>
            <p:cNvPr id="127" name="圖片 126">
              <a:extLst>
                <a:ext uri="{FF2B5EF4-FFF2-40B4-BE49-F238E27FC236}">
                  <a16:creationId xmlns:a16="http://schemas.microsoft.com/office/drawing/2014/main" id="{2FDC6365-D2E2-4A6C-A58A-166AA0986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043493" y="3907584"/>
              <a:ext cx="1088694" cy="1090500"/>
            </a:xfrm>
            <a:prstGeom prst="rect">
              <a:avLst/>
            </a:prstGeom>
          </p:spPr>
        </p:pic>
        <p:pic>
          <p:nvPicPr>
            <p:cNvPr id="128" name="圖片 127">
              <a:extLst>
                <a:ext uri="{FF2B5EF4-FFF2-40B4-BE49-F238E27FC236}">
                  <a16:creationId xmlns:a16="http://schemas.microsoft.com/office/drawing/2014/main" id="{AA058C86-83FE-4148-92CD-9EC50652A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941455" y="3908274"/>
              <a:ext cx="1088694" cy="1088694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A2415DD7-4508-4517-A882-2D650D06BA18}"/>
                </a:ext>
              </a:extLst>
            </p:cNvPr>
            <p:cNvGrpSpPr/>
            <p:nvPr/>
          </p:nvGrpSpPr>
          <p:grpSpPr>
            <a:xfrm>
              <a:off x="5528399" y="232121"/>
              <a:ext cx="1865605" cy="488950"/>
              <a:chOff x="-5835737" y="351079"/>
              <a:chExt cx="1403983" cy="367965"/>
            </a:xfrm>
          </p:grpSpPr>
          <p:pic>
            <p:nvPicPr>
              <p:cNvPr id="590" name="圖片 589">
                <a:extLst>
                  <a:ext uri="{FF2B5EF4-FFF2-40B4-BE49-F238E27FC236}">
                    <a16:creationId xmlns:a16="http://schemas.microsoft.com/office/drawing/2014/main" id="{6A3A07FA-4741-4D50-92F3-1431479423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61405"/>
              <a:stretch/>
            </p:blipFill>
            <p:spPr>
              <a:xfrm>
                <a:off x="-5835737" y="399849"/>
                <a:ext cx="1403983" cy="286985"/>
              </a:xfrm>
              <a:prstGeom prst="rect">
                <a:avLst/>
              </a:prstGeom>
            </p:spPr>
          </p:pic>
          <p:pic>
            <p:nvPicPr>
              <p:cNvPr id="343" name="圖片 342">
                <a:extLst>
                  <a:ext uri="{FF2B5EF4-FFF2-40B4-BE49-F238E27FC236}">
                    <a16:creationId xmlns:a16="http://schemas.microsoft.com/office/drawing/2014/main" id="{C580989A-2B1E-4BFD-9666-D1E0FF216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5782115" y="351079"/>
                <a:ext cx="588243" cy="367965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567D125-BC3E-4046-8258-2C8E656F8946}"/>
                    </a:ext>
                  </a:extLst>
                </p:cNvPr>
                <p:cNvSpPr/>
                <p:nvPr/>
              </p:nvSpPr>
              <p:spPr>
                <a:xfrm>
                  <a:off x="5458548" y="1100467"/>
                  <a:ext cx="3119128" cy="5067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100" b="1" i="1">
                                                <a:latin typeface="Cambria Math" panose="02040503050406030204" pitchFamily="18" charset="0"/>
                                              </a:rPr>
                                              <m:t>𝒒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TW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∥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TW" altLang="en-US" sz="11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567D125-BC3E-4046-8258-2C8E656F89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548" y="1100467"/>
                  <a:ext cx="3119128" cy="50674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C8289E2-D97E-44CF-9CB5-7EB1041570C9}"/>
                    </a:ext>
                  </a:extLst>
                </p:cNvPr>
                <p:cNvSpPr txBox="1"/>
                <p:nvPr/>
              </p:nvSpPr>
              <p:spPr>
                <a:xfrm>
                  <a:off x="1452222" y="3698948"/>
                  <a:ext cx="10899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C8289E2-D97E-44CF-9CB5-7EB104157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222" y="3698948"/>
                  <a:ext cx="1089996" cy="261610"/>
                </a:xfrm>
                <a:prstGeom prst="rect">
                  <a:avLst/>
                </a:prstGeom>
                <a:blipFill>
                  <a:blip r:embed="rId22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78F96577-14D9-4ACF-8446-772AFB3BF35B}"/>
                    </a:ext>
                  </a:extLst>
                </p:cNvPr>
                <p:cNvSpPr txBox="1"/>
                <p:nvPr/>
              </p:nvSpPr>
              <p:spPr>
                <a:xfrm>
                  <a:off x="6077624" y="2362704"/>
                  <a:ext cx="7449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78F96577-14D9-4ACF-8446-772AFB3BF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624" y="2362704"/>
                  <a:ext cx="744960" cy="261610"/>
                </a:xfrm>
                <a:prstGeom prst="rect">
                  <a:avLst/>
                </a:prstGeom>
                <a:blipFill>
                  <a:blip r:embed="rId2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A797F13-C315-42A8-B9FD-3275700501B7}"/>
                    </a:ext>
                  </a:extLst>
                </p:cNvPr>
                <p:cNvSpPr txBox="1"/>
                <p:nvPr/>
              </p:nvSpPr>
              <p:spPr>
                <a:xfrm>
                  <a:off x="5966384" y="3698948"/>
                  <a:ext cx="96744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A797F13-C315-42A8-B9FD-327570050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6384" y="3698948"/>
                  <a:ext cx="967440" cy="261610"/>
                </a:xfrm>
                <a:prstGeom prst="rect">
                  <a:avLst/>
                </a:prstGeom>
                <a:blipFill>
                  <a:blip r:embed="rId24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FB4278A7-0253-4523-8D0B-28B50BFBA877}"/>
                    </a:ext>
                  </a:extLst>
                </p:cNvPr>
                <p:cNvSpPr txBox="1"/>
                <p:nvPr/>
              </p:nvSpPr>
              <p:spPr>
                <a:xfrm>
                  <a:off x="1234398" y="2362704"/>
                  <a:ext cx="152564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FB4278A7-0253-4523-8D0B-28B50BFBA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398" y="2362704"/>
                  <a:ext cx="1525644" cy="261610"/>
                </a:xfrm>
                <a:prstGeom prst="rect">
                  <a:avLst/>
                </a:prstGeom>
                <a:blipFill>
                  <a:blip r:embed="rId2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7E4CF22F-9D26-417A-A6ED-4D3606607B6C}"/>
                </a:ext>
              </a:extLst>
            </p:cNvPr>
            <p:cNvGrpSpPr/>
            <p:nvPr/>
          </p:nvGrpSpPr>
          <p:grpSpPr>
            <a:xfrm>
              <a:off x="763726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37" name="群組 136">
                <a:extLst>
                  <a:ext uri="{FF2B5EF4-FFF2-40B4-BE49-F238E27FC236}">
                    <a16:creationId xmlns:a16="http://schemas.microsoft.com/office/drawing/2014/main" id="{1E9A0868-5E8B-41C8-9A78-2FB92E2C8810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41" name="箭號: 向右 140">
                  <a:extLst>
                    <a:ext uri="{FF2B5EF4-FFF2-40B4-BE49-F238E27FC236}">
                      <a16:creationId xmlns:a16="http://schemas.microsoft.com/office/drawing/2014/main" id="{03917827-1C4D-40B1-9392-6C064E067ED3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箭號: 向右 141">
                  <a:extLst>
                    <a:ext uri="{FF2B5EF4-FFF2-40B4-BE49-F238E27FC236}">
                      <a16:creationId xmlns:a16="http://schemas.microsoft.com/office/drawing/2014/main" id="{3E006E49-78CC-4F45-B4B3-F1123B98610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8" name="文字方塊 137">
                    <a:extLst>
                      <a:ext uri="{FF2B5EF4-FFF2-40B4-BE49-F238E27FC236}">
                        <a16:creationId xmlns:a16="http://schemas.microsoft.com/office/drawing/2014/main" id="{1157713C-940A-4B85-A06F-F9452703AA13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38" name="文字方塊 137">
                    <a:extLst>
                      <a:ext uri="{FF2B5EF4-FFF2-40B4-BE49-F238E27FC236}">
                        <a16:creationId xmlns:a16="http://schemas.microsoft.com/office/drawing/2014/main" id="{1157713C-940A-4B85-A06F-F9452703AA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851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E06B66AA-A439-4063-B946-EECD72C04B8C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E06B66AA-A439-4063-B946-EECD72C04B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4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內容版面配置區 2">
                  <a:extLst>
                    <a:ext uri="{FF2B5EF4-FFF2-40B4-BE49-F238E27FC236}">
                      <a16:creationId xmlns:a16="http://schemas.microsoft.com/office/drawing/2014/main" id="{1F59A80F-1C73-4C13-B004-A65336F3A8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15204" y="5456497"/>
                  <a:ext cx="214254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,ℓ,</m:t>
                      </m:r>
                      <m:sSup>
                        <m:sSup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=1, −1, −1, 2</m:t>
                      </m:r>
                    </m:oMath>
                  </a14:m>
                  <a:r>
                    <a:rPr lang="en-US" altLang="zh-TW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43" name="內容版面配置區 2">
                  <a:extLst>
                    <a:ext uri="{FF2B5EF4-FFF2-40B4-BE49-F238E27FC236}">
                      <a16:creationId xmlns:a16="http://schemas.microsoft.com/office/drawing/2014/main" id="{1F59A80F-1C73-4C13-B004-A65336F3A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5204" y="5456497"/>
                  <a:ext cx="2142544" cy="324388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6" name="圖片 345">
              <a:extLst>
                <a:ext uri="{FF2B5EF4-FFF2-40B4-BE49-F238E27FC236}">
                  <a16:creationId xmlns:a16="http://schemas.microsoft.com/office/drawing/2014/main" id="{DD102CD5-CD36-4B7A-A399-6EC6A4A07E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55" b="51401"/>
            <a:stretch/>
          </p:blipFill>
          <p:spPr>
            <a:xfrm rot="5400000">
              <a:off x="2515857" y="-1408271"/>
              <a:ext cx="389994" cy="4770042"/>
            </a:xfrm>
            <a:prstGeom prst="rect">
              <a:avLst/>
            </a:prstGeom>
          </p:spPr>
        </p:pic>
        <p:pic>
          <p:nvPicPr>
            <p:cNvPr id="347" name="圖片 346">
              <a:extLst>
                <a:ext uri="{FF2B5EF4-FFF2-40B4-BE49-F238E27FC236}">
                  <a16:creationId xmlns:a16="http://schemas.microsoft.com/office/drawing/2014/main" id="{91C13A0C-85A1-4206-8F91-8CBEEEB615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0632" b="526"/>
            <a:stretch/>
          </p:blipFill>
          <p:spPr>
            <a:xfrm rot="5400000">
              <a:off x="261252" y="1296817"/>
              <a:ext cx="393533" cy="238963"/>
            </a:xfrm>
            <a:prstGeom prst="rect">
              <a:avLst/>
            </a:prstGeom>
          </p:spPr>
        </p:pic>
        <p:pic>
          <p:nvPicPr>
            <p:cNvPr id="349" name="圖片 348">
              <a:extLst>
                <a:ext uri="{FF2B5EF4-FFF2-40B4-BE49-F238E27FC236}">
                  <a16:creationId xmlns:a16="http://schemas.microsoft.com/office/drawing/2014/main" id="{78429B12-66B5-4CE2-97E2-3AE5CAF48C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79" t="9702" r="5592" b="70842"/>
            <a:stretch/>
          </p:blipFill>
          <p:spPr>
            <a:xfrm rot="5400000">
              <a:off x="2538780" y="-1860331"/>
              <a:ext cx="344146" cy="477004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8" name="內容版面配置區 2">
                  <a:extLst>
                    <a:ext uri="{FF2B5EF4-FFF2-40B4-BE49-F238E27FC236}">
                      <a16:creationId xmlns:a16="http://schemas.microsoft.com/office/drawing/2014/main" id="{BD521100-FC78-4FB0-98FC-A7E6EA5792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31118" y="1267123"/>
                  <a:ext cx="73342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.05 </a:t>
                  </a:r>
                </a:p>
              </p:txBody>
            </p:sp>
          </mc:Choice>
          <mc:Fallback>
            <p:sp>
              <p:nvSpPr>
                <p:cNvPr id="358" name="內容版面配置區 2">
                  <a:extLst>
                    <a:ext uri="{FF2B5EF4-FFF2-40B4-BE49-F238E27FC236}">
                      <a16:creationId xmlns:a16="http://schemas.microsoft.com/office/drawing/2014/main" id="{BD521100-FC78-4FB0-98FC-A7E6EA579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118" y="1267123"/>
                  <a:ext cx="733424" cy="324388"/>
                </a:xfrm>
                <a:prstGeom prst="rect">
                  <a:avLst/>
                </a:prstGeom>
                <a:blipFill>
                  <a:blip r:embed="rId31"/>
                  <a:stretch>
                    <a:fillRect t="-33962" r="-5000" b="-339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9" name="內容版面配置區 2">
                  <a:extLst>
                    <a:ext uri="{FF2B5EF4-FFF2-40B4-BE49-F238E27FC236}">
                      <a16:creationId xmlns:a16="http://schemas.microsoft.com/office/drawing/2014/main" id="{954CBB62-CEBD-4BDB-8CCB-1DA0BBF521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821316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59" name="內容版面配置區 2">
                  <a:extLst>
                    <a:ext uri="{FF2B5EF4-FFF2-40B4-BE49-F238E27FC236}">
                      <a16:creationId xmlns:a16="http://schemas.microsoft.com/office/drawing/2014/main" id="{954CBB62-CEBD-4BDB-8CCB-1DA0BBF52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821316"/>
                  <a:ext cx="365364" cy="32438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內容版面配置區 2">
                  <a:extLst>
                    <a:ext uri="{FF2B5EF4-FFF2-40B4-BE49-F238E27FC236}">
                      <a16:creationId xmlns:a16="http://schemas.microsoft.com/office/drawing/2014/main" id="{2900D4EE-5937-40DB-B424-B3391C5D2D1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1257239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09" name="內容版面配置區 2">
                  <a:extLst>
                    <a:ext uri="{FF2B5EF4-FFF2-40B4-BE49-F238E27FC236}">
                      <a16:creationId xmlns:a16="http://schemas.microsoft.com/office/drawing/2014/main" id="{2900D4EE-5937-40DB-B424-B3391C5D2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1257239"/>
                  <a:ext cx="365364" cy="32438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內容版面配置區 2">
                  <a:extLst>
                    <a:ext uri="{FF2B5EF4-FFF2-40B4-BE49-F238E27FC236}">
                      <a16:creationId xmlns:a16="http://schemas.microsoft.com/office/drawing/2014/main" id="{66DF7CCA-4257-48C1-A329-B62DC535960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396697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10" name="內容版面配置區 2">
                  <a:extLst>
                    <a:ext uri="{FF2B5EF4-FFF2-40B4-BE49-F238E27FC236}">
                      <a16:creationId xmlns:a16="http://schemas.microsoft.com/office/drawing/2014/main" id="{66DF7CCA-4257-48C1-A329-B62DC5359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396697"/>
                  <a:ext cx="365364" cy="324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70F80984-DFC7-4920-BEA5-B74EC56562FC}"/>
                    </a:ext>
                  </a:extLst>
                </p:cNvPr>
                <p:cNvSpPr txBox="1"/>
                <p:nvPr/>
              </p:nvSpPr>
              <p:spPr>
                <a:xfrm>
                  <a:off x="205585" y="1421857"/>
                  <a:ext cx="4783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70F80984-DFC7-4920-BEA5-B74EC5656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85" y="1421857"/>
                  <a:ext cx="478319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CA438081-1C58-48FE-89E7-3EB9EBEABA44}"/>
                    </a:ext>
                  </a:extLst>
                </p:cNvPr>
                <p:cNvSpPr/>
                <p:nvPr/>
              </p:nvSpPr>
              <p:spPr>
                <a:xfrm>
                  <a:off x="5458548" y="651662"/>
                  <a:ext cx="3119128" cy="5067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100" b="1" i="1">
                                                <a:latin typeface="Cambria Math" panose="02040503050406030204" pitchFamily="18" charset="0"/>
                                              </a:rPr>
                                              <m:t>𝒒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US" altLang="zh-TW" sz="11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∥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TW" altLang="en-US" sz="11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CA438081-1C58-48FE-89E7-3EB9EBEABA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548" y="651662"/>
                  <a:ext cx="3119128" cy="50674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93ABC369-80F7-4586-8762-889245316DCC}"/>
                    </a:ext>
                  </a:extLst>
                </p:cNvPr>
                <p:cNvSpPr txBox="1"/>
                <p:nvPr/>
              </p:nvSpPr>
              <p:spPr>
                <a:xfrm>
                  <a:off x="3468642" y="1793120"/>
                  <a:ext cx="15536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93ABC369-80F7-4586-8762-889245316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8642" y="1793120"/>
                  <a:ext cx="1553608" cy="261610"/>
                </a:xfrm>
                <a:prstGeom prst="rect">
                  <a:avLst/>
                </a:prstGeom>
                <a:blipFill>
                  <a:blip r:embed="rId37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5D941787-FD72-4258-A46C-AEC7685C8DA7}"/>
                    </a:ext>
                  </a:extLst>
                </p:cNvPr>
                <p:cNvSpPr txBox="1"/>
                <p:nvPr/>
              </p:nvSpPr>
              <p:spPr>
                <a:xfrm>
                  <a:off x="3894503" y="4346840"/>
                  <a:ext cx="7018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5D941787-FD72-4258-A46C-AEC7685C8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4503" y="4346840"/>
                  <a:ext cx="701886" cy="2616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36A8A665-12B6-4CCC-A69E-368A609A402A}"/>
                    </a:ext>
                  </a:extLst>
                </p:cNvPr>
                <p:cNvSpPr txBox="1"/>
                <p:nvPr/>
              </p:nvSpPr>
              <p:spPr>
                <a:xfrm>
                  <a:off x="525494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36A8A665-12B6-4CCC-A69E-368A609A4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94" y="3392917"/>
                  <a:ext cx="422491" cy="261610"/>
                </a:xfrm>
                <a:prstGeom prst="rect">
                  <a:avLst/>
                </a:prstGeom>
                <a:blipFill>
                  <a:blip r:embed="rId39"/>
                  <a:stretch>
                    <a:fillRect r="-5714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群組 156">
              <a:extLst>
                <a:ext uri="{FF2B5EF4-FFF2-40B4-BE49-F238E27FC236}">
                  <a16:creationId xmlns:a16="http://schemas.microsoft.com/office/drawing/2014/main" id="{D98F00F8-D355-46DC-9036-CB0597FAF26F}"/>
                </a:ext>
              </a:extLst>
            </p:cNvPr>
            <p:cNvGrpSpPr/>
            <p:nvPr/>
          </p:nvGrpSpPr>
          <p:grpSpPr>
            <a:xfrm>
              <a:off x="1872218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58" name="群組 157">
                <a:extLst>
                  <a:ext uri="{FF2B5EF4-FFF2-40B4-BE49-F238E27FC236}">
                    <a16:creationId xmlns:a16="http://schemas.microsoft.com/office/drawing/2014/main" id="{256DEE4B-0315-45CD-A2C6-0E843C3E47F5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61" name="箭號: 向右 160">
                  <a:extLst>
                    <a:ext uri="{FF2B5EF4-FFF2-40B4-BE49-F238E27FC236}">
                      <a16:creationId xmlns:a16="http://schemas.microsoft.com/office/drawing/2014/main" id="{704C84F6-FE07-4CDA-83B9-DC9A6E54C84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2" name="箭號: 向右 161">
                  <a:extLst>
                    <a:ext uri="{FF2B5EF4-FFF2-40B4-BE49-F238E27FC236}">
                      <a16:creationId xmlns:a16="http://schemas.microsoft.com/office/drawing/2014/main" id="{A35BAE3A-8B7C-4EA6-BA04-6B452736BC5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9DF67BFF-B3EE-4EF9-A69C-53B057AC0A9A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9DF67BFF-B3EE-4EF9-A69C-53B057AC0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851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0" name="文字方塊 159">
                    <a:extLst>
                      <a:ext uri="{FF2B5EF4-FFF2-40B4-BE49-F238E27FC236}">
                        <a16:creationId xmlns:a16="http://schemas.microsoft.com/office/drawing/2014/main" id="{B725CD5C-F0F0-4EE3-AEC0-DDD8A5BFCEF3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60" name="文字方塊 159">
                    <a:extLst>
                      <a:ext uri="{FF2B5EF4-FFF2-40B4-BE49-F238E27FC236}">
                        <a16:creationId xmlns:a16="http://schemas.microsoft.com/office/drawing/2014/main" id="{B725CD5C-F0F0-4EE3-AEC0-DDD8A5BFC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4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260C9607-1A6A-48FE-8DD2-55B3F4D8D06A}"/>
                    </a:ext>
                  </a:extLst>
                </p:cNvPr>
                <p:cNvSpPr txBox="1"/>
                <p:nvPr/>
              </p:nvSpPr>
              <p:spPr>
                <a:xfrm>
                  <a:off x="1633986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260C9607-1A6A-48FE-8DD2-55B3F4D8D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3986" y="3392917"/>
                  <a:ext cx="422491" cy="261610"/>
                </a:xfrm>
                <a:prstGeom prst="rect">
                  <a:avLst/>
                </a:prstGeom>
                <a:blipFill>
                  <a:blip r:embed="rId39"/>
                  <a:stretch>
                    <a:fillRect r="-7246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F40396DC-749A-4EBD-A392-69A9EFDE0920}"/>
                </a:ext>
              </a:extLst>
            </p:cNvPr>
            <p:cNvGrpSpPr/>
            <p:nvPr/>
          </p:nvGrpSpPr>
          <p:grpSpPr>
            <a:xfrm>
              <a:off x="2961878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65" name="群組 164">
                <a:extLst>
                  <a:ext uri="{FF2B5EF4-FFF2-40B4-BE49-F238E27FC236}">
                    <a16:creationId xmlns:a16="http://schemas.microsoft.com/office/drawing/2014/main" id="{D98CC0F6-6813-499C-8B10-E959CAC493DB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68" name="箭號: 向右 167">
                  <a:extLst>
                    <a:ext uri="{FF2B5EF4-FFF2-40B4-BE49-F238E27FC236}">
                      <a16:creationId xmlns:a16="http://schemas.microsoft.com/office/drawing/2014/main" id="{BF485CB0-49AD-41DA-961C-F4EA0C2CE29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箭號: 向右 168">
                  <a:extLst>
                    <a:ext uri="{FF2B5EF4-FFF2-40B4-BE49-F238E27FC236}">
                      <a16:creationId xmlns:a16="http://schemas.microsoft.com/office/drawing/2014/main" id="{C85B4FCD-48D8-4B8C-A3E8-009CDFD476C9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A05AC0AD-863E-4203-9758-CB1783316E4B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A05AC0AD-863E-4203-9758-CB1783316E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r="-869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34CC30A5-3229-4F53-94A4-F3CD18F1141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34CC30A5-3229-4F53-94A4-F3CD18F114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1325B4A6-CB5E-4068-8B81-3114949BAAE9}"/>
                    </a:ext>
                  </a:extLst>
                </p:cNvPr>
                <p:cNvSpPr txBox="1"/>
                <p:nvPr/>
              </p:nvSpPr>
              <p:spPr>
                <a:xfrm>
                  <a:off x="2723646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1325B4A6-CB5E-4068-8B81-3114949BA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3646" y="3392917"/>
                  <a:ext cx="42249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5797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6" name="內容版面配置區 2">
                  <a:extLst>
                    <a:ext uri="{FF2B5EF4-FFF2-40B4-BE49-F238E27FC236}">
                      <a16:creationId xmlns:a16="http://schemas.microsoft.com/office/drawing/2014/main" id="{427FA658-329B-4868-A641-EFB5CC9CD6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95352" y="364487"/>
                  <a:ext cx="42287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56" name="內容版面配置區 2">
                  <a:extLst>
                    <a:ext uri="{FF2B5EF4-FFF2-40B4-BE49-F238E27FC236}">
                      <a16:creationId xmlns:a16="http://schemas.microsoft.com/office/drawing/2014/main" id="{427FA658-329B-4868-A641-EFB5CC9CD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5352" y="364487"/>
                  <a:ext cx="422874" cy="324388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7" name="內容版面配置區 2">
                  <a:extLst>
                    <a:ext uri="{FF2B5EF4-FFF2-40B4-BE49-F238E27FC236}">
                      <a16:creationId xmlns:a16="http://schemas.microsoft.com/office/drawing/2014/main" id="{06FBE219-58F7-4A85-92F9-BBD0CB9923F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24107" y="810665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57" name="內容版面配置區 2">
                  <a:extLst>
                    <a:ext uri="{FF2B5EF4-FFF2-40B4-BE49-F238E27FC236}">
                      <a16:creationId xmlns:a16="http://schemas.microsoft.com/office/drawing/2014/main" id="{06FBE219-58F7-4A85-92F9-BBD0CB992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4107" y="810665"/>
                  <a:ext cx="365364" cy="32438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9888</TotalTime>
  <Words>135</Words>
  <Application>Microsoft Office PowerPoint</Application>
  <PresentationFormat>自訂</PresentationFormat>
  <Paragraphs>73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84</cp:revision>
  <dcterms:created xsi:type="dcterms:W3CDTF">2026-04-27T03:03:02Z</dcterms:created>
  <dcterms:modified xsi:type="dcterms:W3CDTF">2026-07-07T07:59:49Z</dcterms:modified>
</cp:coreProperties>
</file>