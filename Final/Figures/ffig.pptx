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</p:sldIdLst>
  <p:sldSz cx="99060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>
        <p:scale>
          <a:sx n="100" d="100"/>
          <a:sy n="100" d="100"/>
        </p:scale>
        <p:origin x="228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65909"/>
            <a:ext cx="7429500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58058"/>
            <a:ext cx="7429500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84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25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66738"/>
            <a:ext cx="8543925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31884"/>
            <a:ext cx="8543925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8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9164"/>
            <a:ext cx="8543925" cy="90457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47238"/>
            <a:ext cx="4190702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09482"/>
            <a:ext cx="4190702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47238"/>
            <a:ext cx="4211340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09482"/>
            <a:ext cx="4211340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2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84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13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73826"/>
            <a:ext cx="5014913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8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73826"/>
            <a:ext cx="5014913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38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14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49164"/>
            <a:ext cx="2135981" cy="396604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49164"/>
            <a:ext cx="6284119" cy="396604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58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49164"/>
            <a:ext cx="854392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45820"/>
            <a:ext cx="854392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337621"/>
            <a:ext cx="334327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70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AB1E4B8F-4446-4613-9FA1-663A1EE4D451}"/>
              </a:ext>
            </a:extLst>
          </p:cNvPr>
          <p:cNvGrpSpPr/>
          <p:nvPr/>
        </p:nvGrpSpPr>
        <p:grpSpPr>
          <a:xfrm>
            <a:off x="414726" y="112309"/>
            <a:ext cx="9076553" cy="4455332"/>
            <a:chOff x="411915" y="170289"/>
            <a:chExt cx="9076553" cy="4455332"/>
          </a:xfrm>
        </p:grpSpPr>
        <p:pic>
          <p:nvPicPr>
            <p:cNvPr id="150" name="圖片 149">
              <a:extLst>
                <a:ext uri="{FF2B5EF4-FFF2-40B4-BE49-F238E27FC236}">
                  <a16:creationId xmlns:a16="http://schemas.microsoft.com/office/drawing/2014/main" id="{437F99CF-EE0E-4119-8643-8B0E99DCD7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795"/>
            <a:stretch/>
          </p:blipFill>
          <p:spPr>
            <a:xfrm>
              <a:off x="415636" y="599210"/>
              <a:ext cx="8285234" cy="1659600"/>
            </a:xfrm>
            <a:prstGeom prst="rect">
              <a:avLst/>
            </a:prstGeom>
          </p:spPr>
        </p:pic>
        <p:pic>
          <p:nvPicPr>
            <p:cNvPr id="151" name="圖片 150">
              <a:extLst>
                <a:ext uri="{FF2B5EF4-FFF2-40B4-BE49-F238E27FC236}">
                  <a16:creationId xmlns:a16="http://schemas.microsoft.com/office/drawing/2014/main" id="{CDDCB0AA-F2C9-4DA4-BDE0-378878E44E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365"/>
            <a:stretch/>
          </p:blipFill>
          <p:spPr>
            <a:xfrm>
              <a:off x="417535" y="2826502"/>
              <a:ext cx="8222015" cy="1658288"/>
            </a:xfrm>
            <a:prstGeom prst="rect">
              <a:avLst/>
            </a:prstGeom>
          </p:spPr>
        </p:pic>
        <p:pic>
          <p:nvPicPr>
            <p:cNvPr id="152" name="圖片 151">
              <a:extLst>
                <a:ext uri="{FF2B5EF4-FFF2-40B4-BE49-F238E27FC236}">
                  <a16:creationId xmlns:a16="http://schemas.microsoft.com/office/drawing/2014/main" id="{C594AD88-73A0-42D7-B206-127223FA1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897" r="9472"/>
            <a:stretch/>
          </p:blipFill>
          <p:spPr>
            <a:xfrm>
              <a:off x="8632001" y="2942517"/>
              <a:ext cx="569632" cy="1680954"/>
            </a:xfrm>
            <a:prstGeom prst="rect">
              <a:avLst/>
            </a:prstGeom>
          </p:spPr>
        </p:pic>
        <p:sp>
          <p:nvSpPr>
            <p:cNvPr id="153" name="矩形: 圓角 152">
              <a:extLst>
                <a:ext uri="{FF2B5EF4-FFF2-40B4-BE49-F238E27FC236}">
                  <a16:creationId xmlns:a16="http://schemas.microsoft.com/office/drawing/2014/main" id="{12F5DFE2-79A5-4BDB-B18F-972FD6B9518F}"/>
                </a:ext>
              </a:extLst>
            </p:cNvPr>
            <p:cNvSpPr/>
            <p:nvPr/>
          </p:nvSpPr>
          <p:spPr>
            <a:xfrm>
              <a:off x="428977" y="2905369"/>
              <a:ext cx="8258198" cy="1720252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矩形: 圓角 153">
              <a:extLst>
                <a:ext uri="{FF2B5EF4-FFF2-40B4-BE49-F238E27FC236}">
                  <a16:creationId xmlns:a16="http://schemas.microsoft.com/office/drawing/2014/main" id="{780B5495-D514-40F7-BAF8-40E42BE368D2}"/>
                </a:ext>
              </a:extLst>
            </p:cNvPr>
            <p:cNvSpPr/>
            <p:nvPr/>
          </p:nvSpPr>
          <p:spPr>
            <a:xfrm>
              <a:off x="428999" y="629292"/>
              <a:ext cx="8258346" cy="1719011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26AAC696-0C83-43C2-A7D7-AE30F4AF9AD2}"/>
                    </a:ext>
                  </a:extLst>
                </p:cNvPr>
                <p:cNvSpPr/>
                <p:nvPr/>
              </p:nvSpPr>
              <p:spPr>
                <a:xfrm>
                  <a:off x="669509" y="1644094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26AAC696-0C83-43C2-A7D7-AE30F4AF9A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09" y="1644094"/>
                  <a:ext cx="783035" cy="343171"/>
                </a:xfrm>
                <a:prstGeom prst="rect">
                  <a:avLst/>
                </a:prstGeom>
                <a:blipFill>
                  <a:blip r:embed="rId5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9A6ABA0C-E06E-4E01-9C48-24D6DD07166A}"/>
                    </a:ext>
                  </a:extLst>
                </p:cNvPr>
                <p:cNvSpPr/>
                <p:nvPr/>
              </p:nvSpPr>
              <p:spPr>
                <a:xfrm>
                  <a:off x="726894" y="201371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9A6ABA0C-E06E-4E01-9C48-24D6DD0716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94" y="2013711"/>
                  <a:ext cx="889154" cy="3431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E4AEA160-3D8E-49BF-AABF-DF9ACA1AF8F6}"/>
                    </a:ext>
                  </a:extLst>
                </p:cNvPr>
                <p:cNvSpPr/>
                <p:nvPr/>
              </p:nvSpPr>
              <p:spPr>
                <a:xfrm>
                  <a:off x="2509177" y="201371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E4AEA160-3D8E-49BF-AABF-DF9ACA1AF8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77" y="2013711"/>
                  <a:ext cx="889154" cy="3431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F35D562F-4D39-426F-959E-9BDB7804C807}"/>
                    </a:ext>
                  </a:extLst>
                </p:cNvPr>
                <p:cNvSpPr/>
                <p:nvPr/>
              </p:nvSpPr>
              <p:spPr>
                <a:xfrm>
                  <a:off x="4215260" y="201371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F35D562F-4D39-426F-959E-9BDB7804C8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5260" y="2013711"/>
                  <a:ext cx="733662" cy="343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5F2474C0-777F-4023-B64D-216298CD9686}"/>
                    </a:ext>
                  </a:extLst>
                </p:cNvPr>
                <p:cNvSpPr/>
                <p:nvPr/>
              </p:nvSpPr>
              <p:spPr>
                <a:xfrm>
                  <a:off x="5918251" y="201371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5F2474C0-777F-4023-B64D-216298CD96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251" y="2013711"/>
                  <a:ext cx="733662" cy="3431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矩形 159">
                  <a:extLst>
                    <a:ext uri="{FF2B5EF4-FFF2-40B4-BE49-F238E27FC236}">
                      <a16:creationId xmlns:a16="http://schemas.microsoft.com/office/drawing/2014/main" id="{F6079F0D-AE71-49F9-8960-E30C1BCE64BE}"/>
                    </a:ext>
                  </a:extLst>
                </p:cNvPr>
                <p:cNvSpPr/>
                <p:nvPr/>
              </p:nvSpPr>
              <p:spPr>
                <a:xfrm>
                  <a:off x="7545042" y="201371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0" name="矩形 159">
                  <a:extLst>
                    <a:ext uri="{FF2B5EF4-FFF2-40B4-BE49-F238E27FC236}">
                      <a16:creationId xmlns:a16="http://schemas.microsoft.com/office/drawing/2014/main" id="{F6079F0D-AE71-49F9-8960-E30C1BCE64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5042" y="2013711"/>
                  <a:ext cx="733662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FBD4CD20-BAE0-4BCD-AEC0-C2E3F9C8E678}"/>
                    </a:ext>
                  </a:extLst>
                </p:cNvPr>
                <p:cNvSpPr/>
                <p:nvPr/>
              </p:nvSpPr>
              <p:spPr>
                <a:xfrm>
                  <a:off x="669509" y="3955281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FBD4CD20-BAE0-4BCD-AEC0-C2E3F9C8E6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09" y="3955281"/>
                  <a:ext cx="783035" cy="343171"/>
                </a:xfrm>
                <a:prstGeom prst="rect">
                  <a:avLst/>
                </a:prstGeom>
                <a:blipFill>
                  <a:blip r:embed="rId11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2" name="矩形 161">
                  <a:extLst>
                    <a:ext uri="{FF2B5EF4-FFF2-40B4-BE49-F238E27FC236}">
                      <a16:creationId xmlns:a16="http://schemas.microsoft.com/office/drawing/2014/main" id="{6341AF83-F103-4236-9A0E-9C1F8A426ACD}"/>
                    </a:ext>
                  </a:extLst>
                </p:cNvPr>
                <p:cNvSpPr/>
                <p:nvPr/>
              </p:nvSpPr>
              <p:spPr>
                <a:xfrm>
                  <a:off x="726894" y="4277272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2" name="矩形 161">
                  <a:extLst>
                    <a:ext uri="{FF2B5EF4-FFF2-40B4-BE49-F238E27FC236}">
                      <a16:creationId xmlns:a16="http://schemas.microsoft.com/office/drawing/2014/main" id="{6341AF83-F103-4236-9A0E-9C1F8A426A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94" y="4277272"/>
                  <a:ext cx="889154" cy="3431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03A4DAB4-3182-44BE-AFC1-87879D499685}"/>
                    </a:ext>
                  </a:extLst>
                </p:cNvPr>
                <p:cNvSpPr/>
                <p:nvPr/>
              </p:nvSpPr>
              <p:spPr>
                <a:xfrm>
                  <a:off x="2509177" y="427727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03A4DAB4-3182-44BE-AFC1-87879D4996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77" y="4277273"/>
                  <a:ext cx="889154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2CF1161E-12B2-4CEC-8C7B-486AB3AA7034}"/>
                    </a:ext>
                  </a:extLst>
                </p:cNvPr>
                <p:cNvSpPr/>
                <p:nvPr/>
              </p:nvSpPr>
              <p:spPr>
                <a:xfrm>
                  <a:off x="4215260" y="427727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2CF1161E-12B2-4CEC-8C7B-486AB3AA7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5260" y="4277273"/>
                  <a:ext cx="733662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971359BB-E89B-454C-B515-8239716E3FA3}"/>
                    </a:ext>
                  </a:extLst>
                </p:cNvPr>
                <p:cNvSpPr/>
                <p:nvPr/>
              </p:nvSpPr>
              <p:spPr>
                <a:xfrm>
                  <a:off x="5918251" y="427727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971359BB-E89B-454C-B515-8239716E3F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251" y="4277273"/>
                  <a:ext cx="733662" cy="3431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6" name="矩形 165">
                  <a:extLst>
                    <a:ext uri="{FF2B5EF4-FFF2-40B4-BE49-F238E27FC236}">
                      <a16:creationId xmlns:a16="http://schemas.microsoft.com/office/drawing/2014/main" id="{8F2EF964-F807-4324-AE87-A67C87F4357E}"/>
                    </a:ext>
                  </a:extLst>
                </p:cNvPr>
                <p:cNvSpPr/>
                <p:nvPr/>
              </p:nvSpPr>
              <p:spPr>
                <a:xfrm>
                  <a:off x="7545042" y="427727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6" name="矩形 165">
                  <a:extLst>
                    <a:ext uri="{FF2B5EF4-FFF2-40B4-BE49-F238E27FC236}">
                      <a16:creationId xmlns:a16="http://schemas.microsoft.com/office/drawing/2014/main" id="{8F2EF964-F807-4324-AE87-A67C87F435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5042" y="4277273"/>
                  <a:ext cx="733662" cy="34317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FD935054-9BC7-414F-889D-6ED5E09AD8B1}"/>
                </a:ext>
              </a:extLst>
            </p:cNvPr>
            <p:cNvSpPr/>
            <p:nvPr/>
          </p:nvSpPr>
          <p:spPr>
            <a:xfrm rot="5400000">
              <a:off x="8637049" y="1402236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17F6D338-64FC-411F-8551-7B4F1B199F22}"/>
                </a:ext>
              </a:extLst>
            </p:cNvPr>
            <p:cNvSpPr/>
            <p:nvPr/>
          </p:nvSpPr>
          <p:spPr>
            <a:xfrm rot="5400000">
              <a:off x="8637049" y="3624096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9" name="群組 168">
              <a:extLst>
                <a:ext uri="{FF2B5EF4-FFF2-40B4-BE49-F238E27FC236}">
                  <a16:creationId xmlns:a16="http://schemas.microsoft.com/office/drawing/2014/main" id="{64D0A34D-253B-4A9C-98CE-AB61E23D6615}"/>
                </a:ext>
              </a:extLst>
            </p:cNvPr>
            <p:cNvGrpSpPr/>
            <p:nvPr/>
          </p:nvGrpSpPr>
          <p:grpSpPr>
            <a:xfrm>
              <a:off x="976312" y="928527"/>
              <a:ext cx="703953" cy="629156"/>
              <a:chOff x="-1051588" y="926660"/>
              <a:chExt cx="645259" cy="576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0C1F89D7-61E2-4508-9AE9-282DD4977A7C}"/>
                      </a:ext>
                    </a:extLst>
                  </p:cNvPr>
                  <p:cNvSpPr txBox="1"/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0A2654E9-3006-4B11-B911-23ACB1C2DD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文字方塊 170">
                    <a:extLst>
                      <a:ext uri="{FF2B5EF4-FFF2-40B4-BE49-F238E27FC236}">
                        <a16:creationId xmlns:a16="http://schemas.microsoft.com/office/drawing/2014/main" id="{18D72727-38CD-47C1-B52D-662A4B2FEBF9}"/>
                      </a:ext>
                    </a:extLst>
                  </p:cNvPr>
                  <p:cNvSpPr txBox="1"/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47E81467-D25E-4BB7-94DE-E307D45DD9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2" name="箭號: 向右 171">
                <a:extLst>
                  <a:ext uri="{FF2B5EF4-FFF2-40B4-BE49-F238E27FC236}">
                    <a16:creationId xmlns:a16="http://schemas.microsoft.com/office/drawing/2014/main" id="{49CE44A5-47F8-4FE1-B483-1DC755D3C588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箭號: 向右 172">
                <a:extLst>
                  <a:ext uri="{FF2B5EF4-FFF2-40B4-BE49-F238E27FC236}">
                    <a16:creationId xmlns:a16="http://schemas.microsoft.com/office/drawing/2014/main" id="{8E1ED404-686A-4B30-8BF5-7A5FA882C890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4" name="群組 173">
              <a:extLst>
                <a:ext uri="{FF2B5EF4-FFF2-40B4-BE49-F238E27FC236}">
                  <a16:creationId xmlns:a16="http://schemas.microsoft.com/office/drawing/2014/main" id="{84810C9E-44C0-4E0E-99E1-37B7522CCBDE}"/>
                </a:ext>
              </a:extLst>
            </p:cNvPr>
            <p:cNvGrpSpPr/>
            <p:nvPr/>
          </p:nvGrpSpPr>
          <p:grpSpPr>
            <a:xfrm>
              <a:off x="978622" y="3175060"/>
              <a:ext cx="688366" cy="625691"/>
              <a:chOff x="-1026188" y="931423"/>
              <a:chExt cx="630972" cy="5735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文字方塊 174">
                    <a:extLst>
                      <a:ext uri="{FF2B5EF4-FFF2-40B4-BE49-F238E27FC236}">
                        <a16:creationId xmlns:a16="http://schemas.microsoft.com/office/drawing/2014/main" id="{1A2DDC95-5BE7-4916-B4B1-E505B5E95F8F}"/>
                      </a:ext>
                    </a:extLst>
                  </p:cNvPr>
                  <p:cNvSpPr txBox="1"/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48683BE6-7C91-45D6-99F7-2C602C34D8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34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字方塊 175">
                    <a:extLst>
                      <a:ext uri="{FF2B5EF4-FFF2-40B4-BE49-F238E27FC236}">
                        <a16:creationId xmlns:a16="http://schemas.microsoft.com/office/drawing/2014/main" id="{E6EA0AC7-EEA0-4B1E-8CA2-0525AE7DB02F}"/>
                      </a:ext>
                    </a:extLst>
                  </p:cNvPr>
                  <p:cNvSpPr txBox="1"/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9E8963A5-F392-4029-B309-DD9A00CE08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7" name="箭號: 向右 176">
                <a:extLst>
                  <a:ext uri="{FF2B5EF4-FFF2-40B4-BE49-F238E27FC236}">
                    <a16:creationId xmlns:a16="http://schemas.microsoft.com/office/drawing/2014/main" id="{68CC51FC-5069-405A-9C18-903D1F5E554D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箭號: 向右 177">
                <a:extLst>
                  <a:ext uri="{FF2B5EF4-FFF2-40B4-BE49-F238E27FC236}">
                    <a16:creationId xmlns:a16="http://schemas.microsoft.com/office/drawing/2014/main" id="{18727DB6-8893-4391-BE7F-362943E35244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79" name="圖片 178">
              <a:extLst>
                <a:ext uri="{FF2B5EF4-FFF2-40B4-BE49-F238E27FC236}">
                  <a16:creationId xmlns:a16="http://schemas.microsoft.com/office/drawing/2014/main" id="{401CCF63-AA5E-4E13-8E2E-930E6FDBEB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347" r="8518"/>
            <a:stretch/>
          </p:blipFill>
          <p:spPr>
            <a:xfrm>
              <a:off x="8751441" y="754784"/>
              <a:ext cx="568960" cy="1540800"/>
            </a:xfrm>
            <a:prstGeom prst="rect">
              <a:avLst/>
            </a:prstGeom>
          </p:spPr>
        </p:pic>
        <p:pic>
          <p:nvPicPr>
            <p:cNvPr id="180" name="圖片 179">
              <a:extLst>
                <a:ext uri="{FF2B5EF4-FFF2-40B4-BE49-F238E27FC236}">
                  <a16:creationId xmlns:a16="http://schemas.microsoft.com/office/drawing/2014/main" id="{2930E40C-335E-4B3F-8D1F-6609FA754C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5594"/>
            <a:stretch/>
          </p:blipFill>
          <p:spPr>
            <a:xfrm>
              <a:off x="411915" y="2440576"/>
              <a:ext cx="1473200" cy="444937"/>
            </a:xfrm>
            <a:prstGeom prst="rect">
              <a:avLst/>
            </a:prstGeom>
          </p:spPr>
        </p:pic>
        <p:pic>
          <p:nvPicPr>
            <p:cNvPr id="181" name="圖片 180">
              <a:extLst>
                <a:ext uri="{FF2B5EF4-FFF2-40B4-BE49-F238E27FC236}">
                  <a16:creationId xmlns:a16="http://schemas.microsoft.com/office/drawing/2014/main" id="{B1DC3C66-376F-4DAD-9A7D-8D335ACBB7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6092"/>
            <a:stretch/>
          </p:blipFill>
          <p:spPr>
            <a:xfrm>
              <a:off x="418358" y="170289"/>
              <a:ext cx="1188922" cy="444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46</Words>
  <Application>Microsoft Office PowerPoint</Application>
  <PresentationFormat>自訂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34</cp:revision>
  <dcterms:created xsi:type="dcterms:W3CDTF">2026-03-29T16:54:49Z</dcterms:created>
  <dcterms:modified xsi:type="dcterms:W3CDTF">2026-06-18T15:00:24Z</dcterms:modified>
</cp:coreProperties>
</file>