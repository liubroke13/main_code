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</p:sldIdLst>
  <p:sldSz cx="990600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7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65909"/>
            <a:ext cx="7429500" cy="1629316"/>
          </a:xfrm>
        </p:spPr>
        <p:txBody>
          <a:bodyPr anchor="b"/>
          <a:lstStyle>
            <a:lvl1pPr algn="ctr"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458058"/>
            <a:ext cx="7429500" cy="1129904"/>
          </a:xfrm>
        </p:spPr>
        <p:txBody>
          <a:bodyPr/>
          <a:lstStyle>
            <a:lvl1pPr marL="0" indent="0" algn="ctr">
              <a:buNone/>
              <a:defRPr sz="1638"/>
            </a:lvl1pPr>
            <a:lvl2pPr marL="311993" indent="0" algn="ctr">
              <a:buNone/>
              <a:defRPr sz="1365"/>
            </a:lvl2pPr>
            <a:lvl3pPr marL="623987" indent="0" algn="ctr">
              <a:buNone/>
              <a:defRPr sz="1228"/>
            </a:lvl3pPr>
            <a:lvl4pPr marL="935980" indent="0" algn="ctr">
              <a:buNone/>
              <a:defRPr sz="1092"/>
            </a:lvl4pPr>
            <a:lvl5pPr marL="1247973" indent="0" algn="ctr">
              <a:buNone/>
              <a:defRPr sz="1092"/>
            </a:lvl5pPr>
            <a:lvl6pPr marL="1559966" indent="0" algn="ctr">
              <a:buNone/>
              <a:defRPr sz="1092"/>
            </a:lvl6pPr>
            <a:lvl7pPr marL="1871960" indent="0" algn="ctr">
              <a:buNone/>
              <a:defRPr sz="1092"/>
            </a:lvl7pPr>
            <a:lvl8pPr marL="2183953" indent="0" algn="ctr">
              <a:buNone/>
              <a:defRPr sz="1092"/>
            </a:lvl8pPr>
            <a:lvl9pPr marL="2495946" indent="0" algn="ctr">
              <a:buNone/>
              <a:defRPr sz="109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1840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825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166738"/>
            <a:ext cx="8543925" cy="1946729"/>
          </a:xfrm>
        </p:spPr>
        <p:txBody>
          <a:bodyPr anchor="b"/>
          <a:lstStyle>
            <a:lvl1pPr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131884"/>
            <a:ext cx="8543925" cy="1023739"/>
          </a:xfrm>
        </p:spPr>
        <p:txBody>
          <a:bodyPr/>
          <a:lstStyle>
            <a:lvl1pPr marL="0" indent="0">
              <a:buNone/>
              <a:defRPr sz="1638">
                <a:solidFill>
                  <a:schemeClr val="tx1">
                    <a:tint val="75000"/>
                  </a:schemeClr>
                </a:solidFill>
              </a:defRPr>
            </a:lvl1pPr>
            <a:lvl2pPr marL="311993" indent="0">
              <a:buNone/>
              <a:defRPr sz="1365">
                <a:solidFill>
                  <a:schemeClr val="tx1">
                    <a:tint val="75000"/>
                  </a:schemeClr>
                </a:solidFill>
              </a:defRPr>
            </a:lvl2pPr>
            <a:lvl3pPr marL="623987" indent="0">
              <a:buNone/>
              <a:defRPr sz="1228">
                <a:solidFill>
                  <a:schemeClr val="tx1">
                    <a:tint val="75000"/>
                  </a:schemeClr>
                </a:solidFill>
              </a:defRPr>
            </a:lvl3pPr>
            <a:lvl4pPr marL="93598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4pPr>
            <a:lvl5pPr marL="124797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5pPr>
            <a:lvl6pPr marL="155996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6pPr>
            <a:lvl7pPr marL="187196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7pPr>
            <a:lvl8pPr marL="218395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8pPr>
            <a:lvl9pPr marL="249594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21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81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49164"/>
            <a:ext cx="8543925" cy="90457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47238"/>
            <a:ext cx="4190702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09482"/>
            <a:ext cx="4190702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47238"/>
            <a:ext cx="4211340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09482"/>
            <a:ext cx="4211340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20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8848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2133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73826"/>
            <a:ext cx="5014913" cy="3325798"/>
          </a:xfrm>
        </p:spPr>
        <p:txBody>
          <a:bodyPr/>
          <a:lstStyle>
            <a:lvl1pPr>
              <a:defRPr sz="2184"/>
            </a:lvl1pPr>
            <a:lvl2pPr>
              <a:defRPr sz="1911"/>
            </a:lvl2pPr>
            <a:lvl3pPr>
              <a:defRPr sz="1638"/>
            </a:lvl3pPr>
            <a:lvl4pPr>
              <a:defRPr sz="1365"/>
            </a:lvl4pPr>
            <a:lvl5pPr>
              <a:defRPr sz="1365"/>
            </a:lvl5pPr>
            <a:lvl6pPr>
              <a:defRPr sz="1365"/>
            </a:lvl6pPr>
            <a:lvl7pPr>
              <a:defRPr sz="1365"/>
            </a:lvl7pPr>
            <a:lvl8pPr>
              <a:defRPr sz="1365"/>
            </a:lvl8pPr>
            <a:lvl9pPr>
              <a:defRPr sz="136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83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73826"/>
            <a:ext cx="5014913" cy="3325798"/>
          </a:xfrm>
        </p:spPr>
        <p:txBody>
          <a:bodyPr anchor="t"/>
          <a:lstStyle>
            <a:lvl1pPr marL="0" indent="0">
              <a:buNone/>
              <a:defRPr sz="2184"/>
            </a:lvl1pPr>
            <a:lvl2pPr marL="311993" indent="0">
              <a:buNone/>
              <a:defRPr sz="1911"/>
            </a:lvl2pPr>
            <a:lvl3pPr marL="623987" indent="0">
              <a:buNone/>
              <a:defRPr sz="1638"/>
            </a:lvl3pPr>
            <a:lvl4pPr marL="935980" indent="0">
              <a:buNone/>
              <a:defRPr sz="1365"/>
            </a:lvl4pPr>
            <a:lvl5pPr marL="1247973" indent="0">
              <a:buNone/>
              <a:defRPr sz="1365"/>
            </a:lvl5pPr>
            <a:lvl6pPr marL="1559966" indent="0">
              <a:buNone/>
              <a:defRPr sz="1365"/>
            </a:lvl6pPr>
            <a:lvl7pPr marL="1871960" indent="0">
              <a:buNone/>
              <a:defRPr sz="1365"/>
            </a:lvl7pPr>
            <a:lvl8pPr marL="2183953" indent="0">
              <a:buNone/>
              <a:defRPr sz="1365"/>
            </a:lvl8pPr>
            <a:lvl9pPr marL="2495946" indent="0">
              <a:buNone/>
              <a:defRPr sz="136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386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144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49164"/>
            <a:ext cx="2135981" cy="396604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49164"/>
            <a:ext cx="6284119" cy="3966041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758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49164"/>
            <a:ext cx="8543925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45820"/>
            <a:ext cx="8543925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337621"/>
            <a:ext cx="3343275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0706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623987" rtl="0" eaLnBrk="1" latinLnBrk="0" hangingPunct="1">
        <a:lnSpc>
          <a:spcPct val="90000"/>
        </a:lnSpc>
        <a:spcBef>
          <a:spcPct val="0"/>
        </a:spcBef>
        <a:buNone/>
        <a:defRPr sz="30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997" indent="-155997" algn="l" defTabSz="623987" rtl="0" eaLnBrk="1" latinLnBrk="0" hangingPunct="1">
        <a:lnSpc>
          <a:spcPct val="90000"/>
        </a:lnSpc>
        <a:spcBef>
          <a:spcPts val="682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1pPr>
      <a:lvl2pPr marL="46799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638" kern="1200">
          <a:solidFill>
            <a:schemeClr val="tx1"/>
          </a:solidFill>
          <a:latin typeface="+mn-lt"/>
          <a:ea typeface="+mn-ea"/>
          <a:cs typeface="+mn-cs"/>
        </a:defRPr>
      </a:lvl2pPr>
      <a:lvl3pPr marL="77998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365" kern="1200">
          <a:solidFill>
            <a:schemeClr val="tx1"/>
          </a:solidFill>
          <a:latin typeface="+mn-lt"/>
          <a:ea typeface="+mn-ea"/>
          <a:cs typeface="+mn-cs"/>
        </a:defRPr>
      </a:lvl3pPr>
      <a:lvl4pPr marL="109197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40397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71596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202795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33995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65194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1pPr>
      <a:lvl2pPr marL="31199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623987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3pPr>
      <a:lvl4pPr marL="93598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24797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55996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187196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18395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49594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7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16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群組 4">
            <a:extLst>
              <a:ext uri="{FF2B5EF4-FFF2-40B4-BE49-F238E27FC236}">
                <a16:creationId xmlns:a16="http://schemas.microsoft.com/office/drawing/2014/main" id="{AB1E4B8F-4446-4613-9FA1-663A1EE4D451}"/>
              </a:ext>
            </a:extLst>
          </p:cNvPr>
          <p:cNvGrpSpPr/>
          <p:nvPr/>
        </p:nvGrpSpPr>
        <p:grpSpPr>
          <a:xfrm>
            <a:off x="414726" y="112309"/>
            <a:ext cx="9076553" cy="4455332"/>
            <a:chOff x="411915" y="170289"/>
            <a:chExt cx="9076553" cy="4455332"/>
          </a:xfrm>
        </p:grpSpPr>
        <p:pic>
          <p:nvPicPr>
            <p:cNvPr id="150" name="圖片 149">
              <a:extLst>
                <a:ext uri="{FF2B5EF4-FFF2-40B4-BE49-F238E27FC236}">
                  <a16:creationId xmlns:a16="http://schemas.microsoft.com/office/drawing/2014/main" id="{437F99CF-EE0E-4119-8643-8B0E99DCD7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6795"/>
            <a:stretch/>
          </p:blipFill>
          <p:spPr>
            <a:xfrm>
              <a:off x="415636" y="599210"/>
              <a:ext cx="8285234" cy="1659600"/>
            </a:xfrm>
            <a:prstGeom prst="rect">
              <a:avLst/>
            </a:prstGeom>
          </p:spPr>
        </p:pic>
        <p:pic>
          <p:nvPicPr>
            <p:cNvPr id="151" name="圖片 150">
              <a:extLst>
                <a:ext uri="{FF2B5EF4-FFF2-40B4-BE49-F238E27FC236}">
                  <a16:creationId xmlns:a16="http://schemas.microsoft.com/office/drawing/2014/main" id="{CDDCB0AA-F2C9-4DA4-BDE0-378878E44E7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365"/>
            <a:stretch/>
          </p:blipFill>
          <p:spPr>
            <a:xfrm>
              <a:off x="417535" y="2826502"/>
              <a:ext cx="8222015" cy="1658288"/>
            </a:xfrm>
            <a:prstGeom prst="rect">
              <a:avLst/>
            </a:prstGeom>
          </p:spPr>
        </p:pic>
        <p:pic>
          <p:nvPicPr>
            <p:cNvPr id="152" name="圖片 151">
              <a:extLst>
                <a:ext uri="{FF2B5EF4-FFF2-40B4-BE49-F238E27FC236}">
                  <a16:creationId xmlns:a16="http://schemas.microsoft.com/office/drawing/2014/main" id="{C594AD88-73A0-42D7-B206-127223FA1A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897" r="9472"/>
            <a:stretch/>
          </p:blipFill>
          <p:spPr>
            <a:xfrm>
              <a:off x="8632001" y="2942517"/>
              <a:ext cx="569632" cy="1680954"/>
            </a:xfrm>
            <a:prstGeom prst="rect">
              <a:avLst/>
            </a:prstGeom>
          </p:spPr>
        </p:pic>
        <p:sp>
          <p:nvSpPr>
            <p:cNvPr id="153" name="矩形: 圓角 152">
              <a:extLst>
                <a:ext uri="{FF2B5EF4-FFF2-40B4-BE49-F238E27FC236}">
                  <a16:creationId xmlns:a16="http://schemas.microsoft.com/office/drawing/2014/main" id="{12F5DFE2-79A5-4BDB-B18F-972FD6B9518F}"/>
                </a:ext>
              </a:extLst>
            </p:cNvPr>
            <p:cNvSpPr/>
            <p:nvPr/>
          </p:nvSpPr>
          <p:spPr>
            <a:xfrm>
              <a:off x="428977" y="2905369"/>
              <a:ext cx="8258198" cy="1720252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4" name="矩形: 圓角 153">
              <a:extLst>
                <a:ext uri="{FF2B5EF4-FFF2-40B4-BE49-F238E27FC236}">
                  <a16:creationId xmlns:a16="http://schemas.microsoft.com/office/drawing/2014/main" id="{780B5495-D514-40F7-BAF8-40E42BE368D2}"/>
                </a:ext>
              </a:extLst>
            </p:cNvPr>
            <p:cNvSpPr/>
            <p:nvPr/>
          </p:nvSpPr>
          <p:spPr>
            <a:xfrm>
              <a:off x="428999" y="629292"/>
              <a:ext cx="8258346" cy="1719011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26AAC696-0C83-43C2-A7D7-AE30F4AF9AD2}"/>
                    </a:ext>
                  </a:extLst>
                </p:cNvPr>
                <p:cNvSpPr/>
                <p:nvPr/>
              </p:nvSpPr>
              <p:spPr>
                <a:xfrm>
                  <a:off x="669509" y="1644094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26AAC696-0C83-43C2-A7D7-AE30F4AF9A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509" y="1644094"/>
                  <a:ext cx="783035" cy="343171"/>
                </a:xfrm>
                <a:prstGeom prst="rect">
                  <a:avLst/>
                </a:prstGeom>
                <a:blipFill>
                  <a:blip r:embed="rId5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9A6ABA0C-E06E-4E01-9C48-24D6DD07166A}"/>
                    </a:ext>
                  </a:extLst>
                </p:cNvPr>
                <p:cNvSpPr/>
                <p:nvPr/>
              </p:nvSpPr>
              <p:spPr>
                <a:xfrm>
                  <a:off x="726894" y="201371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9A6ABA0C-E06E-4E01-9C48-24D6DD0716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894" y="2013711"/>
                  <a:ext cx="889154" cy="34317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矩形 156">
                  <a:extLst>
                    <a:ext uri="{FF2B5EF4-FFF2-40B4-BE49-F238E27FC236}">
                      <a16:creationId xmlns:a16="http://schemas.microsoft.com/office/drawing/2014/main" id="{E4AEA160-3D8E-49BF-AABF-DF9ACA1AF8F6}"/>
                    </a:ext>
                  </a:extLst>
                </p:cNvPr>
                <p:cNvSpPr/>
                <p:nvPr/>
              </p:nvSpPr>
              <p:spPr>
                <a:xfrm>
                  <a:off x="2509177" y="201371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7" name="矩形 156">
                  <a:extLst>
                    <a:ext uri="{FF2B5EF4-FFF2-40B4-BE49-F238E27FC236}">
                      <a16:creationId xmlns:a16="http://schemas.microsoft.com/office/drawing/2014/main" id="{E4AEA160-3D8E-49BF-AABF-DF9ACA1AF8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9177" y="2013711"/>
                  <a:ext cx="889154" cy="34317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F35D562F-4D39-426F-959E-9BDB7804C807}"/>
                    </a:ext>
                  </a:extLst>
                </p:cNvPr>
                <p:cNvSpPr/>
                <p:nvPr/>
              </p:nvSpPr>
              <p:spPr>
                <a:xfrm>
                  <a:off x="4215260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F35D562F-4D39-426F-959E-9BDB7804C8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5260" y="2013711"/>
                  <a:ext cx="733662" cy="34317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5F2474C0-777F-4023-B64D-216298CD9686}"/>
                    </a:ext>
                  </a:extLst>
                </p:cNvPr>
                <p:cNvSpPr/>
                <p:nvPr/>
              </p:nvSpPr>
              <p:spPr>
                <a:xfrm>
                  <a:off x="5918251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5F2474C0-777F-4023-B64D-216298CD96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8251" y="2013711"/>
                  <a:ext cx="733662" cy="3431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F6079F0D-AE71-49F9-8960-E30C1BCE64BE}"/>
                    </a:ext>
                  </a:extLst>
                </p:cNvPr>
                <p:cNvSpPr/>
                <p:nvPr/>
              </p:nvSpPr>
              <p:spPr>
                <a:xfrm>
                  <a:off x="7545042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F6079F0D-AE71-49F9-8960-E30C1BCE64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5042" y="2013711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FBD4CD20-BAE0-4BCD-AEC0-C2E3F9C8E678}"/>
                    </a:ext>
                  </a:extLst>
                </p:cNvPr>
                <p:cNvSpPr/>
                <p:nvPr/>
              </p:nvSpPr>
              <p:spPr>
                <a:xfrm>
                  <a:off x="669509" y="3955281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FBD4CD20-BAE0-4BCD-AEC0-C2E3F9C8E6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509" y="3955281"/>
                  <a:ext cx="783035" cy="343171"/>
                </a:xfrm>
                <a:prstGeom prst="rect">
                  <a:avLst/>
                </a:prstGeom>
                <a:blipFill>
                  <a:blip r:embed="rId11"/>
                  <a:stretch>
                    <a:fillRect b="-87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矩形 161">
                  <a:extLst>
                    <a:ext uri="{FF2B5EF4-FFF2-40B4-BE49-F238E27FC236}">
                      <a16:creationId xmlns:a16="http://schemas.microsoft.com/office/drawing/2014/main" id="{6341AF83-F103-4236-9A0E-9C1F8A426ACD}"/>
                    </a:ext>
                  </a:extLst>
                </p:cNvPr>
                <p:cNvSpPr/>
                <p:nvPr/>
              </p:nvSpPr>
              <p:spPr>
                <a:xfrm>
                  <a:off x="726894" y="4277272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2" name="矩形 161">
                  <a:extLst>
                    <a:ext uri="{FF2B5EF4-FFF2-40B4-BE49-F238E27FC236}">
                      <a16:creationId xmlns:a16="http://schemas.microsoft.com/office/drawing/2014/main" id="{6341AF83-F103-4236-9A0E-9C1F8A426A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894" y="4277272"/>
                  <a:ext cx="889154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矩形 162">
                  <a:extLst>
                    <a:ext uri="{FF2B5EF4-FFF2-40B4-BE49-F238E27FC236}">
                      <a16:creationId xmlns:a16="http://schemas.microsoft.com/office/drawing/2014/main" id="{03A4DAB4-3182-44BE-AFC1-87879D499685}"/>
                    </a:ext>
                  </a:extLst>
                </p:cNvPr>
                <p:cNvSpPr/>
                <p:nvPr/>
              </p:nvSpPr>
              <p:spPr>
                <a:xfrm>
                  <a:off x="2509177" y="427727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3" name="矩形 162">
                  <a:extLst>
                    <a:ext uri="{FF2B5EF4-FFF2-40B4-BE49-F238E27FC236}">
                      <a16:creationId xmlns:a16="http://schemas.microsoft.com/office/drawing/2014/main" id="{03A4DAB4-3182-44BE-AFC1-87879D4996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9177" y="4277273"/>
                  <a:ext cx="889154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2CF1161E-12B2-4CEC-8C7B-486AB3AA7034}"/>
                    </a:ext>
                  </a:extLst>
                </p:cNvPr>
                <p:cNvSpPr/>
                <p:nvPr/>
              </p:nvSpPr>
              <p:spPr>
                <a:xfrm>
                  <a:off x="4215260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2CF1161E-12B2-4CEC-8C7B-486AB3AA70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5260" y="4277273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971359BB-E89B-454C-B515-8239716E3FA3}"/>
                    </a:ext>
                  </a:extLst>
                </p:cNvPr>
                <p:cNvSpPr/>
                <p:nvPr/>
              </p:nvSpPr>
              <p:spPr>
                <a:xfrm>
                  <a:off x="5918251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971359BB-E89B-454C-B515-8239716E3F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8251" y="4277273"/>
                  <a:ext cx="733662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矩形 165">
                  <a:extLst>
                    <a:ext uri="{FF2B5EF4-FFF2-40B4-BE49-F238E27FC236}">
                      <a16:creationId xmlns:a16="http://schemas.microsoft.com/office/drawing/2014/main" id="{8F2EF964-F807-4324-AE87-A67C87F4357E}"/>
                    </a:ext>
                  </a:extLst>
                </p:cNvPr>
                <p:cNvSpPr/>
                <p:nvPr/>
              </p:nvSpPr>
              <p:spPr>
                <a:xfrm>
                  <a:off x="7545042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6" name="矩形 165">
                  <a:extLst>
                    <a:ext uri="{FF2B5EF4-FFF2-40B4-BE49-F238E27FC236}">
                      <a16:creationId xmlns:a16="http://schemas.microsoft.com/office/drawing/2014/main" id="{8F2EF964-F807-4324-AE87-A67C87F435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5042" y="4277273"/>
                  <a:ext cx="733662" cy="34317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D935054-9BC7-414F-889D-6ED5E09AD8B1}"/>
                </a:ext>
              </a:extLst>
            </p:cNvPr>
            <p:cNvSpPr/>
            <p:nvPr/>
          </p:nvSpPr>
          <p:spPr>
            <a:xfrm rot="5400000">
              <a:off x="8637049" y="140223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17F6D338-64FC-411F-8551-7B4F1B199F22}"/>
                </a:ext>
              </a:extLst>
            </p:cNvPr>
            <p:cNvSpPr/>
            <p:nvPr/>
          </p:nvSpPr>
          <p:spPr>
            <a:xfrm rot="5400000">
              <a:off x="8637049" y="362409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69" name="群組 168">
              <a:extLst>
                <a:ext uri="{FF2B5EF4-FFF2-40B4-BE49-F238E27FC236}">
                  <a16:creationId xmlns:a16="http://schemas.microsoft.com/office/drawing/2014/main" id="{64D0A34D-253B-4A9C-98CE-AB61E23D6615}"/>
                </a:ext>
              </a:extLst>
            </p:cNvPr>
            <p:cNvGrpSpPr/>
            <p:nvPr/>
          </p:nvGrpSpPr>
          <p:grpSpPr>
            <a:xfrm>
              <a:off x="976312" y="928527"/>
              <a:ext cx="703953" cy="629156"/>
              <a:chOff x="-1051588" y="926660"/>
              <a:chExt cx="645259" cy="576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文字方塊 169">
                    <a:extLst>
                      <a:ext uri="{FF2B5EF4-FFF2-40B4-BE49-F238E27FC236}">
                        <a16:creationId xmlns:a16="http://schemas.microsoft.com/office/drawing/2014/main" id="{0C1F89D7-61E2-4508-9AE9-282DD4977A7C}"/>
                      </a:ext>
                    </a:extLst>
                  </p:cNvPr>
                  <p:cNvSpPr txBox="1"/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0" name="文字方塊 79">
                    <a:extLst>
                      <a:ext uri="{FF2B5EF4-FFF2-40B4-BE49-F238E27FC236}">
                        <a16:creationId xmlns:a16="http://schemas.microsoft.com/office/drawing/2014/main" id="{0A2654E9-3006-4B11-B911-23ACB1C2DD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r="-344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文字方塊 170">
                    <a:extLst>
                      <a:ext uri="{FF2B5EF4-FFF2-40B4-BE49-F238E27FC236}">
                        <a16:creationId xmlns:a16="http://schemas.microsoft.com/office/drawing/2014/main" id="{18D72727-38CD-47C1-B52D-662A4B2FEBF9}"/>
                      </a:ext>
                    </a:extLst>
                  </p:cNvPr>
                  <p:cNvSpPr txBox="1"/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1" name="文字方塊 80">
                    <a:extLst>
                      <a:ext uri="{FF2B5EF4-FFF2-40B4-BE49-F238E27FC236}">
                        <a16:creationId xmlns:a16="http://schemas.microsoft.com/office/drawing/2014/main" id="{47E81467-D25E-4BB7-94DE-E307D45DD9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2" name="箭號: 向右 171">
                <a:extLst>
                  <a:ext uri="{FF2B5EF4-FFF2-40B4-BE49-F238E27FC236}">
                    <a16:creationId xmlns:a16="http://schemas.microsoft.com/office/drawing/2014/main" id="{49CE44A5-47F8-4FE1-B483-1DC755D3C588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3" name="箭號: 向右 172">
                <a:extLst>
                  <a:ext uri="{FF2B5EF4-FFF2-40B4-BE49-F238E27FC236}">
                    <a16:creationId xmlns:a16="http://schemas.microsoft.com/office/drawing/2014/main" id="{8E1ED404-686A-4B30-8BF5-7A5FA882C890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4" name="群組 173">
              <a:extLst>
                <a:ext uri="{FF2B5EF4-FFF2-40B4-BE49-F238E27FC236}">
                  <a16:creationId xmlns:a16="http://schemas.microsoft.com/office/drawing/2014/main" id="{84810C9E-44C0-4E0E-99E1-37B7522CCBDE}"/>
                </a:ext>
              </a:extLst>
            </p:cNvPr>
            <p:cNvGrpSpPr/>
            <p:nvPr/>
          </p:nvGrpSpPr>
          <p:grpSpPr>
            <a:xfrm>
              <a:off x="978622" y="3175060"/>
              <a:ext cx="688366" cy="625691"/>
              <a:chOff x="-1026188" y="931423"/>
              <a:chExt cx="630972" cy="5735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文字方塊 174">
                    <a:extLst>
                      <a:ext uri="{FF2B5EF4-FFF2-40B4-BE49-F238E27FC236}">
                        <a16:creationId xmlns:a16="http://schemas.microsoft.com/office/drawing/2014/main" id="{1A2DDC95-5BE7-4916-B4B1-E505B5E95F8F}"/>
                      </a:ext>
                    </a:extLst>
                  </p:cNvPr>
                  <p:cNvSpPr txBox="1"/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1" name="文字方塊 90">
                    <a:extLst>
                      <a:ext uri="{FF2B5EF4-FFF2-40B4-BE49-F238E27FC236}">
                        <a16:creationId xmlns:a16="http://schemas.microsoft.com/office/drawing/2014/main" id="{48683BE6-7C91-45D6-99F7-2C602C34D8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字方塊 175">
                    <a:extLst>
                      <a:ext uri="{FF2B5EF4-FFF2-40B4-BE49-F238E27FC236}">
                        <a16:creationId xmlns:a16="http://schemas.microsoft.com/office/drawing/2014/main" id="{E6EA0AC7-EEA0-4B1E-8CA2-0525AE7DB02F}"/>
                      </a:ext>
                    </a:extLst>
                  </p:cNvPr>
                  <p:cNvSpPr txBox="1"/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9E8963A5-F392-4029-B309-DD9A00CE08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7" name="箭號: 向右 176">
                <a:extLst>
                  <a:ext uri="{FF2B5EF4-FFF2-40B4-BE49-F238E27FC236}">
                    <a16:creationId xmlns:a16="http://schemas.microsoft.com/office/drawing/2014/main" id="{68CC51FC-5069-405A-9C18-903D1F5E554D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8" name="箭號: 向右 177">
                <a:extLst>
                  <a:ext uri="{FF2B5EF4-FFF2-40B4-BE49-F238E27FC236}">
                    <a16:creationId xmlns:a16="http://schemas.microsoft.com/office/drawing/2014/main" id="{18727DB6-8893-4391-BE7F-362943E35244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79" name="圖片 178">
              <a:extLst>
                <a:ext uri="{FF2B5EF4-FFF2-40B4-BE49-F238E27FC236}">
                  <a16:creationId xmlns:a16="http://schemas.microsoft.com/office/drawing/2014/main" id="{401CCF63-AA5E-4E13-8E2E-930E6FDBEB6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347" r="8518"/>
            <a:stretch/>
          </p:blipFill>
          <p:spPr>
            <a:xfrm>
              <a:off x="8751441" y="754784"/>
              <a:ext cx="568960" cy="1540800"/>
            </a:xfrm>
            <a:prstGeom prst="rect">
              <a:avLst/>
            </a:prstGeom>
          </p:spPr>
        </p:pic>
        <p:pic>
          <p:nvPicPr>
            <p:cNvPr id="180" name="圖片 179">
              <a:extLst>
                <a:ext uri="{FF2B5EF4-FFF2-40B4-BE49-F238E27FC236}">
                  <a16:creationId xmlns:a16="http://schemas.microsoft.com/office/drawing/2014/main" id="{2930E40C-335E-4B3F-8D1F-6609FA754C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45594"/>
            <a:stretch/>
          </p:blipFill>
          <p:spPr>
            <a:xfrm>
              <a:off x="411915" y="2440576"/>
              <a:ext cx="1473200" cy="444937"/>
            </a:xfrm>
            <a:prstGeom prst="rect">
              <a:avLst/>
            </a:prstGeom>
          </p:spPr>
        </p:pic>
        <p:pic>
          <p:nvPicPr>
            <p:cNvPr id="181" name="圖片 180">
              <a:extLst>
                <a:ext uri="{FF2B5EF4-FFF2-40B4-BE49-F238E27FC236}">
                  <a16:creationId xmlns:a16="http://schemas.microsoft.com/office/drawing/2014/main" id="{B1DC3C66-376F-4DAD-9A7D-8D335ACBB7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6092"/>
            <a:stretch/>
          </p:blipFill>
          <p:spPr>
            <a:xfrm>
              <a:off x="418358" y="170289"/>
              <a:ext cx="1188922" cy="44493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</TotalTime>
  <Words>46</Words>
  <Application>Microsoft Office PowerPoint</Application>
  <PresentationFormat>自訂</PresentationFormat>
  <Paragraphs>18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34</cp:revision>
  <dcterms:created xsi:type="dcterms:W3CDTF">2026-03-29T16:54:49Z</dcterms:created>
  <dcterms:modified xsi:type="dcterms:W3CDTF">2026-06-19T12:10:48Z</dcterms:modified>
</cp:coreProperties>
</file>