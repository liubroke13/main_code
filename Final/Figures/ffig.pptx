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  <p:sldId id="257" r:id="rId3"/>
  </p:sldIdLst>
  <p:sldSz cx="990600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7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65909"/>
            <a:ext cx="7429500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458058"/>
            <a:ext cx="7429500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1840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25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66738"/>
            <a:ext cx="8543925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131884"/>
            <a:ext cx="8543925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75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75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75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21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81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49164"/>
            <a:ext cx="8543925" cy="90457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47238"/>
            <a:ext cx="4190702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09482"/>
            <a:ext cx="4190702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47238"/>
            <a:ext cx="4211340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09482"/>
            <a:ext cx="4211340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20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848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2133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73826"/>
            <a:ext cx="5014913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83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73826"/>
            <a:ext cx="5014913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386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144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49164"/>
            <a:ext cx="2135981" cy="396604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49164"/>
            <a:ext cx="6284119" cy="3966041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758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49164"/>
            <a:ext cx="8543925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45820"/>
            <a:ext cx="8543925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337621"/>
            <a:ext cx="3343275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0706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16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26" Type="http://schemas.openxmlformats.org/officeDocument/2006/relationships/image" Target="../media/image3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5" Type="http://schemas.openxmlformats.org/officeDocument/2006/relationships/image" Target="../media/image34.png"/><Relationship Id="rId2" Type="http://schemas.openxmlformats.org/officeDocument/2006/relationships/image" Target="../media/image1.png"/><Relationship Id="rId16" Type="http://schemas.openxmlformats.org/officeDocument/2006/relationships/image" Target="../media/image33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24" Type="http://schemas.openxmlformats.org/officeDocument/2006/relationships/image" Target="../media/image17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23" Type="http://schemas.openxmlformats.org/officeDocument/2006/relationships/image" Target="../media/image16.png"/><Relationship Id="rId10" Type="http://schemas.openxmlformats.org/officeDocument/2006/relationships/image" Target="../media/image27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群組 4">
            <a:extLst>
              <a:ext uri="{FF2B5EF4-FFF2-40B4-BE49-F238E27FC236}">
                <a16:creationId xmlns:a16="http://schemas.microsoft.com/office/drawing/2014/main" id="{AB1E4B8F-4446-4613-9FA1-663A1EE4D451}"/>
              </a:ext>
            </a:extLst>
          </p:cNvPr>
          <p:cNvGrpSpPr/>
          <p:nvPr/>
        </p:nvGrpSpPr>
        <p:grpSpPr>
          <a:xfrm>
            <a:off x="414726" y="112309"/>
            <a:ext cx="9076553" cy="4455332"/>
            <a:chOff x="411915" y="170289"/>
            <a:chExt cx="9076553" cy="4455332"/>
          </a:xfrm>
        </p:grpSpPr>
        <p:pic>
          <p:nvPicPr>
            <p:cNvPr id="150" name="圖片 149">
              <a:extLst>
                <a:ext uri="{FF2B5EF4-FFF2-40B4-BE49-F238E27FC236}">
                  <a16:creationId xmlns:a16="http://schemas.microsoft.com/office/drawing/2014/main" id="{437F99CF-EE0E-4119-8643-8B0E99DCD7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6795"/>
            <a:stretch/>
          </p:blipFill>
          <p:spPr>
            <a:xfrm>
              <a:off x="415636" y="599210"/>
              <a:ext cx="8285234" cy="1659600"/>
            </a:xfrm>
            <a:prstGeom prst="rect">
              <a:avLst/>
            </a:prstGeom>
          </p:spPr>
        </p:pic>
        <p:pic>
          <p:nvPicPr>
            <p:cNvPr id="151" name="圖片 150">
              <a:extLst>
                <a:ext uri="{FF2B5EF4-FFF2-40B4-BE49-F238E27FC236}">
                  <a16:creationId xmlns:a16="http://schemas.microsoft.com/office/drawing/2014/main" id="{CDDCB0AA-F2C9-4DA4-BDE0-378878E44E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365"/>
            <a:stretch/>
          </p:blipFill>
          <p:spPr>
            <a:xfrm>
              <a:off x="417535" y="2826502"/>
              <a:ext cx="8222015" cy="1658288"/>
            </a:xfrm>
            <a:prstGeom prst="rect">
              <a:avLst/>
            </a:prstGeom>
          </p:spPr>
        </p:pic>
        <p:pic>
          <p:nvPicPr>
            <p:cNvPr id="152" name="圖片 151">
              <a:extLst>
                <a:ext uri="{FF2B5EF4-FFF2-40B4-BE49-F238E27FC236}">
                  <a16:creationId xmlns:a16="http://schemas.microsoft.com/office/drawing/2014/main" id="{C594AD88-73A0-42D7-B206-127223FA1A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897" r="9472"/>
            <a:stretch/>
          </p:blipFill>
          <p:spPr>
            <a:xfrm>
              <a:off x="8632001" y="2942517"/>
              <a:ext cx="569632" cy="1680954"/>
            </a:xfrm>
            <a:prstGeom prst="rect">
              <a:avLst/>
            </a:prstGeom>
          </p:spPr>
        </p:pic>
        <p:sp>
          <p:nvSpPr>
            <p:cNvPr id="153" name="矩形: 圓角 152">
              <a:extLst>
                <a:ext uri="{FF2B5EF4-FFF2-40B4-BE49-F238E27FC236}">
                  <a16:creationId xmlns:a16="http://schemas.microsoft.com/office/drawing/2014/main" id="{12F5DFE2-79A5-4BDB-B18F-972FD6B9518F}"/>
                </a:ext>
              </a:extLst>
            </p:cNvPr>
            <p:cNvSpPr/>
            <p:nvPr/>
          </p:nvSpPr>
          <p:spPr>
            <a:xfrm>
              <a:off x="428977" y="2905369"/>
              <a:ext cx="8258198" cy="1720252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4" name="矩形: 圓角 153">
              <a:extLst>
                <a:ext uri="{FF2B5EF4-FFF2-40B4-BE49-F238E27FC236}">
                  <a16:creationId xmlns:a16="http://schemas.microsoft.com/office/drawing/2014/main" id="{780B5495-D514-40F7-BAF8-40E42BE368D2}"/>
                </a:ext>
              </a:extLst>
            </p:cNvPr>
            <p:cNvSpPr/>
            <p:nvPr/>
          </p:nvSpPr>
          <p:spPr>
            <a:xfrm>
              <a:off x="428999" y="629292"/>
              <a:ext cx="8258346" cy="1719011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/>
                <p:nvPr/>
              </p:nvSpPr>
              <p:spPr>
                <a:xfrm>
                  <a:off x="669509" y="1644094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509" y="1644094"/>
                  <a:ext cx="783035" cy="343171"/>
                </a:xfrm>
                <a:prstGeom prst="rect">
                  <a:avLst/>
                </a:prstGeom>
                <a:blipFill>
                  <a:blip r:embed="rId5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/>
                <p:nvPr/>
              </p:nvSpPr>
              <p:spPr>
                <a:xfrm>
                  <a:off x="726894" y="201371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894" y="2013711"/>
                  <a:ext cx="889154" cy="34317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/>
                <p:nvPr/>
              </p:nvSpPr>
              <p:spPr>
                <a:xfrm>
                  <a:off x="2509177" y="201371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177" y="2013711"/>
                  <a:ext cx="889154" cy="34317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/>
                <p:nvPr/>
              </p:nvSpPr>
              <p:spPr>
                <a:xfrm>
                  <a:off x="4215260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5260" y="2013711"/>
                  <a:ext cx="733662" cy="34317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/>
                <p:nvPr/>
              </p:nvSpPr>
              <p:spPr>
                <a:xfrm>
                  <a:off x="5918251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251" y="2013711"/>
                  <a:ext cx="733662" cy="3431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/>
                <p:nvPr/>
              </p:nvSpPr>
              <p:spPr>
                <a:xfrm>
                  <a:off x="7545042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042" y="2013711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/>
                <p:nvPr/>
              </p:nvSpPr>
              <p:spPr>
                <a:xfrm>
                  <a:off x="669509" y="3955281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509" y="3955281"/>
                  <a:ext cx="783035" cy="343171"/>
                </a:xfrm>
                <a:prstGeom prst="rect">
                  <a:avLst/>
                </a:prstGeom>
                <a:blipFill>
                  <a:blip r:embed="rId11"/>
                  <a:stretch>
                    <a:fillRect b="-87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/>
                <p:nvPr/>
              </p:nvSpPr>
              <p:spPr>
                <a:xfrm>
                  <a:off x="726894" y="4277272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894" y="4277272"/>
                  <a:ext cx="889154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/>
                <p:nvPr/>
              </p:nvSpPr>
              <p:spPr>
                <a:xfrm>
                  <a:off x="2509177" y="427727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177" y="4277273"/>
                  <a:ext cx="889154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/>
                <p:nvPr/>
              </p:nvSpPr>
              <p:spPr>
                <a:xfrm>
                  <a:off x="4215260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5260" y="4277273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/>
                <p:nvPr/>
              </p:nvSpPr>
              <p:spPr>
                <a:xfrm>
                  <a:off x="5918251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251" y="4277273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/>
                <p:nvPr/>
              </p:nvSpPr>
              <p:spPr>
                <a:xfrm>
                  <a:off x="7545042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042" y="4277273"/>
                  <a:ext cx="733662" cy="34317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D935054-9BC7-414F-889D-6ED5E09AD8B1}"/>
                </a:ext>
              </a:extLst>
            </p:cNvPr>
            <p:cNvSpPr/>
            <p:nvPr/>
          </p:nvSpPr>
          <p:spPr>
            <a:xfrm rot="5400000">
              <a:off x="8637049" y="140223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17F6D338-64FC-411F-8551-7B4F1B199F22}"/>
                </a:ext>
              </a:extLst>
            </p:cNvPr>
            <p:cNvSpPr/>
            <p:nvPr/>
          </p:nvSpPr>
          <p:spPr>
            <a:xfrm rot="5400000">
              <a:off x="8637049" y="362409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69" name="群組 168">
              <a:extLst>
                <a:ext uri="{FF2B5EF4-FFF2-40B4-BE49-F238E27FC236}">
                  <a16:creationId xmlns:a16="http://schemas.microsoft.com/office/drawing/2014/main" id="{64D0A34D-253B-4A9C-98CE-AB61E23D6615}"/>
                </a:ext>
              </a:extLst>
            </p:cNvPr>
            <p:cNvGrpSpPr/>
            <p:nvPr/>
          </p:nvGrpSpPr>
          <p:grpSpPr>
            <a:xfrm>
              <a:off x="976312" y="928527"/>
              <a:ext cx="703953" cy="629156"/>
              <a:chOff x="-1051588" y="926660"/>
              <a:chExt cx="645259" cy="576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文字方塊 169">
                    <a:extLst>
                      <a:ext uri="{FF2B5EF4-FFF2-40B4-BE49-F238E27FC236}">
                        <a16:creationId xmlns:a16="http://schemas.microsoft.com/office/drawing/2014/main" id="{0C1F89D7-61E2-4508-9AE9-282DD49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0" name="文字方塊 79">
                    <a:extLst>
                      <a:ext uri="{FF2B5EF4-FFF2-40B4-BE49-F238E27FC236}">
                        <a16:creationId xmlns:a16="http://schemas.microsoft.com/office/drawing/2014/main" id="{0A2654E9-3006-4B11-B911-23ACB1C2DD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r="-344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字方塊 170">
                    <a:extLst>
                      <a:ext uri="{FF2B5EF4-FFF2-40B4-BE49-F238E27FC236}">
                        <a16:creationId xmlns:a16="http://schemas.microsoft.com/office/drawing/2014/main" id="{18D72727-38CD-47C1-B52D-662A4B2FEBF9}"/>
                      </a:ext>
                    </a:extLst>
                  </p:cNvPr>
                  <p:cNvSpPr txBox="1"/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1" name="文字方塊 80">
                    <a:extLst>
                      <a:ext uri="{FF2B5EF4-FFF2-40B4-BE49-F238E27FC236}">
                        <a16:creationId xmlns:a16="http://schemas.microsoft.com/office/drawing/2014/main" id="{47E81467-D25E-4BB7-94DE-E307D45DD9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2" name="箭號: 向右 171">
                <a:extLst>
                  <a:ext uri="{FF2B5EF4-FFF2-40B4-BE49-F238E27FC236}">
                    <a16:creationId xmlns:a16="http://schemas.microsoft.com/office/drawing/2014/main" id="{49CE44A5-47F8-4FE1-B483-1DC755D3C588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3" name="箭號: 向右 172">
                <a:extLst>
                  <a:ext uri="{FF2B5EF4-FFF2-40B4-BE49-F238E27FC236}">
                    <a16:creationId xmlns:a16="http://schemas.microsoft.com/office/drawing/2014/main" id="{8E1ED404-686A-4B30-8BF5-7A5FA882C890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4" name="群組 173">
              <a:extLst>
                <a:ext uri="{FF2B5EF4-FFF2-40B4-BE49-F238E27FC236}">
                  <a16:creationId xmlns:a16="http://schemas.microsoft.com/office/drawing/2014/main" id="{84810C9E-44C0-4E0E-99E1-37B7522CCBDE}"/>
                </a:ext>
              </a:extLst>
            </p:cNvPr>
            <p:cNvGrpSpPr/>
            <p:nvPr/>
          </p:nvGrpSpPr>
          <p:grpSpPr>
            <a:xfrm>
              <a:off x="978622" y="3175060"/>
              <a:ext cx="688366" cy="625691"/>
              <a:chOff x="-1026188" y="931423"/>
              <a:chExt cx="630972" cy="5735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字方塊 174">
                    <a:extLst>
                      <a:ext uri="{FF2B5EF4-FFF2-40B4-BE49-F238E27FC236}">
                        <a16:creationId xmlns:a16="http://schemas.microsoft.com/office/drawing/2014/main" id="{1A2DDC95-5BE7-4916-B4B1-E505B5E95F8F}"/>
                      </a:ext>
                    </a:extLst>
                  </p:cNvPr>
                  <p:cNvSpPr txBox="1"/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1" name="文字方塊 90">
                    <a:extLst>
                      <a:ext uri="{FF2B5EF4-FFF2-40B4-BE49-F238E27FC236}">
                        <a16:creationId xmlns:a16="http://schemas.microsoft.com/office/drawing/2014/main" id="{48683BE6-7C91-45D6-99F7-2C602C34D8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字方塊 175">
                    <a:extLst>
                      <a:ext uri="{FF2B5EF4-FFF2-40B4-BE49-F238E27FC236}">
                        <a16:creationId xmlns:a16="http://schemas.microsoft.com/office/drawing/2014/main" id="{E6EA0AC7-EEA0-4B1E-8CA2-0525AE7DB02F}"/>
                      </a:ext>
                    </a:extLst>
                  </p:cNvPr>
                  <p:cNvSpPr txBox="1"/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9E8963A5-F392-4029-B309-DD9A00CE08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7" name="箭號: 向右 176">
                <a:extLst>
                  <a:ext uri="{FF2B5EF4-FFF2-40B4-BE49-F238E27FC236}">
                    <a16:creationId xmlns:a16="http://schemas.microsoft.com/office/drawing/2014/main" id="{68CC51FC-5069-405A-9C18-903D1F5E554D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8" name="箭號: 向右 177">
                <a:extLst>
                  <a:ext uri="{FF2B5EF4-FFF2-40B4-BE49-F238E27FC236}">
                    <a16:creationId xmlns:a16="http://schemas.microsoft.com/office/drawing/2014/main" id="{18727DB6-8893-4391-BE7F-362943E35244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79" name="圖片 178">
              <a:extLst>
                <a:ext uri="{FF2B5EF4-FFF2-40B4-BE49-F238E27FC236}">
                  <a16:creationId xmlns:a16="http://schemas.microsoft.com/office/drawing/2014/main" id="{401CCF63-AA5E-4E13-8E2E-930E6FDBEB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347" r="8518"/>
            <a:stretch/>
          </p:blipFill>
          <p:spPr>
            <a:xfrm>
              <a:off x="8751441" y="754784"/>
              <a:ext cx="568960" cy="1540800"/>
            </a:xfrm>
            <a:prstGeom prst="rect">
              <a:avLst/>
            </a:prstGeom>
          </p:spPr>
        </p:pic>
        <p:pic>
          <p:nvPicPr>
            <p:cNvPr id="180" name="圖片 179">
              <a:extLst>
                <a:ext uri="{FF2B5EF4-FFF2-40B4-BE49-F238E27FC236}">
                  <a16:creationId xmlns:a16="http://schemas.microsoft.com/office/drawing/2014/main" id="{2930E40C-335E-4B3F-8D1F-6609FA754C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5594"/>
            <a:stretch/>
          </p:blipFill>
          <p:spPr>
            <a:xfrm>
              <a:off x="411915" y="2440576"/>
              <a:ext cx="1473200" cy="444937"/>
            </a:xfrm>
            <a:prstGeom prst="rect">
              <a:avLst/>
            </a:prstGeom>
          </p:spPr>
        </p:pic>
        <p:pic>
          <p:nvPicPr>
            <p:cNvPr id="181" name="圖片 180">
              <a:extLst>
                <a:ext uri="{FF2B5EF4-FFF2-40B4-BE49-F238E27FC236}">
                  <a16:creationId xmlns:a16="http://schemas.microsoft.com/office/drawing/2014/main" id="{B1DC3C66-376F-4DAD-9A7D-8D335ACBB7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6092"/>
            <a:stretch/>
          </p:blipFill>
          <p:spPr>
            <a:xfrm>
              <a:off x="418358" y="170289"/>
              <a:ext cx="1188922" cy="4449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圖片 149">
            <a:extLst>
              <a:ext uri="{FF2B5EF4-FFF2-40B4-BE49-F238E27FC236}">
                <a16:creationId xmlns:a16="http://schemas.microsoft.com/office/drawing/2014/main" id="{437F99CF-EE0E-4119-8643-8B0E99DCD7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992"/>
          <a:stretch/>
        </p:blipFill>
        <p:spPr>
          <a:xfrm>
            <a:off x="1311826" y="541230"/>
            <a:ext cx="1494436" cy="1659600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CDDCB0AA-F2C9-4DA4-BDE0-378878E44E7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316"/>
          <a:stretch/>
        </p:blipFill>
        <p:spPr>
          <a:xfrm>
            <a:off x="1351826" y="2768522"/>
            <a:ext cx="1461006" cy="1658288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C594AD88-73A0-42D7-B206-127223FA1AD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897" r="9472"/>
          <a:stretch/>
        </p:blipFill>
        <p:spPr>
          <a:xfrm>
            <a:off x="8109294" y="2884537"/>
            <a:ext cx="569632" cy="1680954"/>
          </a:xfrm>
          <a:prstGeom prst="rect">
            <a:avLst/>
          </a:prstGeom>
        </p:spPr>
      </p:pic>
      <p:sp>
        <p:nvSpPr>
          <p:cNvPr id="153" name="矩形: 圓角 152">
            <a:extLst>
              <a:ext uri="{FF2B5EF4-FFF2-40B4-BE49-F238E27FC236}">
                <a16:creationId xmlns:a16="http://schemas.microsoft.com/office/drawing/2014/main" id="{12F5DFE2-79A5-4BDB-B18F-972FD6B9518F}"/>
              </a:ext>
            </a:extLst>
          </p:cNvPr>
          <p:cNvSpPr/>
          <p:nvPr/>
        </p:nvSpPr>
        <p:spPr>
          <a:xfrm>
            <a:off x="882637" y="2847389"/>
            <a:ext cx="7259268" cy="1720252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: 圓角 153">
            <a:extLst>
              <a:ext uri="{FF2B5EF4-FFF2-40B4-BE49-F238E27FC236}">
                <a16:creationId xmlns:a16="http://schemas.microsoft.com/office/drawing/2014/main" id="{780B5495-D514-40F7-BAF8-40E42BE368D2}"/>
              </a:ext>
            </a:extLst>
          </p:cNvPr>
          <p:cNvSpPr/>
          <p:nvPr/>
        </p:nvSpPr>
        <p:spPr>
          <a:xfrm>
            <a:off x="882650" y="571312"/>
            <a:ext cx="7259398" cy="1719011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/>
              <p:nvPr/>
            </p:nvSpPr>
            <p:spPr>
              <a:xfrm>
                <a:off x="1565699" y="1586114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699" y="1586114"/>
                <a:ext cx="783035" cy="343171"/>
              </a:xfrm>
              <a:prstGeom prst="rect">
                <a:avLst/>
              </a:prstGeom>
              <a:blipFill>
                <a:blip r:embed="rId5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/>
              <p:nvPr/>
            </p:nvSpPr>
            <p:spPr>
              <a:xfrm>
                <a:off x="1623084" y="1955731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1955731"/>
                <a:ext cx="889154" cy="3431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/>
              <p:nvPr/>
            </p:nvSpPr>
            <p:spPr>
              <a:xfrm>
                <a:off x="3052942" y="1955731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1955731"/>
                <a:ext cx="889154" cy="34317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/>
              <p:nvPr/>
            </p:nvSpPr>
            <p:spPr>
              <a:xfrm>
                <a:off x="4482800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1955731"/>
                <a:ext cx="733662" cy="34317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/>
              <p:nvPr/>
            </p:nvSpPr>
            <p:spPr>
              <a:xfrm>
                <a:off x="5757166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1955731"/>
                <a:ext cx="733662" cy="3431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/>
              <p:nvPr/>
            </p:nvSpPr>
            <p:spPr>
              <a:xfrm>
                <a:off x="7031532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1955731"/>
                <a:ext cx="733662" cy="3431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/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  <a:blipFill>
                <a:blip r:embed="rId11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/>
              <p:nvPr/>
            </p:nvSpPr>
            <p:spPr>
              <a:xfrm>
                <a:off x="1623084" y="4219292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4219292"/>
                <a:ext cx="889154" cy="34317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/>
              <p:nvPr/>
            </p:nvSpPr>
            <p:spPr>
              <a:xfrm>
                <a:off x="3052942" y="4219293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4219293"/>
                <a:ext cx="889154" cy="34317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/>
              <p:nvPr/>
            </p:nvSpPr>
            <p:spPr>
              <a:xfrm>
                <a:off x="4482800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4219293"/>
                <a:ext cx="733662" cy="34317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/>
              <p:nvPr/>
            </p:nvSpPr>
            <p:spPr>
              <a:xfrm>
                <a:off x="5757166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4219293"/>
                <a:ext cx="733662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/>
              <p:nvPr/>
            </p:nvSpPr>
            <p:spPr>
              <a:xfrm>
                <a:off x="7031532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4219293"/>
                <a:ext cx="733662" cy="34317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" name="矩形 166">
            <a:extLst>
              <a:ext uri="{FF2B5EF4-FFF2-40B4-BE49-F238E27FC236}">
                <a16:creationId xmlns:a16="http://schemas.microsoft.com/office/drawing/2014/main" id="{FD935054-9BC7-414F-889D-6ED5E09AD8B1}"/>
              </a:ext>
            </a:extLst>
          </p:cNvPr>
          <p:cNvSpPr/>
          <p:nvPr/>
        </p:nvSpPr>
        <p:spPr>
          <a:xfrm rot="5400000">
            <a:off x="8114342" y="1344256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17F6D338-64FC-411F-8551-7B4F1B199F22}"/>
              </a:ext>
            </a:extLst>
          </p:cNvPr>
          <p:cNvSpPr/>
          <p:nvPr/>
        </p:nvSpPr>
        <p:spPr>
          <a:xfrm rot="5400000">
            <a:off x="8114342" y="3566116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64D0A34D-253B-4A9C-98CE-AB61E23D6615}"/>
              </a:ext>
            </a:extLst>
          </p:cNvPr>
          <p:cNvGrpSpPr/>
          <p:nvPr/>
        </p:nvGrpSpPr>
        <p:grpSpPr>
          <a:xfrm>
            <a:off x="1872502" y="870547"/>
            <a:ext cx="703953" cy="629156"/>
            <a:chOff x="-1051588" y="926660"/>
            <a:chExt cx="645259" cy="576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文字方塊 169">
                  <a:extLst>
                    <a:ext uri="{FF2B5EF4-FFF2-40B4-BE49-F238E27FC236}">
                      <a16:creationId xmlns:a16="http://schemas.microsoft.com/office/drawing/2014/main" id="{0C1F89D7-61E2-4508-9AE9-282DD4977A7C}"/>
                    </a:ext>
                  </a:extLst>
                </p:cNvPr>
                <p:cNvSpPr txBox="1"/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0" name="文字方塊 79">
                  <a:extLst>
                    <a:ext uri="{FF2B5EF4-FFF2-40B4-BE49-F238E27FC236}">
                      <a16:creationId xmlns:a16="http://schemas.microsoft.com/office/drawing/2014/main" id="{0A2654E9-3006-4B11-B911-23ACB1C2DD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blipFill>
                  <a:blip r:embed="rId19"/>
                  <a:stretch>
                    <a:fillRect r="-3448" b="-1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18D72727-38CD-47C1-B52D-662A4B2FEBF9}"/>
                    </a:ext>
                  </a:extLst>
                </p:cNvPr>
                <p:cNvSpPr txBox="1"/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47E81467-D25E-4BB7-94DE-E307D45DD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blipFill>
                  <a:blip r:embed="rId20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2" name="箭號: 向右 171">
              <a:extLst>
                <a:ext uri="{FF2B5EF4-FFF2-40B4-BE49-F238E27FC236}">
                  <a16:creationId xmlns:a16="http://schemas.microsoft.com/office/drawing/2014/main" id="{49CE44A5-47F8-4FE1-B483-1DC755D3C58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3" name="箭號: 向右 172">
              <a:extLst>
                <a:ext uri="{FF2B5EF4-FFF2-40B4-BE49-F238E27FC236}">
                  <a16:creationId xmlns:a16="http://schemas.microsoft.com/office/drawing/2014/main" id="{8E1ED404-686A-4B30-8BF5-7A5FA882C890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84810C9E-44C0-4E0E-99E1-37B7522CCBDE}"/>
              </a:ext>
            </a:extLst>
          </p:cNvPr>
          <p:cNvGrpSpPr/>
          <p:nvPr/>
        </p:nvGrpSpPr>
        <p:grpSpPr>
          <a:xfrm>
            <a:off x="1897672" y="3117080"/>
            <a:ext cx="688366" cy="625691"/>
            <a:chOff x="-1026188" y="931423"/>
            <a:chExt cx="630972" cy="5735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文字方塊 174">
                  <a:extLst>
                    <a:ext uri="{FF2B5EF4-FFF2-40B4-BE49-F238E27FC236}">
                      <a16:creationId xmlns:a16="http://schemas.microsoft.com/office/drawing/2014/main" id="{1A2DDC95-5BE7-4916-B4B1-E505B5E95F8F}"/>
                    </a:ext>
                  </a:extLst>
                </p:cNvPr>
                <p:cNvSpPr txBox="1"/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48683BE6-7C91-45D6-99F7-2C602C34D8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blipFill>
                  <a:blip r:embed="rId21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E6EA0AC7-EEA0-4B1E-8CA2-0525AE7DB02F}"/>
                    </a:ext>
                  </a:extLst>
                </p:cNvPr>
                <p:cNvSpPr txBox="1"/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9E8963A5-F392-4029-B309-DD9A00CE0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blipFill>
                  <a:blip r:embed="rId22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7" name="箭號: 向右 176">
              <a:extLst>
                <a:ext uri="{FF2B5EF4-FFF2-40B4-BE49-F238E27FC236}">
                  <a16:creationId xmlns:a16="http://schemas.microsoft.com/office/drawing/2014/main" id="{68CC51FC-5069-405A-9C18-903D1F5E554D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8" name="箭號: 向右 177">
              <a:extLst>
                <a:ext uri="{FF2B5EF4-FFF2-40B4-BE49-F238E27FC236}">
                  <a16:creationId xmlns:a16="http://schemas.microsoft.com/office/drawing/2014/main" id="{18727DB6-8893-4391-BE7F-362943E35244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79" name="圖片 178">
            <a:extLst>
              <a:ext uri="{FF2B5EF4-FFF2-40B4-BE49-F238E27FC236}">
                <a16:creationId xmlns:a16="http://schemas.microsoft.com/office/drawing/2014/main" id="{401CCF63-AA5E-4E13-8E2E-930E6FDBEB6B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347" r="8518"/>
          <a:stretch/>
        </p:blipFill>
        <p:spPr>
          <a:xfrm>
            <a:off x="8228734" y="696804"/>
            <a:ext cx="568960" cy="1540800"/>
          </a:xfrm>
          <a:prstGeom prst="rect">
            <a:avLst/>
          </a:prstGeom>
        </p:spPr>
      </p:pic>
      <p:pic>
        <p:nvPicPr>
          <p:cNvPr id="180" name="圖片 179">
            <a:extLst>
              <a:ext uri="{FF2B5EF4-FFF2-40B4-BE49-F238E27FC236}">
                <a16:creationId xmlns:a16="http://schemas.microsoft.com/office/drawing/2014/main" id="{2930E40C-335E-4B3F-8D1F-6609FA754C8C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5594"/>
          <a:stretch/>
        </p:blipFill>
        <p:spPr>
          <a:xfrm>
            <a:off x="933455" y="2382596"/>
            <a:ext cx="1473200" cy="444937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B1DC3C66-376F-4DAD-9A7D-8D335ACBB7C9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6092"/>
          <a:stretch/>
        </p:blipFill>
        <p:spPr>
          <a:xfrm>
            <a:off x="939898" y="112309"/>
            <a:ext cx="1188922" cy="444937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504F827B-338C-4CBB-B7BD-C1AEC27D17B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4" r="68104"/>
          <a:stretch/>
        </p:blipFill>
        <p:spPr>
          <a:xfrm>
            <a:off x="2762731" y="541230"/>
            <a:ext cx="1387366" cy="1659600"/>
          </a:xfrm>
          <a:prstGeom prst="rect">
            <a:avLst/>
          </a:prstGeom>
        </p:spPr>
      </p:pic>
      <p:pic>
        <p:nvPicPr>
          <p:cNvPr id="36" name="圖片 35">
            <a:extLst>
              <a:ext uri="{FF2B5EF4-FFF2-40B4-BE49-F238E27FC236}">
                <a16:creationId xmlns:a16="http://schemas.microsoft.com/office/drawing/2014/main" id="{BAE9D29A-557F-47E8-B840-9D8A04ABA9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46" r="68310"/>
          <a:stretch/>
        </p:blipFill>
        <p:spPr>
          <a:xfrm>
            <a:off x="2756951" y="2768522"/>
            <a:ext cx="1387365" cy="1658288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4A546662-043B-46AF-911C-8746A05C722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34" r="51322"/>
          <a:stretch/>
        </p:blipFill>
        <p:spPr>
          <a:xfrm>
            <a:off x="4064876" y="541230"/>
            <a:ext cx="1408386" cy="16596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5C65022C-F7D4-42D5-926B-C3FCFE4CCB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49" r="51513"/>
          <a:stretch/>
        </p:blipFill>
        <p:spPr>
          <a:xfrm>
            <a:off x="4083006" y="2768522"/>
            <a:ext cx="1376856" cy="1658288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1287C793-AD60-4635-93A1-F4D71550E5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7" r="34750"/>
          <a:stretch/>
        </p:blipFill>
        <p:spPr>
          <a:xfrm>
            <a:off x="5396010" y="541230"/>
            <a:ext cx="1387366" cy="165960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482C8D1F-4A4C-4173-A4E5-A809D17F01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50" r="34717"/>
          <a:stretch/>
        </p:blipFill>
        <p:spPr>
          <a:xfrm>
            <a:off x="5417031" y="2768522"/>
            <a:ext cx="1366345" cy="1658288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6D7F35F3-1DB2-4177-BC1C-85B456A7B06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100" r="17862"/>
          <a:stretch/>
        </p:blipFill>
        <p:spPr>
          <a:xfrm>
            <a:off x="6726619" y="541230"/>
            <a:ext cx="1397877" cy="1659600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AFBFFF59-6443-4AD5-8A01-24BCC1566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40" r="17365"/>
          <a:stretch/>
        </p:blipFill>
        <p:spPr>
          <a:xfrm>
            <a:off x="6716111" y="2768522"/>
            <a:ext cx="1432264" cy="1658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748B52F-40CA-4BF8-AE07-6F1BC800491B}"/>
                  </a:ext>
                </a:extLst>
              </p:cNvPr>
              <p:cNvSpPr/>
              <p:nvPr/>
            </p:nvSpPr>
            <p:spPr>
              <a:xfrm>
                <a:off x="798341" y="3419451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748B52F-40CA-4BF8-AE07-6F1BC80049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41" y="3419451"/>
                <a:ext cx="744243" cy="343171"/>
              </a:xfrm>
              <a:prstGeom prst="rect">
                <a:avLst/>
              </a:prstGeom>
              <a:blipFill>
                <a:blip r:embed="rId25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23454FF-C932-431A-B8AA-B2514BEE2E25}"/>
                  </a:ext>
                </a:extLst>
              </p:cNvPr>
              <p:cNvSpPr/>
              <p:nvPr/>
            </p:nvSpPr>
            <p:spPr>
              <a:xfrm>
                <a:off x="798341" y="1211433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23454FF-C932-431A-B8AA-B2514BEE2E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41" y="1211433"/>
                <a:ext cx="744243" cy="343171"/>
              </a:xfrm>
              <a:prstGeom prst="rect">
                <a:avLst/>
              </a:prstGeom>
              <a:blipFill>
                <a:blip r:embed="rId2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4290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1284</TotalTime>
  <Words>98</Words>
  <Application>Microsoft Office PowerPoint</Application>
  <PresentationFormat>自訂</PresentationFormat>
  <Paragraphs>38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37</cp:revision>
  <dcterms:created xsi:type="dcterms:W3CDTF">2026-03-29T16:54:49Z</dcterms:created>
  <dcterms:modified xsi:type="dcterms:W3CDTF">2026-07-01T04:48:26Z</dcterms:modified>
</cp:coreProperties>
</file>