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  <p:sldId id="257" r:id="rId3"/>
    <p:sldId id="258" r:id="rId4"/>
  </p:sldIdLst>
  <p:sldSz cx="9906000" cy="46799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74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65909"/>
            <a:ext cx="7429500" cy="1629316"/>
          </a:xfrm>
        </p:spPr>
        <p:txBody>
          <a:bodyPr anchor="b"/>
          <a:lstStyle>
            <a:lvl1pPr algn="ctr"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458058"/>
            <a:ext cx="7429500" cy="1129904"/>
          </a:xfrm>
        </p:spPr>
        <p:txBody>
          <a:bodyPr/>
          <a:lstStyle>
            <a:lvl1pPr marL="0" indent="0" algn="ctr">
              <a:buNone/>
              <a:defRPr sz="1638"/>
            </a:lvl1pPr>
            <a:lvl2pPr marL="311993" indent="0" algn="ctr">
              <a:buNone/>
              <a:defRPr sz="1365"/>
            </a:lvl2pPr>
            <a:lvl3pPr marL="623987" indent="0" algn="ctr">
              <a:buNone/>
              <a:defRPr sz="1228"/>
            </a:lvl3pPr>
            <a:lvl4pPr marL="935980" indent="0" algn="ctr">
              <a:buNone/>
              <a:defRPr sz="1092"/>
            </a:lvl4pPr>
            <a:lvl5pPr marL="1247973" indent="0" algn="ctr">
              <a:buNone/>
              <a:defRPr sz="1092"/>
            </a:lvl5pPr>
            <a:lvl6pPr marL="1559966" indent="0" algn="ctr">
              <a:buNone/>
              <a:defRPr sz="1092"/>
            </a:lvl6pPr>
            <a:lvl7pPr marL="1871960" indent="0" algn="ctr">
              <a:buNone/>
              <a:defRPr sz="1092"/>
            </a:lvl7pPr>
            <a:lvl8pPr marL="2183953" indent="0" algn="ctr">
              <a:buNone/>
              <a:defRPr sz="1092"/>
            </a:lvl8pPr>
            <a:lvl9pPr marL="2495946" indent="0" algn="ctr">
              <a:buNone/>
              <a:defRPr sz="109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1840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25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66738"/>
            <a:ext cx="8543925" cy="1946729"/>
          </a:xfrm>
        </p:spPr>
        <p:txBody>
          <a:bodyPr anchor="b"/>
          <a:lstStyle>
            <a:lvl1pPr>
              <a:defRPr sz="40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131884"/>
            <a:ext cx="8543925" cy="1023739"/>
          </a:xfrm>
        </p:spPr>
        <p:txBody>
          <a:bodyPr/>
          <a:lstStyle>
            <a:lvl1pPr marL="0" indent="0">
              <a:buNone/>
              <a:defRPr sz="1638">
                <a:solidFill>
                  <a:schemeClr val="tx1">
                    <a:tint val="75000"/>
                  </a:schemeClr>
                </a:solidFill>
              </a:defRPr>
            </a:lvl1pPr>
            <a:lvl2pPr marL="311993" indent="0">
              <a:buNone/>
              <a:defRPr sz="1365">
                <a:solidFill>
                  <a:schemeClr val="tx1">
                    <a:tint val="75000"/>
                  </a:schemeClr>
                </a:solidFill>
              </a:defRPr>
            </a:lvl2pPr>
            <a:lvl3pPr marL="623987" indent="0">
              <a:buNone/>
              <a:defRPr sz="1228">
                <a:solidFill>
                  <a:schemeClr val="tx1">
                    <a:tint val="75000"/>
                  </a:schemeClr>
                </a:solidFill>
              </a:defRPr>
            </a:lvl3pPr>
            <a:lvl4pPr marL="93598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4pPr>
            <a:lvl5pPr marL="124797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5pPr>
            <a:lvl6pPr marL="155996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6pPr>
            <a:lvl7pPr marL="1871960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7pPr>
            <a:lvl8pPr marL="2183953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8pPr>
            <a:lvl9pPr marL="2495946" indent="0">
              <a:buNone/>
              <a:defRPr sz="109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21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45820"/>
            <a:ext cx="4210050" cy="296938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81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49164"/>
            <a:ext cx="8543925" cy="90457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47238"/>
            <a:ext cx="4190702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09482"/>
            <a:ext cx="4190702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47238"/>
            <a:ext cx="4211340" cy="562244"/>
          </a:xfrm>
        </p:spPr>
        <p:txBody>
          <a:bodyPr anchor="b"/>
          <a:lstStyle>
            <a:lvl1pPr marL="0" indent="0">
              <a:buNone/>
              <a:defRPr sz="1638" b="1"/>
            </a:lvl1pPr>
            <a:lvl2pPr marL="311993" indent="0">
              <a:buNone/>
              <a:defRPr sz="1365" b="1"/>
            </a:lvl2pPr>
            <a:lvl3pPr marL="623987" indent="0">
              <a:buNone/>
              <a:defRPr sz="1228" b="1"/>
            </a:lvl3pPr>
            <a:lvl4pPr marL="935980" indent="0">
              <a:buNone/>
              <a:defRPr sz="1092" b="1"/>
            </a:lvl4pPr>
            <a:lvl5pPr marL="1247973" indent="0">
              <a:buNone/>
              <a:defRPr sz="1092" b="1"/>
            </a:lvl5pPr>
            <a:lvl6pPr marL="1559966" indent="0">
              <a:buNone/>
              <a:defRPr sz="1092" b="1"/>
            </a:lvl6pPr>
            <a:lvl7pPr marL="1871960" indent="0">
              <a:buNone/>
              <a:defRPr sz="1092" b="1"/>
            </a:lvl7pPr>
            <a:lvl8pPr marL="2183953" indent="0">
              <a:buNone/>
              <a:defRPr sz="1092" b="1"/>
            </a:lvl8pPr>
            <a:lvl9pPr marL="2495946" indent="0">
              <a:buNone/>
              <a:defRPr sz="109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09482"/>
            <a:ext cx="4211340" cy="251439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03201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848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2133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73826"/>
            <a:ext cx="5014913" cy="3325798"/>
          </a:xfrm>
        </p:spPr>
        <p:txBody>
          <a:bodyPr/>
          <a:lstStyle>
            <a:lvl1pPr>
              <a:defRPr sz="2184"/>
            </a:lvl1pPr>
            <a:lvl2pPr>
              <a:defRPr sz="1911"/>
            </a:lvl2pPr>
            <a:lvl3pPr>
              <a:defRPr sz="1638"/>
            </a:lvl3pPr>
            <a:lvl4pPr>
              <a:defRPr sz="1365"/>
            </a:lvl4pPr>
            <a:lvl5pPr>
              <a:defRPr sz="1365"/>
            </a:lvl5pPr>
            <a:lvl6pPr>
              <a:defRPr sz="1365"/>
            </a:lvl6pPr>
            <a:lvl7pPr>
              <a:defRPr sz="1365"/>
            </a:lvl7pPr>
            <a:lvl8pPr>
              <a:defRPr sz="1365"/>
            </a:lvl8pPr>
            <a:lvl9pPr>
              <a:defRPr sz="136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683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11997"/>
            <a:ext cx="3194943" cy="1091988"/>
          </a:xfrm>
        </p:spPr>
        <p:txBody>
          <a:bodyPr anchor="b"/>
          <a:lstStyle>
            <a:lvl1pPr>
              <a:defRPr sz="218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73826"/>
            <a:ext cx="5014913" cy="3325798"/>
          </a:xfrm>
        </p:spPr>
        <p:txBody>
          <a:bodyPr anchor="t"/>
          <a:lstStyle>
            <a:lvl1pPr marL="0" indent="0">
              <a:buNone/>
              <a:defRPr sz="2184"/>
            </a:lvl1pPr>
            <a:lvl2pPr marL="311993" indent="0">
              <a:buNone/>
              <a:defRPr sz="1911"/>
            </a:lvl2pPr>
            <a:lvl3pPr marL="623987" indent="0">
              <a:buNone/>
              <a:defRPr sz="1638"/>
            </a:lvl3pPr>
            <a:lvl4pPr marL="935980" indent="0">
              <a:buNone/>
              <a:defRPr sz="1365"/>
            </a:lvl4pPr>
            <a:lvl5pPr marL="1247973" indent="0">
              <a:buNone/>
              <a:defRPr sz="1365"/>
            </a:lvl5pPr>
            <a:lvl6pPr marL="1559966" indent="0">
              <a:buNone/>
              <a:defRPr sz="1365"/>
            </a:lvl6pPr>
            <a:lvl7pPr marL="1871960" indent="0">
              <a:buNone/>
              <a:defRPr sz="1365"/>
            </a:lvl7pPr>
            <a:lvl8pPr marL="2183953" indent="0">
              <a:buNone/>
              <a:defRPr sz="1365"/>
            </a:lvl8pPr>
            <a:lvl9pPr marL="2495946" indent="0">
              <a:buNone/>
              <a:defRPr sz="136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03985"/>
            <a:ext cx="3194943" cy="2601056"/>
          </a:xfrm>
        </p:spPr>
        <p:txBody>
          <a:bodyPr/>
          <a:lstStyle>
            <a:lvl1pPr marL="0" indent="0">
              <a:buNone/>
              <a:defRPr sz="1092"/>
            </a:lvl1pPr>
            <a:lvl2pPr marL="311993" indent="0">
              <a:buNone/>
              <a:defRPr sz="955"/>
            </a:lvl2pPr>
            <a:lvl3pPr marL="623987" indent="0">
              <a:buNone/>
              <a:defRPr sz="819"/>
            </a:lvl3pPr>
            <a:lvl4pPr marL="935980" indent="0">
              <a:buNone/>
              <a:defRPr sz="682"/>
            </a:lvl4pPr>
            <a:lvl5pPr marL="1247973" indent="0">
              <a:buNone/>
              <a:defRPr sz="682"/>
            </a:lvl5pPr>
            <a:lvl6pPr marL="1559966" indent="0">
              <a:buNone/>
              <a:defRPr sz="682"/>
            </a:lvl6pPr>
            <a:lvl7pPr marL="1871960" indent="0">
              <a:buNone/>
              <a:defRPr sz="682"/>
            </a:lvl7pPr>
            <a:lvl8pPr marL="2183953" indent="0">
              <a:buNone/>
              <a:defRPr sz="682"/>
            </a:lvl8pPr>
            <a:lvl9pPr marL="2495946" indent="0">
              <a:buNone/>
              <a:defRPr sz="68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53862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144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49164"/>
            <a:ext cx="2135981" cy="396604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49164"/>
            <a:ext cx="6284119" cy="3966041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758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49164"/>
            <a:ext cx="8543925" cy="904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45820"/>
            <a:ext cx="8543925" cy="29693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337621"/>
            <a:ext cx="3343275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337621"/>
            <a:ext cx="2228850" cy="249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1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07063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623987" rtl="0" eaLnBrk="1" latinLnBrk="0" hangingPunct="1">
        <a:lnSpc>
          <a:spcPct val="90000"/>
        </a:lnSpc>
        <a:spcBef>
          <a:spcPct val="0"/>
        </a:spcBef>
        <a:buNone/>
        <a:defRPr sz="30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5997" indent="-155997" algn="l" defTabSz="623987" rtl="0" eaLnBrk="1" latinLnBrk="0" hangingPunct="1">
        <a:lnSpc>
          <a:spcPct val="90000"/>
        </a:lnSpc>
        <a:spcBef>
          <a:spcPts val="682"/>
        </a:spcBef>
        <a:buFont typeface="Arial" panose="020B0604020202020204" pitchFamily="34" charset="0"/>
        <a:buChar char="•"/>
        <a:defRPr sz="1911" kern="1200">
          <a:solidFill>
            <a:schemeClr val="tx1"/>
          </a:solidFill>
          <a:latin typeface="+mn-lt"/>
          <a:ea typeface="+mn-ea"/>
          <a:cs typeface="+mn-cs"/>
        </a:defRPr>
      </a:lvl1pPr>
      <a:lvl2pPr marL="46799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638" kern="1200">
          <a:solidFill>
            <a:schemeClr val="tx1"/>
          </a:solidFill>
          <a:latin typeface="+mn-lt"/>
          <a:ea typeface="+mn-ea"/>
          <a:cs typeface="+mn-cs"/>
        </a:defRPr>
      </a:lvl2pPr>
      <a:lvl3pPr marL="77998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365" kern="1200">
          <a:solidFill>
            <a:schemeClr val="tx1"/>
          </a:solidFill>
          <a:latin typeface="+mn-lt"/>
          <a:ea typeface="+mn-ea"/>
          <a:cs typeface="+mn-cs"/>
        </a:defRPr>
      </a:lvl3pPr>
      <a:lvl4pPr marL="109197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40397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71596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2027956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339950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651943" indent="-155997" algn="l" defTabSz="623987" rtl="0" eaLnBrk="1" latinLnBrk="0" hangingPunct="1">
        <a:lnSpc>
          <a:spcPct val="90000"/>
        </a:lnSpc>
        <a:spcBef>
          <a:spcPts val="341"/>
        </a:spcBef>
        <a:buFont typeface="Arial" panose="020B0604020202020204" pitchFamily="34" charset="0"/>
        <a:buChar char="•"/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1pPr>
      <a:lvl2pPr marL="31199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2pPr>
      <a:lvl3pPr marL="623987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3pPr>
      <a:lvl4pPr marL="93598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4pPr>
      <a:lvl5pPr marL="124797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5pPr>
      <a:lvl6pPr marL="155996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6pPr>
      <a:lvl7pPr marL="1871960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7pPr>
      <a:lvl8pPr marL="2183953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8pPr>
      <a:lvl9pPr marL="2495946" algn="l" defTabSz="623987" rtl="0" eaLnBrk="1" latinLnBrk="0" hangingPunct="1">
        <a:defRPr sz="12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16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26" Type="http://schemas.openxmlformats.org/officeDocument/2006/relationships/image" Target="../media/image3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5" Type="http://schemas.openxmlformats.org/officeDocument/2006/relationships/image" Target="../media/image34.png"/><Relationship Id="rId2" Type="http://schemas.openxmlformats.org/officeDocument/2006/relationships/image" Target="../media/image1.png"/><Relationship Id="rId16" Type="http://schemas.openxmlformats.org/officeDocument/2006/relationships/image" Target="../media/image33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23" Type="http://schemas.openxmlformats.org/officeDocument/2006/relationships/image" Target="../media/image17.png"/><Relationship Id="rId28" Type="http://schemas.openxmlformats.org/officeDocument/2006/relationships/image" Target="../media/image37.png"/><Relationship Id="rId10" Type="http://schemas.openxmlformats.org/officeDocument/2006/relationships/image" Target="../media/image27.png"/><Relationship Id="rId19" Type="http://schemas.openxmlformats.org/officeDocument/2006/relationships/image" Target="../media/image18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21.png"/><Relationship Id="rId27" Type="http://schemas.openxmlformats.org/officeDocument/2006/relationships/image" Target="../media/image36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20.png"/><Relationship Id="rId34" Type="http://schemas.openxmlformats.org/officeDocument/2006/relationships/image" Target="../media/image47.png"/><Relationship Id="rId25" Type="http://schemas.openxmlformats.org/officeDocument/2006/relationships/image" Target="../media/image37.png"/><Relationship Id="rId33" Type="http://schemas.openxmlformats.org/officeDocument/2006/relationships/image" Target="../media/image46.png"/><Relationship Id="rId2" Type="http://schemas.openxmlformats.org/officeDocument/2006/relationships/image" Target="../media/image2.png"/><Relationship Id="rId20" Type="http://schemas.openxmlformats.org/officeDocument/2006/relationships/image" Target="../media/image19.png"/><Relationship Id="rId29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28.png"/><Relationship Id="rId24" Type="http://schemas.openxmlformats.org/officeDocument/2006/relationships/image" Target="../media/image36.png"/><Relationship Id="rId32" Type="http://schemas.openxmlformats.org/officeDocument/2006/relationships/image" Target="../media/image45.png"/><Relationship Id="rId37" Type="http://schemas.openxmlformats.org/officeDocument/2006/relationships/image" Target="../media/image50.svg"/><Relationship Id="rId23" Type="http://schemas.openxmlformats.org/officeDocument/2006/relationships/image" Target="../media/image17.png"/><Relationship Id="rId28" Type="http://schemas.openxmlformats.org/officeDocument/2006/relationships/image" Target="../media/image41.png"/><Relationship Id="rId36" Type="http://schemas.openxmlformats.org/officeDocument/2006/relationships/image" Target="../media/image49.png"/><Relationship Id="rId19" Type="http://schemas.openxmlformats.org/officeDocument/2006/relationships/image" Target="../media/image18.png"/><Relationship Id="rId31" Type="http://schemas.openxmlformats.org/officeDocument/2006/relationships/image" Target="../media/image44.png"/><Relationship Id="rId4" Type="http://schemas.openxmlformats.org/officeDocument/2006/relationships/image" Target="../media/image38.png"/><Relationship Id="rId22" Type="http://schemas.openxmlformats.org/officeDocument/2006/relationships/image" Target="../media/image21.png"/><Relationship Id="rId27" Type="http://schemas.openxmlformats.org/officeDocument/2006/relationships/image" Target="../media/image40.png"/><Relationship Id="rId30" Type="http://schemas.openxmlformats.org/officeDocument/2006/relationships/image" Target="../media/image43.png"/><Relationship Id="rId35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群組 4">
            <a:extLst>
              <a:ext uri="{FF2B5EF4-FFF2-40B4-BE49-F238E27FC236}">
                <a16:creationId xmlns:a16="http://schemas.microsoft.com/office/drawing/2014/main" id="{AB1E4B8F-4446-4613-9FA1-663A1EE4D451}"/>
              </a:ext>
            </a:extLst>
          </p:cNvPr>
          <p:cNvGrpSpPr/>
          <p:nvPr/>
        </p:nvGrpSpPr>
        <p:grpSpPr>
          <a:xfrm>
            <a:off x="414726" y="112309"/>
            <a:ext cx="9076553" cy="4455332"/>
            <a:chOff x="411915" y="170289"/>
            <a:chExt cx="9076553" cy="4455332"/>
          </a:xfrm>
        </p:grpSpPr>
        <p:pic>
          <p:nvPicPr>
            <p:cNvPr id="150" name="圖片 149">
              <a:extLst>
                <a:ext uri="{FF2B5EF4-FFF2-40B4-BE49-F238E27FC236}">
                  <a16:creationId xmlns:a16="http://schemas.microsoft.com/office/drawing/2014/main" id="{437F99CF-EE0E-4119-8643-8B0E99DCD7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6795"/>
            <a:stretch/>
          </p:blipFill>
          <p:spPr>
            <a:xfrm>
              <a:off x="415636" y="599210"/>
              <a:ext cx="8285234" cy="1659600"/>
            </a:xfrm>
            <a:prstGeom prst="rect">
              <a:avLst/>
            </a:prstGeom>
          </p:spPr>
        </p:pic>
        <p:pic>
          <p:nvPicPr>
            <p:cNvPr id="151" name="圖片 150">
              <a:extLst>
                <a:ext uri="{FF2B5EF4-FFF2-40B4-BE49-F238E27FC236}">
                  <a16:creationId xmlns:a16="http://schemas.microsoft.com/office/drawing/2014/main" id="{CDDCB0AA-F2C9-4DA4-BDE0-378878E44E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365"/>
            <a:stretch/>
          </p:blipFill>
          <p:spPr>
            <a:xfrm>
              <a:off x="417535" y="2826502"/>
              <a:ext cx="8222015" cy="1658288"/>
            </a:xfrm>
            <a:prstGeom prst="rect">
              <a:avLst/>
            </a:prstGeom>
          </p:spPr>
        </p:pic>
        <p:pic>
          <p:nvPicPr>
            <p:cNvPr id="152" name="圖片 151">
              <a:extLst>
                <a:ext uri="{FF2B5EF4-FFF2-40B4-BE49-F238E27FC236}">
                  <a16:creationId xmlns:a16="http://schemas.microsoft.com/office/drawing/2014/main" id="{C594AD88-73A0-42D7-B206-127223FA1A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897" r="9472"/>
            <a:stretch/>
          </p:blipFill>
          <p:spPr>
            <a:xfrm>
              <a:off x="8632001" y="2942517"/>
              <a:ext cx="569632" cy="1680954"/>
            </a:xfrm>
            <a:prstGeom prst="rect">
              <a:avLst/>
            </a:prstGeom>
          </p:spPr>
        </p:pic>
        <p:sp>
          <p:nvSpPr>
            <p:cNvPr id="153" name="矩形: 圓角 152">
              <a:extLst>
                <a:ext uri="{FF2B5EF4-FFF2-40B4-BE49-F238E27FC236}">
                  <a16:creationId xmlns:a16="http://schemas.microsoft.com/office/drawing/2014/main" id="{12F5DFE2-79A5-4BDB-B18F-972FD6B9518F}"/>
                </a:ext>
              </a:extLst>
            </p:cNvPr>
            <p:cNvSpPr/>
            <p:nvPr/>
          </p:nvSpPr>
          <p:spPr>
            <a:xfrm>
              <a:off x="428977" y="2905369"/>
              <a:ext cx="8258198" cy="1720252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4" name="矩形: 圓角 153">
              <a:extLst>
                <a:ext uri="{FF2B5EF4-FFF2-40B4-BE49-F238E27FC236}">
                  <a16:creationId xmlns:a16="http://schemas.microsoft.com/office/drawing/2014/main" id="{780B5495-D514-40F7-BAF8-40E42BE368D2}"/>
                </a:ext>
              </a:extLst>
            </p:cNvPr>
            <p:cNvSpPr/>
            <p:nvPr/>
          </p:nvSpPr>
          <p:spPr>
            <a:xfrm>
              <a:off x="428999" y="629292"/>
              <a:ext cx="8258346" cy="1719011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/>
                <p:nvPr/>
              </p:nvSpPr>
              <p:spPr>
                <a:xfrm>
                  <a:off x="690774" y="1718522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26AAC696-0C83-43C2-A7D7-AE30F4AF9A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774" y="1718522"/>
                  <a:ext cx="783035" cy="343171"/>
                </a:xfrm>
                <a:prstGeom prst="rect">
                  <a:avLst/>
                </a:prstGeom>
                <a:blipFill>
                  <a:blip r:embed="rId5"/>
                  <a:stretch>
                    <a:fillRect b="-87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/>
                <p:nvPr/>
              </p:nvSpPr>
              <p:spPr>
                <a:xfrm>
                  <a:off x="726894" y="201371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6" name="矩形 155">
                  <a:extLst>
                    <a:ext uri="{FF2B5EF4-FFF2-40B4-BE49-F238E27FC236}">
                      <a16:creationId xmlns:a16="http://schemas.microsoft.com/office/drawing/2014/main" id="{9A6ABA0C-E06E-4E01-9C48-24D6DD0716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894" y="2013711"/>
                  <a:ext cx="889154" cy="34317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/>
                <p:nvPr/>
              </p:nvSpPr>
              <p:spPr>
                <a:xfrm>
                  <a:off x="2509177" y="201371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7" name="矩形 156">
                  <a:extLst>
                    <a:ext uri="{FF2B5EF4-FFF2-40B4-BE49-F238E27FC236}">
                      <a16:creationId xmlns:a16="http://schemas.microsoft.com/office/drawing/2014/main" id="{E4AEA160-3D8E-49BF-AABF-DF9ACA1AF8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177" y="2013711"/>
                  <a:ext cx="889154" cy="34317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/>
                <p:nvPr/>
              </p:nvSpPr>
              <p:spPr>
                <a:xfrm>
                  <a:off x="4215260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F35D562F-4D39-426F-959E-9BDB7804C8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5260" y="2013711"/>
                  <a:ext cx="733662" cy="34317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/>
                <p:nvPr/>
              </p:nvSpPr>
              <p:spPr>
                <a:xfrm>
                  <a:off x="5918251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5F2474C0-777F-4023-B64D-216298CD96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251" y="2013711"/>
                  <a:ext cx="733662" cy="3431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/>
                <p:nvPr/>
              </p:nvSpPr>
              <p:spPr>
                <a:xfrm>
                  <a:off x="7545042" y="201371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F6079F0D-AE71-49F9-8960-E30C1BCE64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042" y="2013711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/>
                <p:nvPr/>
              </p:nvSpPr>
              <p:spPr>
                <a:xfrm>
                  <a:off x="669509" y="3955281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FBD4CD20-BAE0-4BCD-AEC0-C2E3F9C8E6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509" y="3955281"/>
                  <a:ext cx="783035" cy="343171"/>
                </a:xfrm>
                <a:prstGeom prst="rect">
                  <a:avLst/>
                </a:prstGeom>
                <a:blipFill>
                  <a:blip r:embed="rId11"/>
                  <a:stretch>
                    <a:fillRect b="-87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/>
                <p:nvPr/>
              </p:nvSpPr>
              <p:spPr>
                <a:xfrm>
                  <a:off x="726894" y="4277272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2" name="矩形 161">
                  <a:extLst>
                    <a:ext uri="{FF2B5EF4-FFF2-40B4-BE49-F238E27FC236}">
                      <a16:creationId xmlns:a16="http://schemas.microsoft.com/office/drawing/2014/main" id="{6341AF83-F103-4236-9A0E-9C1F8A426A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6894" y="4277272"/>
                  <a:ext cx="889154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/>
                <p:nvPr/>
              </p:nvSpPr>
              <p:spPr>
                <a:xfrm>
                  <a:off x="2509177" y="427727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3" name="矩形 162">
                  <a:extLst>
                    <a:ext uri="{FF2B5EF4-FFF2-40B4-BE49-F238E27FC236}">
                      <a16:creationId xmlns:a16="http://schemas.microsoft.com/office/drawing/2014/main" id="{03A4DAB4-3182-44BE-AFC1-87879D4996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09177" y="4277273"/>
                  <a:ext cx="889154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/>
                <p:nvPr/>
              </p:nvSpPr>
              <p:spPr>
                <a:xfrm>
                  <a:off x="4215260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2CF1161E-12B2-4CEC-8C7B-486AB3AA70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5260" y="4277273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/>
                <p:nvPr/>
              </p:nvSpPr>
              <p:spPr>
                <a:xfrm>
                  <a:off x="5918251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5" name="矩形 164">
                  <a:extLst>
                    <a:ext uri="{FF2B5EF4-FFF2-40B4-BE49-F238E27FC236}">
                      <a16:creationId xmlns:a16="http://schemas.microsoft.com/office/drawing/2014/main" id="{971359BB-E89B-454C-B515-8239716E3F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251" y="4277273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/>
                <p:nvPr/>
              </p:nvSpPr>
              <p:spPr>
                <a:xfrm>
                  <a:off x="7545042" y="427727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6" name="矩形 165">
                  <a:extLst>
                    <a:ext uri="{FF2B5EF4-FFF2-40B4-BE49-F238E27FC236}">
                      <a16:creationId xmlns:a16="http://schemas.microsoft.com/office/drawing/2014/main" id="{8F2EF964-F807-4324-AE87-A67C87F4357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5042" y="4277273"/>
                  <a:ext cx="733662" cy="34317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D935054-9BC7-414F-889D-6ED5E09AD8B1}"/>
                </a:ext>
              </a:extLst>
            </p:cNvPr>
            <p:cNvSpPr/>
            <p:nvPr/>
          </p:nvSpPr>
          <p:spPr>
            <a:xfrm rot="5400000">
              <a:off x="8637049" y="140223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17F6D338-64FC-411F-8551-7B4F1B199F22}"/>
                </a:ext>
              </a:extLst>
            </p:cNvPr>
            <p:cNvSpPr/>
            <p:nvPr/>
          </p:nvSpPr>
          <p:spPr>
            <a:xfrm rot="5400000">
              <a:off x="8637049" y="362409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69" name="群組 168">
              <a:extLst>
                <a:ext uri="{FF2B5EF4-FFF2-40B4-BE49-F238E27FC236}">
                  <a16:creationId xmlns:a16="http://schemas.microsoft.com/office/drawing/2014/main" id="{64D0A34D-253B-4A9C-98CE-AB61E23D6615}"/>
                </a:ext>
              </a:extLst>
            </p:cNvPr>
            <p:cNvGrpSpPr/>
            <p:nvPr/>
          </p:nvGrpSpPr>
          <p:grpSpPr>
            <a:xfrm>
              <a:off x="976312" y="928527"/>
              <a:ext cx="703953" cy="629156"/>
              <a:chOff x="-1051588" y="926660"/>
              <a:chExt cx="645259" cy="576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0" name="文字方塊 169">
                    <a:extLst>
                      <a:ext uri="{FF2B5EF4-FFF2-40B4-BE49-F238E27FC236}">
                        <a16:creationId xmlns:a16="http://schemas.microsoft.com/office/drawing/2014/main" id="{0C1F89D7-61E2-4508-9AE9-282DD49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0" name="文字方塊 79">
                    <a:extLst>
                      <a:ext uri="{FF2B5EF4-FFF2-40B4-BE49-F238E27FC236}">
                        <a16:creationId xmlns:a16="http://schemas.microsoft.com/office/drawing/2014/main" id="{0A2654E9-3006-4B11-B911-23ACB1C2DD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r="-344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文字方塊 170">
                    <a:extLst>
                      <a:ext uri="{FF2B5EF4-FFF2-40B4-BE49-F238E27FC236}">
                        <a16:creationId xmlns:a16="http://schemas.microsoft.com/office/drawing/2014/main" id="{18D72727-38CD-47C1-B52D-662A4B2FEBF9}"/>
                      </a:ext>
                    </a:extLst>
                  </p:cNvPr>
                  <p:cNvSpPr txBox="1"/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1" name="文字方塊 80">
                    <a:extLst>
                      <a:ext uri="{FF2B5EF4-FFF2-40B4-BE49-F238E27FC236}">
                        <a16:creationId xmlns:a16="http://schemas.microsoft.com/office/drawing/2014/main" id="{47E81467-D25E-4BB7-94DE-E307D45DD9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2" name="箭號: 向右 171">
                <a:extLst>
                  <a:ext uri="{FF2B5EF4-FFF2-40B4-BE49-F238E27FC236}">
                    <a16:creationId xmlns:a16="http://schemas.microsoft.com/office/drawing/2014/main" id="{49CE44A5-47F8-4FE1-B483-1DC755D3C588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3" name="箭號: 向右 172">
                <a:extLst>
                  <a:ext uri="{FF2B5EF4-FFF2-40B4-BE49-F238E27FC236}">
                    <a16:creationId xmlns:a16="http://schemas.microsoft.com/office/drawing/2014/main" id="{8E1ED404-686A-4B30-8BF5-7A5FA882C890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4" name="群組 173">
              <a:extLst>
                <a:ext uri="{FF2B5EF4-FFF2-40B4-BE49-F238E27FC236}">
                  <a16:creationId xmlns:a16="http://schemas.microsoft.com/office/drawing/2014/main" id="{84810C9E-44C0-4E0E-99E1-37B7522CCBDE}"/>
                </a:ext>
              </a:extLst>
            </p:cNvPr>
            <p:cNvGrpSpPr/>
            <p:nvPr/>
          </p:nvGrpSpPr>
          <p:grpSpPr>
            <a:xfrm>
              <a:off x="978622" y="3175060"/>
              <a:ext cx="688366" cy="625691"/>
              <a:chOff x="-1026188" y="931423"/>
              <a:chExt cx="630972" cy="57352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字方塊 174">
                    <a:extLst>
                      <a:ext uri="{FF2B5EF4-FFF2-40B4-BE49-F238E27FC236}">
                        <a16:creationId xmlns:a16="http://schemas.microsoft.com/office/drawing/2014/main" id="{1A2DDC95-5BE7-4916-B4B1-E505B5E95F8F}"/>
                      </a:ext>
                    </a:extLst>
                  </p:cNvPr>
                  <p:cNvSpPr txBox="1"/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1" name="文字方塊 90">
                    <a:extLst>
                      <a:ext uri="{FF2B5EF4-FFF2-40B4-BE49-F238E27FC236}">
                        <a16:creationId xmlns:a16="http://schemas.microsoft.com/office/drawing/2014/main" id="{48683BE6-7C91-45D6-99F7-2C602C34D8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344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字方塊 175">
                    <a:extLst>
                      <a:ext uri="{FF2B5EF4-FFF2-40B4-BE49-F238E27FC236}">
                        <a16:creationId xmlns:a16="http://schemas.microsoft.com/office/drawing/2014/main" id="{E6EA0AC7-EEA0-4B1E-8CA2-0525AE7DB02F}"/>
                      </a:ext>
                    </a:extLst>
                  </p:cNvPr>
                  <p:cNvSpPr txBox="1"/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9E8963A5-F392-4029-B309-DD9A00CE08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7" name="箭號: 向右 176">
                <a:extLst>
                  <a:ext uri="{FF2B5EF4-FFF2-40B4-BE49-F238E27FC236}">
                    <a16:creationId xmlns:a16="http://schemas.microsoft.com/office/drawing/2014/main" id="{68CC51FC-5069-405A-9C18-903D1F5E554D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8" name="箭號: 向右 177">
                <a:extLst>
                  <a:ext uri="{FF2B5EF4-FFF2-40B4-BE49-F238E27FC236}">
                    <a16:creationId xmlns:a16="http://schemas.microsoft.com/office/drawing/2014/main" id="{18727DB6-8893-4391-BE7F-362943E35244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79" name="圖片 178">
              <a:extLst>
                <a:ext uri="{FF2B5EF4-FFF2-40B4-BE49-F238E27FC236}">
                  <a16:creationId xmlns:a16="http://schemas.microsoft.com/office/drawing/2014/main" id="{401CCF63-AA5E-4E13-8E2E-930E6FDBEB6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347" r="8518"/>
            <a:stretch/>
          </p:blipFill>
          <p:spPr>
            <a:xfrm>
              <a:off x="8751441" y="754784"/>
              <a:ext cx="568960" cy="1540800"/>
            </a:xfrm>
            <a:prstGeom prst="rect">
              <a:avLst/>
            </a:prstGeom>
          </p:spPr>
        </p:pic>
        <p:pic>
          <p:nvPicPr>
            <p:cNvPr id="180" name="圖片 179">
              <a:extLst>
                <a:ext uri="{FF2B5EF4-FFF2-40B4-BE49-F238E27FC236}">
                  <a16:creationId xmlns:a16="http://schemas.microsoft.com/office/drawing/2014/main" id="{2930E40C-335E-4B3F-8D1F-6609FA754C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45594"/>
            <a:stretch/>
          </p:blipFill>
          <p:spPr>
            <a:xfrm>
              <a:off x="411915" y="2440576"/>
              <a:ext cx="1473200" cy="444937"/>
            </a:xfrm>
            <a:prstGeom prst="rect">
              <a:avLst/>
            </a:prstGeom>
          </p:spPr>
        </p:pic>
        <p:pic>
          <p:nvPicPr>
            <p:cNvPr id="181" name="圖片 180">
              <a:extLst>
                <a:ext uri="{FF2B5EF4-FFF2-40B4-BE49-F238E27FC236}">
                  <a16:creationId xmlns:a16="http://schemas.microsoft.com/office/drawing/2014/main" id="{B1DC3C66-376F-4DAD-9A7D-8D335ACBB7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6092"/>
            <a:stretch/>
          </p:blipFill>
          <p:spPr>
            <a:xfrm>
              <a:off x="418358" y="170289"/>
              <a:ext cx="1188922" cy="4449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圖片 149">
            <a:extLst>
              <a:ext uri="{FF2B5EF4-FFF2-40B4-BE49-F238E27FC236}">
                <a16:creationId xmlns:a16="http://schemas.microsoft.com/office/drawing/2014/main" id="{437F99CF-EE0E-4119-8643-8B0E99DCD7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992"/>
          <a:stretch/>
        </p:blipFill>
        <p:spPr>
          <a:xfrm>
            <a:off x="1311826" y="541230"/>
            <a:ext cx="1494436" cy="1659600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CDDCB0AA-F2C9-4DA4-BDE0-378878E44E7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316"/>
          <a:stretch/>
        </p:blipFill>
        <p:spPr>
          <a:xfrm>
            <a:off x="1351826" y="2768522"/>
            <a:ext cx="1461006" cy="1658288"/>
          </a:xfrm>
          <a:prstGeom prst="rect">
            <a:avLst/>
          </a:prstGeom>
        </p:spPr>
      </p:pic>
      <p:sp>
        <p:nvSpPr>
          <p:cNvPr id="153" name="矩形: 圓角 152">
            <a:extLst>
              <a:ext uri="{FF2B5EF4-FFF2-40B4-BE49-F238E27FC236}">
                <a16:creationId xmlns:a16="http://schemas.microsoft.com/office/drawing/2014/main" id="{12F5DFE2-79A5-4BDB-B18F-972FD6B9518F}"/>
              </a:ext>
            </a:extLst>
          </p:cNvPr>
          <p:cNvSpPr/>
          <p:nvPr/>
        </p:nvSpPr>
        <p:spPr>
          <a:xfrm>
            <a:off x="882637" y="2847389"/>
            <a:ext cx="7259268" cy="1720252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: 圓角 153">
            <a:extLst>
              <a:ext uri="{FF2B5EF4-FFF2-40B4-BE49-F238E27FC236}">
                <a16:creationId xmlns:a16="http://schemas.microsoft.com/office/drawing/2014/main" id="{780B5495-D514-40F7-BAF8-40E42BE368D2}"/>
              </a:ext>
            </a:extLst>
          </p:cNvPr>
          <p:cNvSpPr/>
          <p:nvPr/>
        </p:nvSpPr>
        <p:spPr>
          <a:xfrm>
            <a:off x="882650" y="571312"/>
            <a:ext cx="7259398" cy="1719011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/>
              <p:nvPr/>
            </p:nvSpPr>
            <p:spPr>
              <a:xfrm>
                <a:off x="1565699" y="1586114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699" y="1586114"/>
                <a:ext cx="783035" cy="343171"/>
              </a:xfrm>
              <a:prstGeom prst="rect">
                <a:avLst/>
              </a:prstGeom>
              <a:blipFill>
                <a:blip r:embed="rId5"/>
                <a:stretch>
                  <a:fillRect b="-10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/>
              <p:nvPr/>
            </p:nvSpPr>
            <p:spPr>
              <a:xfrm>
                <a:off x="1623084" y="1955731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1955731"/>
                <a:ext cx="889154" cy="3431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/>
              <p:nvPr/>
            </p:nvSpPr>
            <p:spPr>
              <a:xfrm>
                <a:off x="3052942" y="1955731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1955731"/>
                <a:ext cx="889154" cy="34317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/>
              <p:nvPr/>
            </p:nvSpPr>
            <p:spPr>
              <a:xfrm>
                <a:off x="4482800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1955731"/>
                <a:ext cx="733662" cy="34317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/>
              <p:nvPr/>
            </p:nvSpPr>
            <p:spPr>
              <a:xfrm>
                <a:off x="5757166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1955731"/>
                <a:ext cx="733662" cy="3431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/>
              <p:nvPr/>
            </p:nvSpPr>
            <p:spPr>
              <a:xfrm>
                <a:off x="7031532" y="1955731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1955731"/>
                <a:ext cx="733662" cy="3431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/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  <a:blipFill>
                <a:blip r:embed="rId11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/>
              <p:nvPr/>
            </p:nvSpPr>
            <p:spPr>
              <a:xfrm>
                <a:off x="1623084" y="4219292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4219292"/>
                <a:ext cx="889154" cy="34317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/>
              <p:nvPr/>
            </p:nvSpPr>
            <p:spPr>
              <a:xfrm>
                <a:off x="3052942" y="4219293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4219293"/>
                <a:ext cx="889154" cy="34317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/>
              <p:nvPr/>
            </p:nvSpPr>
            <p:spPr>
              <a:xfrm>
                <a:off x="4482800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4219293"/>
                <a:ext cx="733662" cy="34317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/>
              <p:nvPr/>
            </p:nvSpPr>
            <p:spPr>
              <a:xfrm>
                <a:off x="5757166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4219293"/>
                <a:ext cx="733662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/>
              <p:nvPr/>
            </p:nvSpPr>
            <p:spPr>
              <a:xfrm>
                <a:off x="7031532" y="4219293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4219293"/>
                <a:ext cx="733662" cy="34317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" name="矩形 166">
            <a:extLst>
              <a:ext uri="{FF2B5EF4-FFF2-40B4-BE49-F238E27FC236}">
                <a16:creationId xmlns:a16="http://schemas.microsoft.com/office/drawing/2014/main" id="{FD935054-9BC7-414F-889D-6ED5E09AD8B1}"/>
              </a:ext>
            </a:extLst>
          </p:cNvPr>
          <p:cNvSpPr/>
          <p:nvPr/>
        </p:nvSpPr>
        <p:spPr>
          <a:xfrm>
            <a:off x="8160260" y="192849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17F6D338-64FC-411F-8551-7B4F1B199F22}"/>
              </a:ext>
            </a:extLst>
          </p:cNvPr>
          <p:cNvSpPr/>
          <p:nvPr/>
        </p:nvSpPr>
        <p:spPr>
          <a:xfrm>
            <a:off x="8135689" y="4076479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64D0A34D-253B-4A9C-98CE-AB61E23D6615}"/>
              </a:ext>
            </a:extLst>
          </p:cNvPr>
          <p:cNvGrpSpPr/>
          <p:nvPr/>
        </p:nvGrpSpPr>
        <p:grpSpPr>
          <a:xfrm>
            <a:off x="1872502" y="870547"/>
            <a:ext cx="703953" cy="629156"/>
            <a:chOff x="-1051588" y="926660"/>
            <a:chExt cx="645259" cy="576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文字方塊 169">
                  <a:extLst>
                    <a:ext uri="{FF2B5EF4-FFF2-40B4-BE49-F238E27FC236}">
                      <a16:creationId xmlns:a16="http://schemas.microsoft.com/office/drawing/2014/main" id="{0C1F89D7-61E2-4508-9AE9-282DD4977A7C}"/>
                    </a:ext>
                  </a:extLst>
                </p:cNvPr>
                <p:cNvSpPr txBox="1"/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0" name="文字方塊 79">
                  <a:extLst>
                    <a:ext uri="{FF2B5EF4-FFF2-40B4-BE49-F238E27FC236}">
                      <a16:creationId xmlns:a16="http://schemas.microsoft.com/office/drawing/2014/main" id="{0A2654E9-3006-4B11-B911-23ACB1C2DD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blipFill>
                  <a:blip r:embed="rId19"/>
                  <a:stretch>
                    <a:fillRect r="-3448" b="-1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18D72727-38CD-47C1-B52D-662A4B2FEBF9}"/>
                    </a:ext>
                  </a:extLst>
                </p:cNvPr>
                <p:cNvSpPr txBox="1"/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47E81467-D25E-4BB7-94DE-E307D45DD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blipFill>
                  <a:blip r:embed="rId20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2" name="箭號: 向右 171">
              <a:extLst>
                <a:ext uri="{FF2B5EF4-FFF2-40B4-BE49-F238E27FC236}">
                  <a16:creationId xmlns:a16="http://schemas.microsoft.com/office/drawing/2014/main" id="{49CE44A5-47F8-4FE1-B483-1DC755D3C58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3" name="箭號: 向右 172">
              <a:extLst>
                <a:ext uri="{FF2B5EF4-FFF2-40B4-BE49-F238E27FC236}">
                  <a16:creationId xmlns:a16="http://schemas.microsoft.com/office/drawing/2014/main" id="{8E1ED404-686A-4B30-8BF5-7A5FA882C890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84810C9E-44C0-4E0E-99E1-37B7522CCBDE}"/>
              </a:ext>
            </a:extLst>
          </p:cNvPr>
          <p:cNvGrpSpPr/>
          <p:nvPr/>
        </p:nvGrpSpPr>
        <p:grpSpPr>
          <a:xfrm>
            <a:off x="1897672" y="3117080"/>
            <a:ext cx="688366" cy="625691"/>
            <a:chOff x="-1026188" y="931423"/>
            <a:chExt cx="630972" cy="5735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文字方塊 174">
                  <a:extLst>
                    <a:ext uri="{FF2B5EF4-FFF2-40B4-BE49-F238E27FC236}">
                      <a16:creationId xmlns:a16="http://schemas.microsoft.com/office/drawing/2014/main" id="{1A2DDC95-5BE7-4916-B4B1-E505B5E95F8F}"/>
                    </a:ext>
                  </a:extLst>
                </p:cNvPr>
                <p:cNvSpPr txBox="1"/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48683BE6-7C91-45D6-99F7-2C602C34D8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blipFill>
                  <a:blip r:embed="rId21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E6EA0AC7-EEA0-4B1E-8CA2-0525AE7DB02F}"/>
                    </a:ext>
                  </a:extLst>
                </p:cNvPr>
                <p:cNvSpPr txBox="1"/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9E8963A5-F392-4029-B309-DD9A00CE0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blipFill>
                  <a:blip r:embed="rId22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7" name="箭號: 向右 176">
              <a:extLst>
                <a:ext uri="{FF2B5EF4-FFF2-40B4-BE49-F238E27FC236}">
                  <a16:creationId xmlns:a16="http://schemas.microsoft.com/office/drawing/2014/main" id="{68CC51FC-5069-405A-9C18-903D1F5E554D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8" name="箭號: 向右 177">
              <a:extLst>
                <a:ext uri="{FF2B5EF4-FFF2-40B4-BE49-F238E27FC236}">
                  <a16:creationId xmlns:a16="http://schemas.microsoft.com/office/drawing/2014/main" id="{18727DB6-8893-4391-BE7F-362943E35244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80" name="圖片 179">
            <a:extLst>
              <a:ext uri="{FF2B5EF4-FFF2-40B4-BE49-F238E27FC236}">
                <a16:creationId xmlns:a16="http://schemas.microsoft.com/office/drawing/2014/main" id="{2930E40C-335E-4B3F-8D1F-6609FA754C8C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5594"/>
          <a:stretch/>
        </p:blipFill>
        <p:spPr>
          <a:xfrm>
            <a:off x="933455" y="2382596"/>
            <a:ext cx="1473200" cy="444937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B1DC3C66-376F-4DAD-9A7D-8D335ACBB7C9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56092"/>
          <a:stretch/>
        </p:blipFill>
        <p:spPr>
          <a:xfrm>
            <a:off x="939898" y="112309"/>
            <a:ext cx="1188922" cy="444937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504F827B-338C-4CBB-B7BD-C1AEC27D17B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4" r="68104"/>
          <a:stretch/>
        </p:blipFill>
        <p:spPr>
          <a:xfrm>
            <a:off x="2762731" y="541230"/>
            <a:ext cx="1387366" cy="1659600"/>
          </a:xfrm>
          <a:prstGeom prst="rect">
            <a:avLst/>
          </a:prstGeom>
        </p:spPr>
      </p:pic>
      <p:pic>
        <p:nvPicPr>
          <p:cNvPr id="36" name="圖片 35">
            <a:extLst>
              <a:ext uri="{FF2B5EF4-FFF2-40B4-BE49-F238E27FC236}">
                <a16:creationId xmlns:a16="http://schemas.microsoft.com/office/drawing/2014/main" id="{BAE9D29A-557F-47E8-B840-9D8A04ABA9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46" r="68310"/>
          <a:stretch/>
        </p:blipFill>
        <p:spPr>
          <a:xfrm>
            <a:off x="2756951" y="2768522"/>
            <a:ext cx="1387365" cy="1658288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4A546662-043B-46AF-911C-8746A05C722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34" r="51322"/>
          <a:stretch/>
        </p:blipFill>
        <p:spPr>
          <a:xfrm>
            <a:off x="4064876" y="541230"/>
            <a:ext cx="1408386" cy="16596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5C65022C-F7D4-42D5-926B-C3FCFE4CCB8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49" r="51513"/>
          <a:stretch/>
        </p:blipFill>
        <p:spPr>
          <a:xfrm>
            <a:off x="4083006" y="2768522"/>
            <a:ext cx="1376856" cy="1658288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1287C793-AD60-4635-93A1-F4D71550E5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7" r="34750"/>
          <a:stretch/>
        </p:blipFill>
        <p:spPr>
          <a:xfrm>
            <a:off x="5396010" y="541230"/>
            <a:ext cx="1387366" cy="165960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482C8D1F-4A4C-4173-A4E5-A809D17F01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50" r="34717"/>
          <a:stretch/>
        </p:blipFill>
        <p:spPr>
          <a:xfrm>
            <a:off x="5417031" y="2768522"/>
            <a:ext cx="1366345" cy="1658288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6D7F35F3-1DB2-4177-BC1C-85B456A7B06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100" r="17862"/>
          <a:stretch/>
        </p:blipFill>
        <p:spPr>
          <a:xfrm>
            <a:off x="6726619" y="541230"/>
            <a:ext cx="1397877" cy="1659600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AFBFFF59-6443-4AD5-8A01-24BCC1566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40" r="17365"/>
          <a:stretch/>
        </p:blipFill>
        <p:spPr>
          <a:xfrm>
            <a:off x="6716111" y="2768522"/>
            <a:ext cx="1432264" cy="1658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748B52F-40CA-4BF8-AE07-6F1BC800491B}"/>
                  </a:ext>
                </a:extLst>
              </p:cNvPr>
              <p:cNvSpPr/>
              <p:nvPr/>
            </p:nvSpPr>
            <p:spPr>
              <a:xfrm>
                <a:off x="798341" y="3419451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748B52F-40CA-4BF8-AE07-6F1BC80049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41" y="3419451"/>
                <a:ext cx="744243" cy="343171"/>
              </a:xfrm>
              <a:prstGeom prst="rect">
                <a:avLst/>
              </a:prstGeom>
              <a:blipFill>
                <a:blip r:embed="rId25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23454FF-C932-431A-B8AA-B2514BEE2E25}"/>
                  </a:ext>
                </a:extLst>
              </p:cNvPr>
              <p:cNvSpPr/>
              <p:nvPr/>
            </p:nvSpPr>
            <p:spPr>
              <a:xfrm>
                <a:off x="798341" y="1211433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23454FF-C932-431A-B8AA-B2514BEE2E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341" y="1211433"/>
                <a:ext cx="744243" cy="343171"/>
              </a:xfrm>
              <a:prstGeom prst="rect">
                <a:avLst/>
              </a:prstGeom>
              <a:blipFill>
                <a:blip r:embed="rId26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5" name="圖片 44">
            <a:extLst>
              <a:ext uri="{FF2B5EF4-FFF2-40B4-BE49-F238E27FC236}">
                <a16:creationId xmlns:a16="http://schemas.microsoft.com/office/drawing/2014/main" id="{B271E383-D64D-4F4D-A358-5FFBD5B85F81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2321"/>
          <a:stretch/>
        </p:blipFill>
        <p:spPr>
          <a:xfrm>
            <a:off x="8165045" y="2903493"/>
            <a:ext cx="407456" cy="1328804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146AE1C8-6C71-48F2-A161-21EDDF441D06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6676" b="1412"/>
          <a:stretch/>
        </p:blipFill>
        <p:spPr>
          <a:xfrm>
            <a:off x="8177841" y="664194"/>
            <a:ext cx="394660" cy="1346221"/>
          </a:xfrm>
          <a:prstGeom prst="rect">
            <a:avLst/>
          </a:prstGeom>
        </p:spPr>
      </p:pic>
      <p:sp>
        <p:nvSpPr>
          <p:cNvPr id="46" name="矩形 45">
            <a:extLst>
              <a:ext uri="{FF2B5EF4-FFF2-40B4-BE49-F238E27FC236}">
                <a16:creationId xmlns:a16="http://schemas.microsoft.com/office/drawing/2014/main" id="{F7DE3470-B86B-41A4-90CA-5EE3920827CC}"/>
              </a:ext>
            </a:extLst>
          </p:cNvPr>
          <p:cNvSpPr/>
          <p:nvPr/>
        </p:nvSpPr>
        <p:spPr>
          <a:xfrm>
            <a:off x="8463801" y="531705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6AA29D1-BA19-4B65-AFAB-7186726D750C}"/>
              </a:ext>
            </a:extLst>
          </p:cNvPr>
          <p:cNvSpPr/>
          <p:nvPr/>
        </p:nvSpPr>
        <p:spPr>
          <a:xfrm>
            <a:off x="8482851" y="179853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C8B2CEE-BD76-45B2-946A-28A0D9883D55}"/>
              </a:ext>
            </a:extLst>
          </p:cNvPr>
          <p:cNvSpPr/>
          <p:nvPr/>
        </p:nvSpPr>
        <p:spPr>
          <a:xfrm>
            <a:off x="8473326" y="275103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A8D5E01-3896-4BC8-BD09-763BCC19DD77}"/>
              </a:ext>
            </a:extLst>
          </p:cNvPr>
          <p:cNvSpPr/>
          <p:nvPr/>
        </p:nvSpPr>
        <p:spPr>
          <a:xfrm>
            <a:off x="8492376" y="3989280"/>
            <a:ext cx="357790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4290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圖片 35">
            <a:extLst>
              <a:ext uri="{FF2B5EF4-FFF2-40B4-BE49-F238E27FC236}">
                <a16:creationId xmlns:a16="http://schemas.microsoft.com/office/drawing/2014/main" id="{BAE9D29A-557F-47E8-B840-9D8A04ABA93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46" r="68310"/>
          <a:stretch/>
        </p:blipFill>
        <p:spPr>
          <a:xfrm>
            <a:off x="2756951" y="2768522"/>
            <a:ext cx="1387365" cy="1658288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504F827B-338C-4CBB-B7BD-C1AEC27D17B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4" r="68104"/>
          <a:stretch/>
        </p:blipFill>
        <p:spPr>
          <a:xfrm>
            <a:off x="2762731" y="807050"/>
            <a:ext cx="1387366" cy="1659600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4A546662-043B-46AF-911C-8746A05C722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34" r="51322"/>
          <a:stretch/>
        </p:blipFill>
        <p:spPr>
          <a:xfrm>
            <a:off x="4064876" y="807050"/>
            <a:ext cx="1408386" cy="1659600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437F99CF-EE0E-4119-8643-8B0E99DCD7A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992"/>
          <a:stretch/>
        </p:blipFill>
        <p:spPr>
          <a:xfrm>
            <a:off x="1311826" y="807050"/>
            <a:ext cx="1494436" cy="1659600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CDDCB0AA-F2C9-4DA4-BDE0-378878E44E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5316"/>
          <a:stretch/>
        </p:blipFill>
        <p:spPr>
          <a:xfrm>
            <a:off x="1351826" y="2768522"/>
            <a:ext cx="1461006" cy="1658288"/>
          </a:xfrm>
          <a:prstGeom prst="rect">
            <a:avLst/>
          </a:prstGeom>
        </p:spPr>
      </p:pic>
      <p:sp>
        <p:nvSpPr>
          <p:cNvPr id="153" name="矩形: 圓角 152">
            <a:extLst>
              <a:ext uri="{FF2B5EF4-FFF2-40B4-BE49-F238E27FC236}">
                <a16:creationId xmlns:a16="http://schemas.microsoft.com/office/drawing/2014/main" id="{12F5DFE2-79A5-4BDB-B18F-972FD6B9518F}"/>
              </a:ext>
            </a:extLst>
          </p:cNvPr>
          <p:cNvSpPr/>
          <p:nvPr/>
        </p:nvSpPr>
        <p:spPr>
          <a:xfrm>
            <a:off x="1424763" y="2858022"/>
            <a:ext cx="6717600" cy="145800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: 圓角 153">
            <a:extLst>
              <a:ext uri="{FF2B5EF4-FFF2-40B4-BE49-F238E27FC236}">
                <a16:creationId xmlns:a16="http://schemas.microsoft.com/office/drawing/2014/main" id="{780B5495-D514-40F7-BAF8-40E42BE368D2}"/>
              </a:ext>
            </a:extLst>
          </p:cNvPr>
          <p:cNvSpPr/>
          <p:nvPr/>
        </p:nvSpPr>
        <p:spPr>
          <a:xfrm>
            <a:off x="1424763" y="911563"/>
            <a:ext cx="6717600" cy="145800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/>
              <p:nvPr/>
            </p:nvSpPr>
            <p:spPr>
              <a:xfrm>
                <a:off x="1565699" y="1915729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26AAC696-0C83-43C2-A7D7-AE30F4AF9A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699" y="1915729"/>
                <a:ext cx="783035" cy="343171"/>
              </a:xfrm>
              <a:prstGeom prst="rect">
                <a:avLst/>
              </a:prstGeom>
              <a:blipFill>
                <a:blip r:embed="rId4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/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0.1 </m:t>
                      </m:r>
                      <m:sSub>
                        <m:sSubPr>
                          <m:ctrlPr>
                            <a:rPr lang="en-US" altLang="zh-TW" sz="16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BD4CD20-BAE0-4BCD-AEC0-C2E3F9C8E6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8559" y="3897301"/>
                <a:ext cx="783035" cy="343171"/>
              </a:xfrm>
              <a:prstGeom prst="rect">
                <a:avLst/>
              </a:prstGeom>
              <a:blipFill>
                <a:blip r:embed="rId11"/>
                <a:stretch>
                  <a:fillRect b="-8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7" name="矩形 166">
            <a:extLst>
              <a:ext uri="{FF2B5EF4-FFF2-40B4-BE49-F238E27FC236}">
                <a16:creationId xmlns:a16="http://schemas.microsoft.com/office/drawing/2014/main" id="{FD935054-9BC7-414F-889D-6ED5E09AD8B1}"/>
              </a:ext>
            </a:extLst>
          </p:cNvPr>
          <p:cNvSpPr/>
          <p:nvPr/>
        </p:nvSpPr>
        <p:spPr>
          <a:xfrm>
            <a:off x="8160260" y="219431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17F6D338-64FC-411F-8551-7B4F1B199F22}"/>
              </a:ext>
            </a:extLst>
          </p:cNvPr>
          <p:cNvSpPr/>
          <p:nvPr/>
        </p:nvSpPr>
        <p:spPr>
          <a:xfrm>
            <a:off x="8135689" y="4076479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64D0A34D-253B-4A9C-98CE-AB61E23D6615}"/>
              </a:ext>
            </a:extLst>
          </p:cNvPr>
          <p:cNvGrpSpPr/>
          <p:nvPr/>
        </p:nvGrpSpPr>
        <p:grpSpPr>
          <a:xfrm>
            <a:off x="1872502" y="1136367"/>
            <a:ext cx="703953" cy="629156"/>
            <a:chOff x="-1051588" y="926660"/>
            <a:chExt cx="645259" cy="576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0" name="文字方塊 169">
                  <a:extLst>
                    <a:ext uri="{FF2B5EF4-FFF2-40B4-BE49-F238E27FC236}">
                      <a16:creationId xmlns:a16="http://schemas.microsoft.com/office/drawing/2014/main" id="{0C1F89D7-61E2-4508-9AE9-282DD4977A7C}"/>
                    </a:ext>
                  </a:extLst>
                </p:cNvPr>
                <p:cNvSpPr txBox="1"/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0" name="文字方塊 79">
                  <a:extLst>
                    <a:ext uri="{FF2B5EF4-FFF2-40B4-BE49-F238E27FC236}">
                      <a16:creationId xmlns:a16="http://schemas.microsoft.com/office/drawing/2014/main" id="{0A2654E9-3006-4B11-B911-23ACB1C2DD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51588" y="926660"/>
                  <a:ext cx="323387" cy="335658"/>
                </a:xfrm>
                <a:prstGeom prst="rect">
                  <a:avLst/>
                </a:prstGeom>
                <a:blipFill>
                  <a:blip r:embed="rId19"/>
                  <a:stretch>
                    <a:fillRect r="-3448" b="-1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18D72727-38CD-47C1-B52D-662A4B2FEBF9}"/>
                    </a:ext>
                  </a:extLst>
                </p:cNvPr>
                <p:cNvSpPr txBox="1"/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1" name="文字方塊 80">
                  <a:extLst>
                    <a:ext uri="{FF2B5EF4-FFF2-40B4-BE49-F238E27FC236}">
                      <a16:creationId xmlns:a16="http://schemas.microsoft.com/office/drawing/2014/main" id="{47E81467-D25E-4BB7-94DE-E307D45DD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13248" y="1188801"/>
                  <a:ext cx="406919" cy="314558"/>
                </a:xfrm>
                <a:prstGeom prst="rect">
                  <a:avLst/>
                </a:prstGeom>
                <a:blipFill>
                  <a:blip r:embed="rId20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2" name="箭號: 向右 171">
              <a:extLst>
                <a:ext uri="{FF2B5EF4-FFF2-40B4-BE49-F238E27FC236}">
                  <a16:creationId xmlns:a16="http://schemas.microsoft.com/office/drawing/2014/main" id="{49CE44A5-47F8-4FE1-B483-1DC755D3C58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3" name="箭號: 向右 172">
              <a:extLst>
                <a:ext uri="{FF2B5EF4-FFF2-40B4-BE49-F238E27FC236}">
                  <a16:creationId xmlns:a16="http://schemas.microsoft.com/office/drawing/2014/main" id="{8E1ED404-686A-4B30-8BF5-7A5FA882C890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84810C9E-44C0-4E0E-99E1-37B7522CCBDE}"/>
              </a:ext>
            </a:extLst>
          </p:cNvPr>
          <p:cNvGrpSpPr/>
          <p:nvPr/>
        </p:nvGrpSpPr>
        <p:grpSpPr>
          <a:xfrm>
            <a:off x="1897672" y="3117080"/>
            <a:ext cx="688366" cy="625691"/>
            <a:chOff x="-1026188" y="931423"/>
            <a:chExt cx="630972" cy="57352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文字方塊 174">
                  <a:extLst>
                    <a:ext uri="{FF2B5EF4-FFF2-40B4-BE49-F238E27FC236}">
                      <a16:creationId xmlns:a16="http://schemas.microsoft.com/office/drawing/2014/main" id="{1A2DDC95-5BE7-4916-B4B1-E505B5E95F8F}"/>
                    </a:ext>
                  </a:extLst>
                </p:cNvPr>
                <p:cNvSpPr txBox="1"/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48683BE6-7C91-45D6-99F7-2C602C34D8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026188" y="931423"/>
                  <a:ext cx="323387" cy="335658"/>
                </a:xfrm>
                <a:prstGeom prst="rect">
                  <a:avLst/>
                </a:prstGeom>
                <a:blipFill>
                  <a:blip r:embed="rId21"/>
                  <a:stretch>
                    <a:fillRect r="-344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E6EA0AC7-EEA0-4B1E-8CA2-0525AE7DB02F}"/>
                    </a:ext>
                  </a:extLst>
                </p:cNvPr>
                <p:cNvSpPr txBox="1"/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sub>
                        </m:sSub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9E8963A5-F392-4029-B309-DD9A00CE08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2135" y="1190388"/>
                  <a:ext cx="406919" cy="314558"/>
                </a:xfrm>
                <a:prstGeom prst="rect">
                  <a:avLst/>
                </a:prstGeom>
                <a:blipFill>
                  <a:blip r:embed="rId22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7" name="箭號: 向右 176">
              <a:extLst>
                <a:ext uri="{FF2B5EF4-FFF2-40B4-BE49-F238E27FC236}">
                  <a16:creationId xmlns:a16="http://schemas.microsoft.com/office/drawing/2014/main" id="{68CC51FC-5069-405A-9C18-903D1F5E554D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8" name="箭號: 向右 177">
              <a:extLst>
                <a:ext uri="{FF2B5EF4-FFF2-40B4-BE49-F238E27FC236}">
                  <a16:creationId xmlns:a16="http://schemas.microsoft.com/office/drawing/2014/main" id="{18727DB6-8893-4391-BE7F-362943E35244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80" name="圖片 179">
            <a:extLst>
              <a:ext uri="{FF2B5EF4-FFF2-40B4-BE49-F238E27FC236}">
                <a16:creationId xmlns:a16="http://schemas.microsoft.com/office/drawing/2014/main" id="{2930E40C-335E-4B3F-8D1F-6609FA754C8C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5594" r="36360"/>
          <a:stretch/>
        </p:blipFill>
        <p:spPr>
          <a:xfrm>
            <a:off x="1454450" y="2435761"/>
            <a:ext cx="488650" cy="444937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B1DC3C66-376F-4DAD-9A7D-8D335ACBB7C9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97142"/>
          <a:stretch/>
        </p:blipFill>
        <p:spPr>
          <a:xfrm>
            <a:off x="1460893" y="431294"/>
            <a:ext cx="77395" cy="444937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5C65022C-F7D4-42D5-926B-C3FCFE4CCB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649" r="51513"/>
          <a:stretch/>
        </p:blipFill>
        <p:spPr>
          <a:xfrm>
            <a:off x="4083006" y="2768522"/>
            <a:ext cx="1376856" cy="1658288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1287C793-AD60-4635-93A1-F4D71550E5A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7" r="34750"/>
          <a:stretch/>
        </p:blipFill>
        <p:spPr>
          <a:xfrm>
            <a:off x="5396010" y="807050"/>
            <a:ext cx="1387366" cy="165960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482C8D1F-4A4C-4173-A4E5-A809D17F012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550" r="34717"/>
          <a:stretch/>
        </p:blipFill>
        <p:spPr>
          <a:xfrm>
            <a:off x="5417031" y="2768522"/>
            <a:ext cx="1366345" cy="1658288"/>
          </a:xfrm>
          <a:prstGeom prst="rect">
            <a:avLst/>
          </a:prstGeom>
        </p:spPr>
      </p:pic>
      <p:pic>
        <p:nvPicPr>
          <p:cNvPr id="41" name="圖片 40">
            <a:extLst>
              <a:ext uri="{FF2B5EF4-FFF2-40B4-BE49-F238E27FC236}">
                <a16:creationId xmlns:a16="http://schemas.microsoft.com/office/drawing/2014/main" id="{6D7F35F3-1DB2-4177-BC1C-85B456A7B06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100" r="17862"/>
          <a:stretch/>
        </p:blipFill>
        <p:spPr>
          <a:xfrm>
            <a:off x="6726619" y="807050"/>
            <a:ext cx="1397877" cy="1659600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AFBFFF59-6443-4AD5-8A01-24BCC156678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40" r="17365"/>
          <a:stretch/>
        </p:blipFill>
        <p:spPr>
          <a:xfrm>
            <a:off x="6716111" y="2768522"/>
            <a:ext cx="1432264" cy="1658288"/>
          </a:xfrm>
          <a:prstGeom prst="rect">
            <a:avLst/>
          </a:prstGeom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B271E383-D64D-4F4D-A358-5FFBD5B85F81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32321"/>
          <a:stretch/>
        </p:blipFill>
        <p:spPr>
          <a:xfrm>
            <a:off x="8165045" y="2903493"/>
            <a:ext cx="407456" cy="1328804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146AE1C8-6C71-48F2-A161-21EDDF441D06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26676" b="1412"/>
          <a:stretch/>
        </p:blipFill>
        <p:spPr>
          <a:xfrm>
            <a:off x="8177841" y="930014"/>
            <a:ext cx="394660" cy="1346221"/>
          </a:xfrm>
          <a:prstGeom prst="rect">
            <a:avLst/>
          </a:prstGeom>
        </p:spPr>
      </p:pic>
      <p:sp>
        <p:nvSpPr>
          <p:cNvPr id="46" name="矩形 45">
            <a:extLst>
              <a:ext uri="{FF2B5EF4-FFF2-40B4-BE49-F238E27FC236}">
                <a16:creationId xmlns:a16="http://schemas.microsoft.com/office/drawing/2014/main" id="{F7DE3470-B86B-41A4-90CA-5EE3920827CC}"/>
              </a:ext>
            </a:extLst>
          </p:cNvPr>
          <p:cNvSpPr/>
          <p:nvPr/>
        </p:nvSpPr>
        <p:spPr>
          <a:xfrm>
            <a:off x="8463801" y="797525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6AA29D1-BA19-4B65-AFAB-7186726D750C}"/>
              </a:ext>
            </a:extLst>
          </p:cNvPr>
          <p:cNvSpPr/>
          <p:nvPr/>
        </p:nvSpPr>
        <p:spPr>
          <a:xfrm>
            <a:off x="8482851" y="206435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C8B2CEE-BD76-45B2-946A-28A0D9883D55}"/>
              </a:ext>
            </a:extLst>
          </p:cNvPr>
          <p:cNvSpPr/>
          <p:nvPr/>
        </p:nvSpPr>
        <p:spPr>
          <a:xfrm>
            <a:off x="8473326" y="275103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A8D5E01-3896-4BC8-BD09-763BCC19DD77}"/>
              </a:ext>
            </a:extLst>
          </p:cNvPr>
          <p:cNvSpPr/>
          <p:nvPr/>
        </p:nvSpPr>
        <p:spPr>
          <a:xfrm>
            <a:off x="8492376" y="3989280"/>
            <a:ext cx="357790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/>
              <p:nvPr/>
            </p:nvSpPr>
            <p:spPr>
              <a:xfrm>
                <a:off x="1623084" y="935011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9A6ABA0C-E06E-4E01-9C48-24D6DD0716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935011"/>
                <a:ext cx="889154" cy="343171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/>
              <p:nvPr/>
            </p:nvSpPr>
            <p:spPr>
              <a:xfrm>
                <a:off x="3052942" y="935011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E4AEA160-3D8E-49BF-AABF-DF9ACA1AF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935011"/>
                <a:ext cx="889154" cy="34317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/>
              <p:nvPr/>
            </p:nvSpPr>
            <p:spPr>
              <a:xfrm>
                <a:off x="4482800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F35D562F-4D39-426F-959E-9BDB7804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935011"/>
                <a:ext cx="733662" cy="343171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/>
              <p:nvPr/>
            </p:nvSpPr>
            <p:spPr>
              <a:xfrm>
                <a:off x="5757166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5F2474C0-777F-4023-B64D-216298CD96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935011"/>
                <a:ext cx="733662" cy="34317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/>
              <p:nvPr/>
            </p:nvSpPr>
            <p:spPr>
              <a:xfrm>
                <a:off x="7031532" y="935011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F6079F0D-AE71-49F9-8960-E30C1BCE64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935011"/>
                <a:ext cx="733662" cy="343171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/>
              <p:nvPr/>
            </p:nvSpPr>
            <p:spPr>
              <a:xfrm>
                <a:off x="1623084" y="2879587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6341AF83-F103-4236-9A0E-9C1F8A426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3084" y="2879587"/>
                <a:ext cx="889154" cy="343171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/>
              <p:nvPr/>
            </p:nvSpPr>
            <p:spPr>
              <a:xfrm>
                <a:off x="3052942" y="2879588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03A4DAB4-3182-44BE-AFC1-87879D4996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2942" y="2879588"/>
                <a:ext cx="889154" cy="343171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/>
              <p:nvPr/>
            </p:nvSpPr>
            <p:spPr>
              <a:xfrm>
                <a:off x="4482800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2CF1161E-12B2-4CEC-8C7B-486AB3AA70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2800" y="2879588"/>
                <a:ext cx="733662" cy="343171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/>
              <p:nvPr/>
            </p:nvSpPr>
            <p:spPr>
              <a:xfrm>
                <a:off x="5757166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971359BB-E89B-454C-B515-8239716E3F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166" y="2879588"/>
                <a:ext cx="733662" cy="343171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/>
              <p:nvPr/>
            </p:nvSpPr>
            <p:spPr>
              <a:xfrm>
                <a:off x="7031532" y="2879588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8F2EF964-F807-4324-AE87-A67C87F43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1532" y="2879588"/>
                <a:ext cx="733662" cy="34317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形 3">
            <a:extLst>
              <a:ext uri="{FF2B5EF4-FFF2-40B4-BE49-F238E27FC236}">
                <a16:creationId xmlns:a16="http://schemas.microsoft.com/office/drawing/2014/main" id="{350EBB08-3334-4E46-95C4-4B20AF750E45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rcRect l="27035" r="3958"/>
          <a:stretch/>
        </p:blipFill>
        <p:spPr>
          <a:xfrm>
            <a:off x="1924050" y="2473406"/>
            <a:ext cx="1244600" cy="370378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02FACD5B-F1E9-451F-A3F9-66ACC2C52873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6481"/>
          <a:stretch/>
        </p:blipFill>
        <p:spPr>
          <a:xfrm>
            <a:off x="3159125" y="2435761"/>
            <a:ext cx="95290" cy="444937"/>
          </a:xfrm>
          <a:prstGeom prst="rect">
            <a:avLst/>
          </a:prstGeom>
        </p:spPr>
      </p:pic>
      <p:pic>
        <p:nvPicPr>
          <p:cNvPr id="51" name="圖形 50">
            <a:extLst>
              <a:ext uri="{FF2B5EF4-FFF2-40B4-BE49-F238E27FC236}">
                <a16:creationId xmlns:a16="http://schemas.microsoft.com/office/drawing/2014/main" id="{6DBA4B07-935B-4A9E-9F54-9D2ACBFB954C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rcRect l="27035" r="3958"/>
          <a:stretch/>
        </p:blipFill>
        <p:spPr>
          <a:xfrm>
            <a:off x="1541406" y="499207"/>
            <a:ext cx="1244600" cy="370378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B00070E0-A41C-4115-85C4-AF53AAE3F019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990" r="56092"/>
          <a:stretch/>
        </p:blipFill>
        <p:spPr>
          <a:xfrm>
            <a:off x="2767013" y="431294"/>
            <a:ext cx="214402" cy="444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939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1416</TotalTime>
  <Words>162</Words>
  <Application>Microsoft Office PowerPoint</Application>
  <PresentationFormat>自訂</PresentationFormat>
  <Paragraphs>64</Paragraphs>
  <Slides>3</Slides>
  <Notes>0</Notes>
  <HiddenSlides>2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41</cp:revision>
  <dcterms:created xsi:type="dcterms:W3CDTF">2026-03-29T16:54:49Z</dcterms:created>
  <dcterms:modified xsi:type="dcterms:W3CDTF">2026-07-02T07:34:20Z</dcterms:modified>
</cp:coreProperties>
</file>