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2192000" cy="38512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>
        <p:scale>
          <a:sx n="100" d="100"/>
          <a:sy n="100" d="100"/>
        </p:scale>
        <p:origin x="816" y="18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30290"/>
            <a:ext cx="9144000" cy="1340814"/>
          </a:xfrm>
        </p:spPr>
        <p:txBody>
          <a:bodyPr anchor="b"/>
          <a:lstStyle>
            <a:lvl1pPr algn="ctr">
              <a:defRPr sz="337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022811"/>
            <a:ext cx="9144000" cy="929833"/>
          </a:xfrm>
        </p:spPr>
        <p:txBody>
          <a:bodyPr/>
          <a:lstStyle>
            <a:lvl1pPr marL="0" indent="0" algn="ctr">
              <a:buNone/>
              <a:defRPr sz="1348"/>
            </a:lvl1pPr>
            <a:lvl2pPr marL="256764" indent="0" algn="ctr">
              <a:buNone/>
              <a:defRPr sz="1123"/>
            </a:lvl2pPr>
            <a:lvl3pPr marL="513527" indent="0" algn="ctr">
              <a:buNone/>
              <a:defRPr sz="1011"/>
            </a:lvl3pPr>
            <a:lvl4pPr marL="770291" indent="0" algn="ctr">
              <a:buNone/>
              <a:defRPr sz="899"/>
            </a:lvl4pPr>
            <a:lvl5pPr marL="1027054" indent="0" algn="ctr">
              <a:buNone/>
              <a:defRPr sz="899"/>
            </a:lvl5pPr>
            <a:lvl6pPr marL="1283818" indent="0" algn="ctr">
              <a:buNone/>
              <a:defRPr sz="899"/>
            </a:lvl6pPr>
            <a:lvl7pPr marL="1540581" indent="0" algn="ctr">
              <a:buNone/>
              <a:defRPr sz="899"/>
            </a:lvl7pPr>
            <a:lvl8pPr marL="1797345" indent="0" algn="ctr">
              <a:buNone/>
              <a:defRPr sz="899"/>
            </a:lvl8pPr>
            <a:lvl9pPr marL="2054108" indent="0" algn="ctr">
              <a:buNone/>
              <a:defRPr sz="899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923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2557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960145"/>
            <a:ext cx="10515600" cy="1602023"/>
          </a:xfrm>
        </p:spPr>
        <p:txBody>
          <a:bodyPr anchor="b"/>
          <a:lstStyle>
            <a:lvl1pPr>
              <a:defRPr sz="337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577324"/>
            <a:ext cx="10515600" cy="842466"/>
          </a:xfrm>
        </p:spPr>
        <p:txBody>
          <a:bodyPr/>
          <a:lstStyle>
            <a:lvl1pPr marL="0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1pPr>
            <a:lvl2pPr marL="256764" indent="0">
              <a:buNone/>
              <a:defRPr sz="1123">
                <a:solidFill>
                  <a:schemeClr val="tx1">
                    <a:tint val="75000"/>
                  </a:schemeClr>
                </a:solidFill>
              </a:defRPr>
            </a:lvl2pPr>
            <a:lvl3pPr marL="513527" indent="0">
              <a:buNone/>
              <a:defRPr sz="1011">
                <a:solidFill>
                  <a:schemeClr val="tx1">
                    <a:tint val="75000"/>
                  </a:schemeClr>
                </a:solidFill>
              </a:defRPr>
            </a:lvl3pPr>
            <a:lvl4pPr marL="770291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4pPr>
            <a:lvl5pPr marL="1027054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5pPr>
            <a:lvl6pPr marL="1283818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6pPr>
            <a:lvl7pPr marL="1540581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7pPr>
            <a:lvl8pPr marL="1797345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8pPr>
            <a:lvl9pPr marL="2054108" indent="0">
              <a:buNone/>
              <a:defRPr sz="8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5104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025223"/>
            <a:ext cx="5181600" cy="2443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025223"/>
            <a:ext cx="5181600" cy="2443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8679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05045"/>
            <a:ext cx="10515600" cy="74440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944097"/>
            <a:ext cx="5157787" cy="462688"/>
          </a:xfrm>
        </p:spPr>
        <p:txBody>
          <a:bodyPr anchor="b"/>
          <a:lstStyle>
            <a:lvl1pPr marL="0" indent="0">
              <a:buNone/>
              <a:defRPr sz="1348" b="1"/>
            </a:lvl1pPr>
            <a:lvl2pPr marL="256764" indent="0">
              <a:buNone/>
              <a:defRPr sz="1123" b="1"/>
            </a:lvl2pPr>
            <a:lvl3pPr marL="513527" indent="0">
              <a:buNone/>
              <a:defRPr sz="1011" b="1"/>
            </a:lvl3pPr>
            <a:lvl4pPr marL="770291" indent="0">
              <a:buNone/>
              <a:defRPr sz="899" b="1"/>
            </a:lvl4pPr>
            <a:lvl5pPr marL="1027054" indent="0">
              <a:buNone/>
              <a:defRPr sz="899" b="1"/>
            </a:lvl5pPr>
            <a:lvl6pPr marL="1283818" indent="0">
              <a:buNone/>
              <a:defRPr sz="899" b="1"/>
            </a:lvl6pPr>
            <a:lvl7pPr marL="1540581" indent="0">
              <a:buNone/>
              <a:defRPr sz="899" b="1"/>
            </a:lvl7pPr>
            <a:lvl8pPr marL="1797345" indent="0">
              <a:buNone/>
              <a:defRPr sz="899" b="1"/>
            </a:lvl8pPr>
            <a:lvl9pPr marL="2054108" indent="0">
              <a:buNone/>
              <a:defRPr sz="899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406785"/>
            <a:ext cx="5157787" cy="2069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944097"/>
            <a:ext cx="5183188" cy="462688"/>
          </a:xfrm>
        </p:spPr>
        <p:txBody>
          <a:bodyPr anchor="b"/>
          <a:lstStyle>
            <a:lvl1pPr marL="0" indent="0">
              <a:buNone/>
              <a:defRPr sz="1348" b="1"/>
            </a:lvl1pPr>
            <a:lvl2pPr marL="256764" indent="0">
              <a:buNone/>
              <a:defRPr sz="1123" b="1"/>
            </a:lvl2pPr>
            <a:lvl3pPr marL="513527" indent="0">
              <a:buNone/>
              <a:defRPr sz="1011" b="1"/>
            </a:lvl3pPr>
            <a:lvl4pPr marL="770291" indent="0">
              <a:buNone/>
              <a:defRPr sz="899" b="1"/>
            </a:lvl4pPr>
            <a:lvl5pPr marL="1027054" indent="0">
              <a:buNone/>
              <a:defRPr sz="899" b="1"/>
            </a:lvl5pPr>
            <a:lvl6pPr marL="1283818" indent="0">
              <a:buNone/>
              <a:defRPr sz="899" b="1"/>
            </a:lvl6pPr>
            <a:lvl7pPr marL="1540581" indent="0">
              <a:buNone/>
              <a:defRPr sz="899" b="1"/>
            </a:lvl7pPr>
            <a:lvl8pPr marL="1797345" indent="0">
              <a:buNone/>
              <a:defRPr sz="899" b="1"/>
            </a:lvl8pPr>
            <a:lvl9pPr marL="2054108" indent="0">
              <a:buNone/>
              <a:defRPr sz="899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406785"/>
            <a:ext cx="5183188" cy="2069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21422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5227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220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56752"/>
            <a:ext cx="3932237" cy="898631"/>
          </a:xfrm>
        </p:spPr>
        <p:txBody>
          <a:bodyPr anchor="b"/>
          <a:lstStyle>
            <a:lvl1pPr>
              <a:defRPr sz="179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554513"/>
            <a:ext cx="6172200" cy="2736901"/>
          </a:xfrm>
        </p:spPr>
        <p:txBody>
          <a:bodyPr/>
          <a:lstStyle>
            <a:lvl1pPr>
              <a:defRPr sz="1797"/>
            </a:lvl1pPr>
            <a:lvl2pPr>
              <a:defRPr sz="1572"/>
            </a:lvl2pPr>
            <a:lvl3pPr>
              <a:defRPr sz="1348"/>
            </a:lvl3pPr>
            <a:lvl4pPr>
              <a:defRPr sz="1123"/>
            </a:lvl4pPr>
            <a:lvl5pPr>
              <a:defRPr sz="1123"/>
            </a:lvl5pPr>
            <a:lvl6pPr>
              <a:defRPr sz="1123"/>
            </a:lvl6pPr>
            <a:lvl7pPr>
              <a:defRPr sz="1123"/>
            </a:lvl7pPr>
            <a:lvl8pPr>
              <a:defRPr sz="1123"/>
            </a:lvl8pPr>
            <a:lvl9pPr>
              <a:defRPr sz="112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155383"/>
            <a:ext cx="3932237" cy="2140489"/>
          </a:xfrm>
        </p:spPr>
        <p:txBody>
          <a:bodyPr/>
          <a:lstStyle>
            <a:lvl1pPr marL="0" indent="0">
              <a:buNone/>
              <a:defRPr sz="899"/>
            </a:lvl1pPr>
            <a:lvl2pPr marL="256764" indent="0">
              <a:buNone/>
              <a:defRPr sz="786"/>
            </a:lvl2pPr>
            <a:lvl3pPr marL="513527" indent="0">
              <a:buNone/>
              <a:defRPr sz="674"/>
            </a:lvl3pPr>
            <a:lvl4pPr marL="770291" indent="0">
              <a:buNone/>
              <a:defRPr sz="562"/>
            </a:lvl4pPr>
            <a:lvl5pPr marL="1027054" indent="0">
              <a:buNone/>
              <a:defRPr sz="562"/>
            </a:lvl5pPr>
            <a:lvl6pPr marL="1283818" indent="0">
              <a:buNone/>
              <a:defRPr sz="562"/>
            </a:lvl6pPr>
            <a:lvl7pPr marL="1540581" indent="0">
              <a:buNone/>
              <a:defRPr sz="562"/>
            </a:lvl7pPr>
            <a:lvl8pPr marL="1797345" indent="0">
              <a:buNone/>
              <a:defRPr sz="562"/>
            </a:lvl8pPr>
            <a:lvl9pPr marL="2054108" indent="0">
              <a:buNone/>
              <a:defRPr sz="56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2218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56752"/>
            <a:ext cx="3932237" cy="898631"/>
          </a:xfrm>
        </p:spPr>
        <p:txBody>
          <a:bodyPr anchor="b"/>
          <a:lstStyle>
            <a:lvl1pPr>
              <a:defRPr sz="179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554513"/>
            <a:ext cx="6172200" cy="2736901"/>
          </a:xfrm>
        </p:spPr>
        <p:txBody>
          <a:bodyPr anchor="t"/>
          <a:lstStyle>
            <a:lvl1pPr marL="0" indent="0">
              <a:buNone/>
              <a:defRPr sz="1797"/>
            </a:lvl1pPr>
            <a:lvl2pPr marL="256764" indent="0">
              <a:buNone/>
              <a:defRPr sz="1572"/>
            </a:lvl2pPr>
            <a:lvl3pPr marL="513527" indent="0">
              <a:buNone/>
              <a:defRPr sz="1348"/>
            </a:lvl3pPr>
            <a:lvl4pPr marL="770291" indent="0">
              <a:buNone/>
              <a:defRPr sz="1123"/>
            </a:lvl4pPr>
            <a:lvl5pPr marL="1027054" indent="0">
              <a:buNone/>
              <a:defRPr sz="1123"/>
            </a:lvl5pPr>
            <a:lvl6pPr marL="1283818" indent="0">
              <a:buNone/>
              <a:defRPr sz="1123"/>
            </a:lvl6pPr>
            <a:lvl7pPr marL="1540581" indent="0">
              <a:buNone/>
              <a:defRPr sz="1123"/>
            </a:lvl7pPr>
            <a:lvl8pPr marL="1797345" indent="0">
              <a:buNone/>
              <a:defRPr sz="1123"/>
            </a:lvl8pPr>
            <a:lvl9pPr marL="2054108" indent="0">
              <a:buNone/>
              <a:defRPr sz="112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155383"/>
            <a:ext cx="3932237" cy="2140489"/>
          </a:xfrm>
        </p:spPr>
        <p:txBody>
          <a:bodyPr/>
          <a:lstStyle>
            <a:lvl1pPr marL="0" indent="0">
              <a:buNone/>
              <a:defRPr sz="899"/>
            </a:lvl1pPr>
            <a:lvl2pPr marL="256764" indent="0">
              <a:buNone/>
              <a:defRPr sz="786"/>
            </a:lvl2pPr>
            <a:lvl3pPr marL="513527" indent="0">
              <a:buNone/>
              <a:defRPr sz="674"/>
            </a:lvl3pPr>
            <a:lvl4pPr marL="770291" indent="0">
              <a:buNone/>
              <a:defRPr sz="562"/>
            </a:lvl4pPr>
            <a:lvl5pPr marL="1027054" indent="0">
              <a:buNone/>
              <a:defRPr sz="562"/>
            </a:lvl5pPr>
            <a:lvl6pPr marL="1283818" indent="0">
              <a:buNone/>
              <a:defRPr sz="562"/>
            </a:lvl6pPr>
            <a:lvl7pPr marL="1540581" indent="0">
              <a:buNone/>
              <a:defRPr sz="562"/>
            </a:lvl7pPr>
            <a:lvl8pPr marL="1797345" indent="0">
              <a:buNone/>
              <a:defRPr sz="562"/>
            </a:lvl8pPr>
            <a:lvl9pPr marL="2054108" indent="0">
              <a:buNone/>
              <a:defRPr sz="56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566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3257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05045"/>
            <a:ext cx="2628900" cy="326377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05045"/>
            <a:ext cx="7734300" cy="326377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934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05045"/>
            <a:ext cx="10515600" cy="7444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025223"/>
            <a:ext cx="10515600" cy="24435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3569562"/>
            <a:ext cx="2743200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2026/3/30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3569562"/>
            <a:ext cx="4114800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3569562"/>
            <a:ext cx="2743200" cy="2050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376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13527" rtl="0" eaLnBrk="1" latinLnBrk="0" hangingPunct="1">
        <a:lnSpc>
          <a:spcPct val="90000"/>
        </a:lnSpc>
        <a:spcBef>
          <a:spcPct val="0"/>
        </a:spcBef>
        <a:buNone/>
        <a:defRPr sz="24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382" indent="-128382" algn="l" defTabSz="51352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1pPr>
      <a:lvl2pPr marL="385145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48" kern="1200">
          <a:solidFill>
            <a:schemeClr val="tx1"/>
          </a:solidFill>
          <a:latin typeface="+mn-lt"/>
          <a:ea typeface="+mn-ea"/>
          <a:cs typeface="+mn-cs"/>
        </a:defRPr>
      </a:lvl2pPr>
      <a:lvl3pPr marL="641909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3" kern="1200">
          <a:solidFill>
            <a:schemeClr val="tx1"/>
          </a:solidFill>
          <a:latin typeface="+mn-lt"/>
          <a:ea typeface="+mn-ea"/>
          <a:cs typeface="+mn-cs"/>
        </a:defRPr>
      </a:lvl3pPr>
      <a:lvl4pPr marL="898672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4pPr>
      <a:lvl5pPr marL="1155436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5pPr>
      <a:lvl6pPr marL="1412199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6pPr>
      <a:lvl7pPr marL="1668963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7pPr>
      <a:lvl8pPr marL="1925726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8pPr>
      <a:lvl9pPr marL="2182490" indent="-128382" algn="l" defTabSz="51352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1pPr>
      <a:lvl2pPr marL="256764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2pPr>
      <a:lvl3pPr marL="513527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3pPr>
      <a:lvl4pPr marL="770291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4pPr>
      <a:lvl5pPr marL="1027054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5pPr>
      <a:lvl6pPr marL="1283818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6pPr>
      <a:lvl7pPr marL="1540581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7pPr>
      <a:lvl8pPr marL="1797345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8pPr>
      <a:lvl9pPr marL="2054108" algn="l" defTabSz="513527" rtl="0" eaLnBrk="1" latinLnBrk="0" hangingPunct="1">
        <a:defRPr sz="101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群組 49">
            <a:extLst>
              <a:ext uri="{FF2B5EF4-FFF2-40B4-BE49-F238E27FC236}">
                <a16:creationId xmlns:a16="http://schemas.microsoft.com/office/drawing/2014/main" id="{6E84E713-FA9E-4259-AD12-4AA74C79672E}"/>
              </a:ext>
            </a:extLst>
          </p:cNvPr>
          <p:cNvGrpSpPr/>
          <p:nvPr/>
        </p:nvGrpSpPr>
        <p:grpSpPr>
          <a:xfrm>
            <a:off x="-105805" y="-90510"/>
            <a:ext cx="12463885" cy="4043352"/>
            <a:chOff x="2171700" y="-2952099"/>
            <a:chExt cx="12001499" cy="3893351"/>
          </a:xfrm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D558900-7134-43B7-B0FD-EC6791A99399}"/>
                </a:ext>
              </a:extLst>
            </p:cNvPr>
            <p:cNvSpPr/>
            <p:nvPr/>
          </p:nvSpPr>
          <p:spPr>
            <a:xfrm>
              <a:off x="2171700" y="-2952099"/>
              <a:ext cx="12001499" cy="38290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4963" tIns="47481" rIns="94963" bIns="4748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869" dirty="0"/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5A2F2C06-C740-41E5-8289-E463C5A2E3DE}"/>
                </a:ext>
              </a:extLst>
            </p:cNvPr>
            <p:cNvGrpSpPr/>
            <p:nvPr/>
          </p:nvGrpSpPr>
          <p:grpSpPr>
            <a:xfrm>
              <a:off x="2286217" y="-2928938"/>
              <a:ext cx="11871438" cy="3870190"/>
              <a:chOff x="152617" y="942974"/>
              <a:chExt cx="11871438" cy="3870190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6D9EDACF-7245-4366-8C98-B86E8812BF0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69" r="9532"/>
              <a:stretch/>
            </p:blipFill>
            <p:spPr>
              <a:xfrm>
                <a:off x="1200150" y="942974"/>
                <a:ext cx="10610850" cy="1869395"/>
              </a:xfrm>
              <a:prstGeom prst="rect">
                <a:avLst/>
              </a:prstGeom>
            </p:spPr>
          </p:pic>
          <p:pic>
            <p:nvPicPr>
              <p:cNvPr id="28" name="圖片 27">
                <a:extLst>
                  <a:ext uri="{FF2B5EF4-FFF2-40B4-BE49-F238E27FC236}">
                    <a16:creationId xmlns:a16="http://schemas.microsoft.com/office/drawing/2014/main" id="{F6612A0F-E864-4261-902D-76A4FFDFD7C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5054"/>
              <a:stretch/>
            </p:blipFill>
            <p:spPr>
              <a:xfrm>
                <a:off x="1200150" y="2758500"/>
                <a:ext cx="9963150" cy="19548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矩形 4">
                    <a:extLst>
                      <a:ext uri="{FF2B5EF4-FFF2-40B4-BE49-F238E27FC236}">
                        <a16:creationId xmlns:a16="http://schemas.microsoft.com/office/drawing/2014/main" id="{5F2B5097-B455-4243-9F4D-7F89C6F0E6A4}"/>
                      </a:ext>
                    </a:extLst>
                  </p:cNvPr>
                  <p:cNvSpPr/>
                  <p:nvPr/>
                </p:nvSpPr>
                <p:spPr>
                  <a:xfrm>
                    <a:off x="1559007" y="2149435"/>
                    <a:ext cx="787388" cy="36588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869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69" b="0" i="1" smtClean="0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" name="矩形 4">
                    <a:extLst>
                      <a:ext uri="{FF2B5EF4-FFF2-40B4-BE49-F238E27FC236}">
                        <a16:creationId xmlns:a16="http://schemas.microsoft.com/office/drawing/2014/main" id="{5F2B5097-B455-4243-9F4D-7F89C6F0E6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59007" y="2149435"/>
                    <a:ext cx="787388" cy="36588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129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矩形 6">
                    <a:extLst>
                      <a:ext uri="{FF2B5EF4-FFF2-40B4-BE49-F238E27FC236}">
                        <a16:creationId xmlns:a16="http://schemas.microsoft.com/office/drawing/2014/main" id="{95DBBAD4-C131-4ACA-90FC-C0E0DB29EE2C}"/>
                      </a:ext>
                    </a:extLst>
                  </p:cNvPr>
                  <p:cNvSpPr/>
                  <p:nvPr/>
                </p:nvSpPr>
                <p:spPr>
                  <a:xfrm>
                    <a:off x="1641739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ℓ=0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" name="矩形 6">
                    <a:extLst>
                      <a:ext uri="{FF2B5EF4-FFF2-40B4-BE49-F238E27FC236}">
                        <a16:creationId xmlns:a16="http://schemas.microsoft.com/office/drawing/2014/main" id="{95DBBAD4-C131-4ACA-90FC-C0E0DB29EE2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1739" y="2539327"/>
                    <a:ext cx="813235" cy="37997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矩形 7">
                    <a:extLst>
                      <a:ext uri="{FF2B5EF4-FFF2-40B4-BE49-F238E27FC236}">
                        <a16:creationId xmlns:a16="http://schemas.microsoft.com/office/drawing/2014/main" id="{616D4D42-573F-41D7-817B-D2C9850F5244}"/>
                      </a:ext>
                    </a:extLst>
                  </p:cNvPr>
                  <p:cNvSpPr/>
                  <p:nvPr/>
                </p:nvSpPr>
                <p:spPr>
                  <a:xfrm>
                    <a:off x="3336258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ℓ=1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" name="矩形 7">
                    <a:extLst>
                      <a:ext uri="{FF2B5EF4-FFF2-40B4-BE49-F238E27FC236}">
                        <a16:creationId xmlns:a16="http://schemas.microsoft.com/office/drawing/2014/main" id="{616D4D42-573F-41D7-817B-D2C9850F524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6258" y="2539327"/>
                    <a:ext cx="813235" cy="37997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矩形 8">
                    <a:extLst>
                      <a:ext uri="{FF2B5EF4-FFF2-40B4-BE49-F238E27FC236}">
                        <a16:creationId xmlns:a16="http://schemas.microsoft.com/office/drawing/2014/main" id="{AAFD892F-F7A7-40D0-81F1-3F88F68F50FD}"/>
                      </a:ext>
                    </a:extLst>
                  </p:cNvPr>
                  <p:cNvSpPr/>
                  <p:nvPr/>
                </p:nvSpPr>
                <p:spPr>
                  <a:xfrm>
                    <a:off x="5030777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ℓ=2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" name="矩形 8">
                    <a:extLst>
                      <a:ext uri="{FF2B5EF4-FFF2-40B4-BE49-F238E27FC236}">
                        <a16:creationId xmlns:a16="http://schemas.microsoft.com/office/drawing/2014/main" id="{AAFD892F-F7A7-40D0-81F1-3F88F68F50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777" y="2539327"/>
                    <a:ext cx="813235" cy="37997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F881D687-EBB4-479A-ACED-8B11403DD29C}"/>
                      </a:ext>
                    </a:extLst>
                  </p:cNvPr>
                  <p:cNvSpPr/>
                  <p:nvPr/>
                </p:nvSpPr>
                <p:spPr>
                  <a:xfrm>
                    <a:off x="6725296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ℓ=3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F881D687-EBB4-479A-ACED-8B11403DD2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5296" y="2539327"/>
                    <a:ext cx="813235" cy="37997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6327670E-C918-49BB-AF44-D80342753882}"/>
                      </a:ext>
                    </a:extLst>
                  </p:cNvPr>
                  <p:cNvSpPr/>
                  <p:nvPr/>
                </p:nvSpPr>
                <p:spPr>
                  <a:xfrm>
                    <a:off x="8419815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ℓ=4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6327670E-C918-49BB-AF44-D8034275388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19815" y="2539327"/>
                    <a:ext cx="813235" cy="37997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457DBC5B-32AA-48F2-92AC-D6F076A05411}"/>
                      </a:ext>
                    </a:extLst>
                  </p:cNvPr>
                  <p:cNvSpPr/>
                  <p:nvPr/>
                </p:nvSpPr>
                <p:spPr>
                  <a:xfrm>
                    <a:off x="10114335" y="2539327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ℓ=5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457DBC5B-32AA-48F2-92AC-D6F076A0541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14335" y="2539327"/>
                    <a:ext cx="813235" cy="379976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矩形 12">
                    <a:extLst>
                      <a:ext uri="{FF2B5EF4-FFF2-40B4-BE49-F238E27FC236}">
                        <a16:creationId xmlns:a16="http://schemas.microsoft.com/office/drawing/2014/main" id="{A7CED566-B647-47DC-B4B0-5FF05A8DA76B}"/>
                      </a:ext>
                    </a:extLst>
                  </p:cNvPr>
                  <p:cNvSpPr/>
                  <p:nvPr/>
                </p:nvSpPr>
                <p:spPr>
                  <a:xfrm>
                    <a:off x="1257750" y="2400895"/>
                    <a:ext cx="486352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zh-TW" altLang="en-US" sz="1869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69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3" name="矩形 12">
                    <a:extLst>
                      <a:ext uri="{FF2B5EF4-FFF2-40B4-BE49-F238E27FC236}">
                        <a16:creationId xmlns:a16="http://schemas.microsoft.com/office/drawing/2014/main" id="{A7CED566-B647-47DC-B4B0-5FF05A8DA76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57750" y="2400895"/>
                    <a:ext cx="486352" cy="37997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3253" b="-4615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矩形 13">
                    <a:extLst>
                      <a:ext uri="{FF2B5EF4-FFF2-40B4-BE49-F238E27FC236}">
                        <a16:creationId xmlns:a16="http://schemas.microsoft.com/office/drawing/2014/main" id="{A9FF783D-A2D3-4366-BFA1-7E2749E58E34}"/>
                      </a:ext>
                    </a:extLst>
                  </p:cNvPr>
                  <p:cNvSpPr/>
                  <p:nvPr/>
                </p:nvSpPr>
                <p:spPr>
                  <a:xfrm>
                    <a:off x="946008" y="2088664"/>
                    <a:ext cx="493981" cy="402803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zh-TW" altLang="en-US" sz="1869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69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4" name="矩形 13">
                    <a:extLst>
                      <a:ext uri="{FF2B5EF4-FFF2-40B4-BE49-F238E27FC236}">
                        <a16:creationId xmlns:a16="http://schemas.microsoft.com/office/drawing/2014/main" id="{A9FF783D-A2D3-4366-BFA1-7E2749E58E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6008" y="2088664"/>
                    <a:ext cx="493981" cy="402803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t="-1449" r="-13095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2F198B12-D53B-4B17-BA1D-89FF19683B02}"/>
                      </a:ext>
                    </a:extLst>
                  </p:cNvPr>
                  <p:cNvSpPr/>
                  <p:nvPr/>
                </p:nvSpPr>
                <p:spPr>
                  <a:xfrm>
                    <a:off x="1559007" y="4043296"/>
                    <a:ext cx="787388" cy="36588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0.1</m:t>
                          </m:r>
                          <m:sSub>
                            <m:sSubPr>
                              <m:ctrlP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2F198B12-D53B-4B17-BA1D-89FF19683B0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59007" y="4043296"/>
                    <a:ext cx="787388" cy="36588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11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矩形 16">
                    <a:extLst>
                      <a:ext uri="{FF2B5EF4-FFF2-40B4-BE49-F238E27FC236}">
                        <a16:creationId xmlns:a16="http://schemas.microsoft.com/office/drawing/2014/main" id="{8295B3F8-393E-4F5A-B11B-EE2AD0609793}"/>
                      </a:ext>
                    </a:extLst>
                  </p:cNvPr>
                  <p:cNvSpPr/>
                  <p:nvPr/>
                </p:nvSpPr>
                <p:spPr>
                  <a:xfrm>
                    <a:off x="1641739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ℓ=0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" name="矩形 16">
                    <a:extLst>
                      <a:ext uri="{FF2B5EF4-FFF2-40B4-BE49-F238E27FC236}">
                        <a16:creationId xmlns:a16="http://schemas.microsoft.com/office/drawing/2014/main" id="{8295B3F8-393E-4F5A-B11B-EE2AD06097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1739" y="4433188"/>
                    <a:ext cx="813235" cy="379976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矩形 17">
                    <a:extLst>
                      <a:ext uri="{FF2B5EF4-FFF2-40B4-BE49-F238E27FC236}">
                        <a16:creationId xmlns:a16="http://schemas.microsoft.com/office/drawing/2014/main" id="{302227E5-4E0E-4A9C-BBEE-ED438C4C9462}"/>
                      </a:ext>
                    </a:extLst>
                  </p:cNvPr>
                  <p:cNvSpPr/>
                  <p:nvPr/>
                </p:nvSpPr>
                <p:spPr>
                  <a:xfrm>
                    <a:off x="3336258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ℓ=1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8" name="矩形 17">
                    <a:extLst>
                      <a:ext uri="{FF2B5EF4-FFF2-40B4-BE49-F238E27FC236}">
                        <a16:creationId xmlns:a16="http://schemas.microsoft.com/office/drawing/2014/main" id="{302227E5-4E0E-4A9C-BBEE-ED438C4C946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6258" y="4433188"/>
                    <a:ext cx="813235" cy="37997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0DD27638-A940-4BEF-A988-4B25C776137A}"/>
                      </a:ext>
                    </a:extLst>
                  </p:cNvPr>
                  <p:cNvSpPr/>
                  <p:nvPr/>
                </p:nvSpPr>
                <p:spPr>
                  <a:xfrm>
                    <a:off x="5030777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ℓ=2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0DD27638-A940-4BEF-A988-4B25C77613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777" y="4433188"/>
                    <a:ext cx="813235" cy="37997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EC1A91CC-4752-490B-8E0C-37A410477DB8}"/>
                      </a:ext>
                    </a:extLst>
                  </p:cNvPr>
                  <p:cNvSpPr/>
                  <p:nvPr/>
                </p:nvSpPr>
                <p:spPr>
                  <a:xfrm>
                    <a:off x="6725296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ℓ=3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EC1A91CC-4752-490B-8E0C-37A410477DB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5296" y="4433188"/>
                    <a:ext cx="813235" cy="379976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E397C0F0-BBFA-4816-84BF-51900169D37C}"/>
                      </a:ext>
                    </a:extLst>
                  </p:cNvPr>
                  <p:cNvSpPr/>
                  <p:nvPr/>
                </p:nvSpPr>
                <p:spPr>
                  <a:xfrm>
                    <a:off x="8419815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ℓ=4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E397C0F0-BBFA-4816-84BF-51900169D3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19815" y="4433188"/>
                    <a:ext cx="813235" cy="37997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E1A9238A-5FF4-4DCD-8EAA-753E08958678}"/>
                      </a:ext>
                    </a:extLst>
                  </p:cNvPr>
                  <p:cNvSpPr/>
                  <p:nvPr/>
                </p:nvSpPr>
                <p:spPr>
                  <a:xfrm>
                    <a:off x="10114335" y="4433188"/>
                    <a:ext cx="813235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1869" i="1">
                              <a:latin typeface="Cambria Math" panose="02040503050406030204" pitchFamily="18" charset="0"/>
                            </a:rPr>
                            <m:t>ℓ=5</m:t>
                          </m:r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E1A9238A-5FF4-4DCD-8EAA-753E0895867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14335" y="4433188"/>
                    <a:ext cx="813235" cy="37997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49E6EAE7-86E5-4188-B5B9-01D52A94BD34}"/>
                      </a:ext>
                    </a:extLst>
                  </p:cNvPr>
                  <p:cNvSpPr/>
                  <p:nvPr/>
                </p:nvSpPr>
                <p:spPr>
                  <a:xfrm>
                    <a:off x="1257750" y="4294756"/>
                    <a:ext cx="486352" cy="379976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zh-TW" altLang="en-US" sz="1869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69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49E6EAE7-86E5-4188-B5B9-01D52A94BD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57750" y="4294756"/>
                    <a:ext cx="486352" cy="37997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13253" b="-4615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2103AF37-6CA3-464E-9A8E-A0241C6EAB2F}"/>
                      </a:ext>
                    </a:extLst>
                  </p:cNvPr>
                  <p:cNvSpPr/>
                  <p:nvPr/>
                </p:nvSpPr>
                <p:spPr>
                  <a:xfrm>
                    <a:off x="946008" y="3982525"/>
                    <a:ext cx="493981" cy="402803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zh-TW" altLang="en-US" sz="1869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69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869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1869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2103AF37-6CA3-464E-9A8E-A0241C6EAB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6008" y="3982525"/>
                    <a:ext cx="493981" cy="402803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t="-1449" r="-13095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5DD30E1E-3254-4C6F-8DF1-6F6AA824DBC6}"/>
                      </a:ext>
                    </a:extLst>
                  </p:cNvPr>
                  <p:cNvSpPr/>
                  <p:nvPr/>
                </p:nvSpPr>
                <p:spPr>
                  <a:xfrm>
                    <a:off x="152617" y="3538154"/>
                    <a:ext cx="1150187" cy="40741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sz="1662">
                              <a:latin typeface="Cambria Math" panose="02040503050406030204" pitchFamily="18" charset="0"/>
                            </a:rPr>
                            <m:t>Re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662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662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62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1662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662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662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62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62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62" b="1" i="1" dirty="0">
                                              <a:latin typeface="Cambria Math" panose="02040503050406030204" pitchFamily="18" charset="0"/>
                                            </a:rPr>
                                            <m:t>𝒒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62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zh-TW" altLang="en-US" sz="1662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5DD30E1E-3254-4C6F-8DF1-6F6AA824DBC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617" y="3538154"/>
                    <a:ext cx="1150187" cy="407419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2667D122-1621-490B-9CDD-F3F9D5F3FF97}"/>
                  </a:ext>
                </a:extLst>
              </p:cNvPr>
              <p:cNvSpPr/>
              <p:nvPr/>
            </p:nvSpPr>
            <p:spPr>
              <a:xfrm rot="5400000">
                <a:off x="11158946" y="1665480"/>
                <a:ext cx="1382110" cy="34810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62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arbitrary units</a:t>
                </a:r>
                <a:endParaRPr lang="zh-TW" altLang="en-US" sz="166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F0FD9A8B-297D-4E45-AB13-1BDB407EEF7E}"/>
                  </a:ext>
                </a:extLst>
              </p:cNvPr>
              <p:cNvSpPr/>
              <p:nvPr/>
            </p:nvSpPr>
            <p:spPr>
              <a:xfrm rot="5400000">
                <a:off x="11158946" y="3512683"/>
                <a:ext cx="1382110" cy="34810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62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arbitrary units</a:t>
                </a:r>
                <a:endParaRPr lang="zh-TW" altLang="en-US" sz="1662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30" name="圖片 29">
                <a:extLst>
                  <a:ext uri="{FF2B5EF4-FFF2-40B4-BE49-F238E27FC236}">
                    <a16:creationId xmlns:a16="http://schemas.microsoft.com/office/drawing/2014/main" id="{2D04DA75-0189-46D1-8CA0-0BAE4AAE596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5265" r="8888"/>
              <a:stretch/>
            </p:blipFill>
            <p:spPr>
              <a:xfrm>
                <a:off x="11096724" y="2758500"/>
                <a:ext cx="685701" cy="1954800"/>
              </a:xfrm>
              <a:prstGeom prst="rect">
                <a:avLst/>
              </a:prstGeom>
            </p:spPr>
          </p:pic>
        </p:grpSp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EA768D4D-DB27-45A1-88B0-55950ED9C5F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625" y="696915"/>
            <a:ext cx="1150520" cy="324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</TotalTime>
  <Words>49</Words>
  <Application>Microsoft Office PowerPoint</Application>
  <PresentationFormat>自訂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12</cp:revision>
  <dcterms:created xsi:type="dcterms:W3CDTF">2026-03-29T16:54:49Z</dcterms:created>
  <dcterms:modified xsi:type="dcterms:W3CDTF">2026-03-29T18:28:52Z</dcterms:modified>
</cp:coreProperties>
</file>