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6" r:id="rId1"/>
  </p:sldMasterIdLst>
  <p:sldIdLst>
    <p:sldId id="256" r:id="rId2"/>
    <p:sldId id="260" r:id="rId3"/>
    <p:sldId id="274" r:id="rId4"/>
    <p:sldId id="273" r:id="rId5"/>
    <p:sldId id="275" r:id="rId6"/>
    <p:sldId id="276" r:id="rId7"/>
    <p:sldId id="265" r:id="rId8"/>
    <p:sldId id="269" r:id="rId9"/>
    <p:sldId id="270" r:id="rId10"/>
    <p:sldId id="271" r:id="rId11"/>
    <p:sldId id="272" r:id="rId12"/>
  </p:sldIdLst>
  <p:sldSz cx="9906000" cy="107997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711" autoAdjust="0"/>
    <p:restoredTop sz="94660"/>
  </p:normalViewPr>
  <p:slideViewPr>
    <p:cSldViewPr snapToGrid="0">
      <p:cViewPr varScale="1">
        <p:scale>
          <a:sx n="50" d="100"/>
          <a:sy n="50" d="100"/>
        </p:scale>
        <p:origin x="109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767462"/>
            <a:ext cx="8420100" cy="3759917"/>
          </a:xfrm>
        </p:spPr>
        <p:txBody>
          <a:bodyPr anchor="b"/>
          <a:lstStyle>
            <a:lvl1pPr algn="ctr">
              <a:defRPr sz="65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5672376"/>
            <a:ext cx="7429500" cy="2607442"/>
          </a:xfrm>
        </p:spPr>
        <p:txBody>
          <a:bodyPr/>
          <a:lstStyle>
            <a:lvl1pPr marL="0" indent="0" algn="ctr">
              <a:buNone/>
              <a:defRPr sz="2600"/>
            </a:lvl1pPr>
            <a:lvl2pPr marL="495285" indent="0" algn="ctr">
              <a:buNone/>
              <a:defRPr sz="2167"/>
            </a:lvl2pPr>
            <a:lvl3pPr marL="990570" indent="0" algn="ctr">
              <a:buNone/>
              <a:defRPr sz="1950"/>
            </a:lvl3pPr>
            <a:lvl4pPr marL="1485854" indent="0" algn="ctr">
              <a:buNone/>
              <a:defRPr sz="1733"/>
            </a:lvl4pPr>
            <a:lvl5pPr marL="1981139" indent="0" algn="ctr">
              <a:buNone/>
              <a:defRPr sz="1733"/>
            </a:lvl5pPr>
            <a:lvl6pPr marL="2476424" indent="0" algn="ctr">
              <a:buNone/>
              <a:defRPr sz="1733"/>
            </a:lvl6pPr>
            <a:lvl7pPr marL="2971709" indent="0" algn="ctr">
              <a:buNone/>
              <a:defRPr sz="1733"/>
            </a:lvl7pPr>
            <a:lvl8pPr marL="3466993" indent="0" algn="ctr">
              <a:buNone/>
              <a:defRPr sz="1733"/>
            </a:lvl8pPr>
            <a:lvl9pPr marL="3962278" indent="0" algn="ctr">
              <a:buNone/>
              <a:defRPr sz="1733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272A4-1B6B-4C0A-B74D-70EF2D8C7D55}" type="datetimeFigureOut">
              <a:rPr lang="zh-TW" altLang="en-US" smtClean="0"/>
              <a:t>2026/10/12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70AF4-2978-4B05-8785-FABDF3684CF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060481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272A4-1B6B-4C0A-B74D-70EF2D8C7D55}" type="datetimeFigureOut">
              <a:rPr lang="zh-TW" altLang="en-US" smtClean="0"/>
              <a:t>2026/10/12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70AF4-2978-4B05-8785-FABDF3684CF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923478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2692444"/>
            <a:ext cx="8543925" cy="4492401"/>
          </a:xfrm>
        </p:spPr>
        <p:txBody>
          <a:bodyPr anchor="b"/>
          <a:lstStyle>
            <a:lvl1pPr>
              <a:defRPr sz="65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7227345"/>
            <a:ext cx="8543925" cy="2362447"/>
          </a:xfrm>
        </p:spPr>
        <p:txBody>
          <a:bodyPr/>
          <a:lstStyle>
            <a:lvl1pPr marL="0" indent="0">
              <a:buNone/>
              <a:defRPr sz="2600">
                <a:solidFill>
                  <a:schemeClr val="tx1"/>
                </a:solidFill>
              </a:defRPr>
            </a:lvl1pPr>
            <a:lvl2pPr marL="495285" indent="0">
              <a:buNone/>
              <a:defRPr sz="2167">
                <a:solidFill>
                  <a:schemeClr val="tx1">
                    <a:tint val="75000"/>
                  </a:schemeClr>
                </a:solidFill>
              </a:defRPr>
            </a:lvl2pPr>
            <a:lvl3pPr marL="990570" indent="0">
              <a:buNone/>
              <a:defRPr sz="1950">
                <a:solidFill>
                  <a:schemeClr val="tx1">
                    <a:tint val="75000"/>
                  </a:schemeClr>
                </a:solidFill>
              </a:defRPr>
            </a:lvl3pPr>
            <a:lvl4pPr marL="1485854" indent="0">
              <a:buNone/>
              <a:defRPr sz="1733">
                <a:solidFill>
                  <a:schemeClr val="tx1">
                    <a:tint val="75000"/>
                  </a:schemeClr>
                </a:solidFill>
              </a:defRPr>
            </a:lvl4pPr>
            <a:lvl5pPr marL="1981139" indent="0">
              <a:buNone/>
              <a:defRPr sz="1733">
                <a:solidFill>
                  <a:schemeClr val="tx1">
                    <a:tint val="75000"/>
                  </a:schemeClr>
                </a:solidFill>
              </a:defRPr>
            </a:lvl5pPr>
            <a:lvl6pPr marL="2476424" indent="0">
              <a:buNone/>
              <a:defRPr sz="1733">
                <a:solidFill>
                  <a:schemeClr val="tx1">
                    <a:tint val="75000"/>
                  </a:schemeClr>
                </a:solidFill>
              </a:defRPr>
            </a:lvl6pPr>
            <a:lvl7pPr marL="2971709" indent="0">
              <a:buNone/>
              <a:defRPr sz="1733">
                <a:solidFill>
                  <a:schemeClr val="tx1">
                    <a:tint val="75000"/>
                  </a:schemeClr>
                </a:solidFill>
              </a:defRPr>
            </a:lvl7pPr>
            <a:lvl8pPr marL="3466993" indent="0">
              <a:buNone/>
              <a:defRPr sz="1733">
                <a:solidFill>
                  <a:schemeClr val="tx1">
                    <a:tint val="75000"/>
                  </a:schemeClr>
                </a:solidFill>
              </a:defRPr>
            </a:lvl8pPr>
            <a:lvl9pPr marL="3962278" indent="0">
              <a:buNone/>
              <a:defRPr sz="17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272A4-1B6B-4C0A-B74D-70EF2D8C7D55}" type="datetimeFigureOut">
              <a:rPr lang="zh-TW" altLang="en-US" smtClean="0"/>
              <a:t>2026/10/12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70AF4-2978-4B05-8785-FABDF3684CF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418255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2874937"/>
            <a:ext cx="4210050" cy="6852350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2874937"/>
            <a:ext cx="4210050" cy="6852350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272A4-1B6B-4C0A-B74D-70EF2D8C7D55}" type="datetimeFigureOut">
              <a:rPr lang="zh-TW" altLang="en-US" smtClean="0"/>
              <a:t>2026/10/12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70AF4-2978-4B05-8785-FABDF3684CF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369497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574990"/>
            <a:ext cx="8543925" cy="208745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2647443"/>
            <a:ext cx="4190702" cy="1297471"/>
          </a:xfrm>
        </p:spPr>
        <p:txBody>
          <a:bodyPr anchor="b"/>
          <a:lstStyle>
            <a:lvl1pPr marL="0" indent="0">
              <a:buNone/>
              <a:defRPr sz="2600" b="1"/>
            </a:lvl1pPr>
            <a:lvl2pPr marL="495285" indent="0">
              <a:buNone/>
              <a:defRPr sz="2167" b="1"/>
            </a:lvl2pPr>
            <a:lvl3pPr marL="990570" indent="0">
              <a:buNone/>
              <a:defRPr sz="1950" b="1"/>
            </a:lvl3pPr>
            <a:lvl4pPr marL="1485854" indent="0">
              <a:buNone/>
              <a:defRPr sz="1733" b="1"/>
            </a:lvl4pPr>
            <a:lvl5pPr marL="1981139" indent="0">
              <a:buNone/>
              <a:defRPr sz="1733" b="1"/>
            </a:lvl5pPr>
            <a:lvl6pPr marL="2476424" indent="0">
              <a:buNone/>
              <a:defRPr sz="1733" b="1"/>
            </a:lvl6pPr>
            <a:lvl7pPr marL="2971709" indent="0">
              <a:buNone/>
              <a:defRPr sz="1733" b="1"/>
            </a:lvl7pPr>
            <a:lvl8pPr marL="3466993" indent="0">
              <a:buNone/>
              <a:defRPr sz="1733" b="1"/>
            </a:lvl8pPr>
            <a:lvl9pPr marL="3962278" indent="0">
              <a:buNone/>
              <a:defRPr sz="1733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3944914"/>
            <a:ext cx="4190702" cy="5802373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2647443"/>
            <a:ext cx="4211340" cy="1297471"/>
          </a:xfrm>
        </p:spPr>
        <p:txBody>
          <a:bodyPr anchor="b"/>
          <a:lstStyle>
            <a:lvl1pPr marL="0" indent="0">
              <a:buNone/>
              <a:defRPr sz="2600" b="1"/>
            </a:lvl1pPr>
            <a:lvl2pPr marL="495285" indent="0">
              <a:buNone/>
              <a:defRPr sz="2167" b="1"/>
            </a:lvl2pPr>
            <a:lvl3pPr marL="990570" indent="0">
              <a:buNone/>
              <a:defRPr sz="1950" b="1"/>
            </a:lvl3pPr>
            <a:lvl4pPr marL="1485854" indent="0">
              <a:buNone/>
              <a:defRPr sz="1733" b="1"/>
            </a:lvl4pPr>
            <a:lvl5pPr marL="1981139" indent="0">
              <a:buNone/>
              <a:defRPr sz="1733" b="1"/>
            </a:lvl5pPr>
            <a:lvl6pPr marL="2476424" indent="0">
              <a:buNone/>
              <a:defRPr sz="1733" b="1"/>
            </a:lvl6pPr>
            <a:lvl7pPr marL="2971709" indent="0">
              <a:buNone/>
              <a:defRPr sz="1733" b="1"/>
            </a:lvl7pPr>
            <a:lvl8pPr marL="3466993" indent="0">
              <a:buNone/>
              <a:defRPr sz="1733" b="1"/>
            </a:lvl8pPr>
            <a:lvl9pPr marL="3962278" indent="0">
              <a:buNone/>
              <a:defRPr sz="1733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3944914"/>
            <a:ext cx="4211340" cy="5802373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272A4-1B6B-4C0A-B74D-70EF2D8C7D55}" type="datetimeFigureOut">
              <a:rPr lang="zh-TW" altLang="en-US" smtClean="0"/>
              <a:t>2026/10/12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70AF4-2978-4B05-8785-FABDF3684CF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116972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272A4-1B6B-4C0A-B74D-70EF2D8C7D55}" type="datetimeFigureOut">
              <a:rPr lang="zh-TW" altLang="en-US" smtClean="0"/>
              <a:t>2026/10/12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70AF4-2978-4B05-8785-FABDF3684CF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504465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272A4-1B6B-4C0A-B74D-70EF2D8C7D55}" type="datetimeFigureOut">
              <a:rPr lang="zh-TW" altLang="en-US" smtClean="0"/>
              <a:t>2026/10/12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70AF4-2978-4B05-8785-FABDF3684CF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295480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719984"/>
            <a:ext cx="3194943" cy="2519945"/>
          </a:xfrm>
        </p:spPr>
        <p:txBody>
          <a:bodyPr anchor="b"/>
          <a:lstStyle>
            <a:lvl1pPr>
              <a:defRPr sz="3467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1554968"/>
            <a:ext cx="5014913" cy="7674832"/>
          </a:xfrm>
        </p:spPr>
        <p:txBody>
          <a:bodyPr/>
          <a:lstStyle>
            <a:lvl1pPr>
              <a:defRPr sz="3467"/>
            </a:lvl1pPr>
            <a:lvl2pPr>
              <a:defRPr sz="3033"/>
            </a:lvl2pPr>
            <a:lvl3pPr>
              <a:defRPr sz="2600"/>
            </a:lvl3pPr>
            <a:lvl4pPr>
              <a:defRPr sz="2167"/>
            </a:lvl4pPr>
            <a:lvl5pPr>
              <a:defRPr sz="2167"/>
            </a:lvl5pPr>
            <a:lvl6pPr>
              <a:defRPr sz="2167"/>
            </a:lvl6pPr>
            <a:lvl7pPr>
              <a:defRPr sz="2167"/>
            </a:lvl7pPr>
            <a:lvl8pPr>
              <a:defRPr sz="2167"/>
            </a:lvl8pPr>
            <a:lvl9pPr>
              <a:defRPr sz="2167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3239929"/>
            <a:ext cx="3194943" cy="6002369"/>
          </a:xfrm>
        </p:spPr>
        <p:txBody>
          <a:bodyPr/>
          <a:lstStyle>
            <a:lvl1pPr marL="0" indent="0">
              <a:buNone/>
              <a:defRPr sz="1733"/>
            </a:lvl1pPr>
            <a:lvl2pPr marL="495285" indent="0">
              <a:buNone/>
              <a:defRPr sz="1517"/>
            </a:lvl2pPr>
            <a:lvl3pPr marL="990570" indent="0">
              <a:buNone/>
              <a:defRPr sz="1300"/>
            </a:lvl3pPr>
            <a:lvl4pPr marL="1485854" indent="0">
              <a:buNone/>
              <a:defRPr sz="1083"/>
            </a:lvl4pPr>
            <a:lvl5pPr marL="1981139" indent="0">
              <a:buNone/>
              <a:defRPr sz="1083"/>
            </a:lvl5pPr>
            <a:lvl6pPr marL="2476424" indent="0">
              <a:buNone/>
              <a:defRPr sz="1083"/>
            </a:lvl6pPr>
            <a:lvl7pPr marL="2971709" indent="0">
              <a:buNone/>
              <a:defRPr sz="1083"/>
            </a:lvl7pPr>
            <a:lvl8pPr marL="3466993" indent="0">
              <a:buNone/>
              <a:defRPr sz="1083"/>
            </a:lvl8pPr>
            <a:lvl9pPr marL="3962278" indent="0">
              <a:buNone/>
              <a:defRPr sz="1083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272A4-1B6B-4C0A-B74D-70EF2D8C7D55}" type="datetimeFigureOut">
              <a:rPr lang="zh-TW" altLang="en-US" smtClean="0"/>
              <a:t>2026/10/12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70AF4-2978-4B05-8785-FABDF3684CF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033349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719984"/>
            <a:ext cx="3194943" cy="2519945"/>
          </a:xfrm>
        </p:spPr>
        <p:txBody>
          <a:bodyPr anchor="b"/>
          <a:lstStyle>
            <a:lvl1pPr>
              <a:defRPr sz="3467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1554968"/>
            <a:ext cx="5014913" cy="7674832"/>
          </a:xfrm>
        </p:spPr>
        <p:txBody>
          <a:bodyPr anchor="t"/>
          <a:lstStyle>
            <a:lvl1pPr marL="0" indent="0">
              <a:buNone/>
              <a:defRPr sz="3467"/>
            </a:lvl1pPr>
            <a:lvl2pPr marL="495285" indent="0">
              <a:buNone/>
              <a:defRPr sz="3033"/>
            </a:lvl2pPr>
            <a:lvl3pPr marL="990570" indent="0">
              <a:buNone/>
              <a:defRPr sz="2600"/>
            </a:lvl3pPr>
            <a:lvl4pPr marL="1485854" indent="0">
              <a:buNone/>
              <a:defRPr sz="2167"/>
            </a:lvl4pPr>
            <a:lvl5pPr marL="1981139" indent="0">
              <a:buNone/>
              <a:defRPr sz="2167"/>
            </a:lvl5pPr>
            <a:lvl6pPr marL="2476424" indent="0">
              <a:buNone/>
              <a:defRPr sz="2167"/>
            </a:lvl6pPr>
            <a:lvl7pPr marL="2971709" indent="0">
              <a:buNone/>
              <a:defRPr sz="2167"/>
            </a:lvl7pPr>
            <a:lvl8pPr marL="3466993" indent="0">
              <a:buNone/>
              <a:defRPr sz="2167"/>
            </a:lvl8pPr>
            <a:lvl9pPr marL="3962278" indent="0">
              <a:buNone/>
              <a:defRPr sz="2167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3239929"/>
            <a:ext cx="3194943" cy="6002369"/>
          </a:xfrm>
        </p:spPr>
        <p:txBody>
          <a:bodyPr/>
          <a:lstStyle>
            <a:lvl1pPr marL="0" indent="0">
              <a:buNone/>
              <a:defRPr sz="1733"/>
            </a:lvl1pPr>
            <a:lvl2pPr marL="495285" indent="0">
              <a:buNone/>
              <a:defRPr sz="1517"/>
            </a:lvl2pPr>
            <a:lvl3pPr marL="990570" indent="0">
              <a:buNone/>
              <a:defRPr sz="1300"/>
            </a:lvl3pPr>
            <a:lvl4pPr marL="1485854" indent="0">
              <a:buNone/>
              <a:defRPr sz="1083"/>
            </a:lvl4pPr>
            <a:lvl5pPr marL="1981139" indent="0">
              <a:buNone/>
              <a:defRPr sz="1083"/>
            </a:lvl5pPr>
            <a:lvl6pPr marL="2476424" indent="0">
              <a:buNone/>
              <a:defRPr sz="1083"/>
            </a:lvl6pPr>
            <a:lvl7pPr marL="2971709" indent="0">
              <a:buNone/>
              <a:defRPr sz="1083"/>
            </a:lvl7pPr>
            <a:lvl8pPr marL="3466993" indent="0">
              <a:buNone/>
              <a:defRPr sz="1083"/>
            </a:lvl8pPr>
            <a:lvl9pPr marL="3962278" indent="0">
              <a:buNone/>
              <a:defRPr sz="1083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272A4-1B6B-4C0A-B74D-70EF2D8C7D55}" type="datetimeFigureOut">
              <a:rPr lang="zh-TW" altLang="en-US" smtClean="0"/>
              <a:t>2026/10/12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70AF4-2978-4B05-8785-FABDF3684CF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810357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272A4-1B6B-4C0A-B74D-70EF2D8C7D55}" type="datetimeFigureOut">
              <a:rPr lang="zh-TW" altLang="en-US" smtClean="0"/>
              <a:t>2026/10/12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70AF4-2978-4B05-8785-FABDF3684CF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52793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574987"/>
            <a:ext cx="2135981" cy="9152300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574987"/>
            <a:ext cx="6284119" cy="9152300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272A4-1B6B-4C0A-B74D-70EF2D8C7D55}" type="datetimeFigureOut">
              <a:rPr lang="zh-TW" altLang="en-US" smtClean="0"/>
              <a:t>2026/10/12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70AF4-2978-4B05-8785-FABDF3684CF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443316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574990"/>
            <a:ext cx="8543925" cy="20874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2874937"/>
            <a:ext cx="8543925" cy="68523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10009783"/>
            <a:ext cx="2228850" cy="5749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A272A4-1B6B-4C0A-B74D-70EF2D8C7D55}" type="datetimeFigureOut">
              <a:rPr lang="zh-TW" altLang="en-US" smtClean="0"/>
              <a:t>2026/10/12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10009783"/>
            <a:ext cx="3343275" cy="5749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10009783"/>
            <a:ext cx="2228850" cy="5749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370AF4-2978-4B05-8785-FABDF3684CF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311446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txStyles>
    <p:titleStyle>
      <a:lvl1pPr algn="l" defTabSz="990570" rtl="0" eaLnBrk="1" latinLnBrk="0" hangingPunct="1">
        <a:lnSpc>
          <a:spcPct val="90000"/>
        </a:lnSpc>
        <a:spcBef>
          <a:spcPct val="0"/>
        </a:spcBef>
        <a:buNone/>
        <a:defRPr sz="47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7642" indent="-247642" algn="l" defTabSz="990570" rtl="0" eaLnBrk="1" latinLnBrk="0" hangingPunct="1">
        <a:lnSpc>
          <a:spcPct val="90000"/>
        </a:lnSpc>
        <a:spcBef>
          <a:spcPts val="1083"/>
        </a:spcBef>
        <a:buFont typeface="Arial" panose="020B0604020202020204" pitchFamily="34" charset="0"/>
        <a:buChar char="•"/>
        <a:defRPr sz="3033" kern="1200">
          <a:solidFill>
            <a:schemeClr val="tx1"/>
          </a:solidFill>
          <a:latin typeface="+mn-lt"/>
          <a:ea typeface="+mn-ea"/>
          <a:cs typeface="+mn-cs"/>
        </a:defRPr>
      </a:lvl1pPr>
      <a:lvl2pPr marL="742927" indent="-247642" algn="l" defTabSz="990570" rtl="0" eaLnBrk="1" latinLnBrk="0" hangingPunct="1">
        <a:lnSpc>
          <a:spcPct val="90000"/>
        </a:lnSpc>
        <a:spcBef>
          <a:spcPts val="542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238212" indent="-247642" algn="l" defTabSz="990570" rtl="0" eaLnBrk="1" latinLnBrk="0" hangingPunct="1">
        <a:lnSpc>
          <a:spcPct val="90000"/>
        </a:lnSpc>
        <a:spcBef>
          <a:spcPts val="542"/>
        </a:spcBef>
        <a:buFont typeface="Arial" panose="020B0604020202020204" pitchFamily="34" charset="0"/>
        <a:buChar char="•"/>
        <a:defRPr sz="2167" kern="1200">
          <a:solidFill>
            <a:schemeClr val="tx1"/>
          </a:solidFill>
          <a:latin typeface="+mn-lt"/>
          <a:ea typeface="+mn-ea"/>
          <a:cs typeface="+mn-cs"/>
        </a:defRPr>
      </a:lvl3pPr>
      <a:lvl4pPr marL="1733497" indent="-247642" algn="l" defTabSz="990570" rtl="0" eaLnBrk="1" latinLnBrk="0" hangingPunct="1">
        <a:lnSpc>
          <a:spcPct val="90000"/>
        </a:lnSpc>
        <a:spcBef>
          <a:spcPts val="542"/>
        </a:spcBef>
        <a:buFont typeface="Arial" panose="020B0604020202020204" pitchFamily="34" charset="0"/>
        <a:buChar char="•"/>
        <a:defRPr sz="1950" kern="1200">
          <a:solidFill>
            <a:schemeClr val="tx1"/>
          </a:solidFill>
          <a:latin typeface="+mn-lt"/>
          <a:ea typeface="+mn-ea"/>
          <a:cs typeface="+mn-cs"/>
        </a:defRPr>
      </a:lvl4pPr>
      <a:lvl5pPr marL="2228781" indent="-247642" algn="l" defTabSz="990570" rtl="0" eaLnBrk="1" latinLnBrk="0" hangingPunct="1">
        <a:lnSpc>
          <a:spcPct val="90000"/>
        </a:lnSpc>
        <a:spcBef>
          <a:spcPts val="542"/>
        </a:spcBef>
        <a:buFont typeface="Arial" panose="020B0604020202020204" pitchFamily="34" charset="0"/>
        <a:buChar char="•"/>
        <a:defRPr sz="1950" kern="1200">
          <a:solidFill>
            <a:schemeClr val="tx1"/>
          </a:solidFill>
          <a:latin typeface="+mn-lt"/>
          <a:ea typeface="+mn-ea"/>
          <a:cs typeface="+mn-cs"/>
        </a:defRPr>
      </a:lvl5pPr>
      <a:lvl6pPr marL="2724066" indent="-247642" algn="l" defTabSz="990570" rtl="0" eaLnBrk="1" latinLnBrk="0" hangingPunct="1">
        <a:lnSpc>
          <a:spcPct val="90000"/>
        </a:lnSpc>
        <a:spcBef>
          <a:spcPts val="542"/>
        </a:spcBef>
        <a:buFont typeface="Arial" panose="020B0604020202020204" pitchFamily="34" charset="0"/>
        <a:buChar char="•"/>
        <a:defRPr sz="1950" kern="1200">
          <a:solidFill>
            <a:schemeClr val="tx1"/>
          </a:solidFill>
          <a:latin typeface="+mn-lt"/>
          <a:ea typeface="+mn-ea"/>
          <a:cs typeface="+mn-cs"/>
        </a:defRPr>
      </a:lvl6pPr>
      <a:lvl7pPr marL="3219351" indent="-247642" algn="l" defTabSz="990570" rtl="0" eaLnBrk="1" latinLnBrk="0" hangingPunct="1">
        <a:lnSpc>
          <a:spcPct val="90000"/>
        </a:lnSpc>
        <a:spcBef>
          <a:spcPts val="542"/>
        </a:spcBef>
        <a:buFont typeface="Arial" panose="020B0604020202020204" pitchFamily="34" charset="0"/>
        <a:buChar char="•"/>
        <a:defRPr sz="1950" kern="1200">
          <a:solidFill>
            <a:schemeClr val="tx1"/>
          </a:solidFill>
          <a:latin typeface="+mn-lt"/>
          <a:ea typeface="+mn-ea"/>
          <a:cs typeface="+mn-cs"/>
        </a:defRPr>
      </a:lvl7pPr>
      <a:lvl8pPr marL="3714636" indent="-247642" algn="l" defTabSz="990570" rtl="0" eaLnBrk="1" latinLnBrk="0" hangingPunct="1">
        <a:lnSpc>
          <a:spcPct val="90000"/>
        </a:lnSpc>
        <a:spcBef>
          <a:spcPts val="542"/>
        </a:spcBef>
        <a:buFont typeface="Arial" panose="020B0604020202020204" pitchFamily="34" charset="0"/>
        <a:buChar char="•"/>
        <a:defRPr sz="1950" kern="1200">
          <a:solidFill>
            <a:schemeClr val="tx1"/>
          </a:solidFill>
          <a:latin typeface="+mn-lt"/>
          <a:ea typeface="+mn-ea"/>
          <a:cs typeface="+mn-cs"/>
        </a:defRPr>
      </a:lvl8pPr>
      <a:lvl9pPr marL="4209920" indent="-247642" algn="l" defTabSz="990570" rtl="0" eaLnBrk="1" latinLnBrk="0" hangingPunct="1">
        <a:lnSpc>
          <a:spcPct val="90000"/>
        </a:lnSpc>
        <a:spcBef>
          <a:spcPts val="542"/>
        </a:spcBef>
        <a:buFont typeface="Arial" panose="020B0604020202020204" pitchFamily="34" charset="0"/>
        <a:buChar char="•"/>
        <a:defRPr sz="19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90570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1pPr>
      <a:lvl2pPr marL="495285" algn="l" defTabSz="990570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90570" algn="l" defTabSz="990570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3pPr>
      <a:lvl4pPr marL="1485854" algn="l" defTabSz="990570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4pPr>
      <a:lvl5pPr marL="1981139" algn="l" defTabSz="990570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5pPr>
      <a:lvl6pPr marL="2476424" algn="l" defTabSz="990570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09" algn="l" defTabSz="990570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7pPr>
      <a:lvl8pPr marL="3466993" algn="l" defTabSz="990570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8pPr>
      <a:lvl9pPr marL="3962278" algn="l" defTabSz="990570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6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12" Type="http://schemas.openxmlformats.org/officeDocument/2006/relationships/image" Target="../media/image1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11" Type="http://schemas.openxmlformats.org/officeDocument/2006/relationships/image" Target="../media/image1.png"/><Relationship Id="rId5" Type="http://schemas.openxmlformats.org/officeDocument/2006/relationships/image" Target="../media/image9.png"/><Relationship Id="rId15" Type="http://schemas.openxmlformats.org/officeDocument/2006/relationships/image" Target="../media/image18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Relationship Id="rId14" Type="http://schemas.openxmlformats.org/officeDocument/2006/relationships/image" Target="../media/image1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20.png"/><Relationship Id="rId7" Type="http://schemas.openxmlformats.org/officeDocument/2006/relationships/image" Target="../media/image22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9" Type="http://schemas.openxmlformats.org/officeDocument/2006/relationships/image" Target="../media/image2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6.png"/><Relationship Id="rId7" Type="http://schemas.openxmlformats.org/officeDocument/2006/relationships/image" Target="../media/image28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31.png"/><Relationship Id="rId7" Type="http://schemas.openxmlformats.org/officeDocument/2006/relationships/image" Target="../media/image33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43.png"/><Relationship Id="rId18" Type="http://schemas.openxmlformats.org/officeDocument/2006/relationships/image" Target="../media/image48.png"/><Relationship Id="rId21" Type="http://schemas.openxmlformats.org/officeDocument/2006/relationships/image" Target="../media/image46.png"/><Relationship Id="rId42" Type="http://schemas.openxmlformats.org/officeDocument/2006/relationships/image" Target="../media/image50.png"/><Relationship Id="rId47" Type="http://schemas.openxmlformats.org/officeDocument/2006/relationships/image" Target="../media/image450.png"/><Relationship Id="rId50" Type="http://schemas.openxmlformats.org/officeDocument/2006/relationships/image" Target="../media/image54.png"/><Relationship Id="rId55" Type="http://schemas.openxmlformats.org/officeDocument/2006/relationships/image" Target="../media/image62.png"/><Relationship Id="rId7" Type="http://schemas.openxmlformats.org/officeDocument/2006/relationships/image" Target="../media/image38.png"/><Relationship Id="rId12" Type="http://schemas.openxmlformats.org/officeDocument/2006/relationships/image" Target="../media/image42.png"/><Relationship Id="rId17" Type="http://schemas.openxmlformats.org/officeDocument/2006/relationships/image" Target="../media/image47.png"/><Relationship Id="rId46" Type="http://schemas.openxmlformats.org/officeDocument/2006/relationships/image" Target="../media/image51.png"/><Relationship Id="rId2" Type="http://schemas.openxmlformats.org/officeDocument/2006/relationships/image" Target="../media/image35.png"/><Relationship Id="rId20" Type="http://schemas.openxmlformats.org/officeDocument/2006/relationships/image" Target="../media/image45.png"/><Relationship Id="rId41" Type="http://schemas.openxmlformats.org/officeDocument/2006/relationships/image" Target="../media/image58.png"/><Relationship Id="rId54" Type="http://schemas.openxmlformats.org/officeDocument/2006/relationships/image" Target="../media/image6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7.png"/><Relationship Id="rId11" Type="http://schemas.openxmlformats.org/officeDocument/2006/relationships/image" Target="../media/image1.png"/><Relationship Id="rId40" Type="http://schemas.openxmlformats.org/officeDocument/2006/relationships/image" Target="../media/image57.png"/><Relationship Id="rId45" Type="http://schemas.openxmlformats.org/officeDocument/2006/relationships/image" Target="../media/image390.png"/><Relationship Id="rId53" Type="http://schemas.openxmlformats.org/officeDocument/2006/relationships/image" Target="../media/image59.png"/><Relationship Id="rId5" Type="http://schemas.openxmlformats.org/officeDocument/2006/relationships/image" Target="../media/image36.png"/><Relationship Id="rId49" Type="http://schemas.openxmlformats.org/officeDocument/2006/relationships/image" Target="../media/image53.png"/><Relationship Id="rId57" Type="http://schemas.openxmlformats.org/officeDocument/2006/relationships/image" Target="../media/image64.png"/><Relationship Id="rId10" Type="http://schemas.openxmlformats.org/officeDocument/2006/relationships/image" Target="../media/image41.png"/><Relationship Id="rId19" Type="http://schemas.openxmlformats.org/officeDocument/2006/relationships/image" Target="../media/image39.png"/><Relationship Id="rId44" Type="http://schemas.openxmlformats.org/officeDocument/2006/relationships/image" Target="../media/image351.png"/><Relationship Id="rId52" Type="http://schemas.openxmlformats.org/officeDocument/2006/relationships/image" Target="../media/image56.png"/><Relationship Id="rId9" Type="http://schemas.openxmlformats.org/officeDocument/2006/relationships/image" Target="../media/image40.png"/><Relationship Id="rId14" Type="http://schemas.openxmlformats.org/officeDocument/2006/relationships/image" Target="../media/image44.png"/><Relationship Id="rId22" Type="http://schemas.openxmlformats.org/officeDocument/2006/relationships/image" Target="../media/image49.png"/><Relationship Id="rId43" Type="http://schemas.openxmlformats.org/officeDocument/2006/relationships/image" Target="../media/image60.png"/><Relationship Id="rId48" Type="http://schemas.openxmlformats.org/officeDocument/2006/relationships/image" Target="../media/image52.png"/><Relationship Id="rId56" Type="http://schemas.openxmlformats.org/officeDocument/2006/relationships/image" Target="../media/image63.png"/><Relationship Id="rId51" Type="http://schemas.openxmlformats.org/officeDocument/2006/relationships/image" Target="../media/image5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0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0.png"/><Relationship Id="rId5" Type="http://schemas.openxmlformats.org/officeDocument/2006/relationships/image" Target="../media/image340.png"/><Relationship Id="rId4" Type="http://schemas.openxmlformats.org/officeDocument/2006/relationships/image" Target="../media/image630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png"/><Relationship Id="rId3" Type="http://schemas.openxmlformats.org/officeDocument/2006/relationships/image" Target="../media/image640.png"/><Relationship Id="rId7" Type="http://schemas.openxmlformats.org/officeDocument/2006/relationships/image" Target="../media/image68.png"/><Relationship Id="rId12" Type="http://schemas.openxmlformats.org/officeDocument/2006/relationships/image" Target="../media/image17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7.png"/><Relationship Id="rId11" Type="http://schemas.openxmlformats.org/officeDocument/2006/relationships/image" Target="../media/image16.png"/><Relationship Id="rId5" Type="http://schemas.openxmlformats.org/officeDocument/2006/relationships/image" Target="../media/image66.png"/><Relationship Id="rId10" Type="http://schemas.openxmlformats.org/officeDocument/2006/relationships/image" Target="../media/image71.png"/><Relationship Id="rId4" Type="http://schemas.openxmlformats.org/officeDocument/2006/relationships/image" Target="../media/image650.png"/><Relationship Id="rId9" Type="http://schemas.openxmlformats.org/officeDocument/2006/relationships/image" Target="../media/image7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4.png"/><Relationship Id="rId5" Type="http://schemas.openxmlformats.org/officeDocument/2006/relationships/image" Target="../media/image73.png"/><Relationship Id="rId4" Type="http://schemas.openxmlformats.org/officeDocument/2006/relationships/image" Target="../media/image7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0.png"/><Relationship Id="rId5" Type="http://schemas.openxmlformats.org/officeDocument/2006/relationships/image" Target="../media/image69.png"/><Relationship Id="rId4" Type="http://schemas.openxmlformats.org/officeDocument/2006/relationships/image" Target="../media/image7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0.png"/><Relationship Id="rId5" Type="http://schemas.openxmlformats.org/officeDocument/2006/relationships/image" Target="../media/image69.png"/><Relationship Id="rId4" Type="http://schemas.openxmlformats.org/officeDocument/2006/relationships/image" Target="../media/image8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群組 43">
            <a:extLst>
              <a:ext uri="{FF2B5EF4-FFF2-40B4-BE49-F238E27FC236}">
                <a16:creationId xmlns:a16="http://schemas.microsoft.com/office/drawing/2014/main" id="{BEEFD004-18A9-4025-A01D-76EFFE4EBFC7}"/>
              </a:ext>
            </a:extLst>
          </p:cNvPr>
          <p:cNvGrpSpPr/>
          <p:nvPr/>
        </p:nvGrpSpPr>
        <p:grpSpPr>
          <a:xfrm>
            <a:off x="2719689" y="4529036"/>
            <a:ext cx="4466643" cy="1741711"/>
            <a:chOff x="2723641" y="2922813"/>
            <a:chExt cx="4466643" cy="1741711"/>
          </a:xfrm>
        </p:grpSpPr>
        <p:sp>
          <p:nvSpPr>
            <p:cNvPr id="36" name="矩形: 圓角 35">
              <a:extLst>
                <a:ext uri="{FF2B5EF4-FFF2-40B4-BE49-F238E27FC236}">
                  <a16:creationId xmlns:a16="http://schemas.microsoft.com/office/drawing/2014/main" id="{E60C8961-39A3-406D-BBF9-2931EAC49EEF}"/>
                </a:ext>
              </a:extLst>
            </p:cNvPr>
            <p:cNvSpPr/>
            <p:nvPr/>
          </p:nvSpPr>
          <p:spPr>
            <a:xfrm>
              <a:off x="2723641" y="2923157"/>
              <a:ext cx="4458717" cy="1741367"/>
            </a:xfrm>
            <a:prstGeom prst="roundRect">
              <a:avLst>
                <a:gd name="adj" fmla="val 4125"/>
              </a:avLst>
            </a:prstGeom>
            <a:gradFill flip="none" rotWithShape="1">
              <a:gsLst>
                <a:gs pos="0">
                  <a:schemeClr val="bg1">
                    <a:lumMod val="95000"/>
                  </a:schemeClr>
                </a:gs>
                <a:gs pos="100000">
                  <a:schemeClr val="bg1">
                    <a:lumMod val="95000"/>
                  </a:schemeClr>
                </a:gs>
              </a:gsLst>
              <a:lin ang="5400000" scaled="1"/>
              <a:tileRect/>
            </a:gradFill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73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37" name="圖片 36">
              <a:extLst>
                <a:ext uri="{FF2B5EF4-FFF2-40B4-BE49-F238E27FC236}">
                  <a16:creationId xmlns:a16="http://schemas.microsoft.com/office/drawing/2014/main" id="{DF0EB520-1ACB-4F3D-8406-CD5C0D65269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1117" b="63909"/>
            <a:stretch/>
          </p:blipFill>
          <p:spPr>
            <a:xfrm>
              <a:off x="4905413" y="2922813"/>
              <a:ext cx="2284871" cy="1712686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矩形 37">
                  <a:extLst>
                    <a:ext uri="{FF2B5EF4-FFF2-40B4-BE49-F238E27FC236}">
                      <a16:creationId xmlns:a16="http://schemas.microsoft.com/office/drawing/2014/main" id="{ED99895A-7756-4CEE-A914-73F36DFFCE5B}"/>
                    </a:ext>
                  </a:extLst>
                </p:cNvPr>
                <p:cNvSpPr/>
                <p:nvPr/>
              </p:nvSpPr>
              <p:spPr>
                <a:xfrm>
                  <a:off x="3207255" y="3501974"/>
                  <a:ext cx="1946302" cy="50052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TW" sz="2000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zh-TW" sz="2000" b="1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zh-TW" sz="20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̃"/>
                                        <m:ctrlPr>
                                          <a:rPr lang="en-US" altLang="zh-TW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TW" sz="2000" i="1">
                                            <a:latin typeface="Cambria Math" panose="02040503050406030204" pitchFamily="18" charset="0"/>
                                          </a:rPr>
                                          <m:t>𝐹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  <m:r>
                                      <a:rPr lang="en-US" altLang="zh-TW" sz="2000" i="1" dirty="0">
                                        <a:latin typeface="Cambria Math" panose="02040503050406030204" pitchFamily="18" charset="0"/>
                                      </a:rPr>
                                      <m:t>,0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altLang="zh-TW" sz="20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TW" sz="2000" b="1" i="1">
                                        <a:latin typeface="Cambria Math" panose="02040503050406030204" pitchFamily="18" charset="0"/>
                                      </a:rPr>
                                      <m:t>𝑸</m:t>
                                    </m:r>
                                  </m:e>
                                </m:d>
                                <m:sSup>
                                  <m:sSupPr>
                                    <m:ctrlPr>
                                      <a:rPr lang="en-US" altLang="zh-TW" sz="20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TW" sz="2000" i="1" dirty="0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a:rPr lang="en-US" altLang="zh-TW" sz="2000" i="1" dirty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altLang="zh-TW" sz="2000" i="1" dirty="0">
                                        <a:latin typeface="Cambria Math" panose="02040503050406030204" pitchFamily="18" charset="0"/>
                                      </a:rPr>
                                      <m:t>ℓ</m:t>
                                    </m:r>
                                    <m:sSub>
                                      <m:sSubPr>
                                        <m:ctrlPr>
                                          <a:rPr lang="en-US" altLang="zh-TW" sz="2000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TW" sz="2000" i="1" dirty="0">
                                            <a:latin typeface="Cambria Math" panose="02040503050406030204" pitchFamily="18" charset="0"/>
                                          </a:rPr>
                                          <m:t>𝜙</m:t>
                                        </m:r>
                                      </m:e>
                                      <m:sub>
                                        <m:r>
                                          <a:rPr lang="en-US" altLang="zh-TW" sz="2000" b="1" i="1" dirty="0">
                                            <a:latin typeface="Cambria Math" panose="02040503050406030204" pitchFamily="18" charset="0"/>
                                          </a:rPr>
                                          <m:t>𝑸</m:t>
                                        </m:r>
                                      </m:sub>
                                    </m:sSub>
                                  </m:sup>
                                </m:sSup>
                              </m:e>
                            </m:d>
                          </m:e>
                          <m:sup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oMath>
                    </m:oMathPara>
                  </a14:m>
                  <a:endParaRPr lang="zh-TW" altLang="en-US" sz="2000" dirty="0"/>
                </a:p>
              </p:txBody>
            </p:sp>
          </mc:Choice>
          <mc:Fallback xmlns="">
            <p:sp>
              <p:nvSpPr>
                <p:cNvPr id="38" name="矩形 37">
                  <a:extLst>
                    <a:ext uri="{FF2B5EF4-FFF2-40B4-BE49-F238E27FC236}">
                      <a16:creationId xmlns:a16="http://schemas.microsoft.com/office/drawing/2014/main" id="{ED99895A-7756-4CEE-A914-73F36DFFCE5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07255" y="3501974"/>
                  <a:ext cx="1946302" cy="50052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文字方塊 38">
                  <a:extLst>
                    <a:ext uri="{FF2B5EF4-FFF2-40B4-BE49-F238E27FC236}">
                      <a16:creationId xmlns:a16="http://schemas.microsoft.com/office/drawing/2014/main" id="{B2DDAB2F-1594-4FFB-83A0-D06118A518FB}"/>
                    </a:ext>
                  </a:extLst>
                </p:cNvPr>
                <p:cNvSpPr txBox="1"/>
                <p:nvPr/>
              </p:nvSpPr>
              <p:spPr>
                <a:xfrm>
                  <a:off x="5092376" y="4099034"/>
                  <a:ext cx="830594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0.1</m:t>
                            </m:r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oMath>
                    </m:oMathPara>
                  </a14:m>
                  <a:endParaRPr lang="en-US" altLang="zh-TW" sz="2000" dirty="0"/>
                </a:p>
              </p:txBody>
            </p:sp>
          </mc:Choice>
          <mc:Fallback xmlns="">
            <p:sp>
              <p:nvSpPr>
                <p:cNvPr id="39" name="文字方塊 38">
                  <a:extLst>
                    <a:ext uri="{FF2B5EF4-FFF2-40B4-BE49-F238E27FC236}">
                      <a16:creationId xmlns:a16="http://schemas.microsoft.com/office/drawing/2014/main" id="{B2DDAB2F-1594-4FFB-83A0-D06118A518F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92376" y="4099034"/>
                  <a:ext cx="830594" cy="400110"/>
                </a:xfrm>
                <a:prstGeom prst="rect">
                  <a:avLst/>
                </a:prstGeom>
                <a:blipFill>
                  <a:blip r:embed="rId4"/>
                  <a:stretch>
                    <a:fillRect b="-9231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0" name="箭號: 向右 39">
              <a:extLst>
                <a:ext uri="{FF2B5EF4-FFF2-40B4-BE49-F238E27FC236}">
                  <a16:creationId xmlns:a16="http://schemas.microsoft.com/office/drawing/2014/main" id="{3B26685E-3A51-45E8-BCF7-50D246C56B01}"/>
                </a:ext>
              </a:extLst>
            </p:cNvPr>
            <p:cNvSpPr/>
            <p:nvPr/>
          </p:nvSpPr>
          <p:spPr>
            <a:xfrm>
              <a:off x="5923007" y="3751316"/>
              <a:ext cx="122846" cy="35583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41" name="箭號: 向右 40">
              <a:extLst>
                <a:ext uri="{FF2B5EF4-FFF2-40B4-BE49-F238E27FC236}">
                  <a16:creationId xmlns:a16="http://schemas.microsoft.com/office/drawing/2014/main" id="{7EF8F9B9-3935-41B7-A75F-315D7FC4CED0}"/>
                </a:ext>
              </a:extLst>
            </p:cNvPr>
            <p:cNvSpPr/>
            <p:nvPr/>
          </p:nvSpPr>
          <p:spPr>
            <a:xfrm rot="16200000">
              <a:off x="5871631" y="3699799"/>
              <a:ext cx="118561" cy="3686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000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文字方塊 41">
                  <a:extLst>
                    <a:ext uri="{FF2B5EF4-FFF2-40B4-BE49-F238E27FC236}">
                      <a16:creationId xmlns:a16="http://schemas.microsoft.com/office/drawing/2014/main" id="{137B15C9-72BD-475D-9E9A-FB1773735E00}"/>
                    </a:ext>
                  </a:extLst>
                </p:cNvPr>
                <p:cNvSpPr txBox="1"/>
                <p:nvPr/>
              </p:nvSpPr>
              <p:spPr>
                <a:xfrm>
                  <a:off x="5715049" y="3256464"/>
                  <a:ext cx="523462" cy="42428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oMath>
                    </m:oMathPara>
                  </a14:m>
                  <a:endParaRPr lang="en-US" altLang="zh-TW" sz="2000" dirty="0"/>
                </a:p>
              </p:txBody>
            </p:sp>
          </mc:Choice>
          <mc:Fallback xmlns="">
            <p:sp>
              <p:nvSpPr>
                <p:cNvPr id="42" name="文字方塊 41">
                  <a:extLst>
                    <a:ext uri="{FF2B5EF4-FFF2-40B4-BE49-F238E27FC236}">
                      <a16:creationId xmlns:a16="http://schemas.microsoft.com/office/drawing/2014/main" id="{137B15C9-72BD-475D-9E9A-FB1773735E0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15049" y="3256464"/>
                  <a:ext cx="523462" cy="424283"/>
                </a:xfrm>
                <a:prstGeom prst="rect">
                  <a:avLst/>
                </a:prstGeom>
                <a:blipFill>
                  <a:blip r:embed="rId5"/>
                  <a:stretch>
                    <a:fillRect b="-5714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文字方塊 42">
                  <a:extLst>
                    <a:ext uri="{FF2B5EF4-FFF2-40B4-BE49-F238E27FC236}">
                      <a16:creationId xmlns:a16="http://schemas.microsoft.com/office/drawing/2014/main" id="{AEF72226-30F7-485F-9029-D1D49AEF1D4B}"/>
                    </a:ext>
                  </a:extLst>
                </p:cNvPr>
                <p:cNvSpPr txBox="1"/>
                <p:nvPr/>
              </p:nvSpPr>
              <p:spPr>
                <a:xfrm>
                  <a:off x="5987176" y="3567622"/>
                  <a:ext cx="394126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US" altLang="zh-TW" sz="2000" dirty="0"/>
                </a:p>
              </p:txBody>
            </p:sp>
          </mc:Choice>
          <mc:Fallback xmlns="">
            <p:sp>
              <p:nvSpPr>
                <p:cNvPr id="43" name="文字方塊 42">
                  <a:extLst>
                    <a:ext uri="{FF2B5EF4-FFF2-40B4-BE49-F238E27FC236}">
                      <a16:creationId xmlns:a16="http://schemas.microsoft.com/office/drawing/2014/main" id="{AEF72226-30F7-485F-9029-D1D49AEF1D4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87176" y="3567622"/>
                  <a:ext cx="394126" cy="400110"/>
                </a:xfrm>
                <a:prstGeom prst="rect">
                  <a:avLst/>
                </a:prstGeom>
                <a:blipFill>
                  <a:blip r:embed="rId6"/>
                  <a:stretch>
                    <a:fillRect l="-4615" r="-4615" b="-9091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7234729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群組 27">
            <a:extLst>
              <a:ext uri="{FF2B5EF4-FFF2-40B4-BE49-F238E27FC236}">
                <a16:creationId xmlns:a16="http://schemas.microsoft.com/office/drawing/2014/main" id="{96AEE606-E0D9-4D99-BCEB-12966994939B}"/>
              </a:ext>
            </a:extLst>
          </p:cNvPr>
          <p:cNvGrpSpPr/>
          <p:nvPr/>
        </p:nvGrpSpPr>
        <p:grpSpPr>
          <a:xfrm>
            <a:off x="2155223" y="3051317"/>
            <a:ext cx="5595554" cy="4697128"/>
            <a:chOff x="2127453" y="288758"/>
            <a:chExt cx="5595554" cy="4697128"/>
          </a:xfrm>
        </p:grpSpPr>
        <p:sp>
          <p:nvSpPr>
            <p:cNvPr id="31" name="矩形: 圓角 30">
              <a:extLst>
                <a:ext uri="{FF2B5EF4-FFF2-40B4-BE49-F238E27FC236}">
                  <a16:creationId xmlns:a16="http://schemas.microsoft.com/office/drawing/2014/main" id="{9724B8A8-BA64-4478-A475-0E5642004DC1}"/>
                </a:ext>
              </a:extLst>
            </p:cNvPr>
            <p:cNvSpPr/>
            <p:nvPr/>
          </p:nvSpPr>
          <p:spPr>
            <a:xfrm>
              <a:off x="2127453" y="288758"/>
              <a:ext cx="5563131" cy="4697128"/>
            </a:xfrm>
            <a:prstGeom prst="roundRect">
              <a:avLst>
                <a:gd name="adj" fmla="val 4125"/>
              </a:avLst>
            </a:prstGeom>
            <a:gradFill flip="none" rotWithShape="1">
              <a:gsLst>
                <a:gs pos="0">
                  <a:schemeClr val="bg1">
                    <a:lumMod val="95000"/>
                  </a:schemeClr>
                </a:gs>
                <a:gs pos="100000">
                  <a:schemeClr val="bg1">
                    <a:lumMod val="85000"/>
                  </a:schemeClr>
                </a:gs>
              </a:gsLst>
              <a:lin ang="5400000" scaled="1"/>
              <a:tileRect/>
            </a:gradFill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3" name="矩形: 圓角 32">
              <a:extLst>
                <a:ext uri="{FF2B5EF4-FFF2-40B4-BE49-F238E27FC236}">
                  <a16:creationId xmlns:a16="http://schemas.microsoft.com/office/drawing/2014/main" id="{B8DEB190-8127-4BD2-B995-7B01A5155BEE}"/>
                </a:ext>
              </a:extLst>
            </p:cNvPr>
            <p:cNvSpPr/>
            <p:nvPr/>
          </p:nvSpPr>
          <p:spPr>
            <a:xfrm>
              <a:off x="3178171" y="1142817"/>
              <a:ext cx="4445425" cy="3776843"/>
            </a:xfrm>
            <a:prstGeom prst="roundRect">
              <a:avLst>
                <a:gd name="adj" fmla="val 4125"/>
              </a:avLst>
            </a:prstGeom>
            <a:gradFill flip="none" rotWithShape="1">
              <a:gsLst>
                <a:gs pos="100000">
                  <a:schemeClr val="bg1">
                    <a:lumMod val="95000"/>
                  </a:schemeClr>
                </a:gs>
                <a:gs pos="0">
                  <a:schemeClr val="bg1">
                    <a:lumMod val="85000"/>
                  </a:schemeClr>
                </a:gs>
              </a:gsLst>
              <a:lin ang="5400000" scaled="1"/>
              <a:tileRect/>
            </a:gradFill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35" name="圖片 34">
              <a:extLst>
                <a:ext uri="{FF2B5EF4-FFF2-40B4-BE49-F238E27FC236}">
                  <a16:creationId xmlns:a16="http://schemas.microsoft.com/office/drawing/2014/main" id="{AF7ECFBE-D771-47C2-8DDD-1E9C625AC9E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4496" b="55006"/>
            <a:stretch/>
          </p:blipFill>
          <p:spPr>
            <a:xfrm>
              <a:off x="5182786" y="1324814"/>
              <a:ext cx="2540221" cy="1549400"/>
            </a:xfrm>
            <a:prstGeom prst="rect">
              <a:avLst/>
            </a:prstGeom>
          </p:spPr>
        </p:pic>
        <p:pic>
          <p:nvPicPr>
            <p:cNvPr id="36" name="圖片 35">
              <a:extLst>
                <a:ext uri="{FF2B5EF4-FFF2-40B4-BE49-F238E27FC236}">
                  <a16:creationId xmlns:a16="http://schemas.microsoft.com/office/drawing/2014/main" id="{8E22D44F-F8D1-4FF5-9D3C-8AF28CDFEE7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61804" b="6188"/>
            <a:stretch/>
          </p:blipFill>
          <p:spPr>
            <a:xfrm>
              <a:off x="5181097" y="3206091"/>
              <a:ext cx="2540221" cy="1626144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矩形 36">
                  <a:extLst>
                    <a:ext uri="{FF2B5EF4-FFF2-40B4-BE49-F238E27FC236}">
                      <a16:creationId xmlns:a16="http://schemas.microsoft.com/office/drawing/2014/main" id="{E1739E97-F9EA-4B80-BC5B-8C9BE1784180}"/>
                    </a:ext>
                  </a:extLst>
                </p:cNvPr>
                <p:cNvSpPr/>
                <p:nvPr/>
              </p:nvSpPr>
              <p:spPr>
                <a:xfrm>
                  <a:off x="3780315" y="579220"/>
                  <a:ext cx="1070293" cy="55573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Sup>
                                  <m:sSubSupPr>
                                    <m:ctrlP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acc>
                                      <m:accPr>
                                        <m:chr m:val="̃"/>
                                        <m:ctrlPr>
                                          <a:rPr lang="en-US" altLang="zh-TW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TW" sz="2000" i="1">
                                            <a:latin typeface="Cambria Math" panose="02040503050406030204" pitchFamily="18" charset="0"/>
                                          </a:rPr>
                                          <m:t>𝑀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  <m: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altLang="zh-TW" sz="2000" b="1" i="1">
                                        <a:latin typeface="Cambria Math" panose="02040503050406030204" pitchFamily="18" charset="0"/>
                                      </a:rPr>
                                      <m:t>𝑸</m:t>
                                    </m:r>
                                  </m:sub>
                                  <m:sup>
                                    <m:acc>
                                      <m:accPr>
                                        <m:chr m:val="̂"/>
                                        <m:ctrlPr>
                                          <a:rPr lang="en-US" altLang="zh-TW" sz="2000" b="1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TW" sz="2000" b="1" i="1">
                                            <a:latin typeface="Cambria Math" panose="02040503050406030204" pitchFamily="18" charset="0"/>
                                          </a:rPr>
                                          <m:t>𝒙</m:t>
                                        </m:r>
                                      </m:e>
                                    </m:acc>
                                    <m: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  <m:t>,0</m:t>
                                    </m:r>
                                  </m:sup>
                                </m:sSubSup>
                              </m:e>
                            </m:d>
                          </m:e>
                          <m:sup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 </m:t>
                        </m:r>
                      </m:oMath>
                    </m:oMathPara>
                  </a14:m>
                  <a:endParaRPr lang="zh-TW" altLang="en-US" sz="2000" dirty="0"/>
                </a:p>
              </p:txBody>
            </p:sp>
          </mc:Choice>
          <mc:Fallback xmlns="">
            <p:sp>
              <p:nvSpPr>
                <p:cNvPr id="37" name="矩形 36">
                  <a:extLst>
                    <a:ext uri="{FF2B5EF4-FFF2-40B4-BE49-F238E27FC236}">
                      <a16:creationId xmlns:a16="http://schemas.microsoft.com/office/drawing/2014/main" id="{E1739E97-F9EA-4B80-BC5B-8C9BE178418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80315" y="579220"/>
                  <a:ext cx="1070293" cy="55573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矩形 37">
                  <a:extLst>
                    <a:ext uri="{FF2B5EF4-FFF2-40B4-BE49-F238E27FC236}">
                      <a16:creationId xmlns:a16="http://schemas.microsoft.com/office/drawing/2014/main" id="{213E8F1D-5AF3-4AFC-917E-E435CF34CC61}"/>
                    </a:ext>
                  </a:extLst>
                </p:cNvPr>
                <p:cNvSpPr/>
                <p:nvPr/>
              </p:nvSpPr>
              <p:spPr>
                <a:xfrm>
                  <a:off x="6319485" y="2387822"/>
                  <a:ext cx="571630" cy="4001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zh-TW" altLang="en-US" sz="2000" dirty="0"/>
                </a:p>
              </p:txBody>
            </p:sp>
          </mc:Choice>
          <mc:Fallback xmlns="">
            <p:sp>
              <p:nvSpPr>
                <p:cNvPr id="38" name="矩形 37">
                  <a:extLst>
                    <a:ext uri="{FF2B5EF4-FFF2-40B4-BE49-F238E27FC236}">
                      <a16:creationId xmlns:a16="http://schemas.microsoft.com/office/drawing/2014/main" id="{213E8F1D-5AF3-4AFC-917E-E435CF34CC6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9485" y="2387822"/>
                  <a:ext cx="571630" cy="40011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9" name="直線單箭頭接點 38">
              <a:extLst>
                <a:ext uri="{FF2B5EF4-FFF2-40B4-BE49-F238E27FC236}">
                  <a16:creationId xmlns:a16="http://schemas.microsoft.com/office/drawing/2014/main" id="{7B8FF39B-6713-43E1-BFE6-934FD11BA44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31996" y="2714979"/>
              <a:ext cx="812800" cy="211527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線單箭頭接點 39">
              <a:extLst>
                <a:ext uri="{FF2B5EF4-FFF2-40B4-BE49-F238E27FC236}">
                  <a16:creationId xmlns:a16="http://schemas.microsoft.com/office/drawing/2014/main" id="{D869CBC3-D5CA-4342-B23F-B0D666437DB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690671" y="2504837"/>
              <a:ext cx="440704" cy="424799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矩形 40">
                  <a:extLst>
                    <a:ext uri="{FF2B5EF4-FFF2-40B4-BE49-F238E27FC236}">
                      <a16:creationId xmlns:a16="http://schemas.microsoft.com/office/drawing/2014/main" id="{951733A4-7E7B-48AA-A29B-4068C332648C}"/>
                    </a:ext>
                  </a:extLst>
                </p:cNvPr>
                <p:cNvSpPr/>
                <p:nvPr/>
              </p:nvSpPr>
              <p:spPr>
                <a:xfrm>
                  <a:off x="6887705" y="2515560"/>
                  <a:ext cx="386388" cy="4001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2000" i="1" dirty="0"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zh-TW" altLang="en-US" sz="2000" dirty="0"/>
                </a:p>
              </p:txBody>
            </p:sp>
          </mc:Choice>
          <mc:Fallback xmlns="">
            <p:sp>
              <p:nvSpPr>
                <p:cNvPr id="41" name="矩形 40">
                  <a:extLst>
                    <a:ext uri="{FF2B5EF4-FFF2-40B4-BE49-F238E27FC236}">
                      <a16:creationId xmlns:a16="http://schemas.microsoft.com/office/drawing/2014/main" id="{951733A4-7E7B-48AA-A29B-4068C332648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87705" y="2515560"/>
                  <a:ext cx="386388" cy="400110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矩形 41">
                  <a:extLst>
                    <a:ext uri="{FF2B5EF4-FFF2-40B4-BE49-F238E27FC236}">
                      <a16:creationId xmlns:a16="http://schemas.microsoft.com/office/drawing/2014/main" id="{21AAAC0D-92D5-41B6-BACD-3E1BDE39A588}"/>
                    </a:ext>
                  </a:extLst>
                </p:cNvPr>
                <p:cNvSpPr/>
                <p:nvPr/>
              </p:nvSpPr>
              <p:spPr>
                <a:xfrm>
                  <a:off x="5413712" y="2289342"/>
                  <a:ext cx="391004" cy="4001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2000" i="1" dirty="0"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lang="zh-TW" altLang="en-US" sz="2000" dirty="0"/>
                </a:p>
              </p:txBody>
            </p:sp>
          </mc:Choice>
          <mc:Fallback xmlns="">
            <p:sp>
              <p:nvSpPr>
                <p:cNvPr id="42" name="矩形 41">
                  <a:extLst>
                    <a:ext uri="{FF2B5EF4-FFF2-40B4-BE49-F238E27FC236}">
                      <a16:creationId xmlns:a16="http://schemas.microsoft.com/office/drawing/2014/main" id="{21AAAC0D-92D5-41B6-BACD-3E1BDE39A58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13712" y="2289342"/>
                  <a:ext cx="391004" cy="400110"/>
                </a:xfrm>
                <a:prstGeom prst="rect">
                  <a:avLst/>
                </a:prstGeom>
                <a:blipFill>
                  <a:blip r:embed="rId7"/>
                  <a:stretch>
                    <a:fillRect b="-7692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矩形 42">
                  <a:extLst>
                    <a:ext uri="{FF2B5EF4-FFF2-40B4-BE49-F238E27FC236}">
                      <a16:creationId xmlns:a16="http://schemas.microsoft.com/office/drawing/2014/main" id="{6059F929-1F68-4C40-B59B-9CC786F9531E}"/>
                    </a:ext>
                  </a:extLst>
                </p:cNvPr>
                <p:cNvSpPr/>
                <p:nvPr/>
              </p:nvSpPr>
              <p:spPr>
                <a:xfrm>
                  <a:off x="5480332" y="586824"/>
                  <a:ext cx="2159630" cy="528606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TW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zh-TW" sz="20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Sup>
                                  <m:sSubSupPr>
                                    <m:ctrlP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sub>
                                  <m:sup>
                                    <m:acc>
                                      <m:accPr>
                                        <m:chr m:val="̂"/>
                                        <m:ctrlPr>
                                          <a:rPr lang="en-US" altLang="zh-TW" sz="2000" b="1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TW" sz="2000" b="1" i="1">
                                            <a:latin typeface="Cambria Math" panose="02040503050406030204" pitchFamily="18" charset="0"/>
                                          </a:rPr>
                                          <m:t>𝒙</m:t>
                                        </m:r>
                                      </m:e>
                                    </m:acc>
                                    <m: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  <m:t>,0</m:t>
                                    </m:r>
                                  </m:sup>
                                </m:sSubSup>
                                <m:d>
                                  <m:dPr>
                                    <m:ctrlP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zh-TW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TW" sz="2000" b="1" i="1">
                                            <a:latin typeface="Cambria Math" panose="02040503050406030204" pitchFamily="18" charset="0"/>
                                          </a:rPr>
                                          <m:t>𝑹</m:t>
                                        </m:r>
                                      </m:e>
                                      <m:sub>
                                        <m:r>
                                          <a:rPr lang="en-US" altLang="zh-TW" sz="2000" i="1">
                                            <a:latin typeface="Cambria Math" panose="02040503050406030204" pitchFamily="18" charset="0"/>
                                          </a:rPr>
                                          <m:t>𝑐</m:t>
                                        </m:r>
                                      </m:sub>
                                    </m:sSub>
                                    <m: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  <m:t>, </m:t>
                                    </m:r>
                                    <m:r>
                                      <a:rPr lang="en-US" altLang="zh-TW" sz="2000" b="1" i="1">
                                        <a:latin typeface="Cambria Math" panose="02040503050406030204" pitchFamily="18" charset="0"/>
                                      </a:rPr>
                                      <m:t>𝒓</m:t>
                                    </m:r>
                                    <m: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  <m:t>=0</m:t>
                                    </m:r>
                                  </m:e>
                                </m:d>
                              </m:e>
                            </m:d>
                          </m:e>
                          <m:sup>
                            <m:r>
                              <a:rPr lang="en-US" altLang="zh-TW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oMath>
                    </m:oMathPara>
                  </a14:m>
                  <a:endParaRPr lang="zh-TW" altLang="en-US" sz="2000" dirty="0"/>
                </a:p>
              </p:txBody>
            </p:sp>
          </mc:Choice>
          <mc:Fallback xmlns="">
            <p:sp>
              <p:nvSpPr>
                <p:cNvPr id="43" name="矩形 42">
                  <a:extLst>
                    <a:ext uri="{FF2B5EF4-FFF2-40B4-BE49-F238E27FC236}">
                      <a16:creationId xmlns:a16="http://schemas.microsoft.com/office/drawing/2014/main" id="{6059F929-1F68-4C40-B59B-9CC786F9531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80332" y="586824"/>
                  <a:ext cx="2159630" cy="528606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矩形 43">
                  <a:extLst>
                    <a:ext uri="{FF2B5EF4-FFF2-40B4-BE49-F238E27FC236}">
                      <a16:creationId xmlns:a16="http://schemas.microsoft.com/office/drawing/2014/main" id="{2D26DD98-4D9B-467D-934D-AF11D382E629}"/>
                    </a:ext>
                  </a:extLst>
                </p:cNvPr>
                <p:cNvSpPr/>
                <p:nvPr/>
              </p:nvSpPr>
              <p:spPr>
                <a:xfrm>
                  <a:off x="2284475" y="2006364"/>
                  <a:ext cx="905761" cy="4001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𝐾</m:t>
                        </m:r>
                      </m:oMath>
                    </m:oMathPara>
                  </a14:m>
                  <a:endParaRPr lang="zh-TW" altLang="en-US" sz="2000" dirty="0"/>
                </a:p>
              </p:txBody>
            </p:sp>
          </mc:Choice>
          <mc:Fallback xmlns="">
            <p:sp>
              <p:nvSpPr>
                <p:cNvPr id="44" name="矩形 43">
                  <a:extLst>
                    <a:ext uri="{FF2B5EF4-FFF2-40B4-BE49-F238E27FC236}">
                      <a16:creationId xmlns:a16="http://schemas.microsoft.com/office/drawing/2014/main" id="{2D26DD98-4D9B-467D-934D-AF11D382E62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84475" y="2006364"/>
                  <a:ext cx="905761" cy="400110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矩形 44">
                  <a:extLst>
                    <a:ext uri="{FF2B5EF4-FFF2-40B4-BE49-F238E27FC236}">
                      <a16:creationId xmlns:a16="http://schemas.microsoft.com/office/drawing/2014/main" id="{826CD4B4-D639-41C3-A541-4CC075043532}"/>
                    </a:ext>
                  </a:extLst>
                </p:cNvPr>
                <p:cNvSpPr/>
                <p:nvPr/>
              </p:nvSpPr>
              <p:spPr>
                <a:xfrm>
                  <a:off x="2255493" y="3861321"/>
                  <a:ext cx="963725" cy="4001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𝐾</m:t>
                        </m:r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′</m:t>
                        </m:r>
                      </m:oMath>
                    </m:oMathPara>
                  </a14:m>
                  <a:endParaRPr lang="zh-TW" altLang="en-US" sz="2000" dirty="0"/>
                </a:p>
              </p:txBody>
            </p:sp>
          </mc:Choice>
          <mc:Fallback xmlns="">
            <p:sp>
              <p:nvSpPr>
                <p:cNvPr id="45" name="矩形 44">
                  <a:extLst>
                    <a:ext uri="{FF2B5EF4-FFF2-40B4-BE49-F238E27FC236}">
                      <a16:creationId xmlns:a16="http://schemas.microsoft.com/office/drawing/2014/main" id="{826CD4B4-D639-41C3-A541-4CC07504353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55493" y="3861321"/>
                  <a:ext cx="963725" cy="400110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46" name="圖片 45">
              <a:extLst>
                <a:ext uri="{FF2B5EF4-FFF2-40B4-BE49-F238E27FC236}">
                  <a16:creationId xmlns:a16="http://schemas.microsoft.com/office/drawing/2014/main" id="{C27BC22D-C668-41B6-8EDD-9195962D74A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1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7884" b="10000"/>
            <a:stretch/>
          </p:blipFill>
          <p:spPr>
            <a:xfrm>
              <a:off x="3145166" y="1286544"/>
              <a:ext cx="2284871" cy="3574144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文字方塊 46">
                  <a:extLst>
                    <a:ext uri="{FF2B5EF4-FFF2-40B4-BE49-F238E27FC236}">
                      <a16:creationId xmlns:a16="http://schemas.microsoft.com/office/drawing/2014/main" id="{C1691919-BE13-4A2B-8197-8FF93F31317A}"/>
                    </a:ext>
                  </a:extLst>
                </p:cNvPr>
                <p:cNvSpPr txBox="1"/>
                <p:nvPr/>
              </p:nvSpPr>
              <p:spPr>
                <a:xfrm>
                  <a:off x="3339777" y="2478196"/>
                  <a:ext cx="830594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0.1</m:t>
                            </m:r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oMath>
                    </m:oMathPara>
                  </a14:m>
                  <a:endParaRPr lang="en-US" altLang="zh-TW" sz="2000" dirty="0"/>
                </a:p>
              </p:txBody>
            </p:sp>
          </mc:Choice>
          <mc:Fallback xmlns="">
            <p:sp>
              <p:nvSpPr>
                <p:cNvPr id="47" name="文字方塊 46">
                  <a:extLst>
                    <a:ext uri="{FF2B5EF4-FFF2-40B4-BE49-F238E27FC236}">
                      <a16:creationId xmlns:a16="http://schemas.microsoft.com/office/drawing/2014/main" id="{C1691919-BE13-4A2B-8197-8FF93F31317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39777" y="2478196"/>
                  <a:ext cx="830594" cy="400110"/>
                </a:xfrm>
                <a:prstGeom prst="rect">
                  <a:avLst/>
                </a:prstGeom>
                <a:blipFill>
                  <a:blip r:embed="rId12"/>
                  <a:stretch>
                    <a:fillRect b="-9231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48" name="群組 47">
              <a:extLst>
                <a:ext uri="{FF2B5EF4-FFF2-40B4-BE49-F238E27FC236}">
                  <a16:creationId xmlns:a16="http://schemas.microsoft.com/office/drawing/2014/main" id="{3B72B3F2-70B1-4611-B50C-5ADC21FDAAA1}"/>
                </a:ext>
              </a:extLst>
            </p:cNvPr>
            <p:cNvGrpSpPr/>
            <p:nvPr/>
          </p:nvGrpSpPr>
          <p:grpSpPr>
            <a:xfrm>
              <a:off x="3962450" y="1635626"/>
              <a:ext cx="666253" cy="711268"/>
              <a:chOff x="6394099" y="1329789"/>
              <a:chExt cx="1805559" cy="1927549"/>
            </a:xfrm>
          </p:grpSpPr>
          <p:grpSp>
            <p:nvGrpSpPr>
              <p:cNvPr id="50" name="群組 49">
                <a:extLst>
                  <a:ext uri="{FF2B5EF4-FFF2-40B4-BE49-F238E27FC236}">
                    <a16:creationId xmlns:a16="http://schemas.microsoft.com/office/drawing/2014/main" id="{A6854366-CCD5-4209-AD56-5FF4AD89E9CE}"/>
                  </a:ext>
                </a:extLst>
              </p:cNvPr>
              <p:cNvGrpSpPr/>
              <p:nvPr/>
            </p:nvGrpSpPr>
            <p:grpSpPr>
              <a:xfrm>
                <a:off x="6929132" y="2420541"/>
                <a:ext cx="361452" cy="346736"/>
                <a:chOff x="1373392" y="2391862"/>
                <a:chExt cx="479433" cy="476535"/>
              </a:xfrm>
            </p:grpSpPr>
            <p:sp>
              <p:nvSpPr>
                <p:cNvPr id="53" name="箭號: 向右 52">
                  <a:extLst>
                    <a:ext uri="{FF2B5EF4-FFF2-40B4-BE49-F238E27FC236}">
                      <a16:creationId xmlns:a16="http://schemas.microsoft.com/office/drawing/2014/main" id="{220B1E1A-5B15-4617-8E08-A4436B72CA32}"/>
                    </a:ext>
                  </a:extLst>
                </p:cNvPr>
                <p:cNvSpPr/>
                <p:nvPr/>
              </p:nvSpPr>
              <p:spPr>
                <a:xfrm>
                  <a:off x="1411244" y="2735868"/>
                  <a:ext cx="441581" cy="132529"/>
                </a:xfrm>
                <a:prstGeom prst="rightArrow">
                  <a:avLst>
                    <a:gd name="adj1" fmla="val 50000"/>
                    <a:gd name="adj2" fmla="val 99023"/>
                  </a:avLst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200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4" name="箭號: 向右 53">
                  <a:extLst>
                    <a:ext uri="{FF2B5EF4-FFF2-40B4-BE49-F238E27FC236}">
                      <a16:creationId xmlns:a16="http://schemas.microsoft.com/office/drawing/2014/main" id="{AB330D8F-F24B-42EA-AFD1-8E72875C6933}"/>
                    </a:ext>
                  </a:extLst>
                </p:cNvPr>
                <p:cNvSpPr/>
                <p:nvPr/>
              </p:nvSpPr>
              <p:spPr>
                <a:xfrm rot="16200000">
                  <a:off x="1218866" y="2546388"/>
                  <a:ext cx="441581" cy="132529"/>
                </a:xfrm>
                <a:prstGeom prst="rightArrow">
                  <a:avLst>
                    <a:gd name="adj1" fmla="val 50000"/>
                    <a:gd name="adj2" fmla="val 99023"/>
                  </a:avLst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2000" dirty="0">
                    <a:solidFill>
                      <a:schemeClr val="tx1"/>
                    </a:solidFill>
                  </a:endParaRPr>
                </a:p>
              </p:txBody>
            </p: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1" name="文字方塊 50">
                    <a:extLst>
                      <a:ext uri="{FF2B5EF4-FFF2-40B4-BE49-F238E27FC236}">
                        <a16:creationId xmlns:a16="http://schemas.microsoft.com/office/drawing/2014/main" id="{32445C7A-3444-46DF-A5DB-D518BEBEC934}"/>
                      </a:ext>
                    </a:extLst>
                  </p:cNvPr>
                  <p:cNvSpPr txBox="1"/>
                  <p:nvPr/>
                </p:nvSpPr>
                <p:spPr>
                  <a:xfrm>
                    <a:off x="6394099" y="1329789"/>
                    <a:ext cx="1418593" cy="114981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oMath>
                      </m:oMathPara>
                    </a14:m>
                    <a:endParaRPr lang="en-US" altLang="zh-TW" sz="2000" dirty="0"/>
                  </a:p>
                </p:txBody>
              </p:sp>
            </mc:Choice>
            <mc:Fallback xmlns="">
              <p:sp>
                <p:nvSpPr>
                  <p:cNvPr id="24" name="文字方塊 23">
                    <a:extLst>
                      <a:ext uri="{FF2B5EF4-FFF2-40B4-BE49-F238E27FC236}">
                        <a16:creationId xmlns:a16="http://schemas.microsoft.com/office/drawing/2014/main" id="{AB3E3F81-A9C7-465C-A831-82ADA76646C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394099" y="1329789"/>
                    <a:ext cx="1418593" cy="1149815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 b="-5714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2" name="文字方塊 51">
                    <a:extLst>
                      <a:ext uri="{FF2B5EF4-FFF2-40B4-BE49-F238E27FC236}">
                        <a16:creationId xmlns:a16="http://schemas.microsoft.com/office/drawing/2014/main" id="{10A0CF30-AF1E-4025-84E0-342B6DF6AE9A}"/>
                      </a:ext>
                    </a:extLst>
                  </p:cNvPr>
                  <p:cNvSpPr txBox="1"/>
                  <p:nvPr/>
                </p:nvSpPr>
                <p:spPr>
                  <a:xfrm>
                    <a:off x="7131569" y="2173033"/>
                    <a:ext cx="1068089" cy="108430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oMath>
                      </m:oMathPara>
                    </a14:m>
                    <a:endParaRPr lang="en-US" altLang="zh-TW" sz="2000" dirty="0"/>
                  </a:p>
                </p:txBody>
              </p:sp>
            </mc:Choice>
            <mc:Fallback xmlns="">
              <p:sp>
                <p:nvSpPr>
                  <p:cNvPr id="25" name="文字方塊 24">
                    <a:extLst>
                      <a:ext uri="{FF2B5EF4-FFF2-40B4-BE49-F238E27FC236}">
                        <a16:creationId xmlns:a16="http://schemas.microsoft.com/office/drawing/2014/main" id="{C15B01A4-773F-4E0F-88DB-CAE29AAE6CA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131569" y="2173033"/>
                    <a:ext cx="1068089" cy="1084305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 l="-4688" r="-6250" b="-9091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矩形: 圓角 48">
                  <a:extLst>
                    <a:ext uri="{FF2B5EF4-FFF2-40B4-BE49-F238E27FC236}">
                      <a16:creationId xmlns:a16="http://schemas.microsoft.com/office/drawing/2014/main" id="{16782163-D549-4658-B681-1624D52CF2B0}"/>
                    </a:ext>
                  </a:extLst>
                </p:cNvPr>
                <p:cNvSpPr/>
                <p:nvPr/>
              </p:nvSpPr>
              <p:spPr>
                <a:xfrm>
                  <a:off x="2233060" y="379628"/>
                  <a:ext cx="986157" cy="835052"/>
                </a:xfrm>
                <a:prstGeom prst="roundRect">
                  <a:avLst>
                    <a:gd name="adj" fmla="val 13546"/>
                  </a:avLst>
                </a:prstGeom>
                <a:gradFill flip="none" rotWithShape="1">
                  <a:gsLst>
                    <a:gs pos="100000">
                      <a:schemeClr val="bg1">
                        <a:lumMod val="95000"/>
                      </a:schemeClr>
                    </a:gs>
                    <a:gs pos="0">
                      <a:schemeClr val="bg1">
                        <a:lumMod val="85000"/>
                      </a:schemeClr>
                    </a:gs>
                  </a:gsLst>
                  <a:lin ang="5400000" scaled="1"/>
                  <a:tileRect/>
                </a:gradFill>
              </p:spPr>
              <p:style>
                <a:lnRef idx="1">
                  <a:schemeClr val="accent3"/>
                </a:lnRef>
                <a:fillRef idx="2">
                  <a:schemeClr val="accent3"/>
                </a:fillRef>
                <a:effectRef idx="1">
                  <a:schemeClr val="accent3"/>
                </a:effectRef>
                <a:fontRef idx="minor">
                  <a:schemeClr val="dk1"/>
                </a:fontRef>
              </p:style>
              <p:txBody>
      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acc>
                          <m:accPr>
                            <m:chr m:val="̂"/>
                            <m:ctrlPr>
                              <a:rPr lang="en-US" altLang="zh-TW" sz="2400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TW" sz="2400" b="1" i="1">
                                <a:latin typeface="Cambria Math" panose="02040503050406030204" pitchFamily="18" charset="0"/>
                              </a:rPr>
                              <m:t>𝝐</m:t>
                            </m:r>
                          </m:e>
                        </m:acc>
                        <m:r>
                          <a:rPr lang="en-US" altLang="zh-TW" sz="2400" b="1" i="1">
                            <a:latin typeface="Cambria Math" panose="02040503050406030204" pitchFamily="18" charset="0"/>
                          </a:rPr>
                          <m:t>=</m:t>
                        </m:r>
                        <m:acc>
                          <m:accPr>
                            <m:chr m:val="̂"/>
                            <m:ctrlPr>
                              <a:rPr lang="en-US" altLang="zh-TW" sz="2400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TW" sz="2400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</m:acc>
                      </m:oMath>
                    </m:oMathPara>
                  </a14:m>
                  <a:endParaRPr lang="zh-TW" alt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49" name="矩形: 圓角 48">
                  <a:extLst>
                    <a:ext uri="{FF2B5EF4-FFF2-40B4-BE49-F238E27FC236}">
                      <a16:creationId xmlns:a16="http://schemas.microsoft.com/office/drawing/2014/main" id="{16782163-D549-4658-B681-1624D52CF2B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33060" y="379628"/>
                  <a:ext cx="986157" cy="835052"/>
                </a:xfrm>
                <a:prstGeom prst="roundRect">
                  <a:avLst>
                    <a:gd name="adj" fmla="val 13546"/>
                  </a:avLst>
                </a:prstGeom>
                <a:blipFill>
                  <a:blip r:embed="rId15"/>
                  <a:stretch>
                    <a:fillRect l="-613" r="-47239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3565204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群組 2">
            <a:extLst>
              <a:ext uri="{FF2B5EF4-FFF2-40B4-BE49-F238E27FC236}">
                <a16:creationId xmlns:a16="http://schemas.microsoft.com/office/drawing/2014/main" id="{1D0DE40D-2A50-4605-BC6A-234E4428AA25}"/>
              </a:ext>
            </a:extLst>
          </p:cNvPr>
          <p:cNvGrpSpPr/>
          <p:nvPr/>
        </p:nvGrpSpPr>
        <p:grpSpPr>
          <a:xfrm>
            <a:off x="2155224" y="3051317"/>
            <a:ext cx="5595822" cy="4697128"/>
            <a:chOff x="2155224" y="3051317"/>
            <a:chExt cx="5595822" cy="4697128"/>
          </a:xfrm>
        </p:grpSpPr>
        <p:sp>
          <p:nvSpPr>
            <p:cNvPr id="31" name="矩形: 圓角 30">
              <a:extLst>
                <a:ext uri="{FF2B5EF4-FFF2-40B4-BE49-F238E27FC236}">
                  <a16:creationId xmlns:a16="http://schemas.microsoft.com/office/drawing/2014/main" id="{9724B8A8-BA64-4478-A475-0E5642004DC1}"/>
                </a:ext>
              </a:extLst>
            </p:cNvPr>
            <p:cNvSpPr/>
            <p:nvPr/>
          </p:nvSpPr>
          <p:spPr>
            <a:xfrm>
              <a:off x="2155224" y="3051317"/>
              <a:ext cx="5563131" cy="4697128"/>
            </a:xfrm>
            <a:prstGeom prst="roundRect">
              <a:avLst>
                <a:gd name="adj" fmla="val 4125"/>
              </a:avLst>
            </a:prstGeom>
            <a:gradFill flip="none" rotWithShape="1">
              <a:gsLst>
                <a:gs pos="0">
                  <a:schemeClr val="bg1">
                    <a:lumMod val="95000"/>
                  </a:schemeClr>
                </a:gs>
                <a:gs pos="100000">
                  <a:schemeClr val="bg1">
                    <a:lumMod val="85000"/>
                  </a:schemeClr>
                </a:gs>
              </a:gsLst>
              <a:lin ang="5400000" scaled="1"/>
              <a:tileRect/>
            </a:gradFill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3" name="矩形: 圓角 32">
              <a:extLst>
                <a:ext uri="{FF2B5EF4-FFF2-40B4-BE49-F238E27FC236}">
                  <a16:creationId xmlns:a16="http://schemas.microsoft.com/office/drawing/2014/main" id="{B8DEB190-8127-4BD2-B995-7B01A5155BEE}"/>
                </a:ext>
              </a:extLst>
            </p:cNvPr>
            <p:cNvSpPr/>
            <p:nvPr/>
          </p:nvSpPr>
          <p:spPr>
            <a:xfrm>
              <a:off x="3205942" y="3905377"/>
              <a:ext cx="4445425" cy="3776843"/>
            </a:xfrm>
            <a:prstGeom prst="roundRect">
              <a:avLst>
                <a:gd name="adj" fmla="val 4125"/>
              </a:avLst>
            </a:prstGeom>
            <a:gradFill flip="none" rotWithShape="1">
              <a:gsLst>
                <a:gs pos="100000">
                  <a:schemeClr val="bg1">
                    <a:lumMod val="95000"/>
                  </a:schemeClr>
                </a:gs>
                <a:gs pos="0">
                  <a:schemeClr val="bg1">
                    <a:lumMod val="85000"/>
                  </a:schemeClr>
                </a:gs>
              </a:gsLst>
              <a:lin ang="5400000" scaled="1"/>
              <a:tileRect/>
            </a:gradFill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矩形 36">
                  <a:extLst>
                    <a:ext uri="{FF2B5EF4-FFF2-40B4-BE49-F238E27FC236}">
                      <a16:creationId xmlns:a16="http://schemas.microsoft.com/office/drawing/2014/main" id="{E1739E97-F9EA-4B80-BC5B-8C9BE1784180}"/>
                    </a:ext>
                  </a:extLst>
                </p:cNvPr>
                <p:cNvSpPr/>
                <p:nvPr/>
              </p:nvSpPr>
              <p:spPr>
                <a:xfrm>
                  <a:off x="3801096" y="3341779"/>
                  <a:ext cx="1077282" cy="61151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Sup>
                                  <m:sSubSupPr>
                                    <m:ctrlP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acc>
                                      <m:accPr>
                                        <m:chr m:val="̃"/>
                                        <m:ctrlPr>
                                          <a:rPr lang="en-US" altLang="zh-TW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TW" sz="2000" i="1">
                                            <a:latin typeface="Cambria Math" panose="02040503050406030204" pitchFamily="18" charset="0"/>
                                          </a:rPr>
                                          <m:t>𝑀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  <m: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altLang="zh-TW" sz="2000" b="1" i="1">
                                        <a:latin typeface="Cambria Math" panose="02040503050406030204" pitchFamily="18" charset="0"/>
                                      </a:rPr>
                                      <m:t>𝑸</m:t>
                                    </m:r>
                                  </m:sub>
                                  <m:sup>
                                    <m:acc>
                                      <m:accPr>
                                        <m:chr m:val="̂"/>
                                        <m:ctrlPr>
                                          <a:rPr lang="en-US" altLang="zh-TW" sz="2000" b="1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TW" sz="2000" b="1" i="1">
                                            <a:latin typeface="Cambria Math" panose="02040503050406030204" pitchFamily="18" charset="0"/>
                                          </a:rPr>
                                          <m:t>𝒚</m:t>
                                        </m:r>
                                      </m:e>
                                    </m:acc>
                                    <m: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  <m:t>,0</m:t>
                                    </m:r>
                                  </m:sup>
                                </m:sSubSup>
                              </m:e>
                            </m:d>
                          </m:e>
                          <m:sup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 </m:t>
                        </m:r>
                      </m:oMath>
                    </m:oMathPara>
                  </a14:m>
                  <a:endParaRPr lang="zh-TW" altLang="en-US" sz="2000" dirty="0"/>
                </a:p>
              </p:txBody>
            </p:sp>
          </mc:Choice>
          <mc:Fallback xmlns="">
            <p:sp>
              <p:nvSpPr>
                <p:cNvPr id="37" name="矩形 36">
                  <a:extLst>
                    <a:ext uri="{FF2B5EF4-FFF2-40B4-BE49-F238E27FC236}">
                      <a16:creationId xmlns:a16="http://schemas.microsoft.com/office/drawing/2014/main" id="{E1739E97-F9EA-4B80-BC5B-8C9BE178418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01096" y="3341779"/>
                  <a:ext cx="1077282" cy="611514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矩形 42">
                  <a:extLst>
                    <a:ext uri="{FF2B5EF4-FFF2-40B4-BE49-F238E27FC236}">
                      <a16:creationId xmlns:a16="http://schemas.microsoft.com/office/drawing/2014/main" id="{6059F929-1F68-4C40-B59B-9CC786F9531E}"/>
                    </a:ext>
                  </a:extLst>
                </p:cNvPr>
                <p:cNvSpPr/>
                <p:nvPr/>
              </p:nvSpPr>
              <p:spPr>
                <a:xfrm>
                  <a:off x="5508103" y="3349384"/>
                  <a:ext cx="2225929" cy="631391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TW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zh-TW" sz="20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Sup>
                                  <m:sSubSupPr>
                                    <m:ctrlP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sub>
                                  <m:sup>
                                    <m:acc>
                                      <m:accPr>
                                        <m:chr m:val="̂"/>
                                        <m:ctrlPr>
                                          <a:rPr lang="en-US" altLang="zh-TW" sz="2000" b="1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TW" sz="2000" b="1" i="1">
                                            <a:latin typeface="Cambria Math" panose="02040503050406030204" pitchFamily="18" charset="0"/>
                                          </a:rPr>
                                          <m:t>𝒚</m:t>
                                        </m:r>
                                      </m:e>
                                    </m:acc>
                                    <m: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  <m:t>,0</m:t>
                                    </m:r>
                                  </m:sup>
                                </m:sSubSup>
                                <m:d>
                                  <m:dPr>
                                    <m:ctrlP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zh-TW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TW" sz="2000" b="1" i="1">
                                            <a:latin typeface="Cambria Math" panose="02040503050406030204" pitchFamily="18" charset="0"/>
                                          </a:rPr>
                                          <m:t>𝑹</m:t>
                                        </m:r>
                                      </m:e>
                                      <m:sub>
                                        <m:r>
                                          <a:rPr lang="en-US" altLang="zh-TW" sz="2000" i="1">
                                            <a:latin typeface="Cambria Math" panose="02040503050406030204" pitchFamily="18" charset="0"/>
                                          </a:rPr>
                                          <m:t>𝑐</m:t>
                                        </m:r>
                                      </m:sub>
                                    </m:sSub>
                                    <m: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  <m:t>, </m:t>
                                    </m:r>
                                    <m:r>
                                      <a:rPr lang="en-US" altLang="zh-TW" sz="2000" b="1" i="1">
                                        <a:latin typeface="Cambria Math" panose="02040503050406030204" pitchFamily="18" charset="0"/>
                                      </a:rPr>
                                      <m:t>𝒓</m:t>
                                    </m:r>
                                    <m: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  <m:t>=0</m:t>
                                    </m:r>
                                  </m:e>
                                </m:d>
                              </m:e>
                            </m:d>
                          </m:e>
                          <m:sup>
                            <m:r>
                              <a:rPr lang="en-US" altLang="zh-TW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oMath>
                    </m:oMathPara>
                  </a14:m>
                  <a:endParaRPr lang="zh-TW" altLang="en-US" sz="2000" dirty="0"/>
                </a:p>
              </p:txBody>
            </p:sp>
          </mc:Choice>
          <mc:Fallback xmlns="">
            <p:sp>
              <p:nvSpPr>
                <p:cNvPr id="43" name="矩形 42">
                  <a:extLst>
                    <a:ext uri="{FF2B5EF4-FFF2-40B4-BE49-F238E27FC236}">
                      <a16:creationId xmlns:a16="http://schemas.microsoft.com/office/drawing/2014/main" id="{6059F929-1F68-4C40-B59B-9CC786F9531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08103" y="3349384"/>
                  <a:ext cx="2225929" cy="631391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矩形 43">
                  <a:extLst>
                    <a:ext uri="{FF2B5EF4-FFF2-40B4-BE49-F238E27FC236}">
                      <a16:creationId xmlns:a16="http://schemas.microsoft.com/office/drawing/2014/main" id="{2D26DD98-4D9B-467D-934D-AF11D382E629}"/>
                    </a:ext>
                  </a:extLst>
                </p:cNvPr>
                <p:cNvSpPr/>
                <p:nvPr/>
              </p:nvSpPr>
              <p:spPr>
                <a:xfrm>
                  <a:off x="2312246" y="4768923"/>
                  <a:ext cx="905761" cy="4001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𝐾</m:t>
                        </m:r>
                      </m:oMath>
                    </m:oMathPara>
                  </a14:m>
                  <a:endParaRPr lang="zh-TW" altLang="en-US" sz="2000" dirty="0"/>
                </a:p>
              </p:txBody>
            </p:sp>
          </mc:Choice>
          <mc:Fallback xmlns="">
            <p:sp>
              <p:nvSpPr>
                <p:cNvPr id="44" name="矩形 43">
                  <a:extLst>
                    <a:ext uri="{FF2B5EF4-FFF2-40B4-BE49-F238E27FC236}">
                      <a16:creationId xmlns:a16="http://schemas.microsoft.com/office/drawing/2014/main" id="{2D26DD98-4D9B-467D-934D-AF11D382E62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12246" y="4768923"/>
                  <a:ext cx="905761" cy="40011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矩形 44">
                  <a:extLst>
                    <a:ext uri="{FF2B5EF4-FFF2-40B4-BE49-F238E27FC236}">
                      <a16:creationId xmlns:a16="http://schemas.microsoft.com/office/drawing/2014/main" id="{826CD4B4-D639-41C3-A541-4CC075043532}"/>
                    </a:ext>
                  </a:extLst>
                </p:cNvPr>
                <p:cNvSpPr/>
                <p:nvPr/>
              </p:nvSpPr>
              <p:spPr>
                <a:xfrm>
                  <a:off x="2283264" y="6623880"/>
                  <a:ext cx="963725" cy="4001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𝐾</m:t>
                        </m:r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′</m:t>
                        </m:r>
                      </m:oMath>
                    </m:oMathPara>
                  </a14:m>
                  <a:endParaRPr lang="zh-TW" altLang="en-US" sz="2000" dirty="0"/>
                </a:p>
              </p:txBody>
            </p:sp>
          </mc:Choice>
          <mc:Fallback xmlns="">
            <p:sp>
              <p:nvSpPr>
                <p:cNvPr id="45" name="矩形 44">
                  <a:extLst>
                    <a:ext uri="{FF2B5EF4-FFF2-40B4-BE49-F238E27FC236}">
                      <a16:creationId xmlns:a16="http://schemas.microsoft.com/office/drawing/2014/main" id="{826CD4B4-D639-41C3-A541-4CC07504353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83264" y="6623880"/>
                  <a:ext cx="963725" cy="40011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矩形: 圓角 48">
                  <a:extLst>
                    <a:ext uri="{FF2B5EF4-FFF2-40B4-BE49-F238E27FC236}">
                      <a16:creationId xmlns:a16="http://schemas.microsoft.com/office/drawing/2014/main" id="{16782163-D549-4658-B681-1624D52CF2B0}"/>
                    </a:ext>
                  </a:extLst>
                </p:cNvPr>
                <p:cNvSpPr/>
                <p:nvPr/>
              </p:nvSpPr>
              <p:spPr>
                <a:xfrm>
                  <a:off x="2260831" y="3142187"/>
                  <a:ext cx="986157" cy="835052"/>
                </a:xfrm>
                <a:prstGeom prst="roundRect">
                  <a:avLst>
                    <a:gd name="adj" fmla="val 13546"/>
                  </a:avLst>
                </a:prstGeom>
                <a:gradFill flip="none" rotWithShape="1">
                  <a:gsLst>
                    <a:gs pos="100000">
                      <a:schemeClr val="bg1">
                        <a:lumMod val="95000"/>
                      </a:schemeClr>
                    </a:gs>
                    <a:gs pos="0">
                      <a:schemeClr val="bg1">
                        <a:lumMod val="85000"/>
                      </a:schemeClr>
                    </a:gs>
                  </a:gsLst>
                  <a:lin ang="5400000" scaled="1"/>
                  <a:tileRect/>
                </a:gradFill>
              </p:spPr>
              <p:style>
                <a:lnRef idx="1">
                  <a:schemeClr val="accent3"/>
                </a:lnRef>
                <a:fillRef idx="2">
                  <a:schemeClr val="accent3"/>
                </a:fillRef>
                <a:effectRef idx="1">
                  <a:schemeClr val="accent3"/>
                </a:effectRef>
                <a:fontRef idx="minor">
                  <a:schemeClr val="dk1"/>
                </a:fontRef>
              </p:style>
              <p:txBody>
      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acc>
                          <m:accPr>
                            <m:chr m:val="̂"/>
                            <m:ctrlPr>
                              <a:rPr lang="en-US" altLang="zh-TW" sz="2400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TW" sz="2400" b="1" i="1">
                                <a:latin typeface="Cambria Math" panose="02040503050406030204" pitchFamily="18" charset="0"/>
                              </a:rPr>
                              <m:t>𝝐</m:t>
                            </m:r>
                          </m:e>
                        </m:acc>
                        <m:r>
                          <a:rPr lang="en-US" altLang="zh-TW" sz="2400" b="1" i="1">
                            <a:latin typeface="Cambria Math" panose="02040503050406030204" pitchFamily="18" charset="0"/>
                          </a:rPr>
                          <m:t>=</m:t>
                        </m:r>
                        <m:acc>
                          <m:accPr>
                            <m:chr m:val="̂"/>
                            <m:ctrlPr>
                              <a:rPr lang="en-US" altLang="zh-TW" sz="2400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TW" sz="2400" b="1" i="1">
                                <a:latin typeface="Cambria Math" panose="02040503050406030204" pitchFamily="18" charset="0"/>
                              </a:rPr>
                              <m:t>𝒚</m:t>
                            </m:r>
                          </m:e>
                        </m:acc>
                      </m:oMath>
                    </m:oMathPara>
                  </a14:m>
                  <a:endParaRPr lang="zh-TW" alt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49" name="矩形: 圓角 48">
                  <a:extLst>
                    <a:ext uri="{FF2B5EF4-FFF2-40B4-BE49-F238E27FC236}">
                      <a16:creationId xmlns:a16="http://schemas.microsoft.com/office/drawing/2014/main" id="{16782163-D549-4658-B681-1624D52CF2B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60831" y="3142187"/>
                  <a:ext cx="986157" cy="835052"/>
                </a:xfrm>
                <a:prstGeom prst="roundRect">
                  <a:avLst>
                    <a:gd name="adj" fmla="val 13546"/>
                  </a:avLst>
                </a:prstGeom>
                <a:blipFill>
                  <a:blip r:embed="rId6"/>
                  <a:stretch>
                    <a:fillRect l="-1227" r="-47239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29" name="圖片 28">
              <a:extLst>
                <a:ext uri="{FF2B5EF4-FFF2-40B4-BE49-F238E27FC236}">
                  <a16:creationId xmlns:a16="http://schemas.microsoft.com/office/drawing/2014/main" id="{11119672-E923-4EC1-B7EF-9A03904961A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3293" b="54478"/>
            <a:stretch/>
          </p:blipFill>
          <p:spPr>
            <a:xfrm>
              <a:off x="5209446" y="4030834"/>
              <a:ext cx="2541600" cy="1638301"/>
            </a:xfrm>
            <a:prstGeom prst="rect">
              <a:avLst/>
            </a:prstGeom>
          </p:spPr>
        </p:pic>
        <p:pic>
          <p:nvPicPr>
            <p:cNvPr id="30" name="圖片 29">
              <a:extLst>
                <a:ext uri="{FF2B5EF4-FFF2-40B4-BE49-F238E27FC236}">
                  <a16:creationId xmlns:a16="http://schemas.microsoft.com/office/drawing/2014/main" id="{585DC0A3-34F6-4BF7-B8DF-1E0E7CF5D8C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8148" b="9630"/>
            <a:stretch/>
          </p:blipFill>
          <p:spPr>
            <a:xfrm>
              <a:off x="3170575" y="4068571"/>
              <a:ext cx="2284871" cy="3581400"/>
            </a:xfrm>
            <a:prstGeom prst="rect">
              <a:avLst/>
            </a:prstGeom>
          </p:spPr>
        </p:pic>
        <p:pic>
          <p:nvPicPr>
            <p:cNvPr id="32" name="圖片 31">
              <a:extLst>
                <a:ext uri="{FF2B5EF4-FFF2-40B4-BE49-F238E27FC236}">
                  <a16:creationId xmlns:a16="http://schemas.microsoft.com/office/drawing/2014/main" id="{14EE7596-E223-40B0-8246-781D438BE5D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9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62950" b="6319"/>
            <a:stretch/>
          </p:blipFill>
          <p:spPr>
            <a:xfrm>
              <a:off x="5206218" y="6030223"/>
              <a:ext cx="2541600" cy="156210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0570602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群組 1">
            <a:extLst>
              <a:ext uri="{FF2B5EF4-FFF2-40B4-BE49-F238E27FC236}">
                <a16:creationId xmlns:a16="http://schemas.microsoft.com/office/drawing/2014/main" id="{6A8B6DAC-B82F-4B24-88E1-06AD6B5DAAD5}"/>
              </a:ext>
            </a:extLst>
          </p:cNvPr>
          <p:cNvGrpSpPr/>
          <p:nvPr/>
        </p:nvGrpSpPr>
        <p:grpSpPr>
          <a:xfrm>
            <a:off x="2155224" y="3051317"/>
            <a:ext cx="5644790" cy="5261470"/>
            <a:chOff x="2155224" y="3051317"/>
            <a:chExt cx="5644790" cy="5261470"/>
          </a:xfrm>
        </p:grpSpPr>
        <p:sp>
          <p:nvSpPr>
            <p:cNvPr id="31" name="矩形: 圓角 30">
              <a:extLst>
                <a:ext uri="{FF2B5EF4-FFF2-40B4-BE49-F238E27FC236}">
                  <a16:creationId xmlns:a16="http://schemas.microsoft.com/office/drawing/2014/main" id="{9724B8A8-BA64-4478-A475-0E5642004DC1}"/>
                </a:ext>
              </a:extLst>
            </p:cNvPr>
            <p:cNvSpPr/>
            <p:nvPr/>
          </p:nvSpPr>
          <p:spPr>
            <a:xfrm>
              <a:off x="2155224" y="3051317"/>
              <a:ext cx="5563131" cy="4697128"/>
            </a:xfrm>
            <a:prstGeom prst="roundRect">
              <a:avLst>
                <a:gd name="adj" fmla="val 4125"/>
              </a:avLst>
            </a:prstGeom>
            <a:gradFill flip="none" rotWithShape="1">
              <a:gsLst>
                <a:gs pos="0">
                  <a:schemeClr val="bg1">
                    <a:lumMod val="95000"/>
                  </a:schemeClr>
                </a:gs>
                <a:gs pos="100000">
                  <a:schemeClr val="bg1">
                    <a:lumMod val="85000"/>
                  </a:schemeClr>
                </a:gs>
              </a:gsLst>
              <a:lin ang="5400000" scaled="1"/>
              <a:tileRect/>
            </a:gradFill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3" name="矩形: 圓角 32">
              <a:extLst>
                <a:ext uri="{FF2B5EF4-FFF2-40B4-BE49-F238E27FC236}">
                  <a16:creationId xmlns:a16="http://schemas.microsoft.com/office/drawing/2014/main" id="{B8DEB190-8127-4BD2-B995-7B01A5155BEE}"/>
                </a:ext>
              </a:extLst>
            </p:cNvPr>
            <p:cNvSpPr/>
            <p:nvPr/>
          </p:nvSpPr>
          <p:spPr>
            <a:xfrm>
              <a:off x="3205942" y="3905377"/>
              <a:ext cx="4445425" cy="3776843"/>
            </a:xfrm>
            <a:prstGeom prst="roundRect">
              <a:avLst>
                <a:gd name="adj" fmla="val 4125"/>
              </a:avLst>
            </a:prstGeom>
            <a:gradFill flip="none" rotWithShape="1">
              <a:gsLst>
                <a:gs pos="100000">
                  <a:schemeClr val="bg1">
                    <a:lumMod val="95000"/>
                  </a:schemeClr>
                </a:gs>
                <a:gs pos="0">
                  <a:schemeClr val="bg1">
                    <a:lumMod val="85000"/>
                  </a:schemeClr>
                </a:gs>
              </a:gsLst>
              <a:lin ang="5400000" scaled="1"/>
              <a:tileRect/>
            </a:gradFill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矩形 36">
                  <a:extLst>
                    <a:ext uri="{FF2B5EF4-FFF2-40B4-BE49-F238E27FC236}">
                      <a16:creationId xmlns:a16="http://schemas.microsoft.com/office/drawing/2014/main" id="{E1739E97-F9EA-4B80-BC5B-8C9BE1784180}"/>
                    </a:ext>
                  </a:extLst>
                </p:cNvPr>
                <p:cNvSpPr/>
                <p:nvPr/>
              </p:nvSpPr>
              <p:spPr>
                <a:xfrm>
                  <a:off x="3630084" y="3341779"/>
                  <a:ext cx="1393074" cy="61151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Sup>
                                  <m:sSubSupPr>
                                    <m:ctrlP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acc>
                                      <m:accPr>
                                        <m:chr m:val="̃"/>
                                        <m:ctrlPr>
                                          <a:rPr lang="en-US" altLang="zh-TW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TW" sz="2000" i="1">
                                            <a:latin typeface="Cambria Math" panose="02040503050406030204" pitchFamily="18" charset="0"/>
                                          </a:rPr>
                                          <m:t>𝑀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  <m: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altLang="zh-TW" sz="2000" b="1" i="1">
                                        <a:latin typeface="Cambria Math" panose="02040503050406030204" pitchFamily="18" charset="0"/>
                                      </a:rPr>
                                      <m:t>𝑸</m:t>
                                    </m:r>
                                  </m:sub>
                                  <m:sup>
                                    <m:acc>
                                      <m:accPr>
                                        <m:chr m:val="̂"/>
                                        <m:ctrlPr>
                                          <a:rPr lang="en-US" altLang="zh-TW" sz="2000" b="1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TW" sz="2000" b="1" i="1">
                                            <a:latin typeface="Cambria Math" panose="02040503050406030204" pitchFamily="18" charset="0"/>
                                          </a:rPr>
                                          <m:t>𝒙</m:t>
                                        </m:r>
                                      </m:e>
                                    </m:acc>
                                    <m: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acc>
                                      <m:accPr>
                                        <m:chr m:val="̂"/>
                                        <m:ctrlPr>
                                          <a:rPr lang="en-US" altLang="zh-TW" sz="2000" b="1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TW" sz="2000" b="1" i="1">
                                            <a:latin typeface="Cambria Math" panose="02040503050406030204" pitchFamily="18" charset="0"/>
                                          </a:rPr>
                                          <m:t>𝒚</m:t>
                                        </m:r>
                                      </m:e>
                                    </m:acc>
                                    <m: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  <m:t>,0</m:t>
                                    </m:r>
                                  </m:sup>
                                </m:sSubSup>
                              </m:e>
                            </m:d>
                          </m:e>
                          <m:sup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 </m:t>
                        </m:r>
                      </m:oMath>
                    </m:oMathPara>
                  </a14:m>
                  <a:endParaRPr lang="zh-TW" altLang="en-US" sz="2000" dirty="0"/>
                </a:p>
              </p:txBody>
            </p:sp>
          </mc:Choice>
          <mc:Fallback xmlns="">
            <p:sp>
              <p:nvSpPr>
                <p:cNvPr id="37" name="矩形 36">
                  <a:extLst>
                    <a:ext uri="{FF2B5EF4-FFF2-40B4-BE49-F238E27FC236}">
                      <a16:creationId xmlns:a16="http://schemas.microsoft.com/office/drawing/2014/main" id="{E1739E97-F9EA-4B80-BC5B-8C9BE178418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30084" y="3341779"/>
                  <a:ext cx="1393074" cy="611514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矩形 42">
                  <a:extLst>
                    <a:ext uri="{FF2B5EF4-FFF2-40B4-BE49-F238E27FC236}">
                      <a16:creationId xmlns:a16="http://schemas.microsoft.com/office/drawing/2014/main" id="{6059F929-1F68-4C40-B59B-9CC786F9531E}"/>
                    </a:ext>
                  </a:extLst>
                </p:cNvPr>
                <p:cNvSpPr/>
                <p:nvPr/>
              </p:nvSpPr>
              <p:spPr>
                <a:xfrm>
                  <a:off x="5317603" y="3349383"/>
                  <a:ext cx="2482411" cy="61151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TW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zh-TW" sz="20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Sup>
                                  <m:sSubSupPr>
                                    <m:ctrlP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sub>
                                  <m:sup>
                                    <m:acc>
                                      <m:accPr>
                                        <m:chr m:val="̂"/>
                                        <m:ctrlPr>
                                          <a:rPr lang="en-US" altLang="zh-TW" sz="2000" b="1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TW" sz="2000" b="1" i="1">
                                            <a:latin typeface="Cambria Math" panose="02040503050406030204" pitchFamily="18" charset="0"/>
                                          </a:rPr>
                                          <m:t>𝒙</m:t>
                                        </m:r>
                                      </m:e>
                                    </m:acc>
                                    <m: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acc>
                                      <m:accPr>
                                        <m:chr m:val="̂"/>
                                        <m:ctrlPr>
                                          <a:rPr lang="en-US" altLang="zh-TW" sz="2000" b="1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TW" sz="2000" b="1" i="1">
                                            <a:latin typeface="Cambria Math" panose="02040503050406030204" pitchFamily="18" charset="0"/>
                                          </a:rPr>
                                          <m:t>𝒚</m:t>
                                        </m:r>
                                      </m:e>
                                    </m:acc>
                                    <m: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  <m:t>,0</m:t>
                                    </m:r>
                                  </m:sup>
                                </m:sSubSup>
                                <m:d>
                                  <m:dPr>
                                    <m:ctrlP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zh-TW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TW" sz="2000" b="1" i="1">
                                            <a:latin typeface="Cambria Math" panose="02040503050406030204" pitchFamily="18" charset="0"/>
                                          </a:rPr>
                                          <m:t>𝑹</m:t>
                                        </m:r>
                                      </m:e>
                                      <m:sub>
                                        <m:r>
                                          <a:rPr lang="en-US" altLang="zh-TW" sz="2000" i="1">
                                            <a:latin typeface="Cambria Math" panose="02040503050406030204" pitchFamily="18" charset="0"/>
                                          </a:rPr>
                                          <m:t>𝑐</m:t>
                                        </m:r>
                                      </m:sub>
                                    </m:sSub>
                                    <m: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  <m:t>, </m:t>
                                    </m:r>
                                    <m:r>
                                      <a:rPr lang="en-US" altLang="zh-TW" sz="2000" b="1" i="1">
                                        <a:latin typeface="Cambria Math" panose="02040503050406030204" pitchFamily="18" charset="0"/>
                                      </a:rPr>
                                      <m:t>𝒓</m:t>
                                    </m:r>
                                    <m: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  <m:t>=0</m:t>
                                    </m:r>
                                  </m:e>
                                </m:d>
                              </m:e>
                            </m:d>
                          </m:e>
                          <m:sup>
                            <m:r>
                              <a:rPr lang="en-US" altLang="zh-TW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oMath>
                    </m:oMathPara>
                  </a14:m>
                  <a:endParaRPr lang="zh-TW" altLang="en-US" sz="2000" dirty="0"/>
                </a:p>
              </p:txBody>
            </p:sp>
          </mc:Choice>
          <mc:Fallback xmlns="">
            <p:sp>
              <p:nvSpPr>
                <p:cNvPr id="43" name="矩形 42">
                  <a:extLst>
                    <a:ext uri="{FF2B5EF4-FFF2-40B4-BE49-F238E27FC236}">
                      <a16:creationId xmlns:a16="http://schemas.microsoft.com/office/drawing/2014/main" id="{6059F929-1F68-4C40-B59B-9CC786F9531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17603" y="3349383"/>
                  <a:ext cx="2482411" cy="611514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矩形 43">
                  <a:extLst>
                    <a:ext uri="{FF2B5EF4-FFF2-40B4-BE49-F238E27FC236}">
                      <a16:creationId xmlns:a16="http://schemas.microsoft.com/office/drawing/2014/main" id="{2D26DD98-4D9B-467D-934D-AF11D382E629}"/>
                    </a:ext>
                  </a:extLst>
                </p:cNvPr>
                <p:cNvSpPr/>
                <p:nvPr/>
              </p:nvSpPr>
              <p:spPr>
                <a:xfrm>
                  <a:off x="2312246" y="4768923"/>
                  <a:ext cx="905761" cy="4001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𝐾</m:t>
                        </m:r>
                      </m:oMath>
                    </m:oMathPara>
                  </a14:m>
                  <a:endParaRPr lang="zh-TW" altLang="en-US" sz="2000" dirty="0"/>
                </a:p>
              </p:txBody>
            </p:sp>
          </mc:Choice>
          <mc:Fallback xmlns="">
            <p:sp>
              <p:nvSpPr>
                <p:cNvPr id="44" name="矩形 43">
                  <a:extLst>
                    <a:ext uri="{FF2B5EF4-FFF2-40B4-BE49-F238E27FC236}">
                      <a16:creationId xmlns:a16="http://schemas.microsoft.com/office/drawing/2014/main" id="{2D26DD98-4D9B-467D-934D-AF11D382E62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12246" y="4768923"/>
                  <a:ext cx="905761" cy="40011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矩形 44">
                  <a:extLst>
                    <a:ext uri="{FF2B5EF4-FFF2-40B4-BE49-F238E27FC236}">
                      <a16:creationId xmlns:a16="http://schemas.microsoft.com/office/drawing/2014/main" id="{826CD4B4-D639-41C3-A541-4CC075043532}"/>
                    </a:ext>
                  </a:extLst>
                </p:cNvPr>
                <p:cNvSpPr/>
                <p:nvPr/>
              </p:nvSpPr>
              <p:spPr>
                <a:xfrm>
                  <a:off x="2283264" y="6623880"/>
                  <a:ext cx="963725" cy="4001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𝐾</m:t>
                        </m:r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′</m:t>
                        </m:r>
                      </m:oMath>
                    </m:oMathPara>
                  </a14:m>
                  <a:endParaRPr lang="zh-TW" altLang="en-US" sz="2000" dirty="0"/>
                </a:p>
              </p:txBody>
            </p:sp>
          </mc:Choice>
          <mc:Fallback xmlns="">
            <p:sp>
              <p:nvSpPr>
                <p:cNvPr id="45" name="矩形 44">
                  <a:extLst>
                    <a:ext uri="{FF2B5EF4-FFF2-40B4-BE49-F238E27FC236}">
                      <a16:creationId xmlns:a16="http://schemas.microsoft.com/office/drawing/2014/main" id="{826CD4B4-D639-41C3-A541-4CC07504353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83264" y="6623880"/>
                  <a:ext cx="963725" cy="40011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矩形: 圓角 48">
                  <a:extLst>
                    <a:ext uri="{FF2B5EF4-FFF2-40B4-BE49-F238E27FC236}">
                      <a16:creationId xmlns:a16="http://schemas.microsoft.com/office/drawing/2014/main" id="{16782163-D549-4658-B681-1624D52CF2B0}"/>
                    </a:ext>
                  </a:extLst>
                </p:cNvPr>
                <p:cNvSpPr/>
                <p:nvPr/>
              </p:nvSpPr>
              <p:spPr>
                <a:xfrm>
                  <a:off x="2260831" y="3142187"/>
                  <a:ext cx="986157" cy="835052"/>
                </a:xfrm>
                <a:prstGeom prst="roundRect">
                  <a:avLst>
                    <a:gd name="adj" fmla="val 13546"/>
                  </a:avLst>
                </a:prstGeom>
                <a:gradFill flip="none" rotWithShape="1">
                  <a:gsLst>
                    <a:gs pos="100000">
                      <a:schemeClr val="bg1">
                        <a:lumMod val="95000"/>
                      </a:schemeClr>
                    </a:gs>
                    <a:gs pos="0">
                      <a:schemeClr val="bg1">
                        <a:lumMod val="85000"/>
                      </a:schemeClr>
                    </a:gs>
                  </a:gsLst>
                  <a:lin ang="5400000" scaled="1"/>
                  <a:tileRect/>
                </a:gradFill>
              </p:spPr>
              <p:style>
                <a:lnRef idx="1">
                  <a:schemeClr val="accent3"/>
                </a:lnRef>
                <a:fillRef idx="2">
                  <a:schemeClr val="accent3"/>
                </a:fillRef>
                <a:effectRef idx="1">
                  <a:schemeClr val="accent3"/>
                </a:effectRef>
                <a:fontRef idx="minor">
                  <a:schemeClr val="dk1"/>
                </a:fontRef>
              </p:style>
              <p:txBody>
      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acc>
                          <m:accPr>
                            <m:chr m:val="̂"/>
                            <m:ctrlPr>
                              <a:rPr lang="en-US" altLang="zh-TW" sz="2400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TW" sz="2400" b="1" i="1">
                                <a:latin typeface="Cambria Math" panose="02040503050406030204" pitchFamily="18" charset="0"/>
                              </a:rPr>
                              <m:t>𝝐</m:t>
                            </m:r>
                          </m:e>
                        </m:acc>
                        <m:r>
                          <a:rPr lang="en-US" altLang="zh-TW" sz="2400" b="1" i="1"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en-US" altLang="zh-TW" sz="2400" b="1" i="1" dirty="0">
                    <a:latin typeface="Cambria Math" panose="02040503050406030204" pitchFamily="18" charset="0"/>
                  </a:endParaRP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acc>
                          <m:accPr>
                            <m:chr m:val="̂"/>
                            <m:ctrlPr>
                              <a:rPr lang="en-US" altLang="zh-TW" sz="2400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TW" sz="2400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</m:acc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𝑖</m:t>
                        </m:r>
                        <m:acc>
                          <m:accPr>
                            <m:chr m:val="̂"/>
                            <m:ctrlPr>
                              <a:rPr lang="en-US" altLang="zh-TW" sz="2400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TW" sz="2400" b="1" i="1">
                                <a:latin typeface="Cambria Math" panose="02040503050406030204" pitchFamily="18" charset="0"/>
                              </a:rPr>
                              <m:t>𝒚</m:t>
                            </m:r>
                          </m:e>
                        </m:acc>
                      </m:oMath>
                    </m:oMathPara>
                  </a14:m>
                  <a:endParaRPr lang="zh-TW" alt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49" name="矩形: 圓角 48">
                  <a:extLst>
                    <a:ext uri="{FF2B5EF4-FFF2-40B4-BE49-F238E27FC236}">
                      <a16:creationId xmlns:a16="http://schemas.microsoft.com/office/drawing/2014/main" id="{16782163-D549-4658-B681-1624D52CF2B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60831" y="3142187"/>
                  <a:ext cx="986157" cy="835052"/>
                </a:xfrm>
                <a:prstGeom prst="roundRect">
                  <a:avLst>
                    <a:gd name="adj" fmla="val 13546"/>
                  </a:avLst>
                </a:prstGeom>
                <a:blipFill>
                  <a:blip r:embed="rId6"/>
                  <a:stretch>
                    <a:fillRect l="-3681" t="-725" r="-55828" b="-5797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58" name="圖片 57">
              <a:extLst>
                <a:ext uri="{FF2B5EF4-FFF2-40B4-BE49-F238E27FC236}">
                  <a16:creationId xmlns:a16="http://schemas.microsoft.com/office/drawing/2014/main" id="{E7706AB7-B1FF-451B-BDE1-C4DA88E8E97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1883" b="52601"/>
            <a:stretch/>
          </p:blipFill>
          <p:spPr>
            <a:xfrm>
              <a:off x="5200460" y="3961407"/>
              <a:ext cx="2541600" cy="1805364"/>
            </a:xfrm>
            <a:prstGeom prst="rect">
              <a:avLst/>
            </a:prstGeom>
          </p:spPr>
        </p:pic>
        <p:pic>
          <p:nvPicPr>
            <p:cNvPr id="59" name="圖片 58">
              <a:extLst>
                <a:ext uri="{FF2B5EF4-FFF2-40B4-BE49-F238E27FC236}">
                  <a16:creationId xmlns:a16="http://schemas.microsoft.com/office/drawing/2014/main" id="{7FFB8CAE-5BD5-4FDD-8BC8-47FD3F04F59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7682"/>
            <a:stretch/>
          </p:blipFill>
          <p:spPr>
            <a:xfrm>
              <a:off x="3167632" y="4039045"/>
              <a:ext cx="2286000" cy="4273742"/>
            </a:xfrm>
            <a:prstGeom prst="rect">
              <a:avLst/>
            </a:prstGeom>
          </p:spPr>
        </p:pic>
        <p:sp>
          <p:nvSpPr>
            <p:cNvPr id="60" name="矩形 59">
              <a:extLst>
                <a:ext uri="{FF2B5EF4-FFF2-40B4-BE49-F238E27FC236}">
                  <a16:creationId xmlns:a16="http://schemas.microsoft.com/office/drawing/2014/main" id="{F9432517-D3D6-45FF-947A-CF6A9862C2A7}"/>
                </a:ext>
              </a:extLst>
            </p:cNvPr>
            <p:cNvSpPr/>
            <p:nvPr/>
          </p:nvSpPr>
          <p:spPr>
            <a:xfrm>
              <a:off x="3593263" y="6392881"/>
              <a:ext cx="1236237" cy="70788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zh-TW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No</a:t>
              </a:r>
            </a:p>
            <a:p>
              <a:pPr algn="ctr"/>
              <a:r>
                <a:rPr lang="en-US" altLang="zh-TW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Excitation</a:t>
              </a:r>
              <a:endPara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1" name="矩形 60">
              <a:extLst>
                <a:ext uri="{FF2B5EF4-FFF2-40B4-BE49-F238E27FC236}">
                  <a16:creationId xmlns:a16="http://schemas.microsoft.com/office/drawing/2014/main" id="{641CA3F9-32EA-4583-A658-F840207D469E}"/>
                </a:ext>
              </a:extLst>
            </p:cNvPr>
            <p:cNvSpPr/>
            <p:nvPr/>
          </p:nvSpPr>
          <p:spPr>
            <a:xfrm>
              <a:off x="5925528" y="6327701"/>
              <a:ext cx="1236237" cy="70788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zh-TW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No</a:t>
              </a:r>
            </a:p>
            <a:p>
              <a:pPr algn="ctr"/>
              <a:r>
                <a:rPr lang="en-US" altLang="zh-TW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Excitation</a:t>
              </a:r>
              <a:endPara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726049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矩形: 圓角 30">
            <a:extLst>
              <a:ext uri="{FF2B5EF4-FFF2-40B4-BE49-F238E27FC236}">
                <a16:creationId xmlns:a16="http://schemas.microsoft.com/office/drawing/2014/main" id="{9724B8A8-BA64-4478-A475-0E5642004DC1}"/>
              </a:ext>
            </a:extLst>
          </p:cNvPr>
          <p:cNvSpPr/>
          <p:nvPr/>
        </p:nvSpPr>
        <p:spPr>
          <a:xfrm>
            <a:off x="2155224" y="3051317"/>
            <a:ext cx="5563131" cy="4697128"/>
          </a:xfrm>
          <a:prstGeom prst="roundRect">
            <a:avLst>
              <a:gd name="adj" fmla="val 4125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矩形: 圓角 32">
            <a:extLst>
              <a:ext uri="{FF2B5EF4-FFF2-40B4-BE49-F238E27FC236}">
                <a16:creationId xmlns:a16="http://schemas.microsoft.com/office/drawing/2014/main" id="{B8DEB190-8127-4BD2-B995-7B01A5155BEE}"/>
              </a:ext>
            </a:extLst>
          </p:cNvPr>
          <p:cNvSpPr/>
          <p:nvPr/>
        </p:nvSpPr>
        <p:spPr>
          <a:xfrm>
            <a:off x="3205942" y="3905377"/>
            <a:ext cx="4445425" cy="3776843"/>
          </a:xfrm>
          <a:prstGeom prst="roundRect">
            <a:avLst>
              <a:gd name="adj" fmla="val 4125"/>
            </a:avLst>
          </a:prstGeom>
          <a:gradFill flip="none" rotWithShape="1">
            <a:gsLst>
              <a:gs pos="100000">
                <a:schemeClr val="bg1">
                  <a:lumMod val="95000"/>
                </a:schemeClr>
              </a:gs>
              <a:gs pos="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矩形 36">
                <a:extLst>
                  <a:ext uri="{FF2B5EF4-FFF2-40B4-BE49-F238E27FC236}">
                    <a16:creationId xmlns:a16="http://schemas.microsoft.com/office/drawing/2014/main" id="{E1739E97-F9EA-4B80-BC5B-8C9BE1784180}"/>
                  </a:ext>
                </a:extLst>
              </p:cNvPr>
              <p:cNvSpPr/>
              <p:nvPr/>
            </p:nvSpPr>
            <p:spPr>
              <a:xfrm>
                <a:off x="3761660" y="3341779"/>
                <a:ext cx="1070998" cy="55515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𝑀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2000" b="1" i="1"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sub>
                                <m:sup>
                                  <m:acc>
                                    <m:accPr>
                                      <m:chr m:val="̂"/>
                                      <m:ctrlP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zh-TW" altLang="en-US" sz="2000" b="1" i="1">
                                          <a:latin typeface="Cambria Math" panose="02040503050406030204" pitchFamily="18" charset="0"/>
                                        </a:rPr>
                                        <m:t>𝜺</m:t>
                                      </m:r>
                                    </m:e>
                                  </m:acc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,0</m:t>
                                  </m:r>
                                </m:sup>
                              </m:sSubSup>
                            </m:e>
                          </m:d>
                        </m:e>
                        <m:sup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37" name="矩形 36">
                <a:extLst>
                  <a:ext uri="{FF2B5EF4-FFF2-40B4-BE49-F238E27FC236}">
                    <a16:creationId xmlns:a16="http://schemas.microsoft.com/office/drawing/2014/main" id="{E1739E97-F9EA-4B80-BC5B-8C9BE178418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61660" y="3341779"/>
                <a:ext cx="1070998" cy="55515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矩形 42">
                <a:extLst>
                  <a:ext uri="{FF2B5EF4-FFF2-40B4-BE49-F238E27FC236}">
                    <a16:creationId xmlns:a16="http://schemas.microsoft.com/office/drawing/2014/main" id="{6059F929-1F68-4C40-B59B-9CC786F9531E}"/>
                  </a:ext>
                </a:extLst>
              </p:cNvPr>
              <p:cNvSpPr/>
              <p:nvPr/>
            </p:nvSpPr>
            <p:spPr>
              <a:xfrm>
                <a:off x="5527153" y="3349383"/>
                <a:ext cx="2148409" cy="52803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20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sub>
                                <m:sup>
                                  <m:acc>
                                    <m:accPr>
                                      <m:chr m:val="̂"/>
                                      <m:ctrlP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zh-TW" altLang="en-US" sz="2000" b="1" i="1">
                                          <a:latin typeface="Cambria Math" panose="02040503050406030204" pitchFamily="18" charset="0"/>
                                        </a:rPr>
                                        <m:t>𝜺</m:t>
                                      </m:r>
                                    </m:e>
                                  </m:acc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,0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  <m:t>𝑹</m:t>
                                      </m:r>
                                    </m:e>
                                    <m:sub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sub>
                                  </m:sSub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 </m:t>
                                  </m:r>
                                  <m:r>
                                    <a:rPr lang="en-US" altLang="zh-TW" sz="2000" b="1" i="1">
                                      <a:latin typeface="Cambria Math" panose="02040503050406030204" pitchFamily="18" charset="0"/>
                                    </a:rPr>
                                    <m:t>𝒓</m:t>
                                  </m:r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=0</m:t>
                                  </m:r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altLang="zh-TW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43" name="矩形 42">
                <a:extLst>
                  <a:ext uri="{FF2B5EF4-FFF2-40B4-BE49-F238E27FC236}">
                    <a16:creationId xmlns:a16="http://schemas.microsoft.com/office/drawing/2014/main" id="{6059F929-1F68-4C40-B59B-9CC786F9531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27153" y="3349383"/>
                <a:ext cx="2148409" cy="52803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矩形 43">
                <a:extLst>
                  <a:ext uri="{FF2B5EF4-FFF2-40B4-BE49-F238E27FC236}">
                    <a16:creationId xmlns:a16="http://schemas.microsoft.com/office/drawing/2014/main" id="{2D26DD98-4D9B-467D-934D-AF11D382E629}"/>
                  </a:ext>
                </a:extLst>
              </p:cNvPr>
              <p:cNvSpPr/>
              <p:nvPr/>
            </p:nvSpPr>
            <p:spPr>
              <a:xfrm>
                <a:off x="2312246" y="4768923"/>
                <a:ext cx="905761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𝐾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44" name="矩形 43">
                <a:extLst>
                  <a:ext uri="{FF2B5EF4-FFF2-40B4-BE49-F238E27FC236}">
                    <a16:creationId xmlns:a16="http://schemas.microsoft.com/office/drawing/2014/main" id="{2D26DD98-4D9B-467D-934D-AF11D382E62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12246" y="4768923"/>
                <a:ext cx="905761" cy="40011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矩形 44">
                <a:extLst>
                  <a:ext uri="{FF2B5EF4-FFF2-40B4-BE49-F238E27FC236}">
                    <a16:creationId xmlns:a16="http://schemas.microsoft.com/office/drawing/2014/main" id="{826CD4B4-D639-41C3-A541-4CC075043532}"/>
                  </a:ext>
                </a:extLst>
              </p:cNvPr>
              <p:cNvSpPr/>
              <p:nvPr/>
            </p:nvSpPr>
            <p:spPr>
              <a:xfrm>
                <a:off x="2283264" y="6623880"/>
                <a:ext cx="963725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45" name="矩形 44">
                <a:extLst>
                  <a:ext uri="{FF2B5EF4-FFF2-40B4-BE49-F238E27FC236}">
                    <a16:creationId xmlns:a16="http://schemas.microsoft.com/office/drawing/2014/main" id="{826CD4B4-D639-41C3-A541-4CC07504353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3264" y="6623880"/>
                <a:ext cx="963725" cy="4001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矩形: 圓角 48">
                <a:extLst>
                  <a:ext uri="{FF2B5EF4-FFF2-40B4-BE49-F238E27FC236}">
                    <a16:creationId xmlns:a16="http://schemas.microsoft.com/office/drawing/2014/main" id="{16782163-D549-4658-B681-1624D52CF2B0}"/>
                  </a:ext>
                </a:extLst>
              </p:cNvPr>
              <p:cNvSpPr/>
              <p:nvPr/>
            </p:nvSpPr>
            <p:spPr>
              <a:xfrm>
                <a:off x="2260831" y="3142187"/>
                <a:ext cx="986157" cy="835052"/>
              </a:xfrm>
              <a:prstGeom prst="roundRect">
                <a:avLst>
                  <a:gd name="adj" fmla="val 13546"/>
                </a:avLst>
              </a:prstGeom>
              <a:gradFill flip="none" rotWithShape="1">
                <a:gsLst>
                  <a:gs pos="100000">
                    <a:schemeClr val="bg1">
                      <a:lumMod val="95000"/>
                    </a:schemeClr>
                  </a:gs>
                  <a:gs pos="0">
                    <a:schemeClr val="bg1">
                      <a:lumMod val="85000"/>
                    </a:schemeClr>
                  </a:gs>
                </a:gsLst>
                <a:lin ang="5400000" scaled="1"/>
                <a:tileRect/>
              </a:gradFill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altLang="zh-TW" sz="2400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zh-TW" altLang="en-US" sz="2400" b="1" i="1">
                              <a:latin typeface="Cambria Math" panose="02040503050406030204" pitchFamily="18" charset="0"/>
                            </a:rPr>
                            <m:t>𝜺</m:t>
                          </m:r>
                        </m:e>
                      </m:acc>
                      <m:r>
                        <a:rPr lang="en-US" altLang="zh-TW" sz="2400" b="1" i="1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altLang="zh-TW" sz="2400" b="1" i="1" dirty="0"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altLang="zh-TW" sz="2400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sz="24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acc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𝑖</m:t>
                      </m:r>
                      <m:acc>
                        <m:accPr>
                          <m:chr m:val="̂"/>
                          <m:ctrlPr>
                            <a:rPr lang="en-US" altLang="zh-TW" sz="2400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sz="2400" b="1" i="1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</m:acc>
                    </m:oMath>
                  </m:oMathPara>
                </a14:m>
                <a:endParaRPr lang="zh-TW" alt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9" name="矩形: 圓角 48">
                <a:extLst>
                  <a:ext uri="{FF2B5EF4-FFF2-40B4-BE49-F238E27FC236}">
                    <a16:creationId xmlns:a16="http://schemas.microsoft.com/office/drawing/2014/main" id="{16782163-D549-4658-B681-1624D52CF2B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60831" y="3142187"/>
                <a:ext cx="986157" cy="835052"/>
              </a:xfrm>
              <a:prstGeom prst="roundRect">
                <a:avLst>
                  <a:gd name="adj" fmla="val 13546"/>
                </a:avLst>
              </a:prstGeom>
              <a:blipFill>
                <a:blip r:embed="rId6"/>
                <a:stretch>
                  <a:fillRect l="-3681" t="-725" r="-55828" b="-579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7" name="圖片 16">
            <a:extLst>
              <a:ext uri="{FF2B5EF4-FFF2-40B4-BE49-F238E27FC236}">
                <a16:creationId xmlns:a16="http://schemas.microsoft.com/office/drawing/2014/main" id="{7E641CDA-617F-4F05-85AF-0D4B76E35E86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2100" b="5170"/>
          <a:stretch/>
        </p:blipFill>
        <p:spPr>
          <a:xfrm>
            <a:off x="5202596" y="5988851"/>
            <a:ext cx="2541600" cy="1663701"/>
          </a:xfrm>
          <a:prstGeom prst="rect">
            <a:avLst/>
          </a:prstGeom>
        </p:spPr>
      </p:pic>
      <p:pic>
        <p:nvPicPr>
          <p:cNvPr id="18" name="圖片 17">
            <a:extLst>
              <a:ext uri="{FF2B5EF4-FFF2-40B4-BE49-F238E27FC236}">
                <a16:creationId xmlns:a16="http://schemas.microsoft.com/office/drawing/2014/main" id="{B4D0EDC3-DF15-46B8-9DB7-E31F73DA8DE3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807" b="9415"/>
          <a:stretch/>
        </p:blipFill>
        <p:spPr>
          <a:xfrm>
            <a:off x="3164225" y="4050599"/>
            <a:ext cx="2284871" cy="3619500"/>
          </a:xfrm>
          <a:prstGeom prst="rect">
            <a:avLst/>
          </a:prstGeom>
        </p:spPr>
      </p:pic>
      <p:sp>
        <p:nvSpPr>
          <p:cNvPr id="19" name="矩形 18">
            <a:extLst>
              <a:ext uri="{FF2B5EF4-FFF2-40B4-BE49-F238E27FC236}">
                <a16:creationId xmlns:a16="http://schemas.microsoft.com/office/drawing/2014/main" id="{6E2766ED-AEFB-4E00-A7FB-85BC836586AD}"/>
              </a:ext>
            </a:extLst>
          </p:cNvPr>
          <p:cNvSpPr/>
          <p:nvPr/>
        </p:nvSpPr>
        <p:spPr>
          <a:xfrm>
            <a:off x="3593254" y="4529576"/>
            <a:ext cx="1236236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</a:p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Excitation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124DEB0A-AE87-4B29-AEFF-94C510CE7B7E}"/>
              </a:ext>
            </a:extLst>
          </p:cNvPr>
          <p:cNvSpPr/>
          <p:nvPr/>
        </p:nvSpPr>
        <p:spPr>
          <a:xfrm>
            <a:off x="5925528" y="4529576"/>
            <a:ext cx="1236237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</a:p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Excitation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16785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矩形: 圓角 84">
            <a:extLst>
              <a:ext uri="{FF2B5EF4-FFF2-40B4-BE49-F238E27FC236}">
                <a16:creationId xmlns:a16="http://schemas.microsoft.com/office/drawing/2014/main" id="{2D0D7598-96E4-4263-80D0-A0A277F244E7}"/>
              </a:ext>
            </a:extLst>
          </p:cNvPr>
          <p:cNvSpPr/>
          <p:nvPr/>
        </p:nvSpPr>
        <p:spPr>
          <a:xfrm>
            <a:off x="0" y="1236311"/>
            <a:ext cx="4950000" cy="4028171"/>
          </a:xfrm>
          <a:prstGeom prst="roundRect">
            <a:avLst>
              <a:gd name="adj" fmla="val 2129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" name="矩形: 圓角 61">
            <a:extLst>
              <a:ext uri="{FF2B5EF4-FFF2-40B4-BE49-F238E27FC236}">
                <a16:creationId xmlns:a16="http://schemas.microsoft.com/office/drawing/2014/main" id="{60966188-E876-42D2-A6B4-23BE2EE5DECF}"/>
              </a:ext>
            </a:extLst>
          </p:cNvPr>
          <p:cNvSpPr/>
          <p:nvPr/>
        </p:nvSpPr>
        <p:spPr>
          <a:xfrm>
            <a:off x="892876" y="1882264"/>
            <a:ext cx="3932177" cy="3240529"/>
          </a:xfrm>
          <a:prstGeom prst="roundRect">
            <a:avLst>
              <a:gd name="adj" fmla="val 4125"/>
            </a:avLst>
          </a:prstGeom>
          <a:gradFill flip="none" rotWithShape="1">
            <a:gsLst>
              <a:gs pos="100000">
                <a:schemeClr val="bg1">
                  <a:lumMod val="95000"/>
                </a:schemeClr>
              </a:gs>
              <a:gs pos="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4" name="圖片 93">
            <a:extLst>
              <a:ext uri="{FF2B5EF4-FFF2-40B4-BE49-F238E27FC236}">
                <a16:creationId xmlns:a16="http://schemas.microsoft.com/office/drawing/2014/main" id="{5E85E9CC-B58F-4AA4-9E27-79BF346AD6E7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746375" y="2227514"/>
            <a:ext cx="2006600" cy="283374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6" name="矩形 65">
                <a:extLst>
                  <a:ext uri="{FF2B5EF4-FFF2-40B4-BE49-F238E27FC236}">
                    <a16:creationId xmlns:a16="http://schemas.microsoft.com/office/drawing/2014/main" id="{B8864137-25E5-4BEB-AFA5-B2B1EACF5554}"/>
                  </a:ext>
                </a:extLst>
              </p:cNvPr>
              <p:cNvSpPr/>
              <p:nvPr/>
            </p:nvSpPr>
            <p:spPr>
              <a:xfrm>
                <a:off x="3557208" y="2788021"/>
                <a:ext cx="571631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66" name="矩形 65">
                <a:extLst>
                  <a:ext uri="{FF2B5EF4-FFF2-40B4-BE49-F238E27FC236}">
                    <a16:creationId xmlns:a16="http://schemas.microsoft.com/office/drawing/2014/main" id="{B8864137-25E5-4BEB-AFA5-B2B1EACF555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57208" y="2788021"/>
                <a:ext cx="571631" cy="4001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7" name="直線單箭頭接點 66">
            <a:extLst>
              <a:ext uri="{FF2B5EF4-FFF2-40B4-BE49-F238E27FC236}">
                <a16:creationId xmlns:a16="http://schemas.microsoft.com/office/drawing/2014/main" id="{08B4719D-FB3D-4053-ADB0-7A75F5E6F383}"/>
              </a:ext>
            </a:extLst>
          </p:cNvPr>
          <p:cNvCxnSpPr>
            <a:cxnSpLocks/>
          </p:cNvCxnSpPr>
          <p:nvPr/>
        </p:nvCxnSpPr>
        <p:spPr>
          <a:xfrm flipV="1">
            <a:off x="3454866" y="3147256"/>
            <a:ext cx="718958" cy="18710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線單箭頭接點 67">
            <a:extLst>
              <a:ext uri="{FF2B5EF4-FFF2-40B4-BE49-F238E27FC236}">
                <a16:creationId xmlns:a16="http://schemas.microsoft.com/office/drawing/2014/main" id="{C11AC555-F7EE-4268-B690-9C79C14EABF0}"/>
              </a:ext>
            </a:extLst>
          </p:cNvPr>
          <p:cNvCxnSpPr>
            <a:cxnSpLocks/>
          </p:cNvCxnSpPr>
          <p:nvPr/>
        </p:nvCxnSpPr>
        <p:spPr>
          <a:xfrm flipH="1" flipV="1">
            <a:off x="3064494" y="2961376"/>
            <a:ext cx="389822" cy="37575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9" name="矩形 68">
                <a:extLst>
                  <a:ext uri="{FF2B5EF4-FFF2-40B4-BE49-F238E27FC236}">
                    <a16:creationId xmlns:a16="http://schemas.microsoft.com/office/drawing/2014/main" id="{09B30CEC-26DC-449D-86DB-C2297B3CC1F9}"/>
                  </a:ext>
                </a:extLst>
              </p:cNvPr>
              <p:cNvSpPr/>
              <p:nvPr/>
            </p:nvSpPr>
            <p:spPr>
              <a:xfrm>
                <a:off x="4123324" y="2970861"/>
                <a:ext cx="386388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 dirty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69" name="矩形 68">
                <a:extLst>
                  <a:ext uri="{FF2B5EF4-FFF2-40B4-BE49-F238E27FC236}">
                    <a16:creationId xmlns:a16="http://schemas.microsoft.com/office/drawing/2014/main" id="{09B30CEC-26DC-449D-86DB-C2297B3CC1F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23324" y="2970861"/>
                <a:ext cx="386388" cy="40011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矩形 69">
                <a:extLst>
                  <a:ext uri="{FF2B5EF4-FFF2-40B4-BE49-F238E27FC236}">
                    <a16:creationId xmlns:a16="http://schemas.microsoft.com/office/drawing/2014/main" id="{2EC834AE-AB42-4EEE-9ED7-7E785816D999}"/>
                  </a:ext>
                </a:extLst>
              </p:cNvPr>
              <p:cNvSpPr/>
              <p:nvPr/>
            </p:nvSpPr>
            <p:spPr>
              <a:xfrm>
                <a:off x="2787762" y="2707261"/>
                <a:ext cx="391004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 dirty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70" name="矩形 69">
                <a:extLst>
                  <a:ext uri="{FF2B5EF4-FFF2-40B4-BE49-F238E27FC236}">
                    <a16:creationId xmlns:a16="http://schemas.microsoft.com/office/drawing/2014/main" id="{2EC834AE-AB42-4EEE-9ED7-7E785816D99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87762" y="2707261"/>
                <a:ext cx="391004" cy="400110"/>
              </a:xfrm>
              <a:prstGeom prst="rect">
                <a:avLst/>
              </a:prstGeom>
              <a:blipFill>
                <a:blip r:embed="rId7"/>
                <a:stretch>
                  <a:fillRect b="-757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矩形 71">
                <a:extLst>
                  <a:ext uri="{FF2B5EF4-FFF2-40B4-BE49-F238E27FC236}">
                    <a16:creationId xmlns:a16="http://schemas.microsoft.com/office/drawing/2014/main" id="{90CD22A6-3BBC-461B-8CFA-68ABBF7B4265}"/>
                  </a:ext>
                </a:extLst>
              </p:cNvPr>
              <p:cNvSpPr/>
              <p:nvPr/>
            </p:nvSpPr>
            <p:spPr>
              <a:xfrm>
                <a:off x="-15673" y="2545854"/>
                <a:ext cx="905761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𝐾</m:t>
                      </m:r>
                    </m:oMath>
                  </m:oMathPara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2" name="矩形 71">
                <a:extLst>
                  <a:ext uri="{FF2B5EF4-FFF2-40B4-BE49-F238E27FC236}">
                    <a16:creationId xmlns:a16="http://schemas.microsoft.com/office/drawing/2014/main" id="{90CD22A6-3BBC-461B-8CFA-68ABBF7B426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5673" y="2545854"/>
                <a:ext cx="905761" cy="40011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矩形 72">
                <a:extLst>
                  <a:ext uri="{FF2B5EF4-FFF2-40B4-BE49-F238E27FC236}">
                    <a16:creationId xmlns:a16="http://schemas.microsoft.com/office/drawing/2014/main" id="{947A0BF5-ADA7-4CA8-B511-FAEB9B1C3125}"/>
                  </a:ext>
                </a:extLst>
              </p:cNvPr>
              <p:cNvSpPr/>
              <p:nvPr/>
            </p:nvSpPr>
            <p:spPr>
              <a:xfrm>
                <a:off x="-41309" y="4072346"/>
                <a:ext cx="963725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3" name="矩形 72">
                <a:extLst>
                  <a:ext uri="{FF2B5EF4-FFF2-40B4-BE49-F238E27FC236}">
                    <a16:creationId xmlns:a16="http://schemas.microsoft.com/office/drawing/2014/main" id="{947A0BF5-ADA7-4CA8-B511-FAEB9B1C312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41309" y="4072346"/>
                <a:ext cx="963725" cy="40011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4" name="圖片 73">
            <a:extLst>
              <a:ext uri="{FF2B5EF4-FFF2-40B4-BE49-F238E27FC236}">
                <a16:creationId xmlns:a16="http://schemas.microsoft.com/office/drawing/2014/main" id="{E98E170C-C2D0-4B7C-9F4A-BC0421162D1F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884" b="10000"/>
          <a:stretch/>
        </p:blipFill>
        <p:spPr>
          <a:xfrm>
            <a:off x="812882" y="1883741"/>
            <a:ext cx="2021070" cy="316149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5" name="文字方塊 74">
                <a:extLst>
                  <a:ext uri="{FF2B5EF4-FFF2-40B4-BE49-F238E27FC236}">
                    <a16:creationId xmlns:a16="http://schemas.microsoft.com/office/drawing/2014/main" id="{934258D9-5FE0-4D5B-968C-94403A6BE435}"/>
                  </a:ext>
                </a:extLst>
              </p:cNvPr>
              <p:cNvSpPr txBox="1"/>
              <p:nvPr/>
            </p:nvSpPr>
            <p:spPr>
              <a:xfrm>
                <a:off x="985024" y="2902885"/>
                <a:ext cx="734697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2000" dirty="0"/>
              </a:p>
            </p:txBody>
          </p:sp>
        </mc:Choice>
        <mc:Fallback xmlns="">
          <p:sp>
            <p:nvSpPr>
              <p:cNvPr id="75" name="文字方塊 74">
                <a:extLst>
                  <a:ext uri="{FF2B5EF4-FFF2-40B4-BE49-F238E27FC236}">
                    <a16:creationId xmlns:a16="http://schemas.microsoft.com/office/drawing/2014/main" id="{934258D9-5FE0-4D5B-968C-94403A6BE4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5024" y="2902885"/>
                <a:ext cx="734697" cy="400110"/>
              </a:xfrm>
              <a:prstGeom prst="rect">
                <a:avLst/>
              </a:prstGeom>
              <a:blipFill>
                <a:blip r:embed="rId12"/>
                <a:stretch>
                  <a:fillRect r="-833" b="-909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8" name="群組 77">
            <a:extLst>
              <a:ext uri="{FF2B5EF4-FFF2-40B4-BE49-F238E27FC236}">
                <a16:creationId xmlns:a16="http://schemas.microsoft.com/office/drawing/2014/main" id="{7C688A0A-8B76-4DC0-97D0-475EE828C4AD}"/>
              </a:ext>
            </a:extLst>
          </p:cNvPr>
          <p:cNvGrpSpPr/>
          <p:nvPr/>
        </p:nvGrpSpPr>
        <p:grpSpPr>
          <a:xfrm>
            <a:off x="1710439" y="2548539"/>
            <a:ext cx="117977" cy="113174"/>
            <a:chOff x="1373392" y="2391862"/>
            <a:chExt cx="479433" cy="476535"/>
          </a:xfrm>
        </p:grpSpPr>
        <p:sp>
          <p:nvSpPr>
            <p:cNvPr id="81" name="箭號: 向右 80">
              <a:extLst>
                <a:ext uri="{FF2B5EF4-FFF2-40B4-BE49-F238E27FC236}">
                  <a16:creationId xmlns:a16="http://schemas.microsoft.com/office/drawing/2014/main" id="{4F374CAF-28C0-440A-AE87-5DE9EA5ABDC4}"/>
                </a:ext>
              </a:extLst>
            </p:cNvPr>
            <p:cNvSpPr/>
            <p:nvPr/>
          </p:nvSpPr>
          <p:spPr>
            <a:xfrm>
              <a:off x="1411244" y="273586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82" name="箭號: 向右 81">
              <a:extLst>
                <a:ext uri="{FF2B5EF4-FFF2-40B4-BE49-F238E27FC236}">
                  <a16:creationId xmlns:a16="http://schemas.microsoft.com/office/drawing/2014/main" id="{8A99D3E6-D66E-483E-BBB3-40EECCA5EAA9}"/>
                </a:ext>
              </a:extLst>
            </p:cNvPr>
            <p:cNvSpPr/>
            <p:nvPr/>
          </p:nvSpPr>
          <p:spPr>
            <a:xfrm rot="16200000">
              <a:off x="1218866" y="254638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000" dirty="0">
                <a:solidFill>
                  <a:schemeClr val="tx1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9" name="文字方塊 78">
                <a:extLst>
                  <a:ext uri="{FF2B5EF4-FFF2-40B4-BE49-F238E27FC236}">
                    <a16:creationId xmlns:a16="http://schemas.microsoft.com/office/drawing/2014/main" id="{E74278A1-3AB8-4E5A-A5A7-CC193611FEB3}"/>
                  </a:ext>
                </a:extLst>
              </p:cNvPr>
              <p:cNvSpPr txBox="1"/>
              <p:nvPr/>
            </p:nvSpPr>
            <p:spPr>
              <a:xfrm>
                <a:off x="1526281" y="2157595"/>
                <a:ext cx="463025" cy="4242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en-US" altLang="zh-TW" sz="2000" dirty="0"/>
              </a:p>
            </p:txBody>
          </p:sp>
        </mc:Choice>
        <mc:Fallback xmlns="">
          <p:sp>
            <p:nvSpPr>
              <p:cNvPr id="79" name="文字方塊 78">
                <a:extLst>
                  <a:ext uri="{FF2B5EF4-FFF2-40B4-BE49-F238E27FC236}">
                    <a16:creationId xmlns:a16="http://schemas.microsoft.com/office/drawing/2014/main" id="{E74278A1-3AB8-4E5A-A5A7-CC193611FE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6281" y="2157595"/>
                <a:ext cx="463025" cy="424283"/>
              </a:xfrm>
              <a:prstGeom prst="rect">
                <a:avLst/>
              </a:prstGeom>
              <a:blipFill>
                <a:blip r:embed="rId13"/>
                <a:stretch>
                  <a:fillRect l="-3947" b="-428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0" name="文字方塊 79">
                <a:extLst>
                  <a:ext uri="{FF2B5EF4-FFF2-40B4-BE49-F238E27FC236}">
                    <a16:creationId xmlns:a16="http://schemas.microsoft.com/office/drawing/2014/main" id="{F76CCEFB-A4DF-4E2C-8F2C-A9A06B0210C7}"/>
                  </a:ext>
                </a:extLst>
              </p:cNvPr>
              <p:cNvSpPr txBox="1"/>
              <p:nvPr/>
            </p:nvSpPr>
            <p:spPr>
              <a:xfrm>
                <a:off x="1782864" y="2432828"/>
                <a:ext cx="47138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US" altLang="zh-TW" sz="2000" dirty="0"/>
              </a:p>
            </p:txBody>
          </p:sp>
        </mc:Choice>
        <mc:Fallback xmlns="">
          <p:sp>
            <p:nvSpPr>
              <p:cNvPr id="80" name="文字方塊 79">
                <a:extLst>
                  <a:ext uri="{FF2B5EF4-FFF2-40B4-BE49-F238E27FC236}">
                    <a16:creationId xmlns:a16="http://schemas.microsoft.com/office/drawing/2014/main" id="{F76CCEFB-A4DF-4E2C-8F2C-A9A06B0210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2864" y="2432828"/>
                <a:ext cx="471386" cy="400110"/>
              </a:xfrm>
              <a:prstGeom prst="rect">
                <a:avLst/>
              </a:prstGeom>
              <a:blipFill>
                <a:blip r:embed="rId14"/>
                <a:stretch>
                  <a:fillRect l="-3846" b="-909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6" name="矩形: 圓角 85">
            <a:extLst>
              <a:ext uri="{FF2B5EF4-FFF2-40B4-BE49-F238E27FC236}">
                <a16:creationId xmlns:a16="http://schemas.microsoft.com/office/drawing/2014/main" id="{5DC4C0D8-3763-48F5-B884-044DC405D1D3}"/>
              </a:ext>
            </a:extLst>
          </p:cNvPr>
          <p:cNvSpPr/>
          <p:nvPr/>
        </p:nvSpPr>
        <p:spPr>
          <a:xfrm>
            <a:off x="4958510" y="1233646"/>
            <a:ext cx="4950000" cy="4028171"/>
          </a:xfrm>
          <a:prstGeom prst="roundRect">
            <a:avLst>
              <a:gd name="adj" fmla="val 2129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7" name="矩形: 圓角 86">
            <a:extLst>
              <a:ext uri="{FF2B5EF4-FFF2-40B4-BE49-F238E27FC236}">
                <a16:creationId xmlns:a16="http://schemas.microsoft.com/office/drawing/2014/main" id="{61EF4C23-BE7A-4C30-ABC5-22678108388D}"/>
              </a:ext>
            </a:extLst>
          </p:cNvPr>
          <p:cNvSpPr/>
          <p:nvPr/>
        </p:nvSpPr>
        <p:spPr>
          <a:xfrm>
            <a:off x="5851386" y="1879599"/>
            <a:ext cx="3932177" cy="3240529"/>
          </a:xfrm>
          <a:prstGeom prst="roundRect">
            <a:avLst>
              <a:gd name="adj" fmla="val 4125"/>
            </a:avLst>
          </a:prstGeom>
          <a:gradFill flip="none" rotWithShape="1">
            <a:gsLst>
              <a:gs pos="100000">
                <a:schemeClr val="bg1">
                  <a:lumMod val="95000"/>
                </a:schemeClr>
              </a:gs>
              <a:gs pos="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7" name="矩形 96">
                <a:extLst>
                  <a:ext uri="{FF2B5EF4-FFF2-40B4-BE49-F238E27FC236}">
                    <a16:creationId xmlns:a16="http://schemas.microsoft.com/office/drawing/2014/main" id="{80C9DBED-D1E8-4B52-8CA2-EDF1D80EB61D}"/>
                  </a:ext>
                </a:extLst>
              </p:cNvPr>
              <p:cNvSpPr/>
              <p:nvPr/>
            </p:nvSpPr>
            <p:spPr>
              <a:xfrm>
                <a:off x="4942837" y="2543189"/>
                <a:ext cx="905761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𝐾</m:t>
                      </m:r>
                    </m:oMath>
                  </m:oMathPara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7" name="矩形 96">
                <a:extLst>
                  <a:ext uri="{FF2B5EF4-FFF2-40B4-BE49-F238E27FC236}">
                    <a16:creationId xmlns:a16="http://schemas.microsoft.com/office/drawing/2014/main" id="{80C9DBED-D1E8-4B52-8CA2-EDF1D80EB61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2837" y="2543189"/>
                <a:ext cx="905761" cy="400110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8" name="矩形 97">
                <a:extLst>
                  <a:ext uri="{FF2B5EF4-FFF2-40B4-BE49-F238E27FC236}">
                    <a16:creationId xmlns:a16="http://schemas.microsoft.com/office/drawing/2014/main" id="{0FD50C04-E25D-4D95-97E2-6B6058FA2C4E}"/>
                  </a:ext>
                </a:extLst>
              </p:cNvPr>
              <p:cNvSpPr/>
              <p:nvPr/>
            </p:nvSpPr>
            <p:spPr>
              <a:xfrm>
                <a:off x="4917201" y="4069681"/>
                <a:ext cx="963725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8" name="矩形 97">
                <a:extLst>
                  <a:ext uri="{FF2B5EF4-FFF2-40B4-BE49-F238E27FC236}">
                    <a16:creationId xmlns:a16="http://schemas.microsoft.com/office/drawing/2014/main" id="{0FD50C04-E25D-4D95-97E2-6B6058FA2C4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17201" y="4069681"/>
                <a:ext cx="963725" cy="400110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7" name="矩形: 圓角 106">
            <a:extLst>
              <a:ext uri="{FF2B5EF4-FFF2-40B4-BE49-F238E27FC236}">
                <a16:creationId xmlns:a16="http://schemas.microsoft.com/office/drawing/2014/main" id="{7DA27A08-93FB-482D-9BD3-3230D7EA929D}"/>
              </a:ext>
            </a:extLst>
          </p:cNvPr>
          <p:cNvSpPr/>
          <p:nvPr/>
        </p:nvSpPr>
        <p:spPr>
          <a:xfrm>
            <a:off x="-7163" y="5873376"/>
            <a:ext cx="4950000" cy="4028171"/>
          </a:xfrm>
          <a:prstGeom prst="roundRect">
            <a:avLst>
              <a:gd name="adj" fmla="val 2129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8" name="矩形: 圓角 107">
            <a:extLst>
              <a:ext uri="{FF2B5EF4-FFF2-40B4-BE49-F238E27FC236}">
                <a16:creationId xmlns:a16="http://schemas.microsoft.com/office/drawing/2014/main" id="{5846A9D9-5944-4380-8E66-234F37EB6EE9}"/>
              </a:ext>
            </a:extLst>
          </p:cNvPr>
          <p:cNvSpPr/>
          <p:nvPr/>
        </p:nvSpPr>
        <p:spPr>
          <a:xfrm>
            <a:off x="885713" y="6519329"/>
            <a:ext cx="3932177" cy="3240529"/>
          </a:xfrm>
          <a:prstGeom prst="roundRect">
            <a:avLst>
              <a:gd name="adj" fmla="val 4125"/>
            </a:avLst>
          </a:prstGeom>
          <a:gradFill flip="none" rotWithShape="1">
            <a:gsLst>
              <a:gs pos="100000">
                <a:schemeClr val="bg1">
                  <a:lumMod val="95000"/>
                </a:schemeClr>
              </a:gs>
              <a:gs pos="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8" name="矩形 117">
                <a:extLst>
                  <a:ext uri="{FF2B5EF4-FFF2-40B4-BE49-F238E27FC236}">
                    <a16:creationId xmlns:a16="http://schemas.microsoft.com/office/drawing/2014/main" id="{3CE22E16-71EA-4CEF-BABB-4905FC05CADA}"/>
                  </a:ext>
                </a:extLst>
              </p:cNvPr>
              <p:cNvSpPr/>
              <p:nvPr/>
            </p:nvSpPr>
            <p:spPr>
              <a:xfrm>
                <a:off x="-22836" y="7116306"/>
                <a:ext cx="905761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𝐾</m:t>
                      </m:r>
                    </m:oMath>
                  </m:oMathPara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8" name="矩形 117">
                <a:extLst>
                  <a:ext uri="{FF2B5EF4-FFF2-40B4-BE49-F238E27FC236}">
                    <a16:creationId xmlns:a16="http://schemas.microsoft.com/office/drawing/2014/main" id="{3CE22E16-71EA-4CEF-BABB-4905FC05CAD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2836" y="7116306"/>
                <a:ext cx="905761" cy="400110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9" name="矩形 118">
                <a:extLst>
                  <a:ext uri="{FF2B5EF4-FFF2-40B4-BE49-F238E27FC236}">
                    <a16:creationId xmlns:a16="http://schemas.microsoft.com/office/drawing/2014/main" id="{D226EA14-5CAD-4B69-AE93-60D257B27393}"/>
                  </a:ext>
                </a:extLst>
              </p:cNvPr>
              <p:cNvSpPr/>
              <p:nvPr/>
            </p:nvSpPr>
            <p:spPr>
              <a:xfrm>
                <a:off x="-48472" y="8642798"/>
                <a:ext cx="963725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9" name="矩形 118">
                <a:extLst>
                  <a:ext uri="{FF2B5EF4-FFF2-40B4-BE49-F238E27FC236}">
                    <a16:creationId xmlns:a16="http://schemas.microsoft.com/office/drawing/2014/main" id="{D226EA14-5CAD-4B69-AE93-60D257B2739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48472" y="8642798"/>
                <a:ext cx="963725" cy="400110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7" name="矩形: 圓角 126">
            <a:extLst>
              <a:ext uri="{FF2B5EF4-FFF2-40B4-BE49-F238E27FC236}">
                <a16:creationId xmlns:a16="http://schemas.microsoft.com/office/drawing/2014/main" id="{D72C397B-56F1-4A0B-AB83-AB14833275AE}"/>
              </a:ext>
            </a:extLst>
          </p:cNvPr>
          <p:cNvSpPr/>
          <p:nvPr/>
        </p:nvSpPr>
        <p:spPr>
          <a:xfrm>
            <a:off x="4951347" y="5870711"/>
            <a:ext cx="4950000" cy="4028171"/>
          </a:xfrm>
          <a:prstGeom prst="roundRect">
            <a:avLst>
              <a:gd name="adj" fmla="val 2129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8" name="矩形: 圓角 127">
            <a:extLst>
              <a:ext uri="{FF2B5EF4-FFF2-40B4-BE49-F238E27FC236}">
                <a16:creationId xmlns:a16="http://schemas.microsoft.com/office/drawing/2014/main" id="{3E40BA28-B9B3-4967-98C6-C3DCA47C9B61}"/>
              </a:ext>
            </a:extLst>
          </p:cNvPr>
          <p:cNvSpPr/>
          <p:nvPr/>
        </p:nvSpPr>
        <p:spPr>
          <a:xfrm>
            <a:off x="5844223" y="6516664"/>
            <a:ext cx="3932177" cy="3240529"/>
          </a:xfrm>
          <a:prstGeom prst="roundRect">
            <a:avLst>
              <a:gd name="adj" fmla="val 4125"/>
            </a:avLst>
          </a:prstGeom>
          <a:gradFill flip="none" rotWithShape="1">
            <a:gsLst>
              <a:gs pos="100000">
                <a:schemeClr val="bg1">
                  <a:lumMod val="95000"/>
                </a:schemeClr>
              </a:gs>
              <a:gs pos="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8" name="矩形 137">
                <a:extLst>
                  <a:ext uri="{FF2B5EF4-FFF2-40B4-BE49-F238E27FC236}">
                    <a16:creationId xmlns:a16="http://schemas.microsoft.com/office/drawing/2014/main" id="{D6FE93AA-2001-4A4D-9522-B00D183541CA}"/>
                  </a:ext>
                </a:extLst>
              </p:cNvPr>
              <p:cNvSpPr/>
              <p:nvPr/>
            </p:nvSpPr>
            <p:spPr>
              <a:xfrm>
                <a:off x="4935674" y="7113641"/>
                <a:ext cx="905761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𝐾</m:t>
                      </m:r>
                    </m:oMath>
                  </m:oMathPara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38" name="矩形 137">
                <a:extLst>
                  <a:ext uri="{FF2B5EF4-FFF2-40B4-BE49-F238E27FC236}">
                    <a16:creationId xmlns:a16="http://schemas.microsoft.com/office/drawing/2014/main" id="{D6FE93AA-2001-4A4D-9522-B00D183541C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35674" y="7113641"/>
                <a:ext cx="905761" cy="400110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9" name="矩形 138">
                <a:extLst>
                  <a:ext uri="{FF2B5EF4-FFF2-40B4-BE49-F238E27FC236}">
                    <a16:creationId xmlns:a16="http://schemas.microsoft.com/office/drawing/2014/main" id="{F9531753-2C41-42B7-9AC6-4A7E7C12A898}"/>
                  </a:ext>
                </a:extLst>
              </p:cNvPr>
              <p:cNvSpPr/>
              <p:nvPr/>
            </p:nvSpPr>
            <p:spPr>
              <a:xfrm>
                <a:off x="4910038" y="8640133"/>
                <a:ext cx="963725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39" name="矩形 138">
                <a:extLst>
                  <a:ext uri="{FF2B5EF4-FFF2-40B4-BE49-F238E27FC236}">
                    <a16:creationId xmlns:a16="http://schemas.microsoft.com/office/drawing/2014/main" id="{F9531753-2C41-42B7-9AC6-4A7E7C12A89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10038" y="8640133"/>
                <a:ext cx="963725" cy="400110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3" name="矩形 152">
            <a:extLst>
              <a:ext uri="{FF2B5EF4-FFF2-40B4-BE49-F238E27FC236}">
                <a16:creationId xmlns:a16="http://schemas.microsoft.com/office/drawing/2014/main" id="{BFB7CE11-E7D2-4C9F-BF66-3D140502646A}"/>
              </a:ext>
            </a:extLst>
          </p:cNvPr>
          <p:cNvSpPr/>
          <p:nvPr/>
        </p:nvSpPr>
        <p:spPr>
          <a:xfrm>
            <a:off x="1330022" y="8597798"/>
            <a:ext cx="1096724" cy="627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</a:p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Excitation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4" name="矩形 153">
            <a:extLst>
              <a:ext uri="{FF2B5EF4-FFF2-40B4-BE49-F238E27FC236}">
                <a16:creationId xmlns:a16="http://schemas.microsoft.com/office/drawing/2014/main" id="{EE27C5D0-F1CC-40FE-BFC8-0813FDC35426}"/>
              </a:ext>
            </a:extLst>
          </p:cNvPr>
          <p:cNvSpPr/>
          <p:nvPr/>
        </p:nvSpPr>
        <p:spPr>
          <a:xfrm>
            <a:off x="3254706" y="8539974"/>
            <a:ext cx="1096724" cy="627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</a:p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Excitation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7" name="矩形 156">
            <a:extLst>
              <a:ext uri="{FF2B5EF4-FFF2-40B4-BE49-F238E27FC236}">
                <a16:creationId xmlns:a16="http://schemas.microsoft.com/office/drawing/2014/main" id="{BAE8BA80-BDDA-48DF-B11B-F9823432759B}"/>
              </a:ext>
            </a:extLst>
          </p:cNvPr>
          <p:cNvSpPr/>
          <p:nvPr/>
        </p:nvSpPr>
        <p:spPr>
          <a:xfrm>
            <a:off x="6136955" y="6939548"/>
            <a:ext cx="1396622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</a:p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Excitation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8" name="矩形 157">
            <a:extLst>
              <a:ext uri="{FF2B5EF4-FFF2-40B4-BE49-F238E27FC236}">
                <a16:creationId xmlns:a16="http://schemas.microsoft.com/office/drawing/2014/main" id="{970E3C45-BA55-4040-8281-3542D7214478}"/>
              </a:ext>
            </a:extLst>
          </p:cNvPr>
          <p:cNvSpPr/>
          <p:nvPr/>
        </p:nvSpPr>
        <p:spPr>
          <a:xfrm>
            <a:off x="8046513" y="6939548"/>
            <a:ext cx="1396622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</a:p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Excitation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4" name="矩形: 圓角 83">
                <a:extLst>
                  <a:ext uri="{FF2B5EF4-FFF2-40B4-BE49-F238E27FC236}">
                    <a16:creationId xmlns:a16="http://schemas.microsoft.com/office/drawing/2014/main" id="{700C7DF5-8189-4879-9F88-BF7F38B939F1}"/>
                  </a:ext>
                </a:extLst>
              </p:cNvPr>
              <p:cNvSpPr/>
              <p:nvPr/>
            </p:nvSpPr>
            <p:spPr>
              <a:xfrm>
                <a:off x="4956000" y="5330731"/>
                <a:ext cx="2068914" cy="604800"/>
              </a:xfrm>
              <a:prstGeom prst="roundRect">
                <a:avLst>
                  <a:gd name="adj" fmla="val 13546"/>
                </a:avLst>
              </a:prstGeom>
              <a:gradFill flip="none" rotWithShape="1">
                <a:gsLst>
                  <a:gs pos="100000">
                    <a:schemeClr val="bg1">
                      <a:lumMod val="95000"/>
                    </a:schemeClr>
                  </a:gs>
                  <a:gs pos="0">
                    <a:schemeClr val="bg1">
                      <a:lumMod val="85000"/>
                    </a:schemeClr>
                  </a:gs>
                </a:gsLst>
                <a:lin ang="5400000" scaled="1"/>
                <a:tileRect/>
              </a:gradFill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zh-TW" altLang="en-US" sz="2000" b="1" i="1">
                              <a:latin typeface="Cambria Math" panose="02040503050406030204" pitchFamily="18" charset="0"/>
                            </a:rPr>
                            <m:t>𝜺</m:t>
                          </m:r>
                        </m:e>
                      </m:acc>
                      <m:r>
                        <a:rPr lang="en-US" altLang="zh-TW" sz="2000" b="1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n-US" altLang="zh-TW" sz="2000" b="1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sz="2000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acc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  <m:acc>
                            <m:accPr>
                              <m:chr m:val="̂"/>
                              <m:ctrlPr>
                                <a:rPr lang="en-US" altLang="zh-TW" sz="2000" b="1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sz="2000" b="1" i="1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</m:acc>
                        </m:e>
                      </m:d>
                      <m:r>
                        <a:rPr lang="en-US" altLang="zh-TW" sz="2000" b="1" i="1">
                          <a:latin typeface="Cambria Math" panose="02040503050406030204" pitchFamily="18" charset="0"/>
                        </a:rPr>
                        <m:t>/</m:t>
                      </m:r>
                      <m:rad>
                        <m:radPr>
                          <m:degHide m:val="on"/>
                          <m:ctrlPr>
                            <a:rPr lang="en-US" altLang="zh-TW" sz="2000" b="1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altLang="zh-TW" sz="2000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</m:rad>
                    </m:oMath>
                  </m:oMathPara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4" name="矩形: 圓角 83">
                <a:extLst>
                  <a:ext uri="{FF2B5EF4-FFF2-40B4-BE49-F238E27FC236}">
                    <a16:creationId xmlns:a16="http://schemas.microsoft.com/office/drawing/2014/main" id="{700C7DF5-8189-4879-9F88-BF7F38B939F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6000" y="5330731"/>
                <a:ext cx="2068914" cy="604800"/>
              </a:xfrm>
              <a:prstGeom prst="roundRect">
                <a:avLst>
                  <a:gd name="adj" fmla="val 13546"/>
                </a:avLst>
              </a:prstGeom>
              <a:blipFill>
                <a:blip r:embed="rId4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8" name="矩形: 圓角 87">
                <a:extLst>
                  <a:ext uri="{FF2B5EF4-FFF2-40B4-BE49-F238E27FC236}">
                    <a16:creationId xmlns:a16="http://schemas.microsoft.com/office/drawing/2014/main" id="{32697F98-EADA-4703-90A0-A73234FC8435}"/>
                  </a:ext>
                </a:extLst>
              </p:cNvPr>
              <p:cNvSpPr/>
              <p:nvPr/>
            </p:nvSpPr>
            <p:spPr>
              <a:xfrm>
                <a:off x="3000" y="5330731"/>
                <a:ext cx="2068914" cy="604800"/>
              </a:xfrm>
              <a:prstGeom prst="roundRect">
                <a:avLst>
                  <a:gd name="adj" fmla="val 13546"/>
                </a:avLst>
              </a:prstGeom>
              <a:gradFill flip="none" rotWithShape="1">
                <a:gsLst>
                  <a:gs pos="100000">
                    <a:schemeClr val="bg1">
                      <a:lumMod val="95000"/>
                    </a:schemeClr>
                  </a:gs>
                  <a:gs pos="0">
                    <a:schemeClr val="bg1">
                      <a:lumMod val="85000"/>
                    </a:schemeClr>
                  </a:gs>
                </a:gsLst>
                <a:lin ang="5400000" scaled="1"/>
                <a:tileRect/>
              </a:gradFill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zh-TW" altLang="en-US" sz="2000" b="1" i="1">
                              <a:latin typeface="Cambria Math" panose="02040503050406030204" pitchFamily="18" charset="0"/>
                            </a:rPr>
                            <m:t>𝜺</m:t>
                          </m:r>
                        </m:e>
                      </m:acc>
                      <m:r>
                        <a:rPr lang="en-US" altLang="zh-TW" sz="2000" b="1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n-US" altLang="zh-TW" sz="2000" b="1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sz="2000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acc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  <m:acc>
                            <m:accPr>
                              <m:chr m:val="̂"/>
                              <m:ctrlPr>
                                <a:rPr lang="en-US" altLang="zh-TW" sz="2000" b="1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sz="2000" b="1" i="1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</m:acc>
                        </m:e>
                      </m:d>
                      <m:r>
                        <a:rPr lang="en-US" altLang="zh-TW" sz="2000" b="1" i="1" smtClean="0">
                          <a:latin typeface="Cambria Math" panose="02040503050406030204" pitchFamily="18" charset="0"/>
                        </a:rPr>
                        <m:t>/</m:t>
                      </m:r>
                      <m:rad>
                        <m:radPr>
                          <m:degHide m:val="on"/>
                          <m:ctrlP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</m:rad>
                    </m:oMath>
                  </m:oMathPara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8" name="矩形: 圓角 87">
                <a:extLst>
                  <a:ext uri="{FF2B5EF4-FFF2-40B4-BE49-F238E27FC236}">
                    <a16:creationId xmlns:a16="http://schemas.microsoft.com/office/drawing/2014/main" id="{32697F98-EADA-4703-90A0-A73234FC843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0" y="5330731"/>
                <a:ext cx="2068914" cy="604800"/>
              </a:xfrm>
              <a:prstGeom prst="roundRect">
                <a:avLst>
                  <a:gd name="adj" fmla="val 13546"/>
                </a:avLst>
              </a:prstGeom>
              <a:blipFill>
                <a:blip r:embed="rId4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9" name="矩形: 圓角 88">
                <a:extLst>
                  <a:ext uri="{FF2B5EF4-FFF2-40B4-BE49-F238E27FC236}">
                    <a16:creationId xmlns:a16="http://schemas.microsoft.com/office/drawing/2014/main" id="{905BCB3E-828C-4008-87E5-42A2664346D1}"/>
                  </a:ext>
                </a:extLst>
              </p:cNvPr>
              <p:cNvSpPr/>
              <p:nvPr/>
            </p:nvSpPr>
            <p:spPr>
              <a:xfrm>
                <a:off x="4956000" y="695233"/>
                <a:ext cx="2068914" cy="604800"/>
              </a:xfrm>
              <a:prstGeom prst="roundRect">
                <a:avLst>
                  <a:gd name="adj" fmla="val 13546"/>
                </a:avLst>
              </a:prstGeom>
              <a:gradFill flip="none" rotWithShape="1">
                <a:gsLst>
                  <a:gs pos="100000">
                    <a:schemeClr val="bg1">
                      <a:lumMod val="95000"/>
                    </a:schemeClr>
                  </a:gs>
                  <a:gs pos="0">
                    <a:schemeClr val="bg1">
                      <a:lumMod val="85000"/>
                    </a:schemeClr>
                  </a:gs>
                </a:gsLst>
                <a:lin ang="5400000" scaled="1"/>
                <a:tileRect/>
              </a:gradFill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altLang="zh-TW" sz="2000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zh-TW" altLang="en-US" sz="2000" b="1" i="1">
                              <a:latin typeface="Cambria Math" panose="02040503050406030204" pitchFamily="18" charset="0"/>
                            </a:rPr>
                            <m:t>𝜺</m:t>
                          </m:r>
                        </m:e>
                      </m:acc>
                      <m:r>
                        <a:rPr lang="en-US" altLang="zh-TW" sz="2000" b="1" i="1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̂"/>
                          <m:ctrlPr>
                            <a:rPr lang="en-US" altLang="zh-TW" sz="2000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sz="2000" b="1" i="1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</m:acc>
                    </m:oMath>
                  </m:oMathPara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9" name="矩形: 圓角 88">
                <a:extLst>
                  <a:ext uri="{FF2B5EF4-FFF2-40B4-BE49-F238E27FC236}">
                    <a16:creationId xmlns:a16="http://schemas.microsoft.com/office/drawing/2014/main" id="{905BCB3E-828C-4008-87E5-42A2664346D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6000" y="695233"/>
                <a:ext cx="2068914" cy="604800"/>
              </a:xfrm>
              <a:prstGeom prst="roundRect">
                <a:avLst>
                  <a:gd name="adj" fmla="val 13546"/>
                </a:avLst>
              </a:prstGeom>
              <a:blipFill>
                <a:blip r:embed="rId4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1" name="矩形: 圓角 90">
                <a:extLst>
                  <a:ext uri="{FF2B5EF4-FFF2-40B4-BE49-F238E27FC236}">
                    <a16:creationId xmlns:a16="http://schemas.microsoft.com/office/drawing/2014/main" id="{6343D8BE-A727-49D3-A55A-946EAE5AE0FB}"/>
                  </a:ext>
                </a:extLst>
              </p:cNvPr>
              <p:cNvSpPr/>
              <p:nvPr/>
            </p:nvSpPr>
            <p:spPr>
              <a:xfrm>
                <a:off x="3000" y="695841"/>
                <a:ext cx="2068914" cy="604800"/>
              </a:xfrm>
              <a:prstGeom prst="roundRect">
                <a:avLst>
                  <a:gd name="adj" fmla="val 13546"/>
                </a:avLst>
              </a:prstGeom>
              <a:gradFill flip="none" rotWithShape="1">
                <a:gsLst>
                  <a:gs pos="100000">
                    <a:schemeClr val="bg1">
                      <a:lumMod val="95000"/>
                    </a:schemeClr>
                  </a:gs>
                  <a:gs pos="0">
                    <a:schemeClr val="bg1">
                      <a:lumMod val="85000"/>
                    </a:schemeClr>
                  </a:gs>
                </a:gsLst>
                <a:lin ang="5400000" scaled="1"/>
                <a:tileRect/>
              </a:gradFill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altLang="zh-TW" sz="2000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zh-TW" altLang="en-US" sz="2000" b="1" i="1">
                              <a:latin typeface="Cambria Math" panose="02040503050406030204" pitchFamily="18" charset="0"/>
                            </a:rPr>
                            <m:t>𝜺</m:t>
                          </m:r>
                        </m:e>
                      </m:acc>
                      <m:r>
                        <a:rPr lang="en-US" altLang="zh-TW" sz="2000" b="1" i="1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̂"/>
                          <m:ctrlPr>
                            <a:rPr lang="en-US" altLang="zh-TW" sz="2000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sz="20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acc>
                    </m:oMath>
                  </m:oMathPara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1" name="矩形: 圓角 90">
                <a:extLst>
                  <a:ext uri="{FF2B5EF4-FFF2-40B4-BE49-F238E27FC236}">
                    <a16:creationId xmlns:a16="http://schemas.microsoft.com/office/drawing/2014/main" id="{6343D8BE-A727-49D3-A55A-946EAE5AE0F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0" y="695841"/>
                <a:ext cx="2068914" cy="604800"/>
              </a:xfrm>
              <a:prstGeom prst="roundRect">
                <a:avLst>
                  <a:gd name="adj" fmla="val 13546"/>
                </a:avLst>
              </a:prstGeom>
              <a:blipFill>
                <a:blip r:embed="rId4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矩形 54">
                <a:extLst>
                  <a:ext uri="{FF2B5EF4-FFF2-40B4-BE49-F238E27FC236}">
                    <a16:creationId xmlns:a16="http://schemas.microsoft.com/office/drawing/2014/main" id="{73895A47-2CF1-4238-A421-3C53B146FB6A}"/>
                  </a:ext>
                </a:extLst>
              </p:cNvPr>
              <p:cNvSpPr/>
              <p:nvPr/>
            </p:nvSpPr>
            <p:spPr>
              <a:xfrm>
                <a:off x="1335008" y="1315026"/>
                <a:ext cx="1105559" cy="55579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𝑀</m:t>
                                      </m:r>
                                    </m:e>
                                  </m:acc>
                                </m:e>
                                <m:sub>
                                  <m:acc>
                                    <m:accPr>
                                      <m:chr m:val="̂"/>
                                      <m:ctrlP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zh-TW" altLang="en-US" sz="2000" b="1" i="1">
                                          <a:latin typeface="Cambria Math" panose="02040503050406030204" pitchFamily="18" charset="0"/>
                                        </a:rPr>
                                        <m:t>𝜺</m:t>
                                      </m:r>
                                    </m:e>
                                  </m:acc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20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  <m:sup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2000" b="1" i="1"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sup>
                              </m:sSubSup>
                            </m:e>
                          </m:d>
                        </m:e>
                        <m:sup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55" name="矩形 54">
                <a:extLst>
                  <a:ext uri="{FF2B5EF4-FFF2-40B4-BE49-F238E27FC236}">
                    <a16:creationId xmlns:a16="http://schemas.microsoft.com/office/drawing/2014/main" id="{73895A47-2CF1-4238-A421-3C53B146FB6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5008" y="1315026"/>
                <a:ext cx="1105559" cy="555793"/>
              </a:xfrm>
              <a:prstGeom prst="rect">
                <a:avLst/>
              </a:prstGeom>
              <a:blipFill>
                <a:blip r:embed="rId4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矩形 55">
                <a:extLst>
                  <a:ext uri="{FF2B5EF4-FFF2-40B4-BE49-F238E27FC236}">
                    <a16:creationId xmlns:a16="http://schemas.microsoft.com/office/drawing/2014/main" id="{2BC7567B-3CF3-4AA7-AE13-664537E02B19}"/>
                  </a:ext>
                </a:extLst>
              </p:cNvPr>
              <p:cNvSpPr/>
              <p:nvPr/>
            </p:nvSpPr>
            <p:spPr>
              <a:xfrm>
                <a:off x="2611825" y="1280786"/>
                <a:ext cx="2486552" cy="62427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20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sz="20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TW" sz="2000" b="0" i="0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Φ</m:t>
                                  </m:r>
                                </m:e>
                                <m:sub>
                                  <m:acc>
                                    <m:accPr>
                                      <m:chr m:val="̂"/>
                                      <m:ctrlP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zh-TW" altLang="en-US" sz="2000" b="1" i="1">
                                          <a:latin typeface="Cambria Math" panose="02040503050406030204" pitchFamily="18" charset="0"/>
                                        </a:rPr>
                                        <m:t>𝜺</m:t>
                                      </m:r>
                                    </m:e>
                                  </m:acc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20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  <m:sup>
                                  <m:r>
                                    <a:rPr lang="en-US" altLang="zh-TW" sz="20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𝐾</m:t>
                                  </m:r>
                                  <m:r>
                                    <a:rPr lang="en-US" altLang="zh-TW" sz="20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/</m:t>
                                  </m:r>
                                  <m:sSup>
                                    <m:sSupPr>
                                      <m:ctrlP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𝐾</m:t>
                                      </m:r>
                                    </m:e>
                                    <m:sup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</m:sup>
                              </m:sSubSup>
                              <m:d>
                                <m:dPr>
                                  <m:ctrlPr>
                                    <a:rPr lang="en-US" altLang="zh-TW" sz="20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2000" b="1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𝑹</m:t>
                                      </m:r>
                                    </m:e>
                                    <m:sub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𝑐</m:t>
                                      </m:r>
                                    </m:sub>
                                  </m:sSub>
                                  <m:r>
                                    <a:rPr lang="en-US" altLang="zh-TW" sz="20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 </m:t>
                                  </m:r>
                                  <m:r>
                                    <a:rPr lang="en-US" altLang="zh-TW" sz="2000" b="1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𝒓</m:t>
                                  </m:r>
                                  <m:r>
                                    <a:rPr lang="en-US" altLang="zh-TW" sz="20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a:rPr lang="en-US" altLang="zh-TW" sz="2000" b="1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𝟎</m:t>
                                  </m:r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altLang="zh-TW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TW" altLang="en-US" sz="1600" dirty="0"/>
              </a:p>
            </p:txBody>
          </p:sp>
        </mc:Choice>
        <mc:Fallback xmlns="">
          <p:sp>
            <p:nvSpPr>
              <p:cNvPr id="56" name="矩形 55">
                <a:extLst>
                  <a:ext uri="{FF2B5EF4-FFF2-40B4-BE49-F238E27FC236}">
                    <a16:creationId xmlns:a16="http://schemas.microsoft.com/office/drawing/2014/main" id="{2BC7567B-3CF3-4AA7-AE13-664537E02B1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11825" y="1280786"/>
                <a:ext cx="2486552" cy="624273"/>
              </a:xfrm>
              <a:prstGeom prst="rect">
                <a:avLst/>
              </a:prstGeom>
              <a:blipFill>
                <a:blip r:embed="rId4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5" name="圖片 94">
            <a:extLst>
              <a:ext uri="{FF2B5EF4-FFF2-40B4-BE49-F238E27FC236}">
                <a16:creationId xmlns:a16="http://schemas.microsoft.com/office/drawing/2014/main" id="{AFD7CF11-1F15-4421-80EF-A2D41A217F62}"/>
              </a:ext>
            </a:extLst>
          </p:cNvPr>
          <p:cNvPicPr>
            <a:picLocks noChangeAspect="1"/>
          </p:cNvPicPr>
          <p:nvPr/>
        </p:nvPicPr>
        <p:blipFill>
          <a:blip r:embed="rId4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807891" y="2163779"/>
            <a:ext cx="1924050" cy="287039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7" name="矩形 56">
                <a:extLst>
                  <a:ext uri="{FF2B5EF4-FFF2-40B4-BE49-F238E27FC236}">
                    <a16:creationId xmlns:a16="http://schemas.microsoft.com/office/drawing/2014/main" id="{683658EE-325A-409D-A4CB-8B0BDA8F18EB}"/>
                  </a:ext>
                </a:extLst>
              </p:cNvPr>
              <p:cNvSpPr/>
              <p:nvPr/>
            </p:nvSpPr>
            <p:spPr>
              <a:xfrm>
                <a:off x="6282612" y="1315026"/>
                <a:ext cx="1105559" cy="55579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𝑀</m:t>
                                      </m:r>
                                    </m:e>
                                  </m:acc>
                                </m:e>
                                <m:sub>
                                  <m:acc>
                                    <m:accPr>
                                      <m:chr m:val="̂"/>
                                      <m:ctrlP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zh-TW" altLang="en-US" sz="2000" b="1" i="1">
                                          <a:latin typeface="Cambria Math" panose="02040503050406030204" pitchFamily="18" charset="0"/>
                                        </a:rPr>
                                        <m:t>𝜺</m:t>
                                      </m:r>
                                    </m:e>
                                  </m:acc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20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  <m:sup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2000" b="1" i="1"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sup>
                              </m:sSubSup>
                            </m:e>
                          </m:d>
                        </m:e>
                        <m:sup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57" name="矩形 56">
                <a:extLst>
                  <a:ext uri="{FF2B5EF4-FFF2-40B4-BE49-F238E27FC236}">
                    <a16:creationId xmlns:a16="http://schemas.microsoft.com/office/drawing/2014/main" id="{683658EE-325A-409D-A4CB-8B0BDA8F18E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2612" y="1315026"/>
                <a:ext cx="1105559" cy="555793"/>
              </a:xfrm>
              <a:prstGeom prst="rect">
                <a:avLst/>
              </a:prstGeom>
              <a:blipFill>
                <a:blip r:embed="rId4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7" name="矩形 76">
                <a:extLst>
                  <a:ext uri="{FF2B5EF4-FFF2-40B4-BE49-F238E27FC236}">
                    <a16:creationId xmlns:a16="http://schemas.microsoft.com/office/drawing/2014/main" id="{3FEE9D27-AC83-4510-A4EC-C7CE5E274817}"/>
                  </a:ext>
                </a:extLst>
              </p:cNvPr>
              <p:cNvSpPr/>
              <p:nvPr/>
            </p:nvSpPr>
            <p:spPr>
              <a:xfrm>
                <a:off x="7590514" y="1214173"/>
                <a:ext cx="2482440" cy="62427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20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sz="20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TW" sz="2000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Φ</m:t>
                                  </m:r>
                                </m:e>
                                <m:sub>
                                  <m:acc>
                                    <m:accPr>
                                      <m:chr m:val="̂"/>
                                      <m:ctrlP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zh-TW" altLang="en-US" sz="2000" b="1" i="1">
                                          <a:latin typeface="Cambria Math" panose="02040503050406030204" pitchFamily="18" charset="0"/>
                                        </a:rPr>
                                        <m:t>𝜺</m:t>
                                      </m:r>
                                    </m:e>
                                  </m:acc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20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  <m:sup>
                                  <m:r>
                                    <a:rPr lang="en-US" altLang="zh-TW" sz="20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𝐾</m:t>
                                  </m:r>
                                  <m:r>
                                    <a:rPr lang="en-US" altLang="zh-TW" sz="20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/</m:t>
                                  </m:r>
                                  <m:sSup>
                                    <m:sSupPr>
                                      <m:ctrlP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𝐾</m:t>
                                      </m:r>
                                    </m:e>
                                    <m:sup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</m:sup>
                              </m:sSubSup>
                              <m:d>
                                <m:dPr>
                                  <m:ctrlPr>
                                    <a:rPr lang="en-US" altLang="zh-TW" sz="20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2000" b="1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𝑹</m:t>
                                      </m:r>
                                    </m:e>
                                    <m:sub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𝑐</m:t>
                                      </m:r>
                                    </m:sub>
                                  </m:sSub>
                                  <m:r>
                                    <a:rPr lang="en-US" altLang="zh-TW" sz="20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 </m:t>
                                  </m:r>
                                  <m:r>
                                    <a:rPr lang="en-US" altLang="zh-TW" sz="2000" b="1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𝒓</m:t>
                                  </m:r>
                                  <m:r>
                                    <a:rPr lang="en-US" altLang="zh-TW" sz="20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a:rPr lang="en-US" altLang="zh-TW" sz="2000" b="1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𝟎</m:t>
                                  </m:r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altLang="zh-TW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TW" altLang="en-US" sz="1600" dirty="0"/>
              </a:p>
            </p:txBody>
          </p:sp>
        </mc:Choice>
        <mc:Fallback xmlns="">
          <p:sp>
            <p:nvSpPr>
              <p:cNvPr id="77" name="矩形 76">
                <a:extLst>
                  <a:ext uri="{FF2B5EF4-FFF2-40B4-BE49-F238E27FC236}">
                    <a16:creationId xmlns:a16="http://schemas.microsoft.com/office/drawing/2014/main" id="{3FEE9D27-AC83-4510-A4EC-C7CE5E27481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90514" y="1214173"/>
                <a:ext cx="2482440" cy="624273"/>
              </a:xfrm>
              <a:prstGeom prst="rect">
                <a:avLst/>
              </a:prstGeom>
              <a:blipFill>
                <a:blip r:embed="rId4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0" name="矩形 89">
                <a:extLst>
                  <a:ext uri="{FF2B5EF4-FFF2-40B4-BE49-F238E27FC236}">
                    <a16:creationId xmlns:a16="http://schemas.microsoft.com/office/drawing/2014/main" id="{44690C55-6A00-401A-A518-63EC84623E07}"/>
                  </a:ext>
                </a:extLst>
              </p:cNvPr>
              <p:cNvSpPr/>
              <p:nvPr/>
            </p:nvSpPr>
            <p:spPr>
              <a:xfrm>
                <a:off x="1335008" y="5887779"/>
                <a:ext cx="1105559" cy="55579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𝑀</m:t>
                                      </m:r>
                                    </m:e>
                                  </m:acc>
                                </m:e>
                                <m:sub>
                                  <m:acc>
                                    <m:accPr>
                                      <m:chr m:val="̂"/>
                                      <m:ctrlP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zh-TW" altLang="en-US" sz="2000" b="1" i="1">
                                          <a:latin typeface="Cambria Math" panose="02040503050406030204" pitchFamily="18" charset="0"/>
                                        </a:rPr>
                                        <m:t>𝜺</m:t>
                                      </m:r>
                                    </m:e>
                                  </m:acc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20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  <m:sup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2000" b="1" i="1"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sup>
                              </m:sSubSup>
                            </m:e>
                          </m:d>
                        </m:e>
                        <m:sup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90" name="矩形 89">
                <a:extLst>
                  <a:ext uri="{FF2B5EF4-FFF2-40B4-BE49-F238E27FC236}">
                    <a16:creationId xmlns:a16="http://schemas.microsoft.com/office/drawing/2014/main" id="{44690C55-6A00-401A-A518-63EC84623E0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5008" y="5887779"/>
                <a:ext cx="1105559" cy="555793"/>
              </a:xfrm>
              <a:prstGeom prst="rect">
                <a:avLst/>
              </a:prstGeom>
              <a:blipFill>
                <a:blip r:embed="rId4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3" name="矩形 92">
                <a:extLst>
                  <a:ext uri="{FF2B5EF4-FFF2-40B4-BE49-F238E27FC236}">
                    <a16:creationId xmlns:a16="http://schemas.microsoft.com/office/drawing/2014/main" id="{939A414B-222E-4E33-9D4E-C7A8E1DC7308}"/>
                  </a:ext>
                </a:extLst>
              </p:cNvPr>
              <p:cNvSpPr/>
              <p:nvPr/>
            </p:nvSpPr>
            <p:spPr>
              <a:xfrm>
                <a:off x="6282612" y="5887779"/>
                <a:ext cx="1105559" cy="55579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𝑀</m:t>
                                      </m:r>
                                    </m:e>
                                  </m:acc>
                                </m:e>
                                <m:sub>
                                  <m:acc>
                                    <m:accPr>
                                      <m:chr m:val="̂"/>
                                      <m:ctrlP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zh-TW" altLang="en-US" sz="2000" b="1" i="1">
                                          <a:latin typeface="Cambria Math" panose="02040503050406030204" pitchFamily="18" charset="0"/>
                                        </a:rPr>
                                        <m:t>𝜺</m:t>
                                      </m:r>
                                    </m:e>
                                  </m:acc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20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  <m:sup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2000" b="1" i="1"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sup>
                              </m:sSubSup>
                            </m:e>
                          </m:d>
                        </m:e>
                        <m:sup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93" name="矩形 92">
                <a:extLst>
                  <a:ext uri="{FF2B5EF4-FFF2-40B4-BE49-F238E27FC236}">
                    <a16:creationId xmlns:a16="http://schemas.microsoft.com/office/drawing/2014/main" id="{939A414B-222E-4E33-9D4E-C7A8E1DC730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2612" y="5887779"/>
                <a:ext cx="1105559" cy="555793"/>
              </a:xfrm>
              <a:prstGeom prst="rect">
                <a:avLst/>
              </a:prstGeom>
              <a:blipFill>
                <a:blip r:embed="rId5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矩形 58">
                <a:extLst>
                  <a:ext uri="{FF2B5EF4-FFF2-40B4-BE49-F238E27FC236}">
                    <a16:creationId xmlns:a16="http://schemas.microsoft.com/office/drawing/2014/main" id="{E07DBC4B-B92E-4C8B-988A-721E37CBC89A}"/>
                  </a:ext>
                </a:extLst>
              </p:cNvPr>
              <p:cNvSpPr/>
              <p:nvPr/>
            </p:nvSpPr>
            <p:spPr>
              <a:xfrm>
                <a:off x="2611825" y="5853539"/>
                <a:ext cx="2486552" cy="62427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20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sz="20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TW" sz="2000" b="0" i="0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Φ</m:t>
                                  </m:r>
                                </m:e>
                                <m:sub>
                                  <m:acc>
                                    <m:accPr>
                                      <m:chr m:val="̂"/>
                                      <m:ctrlP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zh-TW" altLang="en-US" sz="2000" b="1" i="1">
                                          <a:latin typeface="Cambria Math" panose="02040503050406030204" pitchFamily="18" charset="0"/>
                                        </a:rPr>
                                        <m:t>𝜺</m:t>
                                      </m:r>
                                    </m:e>
                                  </m:acc>
                                  <m:r>
                                    <a:rPr lang="en-US" altLang="zh-TW" sz="200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20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  <m:sup>
                                  <m:r>
                                    <a:rPr lang="en-US" altLang="zh-TW" sz="20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𝐾</m:t>
                                  </m:r>
                                  <m:r>
                                    <a:rPr lang="en-US" altLang="zh-TW" sz="20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/</m:t>
                                  </m:r>
                                  <m:sSup>
                                    <m:sSupPr>
                                      <m:ctrlP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𝐾</m:t>
                                      </m:r>
                                    </m:e>
                                    <m:sup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</m:sup>
                              </m:sSubSup>
                              <m:d>
                                <m:dPr>
                                  <m:ctrlPr>
                                    <a:rPr lang="en-US" altLang="zh-TW" sz="20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2000" b="1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𝑹</m:t>
                                      </m:r>
                                    </m:e>
                                    <m:sub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𝑐</m:t>
                                      </m:r>
                                    </m:sub>
                                  </m:sSub>
                                  <m:r>
                                    <a:rPr lang="en-US" altLang="zh-TW" sz="20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 </m:t>
                                  </m:r>
                                  <m:r>
                                    <a:rPr lang="en-US" altLang="zh-TW" sz="2000" b="1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𝒓</m:t>
                                  </m:r>
                                  <m:r>
                                    <a:rPr lang="en-US" altLang="zh-TW" sz="20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a:rPr lang="en-US" altLang="zh-TW" sz="2000" b="1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𝟎</m:t>
                                  </m:r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altLang="zh-TW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TW" altLang="en-US" sz="1600" dirty="0"/>
              </a:p>
            </p:txBody>
          </p:sp>
        </mc:Choice>
        <mc:Fallback xmlns="">
          <p:sp>
            <p:nvSpPr>
              <p:cNvPr id="59" name="矩形 58">
                <a:extLst>
                  <a:ext uri="{FF2B5EF4-FFF2-40B4-BE49-F238E27FC236}">
                    <a16:creationId xmlns:a16="http://schemas.microsoft.com/office/drawing/2014/main" id="{E07DBC4B-B92E-4C8B-988A-721E37CBC89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11825" y="5853539"/>
                <a:ext cx="2486552" cy="624273"/>
              </a:xfrm>
              <a:prstGeom prst="rect">
                <a:avLst/>
              </a:prstGeom>
              <a:blipFill>
                <a:blip r:embed="rId5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矩形 59">
                <a:extLst>
                  <a:ext uri="{FF2B5EF4-FFF2-40B4-BE49-F238E27FC236}">
                    <a16:creationId xmlns:a16="http://schemas.microsoft.com/office/drawing/2014/main" id="{9A4FE567-2655-477B-B80A-FA51F3559270}"/>
                  </a:ext>
                </a:extLst>
              </p:cNvPr>
              <p:cNvSpPr/>
              <p:nvPr/>
            </p:nvSpPr>
            <p:spPr>
              <a:xfrm>
                <a:off x="7590514" y="5853539"/>
                <a:ext cx="2482440" cy="62427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20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sz="20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TW" sz="2000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Φ</m:t>
                                  </m:r>
                                </m:e>
                                <m:sub>
                                  <m:acc>
                                    <m:accPr>
                                      <m:chr m:val="̂"/>
                                      <m:ctrlP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zh-TW" altLang="en-US" sz="2000" b="1" i="1">
                                          <a:latin typeface="Cambria Math" panose="02040503050406030204" pitchFamily="18" charset="0"/>
                                        </a:rPr>
                                        <m:t>𝜺</m:t>
                                      </m:r>
                                    </m:e>
                                  </m:acc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20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  <m:sup>
                                  <m:r>
                                    <a:rPr lang="en-US" altLang="zh-TW" sz="20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𝐾</m:t>
                                  </m:r>
                                  <m:r>
                                    <a:rPr lang="en-US" altLang="zh-TW" sz="20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/</m:t>
                                  </m:r>
                                  <m:sSup>
                                    <m:sSupPr>
                                      <m:ctrlP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𝐾</m:t>
                                      </m:r>
                                    </m:e>
                                    <m:sup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</m:sup>
                              </m:sSubSup>
                              <m:d>
                                <m:dPr>
                                  <m:ctrlPr>
                                    <a:rPr lang="en-US" altLang="zh-TW" sz="20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2000" b="1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𝑹</m:t>
                                      </m:r>
                                    </m:e>
                                    <m:sub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𝑐</m:t>
                                      </m:r>
                                    </m:sub>
                                  </m:sSub>
                                  <m:r>
                                    <a:rPr lang="en-US" altLang="zh-TW" sz="20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 </m:t>
                                  </m:r>
                                  <m:r>
                                    <a:rPr lang="en-US" altLang="zh-TW" sz="2000" b="1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𝒓</m:t>
                                  </m:r>
                                  <m:r>
                                    <a:rPr lang="en-US" altLang="zh-TW" sz="20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a:rPr lang="en-US" altLang="zh-TW" sz="2000" b="1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𝟎</m:t>
                                  </m:r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altLang="zh-TW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TW" altLang="en-US" sz="1600" dirty="0"/>
              </a:p>
            </p:txBody>
          </p:sp>
        </mc:Choice>
        <mc:Fallback xmlns="">
          <p:sp>
            <p:nvSpPr>
              <p:cNvPr id="60" name="矩形 59">
                <a:extLst>
                  <a:ext uri="{FF2B5EF4-FFF2-40B4-BE49-F238E27FC236}">
                    <a16:creationId xmlns:a16="http://schemas.microsoft.com/office/drawing/2014/main" id="{9A4FE567-2655-477B-B80A-FA51F355927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90514" y="5853539"/>
                <a:ext cx="2482440" cy="624273"/>
              </a:xfrm>
              <a:prstGeom prst="rect">
                <a:avLst/>
              </a:prstGeom>
              <a:blipFill>
                <a:blip r:embed="rId5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1" name="圖片 60">
            <a:extLst>
              <a:ext uri="{FF2B5EF4-FFF2-40B4-BE49-F238E27FC236}">
                <a16:creationId xmlns:a16="http://schemas.microsoft.com/office/drawing/2014/main" id="{0E942BB8-7831-4103-8474-D538E3C216B4}"/>
              </a:ext>
            </a:extLst>
          </p:cNvPr>
          <p:cNvPicPr>
            <a:picLocks noChangeAspect="1"/>
          </p:cNvPicPr>
          <p:nvPr/>
        </p:nvPicPr>
        <p:blipFill rotWithShape="1">
          <a:blip r:embed="rId5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r="20976"/>
          <a:stretch/>
        </p:blipFill>
        <p:spPr>
          <a:xfrm>
            <a:off x="1131787" y="6563777"/>
            <a:ext cx="1422417" cy="3088224"/>
          </a:xfrm>
          <a:prstGeom prst="rect">
            <a:avLst/>
          </a:prstGeom>
        </p:spPr>
      </p:pic>
      <p:pic>
        <p:nvPicPr>
          <p:cNvPr id="65" name="圖片 64">
            <a:extLst>
              <a:ext uri="{FF2B5EF4-FFF2-40B4-BE49-F238E27FC236}">
                <a16:creationId xmlns:a16="http://schemas.microsoft.com/office/drawing/2014/main" id="{2799C00F-592F-4A0A-8D71-2372E63F7296}"/>
              </a:ext>
            </a:extLst>
          </p:cNvPr>
          <p:cNvPicPr>
            <a:picLocks noChangeAspect="1"/>
          </p:cNvPicPr>
          <p:nvPr/>
        </p:nvPicPr>
        <p:blipFill rotWithShape="1">
          <a:blip r:embed="rId5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319" r="21306" b="1"/>
          <a:stretch/>
        </p:blipFill>
        <p:spPr>
          <a:xfrm>
            <a:off x="6140618" y="6591300"/>
            <a:ext cx="1376111" cy="3065745"/>
          </a:xfrm>
          <a:prstGeom prst="rect">
            <a:avLst/>
          </a:prstGeom>
        </p:spPr>
      </p:pic>
      <p:pic>
        <p:nvPicPr>
          <p:cNvPr id="76" name="圖片 75">
            <a:extLst>
              <a:ext uri="{FF2B5EF4-FFF2-40B4-BE49-F238E27FC236}">
                <a16:creationId xmlns:a16="http://schemas.microsoft.com/office/drawing/2014/main" id="{FD7B8067-B8D8-4B77-B966-1E33D2E56B5E}"/>
              </a:ext>
            </a:extLst>
          </p:cNvPr>
          <p:cNvPicPr>
            <a:picLocks noChangeAspect="1"/>
          </p:cNvPicPr>
          <p:nvPr/>
        </p:nvPicPr>
        <p:blipFill rotWithShape="1">
          <a:blip r:embed="rId5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r="22366"/>
          <a:stretch/>
        </p:blipFill>
        <p:spPr>
          <a:xfrm>
            <a:off x="6141238" y="1930718"/>
            <a:ext cx="1356441" cy="3108163"/>
          </a:xfrm>
          <a:prstGeom prst="rect">
            <a:avLst/>
          </a:prstGeom>
        </p:spPr>
      </p:pic>
      <p:pic>
        <p:nvPicPr>
          <p:cNvPr id="83" name="圖片 82">
            <a:extLst>
              <a:ext uri="{FF2B5EF4-FFF2-40B4-BE49-F238E27FC236}">
                <a16:creationId xmlns:a16="http://schemas.microsoft.com/office/drawing/2014/main" id="{A69123A4-B31D-47D6-B2B9-E3D404F42C01}"/>
              </a:ext>
            </a:extLst>
          </p:cNvPr>
          <p:cNvPicPr>
            <a:picLocks noChangeAspect="1"/>
          </p:cNvPicPr>
          <p:nvPr/>
        </p:nvPicPr>
        <p:blipFill rotWithShape="1">
          <a:blip r:embed="rId5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50126"/>
          <a:stretch/>
        </p:blipFill>
        <p:spPr>
          <a:xfrm>
            <a:off x="7783107" y="8255000"/>
            <a:ext cx="1802897" cy="1377364"/>
          </a:xfrm>
          <a:prstGeom prst="rect">
            <a:avLst/>
          </a:prstGeom>
        </p:spPr>
      </p:pic>
      <p:pic>
        <p:nvPicPr>
          <p:cNvPr id="92" name="圖片 91">
            <a:extLst>
              <a:ext uri="{FF2B5EF4-FFF2-40B4-BE49-F238E27FC236}">
                <a16:creationId xmlns:a16="http://schemas.microsoft.com/office/drawing/2014/main" id="{CAAB28D2-BB02-4ED8-A429-980E1B9230B3}"/>
              </a:ext>
            </a:extLst>
          </p:cNvPr>
          <p:cNvPicPr>
            <a:picLocks noChangeAspect="1"/>
          </p:cNvPicPr>
          <p:nvPr/>
        </p:nvPicPr>
        <p:blipFill>
          <a:blip r:embed="rId5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659045" y="6573946"/>
            <a:ext cx="2143051" cy="1530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49219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矩形: 圓角 34">
            <a:extLst>
              <a:ext uri="{FF2B5EF4-FFF2-40B4-BE49-F238E27FC236}">
                <a16:creationId xmlns:a16="http://schemas.microsoft.com/office/drawing/2014/main" id="{B14FA9F0-26E3-4C73-9AC2-55EDFD7CAB0F}"/>
              </a:ext>
            </a:extLst>
          </p:cNvPr>
          <p:cNvSpPr/>
          <p:nvPr/>
        </p:nvSpPr>
        <p:spPr>
          <a:xfrm>
            <a:off x="2602493" y="4652748"/>
            <a:ext cx="4458717" cy="1741367"/>
          </a:xfrm>
          <a:prstGeom prst="roundRect">
            <a:avLst>
              <a:gd name="adj" fmla="val 4125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9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73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3" name="圖片 32">
            <a:extLst>
              <a:ext uri="{FF2B5EF4-FFF2-40B4-BE49-F238E27FC236}">
                <a16:creationId xmlns:a16="http://schemas.microsoft.com/office/drawing/2014/main" id="{18E07411-13AE-478D-9583-97ADCA5F4F2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861" t="11602" r="1805" b="64731"/>
          <a:stretch/>
        </p:blipFill>
        <p:spPr>
          <a:xfrm>
            <a:off x="4960629" y="4711158"/>
            <a:ext cx="2019301" cy="162306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D6F5646F-0002-4001-A629-B6BB260688C8}"/>
                  </a:ext>
                </a:extLst>
              </p:cNvPr>
              <p:cNvSpPr/>
              <p:nvPr/>
            </p:nvSpPr>
            <p:spPr>
              <a:xfrm>
                <a:off x="3140160" y="5231555"/>
                <a:ext cx="1892249" cy="50052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20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sz="20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𝐹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altLang="zh-TW" sz="2000" i="1" dirty="0">
                                      <a:latin typeface="Cambria Math" panose="02040503050406030204" pitchFamily="18" charset="0"/>
                                    </a:rPr>
                                    <m:t>,0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altLang="zh-TW" sz="20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2000" b="1" i="1"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e>
                              </m:d>
                              <m:sSup>
                                <m:sSupPr>
                                  <m:ctrlPr>
                                    <a:rPr lang="en-US" altLang="zh-TW" sz="20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TW" sz="2000" i="1" dirty="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altLang="zh-TW" sz="2000" i="1" dirty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altLang="zh-TW" sz="2000" i="1" dirty="0">
                                      <a:latin typeface="Cambria Math" panose="02040503050406030204" pitchFamily="18" charset="0"/>
                                    </a:rPr>
                                    <m:t>ℓ</m:t>
                                  </m:r>
                                  <m:sSub>
                                    <m:sSubPr>
                                      <m:ctrlP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</a:rPr>
                                        <m:t>𝜙</m:t>
                                      </m:r>
                                    </m:e>
                                    <m:sub>
                                      <m:r>
                                        <a:rPr lang="en-US" altLang="zh-TW" sz="2000" b="1" i="1" dirty="0">
                                          <a:latin typeface="Cambria Math" panose="02040503050406030204" pitchFamily="18" charset="0"/>
                                        </a:rPr>
                                        <m:t>𝑸</m:t>
                                      </m:r>
                                    </m:sub>
                                  </m:sSub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D6F5646F-0002-4001-A629-B6BB260688C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40160" y="5231555"/>
                <a:ext cx="1892249" cy="50052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字方塊 20">
                <a:extLst>
                  <a:ext uri="{FF2B5EF4-FFF2-40B4-BE49-F238E27FC236}">
                    <a16:creationId xmlns:a16="http://schemas.microsoft.com/office/drawing/2014/main" id="{4C4885D9-81F0-4105-B2AD-A49F2CCADE20}"/>
                  </a:ext>
                </a:extLst>
              </p:cNvPr>
              <p:cNvSpPr txBox="1"/>
              <p:nvPr/>
            </p:nvSpPr>
            <p:spPr>
              <a:xfrm>
                <a:off x="4923749" y="5829534"/>
                <a:ext cx="83059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2000" dirty="0"/>
              </a:p>
            </p:txBody>
          </p:sp>
        </mc:Choice>
        <mc:Fallback xmlns="">
          <p:sp>
            <p:nvSpPr>
              <p:cNvPr id="21" name="文字方塊 20">
                <a:extLst>
                  <a:ext uri="{FF2B5EF4-FFF2-40B4-BE49-F238E27FC236}">
                    <a16:creationId xmlns:a16="http://schemas.microsoft.com/office/drawing/2014/main" id="{4C4885D9-81F0-4105-B2AD-A49F2CCADE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23749" y="5829534"/>
                <a:ext cx="830594" cy="400110"/>
              </a:xfrm>
              <a:prstGeom prst="rect">
                <a:avLst/>
              </a:prstGeom>
              <a:blipFill>
                <a:blip r:embed="rId4"/>
                <a:stretch>
                  <a:fillRect b="-909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2" name="群組 21">
            <a:extLst>
              <a:ext uri="{FF2B5EF4-FFF2-40B4-BE49-F238E27FC236}">
                <a16:creationId xmlns:a16="http://schemas.microsoft.com/office/drawing/2014/main" id="{C81BC7C2-E257-4F42-9817-26DF68AFD2E9}"/>
              </a:ext>
            </a:extLst>
          </p:cNvPr>
          <p:cNvGrpSpPr/>
          <p:nvPr/>
        </p:nvGrpSpPr>
        <p:grpSpPr>
          <a:xfrm>
            <a:off x="5546432" y="4986964"/>
            <a:ext cx="666253" cy="711268"/>
            <a:chOff x="6394099" y="1329789"/>
            <a:chExt cx="1805559" cy="1927549"/>
          </a:xfrm>
        </p:grpSpPr>
        <p:grpSp>
          <p:nvGrpSpPr>
            <p:cNvPr id="23" name="群組 22">
              <a:extLst>
                <a:ext uri="{FF2B5EF4-FFF2-40B4-BE49-F238E27FC236}">
                  <a16:creationId xmlns:a16="http://schemas.microsoft.com/office/drawing/2014/main" id="{B31EA4FA-38D3-4AE2-A4C3-9A0D34FF1D74}"/>
                </a:ext>
              </a:extLst>
            </p:cNvPr>
            <p:cNvGrpSpPr/>
            <p:nvPr/>
          </p:nvGrpSpPr>
          <p:grpSpPr>
            <a:xfrm>
              <a:off x="6929132" y="2420541"/>
              <a:ext cx="361452" cy="346736"/>
              <a:chOff x="1373392" y="2391862"/>
              <a:chExt cx="479433" cy="476535"/>
            </a:xfrm>
          </p:grpSpPr>
          <p:sp>
            <p:nvSpPr>
              <p:cNvPr id="26" name="箭號: 向右 25">
                <a:extLst>
                  <a:ext uri="{FF2B5EF4-FFF2-40B4-BE49-F238E27FC236}">
                    <a16:creationId xmlns:a16="http://schemas.microsoft.com/office/drawing/2014/main" id="{5CA7BE29-053C-470C-B9B9-1422568F30AE}"/>
                  </a:ext>
                </a:extLst>
              </p:cNvPr>
              <p:cNvSpPr/>
              <p:nvPr/>
            </p:nvSpPr>
            <p:spPr>
              <a:xfrm>
                <a:off x="1411244" y="273586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2000">
                  <a:solidFill>
                    <a:schemeClr val="tx1"/>
                  </a:solidFill>
                </a:endParaRPr>
              </a:p>
            </p:txBody>
          </p:sp>
          <p:sp>
            <p:nvSpPr>
              <p:cNvPr id="27" name="箭號: 向右 26">
                <a:extLst>
                  <a:ext uri="{FF2B5EF4-FFF2-40B4-BE49-F238E27FC236}">
                    <a16:creationId xmlns:a16="http://schemas.microsoft.com/office/drawing/2014/main" id="{C202A97D-E1F0-449A-B047-679C78A2FCD5}"/>
                  </a:ext>
                </a:extLst>
              </p:cNvPr>
              <p:cNvSpPr/>
              <p:nvPr/>
            </p:nvSpPr>
            <p:spPr>
              <a:xfrm rot="16200000">
                <a:off x="1218866" y="254638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2000" dirty="0">
                  <a:solidFill>
                    <a:schemeClr val="tx1"/>
                  </a:solidFill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文字方塊 23">
                  <a:extLst>
                    <a:ext uri="{FF2B5EF4-FFF2-40B4-BE49-F238E27FC236}">
                      <a16:creationId xmlns:a16="http://schemas.microsoft.com/office/drawing/2014/main" id="{AB3E3F81-A9C7-465C-A831-82ADA76646C5}"/>
                    </a:ext>
                  </a:extLst>
                </p:cNvPr>
                <p:cNvSpPr txBox="1"/>
                <p:nvPr/>
              </p:nvSpPr>
              <p:spPr>
                <a:xfrm>
                  <a:off x="6394099" y="1329789"/>
                  <a:ext cx="1418593" cy="11498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oMath>
                    </m:oMathPara>
                  </a14:m>
                  <a:endParaRPr lang="en-US" altLang="zh-TW" sz="2000" dirty="0"/>
                </a:p>
              </p:txBody>
            </p:sp>
          </mc:Choice>
          <mc:Fallback xmlns="">
            <p:sp>
              <p:nvSpPr>
                <p:cNvPr id="24" name="文字方塊 23">
                  <a:extLst>
                    <a:ext uri="{FF2B5EF4-FFF2-40B4-BE49-F238E27FC236}">
                      <a16:creationId xmlns:a16="http://schemas.microsoft.com/office/drawing/2014/main" id="{AB3E3F81-A9C7-465C-A831-82ADA76646C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94099" y="1329789"/>
                  <a:ext cx="1418593" cy="1149815"/>
                </a:xfrm>
                <a:prstGeom prst="rect">
                  <a:avLst/>
                </a:prstGeom>
                <a:blipFill>
                  <a:blip r:embed="rId5"/>
                  <a:stretch>
                    <a:fillRect b="-5797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文字方塊 24">
                  <a:extLst>
                    <a:ext uri="{FF2B5EF4-FFF2-40B4-BE49-F238E27FC236}">
                      <a16:creationId xmlns:a16="http://schemas.microsoft.com/office/drawing/2014/main" id="{C15B01A4-773F-4E0F-88DB-CAE29AAE6CAB}"/>
                    </a:ext>
                  </a:extLst>
                </p:cNvPr>
                <p:cNvSpPr txBox="1"/>
                <p:nvPr/>
              </p:nvSpPr>
              <p:spPr>
                <a:xfrm>
                  <a:off x="7131569" y="2173033"/>
                  <a:ext cx="1068089" cy="108430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US" altLang="zh-TW" sz="2000" dirty="0"/>
                </a:p>
              </p:txBody>
            </p:sp>
          </mc:Choice>
          <mc:Fallback xmlns="">
            <p:sp>
              <p:nvSpPr>
                <p:cNvPr id="25" name="文字方塊 24">
                  <a:extLst>
                    <a:ext uri="{FF2B5EF4-FFF2-40B4-BE49-F238E27FC236}">
                      <a16:creationId xmlns:a16="http://schemas.microsoft.com/office/drawing/2014/main" id="{C15B01A4-773F-4E0F-88DB-CAE29AAE6CA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31569" y="2173033"/>
                  <a:ext cx="1068089" cy="1084305"/>
                </a:xfrm>
                <a:prstGeom prst="rect">
                  <a:avLst/>
                </a:prstGeom>
                <a:blipFill>
                  <a:blip r:embed="rId6"/>
                  <a:stretch>
                    <a:fillRect l="-4615" r="-4615" b="-9231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9643474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矩形: 圓角 33">
            <a:extLst>
              <a:ext uri="{FF2B5EF4-FFF2-40B4-BE49-F238E27FC236}">
                <a16:creationId xmlns:a16="http://schemas.microsoft.com/office/drawing/2014/main" id="{3380EA81-C5F8-4D79-838A-1520DA874E3D}"/>
              </a:ext>
            </a:extLst>
          </p:cNvPr>
          <p:cNvSpPr/>
          <p:nvPr/>
        </p:nvSpPr>
        <p:spPr>
          <a:xfrm>
            <a:off x="2144392" y="2847242"/>
            <a:ext cx="5617233" cy="5030638"/>
          </a:xfrm>
          <a:prstGeom prst="roundRect">
            <a:avLst>
              <a:gd name="adj" fmla="val 4125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矩形: 圓角 28">
            <a:extLst>
              <a:ext uri="{FF2B5EF4-FFF2-40B4-BE49-F238E27FC236}">
                <a16:creationId xmlns:a16="http://schemas.microsoft.com/office/drawing/2014/main" id="{8A063E4B-5939-4A6B-BBA1-577A84F295CD}"/>
              </a:ext>
            </a:extLst>
          </p:cNvPr>
          <p:cNvSpPr/>
          <p:nvPr/>
        </p:nvSpPr>
        <p:spPr>
          <a:xfrm>
            <a:off x="3178180" y="3948733"/>
            <a:ext cx="4445425" cy="3776843"/>
          </a:xfrm>
          <a:prstGeom prst="roundRect">
            <a:avLst>
              <a:gd name="adj" fmla="val 4125"/>
            </a:avLst>
          </a:prstGeom>
          <a:gradFill flip="none" rotWithShape="1">
            <a:gsLst>
              <a:gs pos="100000">
                <a:schemeClr val="bg1">
                  <a:lumMod val="95000"/>
                </a:schemeClr>
              </a:gs>
              <a:gs pos="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0" name="圖片 29">
            <a:extLst>
              <a:ext uri="{FF2B5EF4-FFF2-40B4-BE49-F238E27FC236}">
                <a16:creationId xmlns:a16="http://schemas.microsoft.com/office/drawing/2014/main" id="{81B59435-8FC3-4B19-938B-26A9132AE18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455" b="9750"/>
          <a:stretch/>
        </p:blipFill>
        <p:spPr>
          <a:xfrm>
            <a:off x="3145321" y="4062500"/>
            <a:ext cx="2286000" cy="362063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F814741D-73B4-4BCC-A5CF-96247C4F6A0B}"/>
                  </a:ext>
                </a:extLst>
              </p:cNvPr>
              <p:cNvSpPr/>
              <p:nvPr/>
            </p:nvSpPr>
            <p:spPr>
              <a:xfrm>
                <a:off x="3780324" y="3086678"/>
                <a:ext cx="1070293" cy="55573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𝑀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2000" b="1" i="1"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sub>
                                <m:sup>
                                  <m:acc>
                                    <m:accPr>
                                      <m:chr m:val="̂"/>
                                      <m:ctrlP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</m:acc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,1</m:t>
                                  </m:r>
                                </m:sup>
                              </m:sSubSup>
                            </m:e>
                          </m:d>
                        </m:e>
                        <m:sup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F814741D-73B4-4BCC-A5CF-96247C4F6A0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80324" y="3086678"/>
                <a:ext cx="1070293" cy="55573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C42304A2-A81D-4C9B-820C-A78A3C2A6027}"/>
                  </a:ext>
                </a:extLst>
              </p:cNvPr>
              <p:cNvSpPr/>
              <p:nvPr/>
            </p:nvSpPr>
            <p:spPr>
              <a:xfrm>
                <a:off x="6319484" y="5193728"/>
                <a:ext cx="571630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C42304A2-A81D-4C9B-820C-A78A3C2A602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19484" y="5193728"/>
                <a:ext cx="571630" cy="40011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直線單箭頭接點 10">
            <a:extLst>
              <a:ext uri="{FF2B5EF4-FFF2-40B4-BE49-F238E27FC236}">
                <a16:creationId xmlns:a16="http://schemas.microsoft.com/office/drawing/2014/main" id="{874BB4B9-3647-41B7-863B-BA4D9B79618C}"/>
              </a:ext>
            </a:extLst>
          </p:cNvPr>
          <p:cNvCxnSpPr>
            <a:cxnSpLocks/>
          </p:cNvCxnSpPr>
          <p:nvPr/>
        </p:nvCxnSpPr>
        <p:spPr>
          <a:xfrm flipV="1">
            <a:off x="6131995" y="5520895"/>
            <a:ext cx="812800" cy="21152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單箭頭接點 11">
            <a:extLst>
              <a:ext uri="{FF2B5EF4-FFF2-40B4-BE49-F238E27FC236}">
                <a16:creationId xmlns:a16="http://schemas.microsoft.com/office/drawing/2014/main" id="{C9887D0E-0A07-4759-90BA-97FE7DA61E98}"/>
              </a:ext>
            </a:extLst>
          </p:cNvPr>
          <p:cNvCxnSpPr>
            <a:cxnSpLocks/>
          </p:cNvCxnSpPr>
          <p:nvPr/>
        </p:nvCxnSpPr>
        <p:spPr>
          <a:xfrm flipH="1" flipV="1">
            <a:off x="5690670" y="5310753"/>
            <a:ext cx="440704" cy="42479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266E4083-7EF8-4F99-8729-2E33CCDF4766}"/>
                  </a:ext>
                </a:extLst>
              </p:cNvPr>
              <p:cNvSpPr/>
              <p:nvPr/>
            </p:nvSpPr>
            <p:spPr>
              <a:xfrm>
                <a:off x="6887704" y="5321466"/>
                <a:ext cx="386388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 dirty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266E4083-7EF8-4F99-8729-2E33CCDF476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87704" y="5321466"/>
                <a:ext cx="386388" cy="4001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158268A8-BFBD-4526-B3F2-F24B349B2268}"/>
                  </a:ext>
                </a:extLst>
              </p:cNvPr>
              <p:cNvSpPr/>
              <p:nvPr/>
            </p:nvSpPr>
            <p:spPr>
              <a:xfrm>
                <a:off x="5413711" y="5095248"/>
                <a:ext cx="391004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 dirty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158268A8-BFBD-4526-B3F2-F24B349B226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3711" y="5095248"/>
                <a:ext cx="391004" cy="400110"/>
              </a:xfrm>
              <a:prstGeom prst="rect">
                <a:avLst/>
              </a:prstGeom>
              <a:blipFill>
                <a:blip r:embed="rId6"/>
                <a:stretch>
                  <a:fillRect b="-769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E18B0646-8D1C-436C-A556-9F6219308251}"/>
                  </a:ext>
                </a:extLst>
              </p:cNvPr>
              <p:cNvSpPr/>
              <p:nvPr/>
            </p:nvSpPr>
            <p:spPr>
              <a:xfrm>
                <a:off x="5540664" y="2926010"/>
                <a:ext cx="2071657" cy="95135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20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altLang="zh-TW" sz="2000" b="1" i="1"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sub>
                                <m:sup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sup>
                                <m:e>
                                  <m:sSubSup>
                                    <m:sSubSupPr>
                                      <m:ctrlP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acc>
                                        <m:accPr>
                                          <m:chr m:val="̃"/>
                                          <m:ctrlP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</a:rPr>
                                            <m:t>𝑀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  <m:t>𝑸</m:t>
                                      </m:r>
                                    </m:sub>
                                    <m:sup>
                                      <m:acc>
                                        <m:accPr>
                                          <m:chr m:val="̂"/>
                                          <m:ctrlPr>
                                            <a:rPr lang="en-US" altLang="zh-TW" sz="20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TW" sz="2000" b="1" i="1">
                                              <a:latin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</m:acc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, 1</m:t>
                                      </m:r>
                                    </m:sup>
                                  </m:sSubSup>
                                  <m:sSup>
                                    <m:sSupPr>
                                      <m:ctrlP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𝑒</m:t>
                                      </m:r>
                                    </m:e>
                                    <m:sup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altLang="zh-TW" sz="2000" b="1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𝑸</m:t>
                                      </m:r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⋅</m:t>
                                      </m:r>
                                      <m:sSub>
                                        <m:sSubPr>
                                          <m:ctrlPr>
                                            <a:rPr lang="en-US" altLang="zh-TW" sz="20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2000" b="1" i="1" dirty="0">
                                              <a:latin typeface="Cambria Math" panose="02040503050406030204" pitchFamily="18" charset="0"/>
                                            </a:rPr>
                                            <m:t>𝑹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2000" i="1" dirty="0">
                                              <a:latin typeface="Cambria Math" panose="02040503050406030204" pitchFamily="18" charset="0"/>
                                            </a:rPr>
                                            <m:t>𝑐</m:t>
                                          </m:r>
                                        </m:sub>
                                      </m:sSub>
                                    </m:sup>
                                  </m:sSup>
                                </m:e>
                              </m:nary>
                            </m:e>
                          </m:d>
                        </m:e>
                        <m:sup>
                          <m:r>
                            <a:rPr lang="en-US" altLang="zh-TW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E18B0646-8D1C-436C-A556-9F621930825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40664" y="2926010"/>
                <a:ext cx="2071657" cy="95135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724B1F99-7073-4C1C-ACB8-889E61687D54}"/>
                  </a:ext>
                </a:extLst>
              </p:cNvPr>
              <p:cNvSpPr/>
              <p:nvPr/>
            </p:nvSpPr>
            <p:spPr>
              <a:xfrm>
                <a:off x="2271784" y="4812270"/>
                <a:ext cx="905761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𝐾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724B1F99-7073-4C1C-ACB8-889E61687D5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71784" y="4812270"/>
                <a:ext cx="905761" cy="40011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8C1AAF93-9D59-4319-85FA-DD0E840BF53C}"/>
                  </a:ext>
                </a:extLst>
              </p:cNvPr>
              <p:cNvSpPr/>
              <p:nvPr/>
            </p:nvSpPr>
            <p:spPr>
              <a:xfrm>
                <a:off x="2242802" y="6667227"/>
                <a:ext cx="963725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8C1AAF93-9D59-4319-85FA-DD0E840BF53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42802" y="6667227"/>
                <a:ext cx="963725" cy="40011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字方塊 20">
                <a:extLst>
                  <a:ext uri="{FF2B5EF4-FFF2-40B4-BE49-F238E27FC236}">
                    <a16:creationId xmlns:a16="http://schemas.microsoft.com/office/drawing/2014/main" id="{4C4885D9-81F0-4105-B2AD-A49F2CCADE20}"/>
                  </a:ext>
                </a:extLst>
              </p:cNvPr>
              <p:cNvSpPr txBox="1"/>
              <p:nvPr/>
            </p:nvSpPr>
            <p:spPr>
              <a:xfrm>
                <a:off x="3339776" y="5284102"/>
                <a:ext cx="83059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2000" dirty="0"/>
              </a:p>
            </p:txBody>
          </p:sp>
        </mc:Choice>
        <mc:Fallback xmlns="">
          <p:sp>
            <p:nvSpPr>
              <p:cNvPr id="21" name="文字方塊 20">
                <a:extLst>
                  <a:ext uri="{FF2B5EF4-FFF2-40B4-BE49-F238E27FC236}">
                    <a16:creationId xmlns:a16="http://schemas.microsoft.com/office/drawing/2014/main" id="{4C4885D9-81F0-4105-B2AD-A49F2CCADE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39776" y="5284102"/>
                <a:ext cx="830594" cy="400110"/>
              </a:xfrm>
              <a:prstGeom prst="rect">
                <a:avLst/>
              </a:prstGeom>
              <a:blipFill>
                <a:blip r:embed="rId10"/>
                <a:stretch>
                  <a:fillRect b="-923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2" name="群組 21">
            <a:extLst>
              <a:ext uri="{FF2B5EF4-FFF2-40B4-BE49-F238E27FC236}">
                <a16:creationId xmlns:a16="http://schemas.microsoft.com/office/drawing/2014/main" id="{C81BC7C2-E257-4F42-9817-26DF68AFD2E9}"/>
              </a:ext>
            </a:extLst>
          </p:cNvPr>
          <p:cNvGrpSpPr/>
          <p:nvPr/>
        </p:nvGrpSpPr>
        <p:grpSpPr>
          <a:xfrm>
            <a:off x="3962459" y="4441532"/>
            <a:ext cx="666253" cy="711268"/>
            <a:chOff x="6394099" y="1329789"/>
            <a:chExt cx="1805559" cy="1927549"/>
          </a:xfrm>
        </p:grpSpPr>
        <p:grpSp>
          <p:nvGrpSpPr>
            <p:cNvPr id="23" name="群組 22">
              <a:extLst>
                <a:ext uri="{FF2B5EF4-FFF2-40B4-BE49-F238E27FC236}">
                  <a16:creationId xmlns:a16="http://schemas.microsoft.com/office/drawing/2014/main" id="{B31EA4FA-38D3-4AE2-A4C3-9A0D34FF1D74}"/>
                </a:ext>
              </a:extLst>
            </p:cNvPr>
            <p:cNvGrpSpPr/>
            <p:nvPr/>
          </p:nvGrpSpPr>
          <p:grpSpPr>
            <a:xfrm>
              <a:off x="6929132" y="2420541"/>
              <a:ext cx="361452" cy="346736"/>
              <a:chOff x="1373392" y="2391862"/>
              <a:chExt cx="479433" cy="476535"/>
            </a:xfrm>
          </p:grpSpPr>
          <p:sp>
            <p:nvSpPr>
              <p:cNvPr id="26" name="箭號: 向右 25">
                <a:extLst>
                  <a:ext uri="{FF2B5EF4-FFF2-40B4-BE49-F238E27FC236}">
                    <a16:creationId xmlns:a16="http://schemas.microsoft.com/office/drawing/2014/main" id="{5CA7BE29-053C-470C-B9B9-1422568F30AE}"/>
                  </a:ext>
                </a:extLst>
              </p:cNvPr>
              <p:cNvSpPr/>
              <p:nvPr/>
            </p:nvSpPr>
            <p:spPr>
              <a:xfrm>
                <a:off x="1411244" y="273586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2000">
                  <a:solidFill>
                    <a:schemeClr val="tx1"/>
                  </a:solidFill>
                </a:endParaRPr>
              </a:p>
            </p:txBody>
          </p:sp>
          <p:sp>
            <p:nvSpPr>
              <p:cNvPr id="27" name="箭號: 向右 26">
                <a:extLst>
                  <a:ext uri="{FF2B5EF4-FFF2-40B4-BE49-F238E27FC236}">
                    <a16:creationId xmlns:a16="http://schemas.microsoft.com/office/drawing/2014/main" id="{C202A97D-E1F0-449A-B047-679C78A2FCD5}"/>
                  </a:ext>
                </a:extLst>
              </p:cNvPr>
              <p:cNvSpPr/>
              <p:nvPr/>
            </p:nvSpPr>
            <p:spPr>
              <a:xfrm rot="16200000">
                <a:off x="1218866" y="254638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2000" dirty="0">
                  <a:solidFill>
                    <a:schemeClr val="tx1"/>
                  </a:solidFill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文字方塊 23">
                  <a:extLst>
                    <a:ext uri="{FF2B5EF4-FFF2-40B4-BE49-F238E27FC236}">
                      <a16:creationId xmlns:a16="http://schemas.microsoft.com/office/drawing/2014/main" id="{AB3E3F81-A9C7-465C-A831-82ADA76646C5}"/>
                    </a:ext>
                  </a:extLst>
                </p:cNvPr>
                <p:cNvSpPr txBox="1"/>
                <p:nvPr/>
              </p:nvSpPr>
              <p:spPr>
                <a:xfrm>
                  <a:off x="6394099" y="1329789"/>
                  <a:ext cx="1418593" cy="11498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oMath>
                    </m:oMathPara>
                  </a14:m>
                  <a:endParaRPr lang="en-US" altLang="zh-TW" sz="2000" dirty="0"/>
                </a:p>
              </p:txBody>
            </p:sp>
          </mc:Choice>
          <mc:Fallback xmlns="">
            <p:sp>
              <p:nvSpPr>
                <p:cNvPr id="24" name="文字方塊 23">
                  <a:extLst>
                    <a:ext uri="{FF2B5EF4-FFF2-40B4-BE49-F238E27FC236}">
                      <a16:creationId xmlns:a16="http://schemas.microsoft.com/office/drawing/2014/main" id="{AB3E3F81-A9C7-465C-A831-82ADA76646C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94099" y="1329789"/>
                  <a:ext cx="1418593" cy="1149815"/>
                </a:xfrm>
                <a:prstGeom prst="rect">
                  <a:avLst/>
                </a:prstGeom>
                <a:blipFill>
                  <a:blip r:embed="rId11"/>
                  <a:stretch>
                    <a:fillRect b="-5714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文字方塊 24">
                  <a:extLst>
                    <a:ext uri="{FF2B5EF4-FFF2-40B4-BE49-F238E27FC236}">
                      <a16:creationId xmlns:a16="http://schemas.microsoft.com/office/drawing/2014/main" id="{C15B01A4-773F-4E0F-88DB-CAE29AAE6CAB}"/>
                    </a:ext>
                  </a:extLst>
                </p:cNvPr>
                <p:cNvSpPr txBox="1"/>
                <p:nvPr/>
              </p:nvSpPr>
              <p:spPr>
                <a:xfrm>
                  <a:off x="7131569" y="2173033"/>
                  <a:ext cx="1068089" cy="108430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US" altLang="zh-TW" sz="2000" dirty="0"/>
                </a:p>
              </p:txBody>
            </p:sp>
          </mc:Choice>
          <mc:Fallback xmlns="">
            <p:sp>
              <p:nvSpPr>
                <p:cNvPr id="25" name="文字方塊 24">
                  <a:extLst>
                    <a:ext uri="{FF2B5EF4-FFF2-40B4-BE49-F238E27FC236}">
                      <a16:creationId xmlns:a16="http://schemas.microsoft.com/office/drawing/2014/main" id="{C15B01A4-773F-4E0F-88DB-CAE29AAE6CA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31569" y="2173033"/>
                  <a:ext cx="1068089" cy="1084305"/>
                </a:xfrm>
                <a:prstGeom prst="rect">
                  <a:avLst/>
                </a:prstGeom>
                <a:blipFill>
                  <a:blip r:embed="rId12"/>
                  <a:stretch>
                    <a:fillRect l="-4688" r="-6250" b="-9091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0750818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矩形: 圓角 33">
            <a:extLst>
              <a:ext uri="{FF2B5EF4-FFF2-40B4-BE49-F238E27FC236}">
                <a16:creationId xmlns:a16="http://schemas.microsoft.com/office/drawing/2014/main" id="{3380EA81-C5F8-4D79-838A-1520DA874E3D}"/>
              </a:ext>
            </a:extLst>
          </p:cNvPr>
          <p:cNvSpPr/>
          <p:nvPr/>
        </p:nvSpPr>
        <p:spPr>
          <a:xfrm>
            <a:off x="2144392" y="2847242"/>
            <a:ext cx="5617233" cy="5030638"/>
          </a:xfrm>
          <a:prstGeom prst="roundRect">
            <a:avLst>
              <a:gd name="adj" fmla="val 4125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矩形: 圓角 28">
            <a:extLst>
              <a:ext uri="{FF2B5EF4-FFF2-40B4-BE49-F238E27FC236}">
                <a16:creationId xmlns:a16="http://schemas.microsoft.com/office/drawing/2014/main" id="{8A063E4B-5939-4A6B-BBA1-577A84F295CD}"/>
              </a:ext>
            </a:extLst>
          </p:cNvPr>
          <p:cNvSpPr/>
          <p:nvPr/>
        </p:nvSpPr>
        <p:spPr>
          <a:xfrm>
            <a:off x="3178180" y="3948733"/>
            <a:ext cx="4445425" cy="3776843"/>
          </a:xfrm>
          <a:prstGeom prst="roundRect">
            <a:avLst>
              <a:gd name="adj" fmla="val 4125"/>
            </a:avLst>
          </a:prstGeom>
          <a:gradFill flip="none" rotWithShape="1">
            <a:gsLst>
              <a:gs pos="100000">
                <a:schemeClr val="bg1">
                  <a:lumMod val="95000"/>
                </a:schemeClr>
              </a:gs>
              <a:gs pos="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724B1F99-7073-4C1C-ACB8-889E61687D54}"/>
                  </a:ext>
                </a:extLst>
              </p:cNvPr>
              <p:cNvSpPr/>
              <p:nvPr/>
            </p:nvSpPr>
            <p:spPr>
              <a:xfrm>
                <a:off x="2271784" y="4812270"/>
                <a:ext cx="905761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𝐾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724B1F99-7073-4C1C-ACB8-889E61687D5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71784" y="4812270"/>
                <a:ext cx="905761" cy="40011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8C1AAF93-9D59-4319-85FA-DD0E840BF53C}"/>
                  </a:ext>
                </a:extLst>
              </p:cNvPr>
              <p:cNvSpPr/>
              <p:nvPr/>
            </p:nvSpPr>
            <p:spPr>
              <a:xfrm>
                <a:off x="2242802" y="6667227"/>
                <a:ext cx="963725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8C1AAF93-9D59-4319-85FA-DD0E840BF53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42802" y="6667227"/>
                <a:ext cx="963725" cy="40011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矩形 39">
                <a:extLst>
                  <a:ext uri="{FF2B5EF4-FFF2-40B4-BE49-F238E27FC236}">
                    <a16:creationId xmlns:a16="http://schemas.microsoft.com/office/drawing/2014/main" id="{22B65F26-8A9E-42E3-9ADD-CA5BA2821178}"/>
                  </a:ext>
                </a:extLst>
              </p:cNvPr>
              <p:cNvSpPr/>
              <p:nvPr/>
            </p:nvSpPr>
            <p:spPr>
              <a:xfrm>
                <a:off x="3773325" y="3086678"/>
                <a:ext cx="1077282" cy="61151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𝑀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2000" b="1" i="1"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sub>
                                <m:sup>
                                  <m:acc>
                                    <m:accPr>
                                      <m:chr m:val="̂"/>
                                      <m:ctrlP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  <m:t>𝒚</m:t>
                                      </m:r>
                                    </m:e>
                                  </m:acc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,1</m:t>
                                  </m:r>
                                </m:sup>
                              </m:sSubSup>
                            </m:e>
                          </m:d>
                        </m:e>
                        <m:sup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40" name="矩形 39">
                <a:extLst>
                  <a:ext uri="{FF2B5EF4-FFF2-40B4-BE49-F238E27FC236}">
                    <a16:creationId xmlns:a16="http://schemas.microsoft.com/office/drawing/2014/main" id="{22B65F26-8A9E-42E3-9ADD-CA5BA282117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3325" y="3086678"/>
                <a:ext cx="1077282" cy="61151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矩形 40">
                <a:extLst>
                  <a:ext uri="{FF2B5EF4-FFF2-40B4-BE49-F238E27FC236}">
                    <a16:creationId xmlns:a16="http://schemas.microsoft.com/office/drawing/2014/main" id="{8CCAF30D-3D81-4DEE-B63D-A904AA33F651}"/>
                  </a:ext>
                </a:extLst>
              </p:cNvPr>
              <p:cNvSpPr/>
              <p:nvPr/>
            </p:nvSpPr>
            <p:spPr>
              <a:xfrm>
                <a:off x="5540656" y="2926010"/>
                <a:ext cx="2076466" cy="95135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20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altLang="zh-TW" sz="2000" b="1" i="1"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sub>
                                <m:sup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sup>
                                <m:e>
                                  <m:sSubSup>
                                    <m:sSubSupPr>
                                      <m:ctrlP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acc>
                                        <m:accPr>
                                          <m:chr m:val="̃"/>
                                          <m:ctrlP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</a:rPr>
                                            <m:t>𝑀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  <m:t>𝑸</m:t>
                                      </m:r>
                                    </m:sub>
                                    <m:sup>
                                      <m:acc>
                                        <m:accPr>
                                          <m:chr m:val="̂"/>
                                          <m:ctrlPr>
                                            <a:rPr lang="en-US" altLang="zh-TW" sz="20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TW" sz="2000" b="1" i="1">
                                              <a:latin typeface="Cambria Math" panose="02040503050406030204" pitchFamily="18" charset="0"/>
                                            </a:rPr>
                                            <m:t>𝒚</m:t>
                                          </m:r>
                                        </m:e>
                                      </m:acc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, 1</m:t>
                                      </m:r>
                                    </m:sup>
                                  </m:sSubSup>
                                  <m:sSup>
                                    <m:sSupPr>
                                      <m:ctrlP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𝑒</m:t>
                                      </m:r>
                                    </m:e>
                                    <m:sup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altLang="zh-TW" sz="2000" b="1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𝑸</m:t>
                                      </m:r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⋅</m:t>
                                      </m:r>
                                      <m:sSub>
                                        <m:sSubPr>
                                          <m:ctrlPr>
                                            <a:rPr lang="en-US" altLang="zh-TW" sz="20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2000" b="1" i="1" dirty="0">
                                              <a:latin typeface="Cambria Math" panose="02040503050406030204" pitchFamily="18" charset="0"/>
                                            </a:rPr>
                                            <m:t>𝑹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2000" i="1" dirty="0">
                                              <a:latin typeface="Cambria Math" panose="02040503050406030204" pitchFamily="18" charset="0"/>
                                            </a:rPr>
                                            <m:t>𝑐</m:t>
                                          </m:r>
                                        </m:sub>
                                      </m:sSub>
                                    </m:sup>
                                  </m:sSup>
                                </m:e>
                              </m:nary>
                            </m:e>
                          </m:d>
                        </m:e>
                        <m:sup>
                          <m:r>
                            <a:rPr lang="en-US" altLang="zh-TW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41" name="矩形 40">
                <a:extLst>
                  <a:ext uri="{FF2B5EF4-FFF2-40B4-BE49-F238E27FC236}">
                    <a16:creationId xmlns:a16="http://schemas.microsoft.com/office/drawing/2014/main" id="{8CCAF30D-3D81-4DEE-B63D-A904AA33F65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40656" y="2926010"/>
                <a:ext cx="2076466" cy="95135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6" name="圖片 15">
            <a:extLst>
              <a:ext uri="{FF2B5EF4-FFF2-40B4-BE49-F238E27FC236}">
                <a16:creationId xmlns:a16="http://schemas.microsoft.com/office/drawing/2014/main" id="{3949826F-3815-41AA-BFA4-CAD92015C46F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8312" b="10438"/>
          <a:stretch/>
        </p:blipFill>
        <p:spPr>
          <a:xfrm>
            <a:off x="3141245" y="4113798"/>
            <a:ext cx="2286000" cy="3514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13301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矩形: 圓角 33">
            <a:extLst>
              <a:ext uri="{FF2B5EF4-FFF2-40B4-BE49-F238E27FC236}">
                <a16:creationId xmlns:a16="http://schemas.microsoft.com/office/drawing/2014/main" id="{3380EA81-C5F8-4D79-838A-1520DA874E3D}"/>
              </a:ext>
            </a:extLst>
          </p:cNvPr>
          <p:cNvSpPr/>
          <p:nvPr/>
        </p:nvSpPr>
        <p:spPr>
          <a:xfrm>
            <a:off x="2144392" y="2847242"/>
            <a:ext cx="5617233" cy="5030638"/>
          </a:xfrm>
          <a:prstGeom prst="roundRect">
            <a:avLst>
              <a:gd name="adj" fmla="val 4125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矩形: 圓角 28">
            <a:extLst>
              <a:ext uri="{FF2B5EF4-FFF2-40B4-BE49-F238E27FC236}">
                <a16:creationId xmlns:a16="http://schemas.microsoft.com/office/drawing/2014/main" id="{8A063E4B-5939-4A6B-BBA1-577A84F295CD}"/>
              </a:ext>
            </a:extLst>
          </p:cNvPr>
          <p:cNvSpPr/>
          <p:nvPr/>
        </p:nvSpPr>
        <p:spPr>
          <a:xfrm>
            <a:off x="3178180" y="3948733"/>
            <a:ext cx="4445425" cy="3776843"/>
          </a:xfrm>
          <a:prstGeom prst="roundRect">
            <a:avLst>
              <a:gd name="adj" fmla="val 4125"/>
            </a:avLst>
          </a:prstGeom>
          <a:gradFill flip="none" rotWithShape="1">
            <a:gsLst>
              <a:gs pos="100000">
                <a:schemeClr val="bg1">
                  <a:lumMod val="95000"/>
                </a:schemeClr>
              </a:gs>
              <a:gs pos="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圖片 13">
            <a:extLst>
              <a:ext uri="{FF2B5EF4-FFF2-40B4-BE49-F238E27FC236}">
                <a16:creationId xmlns:a16="http://schemas.microsoft.com/office/drawing/2014/main" id="{AA4C4960-B250-4BC2-AE5E-CE7A7142A06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827" b="10506"/>
          <a:stretch/>
        </p:blipFill>
        <p:spPr>
          <a:xfrm>
            <a:off x="3148582" y="4078203"/>
            <a:ext cx="2286000" cy="354330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F814741D-73B4-4BCC-A5CF-96247C4F6A0B}"/>
                  </a:ext>
                </a:extLst>
              </p:cNvPr>
              <p:cNvSpPr/>
              <p:nvPr/>
            </p:nvSpPr>
            <p:spPr>
              <a:xfrm>
                <a:off x="3457533" y="3086678"/>
                <a:ext cx="1393074" cy="61151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𝑀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2000" b="1" i="1"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sub>
                                <m:sup>
                                  <m:acc>
                                    <m:accPr>
                                      <m:chr m:val="̂"/>
                                      <m:ctrlP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</m:acc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acc>
                                    <m:accPr>
                                      <m:chr m:val="̂"/>
                                      <m:ctrlP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  <m:t>𝒚</m:t>
                                      </m:r>
                                    </m:e>
                                  </m:acc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,1</m:t>
                                  </m:r>
                                </m:sup>
                              </m:sSubSup>
                            </m:e>
                          </m:d>
                        </m:e>
                        <m:sup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F814741D-73B4-4BCC-A5CF-96247C4F6A0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57533" y="3086678"/>
                <a:ext cx="1393074" cy="61151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E18B0646-8D1C-436C-A556-9F6219308251}"/>
                  </a:ext>
                </a:extLst>
              </p:cNvPr>
              <p:cNvSpPr/>
              <p:nvPr/>
            </p:nvSpPr>
            <p:spPr>
              <a:xfrm>
                <a:off x="5273956" y="2926010"/>
                <a:ext cx="2353786" cy="95135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20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altLang="zh-TW" sz="2000" b="1" i="1"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sub>
                                <m:sup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sup>
                                <m:e>
                                  <m:sSubSup>
                                    <m:sSubSupPr>
                                      <m:ctrlP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acc>
                                        <m:accPr>
                                          <m:chr m:val="̃"/>
                                          <m:ctrlP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</a:rPr>
                                            <m:t>𝑀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  <m:t>𝑸</m:t>
                                      </m:r>
                                    </m:sub>
                                    <m:sup>
                                      <m:acc>
                                        <m:accPr>
                                          <m:chr m:val="̂"/>
                                          <m:ctrlPr>
                                            <a:rPr lang="en-US" altLang="zh-TW" sz="20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TW" sz="2000" b="1" i="1">
                                              <a:latin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</m:acc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acc>
                                        <m:accPr>
                                          <m:chr m:val="̂"/>
                                          <m:ctrlPr>
                                            <a:rPr lang="en-US" altLang="zh-TW" sz="20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TW" sz="2000" b="1" i="1">
                                              <a:latin typeface="Cambria Math" panose="02040503050406030204" pitchFamily="18" charset="0"/>
                                            </a:rPr>
                                            <m:t>𝒚</m:t>
                                          </m:r>
                                        </m:e>
                                      </m:acc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, 1</m:t>
                                      </m:r>
                                    </m:sup>
                                  </m:sSubSup>
                                  <m:sSup>
                                    <m:sSupPr>
                                      <m:ctrlP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𝑒</m:t>
                                      </m:r>
                                    </m:e>
                                    <m:sup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altLang="zh-TW" sz="2000" b="1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𝑸</m:t>
                                      </m:r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⋅</m:t>
                                      </m:r>
                                      <m:sSub>
                                        <m:sSubPr>
                                          <m:ctrlPr>
                                            <a:rPr lang="en-US" altLang="zh-TW" sz="20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2000" b="1" i="1" dirty="0">
                                              <a:latin typeface="Cambria Math" panose="02040503050406030204" pitchFamily="18" charset="0"/>
                                            </a:rPr>
                                            <m:t>𝑹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2000" i="1" dirty="0">
                                              <a:latin typeface="Cambria Math" panose="02040503050406030204" pitchFamily="18" charset="0"/>
                                            </a:rPr>
                                            <m:t>𝑐</m:t>
                                          </m:r>
                                        </m:sub>
                                      </m:sSub>
                                    </m:sup>
                                  </m:sSup>
                                </m:e>
                              </m:nary>
                            </m:e>
                          </m:d>
                        </m:e>
                        <m:sup>
                          <m:r>
                            <a:rPr lang="en-US" altLang="zh-TW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E18B0646-8D1C-436C-A556-9F621930825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3956" y="2926010"/>
                <a:ext cx="2353786" cy="95135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724B1F99-7073-4C1C-ACB8-889E61687D54}"/>
                  </a:ext>
                </a:extLst>
              </p:cNvPr>
              <p:cNvSpPr/>
              <p:nvPr/>
            </p:nvSpPr>
            <p:spPr>
              <a:xfrm>
                <a:off x="2271784" y="4812270"/>
                <a:ext cx="905761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𝐾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724B1F99-7073-4C1C-ACB8-889E61687D5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71784" y="4812270"/>
                <a:ext cx="905761" cy="4001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8C1AAF93-9D59-4319-85FA-DD0E840BF53C}"/>
                  </a:ext>
                </a:extLst>
              </p:cNvPr>
              <p:cNvSpPr/>
              <p:nvPr/>
            </p:nvSpPr>
            <p:spPr>
              <a:xfrm>
                <a:off x="2242802" y="6667227"/>
                <a:ext cx="963725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8C1AAF93-9D59-4319-85FA-DD0E840BF53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42802" y="6667227"/>
                <a:ext cx="963725" cy="40011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矩形 37">
            <a:extLst>
              <a:ext uri="{FF2B5EF4-FFF2-40B4-BE49-F238E27FC236}">
                <a16:creationId xmlns:a16="http://schemas.microsoft.com/office/drawing/2014/main" id="{F28BAFE2-3078-4AA6-AADC-C1BA17E19EE5}"/>
              </a:ext>
            </a:extLst>
          </p:cNvPr>
          <p:cNvSpPr/>
          <p:nvPr/>
        </p:nvSpPr>
        <p:spPr>
          <a:xfrm>
            <a:off x="3574213" y="6424631"/>
            <a:ext cx="1236237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</a:p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Excitation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2281C873-8580-4878-A50B-DE6EC0DF544D}"/>
              </a:ext>
            </a:extLst>
          </p:cNvPr>
          <p:cNvSpPr/>
          <p:nvPr/>
        </p:nvSpPr>
        <p:spPr>
          <a:xfrm>
            <a:off x="5906478" y="6359451"/>
            <a:ext cx="1236237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</a:p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Excitation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3677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矩形: 圓角 33">
            <a:extLst>
              <a:ext uri="{FF2B5EF4-FFF2-40B4-BE49-F238E27FC236}">
                <a16:creationId xmlns:a16="http://schemas.microsoft.com/office/drawing/2014/main" id="{3380EA81-C5F8-4D79-838A-1520DA874E3D}"/>
              </a:ext>
            </a:extLst>
          </p:cNvPr>
          <p:cNvSpPr/>
          <p:nvPr/>
        </p:nvSpPr>
        <p:spPr>
          <a:xfrm>
            <a:off x="2144392" y="2847242"/>
            <a:ext cx="5617233" cy="5030638"/>
          </a:xfrm>
          <a:prstGeom prst="roundRect">
            <a:avLst>
              <a:gd name="adj" fmla="val 4125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矩形: 圓角 28">
            <a:extLst>
              <a:ext uri="{FF2B5EF4-FFF2-40B4-BE49-F238E27FC236}">
                <a16:creationId xmlns:a16="http://schemas.microsoft.com/office/drawing/2014/main" id="{8A063E4B-5939-4A6B-BBA1-577A84F295CD}"/>
              </a:ext>
            </a:extLst>
          </p:cNvPr>
          <p:cNvSpPr/>
          <p:nvPr/>
        </p:nvSpPr>
        <p:spPr>
          <a:xfrm>
            <a:off x="3178180" y="3948733"/>
            <a:ext cx="4445425" cy="3776843"/>
          </a:xfrm>
          <a:prstGeom prst="roundRect">
            <a:avLst>
              <a:gd name="adj" fmla="val 4125"/>
            </a:avLst>
          </a:prstGeom>
          <a:gradFill flip="none" rotWithShape="1">
            <a:gsLst>
              <a:gs pos="100000">
                <a:schemeClr val="bg1">
                  <a:lumMod val="95000"/>
                </a:schemeClr>
              </a:gs>
              <a:gs pos="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圖片 12">
            <a:extLst>
              <a:ext uri="{FF2B5EF4-FFF2-40B4-BE49-F238E27FC236}">
                <a16:creationId xmlns:a16="http://schemas.microsoft.com/office/drawing/2014/main" id="{009B6563-DECD-4DFA-8D64-23AB9F9457C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8616" b="10315"/>
          <a:stretch/>
        </p:blipFill>
        <p:spPr>
          <a:xfrm>
            <a:off x="3145416" y="4135495"/>
            <a:ext cx="2286000" cy="350232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F814741D-73B4-4BCC-A5CF-96247C4F6A0B}"/>
                  </a:ext>
                </a:extLst>
              </p:cNvPr>
              <p:cNvSpPr/>
              <p:nvPr/>
            </p:nvSpPr>
            <p:spPr>
              <a:xfrm>
                <a:off x="3457533" y="3086678"/>
                <a:ext cx="1393074" cy="61151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𝑀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2000" b="1" i="1"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sub>
                                <m:sup>
                                  <m:acc>
                                    <m:accPr>
                                      <m:chr m:val="̂"/>
                                      <m:ctrlP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</m:acc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acc>
                                    <m:accPr>
                                      <m:chr m:val="̂"/>
                                      <m:ctrlP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  <m:t>𝒚</m:t>
                                      </m:r>
                                    </m:e>
                                  </m:acc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,1</m:t>
                                  </m:r>
                                </m:sup>
                              </m:sSubSup>
                            </m:e>
                          </m:d>
                        </m:e>
                        <m:sup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F814741D-73B4-4BCC-A5CF-96247C4F6A0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57533" y="3086678"/>
                <a:ext cx="1393074" cy="61151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E18B0646-8D1C-436C-A556-9F6219308251}"/>
                  </a:ext>
                </a:extLst>
              </p:cNvPr>
              <p:cNvSpPr/>
              <p:nvPr/>
            </p:nvSpPr>
            <p:spPr>
              <a:xfrm>
                <a:off x="5273956" y="2926010"/>
                <a:ext cx="2353786" cy="95135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20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altLang="zh-TW" sz="2000" b="1" i="1"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sub>
                                <m:sup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sup>
                                <m:e>
                                  <m:sSubSup>
                                    <m:sSubSupPr>
                                      <m:ctrlP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acc>
                                        <m:accPr>
                                          <m:chr m:val="̃"/>
                                          <m:ctrlP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</a:rPr>
                                            <m:t>𝑀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  <m:t>𝑸</m:t>
                                      </m:r>
                                    </m:sub>
                                    <m:sup>
                                      <m:acc>
                                        <m:accPr>
                                          <m:chr m:val="̂"/>
                                          <m:ctrlPr>
                                            <a:rPr lang="en-US" altLang="zh-TW" sz="20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TW" sz="2000" b="1" i="1">
                                              <a:latin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</m:acc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acc>
                                        <m:accPr>
                                          <m:chr m:val="̂"/>
                                          <m:ctrlPr>
                                            <a:rPr lang="en-US" altLang="zh-TW" sz="20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TW" sz="2000" b="1" i="1">
                                              <a:latin typeface="Cambria Math" panose="02040503050406030204" pitchFamily="18" charset="0"/>
                                            </a:rPr>
                                            <m:t>𝒚</m:t>
                                          </m:r>
                                        </m:e>
                                      </m:acc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, 1</m:t>
                                      </m:r>
                                    </m:sup>
                                  </m:sSubSup>
                                  <m:sSup>
                                    <m:sSupPr>
                                      <m:ctrlP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𝑒</m:t>
                                      </m:r>
                                    </m:e>
                                    <m:sup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altLang="zh-TW" sz="2000" b="1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𝑸</m:t>
                                      </m:r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⋅</m:t>
                                      </m:r>
                                      <m:sSub>
                                        <m:sSubPr>
                                          <m:ctrlPr>
                                            <a:rPr lang="en-US" altLang="zh-TW" sz="20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2000" b="1" i="1" dirty="0">
                                              <a:latin typeface="Cambria Math" panose="02040503050406030204" pitchFamily="18" charset="0"/>
                                            </a:rPr>
                                            <m:t>𝑹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2000" i="1" dirty="0">
                                              <a:latin typeface="Cambria Math" panose="02040503050406030204" pitchFamily="18" charset="0"/>
                                            </a:rPr>
                                            <m:t>𝑐</m:t>
                                          </m:r>
                                        </m:sub>
                                      </m:sSub>
                                    </m:sup>
                                  </m:sSup>
                                </m:e>
                              </m:nary>
                            </m:e>
                          </m:d>
                        </m:e>
                        <m:sup>
                          <m:r>
                            <a:rPr lang="en-US" altLang="zh-TW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E18B0646-8D1C-436C-A556-9F621930825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3956" y="2926010"/>
                <a:ext cx="2353786" cy="95135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724B1F99-7073-4C1C-ACB8-889E61687D54}"/>
                  </a:ext>
                </a:extLst>
              </p:cNvPr>
              <p:cNvSpPr/>
              <p:nvPr/>
            </p:nvSpPr>
            <p:spPr>
              <a:xfrm>
                <a:off x="2271784" y="4812270"/>
                <a:ext cx="905761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𝐾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724B1F99-7073-4C1C-ACB8-889E61687D5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71784" y="4812270"/>
                <a:ext cx="905761" cy="4001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8C1AAF93-9D59-4319-85FA-DD0E840BF53C}"/>
                  </a:ext>
                </a:extLst>
              </p:cNvPr>
              <p:cNvSpPr/>
              <p:nvPr/>
            </p:nvSpPr>
            <p:spPr>
              <a:xfrm>
                <a:off x="2242802" y="6667227"/>
                <a:ext cx="963725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8C1AAF93-9D59-4319-85FA-DD0E840BF53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42802" y="6667227"/>
                <a:ext cx="963725" cy="40011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矩形 37">
            <a:extLst>
              <a:ext uri="{FF2B5EF4-FFF2-40B4-BE49-F238E27FC236}">
                <a16:creationId xmlns:a16="http://schemas.microsoft.com/office/drawing/2014/main" id="{F28BAFE2-3078-4AA6-AADC-C1BA17E19EE5}"/>
              </a:ext>
            </a:extLst>
          </p:cNvPr>
          <p:cNvSpPr/>
          <p:nvPr/>
        </p:nvSpPr>
        <p:spPr>
          <a:xfrm>
            <a:off x="3574204" y="4561326"/>
            <a:ext cx="1236236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</a:p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Excitation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8ADD2564-9B12-46F7-93CC-A526FAF20331}"/>
              </a:ext>
            </a:extLst>
          </p:cNvPr>
          <p:cNvSpPr/>
          <p:nvPr/>
        </p:nvSpPr>
        <p:spPr>
          <a:xfrm>
            <a:off x="5906478" y="4561326"/>
            <a:ext cx="1236237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</a:p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Excitation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56573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4569</TotalTime>
  <Words>192</Words>
  <Application>Microsoft Office PowerPoint</Application>
  <PresentationFormat>自訂</PresentationFormat>
  <Paragraphs>108</Paragraphs>
  <Slides>11</Slides>
  <Notes>0</Notes>
  <HiddenSlides>10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11</vt:i4>
      </vt:variant>
    </vt:vector>
  </HeadingPairs>
  <TitlesOfParts>
    <vt:vector size="18" baseType="lpstr">
      <vt:lpstr>新細明體</vt:lpstr>
      <vt:lpstr>Arial</vt:lpstr>
      <vt:lpstr>Calibri</vt:lpstr>
      <vt:lpstr>Calibri Light</vt:lpstr>
      <vt:lpstr>Cambria Math</vt:lpstr>
      <vt:lpstr>Times New Roman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nycugpu</dc:creator>
  <cp:lastModifiedBy>nycugpu</cp:lastModifiedBy>
  <cp:revision>63</cp:revision>
  <dcterms:created xsi:type="dcterms:W3CDTF">2026-05-22T09:21:35Z</dcterms:created>
  <dcterms:modified xsi:type="dcterms:W3CDTF">2026-10-12T08:48:11Z</dcterms:modified>
</cp:coreProperties>
</file>