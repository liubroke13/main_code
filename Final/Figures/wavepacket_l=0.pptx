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74" r:id="rId4"/>
    <p:sldId id="273" r:id="rId5"/>
    <p:sldId id="275" r:id="rId6"/>
    <p:sldId id="276" r:id="rId7"/>
    <p:sldId id="265" r:id="rId8"/>
    <p:sldId id="269" r:id="rId9"/>
    <p:sldId id="270" r:id="rId10"/>
    <p:sldId id="271" r:id="rId11"/>
    <p:sldId id="272" r:id="rId12"/>
  </p:sldIdLst>
  <p:sldSz cx="9906000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11" autoAdjust="0"/>
    <p:restoredTop sz="94660"/>
  </p:normalViewPr>
  <p:slideViewPr>
    <p:cSldViewPr snapToGrid="0">
      <p:cViewPr>
        <p:scale>
          <a:sx n="75" d="100"/>
          <a:sy n="75" d="100"/>
        </p:scale>
        <p:origin x="2658" y="-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767462"/>
            <a:ext cx="8420100" cy="3759917"/>
          </a:xfrm>
        </p:spPr>
        <p:txBody>
          <a:bodyPr anchor="b"/>
          <a:lstStyle>
            <a:lvl1pPr algn="ctr"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5672376"/>
            <a:ext cx="7429500" cy="2607442"/>
          </a:xfrm>
        </p:spPr>
        <p:txBody>
          <a:bodyPr/>
          <a:lstStyle>
            <a:lvl1pPr marL="0" indent="0" algn="ctr">
              <a:buNone/>
              <a:defRPr sz="2600"/>
            </a:lvl1pPr>
            <a:lvl2pPr marL="495285" indent="0" algn="ctr">
              <a:buNone/>
              <a:defRPr sz="2167"/>
            </a:lvl2pPr>
            <a:lvl3pPr marL="990570" indent="0" algn="ctr">
              <a:buNone/>
              <a:defRPr sz="1950"/>
            </a:lvl3pPr>
            <a:lvl4pPr marL="1485854" indent="0" algn="ctr">
              <a:buNone/>
              <a:defRPr sz="1733"/>
            </a:lvl4pPr>
            <a:lvl5pPr marL="1981139" indent="0" algn="ctr">
              <a:buNone/>
              <a:defRPr sz="1733"/>
            </a:lvl5pPr>
            <a:lvl6pPr marL="2476424" indent="0" algn="ctr">
              <a:buNone/>
              <a:defRPr sz="1733"/>
            </a:lvl6pPr>
            <a:lvl7pPr marL="2971709" indent="0" algn="ctr">
              <a:buNone/>
              <a:defRPr sz="1733"/>
            </a:lvl7pPr>
            <a:lvl8pPr marL="3466993" indent="0" algn="ctr">
              <a:buNone/>
              <a:defRPr sz="1733"/>
            </a:lvl8pPr>
            <a:lvl9pPr marL="3962278" indent="0" algn="ctr">
              <a:buNone/>
              <a:defRPr sz="1733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6048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2347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2692444"/>
            <a:ext cx="8543925" cy="4492401"/>
          </a:xfrm>
        </p:spPr>
        <p:txBody>
          <a:bodyPr anchor="b"/>
          <a:lstStyle>
            <a:lvl1pPr>
              <a:defRPr sz="6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7227345"/>
            <a:ext cx="8543925" cy="2362447"/>
          </a:xfrm>
        </p:spPr>
        <p:txBody>
          <a:bodyPr/>
          <a:lstStyle>
            <a:lvl1pPr marL="0" indent="0">
              <a:buNone/>
              <a:defRPr sz="2600">
                <a:solidFill>
                  <a:schemeClr val="tx1"/>
                </a:solidFill>
              </a:defRPr>
            </a:lvl1pPr>
            <a:lvl2pPr marL="495285" indent="0">
              <a:buNone/>
              <a:defRPr sz="2167">
                <a:solidFill>
                  <a:schemeClr val="tx1">
                    <a:tint val="75000"/>
                  </a:schemeClr>
                </a:solidFill>
              </a:defRPr>
            </a:lvl2pPr>
            <a:lvl3pPr marL="99057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3pPr>
            <a:lvl4pPr marL="148585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4pPr>
            <a:lvl5pPr marL="198113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5pPr>
            <a:lvl6pPr marL="2476424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6pPr>
            <a:lvl7pPr marL="2971709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7pPr>
            <a:lvl8pPr marL="3466993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8pPr>
            <a:lvl9pPr marL="3962278" indent="0">
              <a:buNone/>
              <a:defRPr sz="17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1825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2874937"/>
            <a:ext cx="4210050" cy="685235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6949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574990"/>
            <a:ext cx="8543925" cy="208745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2647443"/>
            <a:ext cx="4190702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3944914"/>
            <a:ext cx="4190702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2647443"/>
            <a:ext cx="4211340" cy="1297471"/>
          </a:xfrm>
        </p:spPr>
        <p:txBody>
          <a:bodyPr anchor="b"/>
          <a:lstStyle>
            <a:lvl1pPr marL="0" indent="0">
              <a:buNone/>
              <a:defRPr sz="2600" b="1"/>
            </a:lvl1pPr>
            <a:lvl2pPr marL="495285" indent="0">
              <a:buNone/>
              <a:defRPr sz="2167" b="1"/>
            </a:lvl2pPr>
            <a:lvl3pPr marL="990570" indent="0">
              <a:buNone/>
              <a:defRPr sz="1950" b="1"/>
            </a:lvl3pPr>
            <a:lvl4pPr marL="1485854" indent="0">
              <a:buNone/>
              <a:defRPr sz="1733" b="1"/>
            </a:lvl4pPr>
            <a:lvl5pPr marL="1981139" indent="0">
              <a:buNone/>
              <a:defRPr sz="1733" b="1"/>
            </a:lvl5pPr>
            <a:lvl6pPr marL="2476424" indent="0">
              <a:buNone/>
              <a:defRPr sz="1733" b="1"/>
            </a:lvl6pPr>
            <a:lvl7pPr marL="2971709" indent="0">
              <a:buNone/>
              <a:defRPr sz="1733" b="1"/>
            </a:lvl7pPr>
            <a:lvl8pPr marL="3466993" indent="0">
              <a:buNone/>
              <a:defRPr sz="1733" b="1"/>
            </a:lvl8pPr>
            <a:lvl9pPr marL="3962278" indent="0">
              <a:buNone/>
              <a:defRPr sz="1733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3944914"/>
            <a:ext cx="4211340" cy="580237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1697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50446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9548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1554968"/>
            <a:ext cx="5014913" cy="7674832"/>
          </a:xfrm>
        </p:spPr>
        <p:txBody>
          <a:bodyPr/>
          <a:lstStyle>
            <a:lvl1pPr>
              <a:defRPr sz="3467"/>
            </a:lvl1pPr>
            <a:lvl2pPr>
              <a:defRPr sz="3033"/>
            </a:lvl2pPr>
            <a:lvl3pPr>
              <a:defRPr sz="2600"/>
            </a:lvl3pPr>
            <a:lvl4pPr>
              <a:defRPr sz="2167"/>
            </a:lvl4pPr>
            <a:lvl5pPr>
              <a:defRPr sz="2167"/>
            </a:lvl5pPr>
            <a:lvl6pPr>
              <a:defRPr sz="2167"/>
            </a:lvl6pPr>
            <a:lvl7pPr>
              <a:defRPr sz="2167"/>
            </a:lvl7pPr>
            <a:lvl8pPr>
              <a:defRPr sz="2167"/>
            </a:lvl8pPr>
            <a:lvl9pPr>
              <a:defRPr sz="216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334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719984"/>
            <a:ext cx="3194943" cy="2519945"/>
          </a:xfrm>
        </p:spPr>
        <p:txBody>
          <a:bodyPr anchor="b"/>
          <a:lstStyle>
            <a:lvl1pPr>
              <a:defRPr sz="3467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1554968"/>
            <a:ext cx="5014913" cy="7674832"/>
          </a:xfrm>
        </p:spPr>
        <p:txBody>
          <a:bodyPr anchor="t"/>
          <a:lstStyle>
            <a:lvl1pPr marL="0" indent="0">
              <a:buNone/>
              <a:defRPr sz="3467"/>
            </a:lvl1pPr>
            <a:lvl2pPr marL="495285" indent="0">
              <a:buNone/>
              <a:defRPr sz="3033"/>
            </a:lvl2pPr>
            <a:lvl3pPr marL="990570" indent="0">
              <a:buNone/>
              <a:defRPr sz="2600"/>
            </a:lvl3pPr>
            <a:lvl4pPr marL="1485854" indent="0">
              <a:buNone/>
              <a:defRPr sz="2167"/>
            </a:lvl4pPr>
            <a:lvl5pPr marL="1981139" indent="0">
              <a:buNone/>
              <a:defRPr sz="2167"/>
            </a:lvl5pPr>
            <a:lvl6pPr marL="2476424" indent="0">
              <a:buNone/>
              <a:defRPr sz="2167"/>
            </a:lvl6pPr>
            <a:lvl7pPr marL="2971709" indent="0">
              <a:buNone/>
              <a:defRPr sz="2167"/>
            </a:lvl7pPr>
            <a:lvl8pPr marL="3466993" indent="0">
              <a:buNone/>
              <a:defRPr sz="2167"/>
            </a:lvl8pPr>
            <a:lvl9pPr marL="3962278" indent="0">
              <a:buNone/>
              <a:defRPr sz="216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3239929"/>
            <a:ext cx="3194943" cy="6002369"/>
          </a:xfrm>
        </p:spPr>
        <p:txBody>
          <a:bodyPr/>
          <a:lstStyle>
            <a:lvl1pPr marL="0" indent="0">
              <a:buNone/>
              <a:defRPr sz="1733"/>
            </a:lvl1pPr>
            <a:lvl2pPr marL="495285" indent="0">
              <a:buNone/>
              <a:defRPr sz="1517"/>
            </a:lvl2pPr>
            <a:lvl3pPr marL="990570" indent="0">
              <a:buNone/>
              <a:defRPr sz="1300"/>
            </a:lvl3pPr>
            <a:lvl4pPr marL="1485854" indent="0">
              <a:buNone/>
              <a:defRPr sz="1083"/>
            </a:lvl4pPr>
            <a:lvl5pPr marL="1981139" indent="0">
              <a:buNone/>
              <a:defRPr sz="1083"/>
            </a:lvl5pPr>
            <a:lvl6pPr marL="2476424" indent="0">
              <a:buNone/>
              <a:defRPr sz="1083"/>
            </a:lvl6pPr>
            <a:lvl7pPr marL="2971709" indent="0">
              <a:buNone/>
              <a:defRPr sz="1083"/>
            </a:lvl7pPr>
            <a:lvl8pPr marL="3466993" indent="0">
              <a:buNone/>
              <a:defRPr sz="1083"/>
            </a:lvl8pPr>
            <a:lvl9pPr marL="3962278" indent="0">
              <a:buNone/>
              <a:defRPr sz="108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81035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2793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574987"/>
            <a:ext cx="2135981" cy="91523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574987"/>
            <a:ext cx="6284119" cy="91523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44331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574990"/>
            <a:ext cx="8543925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2874937"/>
            <a:ext cx="8543925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A272A4-1B6B-4C0A-B74D-70EF2D8C7D55}" type="datetimeFigureOut">
              <a:rPr lang="zh-TW" altLang="en-US" smtClean="0"/>
              <a:t>2026/5/26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10009783"/>
            <a:ext cx="334327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10009783"/>
            <a:ext cx="222885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370AF4-2978-4B05-8785-FABDF3684CF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1144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90570" rtl="0" eaLnBrk="1" latinLnBrk="0" hangingPunct="1">
        <a:lnSpc>
          <a:spcPct val="90000"/>
        </a:lnSpc>
        <a:spcBef>
          <a:spcPct val="0"/>
        </a:spcBef>
        <a:buNone/>
        <a:defRPr sz="47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7642" indent="-247642" algn="l" defTabSz="990570" rtl="0" eaLnBrk="1" latinLnBrk="0" hangingPunct="1">
        <a:lnSpc>
          <a:spcPct val="90000"/>
        </a:lnSpc>
        <a:spcBef>
          <a:spcPts val="1083"/>
        </a:spcBef>
        <a:buFont typeface="Arial" panose="020B0604020202020204" pitchFamily="34" charset="0"/>
        <a:buChar char="•"/>
        <a:defRPr sz="3033" kern="1200">
          <a:solidFill>
            <a:schemeClr val="tx1"/>
          </a:solidFill>
          <a:latin typeface="+mn-lt"/>
          <a:ea typeface="+mn-ea"/>
          <a:cs typeface="+mn-cs"/>
        </a:defRPr>
      </a:lvl1pPr>
      <a:lvl2pPr marL="74292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238212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2167" kern="1200">
          <a:solidFill>
            <a:schemeClr val="tx1"/>
          </a:solidFill>
          <a:latin typeface="+mn-lt"/>
          <a:ea typeface="+mn-ea"/>
          <a:cs typeface="+mn-cs"/>
        </a:defRPr>
      </a:lvl3pPr>
      <a:lvl4pPr marL="1733497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222878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72406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3219351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714636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4209920" indent="-247642" algn="l" defTabSz="990570" rtl="0" eaLnBrk="1" latinLnBrk="0" hangingPunct="1">
        <a:lnSpc>
          <a:spcPct val="90000"/>
        </a:lnSpc>
        <a:spcBef>
          <a:spcPts val="542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6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.png"/><Relationship Id="rId5" Type="http://schemas.openxmlformats.org/officeDocument/2006/relationships/image" Target="../media/image9.png"/><Relationship Id="rId15" Type="http://schemas.openxmlformats.org/officeDocument/2006/relationships/image" Target="../media/image18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21" Type="http://schemas.openxmlformats.org/officeDocument/2006/relationships/image" Target="../media/image51.png"/><Relationship Id="rId34" Type="http://schemas.openxmlformats.org/officeDocument/2006/relationships/image" Target="../media/image57.png"/><Relationship Id="rId7" Type="http://schemas.openxmlformats.org/officeDocument/2006/relationships/image" Target="../media/image38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34.png"/><Relationship Id="rId2" Type="http://schemas.openxmlformats.org/officeDocument/2006/relationships/image" Target="../media/image6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1.png"/><Relationship Id="rId24" Type="http://schemas.openxmlformats.org/officeDocument/2006/relationships/image" Target="../media/image54.png"/><Relationship Id="rId32" Type="http://schemas.openxmlformats.org/officeDocument/2006/relationships/image" Target="../media/image33.png"/><Relationship Id="rId37" Type="http://schemas.openxmlformats.org/officeDocument/2006/relationships/image" Target="../media/image60.png"/><Relationship Id="rId5" Type="http://schemas.openxmlformats.org/officeDocument/2006/relationships/image" Target="../media/image36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23.png"/><Relationship Id="rId36" Type="http://schemas.openxmlformats.org/officeDocument/2006/relationships/image" Target="../media/image59.png"/><Relationship Id="rId10" Type="http://schemas.openxmlformats.org/officeDocument/2006/relationships/image" Target="../media/image41.png"/><Relationship Id="rId19" Type="http://schemas.openxmlformats.org/officeDocument/2006/relationships/image" Target="../media/image49.png"/><Relationship Id="rId31" Type="http://schemas.openxmlformats.org/officeDocument/2006/relationships/image" Target="../media/image29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22.png"/><Relationship Id="rId30" Type="http://schemas.openxmlformats.org/officeDocument/2006/relationships/image" Target="../media/image28.png"/><Relationship Id="rId35" Type="http://schemas.openxmlformats.org/officeDocument/2006/relationships/image" Target="../media/image58.png"/><Relationship Id="rId8" Type="http://schemas.openxmlformats.org/officeDocument/2006/relationships/image" Target="../media/image39.png"/><Relationship Id="rId3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0.png"/><Relationship Id="rId5" Type="http://schemas.openxmlformats.org/officeDocument/2006/relationships/image" Target="../media/image340.png"/><Relationship Id="rId4" Type="http://schemas.openxmlformats.org/officeDocument/2006/relationships/image" Target="../media/image6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image" Target="../media/image1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11" Type="http://schemas.openxmlformats.org/officeDocument/2006/relationships/image" Target="../media/image16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群組 43">
            <a:extLst>
              <a:ext uri="{FF2B5EF4-FFF2-40B4-BE49-F238E27FC236}">
                <a16:creationId xmlns:a16="http://schemas.microsoft.com/office/drawing/2014/main" id="{BEEFD004-18A9-4025-A01D-76EFFE4EBFC7}"/>
              </a:ext>
            </a:extLst>
          </p:cNvPr>
          <p:cNvGrpSpPr/>
          <p:nvPr/>
        </p:nvGrpSpPr>
        <p:grpSpPr>
          <a:xfrm>
            <a:off x="2719689" y="4529036"/>
            <a:ext cx="4466643" cy="1741711"/>
            <a:chOff x="2723641" y="2922813"/>
            <a:chExt cx="4466643" cy="1741711"/>
          </a:xfrm>
        </p:grpSpPr>
        <p:sp>
          <p:nvSpPr>
            <p:cNvPr id="36" name="矩形: 圓角 35">
              <a:extLst>
                <a:ext uri="{FF2B5EF4-FFF2-40B4-BE49-F238E27FC236}">
                  <a16:creationId xmlns:a16="http://schemas.microsoft.com/office/drawing/2014/main" id="{E60C8961-39A3-406D-BBF9-2931EAC49EEF}"/>
                </a:ext>
              </a:extLst>
            </p:cNvPr>
            <p:cNvSpPr/>
            <p:nvPr/>
          </p:nvSpPr>
          <p:spPr>
            <a:xfrm>
              <a:off x="2723641" y="2923157"/>
              <a:ext cx="4458717" cy="1741367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73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7" name="圖片 36">
              <a:extLst>
                <a:ext uri="{FF2B5EF4-FFF2-40B4-BE49-F238E27FC236}">
                  <a16:creationId xmlns:a16="http://schemas.microsoft.com/office/drawing/2014/main" id="{DF0EB520-1ACB-4F3D-8406-CD5C0D65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117" b="63909"/>
            <a:stretch/>
          </p:blipFill>
          <p:spPr>
            <a:xfrm>
              <a:off x="4905413" y="2922813"/>
              <a:ext cx="2284871" cy="171268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/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𝐹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</m:t>
                                    </m:r>
                                    <m:sSub>
                                      <m:sSubPr>
                                        <m:ctrlP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i="1" dirty="0">
                                            <a:latin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1" i="1" dirty="0">
                                            <a:latin typeface="Cambria Math" panose="02040503050406030204" pitchFamily="18" charset="0"/>
                                          </a:rPr>
                                          <m:t>𝑸</m:t>
                                        </m:r>
                                      </m:sub>
                                    </m:sSub>
                                  </m:sup>
                                </m:s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ED99895A-7756-4CEE-A914-73F36DFFCE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7255" y="3501974"/>
                  <a:ext cx="1946302" cy="50052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/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39" name="文字方塊 38">
                  <a:extLst>
                    <a:ext uri="{FF2B5EF4-FFF2-40B4-BE49-F238E27FC236}">
                      <a16:creationId xmlns:a16="http://schemas.microsoft.com/office/drawing/2014/main" id="{B2DDAB2F-1594-4FFB-83A0-D06118A518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376" y="4099034"/>
                  <a:ext cx="830594" cy="400110"/>
                </a:xfrm>
                <a:prstGeom prst="rect">
                  <a:avLst/>
                </a:prstGeom>
                <a:blipFill>
                  <a:blip r:embed="rId4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箭號: 向右 39">
              <a:extLst>
                <a:ext uri="{FF2B5EF4-FFF2-40B4-BE49-F238E27FC236}">
                  <a16:creationId xmlns:a16="http://schemas.microsoft.com/office/drawing/2014/main" id="{3B26685E-3A51-45E8-BCF7-50D246C56B01}"/>
                </a:ext>
              </a:extLst>
            </p:cNvPr>
            <p:cNvSpPr/>
            <p:nvPr/>
          </p:nvSpPr>
          <p:spPr>
            <a:xfrm>
              <a:off x="5923007" y="3751316"/>
              <a:ext cx="122846" cy="35583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41" name="箭號: 向右 40">
              <a:extLst>
                <a:ext uri="{FF2B5EF4-FFF2-40B4-BE49-F238E27FC236}">
                  <a16:creationId xmlns:a16="http://schemas.microsoft.com/office/drawing/2014/main" id="{7EF8F9B9-3935-41B7-A75F-315D7FC4CED0}"/>
                </a:ext>
              </a:extLst>
            </p:cNvPr>
            <p:cNvSpPr/>
            <p:nvPr/>
          </p:nvSpPr>
          <p:spPr>
            <a:xfrm rot="16200000">
              <a:off x="5871631" y="3699799"/>
              <a:ext cx="118561" cy="3686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/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137B15C9-72BD-475D-9E9A-FB1773735E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5049" y="3256464"/>
                  <a:ext cx="523462" cy="424283"/>
                </a:xfrm>
                <a:prstGeom prst="rect">
                  <a:avLst/>
                </a:prstGeom>
                <a:blipFill>
                  <a:blip r:embed="rId5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/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AEF72226-30F7-485F-9029-D1D49AEF1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7176" y="3567622"/>
                  <a:ext cx="394126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23472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群組 27">
            <a:extLst>
              <a:ext uri="{FF2B5EF4-FFF2-40B4-BE49-F238E27FC236}">
                <a16:creationId xmlns:a16="http://schemas.microsoft.com/office/drawing/2014/main" id="{96AEE606-E0D9-4D99-BCEB-12966994939B}"/>
              </a:ext>
            </a:extLst>
          </p:cNvPr>
          <p:cNvGrpSpPr/>
          <p:nvPr/>
        </p:nvGrpSpPr>
        <p:grpSpPr>
          <a:xfrm>
            <a:off x="2155223" y="3051317"/>
            <a:ext cx="5595554" cy="4697128"/>
            <a:chOff x="2127453" y="288758"/>
            <a:chExt cx="5595554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27453" y="288758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178171" y="114281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AF7ECFBE-D771-47C2-8DDD-1E9C625AC9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496" b="55006"/>
            <a:stretch/>
          </p:blipFill>
          <p:spPr>
            <a:xfrm>
              <a:off x="5182786" y="1324814"/>
              <a:ext cx="2540221" cy="1549400"/>
            </a:xfrm>
            <a:prstGeom prst="rect">
              <a:avLst/>
            </a:prstGeom>
          </p:spPr>
        </p:pic>
        <p:pic>
          <p:nvPicPr>
            <p:cNvPr id="36" name="圖片 35">
              <a:extLst>
                <a:ext uri="{FF2B5EF4-FFF2-40B4-BE49-F238E27FC236}">
                  <a16:creationId xmlns:a16="http://schemas.microsoft.com/office/drawing/2014/main" id="{8E22D44F-F8D1-4FF5-9D3C-8AF28CDFEE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1804" b="6188"/>
            <a:stretch/>
          </p:blipFill>
          <p:spPr>
            <a:xfrm>
              <a:off x="5181097" y="3206091"/>
              <a:ext cx="2540221" cy="162614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0315" y="579220"/>
                  <a:ext cx="1070293" cy="55573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/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213E8F1D-5AF3-4AFC-917E-E435CF34CC6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9485" y="2387822"/>
                  <a:ext cx="571630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線單箭頭接點 38">
              <a:extLst>
                <a:ext uri="{FF2B5EF4-FFF2-40B4-BE49-F238E27FC236}">
                  <a16:creationId xmlns:a16="http://schemas.microsoft.com/office/drawing/2014/main" id="{7B8FF39B-6713-43E1-BFE6-934FD11BA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1996" y="2714979"/>
              <a:ext cx="812800" cy="21152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D869CBC3-D5CA-4342-B23F-B0D666437DB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90671" y="2504837"/>
              <a:ext cx="440704" cy="42479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/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951733A4-7E7B-48AA-A29B-4068C33264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705" y="2515560"/>
                  <a:ext cx="386388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/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21AAAC0D-92D5-41B6-BACD-3E1BDE39A5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3712" y="2289342"/>
                  <a:ext cx="391004" cy="400110"/>
                </a:xfrm>
                <a:prstGeom prst="rect">
                  <a:avLst/>
                </a:prstGeom>
                <a:blipFill>
                  <a:blip r:embed="rId7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0332" y="586824"/>
                  <a:ext cx="2159630" cy="52860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4475" y="2006364"/>
                  <a:ext cx="905761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493" y="3861321"/>
                  <a:ext cx="963725" cy="4001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27BC22D-C668-41B6-8EDD-9195962D7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884" b="10000"/>
            <a:stretch/>
          </p:blipFill>
          <p:spPr>
            <a:xfrm>
              <a:off x="3145166" y="1286544"/>
              <a:ext cx="2284871" cy="3574144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/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C1691919-BE13-4A2B-8197-8FF93F313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9777" y="2478196"/>
                  <a:ext cx="830594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8" name="群組 47">
              <a:extLst>
                <a:ext uri="{FF2B5EF4-FFF2-40B4-BE49-F238E27FC236}">
                  <a16:creationId xmlns:a16="http://schemas.microsoft.com/office/drawing/2014/main" id="{3B72B3F2-70B1-4611-B50C-5ADC21FDAAA1}"/>
                </a:ext>
              </a:extLst>
            </p:cNvPr>
            <p:cNvGrpSpPr/>
            <p:nvPr/>
          </p:nvGrpSpPr>
          <p:grpSpPr>
            <a:xfrm>
              <a:off x="3962450" y="1635626"/>
              <a:ext cx="666253" cy="711268"/>
              <a:chOff x="6394099" y="1329789"/>
              <a:chExt cx="1805559" cy="1927549"/>
            </a:xfrm>
          </p:grpSpPr>
          <p:grpSp>
            <p:nvGrpSpPr>
              <p:cNvPr id="50" name="群組 49">
                <a:extLst>
                  <a:ext uri="{FF2B5EF4-FFF2-40B4-BE49-F238E27FC236}">
                    <a16:creationId xmlns:a16="http://schemas.microsoft.com/office/drawing/2014/main" id="{A6854366-CCD5-4209-AD56-5FF4AD89E9CE}"/>
                  </a:ext>
                </a:extLst>
              </p:cNvPr>
              <p:cNvGrpSpPr/>
              <p:nvPr/>
            </p:nvGrpSpPr>
            <p:grpSpPr>
              <a:xfrm>
                <a:off x="6929132" y="2420541"/>
                <a:ext cx="361452" cy="346736"/>
                <a:chOff x="1373392" y="2391862"/>
                <a:chExt cx="479433" cy="476535"/>
              </a:xfrm>
            </p:grpSpPr>
            <p:sp>
              <p:nvSpPr>
                <p:cNvPr id="53" name="箭號: 向右 52">
                  <a:extLst>
                    <a:ext uri="{FF2B5EF4-FFF2-40B4-BE49-F238E27FC236}">
                      <a16:creationId xmlns:a16="http://schemas.microsoft.com/office/drawing/2014/main" id="{220B1E1A-5B15-4617-8E08-A4436B72CA32}"/>
                    </a:ext>
                  </a:extLst>
                </p:cNvPr>
                <p:cNvSpPr/>
                <p:nvPr/>
              </p:nvSpPr>
              <p:spPr>
                <a:xfrm>
                  <a:off x="1411244" y="273586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箭號: 向右 53">
                  <a:extLst>
                    <a:ext uri="{FF2B5EF4-FFF2-40B4-BE49-F238E27FC236}">
                      <a16:creationId xmlns:a16="http://schemas.microsoft.com/office/drawing/2014/main" id="{AB330D8F-F24B-42EA-AFD1-8E72875C6933}"/>
                    </a:ext>
                  </a:extLst>
                </p:cNvPr>
                <p:cNvSpPr/>
                <p:nvPr/>
              </p:nvSpPr>
              <p:spPr>
                <a:xfrm rot="16200000">
                  <a:off x="1218866" y="2546388"/>
                  <a:ext cx="441581" cy="132529"/>
                </a:xfrm>
                <a:prstGeom prst="rightArrow">
                  <a:avLst>
                    <a:gd name="adj1" fmla="val 50000"/>
                    <a:gd name="adj2" fmla="val 99023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字方塊 50">
                    <a:extLst>
                      <a:ext uri="{FF2B5EF4-FFF2-40B4-BE49-F238E27FC236}">
                        <a16:creationId xmlns:a16="http://schemas.microsoft.com/office/drawing/2014/main" id="{32445C7A-3444-46DF-A5DB-D518BEBEC934}"/>
                      </a:ext>
                    </a:extLst>
                  </p:cNvPr>
                  <p:cNvSpPr txBox="1"/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4" name="文字方塊 23">
                    <a:extLst>
                      <a:ext uri="{FF2B5EF4-FFF2-40B4-BE49-F238E27FC236}">
                        <a16:creationId xmlns:a16="http://schemas.microsoft.com/office/drawing/2014/main" id="{AB3E3F81-A9C7-465C-A831-82ADA76646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94099" y="1329789"/>
                    <a:ext cx="1418593" cy="1149815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571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字方塊 51">
                    <a:extLst>
                      <a:ext uri="{FF2B5EF4-FFF2-40B4-BE49-F238E27FC236}">
                        <a16:creationId xmlns:a16="http://schemas.microsoft.com/office/drawing/2014/main" id="{10A0CF30-AF1E-4025-84E0-342B6DF6AE9A}"/>
                      </a:ext>
                    </a:extLst>
                  </p:cNvPr>
                  <p:cNvSpPr txBox="1"/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2000" dirty="0"/>
                  </a:p>
                </p:txBody>
              </p:sp>
            </mc:Choice>
            <mc:Fallback xmlns="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C15B01A4-773F-4E0F-88DB-CAE29AAE6CA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31569" y="2173033"/>
                    <a:ext cx="1068089" cy="1084305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688" r="-6250" b="-909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060" y="379628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15"/>
                  <a:stretch>
                    <a:fillRect l="-613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56520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1D0DE40D-2A50-4605-BC6A-234E4428AA25}"/>
              </a:ext>
            </a:extLst>
          </p:cNvPr>
          <p:cNvGrpSpPr/>
          <p:nvPr/>
        </p:nvGrpSpPr>
        <p:grpSpPr>
          <a:xfrm>
            <a:off x="2155224" y="3051317"/>
            <a:ext cx="5595822" cy="4697128"/>
            <a:chOff x="2155224" y="3051317"/>
            <a:chExt cx="5595822" cy="4697128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1096" y="3341779"/>
                  <a:ext cx="1077282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08103" y="3349384"/>
                  <a:ext cx="2225929" cy="631391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1227" r="-472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29" name="圖片 28">
              <a:extLst>
                <a:ext uri="{FF2B5EF4-FFF2-40B4-BE49-F238E27FC236}">
                  <a16:creationId xmlns:a16="http://schemas.microsoft.com/office/drawing/2014/main" id="{11119672-E923-4EC1-B7EF-9A0390496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93" b="54478"/>
            <a:stretch/>
          </p:blipFill>
          <p:spPr>
            <a:xfrm>
              <a:off x="5209446" y="4030834"/>
              <a:ext cx="2541600" cy="163830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585DC0A3-34F6-4BF7-B8DF-1E0E7CF5D8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8148" b="9630"/>
            <a:stretch/>
          </p:blipFill>
          <p:spPr>
            <a:xfrm>
              <a:off x="3170575" y="4068571"/>
              <a:ext cx="2284871" cy="3581400"/>
            </a:xfrm>
            <a:prstGeom prst="rect">
              <a:avLst/>
            </a:prstGeom>
          </p:spPr>
        </p:pic>
        <p:pic>
          <p:nvPicPr>
            <p:cNvPr id="32" name="圖片 31">
              <a:extLst>
                <a:ext uri="{FF2B5EF4-FFF2-40B4-BE49-F238E27FC236}">
                  <a16:creationId xmlns:a16="http://schemas.microsoft.com/office/drawing/2014/main" id="{14EE7596-E223-40B0-8246-781D438BE5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950" b="6319"/>
            <a:stretch/>
          </p:blipFill>
          <p:spPr>
            <a:xfrm>
              <a:off x="5206218" y="6030223"/>
              <a:ext cx="2541600" cy="15621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706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群組 1">
            <a:extLst>
              <a:ext uri="{FF2B5EF4-FFF2-40B4-BE49-F238E27FC236}">
                <a16:creationId xmlns:a16="http://schemas.microsoft.com/office/drawing/2014/main" id="{6A8B6DAC-B82F-4B24-88E1-06AD6B5DAAD5}"/>
              </a:ext>
            </a:extLst>
          </p:cNvPr>
          <p:cNvGrpSpPr/>
          <p:nvPr/>
        </p:nvGrpSpPr>
        <p:grpSpPr>
          <a:xfrm>
            <a:off x="2155224" y="3051317"/>
            <a:ext cx="5644790" cy="5261470"/>
            <a:chOff x="2155224" y="3051317"/>
            <a:chExt cx="5644790" cy="5261470"/>
          </a:xfrm>
        </p:grpSpPr>
        <p:sp>
          <p:nvSpPr>
            <p:cNvPr id="31" name="矩形: 圓角 30">
              <a:extLst>
                <a:ext uri="{FF2B5EF4-FFF2-40B4-BE49-F238E27FC236}">
                  <a16:creationId xmlns:a16="http://schemas.microsoft.com/office/drawing/2014/main" id="{9724B8A8-BA64-4478-A475-0E5642004DC1}"/>
                </a:ext>
              </a:extLst>
            </p:cNvPr>
            <p:cNvSpPr/>
            <p:nvPr/>
          </p:nvSpPr>
          <p:spPr>
            <a:xfrm>
              <a:off x="2155224" y="3051317"/>
              <a:ext cx="5563131" cy="4697128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0">
                  <a:schemeClr val="bg1">
                    <a:lumMod val="95000"/>
                  </a:schemeClr>
                </a:gs>
                <a:gs pos="10000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B8DEB190-8127-4BD2-B995-7B01A5155BEE}"/>
                </a:ext>
              </a:extLst>
            </p:cNvPr>
            <p:cNvSpPr/>
            <p:nvPr/>
          </p:nvSpPr>
          <p:spPr>
            <a:xfrm>
              <a:off x="3205942" y="3905377"/>
              <a:ext cx="4445425" cy="3776843"/>
            </a:xfrm>
            <a:prstGeom prst="roundRect">
              <a:avLst>
                <a:gd name="adj" fmla="val 4125"/>
              </a:avLst>
            </a:prstGeom>
            <a:gradFill flip="none" rotWithShape="1">
              <a:gsLst>
                <a:gs pos="100000">
                  <a:schemeClr val="bg1">
                    <a:lumMod val="95000"/>
                  </a:schemeClr>
                </a:gs>
                <a:gs pos="0">
                  <a:schemeClr val="bg1">
                    <a:lumMod val="85000"/>
                  </a:schemeClr>
                </a:gs>
              </a:gsLst>
              <a:lin ang="5400000" scaled="1"/>
              <a:tileRect/>
            </a:gra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/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𝑸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</m:e>
                            </m:d>
                          </m:e>
                          <m:sup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E1739E97-F9EA-4B80-BC5B-8C9BE178418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084" y="3341779"/>
                  <a:ext cx="1393074" cy="61151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/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</m:e>
                                    </m:acc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,0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>
                                            <a:latin typeface="Cambria Math" panose="02040503050406030204" pitchFamily="18" charset="0"/>
                                          </a:rPr>
                                          <m:t>𝑹</m:t>
                                        </m:r>
                                      </m:e>
                                      <m:sub>
                                        <m:r>
                                          <a:rPr lang="en-US" altLang="zh-TW" sz="2000" i="1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, </m:t>
                                    </m:r>
                                    <m:r>
                                      <a:rPr lang="en-US" altLang="zh-TW" sz="2000" b="1" i="1">
                                        <a:latin typeface="Cambria Math" panose="02040503050406030204" pitchFamily="18" charset="0"/>
                                      </a:rPr>
                                      <m:t>𝒓</m:t>
                                    </m:r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altLang="zh-TW" sz="20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6059F929-1F68-4C40-B59B-9CC786F953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7603" y="3349383"/>
                  <a:ext cx="2482411" cy="61151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/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2D26DD98-4D9B-467D-934D-AF11D382E6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2246" y="4768923"/>
                  <a:ext cx="905761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/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>
            <p:sp>
              <p:nvSpPr>
                <p:cNvPr id="45" name="矩形 44">
                  <a:extLst>
                    <a:ext uri="{FF2B5EF4-FFF2-40B4-BE49-F238E27FC236}">
                      <a16:creationId xmlns:a16="http://schemas.microsoft.com/office/drawing/2014/main" id="{826CD4B4-D639-41C3-A541-4CC0750435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264" y="6623880"/>
                  <a:ext cx="963725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/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gradFill flip="none" rotWithShape="1">
                  <a:gsLst>
                    <a:gs pos="100000">
                      <a:schemeClr val="bg1">
                        <a:lumMod val="95000"/>
                      </a:schemeClr>
                    </a:gs>
                    <a:gs pos="0">
                      <a:schemeClr val="bg1">
                        <a:lumMod val="85000"/>
                      </a:schemeClr>
                    </a:gs>
                  </a:gsLst>
                  <a:lin ang="5400000" scaled="1"/>
                  <a:tileRect/>
                </a:gradFill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𝝐</m:t>
                            </m:r>
                          </m:e>
                        </m:acc>
                        <m:r>
                          <a:rPr lang="en-US" altLang="zh-TW" sz="2400" b="1" i="1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2400" b="1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𝑖</m:t>
                        </m:r>
                        <m:acc>
                          <m:accPr>
                            <m:chr m:val="̂"/>
                            <m:ctrlP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</m:oMath>
                    </m:oMathPara>
                  </a14:m>
                  <a:endParaRPr lang="zh-TW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49" name="矩形: 圓角 48">
                  <a:extLst>
                    <a:ext uri="{FF2B5EF4-FFF2-40B4-BE49-F238E27FC236}">
                      <a16:creationId xmlns:a16="http://schemas.microsoft.com/office/drawing/2014/main" id="{16782163-D549-4658-B681-1624D52CF2B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0831" y="3142187"/>
                  <a:ext cx="986157" cy="835052"/>
                </a:xfrm>
                <a:prstGeom prst="roundRect">
                  <a:avLst>
                    <a:gd name="adj" fmla="val 13546"/>
                  </a:avLst>
                </a:prstGeom>
                <a:blipFill>
                  <a:blip r:embed="rId6"/>
                  <a:stretch>
                    <a:fillRect l="-3681" t="-725" r="-55828"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8" name="圖片 57">
              <a:extLst>
                <a:ext uri="{FF2B5EF4-FFF2-40B4-BE49-F238E27FC236}">
                  <a16:creationId xmlns:a16="http://schemas.microsoft.com/office/drawing/2014/main" id="{E7706AB7-B1FF-451B-BDE1-C4DA88E8E9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883" b="52601"/>
            <a:stretch/>
          </p:blipFill>
          <p:spPr>
            <a:xfrm>
              <a:off x="5200460" y="3961407"/>
              <a:ext cx="2541600" cy="18053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7FFB8CAE-5BD5-4FDD-8BC8-47FD3F04F5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7682"/>
            <a:stretch/>
          </p:blipFill>
          <p:spPr>
            <a:xfrm>
              <a:off x="3167632" y="4039045"/>
              <a:ext cx="2286000" cy="4273742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F9432517-D3D6-45FF-947A-CF6A9862C2A7}"/>
                </a:ext>
              </a:extLst>
            </p:cNvPr>
            <p:cNvSpPr/>
            <p:nvPr/>
          </p:nvSpPr>
          <p:spPr>
            <a:xfrm>
              <a:off x="3593263" y="639288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41CA3F9-32EA-4583-A658-F840207D469E}"/>
                </a:ext>
              </a:extLst>
            </p:cNvPr>
            <p:cNvSpPr/>
            <p:nvPr/>
          </p:nvSpPr>
          <p:spPr>
            <a:xfrm>
              <a:off x="5925528" y="6327701"/>
              <a:ext cx="1236237" cy="70788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</a:t>
              </a:r>
            </a:p>
            <a:p>
              <a:pPr algn="ctr"/>
              <a:r>
                <a:rPr lang="en-US" altLang="zh-TW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Excitation</a:t>
              </a:r>
              <a:endParaRPr lang="zh-TW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7260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9724B8A8-BA64-4478-A475-0E5642004DC1}"/>
              </a:ext>
            </a:extLst>
          </p:cNvPr>
          <p:cNvSpPr/>
          <p:nvPr/>
        </p:nvSpPr>
        <p:spPr>
          <a:xfrm>
            <a:off x="2155224" y="3051317"/>
            <a:ext cx="5563131" cy="469712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B8DEB190-8127-4BD2-B995-7B01A5155BEE}"/>
              </a:ext>
            </a:extLst>
          </p:cNvPr>
          <p:cNvSpPr/>
          <p:nvPr/>
        </p:nvSpPr>
        <p:spPr>
          <a:xfrm>
            <a:off x="3205942" y="3905377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/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E1739E97-F9EA-4B80-BC5B-8C9BE17841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1660" y="3341779"/>
                <a:ext cx="1070998" cy="5551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/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6059F929-1F68-4C40-B59B-9CC786F95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153" y="3349383"/>
                <a:ext cx="2148409" cy="5280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/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D26DD98-4D9B-467D-934D-AF11D382E6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2246" y="4768923"/>
                <a:ext cx="905761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/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826CD4B4-D639-41C3-A541-4CC0750435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3264" y="6623880"/>
                <a:ext cx="96372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4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2400" b="1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831" y="3142187"/>
                <a:ext cx="986157" cy="835052"/>
              </a:xfrm>
              <a:prstGeom prst="roundRect">
                <a:avLst>
                  <a:gd name="adj" fmla="val 13546"/>
                </a:avLst>
              </a:prstGeom>
              <a:blipFill>
                <a:blip r:embed="rId6"/>
                <a:stretch>
                  <a:fillRect l="-3681" t="-725" r="-55828"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圖片 16">
            <a:extLst>
              <a:ext uri="{FF2B5EF4-FFF2-40B4-BE49-F238E27FC236}">
                <a16:creationId xmlns:a16="http://schemas.microsoft.com/office/drawing/2014/main" id="{7E641CDA-617F-4F05-85AF-0D4B76E35E8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5202596" y="5988851"/>
            <a:ext cx="2541600" cy="1663701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4D0EDC3-DF15-46B8-9DB7-E31F73DA8DE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3164225" y="4050599"/>
            <a:ext cx="2284871" cy="3619500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6E2766ED-AEFB-4E00-A7FB-85BC836586AD}"/>
              </a:ext>
            </a:extLst>
          </p:cNvPr>
          <p:cNvSpPr/>
          <p:nvPr/>
        </p:nvSpPr>
        <p:spPr>
          <a:xfrm>
            <a:off x="3593254" y="452957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4DEB0A-AE87-4B29-AEFF-94C510CE7B7E}"/>
              </a:ext>
            </a:extLst>
          </p:cNvPr>
          <p:cNvSpPr/>
          <p:nvPr/>
        </p:nvSpPr>
        <p:spPr>
          <a:xfrm>
            <a:off x="5925528" y="452957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16785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2D0D7598-96E4-4263-80D0-A0A277F244E7}"/>
              </a:ext>
            </a:extLst>
          </p:cNvPr>
          <p:cNvSpPr/>
          <p:nvPr/>
        </p:nvSpPr>
        <p:spPr>
          <a:xfrm>
            <a:off x="0" y="12363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60966188-E876-42D2-A6B4-23BE2EE5DECF}"/>
              </a:ext>
            </a:extLst>
          </p:cNvPr>
          <p:cNvSpPr/>
          <p:nvPr/>
        </p:nvSpPr>
        <p:spPr>
          <a:xfrm>
            <a:off x="842076" y="17820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3" name="圖片 62">
            <a:extLst>
              <a:ext uri="{FF2B5EF4-FFF2-40B4-BE49-F238E27FC236}">
                <a16:creationId xmlns:a16="http://schemas.microsoft.com/office/drawing/2014/main" id="{DCB1C2BC-0169-4480-B1DC-D5B78BA0A5F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6" b="55006"/>
          <a:stretch/>
        </p:blipFill>
        <p:spPr>
          <a:xfrm>
            <a:off x="2615247" y="1917593"/>
            <a:ext cx="2246939" cy="1370513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39945702-86A4-440F-8EAE-345078CD19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04" b="6188"/>
          <a:stretch/>
        </p:blipFill>
        <p:spPr>
          <a:xfrm>
            <a:off x="2613753" y="3581666"/>
            <a:ext cx="2246939" cy="143839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/>
              <p:nvPr/>
            </p:nvSpPr>
            <p:spPr>
              <a:xfrm>
                <a:off x="1357999" y="12580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178D7801-2716-418F-8120-C1D43243C2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999" y="1258082"/>
                <a:ext cx="1070998" cy="5551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/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B8864137-25E5-4BEB-AFA5-B2B1EACF55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7208" y="2788021"/>
                <a:ext cx="57163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08B4719D-FB3D-4053-ADB0-7A75F5E6F383}"/>
              </a:ext>
            </a:extLst>
          </p:cNvPr>
          <p:cNvCxnSpPr>
            <a:cxnSpLocks/>
          </p:cNvCxnSpPr>
          <p:nvPr/>
        </p:nvCxnSpPr>
        <p:spPr>
          <a:xfrm flipV="1">
            <a:off x="3454866" y="3147256"/>
            <a:ext cx="718958" cy="18710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C11AC555-F7EE-4268-B690-9C79C14EABF0}"/>
              </a:ext>
            </a:extLst>
          </p:cNvPr>
          <p:cNvCxnSpPr>
            <a:cxnSpLocks/>
          </p:cNvCxnSpPr>
          <p:nvPr/>
        </p:nvCxnSpPr>
        <p:spPr>
          <a:xfrm flipH="1" flipV="1">
            <a:off x="3064494" y="2961376"/>
            <a:ext cx="389822" cy="375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/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09B30CEC-26DC-449D-86DB-C2297B3CC1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3324" y="2970861"/>
                <a:ext cx="386388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/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EC834AE-AB42-4EEE-9ED7-7E785816D9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87762" y="2707261"/>
                <a:ext cx="391004" cy="400110"/>
              </a:xfrm>
              <a:prstGeom prst="rect">
                <a:avLst/>
              </a:prstGeom>
              <a:blipFill>
                <a:blip r:embed="rId7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/>
              <p:nvPr/>
            </p:nvSpPr>
            <p:spPr>
              <a:xfrm>
                <a:off x="2878440" y="12648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3CDA9FBC-47B5-4E7F-8853-D819D057A7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440" y="1264808"/>
                <a:ext cx="2148409" cy="52803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/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90CD22A6-3BBC-461B-8CFA-68ABBF7B42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73" y="2545854"/>
                <a:ext cx="90576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/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47A0BF5-ADA7-4CA8-B511-FAEB9B1C31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1309" y="4072346"/>
                <a:ext cx="963725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4" name="圖片 73">
            <a:extLst>
              <a:ext uri="{FF2B5EF4-FFF2-40B4-BE49-F238E27FC236}">
                <a16:creationId xmlns:a16="http://schemas.microsoft.com/office/drawing/2014/main" id="{E98E170C-C2D0-4B7C-9F4A-BC0421162D1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84" b="10000"/>
          <a:stretch/>
        </p:blipFill>
        <p:spPr>
          <a:xfrm>
            <a:off x="812882" y="1883741"/>
            <a:ext cx="2021070" cy="31614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/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75" name="文字方塊 74">
                <a:extLst>
                  <a:ext uri="{FF2B5EF4-FFF2-40B4-BE49-F238E27FC236}">
                    <a16:creationId xmlns:a16="http://schemas.microsoft.com/office/drawing/2014/main" id="{934258D9-5FE0-4D5B-968C-94403A6BE4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24" y="2902885"/>
                <a:ext cx="734697" cy="400110"/>
              </a:xfrm>
              <a:prstGeom prst="rect">
                <a:avLst/>
              </a:prstGeom>
              <a:blipFill>
                <a:blip r:embed="rId12"/>
                <a:stretch>
                  <a:fillRect r="-833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群組 77">
            <a:extLst>
              <a:ext uri="{FF2B5EF4-FFF2-40B4-BE49-F238E27FC236}">
                <a16:creationId xmlns:a16="http://schemas.microsoft.com/office/drawing/2014/main" id="{7C688A0A-8B76-4DC0-97D0-475EE828C4AD}"/>
              </a:ext>
            </a:extLst>
          </p:cNvPr>
          <p:cNvGrpSpPr/>
          <p:nvPr/>
        </p:nvGrpSpPr>
        <p:grpSpPr>
          <a:xfrm>
            <a:off x="1710439" y="2548539"/>
            <a:ext cx="117977" cy="113174"/>
            <a:chOff x="1373392" y="2391862"/>
            <a:chExt cx="479433" cy="476535"/>
          </a:xfrm>
        </p:grpSpPr>
        <p:sp>
          <p:nvSpPr>
            <p:cNvPr id="81" name="箭號: 向右 80">
              <a:extLst>
                <a:ext uri="{FF2B5EF4-FFF2-40B4-BE49-F238E27FC236}">
                  <a16:creationId xmlns:a16="http://schemas.microsoft.com/office/drawing/2014/main" id="{4F374CAF-28C0-440A-AE87-5DE9EA5ABDC4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82" name="箭號: 向右 81">
              <a:extLst>
                <a:ext uri="{FF2B5EF4-FFF2-40B4-BE49-F238E27FC236}">
                  <a16:creationId xmlns:a16="http://schemas.microsoft.com/office/drawing/2014/main" id="{8A99D3E6-D66E-483E-BBB3-40EECCA5EAA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/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E74278A1-3AB8-4E5A-A5A7-CC193611F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6281" y="2157595"/>
                <a:ext cx="463025" cy="424283"/>
              </a:xfrm>
              <a:prstGeom prst="rect">
                <a:avLst/>
              </a:prstGeom>
              <a:blipFill>
                <a:blip r:embed="rId13"/>
                <a:stretch>
                  <a:fillRect l="-3947"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/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F76CCEFB-A4DF-4E2C-8F2C-A9A06B021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864" y="2432828"/>
                <a:ext cx="471386" cy="400110"/>
              </a:xfrm>
              <a:prstGeom prst="rect">
                <a:avLst/>
              </a:prstGeom>
              <a:blipFill>
                <a:blip r:embed="rId14"/>
                <a:stretch>
                  <a:fillRect l="-384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矩形: 圓角 85">
            <a:extLst>
              <a:ext uri="{FF2B5EF4-FFF2-40B4-BE49-F238E27FC236}">
                <a16:creationId xmlns:a16="http://schemas.microsoft.com/office/drawing/2014/main" id="{5DC4C0D8-3763-48F5-B884-044DC405D1D3}"/>
              </a:ext>
            </a:extLst>
          </p:cNvPr>
          <p:cNvSpPr/>
          <p:nvPr/>
        </p:nvSpPr>
        <p:spPr>
          <a:xfrm>
            <a:off x="4958510" y="123364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61EF4C23-BE7A-4C30-ABC5-22678108388D}"/>
              </a:ext>
            </a:extLst>
          </p:cNvPr>
          <p:cNvSpPr/>
          <p:nvPr/>
        </p:nvSpPr>
        <p:spPr>
          <a:xfrm>
            <a:off x="5800586" y="177934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/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5BF5F099-3A22-4BFC-A027-FC0142CC1E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6509" y="1255417"/>
                <a:ext cx="1070998" cy="55515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/>
              <p:nvPr/>
            </p:nvSpPr>
            <p:spPr>
              <a:xfrm>
                <a:off x="7836950" y="126214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CDD52277-6DCF-44D8-B79C-3E27229C58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6950" y="1262143"/>
                <a:ext cx="2148409" cy="52803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/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80C9DBED-D1E8-4B52-8CA2-EDF1D80EB6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837" y="2543189"/>
                <a:ext cx="905761" cy="4001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/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0FD50C04-E25D-4D95-97E2-6B6058FA2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7201" y="4069681"/>
                <a:ext cx="963725" cy="4001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A27A08-93FB-482D-9BD3-3230D7EA929D}"/>
              </a:ext>
            </a:extLst>
          </p:cNvPr>
          <p:cNvSpPr/>
          <p:nvPr/>
        </p:nvSpPr>
        <p:spPr>
          <a:xfrm>
            <a:off x="-7163" y="5873376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5846A9D9-5944-4380-8E66-234F37EB6EE9}"/>
              </a:ext>
            </a:extLst>
          </p:cNvPr>
          <p:cNvSpPr/>
          <p:nvPr/>
        </p:nvSpPr>
        <p:spPr>
          <a:xfrm>
            <a:off x="834913" y="6419073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/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0739E403-493B-4716-A4EF-1A406EB47E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836" y="5895147"/>
                <a:ext cx="1070998" cy="55515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/>
              <p:nvPr/>
            </p:nvSpPr>
            <p:spPr>
              <a:xfrm>
                <a:off x="2871277" y="5901873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18559E02-FD45-47FF-AFBF-4C061C7AFF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1277" y="5901873"/>
                <a:ext cx="2148409" cy="52803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/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3CE22E16-71EA-4CEF-BABB-4905FC05CA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2836" y="7182919"/>
                <a:ext cx="905761" cy="4001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/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D226EA14-5CAD-4B69-AE93-60D257B273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8472" y="8709411"/>
                <a:ext cx="96372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D72C397B-56F1-4A0B-AB83-AB14833275AE}"/>
              </a:ext>
            </a:extLst>
          </p:cNvPr>
          <p:cNvSpPr/>
          <p:nvPr/>
        </p:nvSpPr>
        <p:spPr>
          <a:xfrm>
            <a:off x="4951347" y="5870711"/>
            <a:ext cx="4950000" cy="4028171"/>
          </a:xfrm>
          <a:prstGeom prst="roundRect">
            <a:avLst>
              <a:gd name="adj" fmla="val 2129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3E40BA28-B9B3-4967-98C6-C3DCA47C9B61}"/>
              </a:ext>
            </a:extLst>
          </p:cNvPr>
          <p:cNvSpPr/>
          <p:nvPr/>
        </p:nvSpPr>
        <p:spPr>
          <a:xfrm>
            <a:off x="5793423" y="6416408"/>
            <a:ext cx="3932177" cy="3340786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/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17741671-43C6-40A1-A5C7-FA8E70D4A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346" y="5892482"/>
                <a:ext cx="1070998" cy="55515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/>
              <p:nvPr/>
            </p:nvSpPr>
            <p:spPr>
              <a:xfrm>
                <a:off x="7829787" y="5899208"/>
                <a:ext cx="2148409" cy="5280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zh-TW" altLang="en-US" sz="2000" b="1" i="1">
                                          <a:latin typeface="Cambria Math" panose="02040503050406030204" pitchFamily="18" charset="0"/>
                                        </a:rPr>
                                        <m:t>𝜺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𝑹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𝒓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778139C7-0D2D-4EEB-8A6F-2E9519499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9787" y="5899208"/>
                <a:ext cx="2148409" cy="52803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/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6FE93AA-2001-4A4D-9522-B00D18354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5674" y="7180254"/>
                <a:ext cx="905761" cy="40011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/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F9531753-2C41-42B7-9AC6-4A7E7C12A8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0038" y="8706746"/>
                <a:ext cx="963725" cy="40011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8" name="圖片 147">
            <a:extLst>
              <a:ext uri="{FF2B5EF4-FFF2-40B4-BE49-F238E27FC236}">
                <a16:creationId xmlns:a16="http://schemas.microsoft.com/office/drawing/2014/main" id="{0AF683EF-DC1A-46BB-BE4A-26ED9236279F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293" b="54478"/>
          <a:stretch/>
        </p:blipFill>
        <p:spPr>
          <a:xfrm>
            <a:off x="7572104" y="1862817"/>
            <a:ext cx="2246400" cy="1448017"/>
          </a:xfrm>
          <a:prstGeom prst="rect">
            <a:avLst/>
          </a:prstGeom>
        </p:spPr>
      </p:pic>
      <p:pic>
        <p:nvPicPr>
          <p:cNvPr id="149" name="圖片 148">
            <a:extLst>
              <a:ext uri="{FF2B5EF4-FFF2-40B4-BE49-F238E27FC236}">
                <a16:creationId xmlns:a16="http://schemas.microsoft.com/office/drawing/2014/main" id="{F943ED23-3740-49E3-A7EA-55D2C2040E6A}"/>
              </a:ext>
            </a:extLst>
          </p:cNvPr>
          <p:cNvPicPr>
            <a:picLocks noChangeAspect="1"/>
          </p:cNvPicPr>
          <p:nvPr/>
        </p:nvPicPr>
        <p:blipFill rotWithShape="1">
          <a:blip r:embed="rId2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148" b="9630"/>
          <a:stretch/>
        </p:blipFill>
        <p:spPr>
          <a:xfrm>
            <a:off x="5774028" y="1896096"/>
            <a:ext cx="2019600" cy="3165604"/>
          </a:xfrm>
          <a:prstGeom prst="rect">
            <a:avLst/>
          </a:prstGeom>
        </p:spPr>
      </p:pic>
      <p:pic>
        <p:nvPicPr>
          <p:cNvPr id="150" name="圖片 149">
            <a:extLst>
              <a:ext uri="{FF2B5EF4-FFF2-40B4-BE49-F238E27FC236}">
                <a16:creationId xmlns:a16="http://schemas.microsoft.com/office/drawing/2014/main" id="{E60AD9D3-5D98-49D9-84C3-A77B77FC1378}"/>
              </a:ext>
            </a:extLst>
          </p:cNvPr>
          <p:cNvPicPr>
            <a:picLocks noChangeAspect="1"/>
          </p:cNvPicPr>
          <p:nvPr/>
        </p:nvPicPr>
        <p:blipFill rotWithShape="1">
          <a:blip r:embed="rId2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950" b="6319"/>
          <a:stretch/>
        </p:blipFill>
        <p:spPr>
          <a:xfrm>
            <a:off x="7569257" y="3626073"/>
            <a:ext cx="2246400" cy="1380667"/>
          </a:xfrm>
          <a:prstGeom prst="rect">
            <a:avLst/>
          </a:prstGeom>
        </p:spPr>
      </p:pic>
      <p:pic>
        <p:nvPicPr>
          <p:cNvPr id="151" name="圖片 150">
            <a:extLst>
              <a:ext uri="{FF2B5EF4-FFF2-40B4-BE49-F238E27FC236}">
                <a16:creationId xmlns:a16="http://schemas.microsoft.com/office/drawing/2014/main" id="{8C84E35F-BCC2-45E3-9DB6-43CE5D7DBF00}"/>
              </a:ext>
            </a:extLst>
          </p:cNvPr>
          <p:cNvPicPr>
            <a:picLocks noChangeAspect="1"/>
          </p:cNvPicPr>
          <p:nvPr/>
        </p:nvPicPr>
        <p:blipFill rotWithShape="1">
          <a:blip r:embed="rId3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83" b="52601"/>
          <a:stretch/>
        </p:blipFill>
        <p:spPr>
          <a:xfrm>
            <a:off x="2611463" y="6440722"/>
            <a:ext cx="2246400" cy="1595676"/>
          </a:xfrm>
          <a:prstGeom prst="rect">
            <a:avLst/>
          </a:prstGeom>
        </p:spPr>
      </p:pic>
      <p:pic>
        <p:nvPicPr>
          <p:cNvPr id="152" name="圖片 151">
            <a:extLst>
              <a:ext uri="{FF2B5EF4-FFF2-40B4-BE49-F238E27FC236}">
                <a16:creationId xmlns:a16="http://schemas.microsoft.com/office/drawing/2014/main" id="{9F6B631C-71C0-4B7F-A74F-868F25176BFD}"/>
              </a:ext>
            </a:extLst>
          </p:cNvPr>
          <p:cNvPicPr>
            <a:picLocks noChangeAspect="1"/>
          </p:cNvPicPr>
          <p:nvPr/>
        </p:nvPicPr>
        <p:blipFill rotWithShape="1">
          <a:blip r:embed="rId3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682" b="10546"/>
          <a:stretch/>
        </p:blipFill>
        <p:spPr>
          <a:xfrm>
            <a:off x="808045" y="6509598"/>
            <a:ext cx="2019600" cy="3136719"/>
          </a:xfrm>
          <a:prstGeom prst="rect">
            <a:avLst/>
          </a:prstGeom>
        </p:spPr>
      </p:pic>
      <p:sp>
        <p:nvSpPr>
          <p:cNvPr id="153" name="矩形 152">
            <a:extLst>
              <a:ext uri="{FF2B5EF4-FFF2-40B4-BE49-F238E27FC236}">
                <a16:creationId xmlns:a16="http://schemas.microsoft.com/office/drawing/2014/main" id="{BFB7CE11-E7D2-4C9F-BF66-3D140502646A}"/>
              </a:ext>
            </a:extLst>
          </p:cNvPr>
          <p:cNvSpPr/>
          <p:nvPr/>
        </p:nvSpPr>
        <p:spPr>
          <a:xfrm>
            <a:off x="1185643" y="8597798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EE27C5D0-F1CC-40FE-BFC8-0813FDC35426}"/>
              </a:ext>
            </a:extLst>
          </p:cNvPr>
          <p:cNvSpPr/>
          <p:nvPr/>
        </p:nvSpPr>
        <p:spPr>
          <a:xfrm>
            <a:off x="3254706" y="8539974"/>
            <a:ext cx="1096724" cy="627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5" name="圖片 154">
            <a:extLst>
              <a:ext uri="{FF2B5EF4-FFF2-40B4-BE49-F238E27FC236}">
                <a16:creationId xmlns:a16="http://schemas.microsoft.com/office/drawing/2014/main" id="{A0273641-4D01-4DE3-823F-622661EA125F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100" b="5170"/>
          <a:stretch/>
        </p:blipFill>
        <p:spPr>
          <a:xfrm>
            <a:off x="7563816" y="8224671"/>
            <a:ext cx="2246400" cy="1470467"/>
          </a:xfrm>
          <a:prstGeom prst="rect">
            <a:avLst/>
          </a:prstGeom>
        </p:spPr>
      </p:pic>
      <p:pic>
        <p:nvPicPr>
          <p:cNvPr id="156" name="圖片 155">
            <a:extLst>
              <a:ext uri="{FF2B5EF4-FFF2-40B4-BE49-F238E27FC236}">
                <a16:creationId xmlns:a16="http://schemas.microsoft.com/office/drawing/2014/main" id="{46DDE56D-F31C-4881-A467-666B7925A253}"/>
              </a:ext>
            </a:extLst>
          </p:cNvPr>
          <p:cNvPicPr>
            <a:picLocks noChangeAspect="1"/>
          </p:cNvPicPr>
          <p:nvPr/>
        </p:nvPicPr>
        <p:blipFill rotWithShape="1">
          <a:blip r:embed="rId3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07" b="9415"/>
          <a:stretch/>
        </p:blipFill>
        <p:spPr>
          <a:xfrm>
            <a:off x="5768707" y="6517732"/>
            <a:ext cx="2019600" cy="3199280"/>
          </a:xfrm>
          <a:prstGeom prst="rect">
            <a:avLst/>
          </a:prstGeom>
        </p:spPr>
      </p:pic>
      <p:sp>
        <p:nvSpPr>
          <p:cNvPr id="157" name="矩形 156">
            <a:extLst>
              <a:ext uri="{FF2B5EF4-FFF2-40B4-BE49-F238E27FC236}">
                <a16:creationId xmlns:a16="http://schemas.microsoft.com/office/drawing/2014/main" id="{BAE8BA80-BDDA-48DF-B11B-F9823432759B}"/>
              </a:ext>
            </a:extLst>
          </p:cNvPr>
          <p:cNvSpPr/>
          <p:nvPr/>
        </p:nvSpPr>
        <p:spPr>
          <a:xfrm>
            <a:off x="5992576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70E3C45-BA55-4040-8281-3542D7214478}"/>
              </a:ext>
            </a:extLst>
          </p:cNvPr>
          <p:cNvSpPr/>
          <p:nvPr/>
        </p:nvSpPr>
        <p:spPr>
          <a:xfrm>
            <a:off x="8046513" y="6939548"/>
            <a:ext cx="139662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/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矩形: 圓角 48">
                <a:extLst>
                  <a:ext uri="{FF2B5EF4-FFF2-40B4-BE49-F238E27FC236}">
                    <a16:creationId xmlns:a16="http://schemas.microsoft.com/office/drawing/2014/main" id="{16782163-D549-4658-B681-1624D52CF2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4"/>
                <a:stretch>
                  <a:fillRect r="-12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/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𝑖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CEC40CB2-A1BD-4A66-96C7-4BC48FD7A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533073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5"/>
                <a:stretch>
                  <a:fillRect r="-128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/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6" name="矩形: 圓角 55">
                <a:extLst>
                  <a:ext uri="{FF2B5EF4-FFF2-40B4-BE49-F238E27FC236}">
                    <a16:creationId xmlns:a16="http://schemas.microsoft.com/office/drawing/2014/main" id="{648483D5-B90C-497C-A957-8DD87AD9D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6000" y="695233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/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gradFill flip="none" rotWithShape="1">
                <a:gsLst>
                  <a:gs pos="100000">
                    <a:schemeClr val="bg1">
                      <a:lumMod val="95000"/>
                    </a:schemeClr>
                  </a:gs>
                  <a:gs pos="0">
                    <a:schemeClr val="bg1">
                      <a:lumMod val="85000"/>
                    </a:schemeClr>
                  </a:gs>
                </a:gsLst>
                <a:lin ang="5400000" scaled="1"/>
                <a:tileRect/>
              </a:gra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zh-TW" altLang="en-US" sz="2000" b="1" i="1"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</m:acc>
                      <m:r>
                        <a:rPr lang="en-US" altLang="zh-TW" sz="2000" b="1" i="1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0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矩形: 圓角 76">
                <a:extLst>
                  <a:ext uri="{FF2B5EF4-FFF2-40B4-BE49-F238E27FC236}">
                    <a16:creationId xmlns:a16="http://schemas.microsoft.com/office/drawing/2014/main" id="{C20D6C90-D565-43BD-81B8-ABB4F5D15A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0" y="695841"/>
                <a:ext cx="1702800" cy="604800"/>
              </a:xfrm>
              <a:prstGeom prst="roundRect">
                <a:avLst>
                  <a:gd name="adj" fmla="val 13546"/>
                </a:avLst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4921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B14FA9F0-26E3-4C73-9AC2-55EDFD7CAB0F}"/>
              </a:ext>
            </a:extLst>
          </p:cNvPr>
          <p:cNvSpPr/>
          <p:nvPr/>
        </p:nvSpPr>
        <p:spPr>
          <a:xfrm>
            <a:off x="2602493" y="4652748"/>
            <a:ext cx="4458717" cy="1741367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73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18E07411-13AE-478D-9583-97ADCA5F4F2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1" t="11602" r="1805" b="64731"/>
          <a:stretch/>
        </p:blipFill>
        <p:spPr>
          <a:xfrm>
            <a:off x="4960629" y="4711158"/>
            <a:ext cx="2019301" cy="162306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/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 dirty="0">
                                      <a:latin typeface="Cambria Math" panose="02040503050406030204" pitchFamily="18" charset="0"/>
                                    </a:rPr>
                                    <m:t>ℓ</m:t>
                                  </m:r>
                                  <m:sSub>
                                    <m:sSub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6F5646F-0002-4001-A629-B6BB26068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0160" y="5231555"/>
                <a:ext cx="1892249" cy="5005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749" y="5829534"/>
                <a:ext cx="830594" cy="400110"/>
              </a:xfrm>
              <a:prstGeom prst="rect">
                <a:avLst/>
              </a:prstGeom>
              <a:blipFill>
                <a:blip r:embed="rId4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5546432" y="4986964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5"/>
                  <a:stretch>
                    <a:fillRect b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6"/>
                  <a:stretch>
                    <a:fillRect l="-4615" r="-4615" b="-92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643474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81B59435-8FC3-4B19-938B-26A9132AE1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55" b="9750"/>
          <a:stretch/>
        </p:blipFill>
        <p:spPr>
          <a:xfrm>
            <a:off x="3145321" y="4062500"/>
            <a:ext cx="2286000" cy="362063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0324" y="3086678"/>
                <a:ext cx="1070293" cy="5557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/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C42304A2-A81D-4C9B-820C-A78A3C2A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9484" y="5193728"/>
                <a:ext cx="571630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874BB4B9-3647-41B7-863B-BA4D9B79618C}"/>
              </a:ext>
            </a:extLst>
          </p:cNvPr>
          <p:cNvCxnSpPr>
            <a:cxnSpLocks/>
          </p:cNvCxnSpPr>
          <p:nvPr/>
        </p:nvCxnSpPr>
        <p:spPr>
          <a:xfrm flipV="1">
            <a:off x="6131995" y="5520895"/>
            <a:ext cx="812800" cy="21152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9887D0E-0A07-4759-90BA-97FE7DA61E98}"/>
              </a:ext>
            </a:extLst>
          </p:cNvPr>
          <p:cNvCxnSpPr>
            <a:cxnSpLocks/>
          </p:cNvCxnSpPr>
          <p:nvPr/>
        </p:nvCxnSpPr>
        <p:spPr>
          <a:xfrm flipH="1" flipV="1">
            <a:off x="5690670" y="5310753"/>
            <a:ext cx="440704" cy="424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/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66E4083-7EF8-4F99-8729-2E33CCDF4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704" y="5321466"/>
                <a:ext cx="386388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/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 dirty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58268A8-BFBD-4526-B3F2-F24B349B2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3711" y="5095248"/>
                <a:ext cx="391004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64" y="2926010"/>
                <a:ext cx="2071657" cy="95135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/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4C4885D9-81F0-4105-B2AD-A49F2CCAD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9776" y="5284102"/>
                <a:ext cx="830594" cy="400110"/>
              </a:xfrm>
              <a:prstGeom prst="rect">
                <a:avLst/>
              </a:prstGeom>
              <a:blipFill>
                <a:blip r:embed="rId10"/>
                <a:stretch>
                  <a:fillRect b="-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群組 21">
            <a:extLst>
              <a:ext uri="{FF2B5EF4-FFF2-40B4-BE49-F238E27FC236}">
                <a16:creationId xmlns:a16="http://schemas.microsoft.com/office/drawing/2014/main" id="{C81BC7C2-E257-4F42-9817-26DF68AFD2E9}"/>
              </a:ext>
            </a:extLst>
          </p:cNvPr>
          <p:cNvGrpSpPr/>
          <p:nvPr/>
        </p:nvGrpSpPr>
        <p:grpSpPr>
          <a:xfrm>
            <a:off x="3962459" y="4441532"/>
            <a:ext cx="666253" cy="711268"/>
            <a:chOff x="6394099" y="1329789"/>
            <a:chExt cx="1805559" cy="1927549"/>
          </a:xfrm>
        </p:grpSpPr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B31EA4FA-38D3-4AE2-A4C3-9A0D34FF1D7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6" name="箭號: 向右 25">
                <a:extLst>
                  <a:ext uri="{FF2B5EF4-FFF2-40B4-BE49-F238E27FC236}">
                    <a16:creationId xmlns:a16="http://schemas.microsoft.com/office/drawing/2014/main" id="{5CA7BE29-053C-470C-B9B9-1422568F30AE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箭號: 向右 26">
                <a:extLst>
                  <a:ext uri="{FF2B5EF4-FFF2-40B4-BE49-F238E27FC236}">
                    <a16:creationId xmlns:a16="http://schemas.microsoft.com/office/drawing/2014/main" id="{C202A97D-E1F0-449A-B047-679C78A2FCD5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/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AB3E3F81-A9C7-465C-A831-82ADA76646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4099" y="1329789"/>
                  <a:ext cx="1418593" cy="1149815"/>
                </a:xfrm>
                <a:prstGeom prst="rect">
                  <a:avLst/>
                </a:prstGeom>
                <a:blipFill>
                  <a:blip r:embed="rId11"/>
                  <a:stretch>
                    <a:fillRect b="-5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/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2000" dirty="0"/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C15B01A4-773F-4E0F-88DB-CAE29AAE6C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31569" y="2173033"/>
                  <a:ext cx="1068089" cy="1084305"/>
                </a:xfrm>
                <a:prstGeom prst="rect">
                  <a:avLst/>
                </a:prstGeom>
                <a:blipFill>
                  <a:blip r:embed="rId12"/>
                  <a:stretch>
                    <a:fillRect l="-4688" r="-6250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75081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/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22B65F26-8A9E-42E3-9ADD-CA5BA28211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325" y="3086678"/>
                <a:ext cx="1077282" cy="6115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/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8CCAF30D-3D81-4DEE-B63D-A904AA33F6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0656" y="2926010"/>
                <a:ext cx="2076466" cy="95135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圖片 15">
            <a:extLst>
              <a:ext uri="{FF2B5EF4-FFF2-40B4-BE49-F238E27FC236}">
                <a16:creationId xmlns:a16="http://schemas.microsoft.com/office/drawing/2014/main" id="{3949826F-3815-41AA-BFA4-CAD92015C46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312" b="10438"/>
          <a:stretch/>
        </p:blipFill>
        <p:spPr>
          <a:xfrm>
            <a:off x="3141245" y="4113798"/>
            <a:ext cx="2286000" cy="3514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3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AA4C4960-B250-4BC2-AE5E-CE7A7142A06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827" b="10506"/>
          <a:stretch/>
        </p:blipFill>
        <p:spPr>
          <a:xfrm>
            <a:off x="3148582" y="4078203"/>
            <a:ext cx="2286000" cy="354330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13" y="642463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81C873-8580-4878-A50B-DE6EC0DF544D}"/>
              </a:ext>
            </a:extLst>
          </p:cNvPr>
          <p:cNvSpPr/>
          <p:nvPr/>
        </p:nvSpPr>
        <p:spPr>
          <a:xfrm>
            <a:off x="5906478" y="6359451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67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380EA81-C5F8-4D79-838A-1520DA874E3D}"/>
              </a:ext>
            </a:extLst>
          </p:cNvPr>
          <p:cNvSpPr/>
          <p:nvPr/>
        </p:nvSpPr>
        <p:spPr>
          <a:xfrm>
            <a:off x="2144392" y="2847242"/>
            <a:ext cx="5617233" cy="5030638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8A063E4B-5939-4A6B-BBA1-577A84F295CD}"/>
              </a:ext>
            </a:extLst>
          </p:cNvPr>
          <p:cNvSpPr/>
          <p:nvPr/>
        </p:nvSpPr>
        <p:spPr>
          <a:xfrm>
            <a:off x="3178180" y="3948733"/>
            <a:ext cx="4445425" cy="3776843"/>
          </a:xfrm>
          <a:prstGeom prst="roundRect">
            <a:avLst>
              <a:gd name="adj" fmla="val 4125"/>
            </a:avLst>
          </a:prstGeom>
          <a:gradFill flip="none" rotWithShape="1">
            <a:gsLst>
              <a:gs pos="100000">
                <a:schemeClr val="bg1">
                  <a:lumMod val="95000"/>
                </a:schemeClr>
              </a:gs>
              <a:gs pos="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37158" tIns="18579" rIns="37158" bIns="1857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009B6563-DECD-4DFA-8D64-23AB9F94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6" b="10315"/>
          <a:stretch/>
        </p:blipFill>
        <p:spPr>
          <a:xfrm>
            <a:off x="3145416" y="4135495"/>
            <a:ext cx="2286000" cy="350232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/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F814741D-73B4-4BCC-A5CF-96247C4F6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7533" y="3086678"/>
                <a:ext cx="1393074" cy="611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/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b="1" i="1">
                                      <a:latin typeface="Cambria Math" panose="02040503050406030204" pitchFamily="18" charset="0"/>
                                    </a:rPr>
                                    <m:t>𝑸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altLang="zh-TW" sz="2000" b="1" i="1">
                                          <a:latin typeface="Cambria Math" panose="02040503050406030204" pitchFamily="18" charset="0"/>
                                        </a:rPr>
                                        <m:t>𝑸</m:t>
                                      </m:r>
                                    </m:sub>
                                    <m:sup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1" i="1">
                                              <a:latin typeface="Cambria Math" panose="02040503050406030204" pitchFamily="18" charset="0"/>
                                            </a:rPr>
                                            <m:t>𝒚</m:t>
                                          </m:r>
                                        </m:e>
                                      </m:acc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, 1</m:t>
                                      </m:r>
                                    </m:sup>
                                  </m:sSubSup>
                                  <m:sSup>
                                    <m:sSupPr>
                                      <m:ctrlP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1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𝑸</m:t>
                                      </m:r>
                                      <m:r>
                                        <a:rPr lang="en-US" altLang="zh-TW" sz="2000" i="1" dirty="0"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1" i="1" dirty="0">
                                              <a:latin typeface="Cambria Math" panose="02040503050406030204" pitchFamily="18" charset="0"/>
                                            </a:rPr>
                                            <m:t>𝑹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i="1" dirty="0">
                                              <a:latin typeface="Cambria Math" panose="02040503050406030204" pitchFamily="18" charset="0"/>
                                            </a:rPr>
                                            <m:t>𝑐</m:t>
                                          </m:r>
                                        </m:sub>
                                      </m:sSub>
                                    </m:sup>
                                  </m:s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en-US" altLang="zh-TW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18B0646-8D1C-436C-A556-9F62193082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56" y="2926010"/>
                <a:ext cx="2353786" cy="9513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/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24B1F99-7073-4C1C-ACB8-889E61687D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784" y="4812270"/>
                <a:ext cx="90576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/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8C1AAF93-9D59-4319-85FA-DD0E840BF5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42802" y="6667227"/>
                <a:ext cx="963725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矩形 37">
            <a:extLst>
              <a:ext uri="{FF2B5EF4-FFF2-40B4-BE49-F238E27FC236}">
                <a16:creationId xmlns:a16="http://schemas.microsoft.com/office/drawing/2014/main" id="{F28BAFE2-3078-4AA6-AADC-C1BA17E19EE5}"/>
              </a:ext>
            </a:extLst>
          </p:cNvPr>
          <p:cNvSpPr/>
          <p:nvPr/>
        </p:nvSpPr>
        <p:spPr>
          <a:xfrm>
            <a:off x="3574204" y="4561326"/>
            <a:ext cx="123623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ADD2564-9B12-46F7-93CC-A526FAF20331}"/>
              </a:ext>
            </a:extLst>
          </p:cNvPr>
          <p:cNvSpPr/>
          <p:nvPr/>
        </p:nvSpPr>
        <p:spPr>
          <a:xfrm>
            <a:off x="5906478" y="4561326"/>
            <a:ext cx="1236237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</a:t>
            </a:r>
          </a:p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Excitation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56573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4354</TotalTime>
  <Words>194</Words>
  <Application>Microsoft Office PowerPoint</Application>
  <PresentationFormat>自訂</PresentationFormat>
  <Paragraphs>108</Paragraphs>
  <Slides>11</Slides>
  <Notes>0</Notes>
  <HiddenSlides>10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53</cp:revision>
  <dcterms:created xsi:type="dcterms:W3CDTF">2026-05-22T09:21:35Z</dcterms:created>
  <dcterms:modified xsi:type="dcterms:W3CDTF">2026-05-26T08:11:14Z</dcterms:modified>
</cp:coreProperties>
</file>