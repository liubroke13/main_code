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0" r:id="rId3"/>
    <p:sldId id="274" r:id="rId4"/>
    <p:sldId id="273" r:id="rId5"/>
    <p:sldId id="275" r:id="rId6"/>
    <p:sldId id="276" r:id="rId7"/>
    <p:sldId id="265" r:id="rId8"/>
    <p:sldId id="269" r:id="rId9"/>
    <p:sldId id="270" r:id="rId10"/>
    <p:sldId id="271" r:id="rId11"/>
    <p:sldId id="272" r:id="rId12"/>
  </p:sldIdLst>
  <p:sldSz cx="9906000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11" autoAdjust="0"/>
    <p:restoredTop sz="94660"/>
  </p:normalViewPr>
  <p:slideViewPr>
    <p:cSldViewPr snapToGrid="0">
      <p:cViewPr>
        <p:scale>
          <a:sx n="50" d="100"/>
          <a:sy n="50" d="100"/>
        </p:scale>
        <p:origin x="2034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767462"/>
            <a:ext cx="8420100" cy="3759917"/>
          </a:xfrm>
        </p:spPr>
        <p:txBody>
          <a:bodyPr anchor="b"/>
          <a:lstStyle>
            <a:lvl1pPr algn="ctr"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5672376"/>
            <a:ext cx="7429500" cy="2607442"/>
          </a:xfrm>
        </p:spPr>
        <p:txBody>
          <a:bodyPr/>
          <a:lstStyle>
            <a:lvl1pPr marL="0" indent="0" algn="ctr">
              <a:buNone/>
              <a:defRPr sz="2600"/>
            </a:lvl1pPr>
            <a:lvl2pPr marL="495285" indent="0" algn="ctr">
              <a:buNone/>
              <a:defRPr sz="2167"/>
            </a:lvl2pPr>
            <a:lvl3pPr marL="990570" indent="0" algn="ctr">
              <a:buNone/>
              <a:defRPr sz="1950"/>
            </a:lvl3pPr>
            <a:lvl4pPr marL="1485854" indent="0" algn="ctr">
              <a:buNone/>
              <a:defRPr sz="1733"/>
            </a:lvl4pPr>
            <a:lvl5pPr marL="1981139" indent="0" algn="ctr">
              <a:buNone/>
              <a:defRPr sz="1733"/>
            </a:lvl5pPr>
            <a:lvl6pPr marL="2476424" indent="0" algn="ctr">
              <a:buNone/>
              <a:defRPr sz="1733"/>
            </a:lvl6pPr>
            <a:lvl7pPr marL="2971709" indent="0" algn="ctr">
              <a:buNone/>
              <a:defRPr sz="1733"/>
            </a:lvl7pPr>
            <a:lvl8pPr marL="3466993" indent="0" algn="ctr">
              <a:buNone/>
              <a:defRPr sz="1733"/>
            </a:lvl8pPr>
            <a:lvl9pPr marL="3962278" indent="0" algn="ctr">
              <a:buNone/>
              <a:defRPr sz="1733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048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2347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2692444"/>
            <a:ext cx="8543925" cy="4492401"/>
          </a:xfrm>
        </p:spPr>
        <p:txBody>
          <a:bodyPr anchor="b"/>
          <a:lstStyle>
            <a:lvl1pPr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7227345"/>
            <a:ext cx="8543925" cy="2362447"/>
          </a:xfrm>
        </p:spPr>
        <p:txBody>
          <a:bodyPr/>
          <a:lstStyle>
            <a:lvl1pPr marL="0" indent="0">
              <a:buNone/>
              <a:defRPr sz="2600">
                <a:solidFill>
                  <a:schemeClr val="tx1"/>
                </a:solidFill>
              </a:defRPr>
            </a:lvl1pPr>
            <a:lvl2pPr marL="495285" indent="0">
              <a:buNone/>
              <a:defRPr sz="2167">
                <a:solidFill>
                  <a:schemeClr val="tx1">
                    <a:tint val="75000"/>
                  </a:schemeClr>
                </a:solidFill>
              </a:defRPr>
            </a:lvl2pPr>
            <a:lvl3pPr marL="99057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3pPr>
            <a:lvl4pPr marL="148585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4pPr>
            <a:lvl5pPr marL="198113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5pPr>
            <a:lvl6pPr marL="247642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6pPr>
            <a:lvl7pPr marL="297170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7pPr>
            <a:lvl8pPr marL="3466993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8pPr>
            <a:lvl9pPr marL="3962278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1825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6949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574990"/>
            <a:ext cx="8543925" cy="208745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2647443"/>
            <a:ext cx="4190702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3944914"/>
            <a:ext cx="4190702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2647443"/>
            <a:ext cx="4211340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3944914"/>
            <a:ext cx="4211340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1697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0446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9548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1554968"/>
            <a:ext cx="5014913" cy="7674832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333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1554968"/>
            <a:ext cx="5014913" cy="7674832"/>
          </a:xfrm>
        </p:spPr>
        <p:txBody>
          <a:bodyPr anchor="t"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1035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2793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574987"/>
            <a:ext cx="2135981" cy="91523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574987"/>
            <a:ext cx="6284119" cy="91523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4331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574990"/>
            <a:ext cx="8543925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2874937"/>
            <a:ext cx="8543925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272A4-1B6B-4C0A-B74D-70EF2D8C7D5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10009783"/>
            <a:ext cx="334327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114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90570" rtl="0" eaLnBrk="1" latinLnBrk="0" hangingPunct="1">
        <a:lnSpc>
          <a:spcPct val="90000"/>
        </a:lnSpc>
        <a:spcBef>
          <a:spcPct val="0"/>
        </a:spcBef>
        <a:buNone/>
        <a:defRPr sz="47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7642" indent="-247642" algn="l" defTabSz="99057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033" kern="1200">
          <a:solidFill>
            <a:schemeClr val="tx1"/>
          </a:solidFill>
          <a:latin typeface="+mn-lt"/>
          <a:ea typeface="+mn-ea"/>
          <a:cs typeface="+mn-cs"/>
        </a:defRPr>
      </a:lvl1pPr>
      <a:lvl2pPr marL="74292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38212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3pPr>
      <a:lvl4pPr marL="173349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222878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72406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321935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71463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4209920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39" Type="http://schemas.openxmlformats.org/officeDocument/2006/relationships/image" Target="../media/image54.png"/><Relationship Id="rId21" Type="http://schemas.openxmlformats.org/officeDocument/2006/relationships/image" Target="../media/image51.png"/><Relationship Id="rId34" Type="http://schemas.openxmlformats.org/officeDocument/2006/relationships/image" Target="../media/image45.png"/><Relationship Id="rId42" Type="http://schemas.openxmlformats.org/officeDocument/2006/relationships/image" Target="../media/image59.png"/><Relationship Id="rId7" Type="http://schemas.openxmlformats.org/officeDocument/2006/relationships/image" Target="../media/image38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33" Type="http://schemas.openxmlformats.org/officeDocument/2006/relationships/image" Target="../media/image34.png"/><Relationship Id="rId38" Type="http://schemas.openxmlformats.org/officeDocument/2006/relationships/image" Target="../media/image53.png"/><Relationship Id="rId2" Type="http://schemas.openxmlformats.org/officeDocument/2006/relationships/image" Target="../media/image6.png"/><Relationship Id="rId29" Type="http://schemas.openxmlformats.org/officeDocument/2006/relationships/image" Target="../media/image24.png"/><Relationship Id="rId41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1.png"/><Relationship Id="rId32" Type="http://schemas.openxmlformats.org/officeDocument/2006/relationships/image" Target="../media/image33.png"/><Relationship Id="rId37" Type="http://schemas.openxmlformats.org/officeDocument/2006/relationships/image" Target="../media/image50.png"/><Relationship Id="rId40" Type="http://schemas.openxmlformats.org/officeDocument/2006/relationships/image" Target="../media/image57.png"/><Relationship Id="rId5" Type="http://schemas.openxmlformats.org/officeDocument/2006/relationships/image" Target="../media/image36.png"/><Relationship Id="rId28" Type="http://schemas.openxmlformats.org/officeDocument/2006/relationships/image" Target="../media/image23.png"/><Relationship Id="rId36" Type="http://schemas.openxmlformats.org/officeDocument/2006/relationships/image" Target="../media/image49.png"/><Relationship Id="rId10" Type="http://schemas.openxmlformats.org/officeDocument/2006/relationships/image" Target="../media/image41.png"/><Relationship Id="rId31" Type="http://schemas.openxmlformats.org/officeDocument/2006/relationships/image" Target="../media/image29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Relationship Id="rId27" Type="http://schemas.openxmlformats.org/officeDocument/2006/relationships/image" Target="../media/image22.png"/><Relationship Id="rId30" Type="http://schemas.openxmlformats.org/officeDocument/2006/relationships/image" Target="../media/image28.png"/><Relationship Id="rId35" Type="http://schemas.openxmlformats.org/officeDocument/2006/relationships/image" Target="../media/image46.png"/><Relationship Id="rId43" Type="http://schemas.openxmlformats.org/officeDocument/2006/relationships/image" Target="../media/image60.png"/><Relationship Id="rId8" Type="http://schemas.openxmlformats.org/officeDocument/2006/relationships/image" Target="../media/image39.png"/><Relationship Id="rId3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0.png"/><Relationship Id="rId5" Type="http://schemas.openxmlformats.org/officeDocument/2006/relationships/image" Target="../media/image340.png"/><Relationship Id="rId4" Type="http://schemas.openxmlformats.org/officeDocument/2006/relationships/image" Target="../media/image6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1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11" Type="http://schemas.openxmlformats.org/officeDocument/2006/relationships/image" Target="../media/image16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7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群組 43">
            <a:extLst>
              <a:ext uri="{FF2B5EF4-FFF2-40B4-BE49-F238E27FC236}">
                <a16:creationId xmlns:a16="http://schemas.microsoft.com/office/drawing/2014/main" id="{BEEFD004-18A9-4025-A01D-76EFFE4EBFC7}"/>
              </a:ext>
            </a:extLst>
          </p:cNvPr>
          <p:cNvGrpSpPr/>
          <p:nvPr/>
        </p:nvGrpSpPr>
        <p:grpSpPr>
          <a:xfrm>
            <a:off x="2719689" y="4529036"/>
            <a:ext cx="4466643" cy="1741711"/>
            <a:chOff x="2723641" y="2922813"/>
            <a:chExt cx="4466643" cy="1741711"/>
          </a:xfrm>
        </p:grpSpPr>
        <p:sp>
          <p:nvSpPr>
            <p:cNvPr id="36" name="矩形: 圓角 35">
              <a:extLst>
                <a:ext uri="{FF2B5EF4-FFF2-40B4-BE49-F238E27FC236}">
                  <a16:creationId xmlns:a16="http://schemas.microsoft.com/office/drawing/2014/main" id="{E60C8961-39A3-406D-BBF9-2931EAC49EEF}"/>
                </a:ext>
              </a:extLst>
            </p:cNvPr>
            <p:cNvSpPr/>
            <p:nvPr/>
          </p:nvSpPr>
          <p:spPr>
            <a:xfrm>
              <a:off x="2723641" y="2923157"/>
              <a:ext cx="4458717" cy="1741367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DF0EB520-1ACB-4F3D-8406-CD5C0D65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117" b="63909"/>
            <a:stretch/>
          </p:blipFill>
          <p:spPr>
            <a:xfrm>
              <a:off x="4905413" y="2922813"/>
              <a:ext cx="2284871" cy="171268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/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1" i="1" dirty="0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sub>
                                    </m:sSub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/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箭號: 向右 39">
              <a:extLst>
                <a:ext uri="{FF2B5EF4-FFF2-40B4-BE49-F238E27FC236}">
                  <a16:creationId xmlns:a16="http://schemas.microsoft.com/office/drawing/2014/main" id="{3B26685E-3A51-45E8-BCF7-50D246C56B01}"/>
                </a:ext>
              </a:extLst>
            </p:cNvPr>
            <p:cNvSpPr/>
            <p:nvPr/>
          </p:nvSpPr>
          <p:spPr>
            <a:xfrm>
              <a:off x="5923007" y="3751316"/>
              <a:ext cx="122846" cy="35583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41" name="箭號: 向右 40">
              <a:extLst>
                <a:ext uri="{FF2B5EF4-FFF2-40B4-BE49-F238E27FC236}">
                  <a16:creationId xmlns:a16="http://schemas.microsoft.com/office/drawing/2014/main" id="{7EF8F9B9-3935-41B7-A75F-315D7FC4CED0}"/>
                </a:ext>
              </a:extLst>
            </p:cNvPr>
            <p:cNvSpPr/>
            <p:nvPr/>
          </p:nvSpPr>
          <p:spPr>
            <a:xfrm rot="16200000">
              <a:off x="5871631" y="3699799"/>
              <a:ext cx="118561" cy="3686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/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blipFill>
                  <a:blip r:embed="rId5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/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23472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>
            <a:extLst>
              <a:ext uri="{FF2B5EF4-FFF2-40B4-BE49-F238E27FC236}">
                <a16:creationId xmlns:a16="http://schemas.microsoft.com/office/drawing/2014/main" id="{96AEE606-E0D9-4D99-BCEB-12966994939B}"/>
              </a:ext>
            </a:extLst>
          </p:cNvPr>
          <p:cNvGrpSpPr/>
          <p:nvPr/>
        </p:nvGrpSpPr>
        <p:grpSpPr>
          <a:xfrm>
            <a:off x="2155223" y="3051317"/>
            <a:ext cx="5595554" cy="4697128"/>
            <a:chOff x="2127453" y="288758"/>
            <a:chExt cx="5595554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27453" y="288758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178171" y="114281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AF7ECFBE-D771-47C2-8DDD-1E9C625AC9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496" b="55006"/>
            <a:stretch/>
          </p:blipFill>
          <p:spPr>
            <a:xfrm>
              <a:off x="5182786" y="1324814"/>
              <a:ext cx="2540221" cy="1549400"/>
            </a:xfrm>
            <a:prstGeom prst="rect">
              <a:avLst/>
            </a:prstGeom>
          </p:spPr>
        </p:pic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8E22D44F-F8D1-4FF5-9D3C-8AF28CDFEE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804" b="6188"/>
            <a:stretch/>
          </p:blipFill>
          <p:spPr>
            <a:xfrm>
              <a:off x="5181097" y="3206091"/>
              <a:ext cx="2540221" cy="1626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/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線單箭頭接點 38">
              <a:extLst>
                <a:ext uri="{FF2B5EF4-FFF2-40B4-BE49-F238E27FC236}">
                  <a16:creationId xmlns:a16="http://schemas.microsoft.com/office/drawing/2014/main" id="{7B8FF39B-6713-43E1-BFE6-934FD11BA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1996" y="2714979"/>
              <a:ext cx="812800" cy="21152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D869CBC3-D5CA-4342-B23F-B0D666437D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90671" y="2504837"/>
              <a:ext cx="440704" cy="4247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/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/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C27BC22D-C668-41B6-8EDD-9195962D74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884" b="10000"/>
            <a:stretch/>
          </p:blipFill>
          <p:spPr>
            <a:xfrm>
              <a:off x="3145166" y="1286544"/>
              <a:ext cx="2284871" cy="3574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/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群組 47">
              <a:extLst>
                <a:ext uri="{FF2B5EF4-FFF2-40B4-BE49-F238E27FC236}">
                  <a16:creationId xmlns:a16="http://schemas.microsoft.com/office/drawing/2014/main" id="{3B72B3F2-70B1-4611-B50C-5ADC21FDAAA1}"/>
                </a:ext>
              </a:extLst>
            </p:cNvPr>
            <p:cNvGrpSpPr/>
            <p:nvPr/>
          </p:nvGrpSpPr>
          <p:grpSpPr>
            <a:xfrm>
              <a:off x="3962450" y="1635626"/>
              <a:ext cx="666253" cy="711268"/>
              <a:chOff x="6394099" y="1329789"/>
              <a:chExt cx="1805559" cy="1927549"/>
            </a:xfrm>
          </p:grpSpPr>
          <p:grpSp>
            <p:nvGrpSpPr>
              <p:cNvPr id="50" name="群組 49">
                <a:extLst>
                  <a:ext uri="{FF2B5EF4-FFF2-40B4-BE49-F238E27FC236}">
                    <a16:creationId xmlns:a16="http://schemas.microsoft.com/office/drawing/2014/main" id="{A6854366-CCD5-4209-AD56-5FF4AD89E9CE}"/>
                  </a:ext>
                </a:extLst>
              </p:cNvPr>
              <p:cNvGrpSpPr/>
              <p:nvPr/>
            </p:nvGrpSpPr>
            <p:grpSpPr>
              <a:xfrm>
                <a:off x="6929132" y="2420541"/>
                <a:ext cx="361452" cy="346736"/>
                <a:chOff x="1373392" y="2391862"/>
                <a:chExt cx="479433" cy="476535"/>
              </a:xfrm>
            </p:grpSpPr>
            <p:sp>
              <p:nvSpPr>
                <p:cNvPr id="53" name="箭號: 向右 52">
                  <a:extLst>
                    <a:ext uri="{FF2B5EF4-FFF2-40B4-BE49-F238E27FC236}">
                      <a16:creationId xmlns:a16="http://schemas.microsoft.com/office/drawing/2014/main" id="{220B1E1A-5B15-4617-8E08-A4436B72CA32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箭號: 向右 53">
                  <a:extLst>
                    <a:ext uri="{FF2B5EF4-FFF2-40B4-BE49-F238E27FC236}">
                      <a16:creationId xmlns:a16="http://schemas.microsoft.com/office/drawing/2014/main" id="{AB330D8F-F24B-42EA-AFD1-8E72875C6933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字方塊 50">
                    <a:extLst>
                      <a:ext uri="{FF2B5EF4-FFF2-40B4-BE49-F238E27FC236}">
                        <a16:creationId xmlns:a16="http://schemas.microsoft.com/office/drawing/2014/main" id="{32445C7A-3444-46DF-A5DB-D518BEBEC934}"/>
                      </a:ext>
                    </a:extLst>
                  </p:cNvPr>
                  <p:cNvSpPr txBox="1"/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4" name="文字方塊 23">
                    <a:extLst>
                      <a:ext uri="{FF2B5EF4-FFF2-40B4-BE49-F238E27FC236}">
                        <a16:creationId xmlns:a16="http://schemas.microsoft.com/office/drawing/2014/main" id="{AB3E3F81-A9C7-465C-A831-82ADA76646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字方塊 51">
                    <a:extLst>
                      <a:ext uri="{FF2B5EF4-FFF2-40B4-BE49-F238E27FC236}">
                        <a16:creationId xmlns:a16="http://schemas.microsoft.com/office/drawing/2014/main" id="{10A0CF30-AF1E-4025-84E0-342B6DF6AE9A}"/>
                      </a:ext>
                    </a:extLst>
                  </p:cNvPr>
                  <p:cNvSpPr txBox="1"/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C15B01A4-773F-4E0F-88DB-CAE29AAE6C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688" r="-625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15"/>
                  <a:stretch>
                    <a:fillRect l="-613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6520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1D0DE40D-2A50-4605-BC6A-234E4428AA25}"/>
              </a:ext>
            </a:extLst>
          </p:cNvPr>
          <p:cNvGrpSpPr/>
          <p:nvPr/>
        </p:nvGrpSpPr>
        <p:grpSpPr>
          <a:xfrm>
            <a:off x="2155224" y="3051317"/>
            <a:ext cx="5595822" cy="4697128"/>
            <a:chOff x="2155224" y="3051317"/>
            <a:chExt cx="5595822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1227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9" name="圖片 28">
              <a:extLst>
                <a:ext uri="{FF2B5EF4-FFF2-40B4-BE49-F238E27FC236}">
                  <a16:creationId xmlns:a16="http://schemas.microsoft.com/office/drawing/2014/main" id="{11119672-E923-4EC1-B7EF-9A0390496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93" b="54478"/>
            <a:stretch/>
          </p:blipFill>
          <p:spPr>
            <a:xfrm>
              <a:off x="5209446" y="4030834"/>
              <a:ext cx="2541600" cy="163830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585DC0A3-34F6-4BF7-B8DF-1E0E7CF5D8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8148" b="9630"/>
            <a:stretch/>
          </p:blipFill>
          <p:spPr>
            <a:xfrm>
              <a:off x="3170575" y="4068571"/>
              <a:ext cx="2284871" cy="3581400"/>
            </a:xfrm>
            <a:prstGeom prst="rect">
              <a:avLst/>
            </a:prstGeom>
          </p:spPr>
        </p:pic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14EE7596-E223-40B0-8246-781D438BE5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2950" b="6319"/>
            <a:stretch/>
          </p:blipFill>
          <p:spPr>
            <a:xfrm>
              <a:off x="5206218" y="6030223"/>
              <a:ext cx="2541600" cy="15621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7060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6A8B6DAC-B82F-4B24-88E1-06AD6B5DAAD5}"/>
              </a:ext>
            </a:extLst>
          </p:cNvPr>
          <p:cNvGrpSpPr/>
          <p:nvPr/>
        </p:nvGrpSpPr>
        <p:grpSpPr>
          <a:xfrm>
            <a:off x="2155224" y="3051317"/>
            <a:ext cx="5644790" cy="5261470"/>
            <a:chOff x="2155224" y="3051317"/>
            <a:chExt cx="5644790" cy="5261470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altLang="zh-TW" sz="2400" b="1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𝑖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3681" t="-725" r="-55828"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E7706AB7-B1FF-451B-BDE1-C4DA88E8E9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883" b="52601"/>
            <a:stretch/>
          </p:blipFill>
          <p:spPr>
            <a:xfrm>
              <a:off x="5200460" y="3961407"/>
              <a:ext cx="2541600" cy="18053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7FFB8CAE-5BD5-4FDD-8BC8-47FD3F04F5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682"/>
            <a:stretch/>
          </p:blipFill>
          <p:spPr>
            <a:xfrm>
              <a:off x="3167632" y="4039045"/>
              <a:ext cx="2286000" cy="4273742"/>
            </a:xfrm>
            <a:prstGeom prst="rect">
              <a:avLst/>
            </a:prstGeom>
          </p:spPr>
        </p:pic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9432517-D3D6-45FF-947A-CF6A9862C2A7}"/>
                </a:ext>
              </a:extLst>
            </p:cNvPr>
            <p:cNvSpPr/>
            <p:nvPr/>
          </p:nvSpPr>
          <p:spPr>
            <a:xfrm>
              <a:off x="3593263" y="639288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41CA3F9-32EA-4583-A658-F840207D469E}"/>
                </a:ext>
              </a:extLst>
            </p:cNvPr>
            <p:cNvSpPr/>
            <p:nvPr/>
          </p:nvSpPr>
          <p:spPr>
            <a:xfrm>
              <a:off x="5925528" y="632770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260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9724B8A8-BA64-4478-A475-0E5642004DC1}"/>
              </a:ext>
            </a:extLst>
          </p:cNvPr>
          <p:cNvSpPr/>
          <p:nvPr/>
        </p:nvSpPr>
        <p:spPr>
          <a:xfrm>
            <a:off x="2155224" y="3051317"/>
            <a:ext cx="5563131" cy="469712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B8DEB190-8127-4BD2-B995-7B01A5155BEE}"/>
              </a:ext>
            </a:extLst>
          </p:cNvPr>
          <p:cNvSpPr/>
          <p:nvPr/>
        </p:nvSpPr>
        <p:spPr>
          <a:xfrm>
            <a:off x="3205942" y="3905377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/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/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/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/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4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24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blipFill>
                <a:blip r:embed="rId6"/>
                <a:stretch>
                  <a:fillRect l="-3681" t="-725" r="-55828"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圖片 16">
            <a:extLst>
              <a:ext uri="{FF2B5EF4-FFF2-40B4-BE49-F238E27FC236}">
                <a16:creationId xmlns:a16="http://schemas.microsoft.com/office/drawing/2014/main" id="{7E641CDA-617F-4F05-85AF-0D4B76E35E8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5202596" y="5988851"/>
            <a:ext cx="2541600" cy="1663701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B4D0EDC3-DF15-46B8-9DB7-E31F73DA8DE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3164225" y="4050599"/>
            <a:ext cx="2284871" cy="3619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6E2766ED-AEFB-4E00-A7FB-85BC836586AD}"/>
              </a:ext>
            </a:extLst>
          </p:cNvPr>
          <p:cNvSpPr/>
          <p:nvPr/>
        </p:nvSpPr>
        <p:spPr>
          <a:xfrm>
            <a:off x="3593254" y="452957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4DEB0A-AE87-4B29-AEFF-94C510CE7B7E}"/>
              </a:ext>
            </a:extLst>
          </p:cNvPr>
          <p:cNvSpPr/>
          <p:nvPr/>
        </p:nvSpPr>
        <p:spPr>
          <a:xfrm>
            <a:off x="5925528" y="452957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67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2D0D7598-96E4-4263-80D0-A0A277F244E7}"/>
              </a:ext>
            </a:extLst>
          </p:cNvPr>
          <p:cNvSpPr/>
          <p:nvPr/>
        </p:nvSpPr>
        <p:spPr>
          <a:xfrm>
            <a:off x="0" y="12363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圓角 61">
            <a:extLst>
              <a:ext uri="{FF2B5EF4-FFF2-40B4-BE49-F238E27FC236}">
                <a16:creationId xmlns:a16="http://schemas.microsoft.com/office/drawing/2014/main" id="{60966188-E876-42D2-A6B4-23BE2EE5DECF}"/>
              </a:ext>
            </a:extLst>
          </p:cNvPr>
          <p:cNvSpPr/>
          <p:nvPr/>
        </p:nvSpPr>
        <p:spPr>
          <a:xfrm>
            <a:off x="892876" y="1882264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3" name="圖片 62">
            <a:extLst>
              <a:ext uri="{FF2B5EF4-FFF2-40B4-BE49-F238E27FC236}">
                <a16:creationId xmlns:a16="http://schemas.microsoft.com/office/drawing/2014/main" id="{DCB1C2BC-0169-4480-B1DC-D5B78BA0A5F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6" b="55006"/>
          <a:stretch/>
        </p:blipFill>
        <p:spPr>
          <a:xfrm>
            <a:off x="2615247" y="1917593"/>
            <a:ext cx="2246939" cy="1370513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39945702-86A4-440F-8EAE-345078CD19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04" b="6188"/>
          <a:stretch/>
        </p:blipFill>
        <p:spPr>
          <a:xfrm>
            <a:off x="2613753" y="3581666"/>
            <a:ext cx="2246939" cy="143839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/>
              <p:nvPr/>
            </p:nvSpPr>
            <p:spPr>
              <a:xfrm>
                <a:off x="1357999" y="135235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999" y="1352357"/>
                <a:ext cx="1070998" cy="5551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/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08B4719D-FB3D-4053-ADB0-7A75F5E6F383}"/>
              </a:ext>
            </a:extLst>
          </p:cNvPr>
          <p:cNvCxnSpPr>
            <a:cxnSpLocks/>
          </p:cNvCxnSpPr>
          <p:nvPr/>
        </p:nvCxnSpPr>
        <p:spPr>
          <a:xfrm flipV="1">
            <a:off x="3454866" y="3147256"/>
            <a:ext cx="718958" cy="1871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11AC555-F7EE-4268-B690-9C79C14EABF0}"/>
              </a:ext>
            </a:extLst>
          </p:cNvPr>
          <p:cNvCxnSpPr>
            <a:cxnSpLocks/>
          </p:cNvCxnSpPr>
          <p:nvPr/>
        </p:nvCxnSpPr>
        <p:spPr>
          <a:xfrm flipH="1" flipV="1">
            <a:off x="3064494" y="2961376"/>
            <a:ext cx="389822" cy="375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/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/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  <a:blipFill>
                <a:blip r:embed="rId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/>
              <p:nvPr/>
            </p:nvSpPr>
            <p:spPr>
              <a:xfrm>
                <a:off x="3017747" y="1218731"/>
                <a:ext cx="1803699" cy="6887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supHide m:val="on"/>
                                  <m:ctrlPr>
                                    <a:rPr lang="en-US" altLang="zh-TW" sz="160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16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1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TW" altLang="en-US" sz="1600" b="1" i="1">
                                              <a:latin typeface="Cambria Math" panose="02040503050406030204" pitchFamily="18" charset="0"/>
                                            </a:rPr>
                                            <m:t>𝜺</m:t>
                                          </m:r>
                                        </m:e>
                                      </m:acc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,0</m:t>
                                      </m:r>
                                    </m:sup>
                                  </m:sSubSup>
                                </m:e>
                              </m:nary>
                              <m:sSup>
                                <m:sSupPr>
                                  <m:ctrlP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600" b="1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𝑸</m:t>
                                  </m:r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b="1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16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7747" y="1218731"/>
                <a:ext cx="1803699" cy="6887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/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/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4" name="圖片 73">
            <a:extLst>
              <a:ext uri="{FF2B5EF4-FFF2-40B4-BE49-F238E27FC236}">
                <a16:creationId xmlns:a16="http://schemas.microsoft.com/office/drawing/2014/main" id="{E98E170C-C2D0-4B7C-9F4A-BC0421162D1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84" b="10000"/>
          <a:stretch/>
        </p:blipFill>
        <p:spPr>
          <a:xfrm>
            <a:off x="812882" y="1883741"/>
            <a:ext cx="2021070" cy="31614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/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blipFill>
                <a:blip r:embed="rId12"/>
                <a:stretch>
                  <a:fillRect r="-833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群組 77">
            <a:extLst>
              <a:ext uri="{FF2B5EF4-FFF2-40B4-BE49-F238E27FC236}">
                <a16:creationId xmlns:a16="http://schemas.microsoft.com/office/drawing/2014/main" id="{7C688A0A-8B76-4DC0-97D0-475EE828C4AD}"/>
              </a:ext>
            </a:extLst>
          </p:cNvPr>
          <p:cNvGrpSpPr/>
          <p:nvPr/>
        </p:nvGrpSpPr>
        <p:grpSpPr>
          <a:xfrm>
            <a:off x="1710439" y="2548539"/>
            <a:ext cx="117977" cy="113174"/>
            <a:chOff x="1373392" y="2391862"/>
            <a:chExt cx="479433" cy="476535"/>
          </a:xfrm>
        </p:grpSpPr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4F374CAF-28C0-440A-AE87-5DE9EA5ABDC4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82" name="箭號: 向右 81">
              <a:extLst>
                <a:ext uri="{FF2B5EF4-FFF2-40B4-BE49-F238E27FC236}">
                  <a16:creationId xmlns:a16="http://schemas.microsoft.com/office/drawing/2014/main" id="{8A99D3E6-D66E-483E-BBB3-40EECCA5EAA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/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blipFill>
                <a:blip r:embed="rId13"/>
                <a:stretch>
                  <a:fillRect l="-3947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/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blipFill>
                <a:blip r:embed="rId14"/>
                <a:stretch>
                  <a:fillRect l="-384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5DC4C0D8-3763-48F5-B884-044DC405D1D3}"/>
              </a:ext>
            </a:extLst>
          </p:cNvPr>
          <p:cNvSpPr/>
          <p:nvPr/>
        </p:nvSpPr>
        <p:spPr>
          <a:xfrm>
            <a:off x="4958510" y="123364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61EF4C23-BE7A-4C30-ABC5-22678108388D}"/>
              </a:ext>
            </a:extLst>
          </p:cNvPr>
          <p:cNvSpPr/>
          <p:nvPr/>
        </p:nvSpPr>
        <p:spPr>
          <a:xfrm>
            <a:off x="5851386" y="1879599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/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/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A27A08-93FB-482D-9BD3-3230D7EA929D}"/>
              </a:ext>
            </a:extLst>
          </p:cNvPr>
          <p:cNvSpPr/>
          <p:nvPr/>
        </p:nvSpPr>
        <p:spPr>
          <a:xfrm>
            <a:off x="-7163" y="587337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5846A9D9-5944-4380-8E66-234F37EB6EE9}"/>
              </a:ext>
            </a:extLst>
          </p:cNvPr>
          <p:cNvSpPr/>
          <p:nvPr/>
        </p:nvSpPr>
        <p:spPr>
          <a:xfrm>
            <a:off x="885713" y="6519329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/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/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D72C397B-56F1-4A0B-AB83-AB14833275AE}"/>
              </a:ext>
            </a:extLst>
          </p:cNvPr>
          <p:cNvSpPr/>
          <p:nvPr/>
        </p:nvSpPr>
        <p:spPr>
          <a:xfrm>
            <a:off x="4951347" y="58707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3E40BA28-B9B3-4967-98C6-C3DCA47C9B61}"/>
              </a:ext>
            </a:extLst>
          </p:cNvPr>
          <p:cNvSpPr/>
          <p:nvPr/>
        </p:nvSpPr>
        <p:spPr>
          <a:xfrm>
            <a:off x="5844223" y="6516664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/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/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8" name="圖片 147">
            <a:extLst>
              <a:ext uri="{FF2B5EF4-FFF2-40B4-BE49-F238E27FC236}">
                <a16:creationId xmlns:a16="http://schemas.microsoft.com/office/drawing/2014/main" id="{0AF683EF-DC1A-46BB-BE4A-26ED9236279F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93" b="54478"/>
          <a:stretch/>
        </p:blipFill>
        <p:spPr>
          <a:xfrm>
            <a:off x="7572104" y="1862817"/>
            <a:ext cx="2246400" cy="1448017"/>
          </a:xfrm>
          <a:prstGeom prst="rect">
            <a:avLst/>
          </a:prstGeom>
        </p:spPr>
      </p:pic>
      <p:pic>
        <p:nvPicPr>
          <p:cNvPr id="149" name="圖片 148">
            <a:extLst>
              <a:ext uri="{FF2B5EF4-FFF2-40B4-BE49-F238E27FC236}">
                <a16:creationId xmlns:a16="http://schemas.microsoft.com/office/drawing/2014/main" id="{F943ED23-3740-49E3-A7EA-55D2C2040E6A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148" b="9630"/>
          <a:stretch/>
        </p:blipFill>
        <p:spPr>
          <a:xfrm>
            <a:off x="5774028" y="1896096"/>
            <a:ext cx="2019600" cy="3165604"/>
          </a:xfrm>
          <a:prstGeom prst="rect">
            <a:avLst/>
          </a:prstGeom>
        </p:spPr>
      </p:pic>
      <p:pic>
        <p:nvPicPr>
          <p:cNvPr id="150" name="圖片 149">
            <a:extLst>
              <a:ext uri="{FF2B5EF4-FFF2-40B4-BE49-F238E27FC236}">
                <a16:creationId xmlns:a16="http://schemas.microsoft.com/office/drawing/2014/main" id="{E60AD9D3-5D98-49D9-84C3-A77B77FC1378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950" b="6319"/>
          <a:stretch/>
        </p:blipFill>
        <p:spPr>
          <a:xfrm>
            <a:off x="7569257" y="3626073"/>
            <a:ext cx="2246400" cy="1380667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8C84E35F-BCC2-45E3-9DB6-43CE5D7DBF00}"/>
              </a:ext>
            </a:extLst>
          </p:cNvPr>
          <p:cNvPicPr>
            <a:picLocks noChangeAspect="1"/>
          </p:cNvPicPr>
          <p:nvPr/>
        </p:nvPicPr>
        <p:blipFill rotWithShape="1">
          <a:blip r:embed="rId3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83" b="52601"/>
          <a:stretch/>
        </p:blipFill>
        <p:spPr>
          <a:xfrm>
            <a:off x="2611463" y="6440722"/>
            <a:ext cx="2246400" cy="1595676"/>
          </a:xfrm>
          <a:prstGeom prst="rect">
            <a:avLst/>
          </a:prstGeom>
        </p:spPr>
      </p:pic>
      <p:pic>
        <p:nvPicPr>
          <p:cNvPr id="152" name="圖片 151">
            <a:extLst>
              <a:ext uri="{FF2B5EF4-FFF2-40B4-BE49-F238E27FC236}">
                <a16:creationId xmlns:a16="http://schemas.microsoft.com/office/drawing/2014/main" id="{9F6B631C-71C0-4B7F-A74F-868F25176BFD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682" b="10546"/>
          <a:stretch/>
        </p:blipFill>
        <p:spPr>
          <a:xfrm>
            <a:off x="808045" y="6509598"/>
            <a:ext cx="2019600" cy="3136719"/>
          </a:xfrm>
          <a:prstGeom prst="rect">
            <a:avLst/>
          </a:prstGeom>
        </p:spPr>
      </p:pic>
      <p:sp>
        <p:nvSpPr>
          <p:cNvPr id="153" name="矩形 152">
            <a:extLst>
              <a:ext uri="{FF2B5EF4-FFF2-40B4-BE49-F238E27FC236}">
                <a16:creationId xmlns:a16="http://schemas.microsoft.com/office/drawing/2014/main" id="{BFB7CE11-E7D2-4C9F-BF66-3D140502646A}"/>
              </a:ext>
            </a:extLst>
          </p:cNvPr>
          <p:cNvSpPr/>
          <p:nvPr/>
        </p:nvSpPr>
        <p:spPr>
          <a:xfrm>
            <a:off x="1185643" y="8597798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EE27C5D0-F1CC-40FE-BFC8-0813FDC35426}"/>
              </a:ext>
            </a:extLst>
          </p:cNvPr>
          <p:cNvSpPr/>
          <p:nvPr/>
        </p:nvSpPr>
        <p:spPr>
          <a:xfrm>
            <a:off x="3254706" y="8539974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5" name="圖片 154">
            <a:extLst>
              <a:ext uri="{FF2B5EF4-FFF2-40B4-BE49-F238E27FC236}">
                <a16:creationId xmlns:a16="http://schemas.microsoft.com/office/drawing/2014/main" id="{A0273641-4D01-4DE3-823F-622661EA125F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7563816" y="8224671"/>
            <a:ext cx="2246400" cy="1470467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46DDE56D-F31C-4881-A467-666B7925A253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5768707" y="6517732"/>
            <a:ext cx="2019600" cy="3199280"/>
          </a:xfrm>
          <a:prstGeom prst="rect">
            <a:avLst/>
          </a:prstGeom>
        </p:spPr>
      </p:pic>
      <p:sp>
        <p:nvSpPr>
          <p:cNvPr id="157" name="矩形 156">
            <a:extLst>
              <a:ext uri="{FF2B5EF4-FFF2-40B4-BE49-F238E27FC236}">
                <a16:creationId xmlns:a16="http://schemas.microsoft.com/office/drawing/2014/main" id="{BAE8BA80-BDDA-48DF-B11B-F9823432759B}"/>
              </a:ext>
            </a:extLst>
          </p:cNvPr>
          <p:cNvSpPr/>
          <p:nvPr/>
        </p:nvSpPr>
        <p:spPr>
          <a:xfrm>
            <a:off x="5992576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70E3C45-BA55-4040-8281-3542D7214478}"/>
              </a:ext>
            </a:extLst>
          </p:cNvPr>
          <p:cNvSpPr/>
          <p:nvPr/>
        </p:nvSpPr>
        <p:spPr>
          <a:xfrm>
            <a:off x="8046513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A27D555D-E0E9-4263-81A9-DC721505759E}"/>
                  </a:ext>
                </a:extLst>
              </p:cNvPr>
              <p:cNvSpPr/>
              <p:nvPr/>
            </p:nvSpPr>
            <p:spPr>
              <a:xfrm>
                <a:off x="1357999" y="596530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A27D555D-E0E9-4263-81A9-DC72150575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999" y="5965307"/>
                <a:ext cx="1070998" cy="55515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6DF7DBF-3CF5-4F4B-A69E-0FEA242323E4}"/>
                  </a:ext>
                </a:extLst>
              </p:cNvPr>
              <p:cNvSpPr/>
              <p:nvPr/>
            </p:nvSpPr>
            <p:spPr>
              <a:xfrm>
                <a:off x="3017747" y="5831681"/>
                <a:ext cx="1803699" cy="6887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supHide m:val="on"/>
                                  <m:ctrlPr>
                                    <a:rPr lang="en-US" altLang="zh-TW" sz="160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16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1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TW" altLang="en-US" sz="1600" b="1" i="1">
                                              <a:latin typeface="Cambria Math" panose="02040503050406030204" pitchFamily="18" charset="0"/>
                                            </a:rPr>
                                            <m:t>𝜺</m:t>
                                          </m:r>
                                        </m:e>
                                      </m:acc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,0</m:t>
                                      </m:r>
                                    </m:sup>
                                  </m:sSubSup>
                                </m:e>
                              </m:nary>
                              <m:sSup>
                                <m:sSupPr>
                                  <m:ctrlP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600" b="1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𝑸</m:t>
                                  </m:r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b="1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16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6DF7DBF-3CF5-4F4B-A69E-0FEA242323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7747" y="5831681"/>
                <a:ext cx="1803699" cy="688778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E6D26F11-2494-4642-BFE0-9CA02FDA84D0}"/>
                  </a:ext>
                </a:extLst>
              </p:cNvPr>
              <p:cNvSpPr/>
              <p:nvPr/>
            </p:nvSpPr>
            <p:spPr>
              <a:xfrm>
                <a:off x="6239632" y="135235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E6D26F11-2494-4642-BFE0-9CA02FDA84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9632" y="1352357"/>
                <a:ext cx="1070998" cy="55515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5AE04757-F78B-4D53-B64B-2C20CA7BC827}"/>
                  </a:ext>
                </a:extLst>
              </p:cNvPr>
              <p:cNvSpPr/>
              <p:nvPr/>
            </p:nvSpPr>
            <p:spPr>
              <a:xfrm>
                <a:off x="7899380" y="1218731"/>
                <a:ext cx="1803699" cy="6887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supHide m:val="on"/>
                                  <m:ctrlPr>
                                    <a:rPr lang="en-US" altLang="zh-TW" sz="160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16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1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TW" altLang="en-US" sz="1600" b="1" i="1">
                                              <a:latin typeface="Cambria Math" panose="02040503050406030204" pitchFamily="18" charset="0"/>
                                            </a:rPr>
                                            <m:t>𝜺</m:t>
                                          </m:r>
                                        </m:e>
                                      </m:acc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,0</m:t>
                                      </m:r>
                                    </m:sup>
                                  </m:sSubSup>
                                </m:e>
                              </m:nary>
                              <m:sSup>
                                <m:sSupPr>
                                  <m:ctrlP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600" b="1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𝑸</m:t>
                                  </m:r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b="1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16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5AE04757-F78B-4D53-B64B-2C20CA7BC8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9380" y="1218731"/>
                <a:ext cx="1803699" cy="688778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D987A762-019B-46D3-9CB8-EDAF171F6489}"/>
                  </a:ext>
                </a:extLst>
              </p:cNvPr>
              <p:cNvSpPr/>
              <p:nvPr/>
            </p:nvSpPr>
            <p:spPr>
              <a:xfrm>
                <a:off x="6239632" y="596530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D987A762-019B-46D3-9CB8-EDAF171F64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9632" y="5965307"/>
                <a:ext cx="1070998" cy="55515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E9278611-997A-4C33-A522-E671784693B9}"/>
                  </a:ext>
                </a:extLst>
              </p:cNvPr>
              <p:cNvSpPr/>
              <p:nvPr/>
            </p:nvSpPr>
            <p:spPr>
              <a:xfrm>
                <a:off x="7899380" y="5831681"/>
                <a:ext cx="1803699" cy="6887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supHide m:val="on"/>
                                  <m:ctrlPr>
                                    <a:rPr lang="en-US" altLang="zh-TW" sz="160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16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1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TW" altLang="en-US" sz="1600" b="1" i="1">
                                              <a:latin typeface="Cambria Math" panose="02040503050406030204" pitchFamily="18" charset="0"/>
                                            </a:rPr>
                                            <m:t>𝜺</m:t>
                                          </m:r>
                                        </m:e>
                                      </m:acc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,0</m:t>
                                      </m:r>
                                    </m:sup>
                                  </m:sSubSup>
                                </m:e>
                              </m:nary>
                              <m:sSup>
                                <m:sSupPr>
                                  <m:ctrlP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600" b="1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𝑸</m:t>
                                  </m:r>
                                  <m:r>
                                    <a:rPr lang="en-US" altLang="zh-TW" sz="16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b="1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16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E9278611-997A-4C33-A522-E671784693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9380" y="5831681"/>
                <a:ext cx="1803699" cy="688778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矩形: 圓角 83">
                <a:extLst>
                  <a:ext uri="{FF2B5EF4-FFF2-40B4-BE49-F238E27FC236}">
                    <a16:creationId xmlns:a16="http://schemas.microsoft.com/office/drawing/2014/main" id="{700C7DF5-8189-4879-9F88-BF7F38B939F1}"/>
                  </a:ext>
                </a:extLst>
              </p:cNvPr>
              <p:cNvSpPr/>
              <p:nvPr/>
            </p:nvSpPr>
            <p:spPr>
              <a:xfrm>
                <a:off x="4956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ra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4" name="矩形: 圓角 83">
                <a:extLst>
                  <a:ext uri="{FF2B5EF4-FFF2-40B4-BE49-F238E27FC236}">
                    <a16:creationId xmlns:a16="http://schemas.microsoft.com/office/drawing/2014/main" id="{700C7DF5-8189-4879-9F88-BF7F38B939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矩形: 圓角 87">
                <a:extLst>
                  <a:ext uri="{FF2B5EF4-FFF2-40B4-BE49-F238E27FC236}">
                    <a16:creationId xmlns:a16="http://schemas.microsoft.com/office/drawing/2014/main" id="{32697F98-EADA-4703-90A0-A73234FC8435}"/>
                  </a:ext>
                </a:extLst>
              </p:cNvPr>
              <p:cNvSpPr/>
              <p:nvPr/>
            </p:nvSpPr>
            <p:spPr>
              <a:xfrm>
                <a:off x="3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ra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8" name="矩形: 圓角 87">
                <a:extLst>
                  <a:ext uri="{FF2B5EF4-FFF2-40B4-BE49-F238E27FC236}">
                    <a16:creationId xmlns:a16="http://schemas.microsoft.com/office/drawing/2014/main" id="{32697F98-EADA-4703-90A0-A73234FC8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905BCB3E-828C-4008-87E5-42A2664346D1}"/>
                  </a:ext>
                </a:extLst>
              </p:cNvPr>
              <p:cNvSpPr/>
              <p:nvPr/>
            </p:nvSpPr>
            <p:spPr>
              <a:xfrm>
                <a:off x="4956000" y="695233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905BCB3E-828C-4008-87E5-42A2664346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695233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矩形: 圓角 90">
                <a:extLst>
                  <a:ext uri="{FF2B5EF4-FFF2-40B4-BE49-F238E27FC236}">
                    <a16:creationId xmlns:a16="http://schemas.microsoft.com/office/drawing/2014/main" id="{6343D8BE-A727-49D3-A55A-946EAE5AE0FB}"/>
                  </a:ext>
                </a:extLst>
              </p:cNvPr>
              <p:cNvSpPr/>
              <p:nvPr/>
            </p:nvSpPr>
            <p:spPr>
              <a:xfrm>
                <a:off x="3000" y="69584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1" name="矩形: 圓角 90">
                <a:extLst>
                  <a:ext uri="{FF2B5EF4-FFF2-40B4-BE49-F238E27FC236}">
                    <a16:creationId xmlns:a16="http://schemas.microsoft.com/office/drawing/2014/main" id="{6343D8BE-A727-49D3-A55A-946EAE5AE0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69584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4921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B14FA9F0-26E3-4C73-9AC2-55EDFD7CAB0F}"/>
              </a:ext>
            </a:extLst>
          </p:cNvPr>
          <p:cNvSpPr/>
          <p:nvPr/>
        </p:nvSpPr>
        <p:spPr>
          <a:xfrm>
            <a:off x="2602493" y="4652748"/>
            <a:ext cx="4458717" cy="1741367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73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18E07411-13AE-478D-9583-97ADCA5F4F2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1" t="11602" r="1805" b="64731"/>
          <a:stretch/>
        </p:blipFill>
        <p:spPr>
          <a:xfrm>
            <a:off x="4960629" y="4711158"/>
            <a:ext cx="2019301" cy="1623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/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5546432" y="4986964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5"/>
                  <a:stretch>
                    <a:fillRect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643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81B59435-8FC3-4B19-938B-26A9132AE1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55" b="9750"/>
          <a:stretch/>
        </p:blipFill>
        <p:spPr>
          <a:xfrm>
            <a:off x="3145321" y="4062500"/>
            <a:ext cx="2286000" cy="3620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/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74BB4B9-3647-41B7-863B-BA4D9B79618C}"/>
              </a:ext>
            </a:extLst>
          </p:cNvPr>
          <p:cNvCxnSpPr>
            <a:cxnSpLocks/>
          </p:cNvCxnSpPr>
          <p:nvPr/>
        </p:nvCxnSpPr>
        <p:spPr>
          <a:xfrm flipV="1">
            <a:off x="6131995" y="5520895"/>
            <a:ext cx="812800" cy="2115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9887D0E-0A07-4759-90BA-97FE7DA61E98}"/>
              </a:ext>
            </a:extLst>
          </p:cNvPr>
          <p:cNvCxnSpPr>
            <a:cxnSpLocks/>
          </p:cNvCxnSpPr>
          <p:nvPr/>
        </p:nvCxnSpPr>
        <p:spPr>
          <a:xfrm flipH="1" flipV="1">
            <a:off x="5690670" y="5310753"/>
            <a:ext cx="440704" cy="424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/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/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blipFill>
                <a:blip r:embed="rId10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3962459" y="4441532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11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12"/>
                  <a:stretch>
                    <a:fillRect l="-4688" r="-6250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75081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/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/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圖片 15">
            <a:extLst>
              <a:ext uri="{FF2B5EF4-FFF2-40B4-BE49-F238E27FC236}">
                <a16:creationId xmlns:a16="http://schemas.microsoft.com/office/drawing/2014/main" id="{3949826F-3815-41AA-BFA4-CAD92015C46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12" b="10438"/>
          <a:stretch/>
        </p:blipFill>
        <p:spPr>
          <a:xfrm>
            <a:off x="3141245" y="4113798"/>
            <a:ext cx="2286000" cy="351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30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AA4C4960-B250-4BC2-AE5E-CE7A7142A06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27" b="10506"/>
          <a:stretch/>
        </p:blipFill>
        <p:spPr>
          <a:xfrm>
            <a:off x="3148582" y="4078203"/>
            <a:ext cx="2286000" cy="35433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13" y="642463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81C873-8580-4878-A50B-DE6EC0DF544D}"/>
              </a:ext>
            </a:extLst>
          </p:cNvPr>
          <p:cNvSpPr/>
          <p:nvPr/>
        </p:nvSpPr>
        <p:spPr>
          <a:xfrm>
            <a:off x="5906478" y="635945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67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09B6563-DECD-4DFA-8D64-23AB9F94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6" b="10315"/>
          <a:stretch/>
        </p:blipFill>
        <p:spPr>
          <a:xfrm>
            <a:off x="3145416" y="4135495"/>
            <a:ext cx="2286000" cy="350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04" y="456132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DD2564-9B12-46F7-93CC-A526FAF20331}"/>
              </a:ext>
            </a:extLst>
          </p:cNvPr>
          <p:cNvSpPr/>
          <p:nvPr/>
        </p:nvSpPr>
        <p:spPr>
          <a:xfrm>
            <a:off x="5906478" y="456132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5657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4498</TotalTime>
  <Words>192</Words>
  <Application>Microsoft Office PowerPoint</Application>
  <PresentationFormat>自訂</PresentationFormat>
  <Paragraphs>108</Paragraphs>
  <Slides>11</Slides>
  <Notes>0</Notes>
  <HiddenSlides>10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55</cp:revision>
  <dcterms:created xsi:type="dcterms:W3CDTF">2026-05-22T09:21:35Z</dcterms:created>
  <dcterms:modified xsi:type="dcterms:W3CDTF">2026-05-27T07:05:48Z</dcterms:modified>
</cp:coreProperties>
</file>