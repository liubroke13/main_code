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11" autoAdjust="0"/>
    <p:restoredTop sz="94660"/>
  </p:normalViewPr>
  <p:slideViewPr>
    <p:cSldViewPr snapToGrid="0">
      <p:cViewPr>
        <p:scale>
          <a:sx n="66" d="100"/>
          <a:sy n="66" d="100"/>
        </p:scale>
        <p:origin x="9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21" Type="http://schemas.openxmlformats.org/officeDocument/2006/relationships/image" Target="../media/image51.png"/><Relationship Id="rId42" Type="http://schemas.openxmlformats.org/officeDocument/2006/relationships/image" Target="../media/image59.png"/><Relationship Id="rId47" Type="http://schemas.openxmlformats.org/officeDocument/2006/relationships/image" Target="../media/image46.png"/><Relationship Id="rId50" Type="http://schemas.openxmlformats.org/officeDocument/2006/relationships/image" Target="../media/image53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34.png"/><Relationship Id="rId46" Type="http://schemas.openxmlformats.org/officeDocument/2006/relationships/image" Target="../media/image45.png"/><Relationship Id="rId2" Type="http://schemas.openxmlformats.org/officeDocument/2006/relationships/image" Target="../media/image6.png"/><Relationship Id="rId29" Type="http://schemas.openxmlformats.org/officeDocument/2006/relationships/image" Target="../media/image24.png"/><Relationship Id="rId41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32" Type="http://schemas.openxmlformats.org/officeDocument/2006/relationships/image" Target="../media/image33.png"/><Relationship Id="rId40" Type="http://schemas.openxmlformats.org/officeDocument/2006/relationships/image" Target="../media/image57.png"/><Relationship Id="rId45" Type="http://schemas.openxmlformats.org/officeDocument/2006/relationships/image" Target="../media/image39.png"/><Relationship Id="rId5" Type="http://schemas.openxmlformats.org/officeDocument/2006/relationships/image" Target="../media/image36.png"/><Relationship Id="rId28" Type="http://schemas.openxmlformats.org/officeDocument/2006/relationships/image" Target="../media/image23.png"/><Relationship Id="rId49" Type="http://schemas.openxmlformats.org/officeDocument/2006/relationships/image" Target="../media/image50.png"/><Relationship Id="rId10" Type="http://schemas.openxmlformats.org/officeDocument/2006/relationships/image" Target="../media/image41.png"/><Relationship Id="rId31" Type="http://schemas.openxmlformats.org/officeDocument/2006/relationships/image" Target="../media/image29.png"/><Relationship Id="rId4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22.png"/><Relationship Id="rId30" Type="http://schemas.openxmlformats.org/officeDocument/2006/relationships/image" Target="../media/image28.png"/><Relationship Id="rId43" Type="http://schemas.openxmlformats.org/officeDocument/2006/relationships/image" Target="../media/image60.png"/><Relationship Id="rId48" Type="http://schemas.openxmlformats.org/officeDocument/2006/relationships/image" Target="../media/image49.png"/><Relationship Id="rId51" Type="http://schemas.openxmlformats.org/officeDocument/2006/relationships/image" Target="../media/image54.png"/><Relationship Id="rId3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92876" y="18822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圖片 62">
            <a:extLst>
              <a:ext uri="{FF2B5EF4-FFF2-40B4-BE49-F238E27FC236}">
                <a16:creationId xmlns:a16="http://schemas.microsoft.com/office/drawing/2014/main" id="{DCB1C2BC-0169-4480-B1DC-D5B78BA0A5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6" b="55006"/>
          <a:stretch/>
        </p:blipFill>
        <p:spPr>
          <a:xfrm>
            <a:off x="2615247" y="1917593"/>
            <a:ext cx="2246939" cy="1370513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9945702-86A4-440F-8EAE-345078CD19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04" b="6188"/>
          <a:stretch/>
        </p:blipFill>
        <p:spPr>
          <a:xfrm>
            <a:off x="2613753" y="3581666"/>
            <a:ext cx="2246939" cy="14383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51386" y="187959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85713" y="651932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844223" y="65166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8" name="圖片 147">
            <a:extLst>
              <a:ext uri="{FF2B5EF4-FFF2-40B4-BE49-F238E27FC236}">
                <a16:creationId xmlns:a16="http://schemas.microsoft.com/office/drawing/2014/main" id="{0AF683EF-DC1A-46BB-BE4A-26ED9236279F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93" b="54478"/>
          <a:stretch/>
        </p:blipFill>
        <p:spPr>
          <a:xfrm>
            <a:off x="7572104" y="1862817"/>
            <a:ext cx="2246400" cy="1448017"/>
          </a:xfrm>
          <a:prstGeom prst="rect">
            <a:avLst/>
          </a:prstGeom>
        </p:spPr>
      </p:pic>
      <p:pic>
        <p:nvPicPr>
          <p:cNvPr id="149" name="圖片 148">
            <a:extLst>
              <a:ext uri="{FF2B5EF4-FFF2-40B4-BE49-F238E27FC236}">
                <a16:creationId xmlns:a16="http://schemas.microsoft.com/office/drawing/2014/main" id="{F943ED23-3740-49E3-A7EA-55D2C2040E6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8" b="9630"/>
          <a:stretch/>
        </p:blipFill>
        <p:spPr>
          <a:xfrm>
            <a:off x="5774028" y="1896096"/>
            <a:ext cx="2019600" cy="3165604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E60AD9D3-5D98-49D9-84C3-A77B77FC1378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950" b="6319"/>
          <a:stretch/>
        </p:blipFill>
        <p:spPr>
          <a:xfrm>
            <a:off x="7569257" y="3626073"/>
            <a:ext cx="2246400" cy="1380667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8C84E35F-BCC2-45E3-9DB6-43CE5D7DBF00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83" b="52601"/>
          <a:stretch/>
        </p:blipFill>
        <p:spPr>
          <a:xfrm>
            <a:off x="2611463" y="6440722"/>
            <a:ext cx="2246400" cy="1595676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9F6B631C-71C0-4B7F-A74F-868F25176BFD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82" b="10546"/>
          <a:stretch/>
        </p:blipFill>
        <p:spPr>
          <a:xfrm>
            <a:off x="808045" y="6509598"/>
            <a:ext cx="2019600" cy="3136719"/>
          </a:xfrm>
          <a:prstGeom prst="rect">
            <a:avLst/>
          </a:prstGeom>
        </p:spPr>
      </p:pic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5" name="圖片 154">
            <a:extLst>
              <a:ext uri="{FF2B5EF4-FFF2-40B4-BE49-F238E27FC236}">
                <a16:creationId xmlns:a16="http://schemas.microsoft.com/office/drawing/2014/main" id="{A0273641-4D01-4DE3-823F-622661EA125F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7563816" y="8224671"/>
            <a:ext cx="2246400" cy="1470467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46DDE56D-F31C-4881-A467-666B7925A253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5768707" y="6517732"/>
            <a:ext cx="2019600" cy="3199280"/>
          </a:xfrm>
          <a:prstGeom prst="rect">
            <a:avLst/>
          </a:prstGeom>
        </p:spPr>
      </p:pic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/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/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/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3895A47-2CF1-4238-A421-3C53B146FB6A}"/>
                  </a:ext>
                </a:extLst>
              </p:cNvPr>
              <p:cNvSpPr/>
              <p:nvPr/>
            </p:nvSpPr>
            <p:spPr>
              <a:xfrm>
                <a:off x="1299165" y="1315026"/>
                <a:ext cx="1177245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3895A47-2CF1-4238-A421-3C53B146FB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165" y="1315026"/>
                <a:ext cx="1177245" cy="555793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BC7567B-3CF3-4AA7-AE13-664537E02B19}"/>
                  </a:ext>
                </a:extLst>
              </p:cNvPr>
              <p:cNvSpPr/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BC7567B-3CF3-4AA7-AE13-664537E02B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683658EE-325A-409D-A4CB-8B0BDA8F18EB}"/>
                  </a:ext>
                </a:extLst>
              </p:cNvPr>
              <p:cNvSpPr/>
              <p:nvPr/>
            </p:nvSpPr>
            <p:spPr>
              <a:xfrm>
                <a:off x="6246769" y="1315026"/>
                <a:ext cx="1177245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683658EE-325A-409D-A4CB-8B0BDA8F1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769" y="1315026"/>
                <a:ext cx="1177245" cy="55579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FEE9D27-AC83-4510-A4EC-C7CE5E274817}"/>
                  </a:ext>
                </a:extLst>
              </p:cNvPr>
              <p:cNvSpPr/>
              <p:nvPr/>
            </p:nvSpPr>
            <p:spPr>
              <a:xfrm>
                <a:off x="7590514" y="1280786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FEE9D27-AC83-4510-A4EC-C7CE5E2748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1280786"/>
                <a:ext cx="2482440" cy="62427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44690C55-6A00-401A-A518-63EC84623E07}"/>
                  </a:ext>
                </a:extLst>
              </p:cNvPr>
              <p:cNvSpPr/>
              <p:nvPr/>
            </p:nvSpPr>
            <p:spPr>
              <a:xfrm>
                <a:off x="1299165" y="5954392"/>
                <a:ext cx="1177245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44690C55-6A00-401A-A518-63EC84623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165" y="5954392"/>
                <a:ext cx="1177245" cy="55579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939A414B-222E-4E33-9D4E-C7A8E1DC7308}"/>
                  </a:ext>
                </a:extLst>
              </p:cNvPr>
              <p:cNvSpPr/>
              <p:nvPr/>
            </p:nvSpPr>
            <p:spPr>
              <a:xfrm>
                <a:off x="6246769" y="5954392"/>
                <a:ext cx="1177245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939A414B-222E-4E33-9D4E-C7A8E1DC7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769" y="5954392"/>
                <a:ext cx="1177245" cy="555793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07DBC4B-B92E-4C8B-988A-721E37CBC89A}"/>
                  </a:ext>
                </a:extLst>
              </p:cNvPr>
              <p:cNvSpPr/>
              <p:nvPr/>
            </p:nvSpPr>
            <p:spPr>
              <a:xfrm>
                <a:off x="2611825" y="5920152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07DBC4B-B92E-4C8B-988A-721E37CBC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5920152"/>
                <a:ext cx="2486552" cy="624273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9A4FE567-2655-477B-B80A-FA51F3559270}"/>
                  </a:ext>
                </a:extLst>
              </p:cNvPr>
              <p:cNvSpPr/>
              <p:nvPr/>
            </p:nvSpPr>
            <p:spPr>
              <a:xfrm>
                <a:off x="7590514" y="5920152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,±1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9A4FE567-2655-477B-B80A-FA51F355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5920152"/>
                <a:ext cx="2482440" cy="62427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4501</TotalTime>
  <Words>192</Words>
  <Application>Microsoft Office PowerPoint</Application>
  <PresentationFormat>自訂</PresentationFormat>
  <Paragraphs>108</Paragraphs>
  <Slides>11</Slides>
  <Notes>0</Notes>
  <HiddenSlides>10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58</cp:revision>
  <dcterms:created xsi:type="dcterms:W3CDTF">2026-05-22T09:21:35Z</dcterms:created>
  <dcterms:modified xsi:type="dcterms:W3CDTF">2026-07-01T08:18:05Z</dcterms:modified>
</cp:coreProperties>
</file>