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8" r:id="rId2"/>
    <p:sldId id="256" r:id="rId3"/>
    <p:sldId id="259" r:id="rId4"/>
  </p:sldIdLst>
  <p:sldSz cx="990600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6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589241"/>
            <a:ext cx="7429500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1891070"/>
            <a:ext cx="7429500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732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419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897613"/>
            <a:ext cx="8543925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2409468"/>
            <a:ext cx="8543925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7315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958453"/>
            <a:ext cx="4210050" cy="228445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958453"/>
            <a:ext cx="4210050" cy="228445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76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91691"/>
            <a:ext cx="8543925" cy="69592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882610"/>
            <a:ext cx="4190702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315164"/>
            <a:ext cx="4190702" cy="193440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882610"/>
            <a:ext cx="421134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315164"/>
            <a:ext cx="4211340" cy="193440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710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069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5915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40030"/>
            <a:ext cx="3194943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518398"/>
            <a:ext cx="5014913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080135"/>
            <a:ext cx="3194943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7389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40030"/>
            <a:ext cx="3194943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518398"/>
            <a:ext cx="5014913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080135"/>
            <a:ext cx="3194943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1711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894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191691"/>
            <a:ext cx="2135981" cy="305121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191691"/>
            <a:ext cx="6284119" cy="305121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8007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191691"/>
            <a:ext cx="8543925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958453"/>
            <a:ext cx="8543925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3337084"/>
            <a:ext cx="222885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3337084"/>
            <a:ext cx="3343275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3337084"/>
            <a:ext cx="222885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732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12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47882CD-21C4-47D4-9E58-627305838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643" y="277987"/>
            <a:ext cx="4566714" cy="304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34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735F0D09-7E7B-4A06-98E4-060B13FC1F34}"/>
              </a:ext>
            </a:extLst>
          </p:cNvPr>
          <p:cNvSpPr/>
          <p:nvPr/>
        </p:nvSpPr>
        <p:spPr>
          <a:xfrm>
            <a:off x="3669971" y="19603"/>
            <a:ext cx="2566058" cy="3561249"/>
          </a:xfrm>
          <a:prstGeom prst="roundRect">
            <a:avLst>
              <a:gd name="adj" fmla="val 777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1750" tIns="10875" rIns="21750" bIns="108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428" dirty="0"/>
          </a:p>
        </p:txBody>
      </p:sp>
      <p:pic>
        <p:nvPicPr>
          <p:cNvPr id="75" name="圖片 74">
            <a:extLst>
              <a:ext uri="{FF2B5EF4-FFF2-40B4-BE49-F238E27FC236}">
                <a16:creationId xmlns:a16="http://schemas.microsoft.com/office/drawing/2014/main" id="{4548FC12-62EA-4DC3-9565-7D9A9093AF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6" r="75741"/>
          <a:stretch/>
        </p:blipFill>
        <p:spPr>
          <a:xfrm>
            <a:off x="4659107" y="740916"/>
            <a:ext cx="587786" cy="5891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3A7CDD98-3D2C-45CE-A6A2-F7D8ABBF8281}"/>
                  </a:ext>
                </a:extLst>
              </p:cNvPr>
              <p:cNvSpPr txBox="1"/>
              <p:nvPr/>
            </p:nvSpPr>
            <p:spPr>
              <a:xfrm>
                <a:off x="4662693" y="2606616"/>
                <a:ext cx="599372" cy="196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674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TW" sz="674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67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</m:oMath>
                  </m:oMathPara>
                </a14:m>
                <a:endParaRPr lang="zh-TW" altLang="en-US" sz="674" dirty="0"/>
              </a:p>
            </p:txBody>
          </p:sp>
        </mc:Choice>
        <mc:Fallback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3A7CDD98-3D2C-45CE-A6A2-F7D8ABBF8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693" y="2606616"/>
                <a:ext cx="599372" cy="196079"/>
              </a:xfrm>
              <a:prstGeom prst="rect">
                <a:avLst/>
              </a:prstGeom>
              <a:blipFill>
                <a:blip r:embed="rId3"/>
                <a:stretch>
                  <a:fillRect t="-71875" r="-16327" b="-1156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0644098C-7DB7-4DD9-8E2F-FAAAB46865BD}"/>
                  </a:ext>
                </a:extLst>
              </p:cNvPr>
              <p:cNvSpPr txBox="1"/>
              <p:nvPr/>
            </p:nvSpPr>
            <p:spPr>
              <a:xfrm>
                <a:off x="4786692" y="1355651"/>
                <a:ext cx="351373" cy="196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674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67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674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674" dirty="0"/>
              </a:p>
            </p:txBody>
          </p:sp>
        </mc:Choice>
        <mc:Fallback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0644098C-7DB7-4DD9-8E2F-FAAAB4686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692" y="1355651"/>
                <a:ext cx="351373" cy="196079"/>
              </a:xfrm>
              <a:prstGeom prst="rect">
                <a:avLst/>
              </a:prstGeom>
              <a:blipFill>
                <a:blip r:embed="rId4"/>
                <a:stretch>
                  <a:fillRect t="-69697" r="-68966" b="-10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5C2CB285-A545-468C-A597-04C14CC2CDBF}"/>
                  </a:ext>
                </a:extLst>
              </p:cNvPr>
              <p:cNvSpPr txBox="1"/>
              <p:nvPr/>
            </p:nvSpPr>
            <p:spPr>
              <a:xfrm>
                <a:off x="4448555" y="605316"/>
                <a:ext cx="1008890" cy="196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67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674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67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674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674" dirty="0"/>
              </a:p>
            </p:txBody>
          </p:sp>
        </mc:Choice>
        <mc:Fallback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5C2CB285-A545-468C-A597-04C14CC2C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555" y="605316"/>
                <a:ext cx="1008890" cy="1960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059EF753-76E4-4F46-A4B2-3984511FB813}"/>
                  </a:ext>
                </a:extLst>
              </p:cNvPr>
              <p:cNvSpPr txBox="1"/>
              <p:nvPr/>
            </p:nvSpPr>
            <p:spPr>
              <a:xfrm>
                <a:off x="3812614" y="1672385"/>
                <a:ext cx="497130" cy="196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67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674" dirty="0"/>
              </a:p>
            </p:txBody>
          </p:sp>
        </mc:Choice>
        <mc:Fallback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059EF753-76E4-4F46-A4B2-3984511FB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614" y="1672385"/>
                <a:ext cx="497130" cy="1960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57BCBCAB-73A8-4541-97B7-5514A2F2B655}"/>
                  </a:ext>
                </a:extLst>
              </p:cNvPr>
              <p:cNvSpPr txBox="1"/>
              <p:nvPr/>
            </p:nvSpPr>
            <p:spPr>
              <a:xfrm>
                <a:off x="5600628" y="1683843"/>
                <a:ext cx="497130" cy="196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67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674" dirty="0"/>
              </a:p>
            </p:txBody>
          </p:sp>
        </mc:Choice>
        <mc:Fallback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57BCBCAB-73A8-4541-97B7-5514A2F2B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628" y="1683843"/>
                <a:ext cx="497130" cy="19607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97678382-5B63-43AA-85DB-CFB0A7FCA141}"/>
                  </a:ext>
                </a:extLst>
              </p:cNvPr>
              <p:cNvSpPr txBox="1"/>
              <p:nvPr/>
            </p:nvSpPr>
            <p:spPr>
              <a:xfrm>
                <a:off x="4722475" y="2800440"/>
                <a:ext cx="497130" cy="196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67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674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674" dirty="0"/>
              </a:p>
            </p:txBody>
          </p:sp>
        </mc:Choice>
        <mc:Fallback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97678382-5B63-43AA-85DB-CFB0A7FCA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475" y="2800440"/>
                <a:ext cx="497130" cy="19607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E70D29FF-92A9-4F55-992C-2250D39FAAA9}"/>
              </a:ext>
            </a:extLst>
          </p:cNvPr>
          <p:cNvSpPr txBox="1"/>
          <p:nvPr/>
        </p:nvSpPr>
        <p:spPr>
          <a:xfrm>
            <a:off x="3873321" y="67574"/>
            <a:ext cx="2159358" cy="25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 transition rate</a:t>
            </a:r>
            <a:endParaRPr lang="zh-TW" altLang="en-US" sz="104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DB0EBD35-2601-4A37-A2AC-609C761196F0}"/>
                  </a:ext>
                </a:extLst>
              </p:cNvPr>
              <p:cNvSpPr txBox="1"/>
              <p:nvPr/>
            </p:nvSpPr>
            <p:spPr>
              <a:xfrm>
                <a:off x="4942227" y="1172737"/>
                <a:ext cx="396388" cy="196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67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67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67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67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674" dirty="0"/>
              </a:p>
            </p:txBody>
          </p:sp>
        </mc:Choice>
        <mc:Fallback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DB0EBD35-2601-4A37-A2AC-609C76119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227" y="1172737"/>
                <a:ext cx="396388" cy="19607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F967FB34-A009-4C42-B0D1-7ABFB577004E}"/>
              </a:ext>
            </a:extLst>
          </p:cNvPr>
          <p:cNvGrpSpPr/>
          <p:nvPr/>
        </p:nvGrpSpPr>
        <p:grpSpPr>
          <a:xfrm>
            <a:off x="4897934" y="866082"/>
            <a:ext cx="228150" cy="298357"/>
            <a:chOff x="6583394" y="1501875"/>
            <a:chExt cx="1650681" cy="2158635"/>
          </a:xfrm>
        </p:grpSpPr>
        <p:grpSp>
          <p:nvGrpSpPr>
            <p:cNvPr id="171" name="群組 170">
              <a:extLst>
                <a:ext uri="{FF2B5EF4-FFF2-40B4-BE49-F238E27FC236}">
                  <a16:creationId xmlns:a16="http://schemas.microsoft.com/office/drawing/2014/main" id="{20526CE6-FBFA-4525-8A7C-09B993A0D880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174" name="箭號: 向右 173">
                <a:extLst>
                  <a:ext uri="{FF2B5EF4-FFF2-40B4-BE49-F238E27FC236}">
                    <a16:creationId xmlns:a16="http://schemas.microsoft.com/office/drawing/2014/main" id="{1C356C93-FD6C-4265-8E33-7C77F1E0950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428"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箭號: 向右 174">
                <a:extLst>
                  <a:ext uri="{FF2B5EF4-FFF2-40B4-BE49-F238E27FC236}">
                    <a16:creationId xmlns:a16="http://schemas.microsoft.com/office/drawing/2014/main" id="{7ACE5D12-B75E-49E8-8E4D-8F17F9B769A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428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2" name="文字方塊 171">
                  <a:extLst>
                    <a:ext uri="{FF2B5EF4-FFF2-40B4-BE49-F238E27FC236}">
                      <a16:creationId xmlns:a16="http://schemas.microsoft.com/office/drawing/2014/main" id="{1139A5D6-48D9-4C19-B516-03810CC5FB56}"/>
                    </a:ext>
                  </a:extLst>
                </p:cNvPr>
                <p:cNvSpPr txBox="1"/>
                <p:nvPr/>
              </p:nvSpPr>
              <p:spPr>
                <a:xfrm>
                  <a:off x="6583394" y="1501875"/>
                  <a:ext cx="416139" cy="14789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674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674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674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67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72" name="文字方塊 171">
                  <a:extLst>
                    <a:ext uri="{FF2B5EF4-FFF2-40B4-BE49-F238E27FC236}">
                      <a16:creationId xmlns:a16="http://schemas.microsoft.com/office/drawing/2014/main" id="{1139A5D6-48D9-4C19-B516-03810CC5F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3394" y="1501875"/>
                  <a:ext cx="416139" cy="1478958"/>
                </a:xfrm>
                <a:prstGeom prst="rect">
                  <a:avLst/>
                </a:prstGeom>
                <a:blipFill>
                  <a:blip r:embed="rId10"/>
                  <a:stretch>
                    <a:fillRect l="-20000" r="-14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1D150E5E-67F0-4869-9BCE-97E831B443DE}"/>
                    </a:ext>
                  </a:extLst>
                </p:cNvPr>
                <p:cNvSpPr txBox="1"/>
                <p:nvPr/>
              </p:nvSpPr>
              <p:spPr>
                <a:xfrm>
                  <a:off x="7165983" y="2241864"/>
                  <a:ext cx="1068092" cy="1418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674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674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674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67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1D150E5E-67F0-4869-9BCE-97E831B443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5983" y="2241864"/>
                  <a:ext cx="1068092" cy="1418646"/>
                </a:xfrm>
                <a:prstGeom prst="rect">
                  <a:avLst/>
                </a:prstGeom>
                <a:blipFill>
                  <a:blip r:embed="rId11"/>
                  <a:stretch>
                    <a:fillRect r="-2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6" name="圖片 65">
            <a:extLst>
              <a:ext uri="{FF2B5EF4-FFF2-40B4-BE49-F238E27FC236}">
                <a16:creationId xmlns:a16="http://schemas.microsoft.com/office/drawing/2014/main" id="{8EF15927-1011-48DB-B688-67F43C2D5B09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5262065" y="727370"/>
            <a:ext cx="206590" cy="646612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36BEEB76-A6DA-4745-84E7-32CD3E2D69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48" t="262" r="50780" b="1"/>
          <a:stretch/>
        </p:blipFill>
        <p:spPr>
          <a:xfrm>
            <a:off x="4706096" y="2932262"/>
            <a:ext cx="586002" cy="587612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1B0ADA28-ECF6-4C66-A722-843D2ECB77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975" r="25689"/>
          <a:stretch/>
        </p:blipFill>
        <p:spPr>
          <a:xfrm>
            <a:off x="3781247" y="1818158"/>
            <a:ext cx="585111" cy="589157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AF05D055-7AF7-410C-9866-D186ADE6B3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926" r="560"/>
          <a:stretch/>
        </p:blipFill>
        <p:spPr>
          <a:xfrm>
            <a:off x="5569670" y="1812589"/>
            <a:ext cx="589570" cy="58915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011BC63-79AE-41BF-933C-8028086FB077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46261" y="269360"/>
            <a:ext cx="1029462" cy="2058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589191B2-A7F4-4CB8-A620-631B895D5059}"/>
                  </a:ext>
                </a:extLst>
              </p:cNvPr>
              <p:cNvSpPr txBox="1"/>
              <p:nvPr/>
            </p:nvSpPr>
            <p:spPr>
              <a:xfrm>
                <a:off x="5232373" y="1227091"/>
                <a:ext cx="201885" cy="184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59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59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59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59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599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589191B2-A7F4-4CB8-A620-631B895D5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373" y="1227091"/>
                <a:ext cx="201885" cy="184538"/>
              </a:xfrm>
              <a:prstGeom prst="rect">
                <a:avLst/>
              </a:prstGeom>
              <a:blipFill>
                <a:blip r:embed="rId14"/>
                <a:stretch>
                  <a:fillRect r="-121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>
            <a:extLst>
              <a:ext uri="{FF2B5EF4-FFF2-40B4-BE49-F238E27FC236}">
                <a16:creationId xmlns:a16="http://schemas.microsoft.com/office/drawing/2014/main" id="{7A2A25B1-A24C-4528-B33D-1BD8C154785C}"/>
              </a:ext>
            </a:extLst>
          </p:cNvPr>
          <p:cNvGrpSpPr/>
          <p:nvPr/>
        </p:nvGrpSpPr>
        <p:grpSpPr>
          <a:xfrm>
            <a:off x="4411695" y="1487875"/>
            <a:ext cx="1093530" cy="1137427"/>
            <a:chOff x="3213282" y="4585869"/>
            <a:chExt cx="2919455" cy="303665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CC490D28-A69E-4D65-9081-CDFA4CC4AF62}"/>
                </a:ext>
              </a:extLst>
            </p:cNvPr>
            <p:cNvGrpSpPr/>
            <p:nvPr/>
          </p:nvGrpSpPr>
          <p:grpSpPr>
            <a:xfrm>
              <a:off x="3213282" y="4585869"/>
              <a:ext cx="2919455" cy="3036650"/>
              <a:chOff x="3909893" y="2121313"/>
              <a:chExt cx="2919455" cy="3036650"/>
            </a:xfrm>
          </p:grpSpPr>
          <p:sp>
            <p:nvSpPr>
              <p:cNvPr id="57" name="Oval 14">
                <a:extLst>
                  <a:ext uri="{FF2B5EF4-FFF2-40B4-BE49-F238E27FC236}">
                    <a16:creationId xmlns:a16="http://schemas.microsoft.com/office/drawing/2014/main" id="{FA422559-3AAD-4832-B19E-F0EC00210040}"/>
                  </a:ext>
                </a:extLst>
              </p:cNvPr>
              <p:cNvSpPr/>
              <p:nvPr/>
            </p:nvSpPr>
            <p:spPr>
              <a:xfrm>
                <a:off x="5222336" y="2135621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74" dirty="0"/>
              </a:p>
            </p:txBody>
          </p:sp>
          <p:sp>
            <p:nvSpPr>
              <p:cNvPr id="58" name="Oval 4">
                <a:extLst>
                  <a:ext uri="{FF2B5EF4-FFF2-40B4-BE49-F238E27FC236}">
                    <a16:creationId xmlns:a16="http://schemas.microsoft.com/office/drawing/2014/main" id="{9A1FAF48-1DF6-488E-9EF5-88F040D89531}"/>
                  </a:ext>
                </a:extLst>
              </p:cNvPr>
              <p:cNvSpPr/>
              <p:nvPr/>
            </p:nvSpPr>
            <p:spPr>
              <a:xfrm>
                <a:off x="4061937" y="2288513"/>
                <a:ext cx="2623960" cy="27180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74" dirty="0"/>
              </a:p>
            </p:txBody>
          </p:sp>
          <p:sp>
            <p:nvSpPr>
              <p:cNvPr id="59" name="Oval 15">
                <a:extLst>
                  <a:ext uri="{FF2B5EF4-FFF2-40B4-BE49-F238E27FC236}">
                    <a16:creationId xmlns:a16="http://schemas.microsoft.com/office/drawing/2014/main" id="{25D468BD-17EF-48B7-B05A-EE681AF99321}"/>
                  </a:ext>
                </a:extLst>
              </p:cNvPr>
              <p:cNvSpPr/>
              <p:nvPr/>
            </p:nvSpPr>
            <p:spPr>
              <a:xfrm>
                <a:off x="522233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74" dirty="0"/>
              </a:p>
            </p:txBody>
          </p:sp>
          <p:sp>
            <p:nvSpPr>
              <p:cNvPr id="60" name="SHO">
                <a:extLst>
                  <a:ext uri="{FF2B5EF4-FFF2-40B4-BE49-F238E27FC236}">
                    <a16:creationId xmlns:a16="http://schemas.microsoft.com/office/drawing/2014/main" id="{BF25DE66-D4EE-4C19-BE52-D68989334E80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674" dirty="0"/>
              </a:p>
            </p:txBody>
          </p:sp>
          <p:sp>
            <p:nvSpPr>
              <p:cNvPr id="61" name="SVO">
                <a:extLst>
                  <a:ext uri="{FF2B5EF4-FFF2-40B4-BE49-F238E27FC236}">
                    <a16:creationId xmlns:a16="http://schemas.microsoft.com/office/drawing/2014/main" id="{B8359D39-A64A-4280-8E14-B461D733D5F6}"/>
                  </a:ext>
                </a:extLst>
              </p:cNvPr>
              <p:cNvSpPr/>
              <p:nvPr/>
            </p:nvSpPr>
            <p:spPr>
              <a:xfrm>
                <a:off x="4712309" y="2289422"/>
                <a:ext cx="1311980" cy="2718084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74"/>
              </a:p>
            </p:txBody>
          </p:sp>
          <p:sp>
            <p:nvSpPr>
              <p:cNvPr id="62" name="Oval 6">
                <a:extLst>
                  <a:ext uri="{FF2B5EF4-FFF2-40B4-BE49-F238E27FC236}">
                    <a16:creationId xmlns:a16="http://schemas.microsoft.com/office/drawing/2014/main" id="{84D902AE-3E09-4B9C-B3D3-B51FDD4E08F0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74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3" name="TextBox 11">
                    <a:extLst>
                      <a:ext uri="{FF2B5EF4-FFF2-40B4-BE49-F238E27FC236}">
                        <a16:creationId xmlns:a16="http://schemas.microsoft.com/office/drawing/2014/main" id="{9FA49F67-4AF2-48EC-92BF-A61041A0B90D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285" y="3358992"/>
                    <a:ext cx="321505" cy="67754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49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049" dirty="0"/>
                  </a:p>
                </p:txBody>
              </p:sp>
            </mc:Choice>
            <mc:Fallback>
              <p:sp>
                <p:nvSpPr>
                  <p:cNvPr id="63" name="TextBox 11">
                    <a:extLst>
                      <a:ext uri="{FF2B5EF4-FFF2-40B4-BE49-F238E27FC236}">
                        <a16:creationId xmlns:a16="http://schemas.microsoft.com/office/drawing/2014/main" id="{9FA49F67-4AF2-48EC-92BF-A61041A0B9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285" y="3358992"/>
                    <a:ext cx="321505" cy="67754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40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4" name="Oval 22">
                <a:extLst>
                  <a:ext uri="{FF2B5EF4-FFF2-40B4-BE49-F238E27FC236}">
                    <a16:creationId xmlns:a16="http://schemas.microsoft.com/office/drawing/2014/main" id="{FCA48EEF-5EED-4393-9C7B-E4E61177948E}"/>
                  </a:ext>
                </a:extLst>
              </p:cNvPr>
              <p:cNvSpPr/>
              <p:nvPr/>
            </p:nvSpPr>
            <p:spPr>
              <a:xfrm>
                <a:off x="522061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74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5" name="TextBox 12">
                    <a:extLst>
                      <a:ext uri="{FF2B5EF4-FFF2-40B4-BE49-F238E27FC236}">
                        <a16:creationId xmlns:a16="http://schemas.microsoft.com/office/drawing/2014/main" id="{94C7ED00-9BB7-487A-A42C-AB7068E4509D}"/>
                      </a:ext>
                    </a:extLst>
                  </p:cNvPr>
                  <p:cNvSpPr txBox="1"/>
                  <p:nvPr/>
                </p:nvSpPr>
                <p:spPr>
                  <a:xfrm>
                    <a:off x="5682302" y="3497726"/>
                    <a:ext cx="321505" cy="67754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49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049" dirty="0"/>
                  </a:p>
                </p:txBody>
              </p:sp>
            </mc:Choice>
            <mc:Fallback>
              <p:sp>
                <p:nvSpPr>
                  <p:cNvPr id="65" name="TextBox 12">
                    <a:extLst>
                      <a:ext uri="{FF2B5EF4-FFF2-40B4-BE49-F238E27FC236}">
                        <a16:creationId xmlns:a16="http://schemas.microsoft.com/office/drawing/2014/main" id="{94C7ED00-9BB7-487A-A42C-AB7068E450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2302" y="3497726"/>
                    <a:ext cx="321505" cy="67754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5263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7" name="TextBox 13">
                    <a:extLst>
                      <a:ext uri="{FF2B5EF4-FFF2-40B4-BE49-F238E27FC236}">
                        <a16:creationId xmlns:a16="http://schemas.microsoft.com/office/drawing/2014/main" id="{0780C51E-6811-4C95-B58A-C911566130E2}"/>
                      </a:ext>
                    </a:extLst>
                  </p:cNvPr>
                  <p:cNvSpPr txBox="1"/>
                  <p:nvPr/>
                </p:nvSpPr>
                <p:spPr>
                  <a:xfrm>
                    <a:off x="5200614" y="2429547"/>
                    <a:ext cx="321505" cy="67754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49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049" dirty="0"/>
                  </a:p>
                </p:txBody>
              </p:sp>
            </mc:Choice>
            <mc:Fallback>
              <p:sp>
                <p:nvSpPr>
                  <p:cNvPr id="67" name="TextBox 13">
                    <a:extLst>
                      <a:ext uri="{FF2B5EF4-FFF2-40B4-BE49-F238E27FC236}">
                        <a16:creationId xmlns:a16="http://schemas.microsoft.com/office/drawing/2014/main" id="{0780C51E-6811-4C95-B58A-C911566130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0614" y="2429547"/>
                    <a:ext cx="321505" cy="67754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8" name="DVO">
                <a:extLst>
                  <a:ext uri="{FF2B5EF4-FFF2-40B4-BE49-F238E27FC236}">
                    <a16:creationId xmlns:a16="http://schemas.microsoft.com/office/drawing/2014/main" id="{3E3B1CB3-C94A-4062-BBCF-4C669B5F6991}"/>
                  </a:ext>
                </a:extLst>
              </p:cNvPr>
              <p:cNvSpPr/>
              <p:nvPr/>
            </p:nvSpPr>
            <p:spPr>
              <a:xfrm flipH="1">
                <a:off x="4712309" y="2289422"/>
                <a:ext cx="1311980" cy="2718084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674" dirty="0"/>
              </a:p>
            </p:txBody>
          </p:sp>
          <p:sp>
            <p:nvSpPr>
              <p:cNvPr id="69" name="Oval 23">
                <a:extLst>
                  <a:ext uri="{FF2B5EF4-FFF2-40B4-BE49-F238E27FC236}">
                    <a16:creationId xmlns:a16="http://schemas.microsoft.com/office/drawing/2014/main" id="{9518B5FE-9B0E-4F08-8044-25A704DC53D1}"/>
                  </a:ext>
                </a:extLst>
              </p:cNvPr>
              <p:cNvSpPr/>
              <p:nvPr/>
            </p:nvSpPr>
            <p:spPr>
              <a:xfrm>
                <a:off x="653415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74" dirty="0"/>
              </a:p>
            </p:txBody>
          </p:sp>
          <p:cxnSp>
            <p:nvCxnSpPr>
              <p:cNvPr id="70" name="Straight Arrow Connector 7">
                <a:extLst>
                  <a:ext uri="{FF2B5EF4-FFF2-40B4-BE49-F238E27FC236}">
                    <a16:creationId xmlns:a16="http://schemas.microsoft.com/office/drawing/2014/main" id="{85825406-F213-4F32-94B3-2D92A8E753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2789" y="2834235"/>
                <a:ext cx="3083" cy="8102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19">
                <a:extLst>
                  <a:ext uri="{FF2B5EF4-FFF2-40B4-BE49-F238E27FC236}">
                    <a16:creationId xmlns:a16="http://schemas.microsoft.com/office/drawing/2014/main" id="{FA4E3DA4-70F8-4C13-9AD1-F9E149C51A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214" y="3640512"/>
                <a:ext cx="355802" cy="2848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18">
                <a:extLst>
                  <a:ext uri="{FF2B5EF4-FFF2-40B4-BE49-F238E27FC236}">
                    <a16:creationId xmlns:a16="http://schemas.microsoft.com/office/drawing/2014/main" id="{2421900F-B324-4D14-9BA8-6C7E09E47BD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5056896" y="3328917"/>
                <a:ext cx="0" cy="62319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Oval 20">
                <a:extLst>
                  <a:ext uri="{FF2B5EF4-FFF2-40B4-BE49-F238E27FC236}">
                    <a16:creationId xmlns:a16="http://schemas.microsoft.com/office/drawing/2014/main" id="{F5FB03CC-20F0-4D9E-AB78-7BEACC702C91}"/>
                  </a:ext>
                </a:extLst>
              </p:cNvPr>
              <p:cNvSpPr/>
              <p:nvPr/>
            </p:nvSpPr>
            <p:spPr>
              <a:xfrm>
                <a:off x="390989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74"/>
              </a:p>
            </p:txBody>
          </p:sp>
          <p:sp>
            <p:nvSpPr>
              <p:cNvPr id="78" name="Oval 22">
                <a:extLst>
                  <a:ext uri="{FF2B5EF4-FFF2-40B4-BE49-F238E27FC236}">
                    <a16:creationId xmlns:a16="http://schemas.microsoft.com/office/drawing/2014/main" id="{E2EBCE76-18B1-40DE-9D68-73348C22B0EE}"/>
                  </a:ext>
                </a:extLst>
              </p:cNvPr>
              <p:cNvSpPr/>
              <p:nvPr/>
            </p:nvSpPr>
            <p:spPr>
              <a:xfrm>
                <a:off x="5222764" y="2121313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74" dirty="0"/>
              </a:p>
            </p:txBody>
          </p:sp>
        </p:grpSp>
        <p:sp>
          <p:nvSpPr>
            <p:cNvPr id="51" name="Partial Circle 9">
              <a:extLst>
                <a:ext uri="{FF2B5EF4-FFF2-40B4-BE49-F238E27FC236}">
                  <a16:creationId xmlns:a16="http://schemas.microsoft.com/office/drawing/2014/main" id="{7FECD153-2B1F-4F7D-8253-F2D4E3ADB45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4454387" y="5697548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4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10">
                  <a:extLst>
                    <a:ext uri="{FF2B5EF4-FFF2-40B4-BE49-F238E27FC236}">
                      <a16:creationId xmlns:a16="http://schemas.microsoft.com/office/drawing/2014/main" id="{474FAD14-7BAE-4BFC-B4CF-0CE10E01CAF1}"/>
                    </a:ext>
                  </a:extLst>
                </p:cNvPr>
                <p:cNvSpPr txBox="1"/>
                <p:nvPr/>
              </p:nvSpPr>
              <p:spPr>
                <a:xfrm>
                  <a:off x="3994940" y="6032288"/>
                  <a:ext cx="321505" cy="6775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49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049" dirty="0"/>
                </a:p>
              </p:txBody>
            </p:sp>
          </mc:Choice>
          <mc:Fallback>
            <p:sp>
              <p:nvSpPr>
                <p:cNvPr id="52" name="TextBox 10">
                  <a:extLst>
                    <a:ext uri="{FF2B5EF4-FFF2-40B4-BE49-F238E27FC236}">
                      <a16:creationId xmlns:a16="http://schemas.microsoft.com/office/drawing/2014/main" id="{474FAD14-7BAE-4BFC-B4CF-0CE10E01CA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4940" y="6032288"/>
                  <a:ext cx="321505" cy="677549"/>
                </a:xfrm>
                <a:prstGeom prst="rect">
                  <a:avLst/>
                </a:prstGeom>
                <a:blipFill>
                  <a:blip r:embed="rId18"/>
                  <a:stretch>
                    <a:fillRect r="-4736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Arrow Connector 17">
              <a:extLst>
                <a:ext uri="{FF2B5EF4-FFF2-40B4-BE49-F238E27FC236}">
                  <a16:creationId xmlns:a16="http://schemas.microsoft.com/office/drawing/2014/main" id="{2AD8AD57-08D5-4509-B048-2562D123C8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7952" y="6115823"/>
              <a:ext cx="402652" cy="520683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4" name="Partial Circle 9">
              <a:extLst>
                <a:ext uri="{FF2B5EF4-FFF2-40B4-BE49-F238E27FC236}">
                  <a16:creationId xmlns:a16="http://schemas.microsoft.com/office/drawing/2014/main" id="{CDE7B769-8CD9-42BA-AD97-8B3FEA9746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18126" y="5804915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4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10">
                  <a:extLst>
                    <a:ext uri="{FF2B5EF4-FFF2-40B4-BE49-F238E27FC236}">
                      <a16:creationId xmlns:a16="http://schemas.microsoft.com/office/drawing/2014/main" id="{6A6E3FF7-8F3D-4A8C-A386-3E426E90E531}"/>
                    </a:ext>
                  </a:extLst>
                </p:cNvPr>
                <p:cNvSpPr txBox="1"/>
                <p:nvPr/>
              </p:nvSpPr>
              <p:spPr>
                <a:xfrm>
                  <a:off x="4721954" y="5460424"/>
                  <a:ext cx="321505" cy="6775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49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049" dirty="0"/>
                </a:p>
              </p:txBody>
            </p:sp>
          </mc:Choice>
          <mc:Fallback>
            <p:sp>
              <p:nvSpPr>
                <p:cNvPr id="55" name="TextBox 10">
                  <a:extLst>
                    <a:ext uri="{FF2B5EF4-FFF2-40B4-BE49-F238E27FC236}">
                      <a16:creationId xmlns:a16="http://schemas.microsoft.com/office/drawing/2014/main" id="{6A6E3FF7-8F3D-4A8C-A386-3E426E90E5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1954" y="5460424"/>
                  <a:ext cx="321505" cy="677549"/>
                </a:xfrm>
                <a:prstGeom prst="rect">
                  <a:avLst/>
                </a:prstGeom>
                <a:blipFill>
                  <a:blip r:embed="rId19"/>
                  <a:stretch>
                    <a:fillRect l="-5000" r="-70000" b="-731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17">
              <a:extLst>
                <a:ext uri="{FF2B5EF4-FFF2-40B4-BE49-F238E27FC236}">
                  <a16:creationId xmlns:a16="http://schemas.microsoft.com/office/drawing/2014/main" id="{5025BC51-6DD5-4807-9EF1-1A36A8698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5909" y="5305876"/>
              <a:ext cx="1039268" cy="817070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: 圓角 102">
            <a:extLst>
              <a:ext uri="{FF2B5EF4-FFF2-40B4-BE49-F238E27FC236}">
                <a16:creationId xmlns:a16="http://schemas.microsoft.com/office/drawing/2014/main" id="{E219AC5D-1719-4ED0-835A-16FA49248039}"/>
              </a:ext>
            </a:extLst>
          </p:cNvPr>
          <p:cNvSpPr/>
          <p:nvPr/>
        </p:nvSpPr>
        <p:spPr>
          <a:xfrm>
            <a:off x="64286" y="50154"/>
            <a:ext cx="9777428" cy="3500142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45651" tIns="22825" rIns="45651" bIns="228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899" dirty="0"/>
          </a:p>
        </p:txBody>
      </p:sp>
      <p:sp>
        <p:nvSpPr>
          <p:cNvPr id="116" name="Oval 4">
            <a:extLst>
              <a:ext uri="{FF2B5EF4-FFF2-40B4-BE49-F238E27FC236}">
                <a16:creationId xmlns:a16="http://schemas.microsoft.com/office/drawing/2014/main" id="{99D913F1-E0EF-46E8-A35D-B978489366CE}"/>
              </a:ext>
            </a:extLst>
          </p:cNvPr>
          <p:cNvSpPr/>
          <p:nvPr/>
        </p:nvSpPr>
        <p:spPr>
          <a:xfrm>
            <a:off x="155134" y="1430472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46" name="Oval 6">
            <a:extLst>
              <a:ext uri="{FF2B5EF4-FFF2-40B4-BE49-F238E27FC236}">
                <a16:creationId xmlns:a16="http://schemas.microsoft.com/office/drawing/2014/main" id="{6E546C9C-9F47-4E3C-AFA4-2539DA2722BF}"/>
              </a:ext>
            </a:extLst>
          </p:cNvPr>
          <p:cNvSpPr/>
          <p:nvPr/>
        </p:nvSpPr>
        <p:spPr>
          <a:xfrm>
            <a:off x="155210" y="1430666"/>
            <a:ext cx="1443600" cy="1497600"/>
          </a:xfrm>
          <a:prstGeom prst="ellipse">
            <a:avLst/>
          </a:prstGeom>
          <a:noFill/>
          <a:ln w="38100">
            <a:solidFill>
              <a:srgbClr val="6CAE3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E70D29FF-92A9-4F55-992C-2250D39FAAA9}"/>
              </a:ext>
            </a:extLst>
          </p:cNvPr>
          <p:cNvSpPr txBox="1"/>
          <p:nvPr/>
        </p:nvSpPr>
        <p:spPr>
          <a:xfrm>
            <a:off x="1826912" y="187543"/>
            <a:ext cx="4322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 transition rate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AEEADC43-B87A-4694-AABA-86958BDC8DEB}"/>
              </a:ext>
            </a:extLst>
          </p:cNvPr>
          <p:cNvSpPr/>
          <p:nvPr/>
        </p:nvSpPr>
        <p:spPr>
          <a:xfrm>
            <a:off x="2484826" y="2646315"/>
            <a:ext cx="7283289" cy="627605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889" tIns="35945" rIns="71889" bIns="359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059EF753-76E4-4F46-A4B2-3984511FB813}"/>
                  </a:ext>
                </a:extLst>
              </p:cNvPr>
              <p:cNvSpPr txBox="1"/>
              <p:nvPr/>
            </p:nvSpPr>
            <p:spPr>
              <a:xfrm>
                <a:off x="2203626" y="976274"/>
                <a:ext cx="12066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059EF753-76E4-4F46-A4B2-3984511FB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626" y="976274"/>
                <a:ext cx="1206650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F6089231-4CF6-4B5D-BA6A-147162E12CBA}"/>
                  </a:ext>
                </a:extLst>
              </p:cNvPr>
              <p:cNvSpPr txBox="1"/>
              <p:nvPr/>
            </p:nvSpPr>
            <p:spPr>
              <a:xfrm>
                <a:off x="3686831" y="822386"/>
                <a:ext cx="15289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altLang="zh-TW" sz="2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F6089231-4CF6-4B5D-BA6A-147162E12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831" y="822386"/>
                <a:ext cx="1528916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D706AA0-9BC9-4681-ADC6-2C6CB63824D4}"/>
                  </a:ext>
                </a:extLst>
              </p:cNvPr>
              <p:cNvSpPr txBox="1"/>
              <p:nvPr/>
            </p:nvSpPr>
            <p:spPr>
              <a:xfrm>
                <a:off x="5429334" y="976274"/>
                <a:ext cx="15289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D706AA0-9BC9-4681-ADC6-2C6CB6382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334" y="976274"/>
                <a:ext cx="1528916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4288506E-2488-4EE1-85F4-71FE41A397F2}"/>
                  </a:ext>
                </a:extLst>
              </p:cNvPr>
              <p:cNvSpPr txBox="1"/>
              <p:nvPr/>
            </p:nvSpPr>
            <p:spPr>
              <a:xfrm>
                <a:off x="6917995" y="822386"/>
                <a:ext cx="186986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altLang="zh-TW" sz="2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4288506E-2488-4EE1-85F4-71FE41A39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7995" y="822386"/>
                <a:ext cx="186986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DD11DB18-DAD7-4F8A-90F2-F185E1B8F1D9}"/>
                  </a:ext>
                </a:extLst>
              </p:cNvPr>
              <p:cNvSpPr txBox="1"/>
              <p:nvPr/>
            </p:nvSpPr>
            <p:spPr>
              <a:xfrm>
                <a:off x="446951" y="2995645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DD11DB18-DAD7-4F8A-90F2-F185E1B8F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51" y="2995645"/>
                <a:ext cx="812954" cy="338554"/>
              </a:xfrm>
              <a:prstGeom prst="rect">
                <a:avLst/>
              </a:prstGeom>
              <a:blipFill>
                <a:blip r:embed="rId6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AA0071A4-0DA4-44B4-A41D-67D31117A474}"/>
                  </a:ext>
                </a:extLst>
              </p:cNvPr>
              <p:cNvSpPr txBox="1"/>
              <p:nvPr/>
            </p:nvSpPr>
            <p:spPr>
              <a:xfrm>
                <a:off x="463747" y="1050053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AA0071A4-0DA4-44B4-A41D-67D31117A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47" y="1050053"/>
                <a:ext cx="812954" cy="338554"/>
              </a:xfrm>
              <a:prstGeom prst="rect">
                <a:avLst/>
              </a:prstGeom>
              <a:blipFill>
                <a:blip r:embed="rId7"/>
                <a:stretch>
                  <a:fillRect t="-108929" r="-47368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Oval 14">
            <a:extLst>
              <a:ext uri="{FF2B5EF4-FFF2-40B4-BE49-F238E27FC236}">
                <a16:creationId xmlns:a16="http://schemas.microsoft.com/office/drawing/2014/main" id="{3CD4EDBA-AD74-4040-9A38-A7D80DE9B38B}"/>
              </a:ext>
            </a:extLst>
          </p:cNvPr>
          <p:cNvSpPr/>
          <p:nvPr/>
        </p:nvSpPr>
        <p:spPr>
          <a:xfrm>
            <a:off x="793714" y="1346334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17" name="Oval 15">
            <a:extLst>
              <a:ext uri="{FF2B5EF4-FFF2-40B4-BE49-F238E27FC236}">
                <a16:creationId xmlns:a16="http://schemas.microsoft.com/office/drawing/2014/main" id="{CB037210-0447-4066-A0B0-0A3DC0DCF8F5}"/>
              </a:ext>
            </a:extLst>
          </p:cNvPr>
          <p:cNvSpPr/>
          <p:nvPr/>
        </p:nvSpPr>
        <p:spPr>
          <a:xfrm>
            <a:off x="793714" y="2841291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19" name="SHO">
            <a:extLst>
              <a:ext uri="{FF2B5EF4-FFF2-40B4-BE49-F238E27FC236}">
                <a16:creationId xmlns:a16="http://schemas.microsoft.com/office/drawing/2014/main" id="{5B497D02-F77C-4F12-8A46-854E68955ECA}"/>
              </a:ext>
            </a:extLst>
          </p:cNvPr>
          <p:cNvSpPr/>
          <p:nvPr/>
        </p:nvSpPr>
        <p:spPr>
          <a:xfrm rot="16200000">
            <a:off x="563595" y="1456871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22" name="SVO">
            <a:extLst>
              <a:ext uri="{FF2B5EF4-FFF2-40B4-BE49-F238E27FC236}">
                <a16:creationId xmlns:a16="http://schemas.microsoft.com/office/drawing/2014/main" id="{8B75E00D-C581-45A8-8785-C8CD8ED5D499}"/>
              </a:ext>
            </a:extLst>
          </p:cNvPr>
          <p:cNvSpPr/>
          <p:nvPr/>
        </p:nvSpPr>
        <p:spPr>
          <a:xfrm>
            <a:off x="513040" y="1430973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4" name="Oval 6">
            <a:extLst>
              <a:ext uri="{FF2B5EF4-FFF2-40B4-BE49-F238E27FC236}">
                <a16:creationId xmlns:a16="http://schemas.microsoft.com/office/drawing/2014/main" id="{40DEA46A-5F13-4763-9AB9-C9EB3D202420}"/>
              </a:ext>
            </a:extLst>
          </p:cNvPr>
          <p:cNvSpPr/>
          <p:nvPr/>
        </p:nvSpPr>
        <p:spPr>
          <a:xfrm rot="16200000">
            <a:off x="563595" y="1456871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1">
                <a:extLst>
                  <a:ext uri="{FF2B5EF4-FFF2-40B4-BE49-F238E27FC236}">
                    <a16:creationId xmlns:a16="http://schemas.microsoft.com/office/drawing/2014/main" id="{115660D2-D291-4CC2-9F64-AC685B91012F}"/>
                  </a:ext>
                </a:extLst>
              </p:cNvPr>
              <p:cNvSpPr txBox="1"/>
              <p:nvPr/>
            </p:nvSpPr>
            <p:spPr>
              <a:xfrm>
                <a:off x="325242" y="2000518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25" name="TextBox 11">
                <a:extLst>
                  <a:ext uri="{FF2B5EF4-FFF2-40B4-BE49-F238E27FC236}">
                    <a16:creationId xmlns:a16="http://schemas.microsoft.com/office/drawing/2014/main" id="{115660D2-D291-4CC2-9F64-AC685B910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42" y="2000518"/>
                <a:ext cx="176928" cy="338554"/>
              </a:xfrm>
              <a:prstGeom prst="rect">
                <a:avLst/>
              </a:prstGeom>
              <a:blipFill>
                <a:blip r:embed="rId8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Oval 22">
            <a:extLst>
              <a:ext uri="{FF2B5EF4-FFF2-40B4-BE49-F238E27FC236}">
                <a16:creationId xmlns:a16="http://schemas.microsoft.com/office/drawing/2014/main" id="{FDB9E581-2160-41C0-A18D-E850D2ED97B1}"/>
              </a:ext>
            </a:extLst>
          </p:cNvPr>
          <p:cNvSpPr/>
          <p:nvPr/>
        </p:nvSpPr>
        <p:spPr>
          <a:xfrm>
            <a:off x="792768" y="2841291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">
                <a:extLst>
                  <a:ext uri="{FF2B5EF4-FFF2-40B4-BE49-F238E27FC236}">
                    <a16:creationId xmlns:a16="http://schemas.microsoft.com/office/drawing/2014/main" id="{3BFF9703-6F9D-4BE1-800D-35E8D1FA7574}"/>
                  </a:ext>
                </a:extLst>
              </p:cNvPr>
              <p:cNvSpPr txBox="1"/>
              <p:nvPr/>
            </p:nvSpPr>
            <p:spPr>
              <a:xfrm>
                <a:off x="980165" y="2095915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27" name="TextBox 12">
                <a:extLst>
                  <a:ext uri="{FF2B5EF4-FFF2-40B4-BE49-F238E27FC236}">
                    <a16:creationId xmlns:a16="http://schemas.microsoft.com/office/drawing/2014/main" id="{3BFF9703-6F9D-4BE1-800D-35E8D1FA7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165" y="2095915"/>
                <a:ext cx="176928" cy="338554"/>
              </a:xfrm>
              <a:prstGeom prst="rect">
                <a:avLst/>
              </a:prstGeom>
              <a:blipFill>
                <a:blip r:embed="rId9"/>
                <a:stretch>
                  <a:fillRect r="-51724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Box 13">
                <a:extLst>
                  <a:ext uri="{FF2B5EF4-FFF2-40B4-BE49-F238E27FC236}">
                    <a16:creationId xmlns:a16="http://schemas.microsoft.com/office/drawing/2014/main" id="{006DB87D-4747-446D-A81F-C70C343CD78F}"/>
                  </a:ext>
                </a:extLst>
              </p:cNvPr>
              <p:cNvSpPr txBox="1"/>
              <p:nvPr/>
            </p:nvSpPr>
            <p:spPr>
              <a:xfrm>
                <a:off x="736042" y="1466173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29" name="TextBox 13">
                <a:extLst>
                  <a:ext uri="{FF2B5EF4-FFF2-40B4-BE49-F238E27FC236}">
                    <a16:creationId xmlns:a16="http://schemas.microsoft.com/office/drawing/2014/main" id="{006DB87D-4747-446D-A81F-C70C343CD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42" y="1466173"/>
                <a:ext cx="25696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DVO">
            <a:extLst>
              <a:ext uri="{FF2B5EF4-FFF2-40B4-BE49-F238E27FC236}">
                <a16:creationId xmlns:a16="http://schemas.microsoft.com/office/drawing/2014/main" id="{A7087ED3-BF64-4F25-B648-EC2D61488357}"/>
              </a:ext>
            </a:extLst>
          </p:cNvPr>
          <p:cNvSpPr/>
          <p:nvPr/>
        </p:nvSpPr>
        <p:spPr>
          <a:xfrm flipH="1">
            <a:off x="513040" y="1430973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33" name="Oval 23">
            <a:extLst>
              <a:ext uri="{FF2B5EF4-FFF2-40B4-BE49-F238E27FC236}">
                <a16:creationId xmlns:a16="http://schemas.microsoft.com/office/drawing/2014/main" id="{AAB0988F-6DF2-4205-B847-B52E2279E14D}"/>
              </a:ext>
            </a:extLst>
          </p:cNvPr>
          <p:cNvSpPr/>
          <p:nvPr/>
        </p:nvSpPr>
        <p:spPr>
          <a:xfrm>
            <a:off x="1515624" y="209473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34" name="Straight Arrow Connector 7">
            <a:extLst>
              <a:ext uri="{FF2B5EF4-FFF2-40B4-BE49-F238E27FC236}">
                <a16:creationId xmlns:a16="http://schemas.microsoft.com/office/drawing/2014/main" id="{B8669B19-14BD-412B-AA85-E424E7F9D367}"/>
              </a:ext>
            </a:extLst>
          </p:cNvPr>
          <p:cNvCxnSpPr>
            <a:cxnSpLocks/>
          </p:cNvCxnSpPr>
          <p:nvPr/>
        </p:nvCxnSpPr>
        <p:spPr>
          <a:xfrm flipV="1">
            <a:off x="871010" y="1730788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9">
            <a:extLst>
              <a:ext uri="{FF2B5EF4-FFF2-40B4-BE49-F238E27FC236}">
                <a16:creationId xmlns:a16="http://schemas.microsoft.com/office/drawing/2014/main" id="{947FE6BA-9C08-4366-95B1-A0157D7B9A70}"/>
              </a:ext>
            </a:extLst>
          </p:cNvPr>
          <p:cNvCxnSpPr>
            <a:cxnSpLocks/>
          </p:cNvCxnSpPr>
          <p:nvPr/>
        </p:nvCxnSpPr>
        <p:spPr>
          <a:xfrm>
            <a:off x="873993" y="2174495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8">
            <a:extLst>
              <a:ext uri="{FF2B5EF4-FFF2-40B4-BE49-F238E27FC236}">
                <a16:creationId xmlns:a16="http://schemas.microsoft.com/office/drawing/2014/main" id="{FE4F41C0-1AC6-44D1-B3C5-B077CB032720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02671" y="2003018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Oval 20">
            <a:extLst>
              <a:ext uri="{FF2B5EF4-FFF2-40B4-BE49-F238E27FC236}">
                <a16:creationId xmlns:a16="http://schemas.microsoft.com/office/drawing/2014/main" id="{E471D011-C8B6-4BBA-AD16-FD575F82BA6D}"/>
              </a:ext>
            </a:extLst>
          </p:cNvPr>
          <p:cNvSpPr/>
          <p:nvPr/>
        </p:nvSpPr>
        <p:spPr>
          <a:xfrm>
            <a:off x="71460" y="209473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1" name="Oval 22">
            <a:extLst>
              <a:ext uri="{FF2B5EF4-FFF2-40B4-BE49-F238E27FC236}">
                <a16:creationId xmlns:a16="http://schemas.microsoft.com/office/drawing/2014/main" id="{11F7A701-4E70-4E57-A7EC-008773ED045B}"/>
              </a:ext>
            </a:extLst>
          </p:cNvPr>
          <p:cNvSpPr/>
          <p:nvPr/>
        </p:nvSpPr>
        <p:spPr>
          <a:xfrm>
            <a:off x="793950" y="133846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42" name="Partial Circle 9">
            <a:extLst>
              <a:ext uri="{FF2B5EF4-FFF2-40B4-BE49-F238E27FC236}">
                <a16:creationId xmlns:a16="http://schemas.microsoft.com/office/drawing/2014/main" id="{9AC64BA0-CAFE-4602-90B9-B3DBAB87A7D6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08607" y="2080341"/>
            <a:ext cx="102408" cy="197724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TextBox 10">
                <a:extLst>
                  <a:ext uri="{FF2B5EF4-FFF2-40B4-BE49-F238E27FC236}">
                    <a16:creationId xmlns:a16="http://schemas.microsoft.com/office/drawing/2014/main" id="{F4BA87A4-FF23-4612-80FF-80921F92BB65}"/>
                  </a:ext>
                </a:extLst>
              </p:cNvPr>
              <p:cNvSpPr txBox="1"/>
              <p:nvPr/>
            </p:nvSpPr>
            <p:spPr>
              <a:xfrm>
                <a:off x="444591" y="2115391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43" name="TextBox 10">
                <a:extLst>
                  <a:ext uri="{FF2B5EF4-FFF2-40B4-BE49-F238E27FC236}">
                    <a16:creationId xmlns:a16="http://schemas.microsoft.com/office/drawing/2014/main" id="{F4BA87A4-FF23-4612-80FF-80921F92B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91" y="2115391"/>
                <a:ext cx="315234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Straight Arrow Connector 17">
            <a:extLst>
              <a:ext uri="{FF2B5EF4-FFF2-40B4-BE49-F238E27FC236}">
                <a16:creationId xmlns:a16="http://schemas.microsoft.com/office/drawing/2014/main" id="{7EB6597C-C881-4F18-9B47-83683D4AF3FE}"/>
              </a:ext>
            </a:extLst>
          </p:cNvPr>
          <p:cNvCxnSpPr>
            <a:cxnSpLocks/>
          </p:cNvCxnSpPr>
          <p:nvPr/>
        </p:nvCxnSpPr>
        <p:spPr>
          <a:xfrm flipH="1">
            <a:off x="651861" y="2180414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5" name="Partial Circle 9">
            <a:extLst>
              <a:ext uri="{FF2B5EF4-FFF2-40B4-BE49-F238E27FC236}">
                <a16:creationId xmlns:a16="http://schemas.microsoft.com/office/drawing/2014/main" id="{6665CDF3-4625-42FB-84E0-3C96C4A5D8B9}"/>
              </a:ext>
            </a:extLst>
          </p:cNvPr>
          <p:cNvSpPr>
            <a:spLocks noChangeAspect="1"/>
          </p:cNvSpPr>
          <p:nvPr/>
        </p:nvSpPr>
        <p:spPr>
          <a:xfrm>
            <a:off x="795884" y="2043120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TextBox 10">
                <a:extLst>
                  <a:ext uri="{FF2B5EF4-FFF2-40B4-BE49-F238E27FC236}">
                    <a16:creationId xmlns:a16="http://schemas.microsoft.com/office/drawing/2014/main" id="{18AA10A0-393A-4B71-8D8A-7D5D0CD59BF5}"/>
                  </a:ext>
                </a:extLst>
              </p:cNvPr>
              <p:cNvSpPr txBox="1"/>
              <p:nvPr/>
            </p:nvSpPr>
            <p:spPr>
              <a:xfrm>
                <a:off x="835662" y="1794973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46" name="TextBox 10">
                <a:extLst>
                  <a:ext uri="{FF2B5EF4-FFF2-40B4-BE49-F238E27FC236}">
                    <a16:creationId xmlns:a16="http://schemas.microsoft.com/office/drawing/2014/main" id="{18AA10A0-393A-4B71-8D8A-7D5D0CD59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62" y="1794973"/>
                <a:ext cx="297046" cy="338554"/>
              </a:xfrm>
              <a:prstGeom prst="rect">
                <a:avLst/>
              </a:prstGeom>
              <a:blipFill>
                <a:blip r:embed="rId12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Straight Arrow Connector 17">
            <a:extLst>
              <a:ext uri="{FF2B5EF4-FFF2-40B4-BE49-F238E27FC236}">
                <a16:creationId xmlns:a16="http://schemas.microsoft.com/office/drawing/2014/main" id="{6A2A4286-7281-4D37-A09A-D096937100CF}"/>
              </a:ext>
            </a:extLst>
          </p:cNvPr>
          <p:cNvCxnSpPr>
            <a:cxnSpLocks/>
          </p:cNvCxnSpPr>
          <p:nvPr/>
        </p:nvCxnSpPr>
        <p:spPr>
          <a:xfrm flipV="1">
            <a:off x="865358" y="1734687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4" name="等腰三角形 43">
            <a:extLst>
              <a:ext uri="{FF2B5EF4-FFF2-40B4-BE49-F238E27FC236}">
                <a16:creationId xmlns:a16="http://schemas.microsoft.com/office/drawing/2014/main" id="{724299CC-ACFF-4DA2-A7A6-DC7E7D1BAC58}"/>
              </a:ext>
            </a:extLst>
          </p:cNvPr>
          <p:cNvSpPr/>
          <p:nvPr/>
        </p:nvSpPr>
        <p:spPr>
          <a:xfrm rot="18689988">
            <a:off x="1094853" y="1443760"/>
            <a:ext cx="329835" cy="221179"/>
          </a:xfrm>
          <a:prstGeom prst="triangl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889" tIns="35945" rIns="71889" bIns="359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15" dirty="0"/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3A709EF7-87AC-47D6-B149-7C8A72CA37C1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816" r="75741"/>
          <a:stretch/>
        </p:blipFill>
        <p:spPr>
          <a:xfrm>
            <a:off x="2016905" y="1517491"/>
            <a:ext cx="1503668" cy="1507175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62EAF8DF-4902-4ED6-9CDC-FDD024FB7E5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25848" t="262" r="50780" b="1"/>
          <a:stretch/>
        </p:blipFill>
        <p:spPr>
          <a:xfrm>
            <a:off x="5388314" y="1519467"/>
            <a:ext cx="1499104" cy="1503223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8C67C2E2-04A0-4AAB-936A-A181F1E8AF7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50975" r="25689"/>
          <a:stretch/>
        </p:blipFill>
        <p:spPr>
          <a:xfrm>
            <a:off x="3708400" y="1517491"/>
            <a:ext cx="1496825" cy="1507175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18F7BD41-52CD-4656-9C2D-53E08DDDC42A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75926" r="560"/>
          <a:stretch/>
        </p:blipFill>
        <p:spPr>
          <a:xfrm>
            <a:off x="7075446" y="1517491"/>
            <a:ext cx="1508232" cy="1507175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07366486-53FC-4B64-9248-542A390879BB}"/>
              </a:ext>
            </a:extLst>
          </p:cNvPr>
          <p:cNvSpPr/>
          <p:nvPr/>
        </p:nvSpPr>
        <p:spPr>
          <a:xfrm>
            <a:off x="1681796" y="2970593"/>
            <a:ext cx="1093569" cy="40011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meridian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pic>
        <p:nvPicPr>
          <p:cNvPr id="61" name="圖片 60">
            <a:extLst>
              <a:ext uri="{FF2B5EF4-FFF2-40B4-BE49-F238E27FC236}">
                <a16:creationId xmlns:a16="http://schemas.microsoft.com/office/drawing/2014/main" id="{3817ABF2-149C-4855-AD2B-58BFEF24C353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48936" y="131332"/>
            <a:ext cx="3217091" cy="643417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51EFDCEC-06B5-45CF-B99F-AC2278D2D3C6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8645345" y="1478280"/>
            <a:ext cx="526626" cy="16483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2AB51D15-D10C-4A71-ACC5-1C9532F1843D}"/>
                  </a:ext>
                </a:extLst>
              </p:cNvPr>
              <p:cNvSpPr txBox="1"/>
              <p:nvPr/>
            </p:nvSpPr>
            <p:spPr>
              <a:xfrm>
                <a:off x="8574378" y="2762412"/>
                <a:ext cx="4798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2AB51D15-D10C-4A71-ACC5-1C9532F18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378" y="2762412"/>
                <a:ext cx="479853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75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</TotalTime>
  <Words>67</Words>
  <Application>Microsoft Office PowerPoint</Application>
  <PresentationFormat>自訂</PresentationFormat>
  <Paragraphs>32</Paragraphs>
  <Slides>3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22</cp:revision>
  <dcterms:created xsi:type="dcterms:W3CDTF">2026-04-28T04:34:15Z</dcterms:created>
  <dcterms:modified xsi:type="dcterms:W3CDTF">2026-05-22T04:50:46Z</dcterms:modified>
</cp:coreProperties>
</file>