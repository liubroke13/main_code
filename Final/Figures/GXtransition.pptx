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8" r:id="rId2"/>
    <p:sldId id="256" r:id="rId3"/>
  </p:sldIdLst>
  <p:sldSz cx="7199313" cy="9612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68" autoAdjust="0"/>
    <p:restoredTop sz="94660"/>
  </p:normalViewPr>
  <p:slideViewPr>
    <p:cSldViewPr snapToGrid="0">
      <p:cViewPr varScale="1">
        <p:scale>
          <a:sx n="80" d="100"/>
          <a:sy n="80" d="100"/>
        </p:scale>
        <p:origin x="279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949" y="1573127"/>
            <a:ext cx="6119416" cy="3346509"/>
          </a:xfrm>
        </p:spPr>
        <p:txBody>
          <a:bodyPr anchor="b"/>
          <a:lstStyle>
            <a:lvl1pPr algn="ctr">
              <a:defRPr sz="472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9914" y="5048690"/>
            <a:ext cx="5399485" cy="2320750"/>
          </a:xfrm>
        </p:spPr>
        <p:txBody>
          <a:bodyPr/>
          <a:lstStyle>
            <a:lvl1pPr marL="0" indent="0" algn="ctr">
              <a:buNone/>
              <a:defRPr sz="1890"/>
            </a:lvl1pPr>
            <a:lvl2pPr marL="359954" indent="0" algn="ctr">
              <a:buNone/>
              <a:defRPr sz="1575"/>
            </a:lvl2pPr>
            <a:lvl3pPr marL="719907" indent="0" algn="ctr">
              <a:buNone/>
              <a:defRPr sz="1417"/>
            </a:lvl3pPr>
            <a:lvl4pPr marL="1079861" indent="0" algn="ctr">
              <a:buNone/>
              <a:defRPr sz="1260"/>
            </a:lvl4pPr>
            <a:lvl5pPr marL="1439814" indent="0" algn="ctr">
              <a:buNone/>
              <a:defRPr sz="1260"/>
            </a:lvl5pPr>
            <a:lvl6pPr marL="1799768" indent="0" algn="ctr">
              <a:buNone/>
              <a:defRPr sz="1260"/>
            </a:lvl6pPr>
            <a:lvl7pPr marL="2159721" indent="0" algn="ctr">
              <a:buNone/>
              <a:defRPr sz="1260"/>
            </a:lvl7pPr>
            <a:lvl8pPr marL="2519675" indent="0" algn="ctr">
              <a:buNone/>
              <a:defRPr sz="1260"/>
            </a:lvl8pPr>
            <a:lvl9pPr marL="2879628" indent="0" algn="ctr">
              <a:buNone/>
              <a:defRPr sz="126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11666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7374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1204" y="2396406"/>
            <a:ext cx="6209407" cy="3998454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1204" y="6432687"/>
            <a:ext cx="6209407" cy="2102693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/>
                </a:solidFill>
              </a:defRPr>
            </a:lvl1pPr>
            <a:lvl2pPr marL="359954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2pPr>
            <a:lvl3pPr marL="719907" indent="0">
              <a:buNone/>
              <a:defRPr sz="1417">
                <a:solidFill>
                  <a:schemeClr val="tx1">
                    <a:tint val="75000"/>
                  </a:schemeClr>
                </a:solidFill>
              </a:defRPr>
            </a:lvl3pPr>
            <a:lvl4pPr marL="107986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439814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179976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15972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51967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287962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08541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4953" y="2558833"/>
            <a:ext cx="3059708" cy="6098924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4652" y="2558833"/>
            <a:ext cx="3059708" cy="6098924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3731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511769"/>
            <a:ext cx="6209407" cy="1857936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891" y="2356352"/>
            <a:ext cx="3045646" cy="1154812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891" y="3511164"/>
            <a:ext cx="3045646" cy="5164394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644652" y="2356352"/>
            <a:ext cx="3060646" cy="1154812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644652" y="3511164"/>
            <a:ext cx="3060646" cy="5164394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8013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8503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526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640821"/>
            <a:ext cx="2321966" cy="2242873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60646" y="1383997"/>
            <a:ext cx="3644652" cy="6830972"/>
          </a:xfrm>
        </p:spPr>
        <p:txBody>
          <a:bodyPr/>
          <a:lstStyle>
            <a:lvl1pPr>
              <a:defRPr sz="2519"/>
            </a:lvl1pPr>
            <a:lvl2pPr>
              <a:defRPr sz="2204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883694"/>
            <a:ext cx="2321966" cy="5342400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4099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640821"/>
            <a:ext cx="2321966" cy="2242873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60646" y="1383997"/>
            <a:ext cx="3644652" cy="6830972"/>
          </a:xfrm>
        </p:spPr>
        <p:txBody>
          <a:bodyPr anchor="t"/>
          <a:lstStyle>
            <a:lvl1pPr marL="0" indent="0">
              <a:buNone/>
              <a:defRPr sz="2519"/>
            </a:lvl1pPr>
            <a:lvl2pPr marL="359954" indent="0">
              <a:buNone/>
              <a:defRPr sz="2204"/>
            </a:lvl2pPr>
            <a:lvl3pPr marL="719907" indent="0">
              <a:buNone/>
              <a:defRPr sz="1890"/>
            </a:lvl3pPr>
            <a:lvl4pPr marL="1079861" indent="0">
              <a:buNone/>
              <a:defRPr sz="1575"/>
            </a:lvl4pPr>
            <a:lvl5pPr marL="1439814" indent="0">
              <a:buNone/>
              <a:defRPr sz="1575"/>
            </a:lvl5pPr>
            <a:lvl6pPr marL="1799768" indent="0">
              <a:buNone/>
              <a:defRPr sz="1575"/>
            </a:lvl6pPr>
            <a:lvl7pPr marL="2159721" indent="0">
              <a:buNone/>
              <a:defRPr sz="1575"/>
            </a:lvl7pPr>
            <a:lvl8pPr marL="2519675" indent="0">
              <a:buNone/>
              <a:defRPr sz="1575"/>
            </a:lvl8pPr>
            <a:lvl9pPr marL="2879628" indent="0">
              <a:buNone/>
              <a:defRPr sz="1575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883694"/>
            <a:ext cx="2321966" cy="5342400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17103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1391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2009" y="511767"/>
            <a:ext cx="1552352" cy="814599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4953" y="511767"/>
            <a:ext cx="4567064" cy="8145991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0445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4953" y="511769"/>
            <a:ext cx="6209407" cy="18579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4953" y="2558833"/>
            <a:ext cx="6209407" cy="60989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4953" y="8909192"/>
            <a:ext cx="1619845" cy="5117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84773" y="8909192"/>
            <a:ext cx="2429768" cy="5117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84515" y="8909192"/>
            <a:ext cx="1619845" cy="5117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9676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719907" rtl="0" eaLnBrk="1" latinLnBrk="0" hangingPunct="1">
        <a:lnSpc>
          <a:spcPct val="90000"/>
        </a:lnSpc>
        <a:spcBef>
          <a:spcPct val="0"/>
        </a:spcBef>
        <a:buNone/>
        <a:defRPr sz="34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9977" indent="-179977" algn="l" defTabSz="71990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204" kern="1200">
          <a:solidFill>
            <a:schemeClr val="tx1"/>
          </a:solidFill>
          <a:latin typeface="+mn-lt"/>
          <a:ea typeface="+mn-ea"/>
          <a:cs typeface="+mn-cs"/>
        </a:defRPr>
      </a:lvl1pPr>
      <a:lvl2pPr marL="539930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899884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59837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619791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97974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339698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699652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305960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1pPr>
      <a:lvl2pPr marL="35995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719907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07986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43981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79976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15972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519675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287962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8" Type="http://schemas.openxmlformats.org/officeDocument/2006/relationships/image" Target="../media/image11.png"/><Relationship Id="rId3" Type="http://schemas.openxmlformats.org/officeDocument/2006/relationships/image" Target="../media/image3.png"/><Relationship Id="rId21" Type="http://schemas.openxmlformats.org/officeDocument/2006/relationships/image" Target="../media/image160.png"/><Relationship Id="rId7" Type="http://schemas.openxmlformats.org/officeDocument/2006/relationships/image" Target="../media/image7.png"/><Relationship Id="rId17" Type="http://schemas.openxmlformats.org/officeDocument/2006/relationships/image" Target="../media/image10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15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24" Type="http://schemas.openxmlformats.org/officeDocument/2006/relationships/image" Target="../media/image13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12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2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747882CD-21C4-47D4-9E58-6273058387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496344" y="742156"/>
            <a:ext cx="12192000" cy="81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734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735F0D09-7E7B-4A06-98E4-060B13FC1F34}"/>
              </a:ext>
            </a:extLst>
          </p:cNvPr>
          <p:cNvSpPr/>
          <p:nvPr/>
        </p:nvSpPr>
        <p:spPr>
          <a:xfrm>
            <a:off x="174285" y="52333"/>
            <a:ext cx="6850742" cy="9507655"/>
          </a:xfrm>
          <a:prstGeom prst="roundRect">
            <a:avLst>
              <a:gd name="adj" fmla="val 7772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8066" tIns="29033" rIns="58066" bIns="2903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143" dirty="0"/>
          </a:p>
        </p:txBody>
      </p:sp>
      <p:pic>
        <p:nvPicPr>
          <p:cNvPr id="75" name="圖片 74">
            <a:extLst>
              <a:ext uri="{FF2B5EF4-FFF2-40B4-BE49-F238E27FC236}">
                <a16:creationId xmlns:a16="http://schemas.microsoft.com/office/drawing/2014/main" id="{4548FC12-62EA-4DC3-9565-7D9A9093AFC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16" r="75741"/>
          <a:stretch/>
        </p:blipFill>
        <p:spPr>
          <a:xfrm>
            <a:off x="2815034" y="1978062"/>
            <a:ext cx="1569244" cy="157290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3A7CDD98-3D2C-45CE-A6A2-F7D8ABBF8281}"/>
                  </a:ext>
                </a:extLst>
              </p:cNvPr>
              <p:cNvSpPr txBox="1"/>
              <p:nvPr/>
            </p:nvSpPr>
            <p:spPr>
              <a:xfrm>
                <a:off x="3155654" y="6959022"/>
                <a:ext cx="938079" cy="3657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1, 1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3A7CDD98-3D2C-45CE-A6A2-F7D8ABBF82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5654" y="6959022"/>
                <a:ext cx="938079" cy="365778"/>
              </a:xfrm>
              <a:prstGeom prst="rect">
                <a:avLst/>
              </a:prstGeom>
              <a:blipFill>
                <a:blip r:embed="rId3"/>
                <a:stretch>
                  <a:fillRect t="-121667" r="-38961" b="-18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0644098C-7DB7-4DD9-8E2F-FAAAB46865BD}"/>
                  </a:ext>
                </a:extLst>
              </p:cNvPr>
              <p:cNvSpPr txBox="1"/>
              <p:nvPr/>
            </p:nvSpPr>
            <p:spPr>
              <a:xfrm>
                <a:off x="3155654" y="3619254"/>
                <a:ext cx="938079" cy="3657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1, 1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0644098C-7DB7-4DD9-8E2F-FAAAB46865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5654" y="3619254"/>
                <a:ext cx="938079" cy="365778"/>
              </a:xfrm>
              <a:prstGeom prst="rect">
                <a:avLst/>
              </a:prstGeom>
              <a:blipFill>
                <a:blip r:embed="rId4"/>
                <a:stretch>
                  <a:fillRect t="-121667" r="-38961" b="-18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5C2CB285-A545-468C-A597-04C14CC2CDBF}"/>
                  </a:ext>
                </a:extLst>
              </p:cNvPr>
              <p:cNvSpPr txBox="1"/>
              <p:nvPr/>
            </p:nvSpPr>
            <p:spPr>
              <a:xfrm>
                <a:off x="2252912" y="1616043"/>
                <a:ext cx="2693488" cy="3657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5C2CB285-A545-468C-A597-04C14CC2C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2912" y="1616043"/>
                <a:ext cx="2693488" cy="365778"/>
              </a:xfrm>
              <a:prstGeom prst="rect">
                <a:avLst/>
              </a:prstGeom>
              <a:blipFill>
                <a:blip r:embed="rId5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059EF753-76E4-4F46-A4B2-3984511FB813}"/>
                  </a:ext>
                </a:extLst>
              </p:cNvPr>
              <p:cNvSpPr txBox="1"/>
              <p:nvPr/>
            </p:nvSpPr>
            <p:spPr>
              <a:xfrm>
                <a:off x="555104" y="4464855"/>
                <a:ext cx="1327215" cy="3657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059EF753-76E4-4F46-A4B2-3984511FB8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104" y="4464855"/>
                <a:ext cx="1327215" cy="365778"/>
              </a:xfrm>
              <a:prstGeom prst="rect">
                <a:avLst/>
              </a:prstGeom>
              <a:blipFill>
                <a:blip r:embed="rId6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3" name="文字方塊 132">
                <a:extLst>
                  <a:ext uri="{FF2B5EF4-FFF2-40B4-BE49-F238E27FC236}">
                    <a16:creationId xmlns:a16="http://schemas.microsoft.com/office/drawing/2014/main" id="{57BCBCAB-73A8-4541-97B7-5514A2F2B655}"/>
                  </a:ext>
                </a:extLst>
              </p:cNvPr>
              <p:cNvSpPr txBox="1"/>
              <p:nvPr/>
            </p:nvSpPr>
            <p:spPr>
              <a:xfrm>
                <a:off x="5328662" y="4495446"/>
                <a:ext cx="1327215" cy="3657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33" name="文字方塊 132">
                <a:extLst>
                  <a:ext uri="{FF2B5EF4-FFF2-40B4-BE49-F238E27FC236}">
                    <a16:creationId xmlns:a16="http://schemas.microsoft.com/office/drawing/2014/main" id="{57BCBCAB-73A8-4541-97B7-5514A2F2B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8662" y="4495446"/>
                <a:ext cx="1327215" cy="365778"/>
              </a:xfrm>
              <a:prstGeom prst="rect">
                <a:avLst/>
              </a:prstGeom>
              <a:blipFill>
                <a:blip r:embed="rId7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97678382-5B63-43AA-85DB-CFB0A7FCA141}"/>
                  </a:ext>
                </a:extLst>
              </p:cNvPr>
              <p:cNvSpPr txBox="1"/>
              <p:nvPr/>
            </p:nvSpPr>
            <p:spPr>
              <a:xfrm>
                <a:off x="2984210" y="7476484"/>
                <a:ext cx="1327215" cy="3657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97678382-5B63-43AA-85DB-CFB0A7FCA1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210" y="7476484"/>
                <a:ext cx="1327215" cy="36577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E70D29FF-92A9-4F55-992C-2250D39FAAA9}"/>
              </a:ext>
            </a:extLst>
          </p:cNvPr>
          <p:cNvSpPr txBox="1"/>
          <p:nvPr/>
        </p:nvSpPr>
        <p:spPr>
          <a:xfrm>
            <a:off x="717179" y="180403"/>
            <a:ext cx="5764954" cy="519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Gray exciton transition rate</a:t>
            </a:r>
            <a:endParaRPr lang="zh-TW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7" name="文字方塊 136">
                <a:extLst>
                  <a:ext uri="{FF2B5EF4-FFF2-40B4-BE49-F238E27FC236}">
                    <a16:creationId xmlns:a16="http://schemas.microsoft.com/office/drawing/2014/main" id="{DB0EBD35-2601-4A37-A2AC-609C761196F0}"/>
                  </a:ext>
                </a:extLst>
              </p:cNvPr>
              <p:cNvSpPr txBox="1"/>
              <p:nvPr/>
            </p:nvSpPr>
            <p:spPr>
              <a:xfrm>
                <a:off x="3570893" y="3130919"/>
                <a:ext cx="10582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dirty="0"/>
              </a:p>
            </p:txBody>
          </p:sp>
        </mc:Choice>
        <mc:Fallback>
          <p:sp>
            <p:nvSpPr>
              <p:cNvPr id="137" name="文字方塊 136">
                <a:extLst>
                  <a:ext uri="{FF2B5EF4-FFF2-40B4-BE49-F238E27FC236}">
                    <a16:creationId xmlns:a16="http://schemas.microsoft.com/office/drawing/2014/main" id="{DB0EBD35-2601-4A37-A2AC-609C761196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0893" y="3130919"/>
                <a:ext cx="1058257" cy="369332"/>
              </a:xfrm>
              <a:prstGeom prst="rect">
                <a:avLst/>
              </a:prstGeom>
              <a:blipFill>
                <a:blip r:embed="rId9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0" name="群組 169">
            <a:extLst>
              <a:ext uri="{FF2B5EF4-FFF2-40B4-BE49-F238E27FC236}">
                <a16:creationId xmlns:a16="http://schemas.microsoft.com/office/drawing/2014/main" id="{F967FB34-A009-4C42-B0D1-7ABFB577004E}"/>
              </a:ext>
            </a:extLst>
          </p:cNvPr>
          <p:cNvGrpSpPr/>
          <p:nvPr/>
        </p:nvGrpSpPr>
        <p:grpSpPr>
          <a:xfrm>
            <a:off x="3452643" y="2312224"/>
            <a:ext cx="609103" cy="638837"/>
            <a:chOff x="6583394" y="1501875"/>
            <a:chExt cx="1650681" cy="1731259"/>
          </a:xfrm>
        </p:grpSpPr>
        <p:grpSp>
          <p:nvGrpSpPr>
            <p:cNvPr id="171" name="群組 170">
              <a:extLst>
                <a:ext uri="{FF2B5EF4-FFF2-40B4-BE49-F238E27FC236}">
                  <a16:creationId xmlns:a16="http://schemas.microsoft.com/office/drawing/2014/main" id="{20526CE6-FBFA-4525-8A7C-09B993A0D880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174" name="箭號: 向右 173">
                <a:extLst>
                  <a:ext uri="{FF2B5EF4-FFF2-40B4-BE49-F238E27FC236}">
                    <a16:creationId xmlns:a16="http://schemas.microsoft.com/office/drawing/2014/main" id="{1C356C93-FD6C-4265-8E33-7C77F1E0950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43">
                  <a:solidFill>
                    <a:schemeClr val="bg1"/>
                  </a:solidFill>
                </a:endParaRPr>
              </a:p>
            </p:txBody>
          </p:sp>
          <p:sp>
            <p:nvSpPr>
              <p:cNvPr id="175" name="箭號: 向右 174">
                <a:extLst>
                  <a:ext uri="{FF2B5EF4-FFF2-40B4-BE49-F238E27FC236}">
                    <a16:creationId xmlns:a16="http://schemas.microsoft.com/office/drawing/2014/main" id="{7ACE5D12-B75E-49E8-8E4D-8F17F9B769A7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43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文字方塊 171">
                  <a:extLst>
                    <a:ext uri="{FF2B5EF4-FFF2-40B4-BE49-F238E27FC236}">
                      <a16:creationId xmlns:a16="http://schemas.microsoft.com/office/drawing/2014/main" id="{1139A5D6-48D9-4C19-B516-03810CC5FB56}"/>
                    </a:ext>
                  </a:extLst>
                </p:cNvPr>
                <p:cNvSpPr txBox="1"/>
                <p:nvPr/>
              </p:nvSpPr>
              <p:spPr>
                <a:xfrm>
                  <a:off x="6583394" y="1501875"/>
                  <a:ext cx="416137" cy="10603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72" name="文字方塊 171">
                  <a:extLst>
                    <a:ext uri="{FF2B5EF4-FFF2-40B4-BE49-F238E27FC236}">
                      <a16:creationId xmlns:a16="http://schemas.microsoft.com/office/drawing/2014/main" id="{1139A5D6-48D9-4C19-B516-03810CC5F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3394" y="1501875"/>
                  <a:ext cx="416137" cy="1060324"/>
                </a:xfrm>
                <a:prstGeom prst="rect">
                  <a:avLst/>
                </a:prstGeom>
                <a:blipFill>
                  <a:blip r:embed="rId15"/>
                  <a:stretch>
                    <a:fillRect l="-15385" r="-153846"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文字方塊 172">
                  <a:extLst>
                    <a:ext uri="{FF2B5EF4-FFF2-40B4-BE49-F238E27FC236}">
                      <a16:creationId xmlns:a16="http://schemas.microsoft.com/office/drawing/2014/main" id="{1D150E5E-67F0-4869-9BCE-97E831B443DE}"/>
                    </a:ext>
                  </a:extLst>
                </p:cNvPr>
                <p:cNvSpPr txBox="1"/>
                <p:nvPr/>
              </p:nvSpPr>
              <p:spPr>
                <a:xfrm>
                  <a:off x="7165985" y="2241868"/>
                  <a:ext cx="1068090" cy="9912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73" name="文字方塊 172">
                  <a:extLst>
                    <a:ext uri="{FF2B5EF4-FFF2-40B4-BE49-F238E27FC236}">
                      <a16:creationId xmlns:a16="http://schemas.microsoft.com/office/drawing/2014/main" id="{1D150E5E-67F0-4869-9BCE-97E831B443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65985" y="2241868"/>
                  <a:ext cx="1068090" cy="991266"/>
                </a:xfrm>
                <a:prstGeom prst="rect">
                  <a:avLst/>
                </a:prstGeom>
                <a:blipFill>
                  <a:blip r:embed="rId16"/>
                  <a:stretch>
                    <a:fillRect l="-3125" b="-11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66" name="圖片 65">
            <a:extLst>
              <a:ext uri="{FF2B5EF4-FFF2-40B4-BE49-F238E27FC236}">
                <a16:creationId xmlns:a16="http://schemas.microsoft.com/office/drawing/2014/main" id="{8EF15927-1011-48DB-B688-67F43C2D5B09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52" t="70186" r="4524" b="8575"/>
          <a:stretch/>
        </p:blipFill>
        <p:spPr>
          <a:xfrm>
            <a:off x="4424782" y="1941898"/>
            <a:ext cx="551543" cy="1726294"/>
          </a:xfrm>
          <a:prstGeom prst="rect">
            <a:avLst/>
          </a:prstGeom>
        </p:spPr>
      </p:pic>
      <p:pic>
        <p:nvPicPr>
          <p:cNvPr id="71" name="圖片 70">
            <a:extLst>
              <a:ext uri="{FF2B5EF4-FFF2-40B4-BE49-F238E27FC236}">
                <a16:creationId xmlns:a16="http://schemas.microsoft.com/office/drawing/2014/main" id="{36BEEB76-A6DA-4745-84E7-32CD3E2D69D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848" t="262" r="50780" b="1"/>
          <a:stretch/>
        </p:blipFill>
        <p:spPr>
          <a:xfrm>
            <a:off x="2940482" y="7828415"/>
            <a:ext cx="1564481" cy="1568780"/>
          </a:xfrm>
          <a:prstGeom prst="rect">
            <a:avLst/>
          </a:prstGeom>
        </p:spPr>
      </p:pic>
      <p:pic>
        <p:nvPicPr>
          <p:cNvPr id="72" name="圖片 71">
            <a:extLst>
              <a:ext uri="{FF2B5EF4-FFF2-40B4-BE49-F238E27FC236}">
                <a16:creationId xmlns:a16="http://schemas.microsoft.com/office/drawing/2014/main" id="{1B0ADA28-ECF6-4C66-A722-843D2ECB77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975" r="25689"/>
          <a:stretch/>
        </p:blipFill>
        <p:spPr>
          <a:xfrm>
            <a:off x="471365" y="4854033"/>
            <a:ext cx="1562101" cy="1572904"/>
          </a:xfrm>
          <a:prstGeom prst="rect">
            <a:avLst/>
          </a:prstGeom>
        </p:spPr>
      </p:pic>
      <p:pic>
        <p:nvPicPr>
          <p:cNvPr id="73" name="圖片 72">
            <a:extLst>
              <a:ext uri="{FF2B5EF4-FFF2-40B4-BE49-F238E27FC236}">
                <a16:creationId xmlns:a16="http://schemas.microsoft.com/office/drawing/2014/main" id="{AF05D055-7AF7-410C-9866-D186ADE6B3E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5926" r="560"/>
          <a:stretch/>
        </p:blipFill>
        <p:spPr>
          <a:xfrm>
            <a:off x="5246014" y="4839164"/>
            <a:ext cx="1574006" cy="1572904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1011BC63-79AE-41BF-933C-8028086FB077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46787" y="719124"/>
            <a:ext cx="2748409" cy="54968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589191B2-A7F4-4CB8-A620-631B895D5059}"/>
                  </a:ext>
                </a:extLst>
              </p:cNvPr>
              <p:cNvSpPr txBox="1"/>
              <p:nvPr/>
            </p:nvSpPr>
            <p:spPr>
              <a:xfrm>
                <a:off x="4345512" y="3276029"/>
                <a:ext cx="5389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589191B2-A7F4-4CB8-A620-631B895D50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5512" y="3276029"/>
                <a:ext cx="538983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9" name="群組 48">
            <a:extLst>
              <a:ext uri="{FF2B5EF4-FFF2-40B4-BE49-F238E27FC236}">
                <a16:creationId xmlns:a16="http://schemas.microsoft.com/office/drawing/2014/main" id="{7A2A25B1-A24C-4528-B33D-1BD8C154785C}"/>
              </a:ext>
            </a:extLst>
          </p:cNvPr>
          <p:cNvGrpSpPr/>
          <p:nvPr/>
        </p:nvGrpSpPr>
        <p:grpSpPr>
          <a:xfrm>
            <a:off x="2154503" y="3972259"/>
            <a:ext cx="2919455" cy="3036650"/>
            <a:chOff x="3213282" y="4585869"/>
            <a:chExt cx="2919455" cy="3036650"/>
          </a:xfrm>
        </p:grpSpPr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CC490D28-A69E-4D65-9081-CDFA4CC4AF62}"/>
                </a:ext>
              </a:extLst>
            </p:cNvPr>
            <p:cNvGrpSpPr/>
            <p:nvPr/>
          </p:nvGrpSpPr>
          <p:grpSpPr>
            <a:xfrm>
              <a:off x="3213282" y="4585869"/>
              <a:ext cx="2919455" cy="3036650"/>
              <a:chOff x="3909893" y="2121313"/>
              <a:chExt cx="2919455" cy="3036650"/>
            </a:xfrm>
          </p:grpSpPr>
          <p:sp>
            <p:nvSpPr>
              <p:cNvPr id="57" name="Oval 14">
                <a:extLst>
                  <a:ext uri="{FF2B5EF4-FFF2-40B4-BE49-F238E27FC236}">
                    <a16:creationId xmlns:a16="http://schemas.microsoft.com/office/drawing/2014/main" id="{FA422559-3AAD-4832-B19E-F0EC00210040}"/>
                  </a:ext>
                </a:extLst>
              </p:cNvPr>
              <p:cNvSpPr/>
              <p:nvPr/>
            </p:nvSpPr>
            <p:spPr>
              <a:xfrm>
                <a:off x="5222336" y="2135621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8" name="Oval 4">
                <a:extLst>
                  <a:ext uri="{FF2B5EF4-FFF2-40B4-BE49-F238E27FC236}">
                    <a16:creationId xmlns:a16="http://schemas.microsoft.com/office/drawing/2014/main" id="{9A1FAF48-1DF6-488E-9EF5-88F040D89531}"/>
                  </a:ext>
                </a:extLst>
              </p:cNvPr>
              <p:cNvSpPr/>
              <p:nvPr/>
            </p:nvSpPr>
            <p:spPr>
              <a:xfrm>
                <a:off x="4061937" y="2288513"/>
                <a:ext cx="2623960" cy="27180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9" name="Oval 15">
                <a:extLst>
                  <a:ext uri="{FF2B5EF4-FFF2-40B4-BE49-F238E27FC236}">
                    <a16:creationId xmlns:a16="http://schemas.microsoft.com/office/drawing/2014/main" id="{25D468BD-17EF-48B7-B05A-EE681AF99321}"/>
                  </a:ext>
                </a:extLst>
              </p:cNvPr>
              <p:cNvSpPr/>
              <p:nvPr/>
            </p:nvSpPr>
            <p:spPr>
              <a:xfrm>
                <a:off x="522233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SHO">
                <a:extLst>
                  <a:ext uri="{FF2B5EF4-FFF2-40B4-BE49-F238E27FC236}">
                    <a16:creationId xmlns:a16="http://schemas.microsoft.com/office/drawing/2014/main" id="{BF25DE66-D4EE-4C19-BE52-D68989334E80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1" name="SVO">
                <a:extLst>
                  <a:ext uri="{FF2B5EF4-FFF2-40B4-BE49-F238E27FC236}">
                    <a16:creationId xmlns:a16="http://schemas.microsoft.com/office/drawing/2014/main" id="{B8359D39-A64A-4280-8E14-B461D733D5F6}"/>
                  </a:ext>
                </a:extLst>
              </p:cNvPr>
              <p:cNvSpPr/>
              <p:nvPr/>
            </p:nvSpPr>
            <p:spPr>
              <a:xfrm>
                <a:off x="4712309" y="2289422"/>
                <a:ext cx="1311980" cy="2718084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">
                <a:extLst>
                  <a:ext uri="{FF2B5EF4-FFF2-40B4-BE49-F238E27FC236}">
                    <a16:creationId xmlns:a16="http://schemas.microsoft.com/office/drawing/2014/main" id="{84D902AE-3E09-4B9C-B3D3-B51FDD4E08F0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TextBox 11">
                    <a:extLst>
                      <a:ext uri="{FF2B5EF4-FFF2-40B4-BE49-F238E27FC236}">
                        <a16:creationId xmlns:a16="http://schemas.microsoft.com/office/drawing/2014/main" id="{9FA49F67-4AF2-48EC-92BF-A61041A0B90D}"/>
                      </a:ext>
                    </a:extLst>
                  </p:cNvPr>
                  <p:cNvSpPr txBox="1"/>
                  <p:nvPr/>
                </p:nvSpPr>
                <p:spPr>
                  <a:xfrm>
                    <a:off x="4440286" y="3358991"/>
                    <a:ext cx="32150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3" name="TextBox 11">
                    <a:extLst>
                      <a:ext uri="{FF2B5EF4-FFF2-40B4-BE49-F238E27FC236}">
                        <a16:creationId xmlns:a16="http://schemas.microsoft.com/office/drawing/2014/main" id="{B7A5A3D7-6CE8-4726-9BEB-8C30B332BF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40286" y="3358991"/>
                    <a:ext cx="321505" cy="523220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4" name="Oval 22">
                <a:extLst>
                  <a:ext uri="{FF2B5EF4-FFF2-40B4-BE49-F238E27FC236}">
                    <a16:creationId xmlns:a16="http://schemas.microsoft.com/office/drawing/2014/main" id="{FCA48EEF-5EED-4393-9C7B-E4E61177948E}"/>
                  </a:ext>
                </a:extLst>
              </p:cNvPr>
              <p:cNvSpPr/>
              <p:nvPr/>
            </p:nvSpPr>
            <p:spPr>
              <a:xfrm>
                <a:off x="522061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TextBox 12">
                    <a:extLst>
                      <a:ext uri="{FF2B5EF4-FFF2-40B4-BE49-F238E27FC236}">
                        <a16:creationId xmlns:a16="http://schemas.microsoft.com/office/drawing/2014/main" id="{94C7ED00-9BB7-487A-A42C-AB7068E4509D}"/>
                      </a:ext>
                    </a:extLst>
                  </p:cNvPr>
                  <p:cNvSpPr txBox="1"/>
                  <p:nvPr/>
                </p:nvSpPr>
                <p:spPr>
                  <a:xfrm>
                    <a:off x="5682303" y="3497725"/>
                    <a:ext cx="32150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5" name="TextBox 12">
                    <a:extLst>
                      <a:ext uri="{FF2B5EF4-FFF2-40B4-BE49-F238E27FC236}">
                        <a16:creationId xmlns:a16="http://schemas.microsoft.com/office/drawing/2014/main" id="{C30F96C9-2DED-45AF-B673-D98C394280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82303" y="3497725"/>
                    <a:ext cx="321505" cy="523220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13">
                    <a:extLst>
                      <a:ext uri="{FF2B5EF4-FFF2-40B4-BE49-F238E27FC236}">
                        <a16:creationId xmlns:a16="http://schemas.microsoft.com/office/drawing/2014/main" id="{0780C51E-6811-4C95-B58A-C911566130E2}"/>
                      </a:ext>
                    </a:extLst>
                  </p:cNvPr>
                  <p:cNvSpPr txBox="1"/>
                  <p:nvPr/>
                </p:nvSpPr>
                <p:spPr>
                  <a:xfrm>
                    <a:off x="5200614" y="2429547"/>
                    <a:ext cx="32150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6" name="TextBox 13">
                    <a:extLst>
                      <a:ext uri="{FF2B5EF4-FFF2-40B4-BE49-F238E27FC236}">
                        <a16:creationId xmlns:a16="http://schemas.microsoft.com/office/drawing/2014/main" id="{34AEE752-FCEC-49A9-B464-EE05AB88A4C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00614" y="2429547"/>
                    <a:ext cx="321505" cy="523220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DVO">
                <a:extLst>
                  <a:ext uri="{FF2B5EF4-FFF2-40B4-BE49-F238E27FC236}">
                    <a16:creationId xmlns:a16="http://schemas.microsoft.com/office/drawing/2014/main" id="{3E3B1CB3-C94A-4062-BBCF-4C669B5F6991}"/>
                  </a:ext>
                </a:extLst>
              </p:cNvPr>
              <p:cNvSpPr/>
              <p:nvPr/>
            </p:nvSpPr>
            <p:spPr>
              <a:xfrm flipH="1">
                <a:off x="4712309" y="2289422"/>
                <a:ext cx="1311980" cy="2718084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Oval 23">
                <a:extLst>
                  <a:ext uri="{FF2B5EF4-FFF2-40B4-BE49-F238E27FC236}">
                    <a16:creationId xmlns:a16="http://schemas.microsoft.com/office/drawing/2014/main" id="{9518B5FE-9B0E-4F08-8044-25A704DC53D1}"/>
                  </a:ext>
                </a:extLst>
              </p:cNvPr>
              <p:cNvSpPr/>
              <p:nvPr/>
            </p:nvSpPr>
            <p:spPr>
              <a:xfrm>
                <a:off x="653415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70" name="Straight Arrow Connector 7">
                <a:extLst>
                  <a:ext uri="{FF2B5EF4-FFF2-40B4-BE49-F238E27FC236}">
                    <a16:creationId xmlns:a16="http://schemas.microsoft.com/office/drawing/2014/main" id="{85825406-F213-4F32-94B3-2D92A8E7536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2789" y="2834235"/>
                <a:ext cx="3083" cy="81024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Arrow Connector 19">
                <a:extLst>
                  <a:ext uri="{FF2B5EF4-FFF2-40B4-BE49-F238E27FC236}">
                    <a16:creationId xmlns:a16="http://schemas.microsoft.com/office/drawing/2014/main" id="{FA4E3DA4-70F8-4C13-9AD1-F9E149C51A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68214" y="3640512"/>
                <a:ext cx="355802" cy="28486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Arrow Connector 18">
                <a:extLst>
                  <a:ext uri="{FF2B5EF4-FFF2-40B4-BE49-F238E27FC236}">
                    <a16:creationId xmlns:a16="http://schemas.microsoft.com/office/drawing/2014/main" id="{2421900F-B324-4D14-9BA8-6C7E09E47BD1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5056896" y="3328917"/>
                <a:ext cx="0" cy="62319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Oval 20">
                <a:extLst>
                  <a:ext uri="{FF2B5EF4-FFF2-40B4-BE49-F238E27FC236}">
                    <a16:creationId xmlns:a16="http://schemas.microsoft.com/office/drawing/2014/main" id="{F5FB03CC-20F0-4D9E-AB78-7BEACC702C91}"/>
                  </a:ext>
                </a:extLst>
              </p:cNvPr>
              <p:cNvSpPr/>
              <p:nvPr/>
            </p:nvSpPr>
            <p:spPr>
              <a:xfrm>
                <a:off x="390989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22">
                <a:extLst>
                  <a:ext uri="{FF2B5EF4-FFF2-40B4-BE49-F238E27FC236}">
                    <a16:creationId xmlns:a16="http://schemas.microsoft.com/office/drawing/2014/main" id="{E2EBCE76-18B1-40DE-9D68-73348C22B0EE}"/>
                  </a:ext>
                </a:extLst>
              </p:cNvPr>
              <p:cNvSpPr/>
              <p:nvPr/>
            </p:nvSpPr>
            <p:spPr>
              <a:xfrm>
                <a:off x="5222764" y="2121313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51" name="Partial Circle 9">
              <a:extLst>
                <a:ext uri="{FF2B5EF4-FFF2-40B4-BE49-F238E27FC236}">
                  <a16:creationId xmlns:a16="http://schemas.microsoft.com/office/drawing/2014/main" id="{7FECD153-2B1F-4F7D-8253-F2D4E3ADB45B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4454387" y="5697548"/>
              <a:ext cx="431715" cy="833530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TextBox 10">
                  <a:extLst>
                    <a:ext uri="{FF2B5EF4-FFF2-40B4-BE49-F238E27FC236}">
                      <a16:creationId xmlns:a16="http://schemas.microsoft.com/office/drawing/2014/main" id="{474FAD14-7BAE-4BFC-B4CF-0CE10E01CAF1}"/>
                    </a:ext>
                  </a:extLst>
                </p:cNvPr>
                <p:cNvSpPr txBox="1"/>
                <p:nvPr/>
              </p:nvSpPr>
              <p:spPr>
                <a:xfrm>
                  <a:off x="3994940" y="6032289"/>
                  <a:ext cx="32150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52" name="TextBox 10">
                  <a:extLst>
                    <a:ext uri="{FF2B5EF4-FFF2-40B4-BE49-F238E27FC236}">
                      <a16:creationId xmlns:a16="http://schemas.microsoft.com/office/drawing/2014/main" id="{474FAD14-7BAE-4BFC-B4CF-0CE10E01CA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94940" y="6032289"/>
                  <a:ext cx="321504" cy="523220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Arrow Connector 17">
              <a:extLst>
                <a:ext uri="{FF2B5EF4-FFF2-40B4-BE49-F238E27FC236}">
                  <a16:creationId xmlns:a16="http://schemas.microsoft.com/office/drawing/2014/main" id="{2AD8AD57-08D5-4509-B048-2562D123C8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67952" y="6115823"/>
              <a:ext cx="402652" cy="520683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4" name="Partial Circle 9">
              <a:extLst>
                <a:ext uri="{FF2B5EF4-FFF2-40B4-BE49-F238E27FC236}">
                  <a16:creationId xmlns:a16="http://schemas.microsoft.com/office/drawing/2014/main" id="{CDE7B769-8CD9-42BA-AD97-8B3FEA97464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18126" y="5804915"/>
              <a:ext cx="301557" cy="609055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10">
                  <a:extLst>
                    <a:ext uri="{FF2B5EF4-FFF2-40B4-BE49-F238E27FC236}">
                      <a16:creationId xmlns:a16="http://schemas.microsoft.com/office/drawing/2014/main" id="{6A6E3FF7-8F3D-4A8C-A386-3E426E90E531}"/>
                    </a:ext>
                  </a:extLst>
                </p:cNvPr>
                <p:cNvSpPr txBox="1"/>
                <p:nvPr/>
              </p:nvSpPr>
              <p:spPr>
                <a:xfrm>
                  <a:off x="4721955" y="5460425"/>
                  <a:ext cx="32150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55" name="TextBox 10">
                  <a:extLst>
                    <a:ext uri="{FF2B5EF4-FFF2-40B4-BE49-F238E27FC236}">
                      <a16:creationId xmlns:a16="http://schemas.microsoft.com/office/drawing/2014/main" id="{6A6E3FF7-8F3D-4A8C-A386-3E426E90E5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1955" y="5460425"/>
                  <a:ext cx="321504" cy="523220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6" name="Straight Arrow Connector 17">
              <a:extLst>
                <a:ext uri="{FF2B5EF4-FFF2-40B4-BE49-F238E27FC236}">
                  <a16:creationId xmlns:a16="http://schemas.microsoft.com/office/drawing/2014/main" id="{5025BC51-6DD5-4807-9EF1-1A36A86987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55909" y="5305876"/>
              <a:ext cx="1039268" cy="817070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04012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205</TotalTime>
  <Words>26</Words>
  <Application>Microsoft Office PowerPoint</Application>
  <PresentationFormat>自訂</PresentationFormat>
  <Paragraphs>16</Paragraphs>
  <Slides>2</Slides>
  <Notes>0</Notes>
  <HiddenSlides>1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9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17</cp:revision>
  <dcterms:created xsi:type="dcterms:W3CDTF">2026-04-28T04:34:15Z</dcterms:created>
  <dcterms:modified xsi:type="dcterms:W3CDTF">2026-05-06T06:21:07Z</dcterms:modified>
</cp:coreProperties>
</file>