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85" r:id="rId2"/>
    <p:sldId id="286" r:id="rId3"/>
    <p:sldId id="265" r:id="rId4"/>
    <p:sldId id="276" r:id="rId5"/>
    <p:sldId id="287" r:id="rId6"/>
    <p:sldId id="288" r:id="rId7"/>
  </p:sldIdLst>
  <p:sldSz cx="9906000" cy="48593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17" autoAdjust="0"/>
    <p:restoredTop sz="94660"/>
  </p:normalViewPr>
  <p:slideViewPr>
    <p:cSldViewPr snapToGrid="0">
      <p:cViewPr>
        <p:scale>
          <a:sx n="75" d="100"/>
          <a:sy n="75" d="100"/>
        </p:scale>
        <p:origin x="768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95267"/>
            <a:ext cx="7429500" cy="1691770"/>
          </a:xfrm>
        </p:spPr>
        <p:txBody>
          <a:bodyPr anchor="b"/>
          <a:lstStyle>
            <a:lvl1pPr algn="ctr">
              <a:defRPr sz="4252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552278"/>
            <a:ext cx="7429500" cy="1173215"/>
          </a:xfrm>
        </p:spPr>
        <p:txBody>
          <a:bodyPr/>
          <a:lstStyle>
            <a:lvl1pPr marL="0" indent="0" algn="ctr">
              <a:buNone/>
              <a:defRPr sz="1701"/>
            </a:lvl1pPr>
            <a:lvl2pPr marL="323972" indent="0" algn="ctr">
              <a:buNone/>
              <a:defRPr sz="1417"/>
            </a:lvl2pPr>
            <a:lvl3pPr marL="647944" indent="0" algn="ctr">
              <a:buNone/>
              <a:defRPr sz="1275"/>
            </a:lvl3pPr>
            <a:lvl4pPr marL="971916" indent="0" algn="ctr">
              <a:buNone/>
              <a:defRPr sz="1134"/>
            </a:lvl4pPr>
            <a:lvl5pPr marL="1295888" indent="0" algn="ctr">
              <a:buNone/>
              <a:defRPr sz="1134"/>
            </a:lvl5pPr>
            <a:lvl6pPr marL="1619860" indent="0" algn="ctr">
              <a:buNone/>
              <a:defRPr sz="1134"/>
            </a:lvl6pPr>
            <a:lvl7pPr marL="1943832" indent="0" algn="ctr">
              <a:buNone/>
              <a:defRPr sz="1134"/>
            </a:lvl7pPr>
            <a:lvl8pPr marL="2267803" indent="0" algn="ctr">
              <a:buNone/>
              <a:defRPr sz="1134"/>
            </a:lvl8pPr>
            <a:lvl9pPr marL="2591775" indent="0" algn="ctr">
              <a:buNone/>
              <a:defRPr sz="1134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4223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9400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211461"/>
            <a:ext cx="8543925" cy="2021349"/>
          </a:xfrm>
        </p:spPr>
        <p:txBody>
          <a:bodyPr anchor="b"/>
          <a:lstStyle>
            <a:lvl1pPr>
              <a:defRPr sz="4252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251933"/>
            <a:ext cx="8543925" cy="1062980"/>
          </a:xfrm>
        </p:spPr>
        <p:txBody>
          <a:bodyPr/>
          <a:lstStyle>
            <a:lvl1pPr marL="0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1pPr>
            <a:lvl2pPr marL="323972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2pPr>
            <a:lvl3pPr marL="647944" indent="0">
              <a:buNone/>
              <a:defRPr sz="1275">
                <a:solidFill>
                  <a:schemeClr val="tx1">
                    <a:tint val="75000"/>
                  </a:schemeClr>
                </a:solidFill>
              </a:defRPr>
            </a:lvl3pPr>
            <a:lvl4pPr marL="971916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4pPr>
            <a:lvl5pPr marL="1295888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5pPr>
            <a:lvl6pPr marL="1619860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6pPr>
            <a:lvl7pPr marL="1943832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7pPr>
            <a:lvl8pPr marL="2267803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8pPr>
            <a:lvl9pPr marL="2591775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1730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293574"/>
            <a:ext cx="4210050" cy="308320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293574"/>
            <a:ext cx="4210050" cy="308320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3460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58715"/>
            <a:ext cx="8543925" cy="93924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91213"/>
            <a:ext cx="4190702" cy="583795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3972" indent="0">
              <a:buNone/>
              <a:defRPr sz="1417" b="1"/>
            </a:lvl2pPr>
            <a:lvl3pPr marL="647944" indent="0">
              <a:buNone/>
              <a:defRPr sz="1275" b="1"/>
            </a:lvl3pPr>
            <a:lvl4pPr marL="971916" indent="0">
              <a:buNone/>
              <a:defRPr sz="1134" b="1"/>
            </a:lvl4pPr>
            <a:lvl5pPr marL="1295888" indent="0">
              <a:buNone/>
              <a:defRPr sz="1134" b="1"/>
            </a:lvl5pPr>
            <a:lvl6pPr marL="1619860" indent="0">
              <a:buNone/>
              <a:defRPr sz="1134" b="1"/>
            </a:lvl6pPr>
            <a:lvl7pPr marL="1943832" indent="0">
              <a:buNone/>
              <a:defRPr sz="1134" b="1"/>
            </a:lvl7pPr>
            <a:lvl8pPr marL="2267803" indent="0">
              <a:buNone/>
              <a:defRPr sz="1134" b="1"/>
            </a:lvl8pPr>
            <a:lvl9pPr marL="2591775" indent="0">
              <a:buNone/>
              <a:defRPr sz="113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775008"/>
            <a:ext cx="4190702" cy="261077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91213"/>
            <a:ext cx="4211340" cy="583795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3972" indent="0">
              <a:buNone/>
              <a:defRPr sz="1417" b="1"/>
            </a:lvl2pPr>
            <a:lvl3pPr marL="647944" indent="0">
              <a:buNone/>
              <a:defRPr sz="1275" b="1"/>
            </a:lvl3pPr>
            <a:lvl4pPr marL="971916" indent="0">
              <a:buNone/>
              <a:defRPr sz="1134" b="1"/>
            </a:lvl4pPr>
            <a:lvl5pPr marL="1295888" indent="0">
              <a:buNone/>
              <a:defRPr sz="1134" b="1"/>
            </a:lvl5pPr>
            <a:lvl6pPr marL="1619860" indent="0">
              <a:buNone/>
              <a:defRPr sz="1134" b="1"/>
            </a:lvl6pPr>
            <a:lvl7pPr marL="1943832" indent="0">
              <a:buNone/>
              <a:defRPr sz="1134" b="1"/>
            </a:lvl7pPr>
            <a:lvl8pPr marL="2267803" indent="0">
              <a:buNone/>
              <a:defRPr sz="1134" b="1"/>
            </a:lvl8pPr>
            <a:lvl9pPr marL="2591775" indent="0">
              <a:buNone/>
              <a:defRPr sz="113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775008"/>
            <a:ext cx="4211340" cy="261077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0548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78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4030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23956"/>
            <a:ext cx="3194943" cy="1133846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99655"/>
            <a:ext cx="5014913" cy="3453280"/>
          </a:xfrm>
        </p:spPr>
        <p:txBody>
          <a:bodyPr/>
          <a:lstStyle>
            <a:lvl1pPr>
              <a:defRPr sz="2268"/>
            </a:lvl1pPr>
            <a:lvl2pPr>
              <a:defRPr sz="1984"/>
            </a:lvl2pPr>
            <a:lvl3pPr>
              <a:defRPr sz="1701"/>
            </a:lvl3pPr>
            <a:lvl4pPr>
              <a:defRPr sz="1417"/>
            </a:lvl4pPr>
            <a:lvl5pPr>
              <a:defRPr sz="1417"/>
            </a:lvl5pPr>
            <a:lvl6pPr>
              <a:defRPr sz="1417"/>
            </a:lvl6pPr>
            <a:lvl7pPr>
              <a:defRPr sz="1417"/>
            </a:lvl7pPr>
            <a:lvl8pPr>
              <a:defRPr sz="1417"/>
            </a:lvl8pPr>
            <a:lvl9pPr>
              <a:defRPr sz="141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57802"/>
            <a:ext cx="3194943" cy="2700757"/>
          </a:xfrm>
        </p:spPr>
        <p:txBody>
          <a:bodyPr/>
          <a:lstStyle>
            <a:lvl1pPr marL="0" indent="0">
              <a:buNone/>
              <a:defRPr sz="1134"/>
            </a:lvl1pPr>
            <a:lvl2pPr marL="323972" indent="0">
              <a:buNone/>
              <a:defRPr sz="992"/>
            </a:lvl2pPr>
            <a:lvl3pPr marL="647944" indent="0">
              <a:buNone/>
              <a:defRPr sz="850"/>
            </a:lvl3pPr>
            <a:lvl4pPr marL="971916" indent="0">
              <a:buNone/>
              <a:defRPr sz="709"/>
            </a:lvl4pPr>
            <a:lvl5pPr marL="1295888" indent="0">
              <a:buNone/>
              <a:defRPr sz="709"/>
            </a:lvl5pPr>
            <a:lvl6pPr marL="1619860" indent="0">
              <a:buNone/>
              <a:defRPr sz="709"/>
            </a:lvl6pPr>
            <a:lvl7pPr marL="1943832" indent="0">
              <a:buNone/>
              <a:defRPr sz="709"/>
            </a:lvl7pPr>
            <a:lvl8pPr marL="2267803" indent="0">
              <a:buNone/>
              <a:defRPr sz="709"/>
            </a:lvl8pPr>
            <a:lvl9pPr marL="2591775" indent="0">
              <a:buNone/>
              <a:defRPr sz="70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5754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23956"/>
            <a:ext cx="3194943" cy="1133846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99655"/>
            <a:ext cx="5014913" cy="3453280"/>
          </a:xfrm>
        </p:spPr>
        <p:txBody>
          <a:bodyPr anchor="t"/>
          <a:lstStyle>
            <a:lvl1pPr marL="0" indent="0">
              <a:buNone/>
              <a:defRPr sz="2268"/>
            </a:lvl1pPr>
            <a:lvl2pPr marL="323972" indent="0">
              <a:buNone/>
              <a:defRPr sz="1984"/>
            </a:lvl2pPr>
            <a:lvl3pPr marL="647944" indent="0">
              <a:buNone/>
              <a:defRPr sz="1701"/>
            </a:lvl3pPr>
            <a:lvl4pPr marL="971916" indent="0">
              <a:buNone/>
              <a:defRPr sz="1417"/>
            </a:lvl4pPr>
            <a:lvl5pPr marL="1295888" indent="0">
              <a:buNone/>
              <a:defRPr sz="1417"/>
            </a:lvl5pPr>
            <a:lvl6pPr marL="1619860" indent="0">
              <a:buNone/>
              <a:defRPr sz="1417"/>
            </a:lvl6pPr>
            <a:lvl7pPr marL="1943832" indent="0">
              <a:buNone/>
              <a:defRPr sz="1417"/>
            </a:lvl7pPr>
            <a:lvl8pPr marL="2267803" indent="0">
              <a:buNone/>
              <a:defRPr sz="1417"/>
            </a:lvl8pPr>
            <a:lvl9pPr marL="2591775" indent="0">
              <a:buNone/>
              <a:defRPr sz="141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57802"/>
            <a:ext cx="3194943" cy="2700757"/>
          </a:xfrm>
        </p:spPr>
        <p:txBody>
          <a:bodyPr/>
          <a:lstStyle>
            <a:lvl1pPr marL="0" indent="0">
              <a:buNone/>
              <a:defRPr sz="1134"/>
            </a:lvl1pPr>
            <a:lvl2pPr marL="323972" indent="0">
              <a:buNone/>
              <a:defRPr sz="992"/>
            </a:lvl2pPr>
            <a:lvl3pPr marL="647944" indent="0">
              <a:buNone/>
              <a:defRPr sz="850"/>
            </a:lvl3pPr>
            <a:lvl4pPr marL="971916" indent="0">
              <a:buNone/>
              <a:defRPr sz="709"/>
            </a:lvl4pPr>
            <a:lvl5pPr marL="1295888" indent="0">
              <a:buNone/>
              <a:defRPr sz="709"/>
            </a:lvl5pPr>
            <a:lvl6pPr marL="1619860" indent="0">
              <a:buNone/>
              <a:defRPr sz="709"/>
            </a:lvl6pPr>
            <a:lvl7pPr marL="1943832" indent="0">
              <a:buNone/>
              <a:defRPr sz="709"/>
            </a:lvl7pPr>
            <a:lvl8pPr marL="2267803" indent="0">
              <a:buNone/>
              <a:defRPr sz="709"/>
            </a:lvl8pPr>
            <a:lvl9pPr marL="2591775" indent="0">
              <a:buNone/>
              <a:defRPr sz="70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8144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7127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58715"/>
            <a:ext cx="2135981" cy="411806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58715"/>
            <a:ext cx="6284119" cy="4118064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8669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58715"/>
            <a:ext cx="8543925" cy="939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293574"/>
            <a:ext cx="8543925" cy="30832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503887"/>
            <a:ext cx="2228850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503887"/>
            <a:ext cx="3343275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503887"/>
            <a:ext cx="2228850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0681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647944" rtl="0" eaLnBrk="1" latinLnBrk="0" hangingPunct="1">
        <a:lnSpc>
          <a:spcPct val="90000"/>
        </a:lnSpc>
        <a:spcBef>
          <a:spcPct val="0"/>
        </a:spcBef>
        <a:buNone/>
        <a:defRPr sz="31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1986" indent="-161986" algn="l" defTabSz="647944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485958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09930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457874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781846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2105817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429789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753761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323972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647944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971916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295888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619860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1943832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267803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591775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66.png"/><Relationship Id="rId18" Type="http://schemas.openxmlformats.org/officeDocument/2006/relationships/image" Target="../media/image40.png"/><Relationship Id="rId26" Type="http://schemas.openxmlformats.org/officeDocument/2006/relationships/image" Target="../media/image47.png"/><Relationship Id="rId39" Type="http://schemas.openxmlformats.org/officeDocument/2006/relationships/image" Target="../media/image23.png"/><Relationship Id="rId21" Type="http://schemas.openxmlformats.org/officeDocument/2006/relationships/image" Target="../media/image43.png"/><Relationship Id="rId34" Type="http://schemas.openxmlformats.org/officeDocument/2006/relationships/image" Target="../media/image49.png"/><Relationship Id="rId42" Type="http://schemas.openxmlformats.org/officeDocument/2006/relationships/image" Target="../media/image51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8.png"/><Relationship Id="rId29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36.png"/><Relationship Id="rId24" Type="http://schemas.openxmlformats.org/officeDocument/2006/relationships/image" Target="../media/image46.png"/><Relationship Id="rId32" Type="http://schemas.openxmlformats.org/officeDocument/2006/relationships/image" Target="../media/image382.png"/><Relationship Id="rId37" Type="http://schemas.openxmlformats.org/officeDocument/2006/relationships/image" Target="../media/image21.png"/><Relationship Id="rId40" Type="http://schemas.openxmlformats.org/officeDocument/2006/relationships/image" Target="../media/image24.png"/><Relationship Id="rId45" Type="http://schemas.openxmlformats.org/officeDocument/2006/relationships/image" Target="../media/image54.png"/><Relationship Id="rId5" Type="http://schemas.openxmlformats.org/officeDocument/2006/relationships/image" Target="../media/image31.png"/><Relationship Id="rId15" Type="http://schemas.openxmlformats.org/officeDocument/2006/relationships/image" Target="../media/image368.png"/><Relationship Id="rId23" Type="http://schemas.openxmlformats.org/officeDocument/2006/relationships/image" Target="../media/image45.png"/><Relationship Id="rId28" Type="http://schemas.openxmlformats.org/officeDocument/2006/relationships/image" Target="../media/image8.png"/><Relationship Id="rId36" Type="http://schemas.openxmlformats.org/officeDocument/2006/relationships/image" Target="../media/image20.png"/><Relationship Id="rId10" Type="http://schemas.openxmlformats.org/officeDocument/2006/relationships/image" Target="../media/image7.png"/><Relationship Id="rId19" Type="http://schemas.openxmlformats.org/officeDocument/2006/relationships/image" Target="../media/image41.png"/><Relationship Id="rId31" Type="http://schemas.openxmlformats.org/officeDocument/2006/relationships/image" Target="../media/image381.png"/><Relationship Id="rId44" Type="http://schemas.openxmlformats.org/officeDocument/2006/relationships/image" Target="../media/image53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367.png"/><Relationship Id="rId22" Type="http://schemas.openxmlformats.org/officeDocument/2006/relationships/image" Target="../media/image44.png"/><Relationship Id="rId27" Type="http://schemas.openxmlformats.org/officeDocument/2006/relationships/image" Target="../media/image48.png"/><Relationship Id="rId30" Type="http://schemas.openxmlformats.org/officeDocument/2006/relationships/image" Target="../media/image380.png"/><Relationship Id="rId35" Type="http://schemas.openxmlformats.org/officeDocument/2006/relationships/image" Target="../media/image19.png"/><Relationship Id="rId43" Type="http://schemas.openxmlformats.org/officeDocument/2006/relationships/image" Target="../media/image52.png"/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12" Type="http://schemas.openxmlformats.org/officeDocument/2006/relationships/image" Target="../media/image37.png"/><Relationship Id="rId17" Type="http://schemas.openxmlformats.org/officeDocument/2006/relationships/image" Target="../media/image39.png"/><Relationship Id="rId25" Type="http://schemas.openxmlformats.org/officeDocument/2006/relationships/image" Target="../media/image26.png"/><Relationship Id="rId33" Type="http://schemas.openxmlformats.org/officeDocument/2006/relationships/image" Target="../media/image14.png"/><Relationship Id="rId38" Type="http://schemas.openxmlformats.org/officeDocument/2006/relationships/image" Target="../media/image22.png"/><Relationship Id="rId20" Type="http://schemas.openxmlformats.org/officeDocument/2006/relationships/image" Target="../media/image42.png"/><Relationship Id="rId41" Type="http://schemas.openxmlformats.org/officeDocument/2006/relationships/image" Target="../media/image5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0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69.png"/><Relationship Id="rId2" Type="http://schemas.openxmlformats.org/officeDocument/2006/relationships/image" Target="../media/image55.png"/><Relationship Id="rId16" Type="http://schemas.openxmlformats.org/officeDocument/2006/relationships/image" Target="../media/image68.png"/><Relationship Id="rId20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5" Type="http://schemas.openxmlformats.org/officeDocument/2006/relationships/image" Target="../media/image67.png"/><Relationship Id="rId10" Type="http://schemas.openxmlformats.org/officeDocument/2006/relationships/image" Target="../media/image63.png"/><Relationship Id="rId19" Type="http://schemas.openxmlformats.org/officeDocument/2006/relationships/image" Target="../media/image71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Relationship Id="rId1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3.png"/><Relationship Id="rId18" Type="http://schemas.openxmlformats.org/officeDocument/2006/relationships/image" Target="../media/image88.png"/><Relationship Id="rId26" Type="http://schemas.openxmlformats.org/officeDocument/2006/relationships/image" Target="../media/image94.png"/><Relationship Id="rId39" Type="http://schemas.openxmlformats.org/officeDocument/2006/relationships/image" Target="../media/image107.png"/><Relationship Id="rId21" Type="http://schemas.openxmlformats.org/officeDocument/2006/relationships/image" Target="../media/image89.png"/><Relationship Id="rId34" Type="http://schemas.openxmlformats.org/officeDocument/2006/relationships/image" Target="../media/image102.png"/><Relationship Id="rId42" Type="http://schemas.openxmlformats.org/officeDocument/2006/relationships/image" Target="../media/image110.png"/><Relationship Id="rId47" Type="http://schemas.openxmlformats.org/officeDocument/2006/relationships/image" Target="../media/image115.png"/><Relationship Id="rId50" Type="http://schemas.openxmlformats.org/officeDocument/2006/relationships/image" Target="../media/image118.png"/><Relationship Id="rId7" Type="http://schemas.openxmlformats.org/officeDocument/2006/relationships/image" Target="../media/image78.png"/><Relationship Id="rId2" Type="http://schemas.openxmlformats.org/officeDocument/2006/relationships/image" Target="../media/image73.png"/><Relationship Id="rId16" Type="http://schemas.openxmlformats.org/officeDocument/2006/relationships/image" Target="../media/image86.png"/><Relationship Id="rId29" Type="http://schemas.openxmlformats.org/officeDocument/2006/relationships/image" Target="../media/image97.png"/><Relationship Id="rId11" Type="http://schemas.openxmlformats.org/officeDocument/2006/relationships/image" Target="../media/image81.png"/><Relationship Id="rId24" Type="http://schemas.openxmlformats.org/officeDocument/2006/relationships/image" Target="../media/image92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45" Type="http://schemas.openxmlformats.org/officeDocument/2006/relationships/image" Target="../media/image113.png"/><Relationship Id="rId5" Type="http://schemas.openxmlformats.org/officeDocument/2006/relationships/image" Target="../media/image76.png"/><Relationship Id="rId15" Type="http://schemas.openxmlformats.org/officeDocument/2006/relationships/image" Target="../media/image85.png"/><Relationship Id="rId23" Type="http://schemas.openxmlformats.org/officeDocument/2006/relationships/image" Target="../media/image91.png"/><Relationship Id="rId28" Type="http://schemas.openxmlformats.org/officeDocument/2006/relationships/image" Target="../media/image96.png"/><Relationship Id="rId36" Type="http://schemas.openxmlformats.org/officeDocument/2006/relationships/image" Target="../media/image104.png"/><Relationship Id="rId49" Type="http://schemas.openxmlformats.org/officeDocument/2006/relationships/image" Target="../media/image117.png"/><Relationship Id="rId10" Type="http://schemas.openxmlformats.org/officeDocument/2006/relationships/image" Target="../media/image80.png"/><Relationship Id="rId19" Type="http://schemas.openxmlformats.org/officeDocument/2006/relationships/image" Target="../media/image17.png"/><Relationship Id="rId31" Type="http://schemas.openxmlformats.org/officeDocument/2006/relationships/image" Target="../media/image99.png"/><Relationship Id="rId44" Type="http://schemas.openxmlformats.org/officeDocument/2006/relationships/image" Target="../media/image112.png"/><Relationship Id="rId4" Type="http://schemas.openxmlformats.org/officeDocument/2006/relationships/image" Target="../media/image75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Relationship Id="rId22" Type="http://schemas.openxmlformats.org/officeDocument/2006/relationships/image" Target="../media/image90.png"/><Relationship Id="rId27" Type="http://schemas.openxmlformats.org/officeDocument/2006/relationships/image" Target="../media/image95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43" Type="http://schemas.openxmlformats.org/officeDocument/2006/relationships/image" Target="../media/image111.png"/><Relationship Id="rId48" Type="http://schemas.openxmlformats.org/officeDocument/2006/relationships/image" Target="../media/image116.png"/><Relationship Id="rId8" Type="http://schemas.openxmlformats.org/officeDocument/2006/relationships/image" Target="../media/image7.png"/><Relationship Id="rId51" Type="http://schemas.openxmlformats.org/officeDocument/2006/relationships/image" Target="../media/image54.png"/><Relationship Id="rId3" Type="http://schemas.openxmlformats.org/officeDocument/2006/relationships/image" Target="../media/image74.png"/><Relationship Id="rId12" Type="http://schemas.openxmlformats.org/officeDocument/2006/relationships/image" Target="../media/image82.png"/><Relationship Id="rId17" Type="http://schemas.openxmlformats.org/officeDocument/2006/relationships/image" Target="../media/image87.png"/><Relationship Id="rId25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46" Type="http://schemas.openxmlformats.org/officeDocument/2006/relationships/image" Target="../media/image114.png"/><Relationship Id="rId20" Type="http://schemas.openxmlformats.org/officeDocument/2006/relationships/image" Target="../media/image18.png"/><Relationship Id="rId41" Type="http://schemas.openxmlformats.org/officeDocument/2006/relationships/image" Target="../media/image10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5.png"/><Relationship Id="rId18" Type="http://schemas.openxmlformats.org/officeDocument/2006/relationships/image" Target="../media/image130.png"/><Relationship Id="rId26" Type="http://schemas.openxmlformats.org/officeDocument/2006/relationships/image" Target="../media/image138.png"/><Relationship Id="rId3" Type="http://schemas.openxmlformats.org/officeDocument/2006/relationships/image" Target="../media/image120.png"/><Relationship Id="rId21" Type="http://schemas.openxmlformats.org/officeDocument/2006/relationships/image" Target="../media/image133.png"/><Relationship Id="rId34" Type="http://schemas.openxmlformats.org/officeDocument/2006/relationships/image" Target="../media/image146.png"/><Relationship Id="rId7" Type="http://schemas.openxmlformats.org/officeDocument/2006/relationships/image" Target="../media/image97.png"/><Relationship Id="rId12" Type="http://schemas.openxmlformats.org/officeDocument/2006/relationships/image" Target="../media/image72.png"/><Relationship Id="rId17" Type="http://schemas.openxmlformats.org/officeDocument/2006/relationships/image" Target="../media/image129.png"/><Relationship Id="rId25" Type="http://schemas.openxmlformats.org/officeDocument/2006/relationships/image" Target="../media/image137.png"/><Relationship Id="rId33" Type="http://schemas.openxmlformats.org/officeDocument/2006/relationships/image" Target="../media/image145.png"/><Relationship Id="rId2" Type="http://schemas.openxmlformats.org/officeDocument/2006/relationships/image" Target="../media/image119.png"/><Relationship Id="rId16" Type="http://schemas.openxmlformats.org/officeDocument/2006/relationships/image" Target="../media/image128.png"/><Relationship Id="rId20" Type="http://schemas.openxmlformats.org/officeDocument/2006/relationships/image" Target="../media/image132.png"/><Relationship Id="rId29" Type="http://schemas.openxmlformats.org/officeDocument/2006/relationships/image" Target="../media/image1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124.png"/><Relationship Id="rId24" Type="http://schemas.openxmlformats.org/officeDocument/2006/relationships/image" Target="../media/image136.png"/><Relationship Id="rId32" Type="http://schemas.openxmlformats.org/officeDocument/2006/relationships/image" Target="../media/image144.png"/><Relationship Id="rId5" Type="http://schemas.openxmlformats.org/officeDocument/2006/relationships/image" Target="../media/image84.png"/><Relationship Id="rId15" Type="http://schemas.openxmlformats.org/officeDocument/2006/relationships/image" Target="../media/image127.png"/><Relationship Id="rId23" Type="http://schemas.openxmlformats.org/officeDocument/2006/relationships/image" Target="../media/image135.png"/><Relationship Id="rId28" Type="http://schemas.openxmlformats.org/officeDocument/2006/relationships/image" Target="../media/image140.png"/><Relationship Id="rId10" Type="http://schemas.openxmlformats.org/officeDocument/2006/relationships/image" Target="../media/image123.png"/><Relationship Id="rId19" Type="http://schemas.openxmlformats.org/officeDocument/2006/relationships/image" Target="../media/image131.png"/><Relationship Id="rId31" Type="http://schemas.openxmlformats.org/officeDocument/2006/relationships/image" Target="../media/image143.png"/><Relationship Id="rId4" Type="http://schemas.openxmlformats.org/officeDocument/2006/relationships/image" Target="../media/image7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Relationship Id="rId22" Type="http://schemas.openxmlformats.org/officeDocument/2006/relationships/image" Target="../media/image134.png"/><Relationship Id="rId27" Type="http://schemas.openxmlformats.org/officeDocument/2006/relationships/image" Target="../media/image139.png"/><Relationship Id="rId30" Type="http://schemas.openxmlformats.org/officeDocument/2006/relationships/image" Target="../media/image142.png"/><Relationship Id="rId8" Type="http://schemas.openxmlformats.org/officeDocument/2006/relationships/image" Target="../media/image121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2.png"/><Relationship Id="rId18" Type="http://schemas.openxmlformats.org/officeDocument/2006/relationships/image" Target="../media/image157.png"/><Relationship Id="rId26" Type="http://schemas.openxmlformats.org/officeDocument/2006/relationships/image" Target="../media/image164.png"/><Relationship Id="rId39" Type="http://schemas.openxmlformats.org/officeDocument/2006/relationships/image" Target="../media/image132.png"/><Relationship Id="rId21" Type="http://schemas.openxmlformats.org/officeDocument/2006/relationships/image" Target="../media/image160.png"/><Relationship Id="rId34" Type="http://schemas.openxmlformats.org/officeDocument/2006/relationships/image" Target="../media/image127.png"/><Relationship Id="rId42" Type="http://schemas.openxmlformats.org/officeDocument/2006/relationships/image" Target="../media/image169.png"/><Relationship Id="rId47" Type="http://schemas.openxmlformats.org/officeDocument/2006/relationships/image" Target="../media/image174.png"/><Relationship Id="rId50" Type="http://schemas.openxmlformats.org/officeDocument/2006/relationships/image" Target="../media/image177.png"/><Relationship Id="rId55" Type="http://schemas.openxmlformats.org/officeDocument/2006/relationships/image" Target="../media/image181.png"/><Relationship Id="rId7" Type="http://schemas.openxmlformats.org/officeDocument/2006/relationships/image" Target="../media/image5.png"/><Relationship Id="rId2" Type="http://schemas.openxmlformats.org/officeDocument/2006/relationships/image" Target="../media/image147.png"/><Relationship Id="rId16" Type="http://schemas.openxmlformats.org/officeDocument/2006/relationships/image" Target="../media/image155.png"/><Relationship Id="rId29" Type="http://schemas.openxmlformats.org/officeDocument/2006/relationships/image" Target="../media/image165.png"/><Relationship Id="rId11" Type="http://schemas.openxmlformats.org/officeDocument/2006/relationships/image" Target="../media/image150.png"/><Relationship Id="rId24" Type="http://schemas.openxmlformats.org/officeDocument/2006/relationships/image" Target="../media/image163.png"/><Relationship Id="rId32" Type="http://schemas.openxmlformats.org/officeDocument/2006/relationships/image" Target="../media/image125.png"/><Relationship Id="rId37" Type="http://schemas.openxmlformats.org/officeDocument/2006/relationships/image" Target="../media/image130.png"/><Relationship Id="rId40" Type="http://schemas.openxmlformats.org/officeDocument/2006/relationships/image" Target="../media/image133.png"/><Relationship Id="rId45" Type="http://schemas.openxmlformats.org/officeDocument/2006/relationships/image" Target="../media/image172.png"/><Relationship Id="rId53" Type="http://schemas.openxmlformats.org/officeDocument/2006/relationships/image" Target="../media/image180.png"/><Relationship Id="rId5" Type="http://schemas.openxmlformats.org/officeDocument/2006/relationships/image" Target="../media/image3.png"/><Relationship Id="rId19" Type="http://schemas.openxmlformats.org/officeDocument/2006/relationships/image" Target="../media/image158.png"/><Relationship Id="rId4" Type="http://schemas.openxmlformats.org/officeDocument/2006/relationships/image" Target="../media/image2.png"/><Relationship Id="rId9" Type="http://schemas.openxmlformats.org/officeDocument/2006/relationships/image" Target="../media/image148.png"/><Relationship Id="rId14" Type="http://schemas.openxmlformats.org/officeDocument/2006/relationships/image" Target="../media/image153.png"/><Relationship Id="rId22" Type="http://schemas.openxmlformats.org/officeDocument/2006/relationships/image" Target="../media/image161.png"/><Relationship Id="rId27" Type="http://schemas.openxmlformats.org/officeDocument/2006/relationships/image" Target="../media/image119.png"/><Relationship Id="rId30" Type="http://schemas.openxmlformats.org/officeDocument/2006/relationships/image" Target="../media/image166.png"/><Relationship Id="rId35" Type="http://schemas.openxmlformats.org/officeDocument/2006/relationships/image" Target="../media/image128.png"/><Relationship Id="rId43" Type="http://schemas.openxmlformats.org/officeDocument/2006/relationships/image" Target="../media/image170.png"/><Relationship Id="rId48" Type="http://schemas.openxmlformats.org/officeDocument/2006/relationships/image" Target="../media/image175.png"/><Relationship Id="rId56" Type="http://schemas.openxmlformats.org/officeDocument/2006/relationships/image" Target="../media/image182.png"/><Relationship Id="rId8" Type="http://schemas.openxmlformats.org/officeDocument/2006/relationships/image" Target="../media/image6.png"/><Relationship Id="rId51" Type="http://schemas.openxmlformats.org/officeDocument/2006/relationships/image" Target="../media/image178.png"/><Relationship Id="rId3" Type="http://schemas.openxmlformats.org/officeDocument/2006/relationships/image" Target="../media/image1.png"/><Relationship Id="rId12" Type="http://schemas.openxmlformats.org/officeDocument/2006/relationships/image" Target="../media/image151.png"/><Relationship Id="rId17" Type="http://schemas.openxmlformats.org/officeDocument/2006/relationships/image" Target="../media/image156.png"/><Relationship Id="rId25" Type="http://schemas.openxmlformats.org/officeDocument/2006/relationships/image" Target="../media/image17.png"/><Relationship Id="rId33" Type="http://schemas.openxmlformats.org/officeDocument/2006/relationships/image" Target="../media/image126.png"/><Relationship Id="rId38" Type="http://schemas.openxmlformats.org/officeDocument/2006/relationships/image" Target="../media/image131.png"/><Relationship Id="rId46" Type="http://schemas.openxmlformats.org/officeDocument/2006/relationships/image" Target="../media/image173.png"/><Relationship Id="rId20" Type="http://schemas.openxmlformats.org/officeDocument/2006/relationships/image" Target="../media/image159.png"/><Relationship Id="rId41" Type="http://schemas.openxmlformats.org/officeDocument/2006/relationships/image" Target="../media/image168.png"/><Relationship Id="rId54" Type="http://schemas.openxmlformats.org/officeDocument/2006/relationships/image" Target="../media/image1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5" Type="http://schemas.openxmlformats.org/officeDocument/2006/relationships/image" Target="../media/image154.png"/><Relationship Id="rId23" Type="http://schemas.openxmlformats.org/officeDocument/2006/relationships/image" Target="../media/image162.png"/><Relationship Id="rId28" Type="http://schemas.openxmlformats.org/officeDocument/2006/relationships/image" Target="../media/image120.png"/><Relationship Id="rId36" Type="http://schemas.openxmlformats.org/officeDocument/2006/relationships/image" Target="../media/image129.png"/><Relationship Id="rId49" Type="http://schemas.openxmlformats.org/officeDocument/2006/relationships/image" Target="../media/image176.png"/><Relationship Id="rId57" Type="http://schemas.openxmlformats.org/officeDocument/2006/relationships/image" Target="../media/image183.png"/><Relationship Id="rId10" Type="http://schemas.openxmlformats.org/officeDocument/2006/relationships/image" Target="../media/image149.png"/><Relationship Id="rId31" Type="http://schemas.openxmlformats.org/officeDocument/2006/relationships/image" Target="../media/image167.png"/><Relationship Id="rId44" Type="http://schemas.openxmlformats.org/officeDocument/2006/relationships/image" Target="../media/image171.png"/><Relationship Id="rId52" Type="http://schemas.openxmlformats.org/officeDocument/2006/relationships/image" Target="../media/image17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2E20F6E0-7BBA-4461-9DBD-C704E7A7A7F6}"/>
              </a:ext>
            </a:extLst>
          </p:cNvPr>
          <p:cNvSpPr/>
          <p:nvPr/>
        </p:nvSpPr>
        <p:spPr>
          <a:xfrm>
            <a:off x="4931437" y="-246854"/>
            <a:ext cx="4899729" cy="5763273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66" name="圖片 65">
            <a:extLst>
              <a:ext uri="{FF2B5EF4-FFF2-40B4-BE49-F238E27FC236}">
                <a16:creationId xmlns:a16="http://schemas.microsoft.com/office/drawing/2014/main" id="{A3B855A1-423C-4AEE-814C-5C55773DB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4360" y="3258582"/>
            <a:ext cx="1285200" cy="1285200"/>
          </a:xfrm>
          <a:prstGeom prst="rect">
            <a:avLst/>
          </a:prstGeom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EAAC8927-142A-4A34-A966-A20A42885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6571" y="3170597"/>
            <a:ext cx="1285200" cy="1285200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5F31F489-16C6-4FAD-AFBF-9F0B553CE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12" y="1590140"/>
            <a:ext cx="1285200" cy="1282539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F65EA00A-9661-4F34-87CC-6F37CEF20A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963" y="1587292"/>
            <a:ext cx="1285200" cy="1285200"/>
          </a:xfrm>
          <a:prstGeom prst="rect">
            <a:avLst/>
          </a:prstGeom>
        </p:spPr>
      </p:pic>
      <p:pic>
        <p:nvPicPr>
          <p:cNvPr id="70" name="圖片 69">
            <a:extLst>
              <a:ext uri="{FF2B5EF4-FFF2-40B4-BE49-F238E27FC236}">
                <a16:creationId xmlns:a16="http://schemas.microsoft.com/office/drawing/2014/main" id="{E2C8AD31-9FDC-48E2-A5E8-FC6AF6A2CE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487" y="608168"/>
            <a:ext cx="1285200" cy="1285200"/>
          </a:xfrm>
          <a:prstGeom prst="rect">
            <a:avLst/>
          </a:prstGeom>
        </p:spPr>
      </p:pic>
      <p:pic>
        <p:nvPicPr>
          <p:cNvPr id="72" name="圖片 71">
            <a:extLst>
              <a:ext uri="{FF2B5EF4-FFF2-40B4-BE49-F238E27FC236}">
                <a16:creationId xmlns:a16="http://schemas.microsoft.com/office/drawing/2014/main" id="{B83A1FF2-A2DD-415B-BB5D-38A91951F5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2584" y="4223739"/>
            <a:ext cx="1285200" cy="1285200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42DD76E4-3C3A-46F2-B2B8-35BF6726C155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-10181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6994665" y="3825939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3825939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10909" r="-46269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6994665" y="1880347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1880347"/>
                <a:ext cx="812954" cy="338554"/>
              </a:xfrm>
              <a:prstGeom prst="rect">
                <a:avLst/>
              </a:prstGeom>
              <a:blipFill>
                <a:blip r:embed="rId10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410830" y="1133205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90953" y="760233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0953" y="760233"/>
                <a:ext cx="438402" cy="424283"/>
              </a:xfrm>
              <a:prstGeom prst="rect">
                <a:avLst/>
              </a:prstGeom>
              <a:blipFill>
                <a:blip r:embed="rId11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63940" y="1038381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3940" y="1038381"/>
                <a:ext cx="388427" cy="400110"/>
              </a:xfrm>
              <a:prstGeom prst="rect">
                <a:avLst/>
              </a:prstGeom>
              <a:blipFill>
                <a:blip r:embed="rId12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67493" y="1504453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493" y="1504453"/>
                <a:ext cx="652306" cy="338554"/>
              </a:xfrm>
              <a:prstGeom prst="rect">
                <a:avLst/>
              </a:prstGeom>
              <a:blipFill>
                <a:blip r:embed="rId13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-568063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85251" y="610253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251" y="610253"/>
                <a:ext cx="1673596" cy="323165"/>
              </a:xfrm>
              <a:prstGeom prst="rect">
                <a:avLst/>
              </a:prstGeom>
              <a:blipFill>
                <a:blip r:embed="rId14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01973" y="3169252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169252"/>
                <a:ext cx="115018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31357" y="1573243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1573243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26049" y="4164824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164824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4049346" y="2098634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3967886" y="3183111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7886" y="3183111"/>
                <a:ext cx="478319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17889" y="217663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79312" y="226076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17889" y="367158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87773" y="228716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37215" y="226127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87773" y="228716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49417" y="2830812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2830812"/>
                <a:ext cx="176928" cy="338554"/>
              </a:xfrm>
              <a:prstGeom prst="rect">
                <a:avLst/>
              </a:prstGeom>
              <a:blipFill>
                <a:blip r:embed="rId20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16943" y="367158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04340" y="2926209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2926209"/>
                <a:ext cx="176928" cy="338554"/>
              </a:xfrm>
              <a:prstGeom prst="rect">
                <a:avLst/>
              </a:prstGeom>
              <a:blipFill>
                <a:blip r:embed="rId21"/>
                <a:stretch>
                  <a:fillRect r="-55172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0220" y="2296467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20" y="2296467"/>
                <a:ext cx="256967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37215" y="226127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39799" y="292503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395188" y="2561082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398168" y="300479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2833312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595635" y="292503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18125" y="216875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90" y="2909904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0268" y="2944946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2944946"/>
                <a:ext cx="315234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77541" y="3009972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21561" y="2872675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61340" y="2624528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2624528"/>
                <a:ext cx="297046" cy="338554"/>
              </a:xfrm>
              <a:prstGeom prst="rect">
                <a:avLst/>
              </a:prstGeom>
              <a:blipFill>
                <a:blip r:embed="rId24"/>
                <a:stretch>
                  <a:fillRect l="-2083" r="-4167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391039" y="2564243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51126" y="3185021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65326" y="2651621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12755" y="3169252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169252"/>
                <a:ext cx="1150186" cy="323165"/>
              </a:xfrm>
              <a:prstGeom prst="rect">
                <a:avLst/>
              </a:prstGeom>
              <a:blipFill>
                <a:blip r:embed="rId2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72154" y="1573243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1573243"/>
                <a:ext cx="1150186" cy="323165"/>
              </a:xfrm>
              <a:prstGeom prst="rect">
                <a:avLst/>
              </a:prstGeom>
              <a:blipFill>
                <a:blip r:embed="rId26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23355" y="2734916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27014" y="3295492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69593" y="2832898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08393" y="3075285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4" name="圖片 73">
            <a:extLst>
              <a:ext uri="{FF2B5EF4-FFF2-40B4-BE49-F238E27FC236}">
                <a16:creationId xmlns:a16="http://schemas.microsoft.com/office/drawing/2014/main" id="{080203AD-4F1B-4BC6-8007-DE7455C6F77A}"/>
              </a:ext>
            </a:extLst>
          </p:cNvPr>
          <p:cNvPicPr>
            <a:picLocks noChangeAspect="1"/>
          </p:cNvPicPr>
          <p:nvPr/>
        </p:nvPicPr>
        <p:blipFill rotWithShape="1">
          <a:blip r:embed="rId27"/>
          <a:srcRect l="8885" t="22429" r="8429" b="17067"/>
          <a:stretch/>
        </p:blipFill>
        <p:spPr>
          <a:xfrm>
            <a:off x="3165476" y="1337456"/>
            <a:ext cx="746918" cy="16300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753A7363-6750-43E6-B148-328C1E168BCC}"/>
                  </a:ext>
                </a:extLst>
              </p:cNvPr>
              <p:cNvSpPr/>
              <p:nvPr/>
            </p:nvSpPr>
            <p:spPr>
              <a:xfrm>
                <a:off x="3320729" y="183808"/>
                <a:ext cx="1183337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0,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753A7363-6750-43E6-B148-328C1E168B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0729" y="183808"/>
                <a:ext cx="1183337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9779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矩形: 圓角 79">
            <a:extLst>
              <a:ext uri="{FF2B5EF4-FFF2-40B4-BE49-F238E27FC236}">
                <a16:creationId xmlns:a16="http://schemas.microsoft.com/office/drawing/2014/main" id="{4219C4A2-C0C4-43A0-979E-3F47B60022B1}"/>
              </a:ext>
            </a:extLst>
          </p:cNvPr>
          <p:cNvSpPr/>
          <p:nvPr/>
        </p:nvSpPr>
        <p:spPr>
          <a:xfrm>
            <a:off x="4931437" y="452519"/>
            <a:ext cx="4899729" cy="4364524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31" name="圖片 130">
            <a:extLst>
              <a:ext uri="{FF2B5EF4-FFF2-40B4-BE49-F238E27FC236}">
                <a16:creationId xmlns:a16="http://schemas.microsoft.com/office/drawing/2014/main" id="{0B8448C8-BECB-401C-8484-D1118D5BE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416" y="3252643"/>
            <a:ext cx="1285200" cy="1289366"/>
          </a:xfrm>
          <a:prstGeom prst="rect">
            <a:avLst/>
          </a:prstGeom>
        </p:spPr>
      </p:pic>
      <p:pic>
        <p:nvPicPr>
          <p:cNvPr id="132" name="圖片 131">
            <a:extLst>
              <a:ext uri="{FF2B5EF4-FFF2-40B4-BE49-F238E27FC236}">
                <a16:creationId xmlns:a16="http://schemas.microsoft.com/office/drawing/2014/main" id="{B808CC54-862F-4E46-8816-22776B6CA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637" y="3264767"/>
            <a:ext cx="1285200" cy="1287331"/>
          </a:xfrm>
          <a:prstGeom prst="rect">
            <a:avLst/>
          </a:prstGeom>
        </p:spPr>
      </p:pic>
      <p:pic>
        <p:nvPicPr>
          <p:cNvPr id="133" name="圖片 132">
            <a:extLst>
              <a:ext uri="{FF2B5EF4-FFF2-40B4-BE49-F238E27FC236}">
                <a16:creationId xmlns:a16="http://schemas.microsoft.com/office/drawing/2014/main" id="{C1DBB7E0-5F0B-4CDA-9EA3-49D5F786D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862" y="1572720"/>
            <a:ext cx="1285200" cy="1283068"/>
          </a:xfrm>
          <a:prstGeom prst="rect">
            <a:avLst/>
          </a:prstGeom>
        </p:spPr>
      </p:pic>
      <p:pic>
        <p:nvPicPr>
          <p:cNvPr id="134" name="圖片 133">
            <a:extLst>
              <a:ext uri="{FF2B5EF4-FFF2-40B4-BE49-F238E27FC236}">
                <a16:creationId xmlns:a16="http://schemas.microsoft.com/office/drawing/2014/main" id="{B60B8F46-46A3-4674-AD32-7001D126B3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2937" y="1587506"/>
            <a:ext cx="1285200" cy="1285200"/>
          </a:xfrm>
          <a:prstGeom prst="rect">
            <a:avLst/>
          </a:prstGeom>
        </p:spPr>
      </p:pic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2E20F6E0-7BBA-4461-9DBD-C704E7A7A7F6}"/>
              </a:ext>
            </a:extLst>
          </p:cNvPr>
          <p:cNvSpPr/>
          <p:nvPr/>
        </p:nvSpPr>
        <p:spPr>
          <a:xfrm>
            <a:off x="15560" y="452519"/>
            <a:ext cx="4899729" cy="4364524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511A766B-16E9-4228-B353-8E5B4DF77B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716" y="3255499"/>
            <a:ext cx="1285200" cy="1280028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9E875AF4-BF16-46BC-B385-09860EC1CB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6803" y="3274389"/>
            <a:ext cx="1285200" cy="1285200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1273A493-7205-4B09-A393-DFA50CF6C6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71173" y="1579423"/>
            <a:ext cx="1285200" cy="1282539"/>
          </a:xfrm>
          <a:prstGeom prst="rect">
            <a:avLst/>
          </a:prstGeom>
        </p:spPr>
      </p:pic>
      <p:pic>
        <p:nvPicPr>
          <p:cNvPr id="75" name="圖片 74">
            <a:extLst>
              <a:ext uri="{FF2B5EF4-FFF2-40B4-BE49-F238E27FC236}">
                <a16:creationId xmlns:a16="http://schemas.microsoft.com/office/drawing/2014/main" id="{05CD3498-7685-4611-B406-50774D8721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3465" y="1596161"/>
            <a:ext cx="1285200" cy="1285200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42DD76E4-3C3A-46F2-B2B8-35BF6726C155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150892" y="-10181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2078788" y="3825939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8788" y="3825939"/>
                <a:ext cx="812954" cy="338554"/>
              </a:xfrm>
              <a:prstGeom prst="rect">
                <a:avLst/>
              </a:prstGeom>
              <a:blipFill>
                <a:blip r:embed="rId11"/>
                <a:stretch>
                  <a:fillRect t="-110909" r="-47368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2078788" y="1880347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8788" y="1880347"/>
                <a:ext cx="812954" cy="338554"/>
              </a:xfrm>
              <a:prstGeom prst="rect">
                <a:avLst/>
              </a:prstGeom>
              <a:blipFill>
                <a:blip r:embed="rId12"/>
                <a:stretch>
                  <a:fillRect t="-108929" r="-47368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群組 7">
            <a:extLst>
              <a:ext uri="{FF2B5EF4-FFF2-40B4-BE49-F238E27FC236}">
                <a16:creationId xmlns:a16="http://schemas.microsoft.com/office/drawing/2014/main" id="{99552010-01AB-487C-89C1-096E18CEF271}"/>
              </a:ext>
            </a:extLst>
          </p:cNvPr>
          <p:cNvGrpSpPr/>
          <p:nvPr/>
        </p:nvGrpSpPr>
        <p:grpSpPr>
          <a:xfrm>
            <a:off x="245749" y="1788933"/>
            <a:ext cx="1084870" cy="1051517"/>
            <a:chOff x="6540846" y="1435710"/>
            <a:chExt cx="1084870" cy="1051517"/>
          </a:xfrm>
        </p:grpSpPr>
        <p:grpSp>
          <p:nvGrpSpPr>
            <p:cNvPr id="212" name="群組 211">
              <a:extLst>
                <a:ext uri="{FF2B5EF4-FFF2-40B4-BE49-F238E27FC236}">
                  <a16:creationId xmlns:a16="http://schemas.microsoft.com/office/drawing/2014/main" id="{56BB1570-BE07-4CCA-B844-DD9F00E8733F}"/>
                </a:ext>
              </a:extLst>
            </p:cNvPr>
            <p:cNvGrpSpPr/>
            <p:nvPr/>
          </p:nvGrpSpPr>
          <p:grpSpPr>
            <a:xfrm>
              <a:off x="7184183" y="1808686"/>
              <a:ext cx="115586" cy="110880"/>
              <a:chOff x="1373392" y="2391862"/>
              <a:chExt cx="479433" cy="476535"/>
            </a:xfrm>
          </p:grpSpPr>
          <p:sp>
            <p:nvSpPr>
              <p:cNvPr id="213" name="箭號: 向右 212">
                <a:extLst>
                  <a:ext uri="{FF2B5EF4-FFF2-40B4-BE49-F238E27FC236}">
                    <a16:creationId xmlns:a16="http://schemas.microsoft.com/office/drawing/2014/main" id="{D44EB9EF-73CA-404D-99EE-1F0CCE892A5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20" name="箭號: 向右 219">
                <a:extLst>
                  <a:ext uri="{FF2B5EF4-FFF2-40B4-BE49-F238E27FC236}">
                    <a16:creationId xmlns:a16="http://schemas.microsoft.com/office/drawing/2014/main" id="{9F517533-ADEE-4B5D-BB6F-1F4159A610F9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6" name="文字方塊 225">
                  <a:extLst>
                    <a:ext uri="{FF2B5EF4-FFF2-40B4-BE49-F238E27FC236}">
                      <a16:creationId xmlns:a16="http://schemas.microsoft.com/office/drawing/2014/main" id="{4A797F52-28EA-4953-BC86-8E8901D5D2D9}"/>
                    </a:ext>
                  </a:extLst>
                </p:cNvPr>
                <p:cNvSpPr txBox="1"/>
                <p:nvPr/>
              </p:nvSpPr>
              <p:spPr>
                <a:xfrm>
                  <a:off x="7064306" y="1435710"/>
                  <a:ext cx="438402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26" name="文字方塊 225">
                  <a:extLst>
                    <a:ext uri="{FF2B5EF4-FFF2-40B4-BE49-F238E27FC236}">
                      <a16:creationId xmlns:a16="http://schemas.microsoft.com/office/drawing/2014/main" id="{4A797F52-28EA-4953-BC86-8E8901D5D2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4306" y="1435710"/>
                  <a:ext cx="438402" cy="424283"/>
                </a:xfrm>
                <a:prstGeom prst="rect">
                  <a:avLst/>
                </a:prstGeom>
                <a:blipFill>
                  <a:blip r:embed="rId13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7" name="文字方塊 226">
                  <a:extLst>
                    <a:ext uri="{FF2B5EF4-FFF2-40B4-BE49-F238E27FC236}">
                      <a16:creationId xmlns:a16="http://schemas.microsoft.com/office/drawing/2014/main" id="{990D4C3A-AED8-40BB-8849-57DEE8BE7A17}"/>
                    </a:ext>
                  </a:extLst>
                </p:cNvPr>
                <p:cNvSpPr txBox="1"/>
                <p:nvPr/>
              </p:nvSpPr>
              <p:spPr>
                <a:xfrm>
                  <a:off x="7237289" y="1713862"/>
                  <a:ext cx="388427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27" name="文字方塊 226">
                  <a:extLst>
                    <a:ext uri="{FF2B5EF4-FFF2-40B4-BE49-F238E27FC236}">
                      <a16:creationId xmlns:a16="http://schemas.microsoft.com/office/drawing/2014/main" id="{990D4C3A-AED8-40BB-8849-57DEE8BE7A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7289" y="1713862"/>
                  <a:ext cx="388427" cy="400110"/>
                </a:xfrm>
                <a:prstGeom prst="rect">
                  <a:avLst/>
                </a:prstGeom>
                <a:blipFill>
                  <a:blip r:embed="rId14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8" name="文字方塊 227">
                  <a:extLst>
                    <a:ext uri="{FF2B5EF4-FFF2-40B4-BE49-F238E27FC236}">
                      <a16:creationId xmlns:a16="http://schemas.microsoft.com/office/drawing/2014/main" id="{3C622479-68C9-4AC9-AE5F-27970F7075FD}"/>
                    </a:ext>
                  </a:extLst>
                </p:cNvPr>
                <p:cNvSpPr txBox="1"/>
                <p:nvPr/>
              </p:nvSpPr>
              <p:spPr>
                <a:xfrm>
                  <a:off x="6540846" y="2148673"/>
                  <a:ext cx="65230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/>
                </a:p>
              </p:txBody>
            </p:sp>
          </mc:Choice>
          <mc:Fallback xmlns="">
            <p:sp>
              <p:nvSpPr>
                <p:cNvPr id="228" name="文字方塊 227">
                  <a:extLst>
                    <a:ext uri="{FF2B5EF4-FFF2-40B4-BE49-F238E27FC236}">
                      <a16:creationId xmlns:a16="http://schemas.microsoft.com/office/drawing/2014/main" id="{3C622479-68C9-4AC9-AE5F-27970F7075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846" y="2148673"/>
                  <a:ext cx="652306" cy="338554"/>
                </a:xfrm>
                <a:prstGeom prst="rect">
                  <a:avLst/>
                </a:prstGeom>
                <a:blipFill>
                  <a:blip r:embed="rId15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-568063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386096" y="2986372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096" y="2986372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3415480" y="1283683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5480" y="1283683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2402012" y="217663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1763435" y="226076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2402012" y="367158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2171896" y="228716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2121338" y="226127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2171896" y="228716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1933540" y="2830812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540" y="2830812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2401066" y="367158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2588463" y="2926209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8463" y="2926209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2344343" y="2296467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343" y="2296467"/>
                <a:ext cx="256967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2121338" y="226127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3123922" y="292503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2479311" y="2561082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2482291" y="300479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10969" y="2833312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1679758" y="292503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2402248" y="216875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418413" y="2909904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2054391" y="2944946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4391" y="2944946"/>
                <a:ext cx="315234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2261664" y="3009972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2405684" y="2872675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2445463" y="2624528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463" y="2624528"/>
                <a:ext cx="297046" cy="338554"/>
              </a:xfrm>
              <a:prstGeom prst="rect">
                <a:avLst/>
              </a:prstGeom>
              <a:blipFill>
                <a:blip r:embed="rId22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2475162" y="2564243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2735249" y="3185021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2049449" y="2651621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3396878" y="2986372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6878" y="2986372"/>
                <a:ext cx="1150186" cy="323165"/>
              </a:xfrm>
              <a:prstGeom prst="rect">
                <a:avLst/>
              </a:prstGeom>
              <a:blipFill>
                <a:blip r:embed="rId23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-36675" y="1298921"/>
                <a:ext cx="1936090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675" y="1298921"/>
                <a:ext cx="1936090" cy="323165"/>
              </a:xfrm>
              <a:prstGeom prst="rect">
                <a:avLst/>
              </a:prstGeom>
              <a:blipFill>
                <a:blip r:embed="rId24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1607478" y="2734916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2911137" y="3295492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3253716" y="2832898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1592516" y="3075285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4" name="圖片 73">
            <a:extLst>
              <a:ext uri="{FF2B5EF4-FFF2-40B4-BE49-F238E27FC236}">
                <a16:creationId xmlns:a16="http://schemas.microsoft.com/office/drawing/2014/main" id="{080203AD-4F1B-4BC6-8007-DE7455C6F77A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8885" t="22429" r="8429" b="17067"/>
          <a:stretch/>
        </p:blipFill>
        <p:spPr>
          <a:xfrm>
            <a:off x="3749328" y="-298041"/>
            <a:ext cx="746918" cy="16300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753A7363-6750-43E6-B148-328C1E168BCC}"/>
                  </a:ext>
                </a:extLst>
              </p:cNvPr>
              <p:cNvSpPr/>
              <p:nvPr/>
            </p:nvSpPr>
            <p:spPr>
              <a:xfrm>
                <a:off x="2875249" y="-258119"/>
                <a:ext cx="1183337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0,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753A7363-6750-43E6-B148-328C1E168B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9" y="-258119"/>
                <a:ext cx="1183337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C870979C-3090-4CB2-8707-FD9D73101B9E}"/>
                  </a:ext>
                </a:extLst>
              </p:cNvPr>
              <p:cNvSpPr/>
              <p:nvPr/>
            </p:nvSpPr>
            <p:spPr>
              <a:xfrm>
                <a:off x="351135" y="453971"/>
                <a:ext cx="4228570" cy="6375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4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b="1" i="1">
                                              <a:latin typeface="Cambria Math" panose="02040503050406030204" pitchFamily="18" charset="0"/>
                                            </a:rPr>
                                            <m:t>𝒒</m:t>
                                          </m:r>
                                        </m:sub>
                                      </m:sSub>
                                    </m:e>
                                  </m:func>
                                </m:num>
                                <m:den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∥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14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C870979C-3090-4CB2-8707-FD9D73101B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135" y="453971"/>
                <a:ext cx="4228570" cy="63756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099A32F0-0B01-4AF9-B35F-866E4FE9E088}"/>
                  </a:ext>
                </a:extLst>
              </p:cNvPr>
              <p:cNvSpPr txBox="1"/>
              <p:nvPr/>
            </p:nvSpPr>
            <p:spPr>
              <a:xfrm>
                <a:off x="6994665" y="3825939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099A32F0-0B01-4AF9-B35F-866E4FE9E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3825939"/>
                <a:ext cx="812954" cy="338554"/>
              </a:xfrm>
              <a:prstGeom prst="rect">
                <a:avLst/>
              </a:prstGeom>
              <a:blipFill>
                <a:blip r:embed="rId28"/>
                <a:stretch>
                  <a:fillRect t="-110909" r="-46269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AA7CB70E-37B6-4052-9FA9-53FFB70148E3}"/>
                  </a:ext>
                </a:extLst>
              </p:cNvPr>
              <p:cNvSpPr txBox="1"/>
              <p:nvPr/>
            </p:nvSpPr>
            <p:spPr>
              <a:xfrm>
                <a:off x="6994665" y="1880347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AA7CB70E-37B6-4052-9FA9-53FFB7014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1880347"/>
                <a:ext cx="812954" cy="338554"/>
              </a:xfrm>
              <a:prstGeom prst="rect">
                <a:avLst/>
              </a:prstGeom>
              <a:blipFill>
                <a:blip r:embed="rId29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" name="群組 86">
            <a:extLst>
              <a:ext uri="{FF2B5EF4-FFF2-40B4-BE49-F238E27FC236}">
                <a16:creationId xmlns:a16="http://schemas.microsoft.com/office/drawing/2014/main" id="{FBA3779E-1047-453F-8AD2-481D912E490E}"/>
              </a:ext>
            </a:extLst>
          </p:cNvPr>
          <p:cNvGrpSpPr/>
          <p:nvPr/>
        </p:nvGrpSpPr>
        <p:grpSpPr>
          <a:xfrm>
            <a:off x="5161626" y="1788933"/>
            <a:ext cx="1084870" cy="1051517"/>
            <a:chOff x="6540846" y="1435710"/>
            <a:chExt cx="1084870" cy="1051517"/>
          </a:xfrm>
        </p:grpSpPr>
        <p:grpSp>
          <p:nvGrpSpPr>
            <p:cNvPr id="88" name="群組 87">
              <a:extLst>
                <a:ext uri="{FF2B5EF4-FFF2-40B4-BE49-F238E27FC236}">
                  <a16:creationId xmlns:a16="http://schemas.microsoft.com/office/drawing/2014/main" id="{73B75A2F-1D04-4FA0-AAE9-B5B3862985D4}"/>
                </a:ext>
              </a:extLst>
            </p:cNvPr>
            <p:cNvGrpSpPr/>
            <p:nvPr/>
          </p:nvGrpSpPr>
          <p:grpSpPr>
            <a:xfrm>
              <a:off x="7184183" y="1808686"/>
              <a:ext cx="115586" cy="110880"/>
              <a:chOff x="1373392" y="2391862"/>
              <a:chExt cx="479433" cy="476535"/>
            </a:xfrm>
          </p:grpSpPr>
          <p:sp>
            <p:nvSpPr>
              <p:cNvPr id="92" name="箭號: 向右 91">
                <a:extLst>
                  <a:ext uri="{FF2B5EF4-FFF2-40B4-BE49-F238E27FC236}">
                    <a16:creationId xmlns:a16="http://schemas.microsoft.com/office/drawing/2014/main" id="{01B9DC13-FF31-4E0A-A63B-91AD4AA6EAC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箭號: 向右 92">
                <a:extLst>
                  <a:ext uri="{FF2B5EF4-FFF2-40B4-BE49-F238E27FC236}">
                    <a16:creationId xmlns:a16="http://schemas.microsoft.com/office/drawing/2014/main" id="{CD8BCAB6-B424-4683-8CB0-DF68EE189FF4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E1121E79-32E1-4072-B8AE-3EFA59BD9BF0}"/>
                    </a:ext>
                  </a:extLst>
                </p:cNvPr>
                <p:cNvSpPr txBox="1"/>
                <p:nvPr/>
              </p:nvSpPr>
              <p:spPr>
                <a:xfrm>
                  <a:off x="7064306" y="1435710"/>
                  <a:ext cx="438402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E1121E79-32E1-4072-B8AE-3EFA59BD9B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4306" y="1435710"/>
                  <a:ext cx="438402" cy="424283"/>
                </a:xfrm>
                <a:prstGeom prst="rect">
                  <a:avLst/>
                </a:prstGeom>
                <a:blipFill>
                  <a:blip r:embed="rId30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文字方塊 89">
                  <a:extLst>
                    <a:ext uri="{FF2B5EF4-FFF2-40B4-BE49-F238E27FC236}">
                      <a16:creationId xmlns:a16="http://schemas.microsoft.com/office/drawing/2014/main" id="{A7002E44-5832-473A-8E82-05F52BC31DF7}"/>
                    </a:ext>
                  </a:extLst>
                </p:cNvPr>
                <p:cNvSpPr txBox="1"/>
                <p:nvPr/>
              </p:nvSpPr>
              <p:spPr>
                <a:xfrm>
                  <a:off x="7237289" y="1713862"/>
                  <a:ext cx="388427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90" name="文字方塊 89">
                  <a:extLst>
                    <a:ext uri="{FF2B5EF4-FFF2-40B4-BE49-F238E27FC236}">
                      <a16:creationId xmlns:a16="http://schemas.microsoft.com/office/drawing/2014/main" id="{A7002E44-5832-473A-8E82-05F52BC31D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7289" y="1713862"/>
                  <a:ext cx="388427" cy="400110"/>
                </a:xfrm>
                <a:prstGeom prst="rect">
                  <a:avLst/>
                </a:prstGeom>
                <a:blipFill>
                  <a:blip r:embed="rId31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8DD209CE-BAC5-4374-8353-3F120DE798CD}"/>
                    </a:ext>
                  </a:extLst>
                </p:cNvPr>
                <p:cNvSpPr txBox="1"/>
                <p:nvPr/>
              </p:nvSpPr>
              <p:spPr>
                <a:xfrm>
                  <a:off x="6540846" y="2148673"/>
                  <a:ext cx="65230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/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8DD209CE-BAC5-4374-8353-3F120DE798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846" y="2148673"/>
                  <a:ext cx="652306" cy="338554"/>
                </a:xfrm>
                <a:prstGeom prst="rect">
                  <a:avLst/>
                </a:prstGeom>
                <a:blipFill>
                  <a:blip r:embed="rId32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9F833FFB-5F64-4648-9874-13E71860EA45}"/>
                  </a:ext>
                </a:extLst>
              </p:cNvPr>
              <p:cNvSpPr txBox="1"/>
              <p:nvPr/>
            </p:nvSpPr>
            <p:spPr>
              <a:xfrm>
                <a:off x="5301973" y="2986372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9F833FFB-5F64-4648-9874-13E71860E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2986372"/>
                <a:ext cx="1150186" cy="323165"/>
              </a:xfrm>
              <a:prstGeom prst="rect">
                <a:avLst/>
              </a:prstGeom>
              <a:blipFill>
                <a:blip r:embed="rId33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DC938E8C-C3AB-48E4-B7F6-809C10706517}"/>
                  </a:ext>
                </a:extLst>
              </p:cNvPr>
              <p:cNvSpPr txBox="1"/>
              <p:nvPr/>
            </p:nvSpPr>
            <p:spPr>
              <a:xfrm>
                <a:off x="8331357" y="1283683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DC938E8C-C3AB-48E4-B7F6-809C10706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1283683"/>
                <a:ext cx="1150186" cy="323165"/>
              </a:xfrm>
              <a:prstGeom prst="rect">
                <a:avLst/>
              </a:prstGeom>
              <a:blipFill>
                <a:blip r:embed="rId3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Oval 14">
            <a:extLst>
              <a:ext uri="{FF2B5EF4-FFF2-40B4-BE49-F238E27FC236}">
                <a16:creationId xmlns:a16="http://schemas.microsoft.com/office/drawing/2014/main" id="{C792C8F8-F5A1-4346-A88D-7F9D1E94E13F}"/>
              </a:ext>
            </a:extLst>
          </p:cNvPr>
          <p:cNvSpPr/>
          <p:nvPr/>
        </p:nvSpPr>
        <p:spPr>
          <a:xfrm>
            <a:off x="7317889" y="217663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98" name="Oval 4">
            <a:extLst>
              <a:ext uri="{FF2B5EF4-FFF2-40B4-BE49-F238E27FC236}">
                <a16:creationId xmlns:a16="http://schemas.microsoft.com/office/drawing/2014/main" id="{1161E5E1-348D-4C00-96CB-60132C7FE9FF}"/>
              </a:ext>
            </a:extLst>
          </p:cNvPr>
          <p:cNvSpPr/>
          <p:nvPr/>
        </p:nvSpPr>
        <p:spPr>
          <a:xfrm>
            <a:off x="6679312" y="226076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9" name="Oval 15">
            <a:extLst>
              <a:ext uri="{FF2B5EF4-FFF2-40B4-BE49-F238E27FC236}">
                <a16:creationId xmlns:a16="http://schemas.microsoft.com/office/drawing/2014/main" id="{CD21E48B-83A0-4C4D-91C7-C97D37D3EA63}"/>
              </a:ext>
            </a:extLst>
          </p:cNvPr>
          <p:cNvSpPr/>
          <p:nvPr/>
        </p:nvSpPr>
        <p:spPr>
          <a:xfrm>
            <a:off x="7317889" y="367158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00" name="SHO">
            <a:extLst>
              <a:ext uri="{FF2B5EF4-FFF2-40B4-BE49-F238E27FC236}">
                <a16:creationId xmlns:a16="http://schemas.microsoft.com/office/drawing/2014/main" id="{3848DF2B-55FE-4349-BF7F-BBBF41F2D8F5}"/>
              </a:ext>
            </a:extLst>
          </p:cNvPr>
          <p:cNvSpPr/>
          <p:nvPr/>
        </p:nvSpPr>
        <p:spPr>
          <a:xfrm rot="16200000">
            <a:off x="7087773" y="228716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01" name="SVO">
            <a:extLst>
              <a:ext uri="{FF2B5EF4-FFF2-40B4-BE49-F238E27FC236}">
                <a16:creationId xmlns:a16="http://schemas.microsoft.com/office/drawing/2014/main" id="{1CA46005-F0D4-4C5F-B9D1-EA636F9BE340}"/>
              </a:ext>
            </a:extLst>
          </p:cNvPr>
          <p:cNvSpPr/>
          <p:nvPr/>
        </p:nvSpPr>
        <p:spPr>
          <a:xfrm>
            <a:off x="7037215" y="226127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2" name="Oval 6">
            <a:extLst>
              <a:ext uri="{FF2B5EF4-FFF2-40B4-BE49-F238E27FC236}">
                <a16:creationId xmlns:a16="http://schemas.microsoft.com/office/drawing/2014/main" id="{3099A17A-01CD-43D1-AD76-F4E1B906B7DA}"/>
              </a:ext>
            </a:extLst>
          </p:cNvPr>
          <p:cNvSpPr/>
          <p:nvPr/>
        </p:nvSpPr>
        <p:spPr>
          <a:xfrm rot="16200000">
            <a:off x="7087773" y="228716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TextBox 11">
                <a:extLst>
                  <a:ext uri="{FF2B5EF4-FFF2-40B4-BE49-F238E27FC236}">
                    <a16:creationId xmlns:a16="http://schemas.microsoft.com/office/drawing/2014/main" id="{E801AE61-5DB2-4DAD-A03E-D5FEDCEEF615}"/>
                  </a:ext>
                </a:extLst>
              </p:cNvPr>
              <p:cNvSpPr txBox="1"/>
              <p:nvPr/>
            </p:nvSpPr>
            <p:spPr>
              <a:xfrm>
                <a:off x="6849417" y="2830812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03" name="TextBox 11">
                <a:extLst>
                  <a:ext uri="{FF2B5EF4-FFF2-40B4-BE49-F238E27FC236}">
                    <a16:creationId xmlns:a16="http://schemas.microsoft.com/office/drawing/2014/main" id="{E801AE61-5DB2-4DAD-A03E-D5FEDCEEF6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2830812"/>
                <a:ext cx="176928" cy="338554"/>
              </a:xfrm>
              <a:prstGeom prst="rect">
                <a:avLst/>
              </a:prstGeom>
              <a:blipFill>
                <a:blip r:embed="rId35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Oval 22">
            <a:extLst>
              <a:ext uri="{FF2B5EF4-FFF2-40B4-BE49-F238E27FC236}">
                <a16:creationId xmlns:a16="http://schemas.microsoft.com/office/drawing/2014/main" id="{3FDC66FD-EBCB-4629-94C9-A3582FBBA81C}"/>
              </a:ext>
            </a:extLst>
          </p:cNvPr>
          <p:cNvSpPr/>
          <p:nvPr/>
        </p:nvSpPr>
        <p:spPr>
          <a:xfrm>
            <a:off x="7316943" y="367158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TextBox 12">
                <a:extLst>
                  <a:ext uri="{FF2B5EF4-FFF2-40B4-BE49-F238E27FC236}">
                    <a16:creationId xmlns:a16="http://schemas.microsoft.com/office/drawing/2014/main" id="{1A70A5D4-FC51-48EC-99C5-9215A09E6C44}"/>
                  </a:ext>
                </a:extLst>
              </p:cNvPr>
              <p:cNvSpPr txBox="1"/>
              <p:nvPr/>
            </p:nvSpPr>
            <p:spPr>
              <a:xfrm>
                <a:off x="7504340" y="2926209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05" name="TextBox 12">
                <a:extLst>
                  <a:ext uri="{FF2B5EF4-FFF2-40B4-BE49-F238E27FC236}">
                    <a16:creationId xmlns:a16="http://schemas.microsoft.com/office/drawing/2014/main" id="{1A70A5D4-FC51-48EC-99C5-9215A09E6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2926209"/>
                <a:ext cx="176928" cy="338554"/>
              </a:xfrm>
              <a:prstGeom prst="rect">
                <a:avLst/>
              </a:prstGeom>
              <a:blipFill>
                <a:blip r:embed="rId36"/>
                <a:stretch>
                  <a:fillRect r="-55172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TextBox 13">
                <a:extLst>
                  <a:ext uri="{FF2B5EF4-FFF2-40B4-BE49-F238E27FC236}">
                    <a16:creationId xmlns:a16="http://schemas.microsoft.com/office/drawing/2014/main" id="{BFF6C3B1-5F8A-4A90-9578-E86E1E569BFB}"/>
                  </a:ext>
                </a:extLst>
              </p:cNvPr>
              <p:cNvSpPr txBox="1"/>
              <p:nvPr/>
            </p:nvSpPr>
            <p:spPr>
              <a:xfrm>
                <a:off x="7260220" y="2296467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06" name="TextBox 13">
                <a:extLst>
                  <a:ext uri="{FF2B5EF4-FFF2-40B4-BE49-F238E27FC236}">
                    <a16:creationId xmlns:a16="http://schemas.microsoft.com/office/drawing/2014/main" id="{BFF6C3B1-5F8A-4A90-9578-E86E1E569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20" y="2296467"/>
                <a:ext cx="256967" cy="338554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DVO">
            <a:extLst>
              <a:ext uri="{FF2B5EF4-FFF2-40B4-BE49-F238E27FC236}">
                <a16:creationId xmlns:a16="http://schemas.microsoft.com/office/drawing/2014/main" id="{F4A5838B-CA09-4D16-B628-ED6F380DEEB3}"/>
              </a:ext>
            </a:extLst>
          </p:cNvPr>
          <p:cNvSpPr/>
          <p:nvPr/>
        </p:nvSpPr>
        <p:spPr>
          <a:xfrm flipH="1">
            <a:off x="7037215" y="226127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08" name="Oval 23">
            <a:extLst>
              <a:ext uri="{FF2B5EF4-FFF2-40B4-BE49-F238E27FC236}">
                <a16:creationId xmlns:a16="http://schemas.microsoft.com/office/drawing/2014/main" id="{3F446388-16C1-41E0-A6F5-CB74045B1CFB}"/>
              </a:ext>
            </a:extLst>
          </p:cNvPr>
          <p:cNvSpPr/>
          <p:nvPr/>
        </p:nvSpPr>
        <p:spPr>
          <a:xfrm>
            <a:off x="8039799" y="292503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109" name="Straight Arrow Connector 7">
            <a:extLst>
              <a:ext uri="{FF2B5EF4-FFF2-40B4-BE49-F238E27FC236}">
                <a16:creationId xmlns:a16="http://schemas.microsoft.com/office/drawing/2014/main" id="{12AD31FD-140E-43BC-9C33-67F14CBAAAF9}"/>
              </a:ext>
            </a:extLst>
          </p:cNvPr>
          <p:cNvCxnSpPr>
            <a:cxnSpLocks/>
          </p:cNvCxnSpPr>
          <p:nvPr/>
        </p:nvCxnSpPr>
        <p:spPr>
          <a:xfrm flipV="1">
            <a:off x="7395188" y="2561082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9">
            <a:extLst>
              <a:ext uri="{FF2B5EF4-FFF2-40B4-BE49-F238E27FC236}">
                <a16:creationId xmlns:a16="http://schemas.microsoft.com/office/drawing/2014/main" id="{3788410B-223D-4EB0-8363-7DC6EA87EE33}"/>
              </a:ext>
            </a:extLst>
          </p:cNvPr>
          <p:cNvCxnSpPr>
            <a:cxnSpLocks/>
          </p:cNvCxnSpPr>
          <p:nvPr/>
        </p:nvCxnSpPr>
        <p:spPr>
          <a:xfrm>
            <a:off x="7398168" y="300479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8">
            <a:extLst>
              <a:ext uri="{FF2B5EF4-FFF2-40B4-BE49-F238E27FC236}">
                <a16:creationId xmlns:a16="http://schemas.microsoft.com/office/drawing/2014/main" id="{D1AB6121-23AB-43D1-8CC0-4EBD8696287C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2833312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Oval 20">
            <a:extLst>
              <a:ext uri="{FF2B5EF4-FFF2-40B4-BE49-F238E27FC236}">
                <a16:creationId xmlns:a16="http://schemas.microsoft.com/office/drawing/2014/main" id="{339C1E17-AD2C-4214-982D-2E382A43FA80}"/>
              </a:ext>
            </a:extLst>
          </p:cNvPr>
          <p:cNvSpPr/>
          <p:nvPr/>
        </p:nvSpPr>
        <p:spPr>
          <a:xfrm>
            <a:off x="6595635" y="292503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13" name="Oval 22">
            <a:extLst>
              <a:ext uri="{FF2B5EF4-FFF2-40B4-BE49-F238E27FC236}">
                <a16:creationId xmlns:a16="http://schemas.microsoft.com/office/drawing/2014/main" id="{2DD84A9E-2F96-48A6-A989-045ED0FB5641}"/>
              </a:ext>
            </a:extLst>
          </p:cNvPr>
          <p:cNvSpPr/>
          <p:nvPr/>
        </p:nvSpPr>
        <p:spPr>
          <a:xfrm>
            <a:off x="7318125" y="216875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114" name="Partial Circle 9">
            <a:extLst>
              <a:ext uri="{FF2B5EF4-FFF2-40B4-BE49-F238E27FC236}">
                <a16:creationId xmlns:a16="http://schemas.microsoft.com/office/drawing/2014/main" id="{07F6D1C8-03D3-47CC-8D62-6FBCE6D383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90" y="2909904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TextBox 10">
                <a:extLst>
                  <a:ext uri="{FF2B5EF4-FFF2-40B4-BE49-F238E27FC236}">
                    <a16:creationId xmlns:a16="http://schemas.microsoft.com/office/drawing/2014/main" id="{EB3AD3E6-562D-4410-B7A5-6AA07A53FD87}"/>
                  </a:ext>
                </a:extLst>
              </p:cNvPr>
              <p:cNvSpPr txBox="1"/>
              <p:nvPr/>
            </p:nvSpPr>
            <p:spPr>
              <a:xfrm>
                <a:off x="6970268" y="2944946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15" name="TextBox 10">
                <a:extLst>
                  <a:ext uri="{FF2B5EF4-FFF2-40B4-BE49-F238E27FC236}">
                    <a16:creationId xmlns:a16="http://schemas.microsoft.com/office/drawing/2014/main" id="{EB3AD3E6-562D-4410-B7A5-6AA07A53F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2944946"/>
                <a:ext cx="315234" cy="338554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Straight Arrow Connector 17">
            <a:extLst>
              <a:ext uri="{FF2B5EF4-FFF2-40B4-BE49-F238E27FC236}">
                <a16:creationId xmlns:a16="http://schemas.microsoft.com/office/drawing/2014/main" id="{63D8A9EF-8073-459E-A82A-CC4F7181FDD5}"/>
              </a:ext>
            </a:extLst>
          </p:cNvPr>
          <p:cNvCxnSpPr>
            <a:cxnSpLocks/>
          </p:cNvCxnSpPr>
          <p:nvPr/>
        </p:nvCxnSpPr>
        <p:spPr>
          <a:xfrm flipH="1">
            <a:off x="7177541" y="3009972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7" name="Partial Circle 9">
            <a:extLst>
              <a:ext uri="{FF2B5EF4-FFF2-40B4-BE49-F238E27FC236}">
                <a16:creationId xmlns:a16="http://schemas.microsoft.com/office/drawing/2014/main" id="{D38C7BDA-C899-47F0-9E03-0C1CD732D458}"/>
              </a:ext>
            </a:extLst>
          </p:cNvPr>
          <p:cNvSpPr>
            <a:spLocks noChangeAspect="1"/>
          </p:cNvSpPr>
          <p:nvPr/>
        </p:nvSpPr>
        <p:spPr>
          <a:xfrm>
            <a:off x="7321561" y="2872675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TextBox 10">
                <a:extLst>
                  <a:ext uri="{FF2B5EF4-FFF2-40B4-BE49-F238E27FC236}">
                    <a16:creationId xmlns:a16="http://schemas.microsoft.com/office/drawing/2014/main" id="{AF384DFE-317D-411B-8158-15DC48325007}"/>
                  </a:ext>
                </a:extLst>
              </p:cNvPr>
              <p:cNvSpPr txBox="1"/>
              <p:nvPr/>
            </p:nvSpPr>
            <p:spPr>
              <a:xfrm>
                <a:off x="7361340" y="2624528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18" name="TextBox 10">
                <a:extLst>
                  <a:ext uri="{FF2B5EF4-FFF2-40B4-BE49-F238E27FC236}">
                    <a16:creationId xmlns:a16="http://schemas.microsoft.com/office/drawing/2014/main" id="{AF384DFE-317D-411B-8158-15DC48325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2624528"/>
                <a:ext cx="297046" cy="338554"/>
              </a:xfrm>
              <a:prstGeom prst="rect">
                <a:avLst/>
              </a:prstGeom>
              <a:blipFill>
                <a:blip r:embed="rId39"/>
                <a:stretch>
                  <a:fillRect l="-2083" r="-4167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9" name="Straight Arrow Connector 17">
            <a:extLst>
              <a:ext uri="{FF2B5EF4-FFF2-40B4-BE49-F238E27FC236}">
                <a16:creationId xmlns:a16="http://schemas.microsoft.com/office/drawing/2014/main" id="{ED357596-3058-481A-9C77-29D05525CCBF}"/>
              </a:ext>
            </a:extLst>
          </p:cNvPr>
          <p:cNvCxnSpPr>
            <a:cxnSpLocks/>
          </p:cNvCxnSpPr>
          <p:nvPr/>
        </p:nvCxnSpPr>
        <p:spPr>
          <a:xfrm flipV="1">
            <a:off x="7391039" y="2564243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0" name="Oval 23">
            <a:extLst>
              <a:ext uri="{FF2B5EF4-FFF2-40B4-BE49-F238E27FC236}">
                <a16:creationId xmlns:a16="http://schemas.microsoft.com/office/drawing/2014/main" id="{AE2EB9F6-FEB7-4BDA-89B4-59D144B9FEC8}"/>
              </a:ext>
            </a:extLst>
          </p:cNvPr>
          <p:cNvSpPr/>
          <p:nvPr/>
        </p:nvSpPr>
        <p:spPr>
          <a:xfrm>
            <a:off x="7651126" y="3185021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21" name="Oval 23">
            <a:extLst>
              <a:ext uri="{FF2B5EF4-FFF2-40B4-BE49-F238E27FC236}">
                <a16:creationId xmlns:a16="http://schemas.microsoft.com/office/drawing/2014/main" id="{07FB923C-57EF-47F0-A841-B2081B120CCC}"/>
              </a:ext>
            </a:extLst>
          </p:cNvPr>
          <p:cNvSpPr/>
          <p:nvPr/>
        </p:nvSpPr>
        <p:spPr>
          <a:xfrm>
            <a:off x="6965326" y="2651621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9D751A86-6BE3-44BD-B4BA-CAC6241AA205}"/>
                  </a:ext>
                </a:extLst>
              </p:cNvPr>
              <p:cNvSpPr txBox="1"/>
              <p:nvPr/>
            </p:nvSpPr>
            <p:spPr>
              <a:xfrm>
                <a:off x="8312755" y="2986372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9D751A86-6BE3-44BD-B4BA-CAC6241AA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2986372"/>
                <a:ext cx="1150186" cy="323165"/>
              </a:xfrm>
              <a:prstGeom prst="rect">
                <a:avLst/>
              </a:prstGeom>
              <a:blipFill>
                <a:blip r:embed="rId40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F30B219-A902-431A-A147-CC91B9E2C4A3}"/>
                  </a:ext>
                </a:extLst>
              </p:cNvPr>
              <p:cNvSpPr txBox="1"/>
              <p:nvPr/>
            </p:nvSpPr>
            <p:spPr>
              <a:xfrm>
                <a:off x="4879202" y="1298923"/>
                <a:ext cx="1936090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F30B219-A902-431A-A147-CC91B9E2C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202" y="1298923"/>
                <a:ext cx="1936090" cy="323165"/>
              </a:xfrm>
              <a:prstGeom prst="rect">
                <a:avLst/>
              </a:prstGeom>
              <a:blipFill>
                <a:blip r:embed="rId41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" name="直線接點 123">
            <a:extLst>
              <a:ext uri="{FF2B5EF4-FFF2-40B4-BE49-F238E27FC236}">
                <a16:creationId xmlns:a16="http://schemas.microsoft.com/office/drawing/2014/main" id="{D705F233-F268-4426-AE96-B6232178CC5B}"/>
              </a:ext>
            </a:extLst>
          </p:cNvPr>
          <p:cNvCxnSpPr>
            <a:cxnSpLocks/>
          </p:cNvCxnSpPr>
          <p:nvPr/>
        </p:nvCxnSpPr>
        <p:spPr>
          <a:xfrm flipV="1">
            <a:off x="6523355" y="2734916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5" name="直線接點 124">
            <a:extLst>
              <a:ext uri="{FF2B5EF4-FFF2-40B4-BE49-F238E27FC236}">
                <a16:creationId xmlns:a16="http://schemas.microsoft.com/office/drawing/2014/main" id="{3C26F702-E254-4185-BF23-29D94F3C78AD}"/>
              </a:ext>
            </a:extLst>
          </p:cNvPr>
          <p:cNvCxnSpPr>
            <a:cxnSpLocks/>
          </p:cNvCxnSpPr>
          <p:nvPr/>
        </p:nvCxnSpPr>
        <p:spPr>
          <a:xfrm>
            <a:off x="7827014" y="3295492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6" name="直線接點 125">
            <a:extLst>
              <a:ext uri="{FF2B5EF4-FFF2-40B4-BE49-F238E27FC236}">
                <a16:creationId xmlns:a16="http://schemas.microsoft.com/office/drawing/2014/main" id="{71BE04E2-399D-496E-A76C-8469DCEC8458}"/>
              </a:ext>
            </a:extLst>
          </p:cNvPr>
          <p:cNvCxnSpPr>
            <a:cxnSpLocks/>
          </p:cNvCxnSpPr>
          <p:nvPr/>
        </p:nvCxnSpPr>
        <p:spPr>
          <a:xfrm flipV="1">
            <a:off x="8169593" y="2832898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7" name="直線接點 126">
            <a:extLst>
              <a:ext uri="{FF2B5EF4-FFF2-40B4-BE49-F238E27FC236}">
                <a16:creationId xmlns:a16="http://schemas.microsoft.com/office/drawing/2014/main" id="{34910A7A-D2FD-4DD2-BBAA-658F741EF598}"/>
              </a:ext>
            </a:extLst>
          </p:cNvPr>
          <p:cNvCxnSpPr>
            <a:cxnSpLocks/>
          </p:cNvCxnSpPr>
          <p:nvPr/>
        </p:nvCxnSpPr>
        <p:spPr>
          <a:xfrm flipV="1">
            <a:off x="6508393" y="3075285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ED31C901-B682-4E24-B2FD-61B44FC344E7}"/>
                  </a:ext>
                </a:extLst>
              </p:cNvPr>
              <p:cNvSpPr/>
              <p:nvPr/>
            </p:nvSpPr>
            <p:spPr>
              <a:xfrm>
                <a:off x="5267012" y="453971"/>
                <a:ext cx="4228570" cy="6375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b="1" i="1">
                                              <a:latin typeface="Cambria Math" panose="02040503050406030204" pitchFamily="18" charset="0"/>
                                            </a:rPr>
                                            <m:t>𝒒</m:t>
                                          </m:r>
                                        </m:sub>
                                      </m:sSub>
                                    </m:e>
                                  </m:func>
                                </m:num>
                                <m:den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∥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14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ED31C901-B682-4E24-B2FD-61B44FC344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7012" y="453971"/>
                <a:ext cx="4228570" cy="637564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圖片 8">
            <a:extLst>
              <a:ext uri="{FF2B5EF4-FFF2-40B4-BE49-F238E27FC236}">
                <a16:creationId xmlns:a16="http://schemas.microsoft.com/office/drawing/2014/main" id="{54C1EB98-58AA-478E-98B5-B8D00E64227B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-1649901" y="918475"/>
            <a:ext cx="533474" cy="5506218"/>
          </a:xfrm>
          <a:prstGeom prst="rect">
            <a:avLst/>
          </a:prstGeom>
        </p:spPr>
      </p:pic>
      <p:pic>
        <p:nvPicPr>
          <p:cNvPr id="129" name="圖片 128">
            <a:extLst>
              <a:ext uri="{FF2B5EF4-FFF2-40B4-BE49-F238E27FC236}">
                <a16:creationId xmlns:a16="http://schemas.microsoft.com/office/drawing/2014/main" id="{51F6FA97-4CC1-4F11-8C71-5A593F45FC6A}"/>
              </a:ext>
            </a:extLst>
          </p:cNvPr>
          <p:cNvPicPr>
            <a:picLocks noChangeAspect="1"/>
          </p:cNvPicPr>
          <p:nvPr/>
        </p:nvPicPr>
        <p:blipFill rotWithShape="1">
          <a:blip r:embed="rId4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50263"/>
          <a:stretch/>
        </p:blipFill>
        <p:spPr>
          <a:xfrm>
            <a:off x="10057440" y="-272170"/>
            <a:ext cx="390006" cy="130166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113D36E5-FAC0-4038-AE81-5DB19990BE58}"/>
                  </a:ext>
                </a:extLst>
              </p:cNvPr>
              <p:cNvSpPr txBox="1"/>
              <p:nvPr/>
            </p:nvSpPr>
            <p:spPr>
              <a:xfrm>
                <a:off x="9987976" y="733474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113D36E5-FAC0-4038-AE81-5DB19990B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976" y="733474"/>
                <a:ext cx="478319" cy="307777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0" name="圖片 129">
            <a:extLst>
              <a:ext uri="{FF2B5EF4-FFF2-40B4-BE49-F238E27FC236}">
                <a16:creationId xmlns:a16="http://schemas.microsoft.com/office/drawing/2014/main" id="{7C1C323D-7851-43A4-BAFD-A1C0950E12B3}"/>
              </a:ext>
            </a:extLst>
          </p:cNvPr>
          <p:cNvPicPr>
            <a:picLocks noChangeAspect="1"/>
          </p:cNvPicPr>
          <p:nvPr/>
        </p:nvPicPr>
        <p:blipFill rotWithShape="1">
          <a:blip r:embed="rId4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799"/>
          <a:stretch/>
        </p:blipFill>
        <p:spPr>
          <a:xfrm>
            <a:off x="10739697" y="1329533"/>
            <a:ext cx="390006" cy="13138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10665179" y="2381299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5179" y="2381299"/>
                <a:ext cx="478319" cy="307777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4441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9" y="-672945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381641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3816413"/>
                <a:ext cx="812954" cy="338554"/>
              </a:xfrm>
              <a:prstGeom prst="rect">
                <a:avLst/>
              </a:prstGeom>
              <a:blipFill>
                <a:blip r:embed="rId2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1932465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1932465"/>
                <a:ext cx="812954" cy="338554"/>
              </a:xfrm>
              <a:prstGeom prst="rect">
                <a:avLst/>
              </a:prstGeom>
              <a:blipFill>
                <a:blip r:embed="rId3"/>
                <a:stretch>
                  <a:fillRect t="-108929" r="-36842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-559088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2410410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2410410"/>
                <a:ext cx="1150186" cy="338554"/>
              </a:xfrm>
              <a:prstGeom prst="rect">
                <a:avLst/>
              </a:prstGeom>
              <a:blipFill>
                <a:blip r:embed="rId4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2410410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2410410"/>
                <a:ext cx="1150186" cy="338554"/>
              </a:xfrm>
              <a:prstGeom prst="rect">
                <a:avLst/>
              </a:prstGeom>
              <a:blipFill>
                <a:blip r:embed="rId5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155294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155294"/>
                <a:ext cx="1150186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167104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6" y="2251242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3662061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7" y="2277641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251743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7" y="2277641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2821286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2821286"/>
                <a:ext cx="176928" cy="338554"/>
              </a:xfrm>
              <a:prstGeom prst="rect">
                <a:avLst/>
              </a:prstGeom>
              <a:blipFill>
                <a:blip r:embed="rId7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3662061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291668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2916683"/>
                <a:ext cx="176928" cy="338554"/>
              </a:xfrm>
              <a:prstGeom prst="rect">
                <a:avLst/>
              </a:prstGeom>
              <a:blipFill>
                <a:blip r:embed="rId8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4" y="2286941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4" y="2286941"/>
                <a:ext cx="256967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251743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2915503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12" y="2551556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2995265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2823786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2915503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15923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4" y="2900377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2935420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2935420"/>
                <a:ext cx="315234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5" y="3000445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2863149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2615002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2615002"/>
                <a:ext cx="297046" cy="338554"/>
              </a:xfrm>
              <a:prstGeom prst="rect">
                <a:avLst/>
              </a:prstGeom>
              <a:blipFill>
                <a:blip r:embed="rId11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3" y="2554717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6B3D15C-2EAB-4430-95B3-283CF3D3F5DB}"/>
                  </a:ext>
                </a:extLst>
              </p:cNvPr>
              <p:cNvSpPr txBox="1"/>
              <p:nvPr/>
            </p:nvSpPr>
            <p:spPr>
              <a:xfrm>
                <a:off x="3810002" y="412429"/>
                <a:ext cx="1041398" cy="307777"/>
              </a:xfrm>
              <a:prstGeom prst="rect">
                <a:avLst/>
              </a:prstGeom>
              <a:solidFill>
                <a:srgbClr val="F1F1F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1,−1,−1, 2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6B3D15C-2EAB-4430-95B3-283CF3D3F5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2" y="412429"/>
                <a:ext cx="1041398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09CA91DB-926D-49D8-9D69-08A9E5C0199A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l="11715" t="25835" r="6795" b="19023"/>
          <a:stretch/>
        </p:blipFill>
        <p:spPr>
          <a:xfrm>
            <a:off x="6610441" y="-24509"/>
            <a:ext cx="695234" cy="172610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31CB424D-52D3-4BDF-89A3-ED038C3BE675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8885" t="22429" r="8429" b="17067"/>
          <a:stretch/>
        </p:blipFill>
        <p:spPr>
          <a:xfrm>
            <a:off x="6594476" y="-24888"/>
            <a:ext cx="746918" cy="163002"/>
          </a:xfrm>
          <a:prstGeom prst="rect">
            <a:avLst/>
          </a:prstGeom>
        </p:spPr>
      </p:pic>
      <p:grpSp>
        <p:nvGrpSpPr>
          <p:cNvPr id="51" name="群組 50">
            <a:extLst>
              <a:ext uri="{FF2B5EF4-FFF2-40B4-BE49-F238E27FC236}">
                <a16:creationId xmlns:a16="http://schemas.microsoft.com/office/drawing/2014/main" id="{29EAE113-CFDF-4C3C-B71E-5DDBBE675D00}"/>
              </a:ext>
            </a:extLst>
          </p:cNvPr>
          <p:cNvGrpSpPr/>
          <p:nvPr/>
        </p:nvGrpSpPr>
        <p:grpSpPr>
          <a:xfrm>
            <a:off x="7218473" y="1123679"/>
            <a:ext cx="115586" cy="110880"/>
            <a:chOff x="1373392" y="2391862"/>
            <a:chExt cx="479433" cy="476535"/>
          </a:xfrm>
        </p:grpSpPr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F54E0DC7-4887-4AF4-8E7A-07E2CD7D5C56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EF436FCC-3340-489F-93F7-7BFCCF8D86C5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E3BF5DE6-1E65-40FE-A4D3-8298C77C736D}"/>
                  </a:ext>
                </a:extLst>
              </p:cNvPr>
              <p:cNvSpPr txBox="1"/>
              <p:nvPr/>
            </p:nvSpPr>
            <p:spPr>
              <a:xfrm>
                <a:off x="7098596" y="750706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E3BF5DE6-1E65-40FE-A4D3-8298C77C7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8596" y="750706"/>
                <a:ext cx="438402" cy="424283"/>
              </a:xfrm>
              <a:prstGeom prst="rect">
                <a:avLst/>
              </a:prstGeom>
              <a:blipFill>
                <a:blip r:embed="rId1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7F0AC45-DE48-4577-9F0B-12EE8C3E6C15}"/>
                  </a:ext>
                </a:extLst>
              </p:cNvPr>
              <p:cNvSpPr txBox="1"/>
              <p:nvPr/>
            </p:nvSpPr>
            <p:spPr>
              <a:xfrm>
                <a:off x="7271582" y="1028855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7F0AC45-DE48-4577-9F0B-12EE8C3E6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582" y="1028855"/>
                <a:ext cx="388427" cy="400110"/>
              </a:xfrm>
              <a:prstGeom prst="rect">
                <a:avLst/>
              </a:prstGeom>
              <a:blipFill>
                <a:blip r:embed="rId1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98626B5E-17D6-4AD0-A286-FA717AE96590}"/>
                  </a:ext>
                </a:extLst>
              </p:cNvPr>
              <p:cNvSpPr txBox="1"/>
              <p:nvPr/>
            </p:nvSpPr>
            <p:spPr>
              <a:xfrm>
                <a:off x="6575136" y="1494927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98626B5E-17D6-4AD0-A286-FA717AE96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136" y="1494927"/>
                <a:ext cx="652306" cy="338554"/>
              </a:xfrm>
              <a:prstGeom prst="rect">
                <a:avLst/>
              </a:prstGeom>
              <a:blipFill>
                <a:blip r:embed="rId1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79D4DBF-CA7F-45FA-AADF-9819A39C2E0E}"/>
                  </a:ext>
                </a:extLst>
              </p:cNvPr>
              <p:cNvSpPr txBox="1"/>
              <p:nvPr/>
            </p:nvSpPr>
            <p:spPr>
              <a:xfrm>
                <a:off x="6392894" y="600723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79D4DBF-CA7F-45FA-AADF-9819A39C2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894" y="600723"/>
                <a:ext cx="1673596" cy="338554"/>
              </a:xfrm>
              <a:prstGeom prst="rect">
                <a:avLst/>
              </a:prstGeom>
              <a:blipFill>
                <a:blip r:embed="rId18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C2F30A2E-1711-4B72-BE68-A9D11C8D679F}"/>
              </a:ext>
            </a:extLst>
          </p:cNvPr>
          <p:cNvPicPr>
            <a:picLocks noChangeAspect="1"/>
          </p:cNvPicPr>
          <p:nvPr/>
        </p:nvPicPr>
        <p:blipFill rotWithShape="1"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905360" y="572923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90CDEC3B-AFBF-475B-9777-75658C61CF26}"/>
                  </a:ext>
                </a:extLst>
              </p:cNvPr>
              <p:cNvSpPr txBox="1"/>
              <p:nvPr/>
            </p:nvSpPr>
            <p:spPr>
              <a:xfrm>
                <a:off x="7823899" y="1657399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90CDEC3B-AFBF-475B-9777-75658C61C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3899" y="1657399"/>
                <a:ext cx="478319" cy="30777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0254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0" y="-666227"/>
            <a:ext cx="9880600" cy="6179835"/>
          </a:xfrm>
          <a:prstGeom prst="roundRect">
            <a:avLst>
              <a:gd name="adj" fmla="val 2587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76" name="圖片 75">
            <a:extLst>
              <a:ext uri="{FF2B5EF4-FFF2-40B4-BE49-F238E27FC236}">
                <a16:creationId xmlns:a16="http://schemas.microsoft.com/office/drawing/2014/main" id="{C01717F5-9575-42A1-AB70-A0660FCFB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8591" y="1573239"/>
            <a:ext cx="1252800" cy="1255706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8A1B398-4CBB-46B1-B271-8C7563E75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3594" y="3169252"/>
            <a:ext cx="1252800" cy="1258613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60C746CF-1E9F-45F8-B588-116FB052E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462" y="3223113"/>
            <a:ext cx="1252800" cy="124991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63" name="圖片 62">
            <a:extLst>
              <a:ext uri="{FF2B5EF4-FFF2-40B4-BE49-F238E27FC236}">
                <a16:creationId xmlns:a16="http://schemas.microsoft.com/office/drawing/2014/main" id="{D759C6B4-0D79-47F9-A709-5691C7F249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0570" y="1603985"/>
            <a:ext cx="1252800" cy="1252800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19A1552B-5A79-439A-99A5-D28D97E962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387" y="4194119"/>
            <a:ext cx="1252800" cy="1255693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A4BE274D-348B-4E55-BF9D-E6AFF7BA5DB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" t="-1" r="559" b="1109"/>
          <a:stretch/>
        </p:blipFill>
        <p:spPr>
          <a:xfrm>
            <a:off x="6930890" y="631158"/>
            <a:ext cx="1252800" cy="1249321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42DD76E4-3C3A-46F2-B2B8-35BF6726C155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312" t="61405" r="7988"/>
          <a:stretch/>
        </p:blipFill>
        <p:spPr>
          <a:xfrm>
            <a:off x="964406" y="-473286"/>
            <a:ext cx="2040732" cy="4702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353440" y="3825939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440" y="3825939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10909" r="-46269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353440" y="1880347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440" y="1880347"/>
                <a:ext cx="812954" cy="338554"/>
              </a:xfrm>
              <a:prstGeom prst="rect">
                <a:avLst/>
              </a:prstGeom>
              <a:blipFill>
                <a:blip r:embed="rId10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549308" y="1158605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429431" y="785633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431" y="785633"/>
                <a:ext cx="438402" cy="424283"/>
              </a:xfrm>
              <a:prstGeom prst="rect">
                <a:avLst/>
              </a:prstGeom>
              <a:blipFill>
                <a:blip r:embed="rId11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602418" y="1063781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2418" y="1063781"/>
                <a:ext cx="388427" cy="400110"/>
              </a:xfrm>
              <a:prstGeom prst="rect">
                <a:avLst/>
              </a:prstGeom>
              <a:blipFill>
                <a:blip r:embed="rId1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899621" y="1504453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621" y="1504453"/>
                <a:ext cx="652306" cy="338554"/>
              </a:xfrm>
              <a:prstGeom prst="rect">
                <a:avLst/>
              </a:prstGeom>
              <a:blipFill>
                <a:blip r:embed="rId13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2693C9D3-A145-48F7-981C-9A9BF2A0A9A5}"/>
                  </a:ext>
                </a:extLst>
              </p:cNvPr>
              <p:cNvSpPr txBox="1"/>
              <p:nvPr/>
            </p:nvSpPr>
            <p:spPr>
              <a:xfrm>
                <a:off x="384451" y="-16160"/>
                <a:ext cx="371463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0, 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2693C9D3-A145-48F7-981C-9A9BF2A0A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51" y="-16160"/>
                <a:ext cx="3714632" cy="461665"/>
              </a:xfrm>
              <a:prstGeom prst="rect">
                <a:avLst/>
              </a:prstGeom>
              <a:blipFill>
                <a:blip r:embed="rId14"/>
                <a:stretch>
                  <a:fillRect l="-2463" t="-10526" b="-28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736429" y="610253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6429" y="610253"/>
                <a:ext cx="1673596" cy="323165"/>
              </a:xfrm>
              <a:prstGeom prst="rect">
                <a:avLst/>
              </a:prstGeom>
              <a:blipFill>
                <a:blip r:embed="rId15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717898" y="3169252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7898" y="3169252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642507" y="1573243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2507" y="1573243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7184824" y="4164824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824" y="4164824"/>
                <a:ext cx="1150186" cy="32316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182220" y="582449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100760" y="166692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760" y="1666926"/>
                <a:ext cx="478319" cy="30777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623905" y="3169252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3905" y="3169252"/>
                <a:ext cx="1150186" cy="323165"/>
              </a:xfrm>
              <a:prstGeom prst="rect">
                <a:avLst/>
              </a:prstGeom>
              <a:blipFill>
                <a:blip r:embed="rId21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688079" y="1573243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079" y="1573243"/>
                <a:ext cx="1150186" cy="323165"/>
              </a:xfrm>
              <a:prstGeom prst="rect">
                <a:avLst/>
              </a:prstGeom>
              <a:blipFill>
                <a:blip r:embed="rId22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群組 12">
            <a:extLst>
              <a:ext uri="{FF2B5EF4-FFF2-40B4-BE49-F238E27FC236}">
                <a16:creationId xmlns:a16="http://schemas.microsoft.com/office/drawing/2014/main" id="{302D08D7-08B1-4EDC-928D-9E5EACDD025F}"/>
              </a:ext>
            </a:extLst>
          </p:cNvPr>
          <p:cNvGrpSpPr/>
          <p:nvPr/>
        </p:nvGrpSpPr>
        <p:grpSpPr>
          <a:xfrm>
            <a:off x="6908800" y="2277269"/>
            <a:ext cx="1692276" cy="1454076"/>
            <a:chOff x="6863654" y="2844234"/>
            <a:chExt cx="1944862" cy="1671108"/>
          </a:xfrm>
        </p:grpSpPr>
        <p:sp>
          <p:nvSpPr>
            <p:cNvPr id="237" name="Oval 14">
              <a:extLst>
                <a:ext uri="{FF2B5EF4-FFF2-40B4-BE49-F238E27FC236}">
                  <a16:creationId xmlns:a16="http://schemas.microsoft.com/office/drawing/2014/main" id="{4D2E6476-8133-4C1A-80AA-96C2BBAD7538}"/>
                </a:ext>
              </a:extLst>
            </p:cNvPr>
            <p:cNvSpPr/>
            <p:nvPr/>
          </p:nvSpPr>
          <p:spPr>
            <a:xfrm>
              <a:off x="7781439" y="2852108"/>
              <a:ext cx="162450" cy="168277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38" name="Oval 4">
              <a:extLst>
                <a:ext uri="{FF2B5EF4-FFF2-40B4-BE49-F238E27FC236}">
                  <a16:creationId xmlns:a16="http://schemas.microsoft.com/office/drawing/2014/main" id="{D0067B35-40A6-4446-8A95-C300D2678B59}"/>
                </a:ext>
              </a:extLst>
            </p:cNvPr>
            <p:cNvSpPr/>
            <p:nvPr/>
          </p:nvSpPr>
          <p:spPr>
            <a:xfrm>
              <a:off x="7142858" y="2936246"/>
              <a:ext cx="1443999" cy="1495797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39" name="Oval 15">
              <a:extLst>
                <a:ext uri="{FF2B5EF4-FFF2-40B4-BE49-F238E27FC236}">
                  <a16:creationId xmlns:a16="http://schemas.microsoft.com/office/drawing/2014/main" id="{3ED95C10-549D-46A4-8427-E9004FB39400}"/>
                </a:ext>
              </a:extLst>
            </p:cNvPr>
            <p:cNvSpPr/>
            <p:nvPr/>
          </p:nvSpPr>
          <p:spPr>
            <a:xfrm>
              <a:off x="7781439" y="4347065"/>
              <a:ext cx="162450" cy="168277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52" name="SHO">
              <a:extLst>
                <a:ext uri="{FF2B5EF4-FFF2-40B4-BE49-F238E27FC236}">
                  <a16:creationId xmlns:a16="http://schemas.microsoft.com/office/drawing/2014/main" id="{0845B616-2D49-4C5D-A47F-908796A33A53}"/>
                </a:ext>
              </a:extLst>
            </p:cNvPr>
            <p:cNvSpPr/>
            <p:nvPr/>
          </p:nvSpPr>
          <p:spPr>
            <a:xfrm rot="16200000">
              <a:off x="7551319" y="2962645"/>
              <a:ext cx="622693" cy="1443999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53" name="SVO">
              <a:extLst>
                <a:ext uri="{FF2B5EF4-FFF2-40B4-BE49-F238E27FC236}">
                  <a16:creationId xmlns:a16="http://schemas.microsoft.com/office/drawing/2014/main" id="{28FBC70E-6464-4911-A7DC-D688B4A191B2}"/>
                </a:ext>
              </a:extLst>
            </p:cNvPr>
            <p:cNvSpPr/>
            <p:nvPr/>
          </p:nvSpPr>
          <p:spPr>
            <a:xfrm>
              <a:off x="7500765" y="2936747"/>
              <a:ext cx="722000" cy="1495797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54" name="Oval 6">
              <a:extLst>
                <a:ext uri="{FF2B5EF4-FFF2-40B4-BE49-F238E27FC236}">
                  <a16:creationId xmlns:a16="http://schemas.microsoft.com/office/drawing/2014/main" id="{F7426249-BB1C-465F-BA24-177826BCA4FE}"/>
                </a:ext>
              </a:extLst>
            </p:cNvPr>
            <p:cNvSpPr/>
            <p:nvPr/>
          </p:nvSpPr>
          <p:spPr>
            <a:xfrm rot="16200000">
              <a:off x="7551319" y="2962645"/>
              <a:ext cx="622693" cy="1443999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5" name="TextBox 11">
                  <a:extLst>
                    <a:ext uri="{FF2B5EF4-FFF2-40B4-BE49-F238E27FC236}">
                      <a16:creationId xmlns:a16="http://schemas.microsoft.com/office/drawing/2014/main" id="{37DEB133-ADB0-4B60-901B-D2AEF580DA59}"/>
                    </a:ext>
                  </a:extLst>
                </p:cNvPr>
                <p:cNvSpPr txBox="1"/>
                <p:nvPr/>
              </p:nvSpPr>
              <p:spPr>
                <a:xfrm>
                  <a:off x="7312967" y="3506293"/>
                  <a:ext cx="176928" cy="3890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55" name="TextBox 11">
                  <a:extLst>
                    <a:ext uri="{FF2B5EF4-FFF2-40B4-BE49-F238E27FC236}">
                      <a16:creationId xmlns:a16="http://schemas.microsoft.com/office/drawing/2014/main" id="{37DEB133-ADB0-4B60-901B-D2AEF580D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2967" y="3506293"/>
                  <a:ext cx="176928" cy="389086"/>
                </a:xfrm>
                <a:prstGeom prst="rect">
                  <a:avLst/>
                </a:prstGeom>
                <a:blipFill>
                  <a:blip r:embed="rId23"/>
                  <a:stretch>
                    <a:fillRect r="-5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6" name="Oval 22">
              <a:extLst>
                <a:ext uri="{FF2B5EF4-FFF2-40B4-BE49-F238E27FC236}">
                  <a16:creationId xmlns:a16="http://schemas.microsoft.com/office/drawing/2014/main" id="{F51F6D7A-CBDD-41AE-81A9-01A381888E10}"/>
                </a:ext>
              </a:extLst>
            </p:cNvPr>
            <p:cNvSpPr/>
            <p:nvPr/>
          </p:nvSpPr>
          <p:spPr>
            <a:xfrm>
              <a:off x="7780493" y="4347065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7" name="TextBox 12">
                  <a:extLst>
                    <a:ext uri="{FF2B5EF4-FFF2-40B4-BE49-F238E27FC236}">
                      <a16:creationId xmlns:a16="http://schemas.microsoft.com/office/drawing/2014/main" id="{BEB792E4-CC90-49E5-8163-921F2ECF2D45}"/>
                    </a:ext>
                  </a:extLst>
                </p:cNvPr>
                <p:cNvSpPr txBox="1"/>
                <p:nvPr/>
              </p:nvSpPr>
              <p:spPr>
                <a:xfrm>
                  <a:off x="7967890" y="3601690"/>
                  <a:ext cx="176928" cy="3890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57" name="TextBox 12">
                  <a:extLst>
                    <a:ext uri="{FF2B5EF4-FFF2-40B4-BE49-F238E27FC236}">
                      <a16:creationId xmlns:a16="http://schemas.microsoft.com/office/drawing/2014/main" id="{BEB792E4-CC90-49E5-8163-921F2ECF2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7890" y="3601690"/>
                  <a:ext cx="176928" cy="389086"/>
                </a:xfrm>
                <a:prstGeom prst="rect">
                  <a:avLst/>
                </a:prstGeom>
                <a:blipFill>
                  <a:blip r:embed="rId24"/>
                  <a:stretch>
                    <a:fillRect r="-72000" b="-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8" name="TextBox 13">
                  <a:extLst>
                    <a:ext uri="{FF2B5EF4-FFF2-40B4-BE49-F238E27FC236}">
                      <a16:creationId xmlns:a16="http://schemas.microsoft.com/office/drawing/2014/main" id="{8D531DEA-B9A5-4E8D-A6A2-A31408532FD7}"/>
                    </a:ext>
                  </a:extLst>
                </p:cNvPr>
                <p:cNvSpPr txBox="1"/>
                <p:nvPr/>
              </p:nvSpPr>
              <p:spPr>
                <a:xfrm>
                  <a:off x="7723766" y="2971948"/>
                  <a:ext cx="256967" cy="3890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58" name="TextBox 13">
                  <a:extLst>
                    <a:ext uri="{FF2B5EF4-FFF2-40B4-BE49-F238E27FC236}">
                      <a16:creationId xmlns:a16="http://schemas.microsoft.com/office/drawing/2014/main" id="{8D531DEA-B9A5-4E8D-A6A2-A31408532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3766" y="2971948"/>
                  <a:ext cx="256967" cy="389086"/>
                </a:xfrm>
                <a:prstGeom prst="rect">
                  <a:avLst/>
                </a:prstGeom>
                <a:blipFill>
                  <a:blip r:embed="rId25"/>
                  <a:stretch>
                    <a:fillRect r="-810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9" name="DVO">
              <a:extLst>
                <a:ext uri="{FF2B5EF4-FFF2-40B4-BE49-F238E27FC236}">
                  <a16:creationId xmlns:a16="http://schemas.microsoft.com/office/drawing/2014/main" id="{BD66E933-A9D1-416F-99A4-A2F56F384D96}"/>
                </a:ext>
              </a:extLst>
            </p:cNvPr>
            <p:cNvSpPr/>
            <p:nvPr/>
          </p:nvSpPr>
          <p:spPr>
            <a:xfrm flipH="1">
              <a:off x="7500765" y="2936747"/>
              <a:ext cx="722000" cy="1495797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60" name="Oval 23">
              <a:extLst>
                <a:ext uri="{FF2B5EF4-FFF2-40B4-BE49-F238E27FC236}">
                  <a16:creationId xmlns:a16="http://schemas.microsoft.com/office/drawing/2014/main" id="{B1975880-4F20-4527-8AC1-67B4B5024B5F}"/>
                </a:ext>
              </a:extLst>
            </p:cNvPr>
            <p:cNvSpPr/>
            <p:nvPr/>
          </p:nvSpPr>
          <p:spPr>
            <a:xfrm>
              <a:off x="8503349" y="3600507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261" name="Straight Arrow Connector 7">
              <a:extLst>
                <a:ext uri="{FF2B5EF4-FFF2-40B4-BE49-F238E27FC236}">
                  <a16:creationId xmlns:a16="http://schemas.microsoft.com/office/drawing/2014/main" id="{33161F97-7212-47BE-BA7D-6FC7B91473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58734" y="3236563"/>
              <a:ext cx="1697" cy="445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Arrow Connector 19">
              <a:extLst>
                <a:ext uri="{FF2B5EF4-FFF2-40B4-BE49-F238E27FC236}">
                  <a16:creationId xmlns:a16="http://schemas.microsoft.com/office/drawing/2014/main" id="{240911C2-AE74-4914-B8DB-470C2315C461}"/>
                </a:ext>
              </a:extLst>
            </p:cNvPr>
            <p:cNvCxnSpPr>
              <a:cxnSpLocks/>
            </p:cNvCxnSpPr>
            <p:nvPr/>
          </p:nvCxnSpPr>
          <p:spPr>
            <a:xfrm>
              <a:off x="7861718" y="3680269"/>
              <a:ext cx="195802" cy="1567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Arrow Connector 18">
              <a:extLst>
                <a:ext uri="{FF2B5EF4-FFF2-40B4-BE49-F238E27FC236}">
                  <a16:creationId xmlns:a16="http://schemas.microsoft.com/office/drawing/2014/main" id="{168B960E-43A1-4542-B03F-41153CC41797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7690396" y="3508793"/>
              <a:ext cx="0" cy="3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4" name="Oval 20">
              <a:extLst>
                <a:ext uri="{FF2B5EF4-FFF2-40B4-BE49-F238E27FC236}">
                  <a16:creationId xmlns:a16="http://schemas.microsoft.com/office/drawing/2014/main" id="{24DEE888-55C9-4D4C-B18D-808F9AA85CCB}"/>
                </a:ext>
              </a:extLst>
            </p:cNvPr>
            <p:cNvSpPr/>
            <p:nvPr/>
          </p:nvSpPr>
          <p:spPr>
            <a:xfrm>
              <a:off x="7059185" y="3600507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65" name="Oval 22">
              <a:extLst>
                <a:ext uri="{FF2B5EF4-FFF2-40B4-BE49-F238E27FC236}">
                  <a16:creationId xmlns:a16="http://schemas.microsoft.com/office/drawing/2014/main" id="{EF01816B-7066-4916-A520-954D092BE6FE}"/>
                </a:ext>
              </a:extLst>
            </p:cNvPr>
            <p:cNvSpPr/>
            <p:nvPr/>
          </p:nvSpPr>
          <p:spPr>
            <a:xfrm>
              <a:off x="7781675" y="2844234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66" name="Partial Circle 9">
              <a:extLst>
                <a:ext uri="{FF2B5EF4-FFF2-40B4-BE49-F238E27FC236}">
                  <a16:creationId xmlns:a16="http://schemas.microsoft.com/office/drawing/2014/main" id="{95E3D0C0-F471-47D7-9B54-CC1B9F289F59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7797836" y="3585381"/>
              <a:ext cx="102407" cy="197721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7" name="TextBox 10">
                  <a:extLst>
                    <a:ext uri="{FF2B5EF4-FFF2-40B4-BE49-F238E27FC236}">
                      <a16:creationId xmlns:a16="http://schemas.microsoft.com/office/drawing/2014/main" id="{B215AA15-06BF-4D83-A5CD-B6A967095CE1}"/>
                    </a:ext>
                  </a:extLst>
                </p:cNvPr>
                <p:cNvSpPr txBox="1"/>
                <p:nvPr/>
              </p:nvSpPr>
              <p:spPr>
                <a:xfrm>
                  <a:off x="7433818" y="3620427"/>
                  <a:ext cx="315233" cy="3890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67" name="TextBox 10">
                  <a:extLst>
                    <a:ext uri="{FF2B5EF4-FFF2-40B4-BE49-F238E27FC236}">
                      <a16:creationId xmlns:a16="http://schemas.microsoft.com/office/drawing/2014/main" id="{B215AA15-06BF-4D83-A5CD-B6A967095C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3818" y="3620427"/>
                  <a:ext cx="315233" cy="389086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8" name="Straight Arrow Connector 17">
              <a:extLst>
                <a:ext uri="{FF2B5EF4-FFF2-40B4-BE49-F238E27FC236}">
                  <a16:creationId xmlns:a16="http://schemas.microsoft.com/office/drawing/2014/main" id="{230BB7BA-7677-4C8C-B5E4-B82B7D4639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41087" y="3685449"/>
              <a:ext cx="221585" cy="2865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69" name="Partial Circle 9">
              <a:extLst>
                <a:ext uri="{FF2B5EF4-FFF2-40B4-BE49-F238E27FC236}">
                  <a16:creationId xmlns:a16="http://schemas.microsoft.com/office/drawing/2014/main" id="{E72D69FE-BCE2-4231-B5B8-E4BAB5150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85111" y="3548156"/>
              <a:ext cx="149214" cy="30136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0" name="TextBox 10">
                  <a:extLst>
                    <a:ext uri="{FF2B5EF4-FFF2-40B4-BE49-F238E27FC236}">
                      <a16:creationId xmlns:a16="http://schemas.microsoft.com/office/drawing/2014/main" id="{2F6C10B6-03DA-4C5F-B367-63A41053B482}"/>
                    </a:ext>
                  </a:extLst>
                </p:cNvPr>
                <p:cNvSpPr txBox="1"/>
                <p:nvPr/>
              </p:nvSpPr>
              <p:spPr>
                <a:xfrm>
                  <a:off x="7824890" y="3300009"/>
                  <a:ext cx="297046" cy="3890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70" name="TextBox 10">
                  <a:extLst>
                    <a:ext uri="{FF2B5EF4-FFF2-40B4-BE49-F238E27FC236}">
                      <a16:creationId xmlns:a16="http://schemas.microsoft.com/office/drawing/2014/main" id="{2F6C10B6-03DA-4C5F-B367-63A41053B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4890" y="3300009"/>
                  <a:ext cx="297046" cy="389086"/>
                </a:xfrm>
                <a:prstGeom prst="rect">
                  <a:avLst/>
                </a:prstGeom>
                <a:blipFill>
                  <a:blip r:embed="rId27"/>
                  <a:stretch>
                    <a:fillRect l="-2381" r="-19048" b="-1090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1" name="Straight Arrow Connector 17">
              <a:extLst>
                <a:ext uri="{FF2B5EF4-FFF2-40B4-BE49-F238E27FC236}">
                  <a16:creationId xmlns:a16="http://schemas.microsoft.com/office/drawing/2014/main" id="{050CD12B-2348-4EAE-8F7E-7F476F6AB6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54585" y="3239724"/>
              <a:ext cx="571923" cy="4496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2" name="Oval 23">
              <a:extLst>
                <a:ext uri="{FF2B5EF4-FFF2-40B4-BE49-F238E27FC236}">
                  <a16:creationId xmlns:a16="http://schemas.microsoft.com/office/drawing/2014/main" id="{6454FEB7-1A49-4057-B9D1-C98AB19CFD06}"/>
                </a:ext>
              </a:extLst>
            </p:cNvPr>
            <p:cNvSpPr/>
            <p:nvPr/>
          </p:nvSpPr>
          <p:spPr>
            <a:xfrm>
              <a:off x="8114676" y="386049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4" name="Oval 23">
              <a:extLst>
                <a:ext uri="{FF2B5EF4-FFF2-40B4-BE49-F238E27FC236}">
                  <a16:creationId xmlns:a16="http://schemas.microsoft.com/office/drawing/2014/main" id="{2FF5597B-5488-4B3C-BE8B-E0AD3A81CF14}"/>
                </a:ext>
              </a:extLst>
            </p:cNvPr>
            <p:cNvSpPr/>
            <p:nvPr/>
          </p:nvSpPr>
          <p:spPr>
            <a:xfrm>
              <a:off x="7428876" y="332709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158" name="直線接點 157">
              <a:extLst>
                <a:ext uri="{FF2B5EF4-FFF2-40B4-BE49-F238E27FC236}">
                  <a16:creationId xmlns:a16="http://schemas.microsoft.com/office/drawing/2014/main" id="{DA529A4E-3BAB-45BB-8274-1088EF0B43A5}"/>
                </a:ext>
              </a:extLst>
            </p:cNvPr>
            <p:cNvCxnSpPr>
              <a:cxnSpLocks/>
            </p:cNvCxnSpPr>
            <p:nvPr/>
          </p:nvCxnSpPr>
          <p:spPr>
            <a:xfrm>
              <a:off x="6863654" y="3410397"/>
              <a:ext cx="576501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9" name="直線接點 158">
              <a:extLst>
                <a:ext uri="{FF2B5EF4-FFF2-40B4-BE49-F238E27FC236}">
                  <a16:creationId xmlns:a16="http://schemas.microsoft.com/office/drawing/2014/main" id="{F100F92B-B8C5-4A0F-B866-E2BAB0C4087A}"/>
                </a:ext>
              </a:extLst>
            </p:cNvPr>
            <p:cNvCxnSpPr>
              <a:cxnSpLocks/>
            </p:cNvCxnSpPr>
            <p:nvPr/>
          </p:nvCxnSpPr>
          <p:spPr>
            <a:xfrm>
              <a:off x="8290559" y="3970973"/>
              <a:ext cx="517957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0" name="直線接點 159">
              <a:extLst>
                <a:ext uri="{FF2B5EF4-FFF2-40B4-BE49-F238E27FC236}">
                  <a16:creationId xmlns:a16="http://schemas.microsoft.com/office/drawing/2014/main" id="{A656DF39-7853-456D-84EE-B2D69029F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3143" y="3465391"/>
              <a:ext cx="171723" cy="143634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1" name="直線接點 160">
              <a:extLst>
                <a:ext uri="{FF2B5EF4-FFF2-40B4-BE49-F238E27FC236}">
                  <a16:creationId xmlns:a16="http://schemas.microsoft.com/office/drawing/2014/main" id="{C2ECA97C-3D5E-4873-BF49-1B844DE801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1707" y="3750766"/>
              <a:ext cx="175500" cy="319496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74" name="圖片 73">
            <a:extLst>
              <a:ext uri="{FF2B5EF4-FFF2-40B4-BE49-F238E27FC236}">
                <a16:creationId xmlns:a16="http://schemas.microsoft.com/office/drawing/2014/main" id="{080203AD-4F1B-4BC6-8007-DE7455C6F77A}"/>
              </a:ext>
            </a:extLst>
          </p:cNvPr>
          <p:cNvPicPr>
            <a:picLocks noChangeAspect="1"/>
          </p:cNvPicPr>
          <p:nvPr/>
        </p:nvPicPr>
        <p:blipFill rotWithShape="1">
          <a:blip r:embed="rId28"/>
          <a:srcRect l="8885" t="22429" r="8429" b="17067"/>
          <a:stretch/>
        </p:blipFill>
        <p:spPr>
          <a:xfrm>
            <a:off x="1222376" y="-396363"/>
            <a:ext cx="746918" cy="163002"/>
          </a:xfrm>
          <a:prstGeom prst="rect">
            <a:avLst/>
          </a:prstGeom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BE88E1-7DA8-4852-B744-88A05A6CE382}"/>
              </a:ext>
            </a:extLst>
          </p:cNvPr>
          <p:cNvSpPr txBox="1"/>
          <p:nvPr/>
        </p:nvSpPr>
        <p:spPr>
          <a:xfrm>
            <a:off x="364607" y="-479554"/>
            <a:ext cx="678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Re[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1D427472-A1C0-4C36-9C1F-1E3F7431F466}"/>
                  </a:ext>
                </a:extLst>
              </p:cNvPr>
              <p:cNvSpPr txBox="1"/>
              <p:nvPr/>
            </p:nvSpPr>
            <p:spPr>
              <a:xfrm>
                <a:off x="2973588" y="-485517"/>
                <a:ext cx="950713" cy="4735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𝑖𝑤𝑡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</a:t>
                </a:r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1D427472-A1C0-4C36-9C1F-1E3F7431F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3588" y="-485517"/>
                <a:ext cx="950713" cy="473591"/>
              </a:xfrm>
              <a:prstGeom prst="rect">
                <a:avLst/>
              </a:prstGeom>
              <a:blipFill>
                <a:blip r:embed="rId29"/>
                <a:stretch>
                  <a:fillRect l="-3846" t="-7692" r="-15385" b="-282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630811A6-5F8F-483F-8C1F-CCDDFE51BC2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 r="5159"/>
          <a:stretch/>
        </p:blipFill>
        <p:spPr>
          <a:xfrm>
            <a:off x="6504785" y="-101810"/>
            <a:ext cx="2182017" cy="470285"/>
          </a:xfrm>
          <a:prstGeom prst="rect">
            <a:avLst/>
          </a:prstGeom>
        </p:spPr>
      </p:pic>
      <p:sp>
        <p:nvSpPr>
          <p:cNvPr id="66" name="文字方塊 65">
            <a:extLst>
              <a:ext uri="{FF2B5EF4-FFF2-40B4-BE49-F238E27FC236}">
                <a16:creationId xmlns:a16="http://schemas.microsoft.com/office/drawing/2014/main" id="{FAD73CAA-5FF6-4369-91F3-A08AD5EE13AA}"/>
              </a:ext>
            </a:extLst>
          </p:cNvPr>
          <p:cNvSpPr txBox="1"/>
          <p:nvPr/>
        </p:nvSpPr>
        <p:spPr>
          <a:xfrm>
            <a:off x="5788301" y="-549561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7" name="圖片 66">
            <a:extLst>
              <a:ext uri="{FF2B5EF4-FFF2-40B4-BE49-F238E27FC236}">
                <a16:creationId xmlns:a16="http://schemas.microsoft.com/office/drawing/2014/main" id="{EA93C320-729E-4EAA-9E8C-572082873AED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l="8885" t="22429" r="8429" b="17067"/>
          <a:stretch/>
        </p:blipFill>
        <p:spPr>
          <a:xfrm>
            <a:off x="6838951" y="-24888"/>
            <a:ext cx="746918" cy="163002"/>
          </a:xfrm>
          <a:prstGeom prst="rect">
            <a:avLst/>
          </a:prstGeom>
        </p:spPr>
      </p:pic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8E422177-7DE3-43EA-819E-739CC242A061}"/>
              </a:ext>
            </a:extLst>
          </p:cNvPr>
          <p:cNvCxnSpPr/>
          <p:nvPr/>
        </p:nvCxnSpPr>
        <p:spPr>
          <a:xfrm>
            <a:off x="57151" y="4480719"/>
            <a:ext cx="507682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2871EE5-2EF7-46EE-B254-3D52CA92B38B}"/>
                  </a:ext>
                </a:extLst>
              </p:cNvPr>
              <p:cNvSpPr txBox="1"/>
              <p:nvPr/>
            </p:nvSpPr>
            <p:spPr>
              <a:xfrm>
                <a:off x="47901" y="4451755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2871EE5-2EF7-46EE-B254-3D52CA92B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01" y="4451755"/>
                <a:ext cx="1199874" cy="461665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0D9E3E0D-B926-4D12-81D4-8F073C67EEDA}"/>
                  </a:ext>
                </a:extLst>
              </p:cNvPr>
              <p:cNvSpPr txBox="1"/>
              <p:nvPr/>
            </p:nvSpPr>
            <p:spPr>
              <a:xfrm>
                <a:off x="1257025" y="4451755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1.25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0D9E3E0D-B926-4D12-81D4-8F073C67E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025" y="4451755"/>
                <a:ext cx="1199874" cy="46166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A1C4FDBD-4E77-4B3E-BC46-E7A9F022A055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7149" y="953838"/>
            <a:ext cx="1252800" cy="1252800"/>
          </a:xfrm>
          <a:prstGeom prst="rect">
            <a:avLst/>
          </a:prstGeom>
        </p:spPr>
      </p:pic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75333409-5B05-4D2A-A2A6-8E9DBD39AA48}"/>
              </a:ext>
            </a:extLst>
          </p:cNvPr>
          <p:cNvCxnSpPr/>
          <p:nvPr/>
        </p:nvCxnSpPr>
        <p:spPr>
          <a:xfrm>
            <a:off x="57151" y="2279153"/>
            <a:ext cx="507682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4C81B685-2E1C-4F73-A2AA-337ED9EDF5AB}"/>
                  </a:ext>
                </a:extLst>
              </p:cNvPr>
              <p:cNvSpPr txBox="1"/>
              <p:nvPr/>
            </p:nvSpPr>
            <p:spPr>
              <a:xfrm>
                <a:off x="47901" y="2270287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𝑤𝑡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4C81B685-2E1C-4F73-A2AA-337ED9EDF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01" y="2270287"/>
                <a:ext cx="1199874" cy="461665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2B4AAD81-DCED-4D3D-9099-BD6EDD85B7B2}"/>
                  </a:ext>
                </a:extLst>
              </p:cNvPr>
              <p:cNvSpPr txBox="1"/>
              <p:nvPr/>
            </p:nvSpPr>
            <p:spPr>
              <a:xfrm>
                <a:off x="1257025" y="2270287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0.</m:t>
                      </m:r>
                      <m:r>
                        <a:rPr lang="en-US" altLang="zh-TW" sz="24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2B4AAD81-DCED-4D3D-9099-BD6EDD85B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025" y="2270287"/>
                <a:ext cx="1199874" cy="46166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DA807EA8-AAE7-4590-98BF-6AE76C27E090}"/>
                  </a:ext>
                </a:extLst>
              </p:cNvPr>
              <p:cNvSpPr txBox="1"/>
              <p:nvPr/>
            </p:nvSpPr>
            <p:spPr>
              <a:xfrm>
                <a:off x="2587718" y="2270287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0.</m:t>
                      </m:r>
                      <m:r>
                        <a:rPr lang="en-US" altLang="zh-TW" sz="24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DA807EA8-AAE7-4590-98BF-6AE76C27E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7718" y="2270287"/>
                <a:ext cx="1199874" cy="46166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DD71244F-4DBE-44A1-8AD1-DB1426D30BAB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325714" y="951840"/>
            <a:ext cx="1252800" cy="125678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E82138C-9928-4DD7-89C1-B67DF0D8A984}"/>
                  </a:ext>
                </a:extLst>
              </p:cNvPr>
              <p:cNvSpPr txBox="1"/>
              <p:nvPr/>
            </p:nvSpPr>
            <p:spPr>
              <a:xfrm>
                <a:off x="3911437" y="2270287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0.</m:t>
                      </m:r>
                      <m:r>
                        <a:rPr lang="en-US" altLang="zh-TW" sz="24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75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E82138C-9928-4DD7-89C1-B67DF0D8A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437" y="2270287"/>
                <a:ext cx="1199874" cy="461665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46A512FE-782F-43FF-ABB1-13E4E693DB22}"/>
                  </a:ext>
                </a:extLst>
              </p:cNvPr>
              <p:cNvSpPr txBox="1"/>
              <p:nvPr/>
            </p:nvSpPr>
            <p:spPr>
              <a:xfrm>
                <a:off x="2626578" y="4451755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46A512FE-782F-43FF-ABB1-13E4E693D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578" y="4451755"/>
                <a:ext cx="1199874" cy="461665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D03F6AE-A8C5-4195-9C14-7934D7A2C8A1}"/>
                  </a:ext>
                </a:extLst>
              </p:cNvPr>
              <p:cNvSpPr txBox="1"/>
              <p:nvPr/>
            </p:nvSpPr>
            <p:spPr>
              <a:xfrm>
                <a:off x="3911437" y="4451755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1.75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D03F6AE-A8C5-4195-9C14-7934D7A2C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437" y="4451755"/>
                <a:ext cx="1199874" cy="461665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>
            <a:extLst>
              <a:ext uri="{FF2B5EF4-FFF2-40B4-BE49-F238E27FC236}">
                <a16:creationId xmlns:a16="http://schemas.microsoft.com/office/drawing/2014/main" id="{6EE1EC90-3D4F-419A-8188-C5615B2DF115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594279" y="952845"/>
            <a:ext cx="1252800" cy="125478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76007E5-49FB-471A-8BD2-F0FCB2F8B66E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862845" y="953838"/>
            <a:ext cx="1252800" cy="1252800"/>
          </a:xfrm>
          <a:prstGeom prst="rect">
            <a:avLst/>
          </a:prstGeom>
        </p:spPr>
      </p:pic>
      <p:pic>
        <p:nvPicPr>
          <p:cNvPr id="80" name="圖片 79">
            <a:extLst>
              <a:ext uri="{FF2B5EF4-FFF2-40B4-BE49-F238E27FC236}">
                <a16:creationId xmlns:a16="http://schemas.microsoft.com/office/drawing/2014/main" id="{85E34CBA-8594-4D41-95F9-2E1DFFC416B3}"/>
              </a:ext>
            </a:extLst>
          </p:cNvPr>
          <p:cNvPicPr>
            <a:picLocks noChangeAspect="1"/>
          </p:cNvPicPr>
          <p:nvPr/>
        </p:nvPicPr>
        <p:blipFill>
          <a:blip r:embed="rId4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11778" y="912019"/>
            <a:ext cx="539722" cy="134008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0AD6C08-C694-4184-9325-7BFF6AA555CA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57149" y="3136673"/>
            <a:ext cx="1252800" cy="12547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ECDC5CC4-382C-4A77-919D-CD2395A786A8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325714" y="3137671"/>
            <a:ext cx="1252800" cy="125280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B8126373-09B9-4429-BF7B-FF0F32A28346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594279" y="3135676"/>
            <a:ext cx="1252800" cy="1256777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CB1EFF7-8555-4108-A039-80DB98F18B19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862845" y="3138671"/>
            <a:ext cx="1252800" cy="1250821"/>
          </a:xfrm>
          <a:prstGeom prst="rect">
            <a:avLst/>
          </a:prstGeom>
        </p:spPr>
      </p:pic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1D70DA70-60F2-4A8C-8EE9-F1DB40BE8DF9}"/>
              </a:ext>
            </a:extLst>
          </p:cNvPr>
          <p:cNvGrpSpPr/>
          <p:nvPr/>
        </p:nvGrpSpPr>
        <p:grpSpPr>
          <a:xfrm>
            <a:off x="664926" y="1482388"/>
            <a:ext cx="115586" cy="110880"/>
            <a:chOff x="1373392" y="2391862"/>
            <a:chExt cx="479433" cy="476535"/>
          </a:xfrm>
        </p:grpSpPr>
        <p:sp>
          <p:nvSpPr>
            <p:cNvPr id="127" name="箭號: 向右 126">
              <a:extLst>
                <a:ext uri="{FF2B5EF4-FFF2-40B4-BE49-F238E27FC236}">
                  <a16:creationId xmlns:a16="http://schemas.microsoft.com/office/drawing/2014/main" id="{00F0F6A6-17CB-4707-AE77-8F60CB2D790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28" name="箭號: 向右 127">
              <a:extLst>
                <a:ext uri="{FF2B5EF4-FFF2-40B4-BE49-F238E27FC236}">
                  <a16:creationId xmlns:a16="http://schemas.microsoft.com/office/drawing/2014/main" id="{575BCAD1-04CC-40B7-89B0-F134E60F5825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805928A4-2681-4937-BBD9-EADC350EFADE}"/>
                  </a:ext>
                </a:extLst>
              </p:cNvPr>
              <p:cNvSpPr txBox="1"/>
              <p:nvPr/>
            </p:nvSpPr>
            <p:spPr>
              <a:xfrm>
                <a:off x="545049" y="1109416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805928A4-2681-4937-BBD9-EADC350EF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49" y="1109416"/>
                <a:ext cx="438402" cy="424283"/>
              </a:xfrm>
              <a:prstGeom prst="rect">
                <a:avLst/>
              </a:prstGeom>
              <a:blipFill>
                <a:blip r:embed="rId48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6B83F5A1-82ED-4BEB-8127-0DD3EDBE3F3B}"/>
                  </a:ext>
                </a:extLst>
              </p:cNvPr>
              <p:cNvSpPr txBox="1"/>
              <p:nvPr/>
            </p:nvSpPr>
            <p:spPr>
              <a:xfrm>
                <a:off x="718036" y="1387564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6B83F5A1-82ED-4BEB-8127-0DD3EDBE3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036" y="1387564"/>
                <a:ext cx="388427" cy="400110"/>
              </a:xfrm>
              <a:prstGeom prst="rect">
                <a:avLst/>
              </a:prstGeom>
              <a:blipFill>
                <a:blip r:embed="rId4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BDE2B21-487B-4A73-9810-0757B46A2F97}"/>
                  </a:ext>
                </a:extLst>
              </p:cNvPr>
              <p:cNvSpPr txBox="1"/>
              <p:nvPr/>
            </p:nvSpPr>
            <p:spPr>
              <a:xfrm>
                <a:off x="15239" y="1828236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BDE2B21-487B-4A73-9810-0757B46A2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39" y="1828236"/>
                <a:ext cx="652306" cy="338554"/>
              </a:xfrm>
              <a:prstGeom prst="rect">
                <a:avLst/>
              </a:prstGeom>
              <a:blipFill>
                <a:blip r:embed="rId50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8DA92DC4-1695-4E9B-9B8B-23A5B45F4D66}"/>
                  </a:ext>
                </a:extLst>
              </p:cNvPr>
              <p:cNvSpPr txBox="1"/>
              <p:nvPr/>
            </p:nvSpPr>
            <p:spPr>
              <a:xfrm>
                <a:off x="5052760" y="1447851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8DA92DC4-1695-4E9B-9B8B-23A5B45F4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2760" y="1447851"/>
                <a:ext cx="478319" cy="307777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93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605790" y="1029494"/>
            <a:ext cx="8587740" cy="3771900"/>
          </a:xfrm>
          <a:prstGeom prst="roundRect">
            <a:avLst>
              <a:gd name="adj" fmla="val 2587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13" name="圖片 112">
            <a:extLst>
              <a:ext uri="{FF2B5EF4-FFF2-40B4-BE49-F238E27FC236}">
                <a16:creationId xmlns:a16="http://schemas.microsoft.com/office/drawing/2014/main" id="{417E8FA2-C3ED-4D0E-8E46-7BF3306F6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4" y="3193938"/>
            <a:ext cx="1252800" cy="1254827"/>
          </a:xfrm>
          <a:prstGeom prst="rect">
            <a:avLst/>
          </a:prstGeom>
        </p:spPr>
      </p:pic>
      <p:pic>
        <p:nvPicPr>
          <p:cNvPr id="114" name="圖片 113">
            <a:extLst>
              <a:ext uri="{FF2B5EF4-FFF2-40B4-BE49-F238E27FC236}">
                <a16:creationId xmlns:a16="http://schemas.microsoft.com/office/drawing/2014/main" id="{1A0BEA79-4F1E-4AF0-806B-81843528D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4" y="1254584"/>
            <a:ext cx="1252800" cy="1256854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42DD76E4-3C3A-46F2-B2B8-35BF6726C1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312" t="61405" r="7988"/>
          <a:stretch/>
        </p:blipFill>
        <p:spPr>
          <a:xfrm>
            <a:off x="964406" y="-473286"/>
            <a:ext cx="2040732" cy="4702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2693C9D3-A145-48F7-981C-9A9BF2A0A9A5}"/>
                  </a:ext>
                </a:extLst>
              </p:cNvPr>
              <p:cNvSpPr txBox="1"/>
              <p:nvPr/>
            </p:nvSpPr>
            <p:spPr>
              <a:xfrm>
                <a:off x="384451" y="-16160"/>
                <a:ext cx="371463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0, 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2693C9D3-A145-48F7-981C-9A9BF2A0A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51" y="-16160"/>
                <a:ext cx="3714632" cy="461665"/>
              </a:xfrm>
              <a:prstGeom prst="rect">
                <a:avLst/>
              </a:prstGeom>
              <a:blipFill>
                <a:blip r:embed="rId5"/>
                <a:stretch>
                  <a:fillRect l="-2463" t="-10526" b="-28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4" name="圖片 73">
            <a:extLst>
              <a:ext uri="{FF2B5EF4-FFF2-40B4-BE49-F238E27FC236}">
                <a16:creationId xmlns:a16="http://schemas.microsoft.com/office/drawing/2014/main" id="{080203AD-4F1B-4BC6-8007-DE7455C6F77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8885" t="22429" r="8429" b="17067"/>
          <a:stretch/>
        </p:blipFill>
        <p:spPr>
          <a:xfrm>
            <a:off x="1222376" y="-396363"/>
            <a:ext cx="746918" cy="163002"/>
          </a:xfrm>
          <a:prstGeom prst="rect">
            <a:avLst/>
          </a:prstGeom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BE88E1-7DA8-4852-B744-88A05A6CE382}"/>
              </a:ext>
            </a:extLst>
          </p:cNvPr>
          <p:cNvSpPr txBox="1"/>
          <p:nvPr/>
        </p:nvSpPr>
        <p:spPr>
          <a:xfrm>
            <a:off x="364607" y="-479554"/>
            <a:ext cx="678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Re[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1D427472-A1C0-4C36-9C1F-1E3F7431F466}"/>
                  </a:ext>
                </a:extLst>
              </p:cNvPr>
              <p:cNvSpPr txBox="1"/>
              <p:nvPr/>
            </p:nvSpPr>
            <p:spPr>
              <a:xfrm>
                <a:off x="2973588" y="-485517"/>
                <a:ext cx="950713" cy="4735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𝑖𝑤𝑡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</a:t>
                </a:r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1D427472-A1C0-4C36-9C1F-1E3F7431F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3588" y="-485517"/>
                <a:ext cx="950713" cy="473591"/>
              </a:xfrm>
              <a:prstGeom prst="rect">
                <a:avLst/>
              </a:prstGeom>
              <a:blipFill>
                <a:blip r:embed="rId7"/>
                <a:stretch>
                  <a:fillRect l="-3846" t="-7692" r="-15385" b="-282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0" name="圖片 79">
            <a:extLst>
              <a:ext uri="{FF2B5EF4-FFF2-40B4-BE49-F238E27FC236}">
                <a16:creationId xmlns:a16="http://schemas.microsoft.com/office/drawing/2014/main" id="{85E34CBA-8594-4D41-95F9-2E1DFFC416B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30545"/>
          <a:stretch/>
        </p:blipFill>
        <p:spPr>
          <a:xfrm>
            <a:off x="8464334" y="1124744"/>
            <a:ext cx="374866" cy="3390900"/>
          </a:xfrm>
          <a:prstGeom prst="rect">
            <a:avLst/>
          </a:prstGeom>
        </p:spPr>
      </p:pic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1D70DA70-60F2-4A8C-8EE9-F1DB40BE8DF9}"/>
              </a:ext>
            </a:extLst>
          </p:cNvPr>
          <p:cNvGrpSpPr/>
          <p:nvPr/>
        </p:nvGrpSpPr>
        <p:grpSpPr>
          <a:xfrm>
            <a:off x="1417401" y="1787188"/>
            <a:ext cx="115586" cy="110880"/>
            <a:chOff x="1373392" y="2391862"/>
            <a:chExt cx="479433" cy="476535"/>
          </a:xfrm>
        </p:grpSpPr>
        <p:sp>
          <p:nvSpPr>
            <p:cNvPr id="127" name="箭號: 向右 126">
              <a:extLst>
                <a:ext uri="{FF2B5EF4-FFF2-40B4-BE49-F238E27FC236}">
                  <a16:creationId xmlns:a16="http://schemas.microsoft.com/office/drawing/2014/main" id="{00F0F6A6-17CB-4707-AE77-8F60CB2D790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28" name="箭號: 向右 127">
              <a:extLst>
                <a:ext uri="{FF2B5EF4-FFF2-40B4-BE49-F238E27FC236}">
                  <a16:creationId xmlns:a16="http://schemas.microsoft.com/office/drawing/2014/main" id="{575BCAD1-04CC-40B7-89B0-F134E60F5825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805928A4-2681-4937-BBD9-EADC350EFADE}"/>
                  </a:ext>
                </a:extLst>
              </p:cNvPr>
              <p:cNvSpPr txBox="1"/>
              <p:nvPr/>
            </p:nvSpPr>
            <p:spPr>
              <a:xfrm>
                <a:off x="1297524" y="1414216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805928A4-2681-4937-BBD9-EADC350EF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524" y="1414216"/>
                <a:ext cx="438402" cy="424283"/>
              </a:xfrm>
              <a:prstGeom prst="rect">
                <a:avLst/>
              </a:prstGeom>
              <a:blipFill>
                <a:blip r:embed="rId9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6B83F5A1-82ED-4BEB-8127-0DD3EDBE3F3B}"/>
                  </a:ext>
                </a:extLst>
              </p:cNvPr>
              <p:cNvSpPr txBox="1"/>
              <p:nvPr/>
            </p:nvSpPr>
            <p:spPr>
              <a:xfrm>
                <a:off x="1470511" y="1692364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6B83F5A1-82ED-4BEB-8127-0DD3EDBE3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0511" y="1692364"/>
                <a:ext cx="388427" cy="400110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BDE2B21-487B-4A73-9810-0757B46A2F97}"/>
                  </a:ext>
                </a:extLst>
              </p:cNvPr>
              <p:cNvSpPr txBox="1"/>
              <p:nvPr/>
            </p:nvSpPr>
            <p:spPr>
              <a:xfrm>
                <a:off x="767714" y="2133036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BDE2B21-487B-4A73-9810-0757B46A2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14" y="2133036"/>
                <a:ext cx="652306" cy="338554"/>
              </a:xfrm>
              <a:prstGeom prst="rect">
                <a:avLst/>
              </a:prstGeom>
              <a:blipFill>
                <a:blip r:embed="rId11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8DA92DC4-1695-4E9B-9B8B-23A5B45F4D66}"/>
                  </a:ext>
                </a:extLst>
              </p:cNvPr>
              <p:cNvSpPr txBox="1"/>
              <p:nvPr/>
            </p:nvSpPr>
            <p:spPr>
              <a:xfrm>
                <a:off x="8400553" y="2613321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8DA92DC4-1695-4E9B-9B8B-23A5B45F4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0553" y="2613321"/>
                <a:ext cx="47831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圖片 20">
            <a:extLst>
              <a:ext uri="{FF2B5EF4-FFF2-40B4-BE49-F238E27FC236}">
                <a16:creationId xmlns:a16="http://schemas.microsoft.com/office/drawing/2014/main" id="{B38C4C83-08E7-446F-AEAF-D7DB192322E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31737" y="1244712"/>
            <a:ext cx="1252800" cy="1256854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73230D92-B59E-4358-A25E-BB91A83C140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99651" y="3190919"/>
            <a:ext cx="1252800" cy="1275428"/>
          </a:xfrm>
          <a:prstGeom prst="rect">
            <a:avLst/>
          </a:prstGeom>
        </p:spPr>
      </p:pic>
      <p:pic>
        <p:nvPicPr>
          <p:cNvPr id="115" name="圖片 114">
            <a:extLst>
              <a:ext uri="{FF2B5EF4-FFF2-40B4-BE49-F238E27FC236}">
                <a16:creationId xmlns:a16="http://schemas.microsoft.com/office/drawing/2014/main" id="{98CD3D20-EFE7-4F5D-BDB9-A4E85C4BD8A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78189" y="1256457"/>
            <a:ext cx="1252800" cy="1256962"/>
          </a:xfrm>
          <a:prstGeom prst="rect">
            <a:avLst/>
          </a:prstGeom>
        </p:spPr>
      </p:pic>
      <p:pic>
        <p:nvPicPr>
          <p:cNvPr id="116" name="圖片 115">
            <a:extLst>
              <a:ext uri="{FF2B5EF4-FFF2-40B4-BE49-F238E27FC236}">
                <a16:creationId xmlns:a16="http://schemas.microsoft.com/office/drawing/2014/main" id="{237614FB-716D-49B5-8923-FBC6FEBB865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78189" y="3190919"/>
            <a:ext cx="1252800" cy="1256854"/>
          </a:xfrm>
          <a:prstGeom prst="rect">
            <a:avLst/>
          </a:prstGeom>
        </p:spPr>
      </p:pic>
      <p:pic>
        <p:nvPicPr>
          <p:cNvPr id="117" name="圖片 116">
            <a:extLst>
              <a:ext uri="{FF2B5EF4-FFF2-40B4-BE49-F238E27FC236}">
                <a16:creationId xmlns:a16="http://schemas.microsoft.com/office/drawing/2014/main" id="{BDA9D0BB-9BAC-4798-A355-D9231F3E55D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6754" y="1259626"/>
            <a:ext cx="1252800" cy="1252800"/>
          </a:xfrm>
          <a:prstGeom prst="rect">
            <a:avLst/>
          </a:prstGeom>
        </p:spPr>
      </p:pic>
      <p:pic>
        <p:nvPicPr>
          <p:cNvPr id="118" name="圖片 117">
            <a:extLst>
              <a:ext uri="{FF2B5EF4-FFF2-40B4-BE49-F238E27FC236}">
                <a16:creationId xmlns:a16="http://schemas.microsoft.com/office/drawing/2014/main" id="{131A593F-BDC4-4B23-9CDD-E84021EF44E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46754" y="3200999"/>
            <a:ext cx="1252800" cy="1248752"/>
          </a:xfrm>
          <a:prstGeom prst="rect">
            <a:avLst/>
          </a:prstGeom>
        </p:spPr>
      </p:pic>
      <p:pic>
        <p:nvPicPr>
          <p:cNvPr id="119" name="圖片 118">
            <a:extLst>
              <a:ext uri="{FF2B5EF4-FFF2-40B4-BE49-F238E27FC236}">
                <a16:creationId xmlns:a16="http://schemas.microsoft.com/office/drawing/2014/main" id="{EBA9BF88-FE46-4F65-ABC9-2458DE7DD94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15320" y="1250516"/>
            <a:ext cx="1252800" cy="1260922"/>
          </a:xfrm>
          <a:prstGeom prst="rect">
            <a:avLst/>
          </a:prstGeom>
        </p:spPr>
      </p:pic>
      <p:pic>
        <p:nvPicPr>
          <p:cNvPr id="120" name="圖片 119">
            <a:extLst>
              <a:ext uri="{FF2B5EF4-FFF2-40B4-BE49-F238E27FC236}">
                <a16:creationId xmlns:a16="http://schemas.microsoft.com/office/drawing/2014/main" id="{DE169C83-857F-4377-998D-64946CE3BC0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615320" y="3191967"/>
            <a:ext cx="1252800" cy="1254827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3B8493E8-60AB-49BF-A5FA-8D68515FA8AC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192038" y="3186176"/>
            <a:ext cx="1252800" cy="1254827"/>
          </a:xfrm>
          <a:prstGeom prst="rect">
            <a:avLst/>
          </a:prstGeom>
        </p:spPr>
      </p:pic>
      <p:cxnSp>
        <p:nvCxnSpPr>
          <p:cNvPr id="30" name="接點: 肘形 29">
            <a:extLst>
              <a:ext uri="{FF2B5EF4-FFF2-40B4-BE49-F238E27FC236}">
                <a16:creationId xmlns:a16="http://schemas.microsoft.com/office/drawing/2014/main" id="{54CD8412-5646-4D95-9FF4-C47119D3F5B7}"/>
              </a:ext>
            </a:extLst>
          </p:cNvPr>
          <p:cNvCxnSpPr>
            <a:cxnSpLocks/>
            <a:stCxn id="21" idx="3"/>
            <a:endCxn id="113" idx="0"/>
          </p:cNvCxnSpPr>
          <p:nvPr/>
        </p:nvCxnSpPr>
        <p:spPr>
          <a:xfrm flipH="1">
            <a:off x="1436028" y="1873143"/>
            <a:ext cx="5748513" cy="1320795"/>
          </a:xfrm>
          <a:prstGeom prst="bentConnector4">
            <a:avLst>
              <a:gd name="adj1" fmla="val -3977"/>
              <a:gd name="adj2" fmla="val 73790"/>
            </a:avLst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2871EE5-2EF7-46EE-B254-3D52CA92B38B}"/>
                  </a:ext>
                </a:extLst>
              </p:cNvPr>
              <p:cNvSpPr txBox="1"/>
              <p:nvPr/>
            </p:nvSpPr>
            <p:spPr>
              <a:xfrm>
                <a:off x="362226" y="4356652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2871EE5-2EF7-46EE-B254-3D52CA92B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226" y="4356652"/>
                <a:ext cx="1199874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0D9E3E0D-B926-4D12-81D4-8F073C67EEDA}"/>
                  </a:ext>
                </a:extLst>
              </p:cNvPr>
              <p:cNvSpPr txBox="1"/>
              <p:nvPr/>
            </p:nvSpPr>
            <p:spPr>
              <a:xfrm>
                <a:off x="1770887" y="4356652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1.2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0D9E3E0D-B926-4D12-81D4-8F073C67E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0887" y="4356652"/>
                <a:ext cx="1199874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4C81B685-2E1C-4F73-A2AA-337ED9EDF5AB}"/>
                  </a:ext>
                </a:extLst>
              </p:cNvPr>
              <p:cNvSpPr txBox="1"/>
              <p:nvPr/>
            </p:nvSpPr>
            <p:spPr>
              <a:xfrm>
                <a:off x="647976" y="2422683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𝑤𝑡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4C81B685-2E1C-4F73-A2AA-337ED9EDF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76" y="2422683"/>
                <a:ext cx="1199874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2B4AAD81-DCED-4D3D-9099-BD6EDD85B7B2}"/>
                  </a:ext>
                </a:extLst>
              </p:cNvPr>
              <p:cNvSpPr txBox="1"/>
              <p:nvPr/>
            </p:nvSpPr>
            <p:spPr>
              <a:xfrm>
                <a:off x="1770887" y="2422683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0.</m:t>
                      </m:r>
                      <m:r>
                        <a:rPr lang="en-US" altLang="zh-TW" sz="20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2B4AAD81-DCED-4D3D-9099-BD6EDD85B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0887" y="2422683"/>
                <a:ext cx="1199874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DA807EA8-AAE7-4590-98BF-6AE76C27E090}"/>
                  </a:ext>
                </a:extLst>
              </p:cNvPr>
              <p:cNvSpPr txBox="1"/>
              <p:nvPr/>
            </p:nvSpPr>
            <p:spPr>
              <a:xfrm>
                <a:off x="3054443" y="2422683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0.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4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DA807EA8-AAE7-4590-98BF-6AE76C27E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443" y="2422683"/>
                <a:ext cx="1199874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E82138C-9928-4DD7-89C1-B67DF0D8A984}"/>
                  </a:ext>
                </a:extLst>
              </p:cNvPr>
              <p:cNvSpPr txBox="1"/>
              <p:nvPr/>
            </p:nvSpPr>
            <p:spPr>
              <a:xfrm>
                <a:off x="4292437" y="2422683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0.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6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E82138C-9928-4DD7-89C1-B67DF0D8A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2437" y="2422683"/>
                <a:ext cx="1199874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46A512FE-782F-43FF-ABB1-13E4E693DB22}"/>
                  </a:ext>
                </a:extLst>
              </p:cNvPr>
              <p:cNvSpPr txBox="1"/>
              <p:nvPr/>
            </p:nvSpPr>
            <p:spPr>
              <a:xfrm>
                <a:off x="3007578" y="4356652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4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46A512FE-782F-43FF-ABB1-13E4E693D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578" y="4356652"/>
                <a:ext cx="1199874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D03F6AE-A8C5-4195-9C14-7934D7A2C8A1}"/>
                  </a:ext>
                </a:extLst>
              </p:cNvPr>
              <p:cNvSpPr txBox="1"/>
              <p:nvPr/>
            </p:nvSpPr>
            <p:spPr>
              <a:xfrm>
                <a:off x="4292437" y="4356652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6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D03F6AE-A8C5-4195-9C14-7934D7A2C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2437" y="4356652"/>
                <a:ext cx="1199874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CF2218C3-F1C0-4E8C-9410-FDAE86BE3FE4}"/>
                  </a:ext>
                </a:extLst>
              </p:cNvPr>
              <p:cNvSpPr txBox="1"/>
              <p:nvPr/>
            </p:nvSpPr>
            <p:spPr>
              <a:xfrm>
                <a:off x="5620689" y="2422683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0.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8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CF2218C3-F1C0-4E8C-9410-FDAE86BE3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689" y="2422683"/>
                <a:ext cx="1199874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EAFB435F-64EC-4886-B5FE-48DE2C55C289}"/>
                  </a:ext>
                </a:extLst>
              </p:cNvPr>
              <p:cNvSpPr txBox="1"/>
              <p:nvPr/>
            </p:nvSpPr>
            <p:spPr>
              <a:xfrm>
                <a:off x="5620689" y="4356652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8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EAFB435F-64EC-4886-B5FE-48DE2C55C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689" y="4356652"/>
                <a:ext cx="1199874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CF5E7E2A-0365-4C26-9BD3-DAD6730D1AB3}"/>
                  </a:ext>
                </a:extLst>
              </p:cNvPr>
              <p:cNvSpPr txBox="1"/>
              <p:nvPr/>
            </p:nvSpPr>
            <p:spPr>
              <a:xfrm>
                <a:off x="6860573" y="4356652"/>
                <a:ext cx="11998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CF5E7E2A-0365-4C26-9BD3-DAD6730D1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0573" y="4356652"/>
                <a:ext cx="1199874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AD59C337-A820-4615-9BE3-87514EC4E936}"/>
                  </a:ext>
                </a:extLst>
              </p:cNvPr>
              <p:cNvSpPr txBox="1"/>
              <p:nvPr/>
            </p:nvSpPr>
            <p:spPr>
              <a:xfrm>
                <a:off x="8768942" y="1029417"/>
                <a:ext cx="53126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AD59C337-A820-4615-9BE3-87514EC4E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942" y="1029417"/>
                <a:ext cx="531268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3567DCBC-4195-40B9-86C6-63C87FA9738C}"/>
                  </a:ext>
                </a:extLst>
              </p:cNvPr>
              <p:cNvSpPr txBox="1"/>
              <p:nvPr/>
            </p:nvSpPr>
            <p:spPr>
              <a:xfrm>
                <a:off x="8768942" y="4193772"/>
                <a:ext cx="53126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3567DCBC-4195-40B9-86C6-63C87FA97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942" y="4193772"/>
                <a:ext cx="531268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2016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03BEAD11-6C82-47A9-9A6F-C223BB12AEAE}"/>
              </a:ext>
            </a:extLst>
          </p:cNvPr>
          <p:cNvSpPr/>
          <p:nvPr/>
        </p:nvSpPr>
        <p:spPr>
          <a:xfrm>
            <a:off x="2143" y="19553"/>
            <a:ext cx="3556315" cy="4820232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476D90EF-B7C1-4B83-938A-06555B54F220}"/>
                  </a:ext>
                </a:extLst>
              </p:cNvPr>
              <p:cNvSpPr txBox="1"/>
              <p:nvPr/>
            </p:nvSpPr>
            <p:spPr>
              <a:xfrm>
                <a:off x="466877" y="39005"/>
                <a:ext cx="273352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                         </m:t>
                              </m:r>
                            </m:e>
                          </m:d>
                        </m:e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100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476D90EF-B7C1-4B83-938A-06555B54F2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877" y="39005"/>
                <a:ext cx="2733524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4" name="圖片 43">
            <a:extLst>
              <a:ext uri="{FF2B5EF4-FFF2-40B4-BE49-F238E27FC236}">
                <a16:creationId xmlns:a16="http://schemas.microsoft.com/office/drawing/2014/main" id="{4AEBF75F-6478-48F7-BFD6-FE55612BF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9" y="2958477"/>
            <a:ext cx="1012187" cy="101218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CA603519-2065-43E2-8B0D-00EB1AF1DE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7907" y="2958477"/>
            <a:ext cx="1012187" cy="1012187"/>
          </a:xfrm>
          <a:prstGeom prst="rect">
            <a:avLst/>
          </a:prstGeom>
        </p:spPr>
      </p:pic>
      <p:pic>
        <p:nvPicPr>
          <p:cNvPr id="46" name="圖片 45">
            <a:extLst>
              <a:ext uri="{FF2B5EF4-FFF2-40B4-BE49-F238E27FC236}">
                <a16:creationId xmlns:a16="http://schemas.microsoft.com/office/drawing/2014/main" id="{D664C8A9-73A1-4F0C-8BC3-542B3E9D12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8276" y="1670733"/>
            <a:ext cx="1012187" cy="1010091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1583BBB5-D39C-46CD-B395-856BF3181A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93" y="1669679"/>
            <a:ext cx="1012187" cy="1012187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7C625985-150D-4D45-82C4-16BC615049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2243" y="823479"/>
            <a:ext cx="1012187" cy="1012187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CEAE8C22-4383-493C-9B6D-9A1E372AD9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5020" y="3757754"/>
            <a:ext cx="1012187" cy="101218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3A72618E-53C2-43B3-8910-6B645109A67B}"/>
                  </a:ext>
                </a:extLst>
              </p:cNvPr>
              <p:cNvSpPr txBox="1"/>
              <p:nvPr/>
            </p:nvSpPr>
            <p:spPr>
              <a:xfrm>
                <a:off x="1466756" y="3442684"/>
                <a:ext cx="643885" cy="269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100" dirty="0"/>
              </a:p>
            </p:txBody>
          </p:sp>
        </mc:Choice>
        <mc:Fallback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3A72618E-53C2-43B3-8910-6B645109A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756" y="3442684"/>
                <a:ext cx="643885" cy="269433"/>
              </a:xfrm>
              <a:prstGeom prst="rect">
                <a:avLst/>
              </a:prstGeom>
              <a:blipFill>
                <a:blip r:embed="rId9"/>
                <a:stretch>
                  <a:fillRect t="-90909" r="-37143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49B4EFF-7FFE-4F50-A187-62CE8A6E5534}"/>
                  </a:ext>
                </a:extLst>
              </p:cNvPr>
              <p:cNvSpPr txBox="1"/>
              <p:nvPr/>
            </p:nvSpPr>
            <p:spPr>
              <a:xfrm>
                <a:off x="1466756" y="1901715"/>
                <a:ext cx="643885" cy="269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00" dirty="0"/>
              </a:p>
            </p:txBody>
          </p:sp>
        </mc:Choice>
        <mc:Fallback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49B4EFF-7FFE-4F50-A187-62CE8A6E5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756" y="1901715"/>
                <a:ext cx="643885" cy="269433"/>
              </a:xfrm>
              <a:prstGeom prst="rect">
                <a:avLst/>
              </a:prstGeom>
              <a:blipFill>
                <a:blip r:embed="rId10"/>
                <a:stretch>
                  <a:fillRect t="-90909" r="-37143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群組 4">
            <a:extLst>
              <a:ext uri="{FF2B5EF4-FFF2-40B4-BE49-F238E27FC236}">
                <a16:creationId xmlns:a16="http://schemas.microsoft.com/office/drawing/2014/main" id="{685977AE-A67F-448B-849C-DE7667B4CBA6}"/>
              </a:ext>
            </a:extLst>
          </p:cNvPr>
          <p:cNvGrpSpPr/>
          <p:nvPr/>
        </p:nvGrpSpPr>
        <p:grpSpPr>
          <a:xfrm>
            <a:off x="1501957" y="960263"/>
            <a:ext cx="461004" cy="501236"/>
            <a:chOff x="1104013" y="2464369"/>
            <a:chExt cx="447619" cy="486683"/>
          </a:xfrm>
        </p:grpSpPr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E044AA4C-E151-47FE-971E-79178F0758EA}"/>
                </a:ext>
              </a:extLst>
            </p:cNvPr>
            <p:cNvGrpSpPr/>
            <p:nvPr/>
          </p:nvGrpSpPr>
          <p:grpSpPr>
            <a:xfrm>
              <a:off x="1224778" y="2744851"/>
              <a:ext cx="88890" cy="85271"/>
              <a:chOff x="1373392" y="2391862"/>
              <a:chExt cx="479433" cy="476535"/>
            </a:xfrm>
          </p:grpSpPr>
          <p:sp>
            <p:nvSpPr>
              <p:cNvPr id="54" name="箭號: 向右 53">
                <a:extLst>
                  <a:ext uri="{FF2B5EF4-FFF2-40B4-BE49-F238E27FC236}">
                    <a16:creationId xmlns:a16="http://schemas.microsoft.com/office/drawing/2014/main" id="{3C4C23AD-04FA-4C1D-A7BC-E09C98C3AC29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箭號: 向右 54">
                <a:extLst>
                  <a:ext uri="{FF2B5EF4-FFF2-40B4-BE49-F238E27FC236}">
                    <a16:creationId xmlns:a16="http://schemas.microsoft.com/office/drawing/2014/main" id="{03C10F31-47A9-4BF9-A5DC-D72804B365A6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文字方塊 55">
                  <a:extLst>
                    <a:ext uri="{FF2B5EF4-FFF2-40B4-BE49-F238E27FC236}">
                      <a16:creationId xmlns:a16="http://schemas.microsoft.com/office/drawing/2014/main" id="{4BB3AB39-9B67-4C1E-A04C-930D531C92DA}"/>
                    </a:ext>
                  </a:extLst>
                </p:cNvPr>
                <p:cNvSpPr txBox="1"/>
                <p:nvPr/>
              </p:nvSpPr>
              <p:spPr>
                <a:xfrm>
                  <a:off x="1104013" y="2464369"/>
                  <a:ext cx="337147" cy="3262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400" dirty="0"/>
                </a:p>
              </p:txBody>
            </p:sp>
          </mc:Choice>
          <mc:Fallback>
            <p:sp>
              <p:nvSpPr>
                <p:cNvPr id="56" name="文字方塊 55">
                  <a:extLst>
                    <a:ext uri="{FF2B5EF4-FFF2-40B4-BE49-F238E27FC236}">
                      <a16:creationId xmlns:a16="http://schemas.microsoft.com/office/drawing/2014/main" id="{4BB3AB39-9B67-4C1E-A04C-930D531C9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4013" y="2464369"/>
                  <a:ext cx="337147" cy="32628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69CDC344-F3DB-428E-97D1-10DCE0DD2EFE}"/>
                    </a:ext>
                  </a:extLst>
                </p:cNvPr>
                <p:cNvSpPr txBox="1"/>
                <p:nvPr/>
              </p:nvSpPr>
              <p:spPr>
                <a:xfrm>
                  <a:off x="1252918" y="2643353"/>
                  <a:ext cx="298714" cy="3076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400" dirty="0"/>
                </a:p>
              </p:txBody>
            </p:sp>
          </mc:Choice>
          <mc:Fallback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69CDC344-F3DB-428E-97D1-10DCE0DD2E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2918" y="2643353"/>
                  <a:ext cx="298714" cy="3076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1BDBB2A0-FC65-4503-85B1-F396A0FC1ADE}"/>
                  </a:ext>
                </a:extLst>
              </p:cNvPr>
              <p:cNvSpPr txBox="1"/>
              <p:nvPr/>
            </p:nvSpPr>
            <p:spPr>
              <a:xfrm>
                <a:off x="1277019" y="1523552"/>
                <a:ext cx="516647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1BDBB2A0-FC65-4503-85B1-F396A0FC1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019" y="1523552"/>
                <a:ext cx="516647" cy="316980"/>
              </a:xfrm>
              <a:prstGeom prst="rect">
                <a:avLst/>
              </a:prstGeom>
              <a:blipFill>
                <a:blip r:embed="rId13"/>
                <a:stretch>
                  <a:fillRect r="-4706" b="-19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28603215-0CF8-4200-81D2-9CD71A07B5E2}"/>
                  </a:ext>
                </a:extLst>
              </p:cNvPr>
              <p:cNvSpPr txBox="1"/>
              <p:nvPr/>
            </p:nvSpPr>
            <p:spPr>
              <a:xfrm>
                <a:off x="1142485" y="514947"/>
                <a:ext cx="1325540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28603215-0CF8-4200-81D2-9CD71A07B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485" y="514947"/>
                <a:ext cx="1325540" cy="316980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0156BC0E-F599-4EC5-9870-016E40343054}"/>
                  </a:ext>
                </a:extLst>
              </p:cNvPr>
              <p:cNvSpPr txBox="1"/>
              <p:nvPr/>
            </p:nvSpPr>
            <p:spPr>
              <a:xfrm>
                <a:off x="126092" y="2687127"/>
                <a:ext cx="910983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0156BC0E-F599-4EC5-9870-016E40343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92" y="2687127"/>
                <a:ext cx="910983" cy="316980"/>
              </a:xfrm>
              <a:prstGeom prst="rect">
                <a:avLst/>
              </a:prstGeom>
              <a:blipFill>
                <a:blip r:embed="rId15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5FFB6B0-A5F5-4B59-B7D8-78D2D8DD8421}"/>
                  </a:ext>
                </a:extLst>
              </p:cNvPr>
              <p:cNvSpPr txBox="1"/>
              <p:nvPr/>
            </p:nvSpPr>
            <p:spPr>
              <a:xfrm>
                <a:off x="2525458" y="1423038"/>
                <a:ext cx="910983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5FFB6B0-A5F5-4B59-B7D8-78D2D8DD8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458" y="1423038"/>
                <a:ext cx="910983" cy="316980"/>
              </a:xfrm>
              <a:prstGeom prst="rect">
                <a:avLst/>
              </a:prstGeom>
              <a:blipFill>
                <a:blip r:embed="rId16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3D6B93A0-9B01-4A0C-887F-2ADAC1537DDF}"/>
                  </a:ext>
                </a:extLst>
              </p:cNvPr>
              <p:cNvSpPr txBox="1"/>
              <p:nvPr/>
            </p:nvSpPr>
            <p:spPr>
              <a:xfrm>
                <a:off x="1333208" y="3711087"/>
                <a:ext cx="910983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3D6B93A0-9B01-4A0C-887F-2ADAC1537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3208" y="3711087"/>
                <a:ext cx="910983" cy="31698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Oval 14">
            <a:extLst>
              <a:ext uri="{FF2B5EF4-FFF2-40B4-BE49-F238E27FC236}">
                <a16:creationId xmlns:a16="http://schemas.microsoft.com/office/drawing/2014/main" id="{4C81D939-376A-4680-8A2C-7F82F9A1B6D7}"/>
              </a:ext>
            </a:extLst>
          </p:cNvPr>
          <p:cNvSpPr/>
          <p:nvPr/>
        </p:nvSpPr>
        <p:spPr>
          <a:xfrm>
            <a:off x="1722758" y="2136378"/>
            <a:ext cx="128666" cy="133281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67" name="Oval 4">
            <a:extLst>
              <a:ext uri="{FF2B5EF4-FFF2-40B4-BE49-F238E27FC236}">
                <a16:creationId xmlns:a16="http://schemas.microsoft.com/office/drawing/2014/main" id="{06DCD7D4-6C5F-47B5-9A4F-3ADAA577C69B}"/>
              </a:ext>
            </a:extLst>
          </p:cNvPr>
          <p:cNvSpPr/>
          <p:nvPr/>
        </p:nvSpPr>
        <p:spPr>
          <a:xfrm>
            <a:off x="1216981" y="2203017"/>
            <a:ext cx="1143692" cy="118471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70" name="Oval 15">
            <a:extLst>
              <a:ext uri="{FF2B5EF4-FFF2-40B4-BE49-F238E27FC236}">
                <a16:creationId xmlns:a16="http://schemas.microsoft.com/office/drawing/2014/main" id="{168D2D2C-0751-4C24-92EA-EFA6AF2B5F4A}"/>
              </a:ext>
            </a:extLst>
          </p:cNvPr>
          <p:cNvSpPr/>
          <p:nvPr/>
        </p:nvSpPr>
        <p:spPr>
          <a:xfrm>
            <a:off x="1722758" y="3320430"/>
            <a:ext cx="128666" cy="133281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73" name="SHO">
            <a:extLst>
              <a:ext uri="{FF2B5EF4-FFF2-40B4-BE49-F238E27FC236}">
                <a16:creationId xmlns:a16="http://schemas.microsoft.com/office/drawing/2014/main" id="{0E05B292-CE3C-414D-8B70-286BD7F19FC6}"/>
              </a:ext>
            </a:extLst>
          </p:cNvPr>
          <p:cNvSpPr/>
          <p:nvPr/>
        </p:nvSpPr>
        <p:spPr>
          <a:xfrm rot="16200000">
            <a:off x="1540496" y="2223925"/>
            <a:ext cx="493192" cy="1143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76" name="SVO">
            <a:extLst>
              <a:ext uri="{FF2B5EF4-FFF2-40B4-BE49-F238E27FC236}">
                <a16:creationId xmlns:a16="http://schemas.microsoft.com/office/drawing/2014/main" id="{F1E0C3CB-1221-40F6-9AF7-C6BD9978B744}"/>
              </a:ext>
            </a:extLst>
          </p:cNvPr>
          <p:cNvSpPr/>
          <p:nvPr/>
        </p:nvSpPr>
        <p:spPr>
          <a:xfrm>
            <a:off x="1500458" y="2203414"/>
            <a:ext cx="571847" cy="118471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81" name="Oval 6">
            <a:extLst>
              <a:ext uri="{FF2B5EF4-FFF2-40B4-BE49-F238E27FC236}">
                <a16:creationId xmlns:a16="http://schemas.microsoft.com/office/drawing/2014/main" id="{CAA619B9-BB97-4CE8-8A7C-FF6CE2EFFB6A}"/>
              </a:ext>
            </a:extLst>
          </p:cNvPr>
          <p:cNvSpPr/>
          <p:nvPr/>
        </p:nvSpPr>
        <p:spPr>
          <a:xfrm rot="16200000">
            <a:off x="1540496" y="2223925"/>
            <a:ext cx="493192" cy="1143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11">
                <a:extLst>
                  <a:ext uri="{FF2B5EF4-FFF2-40B4-BE49-F238E27FC236}">
                    <a16:creationId xmlns:a16="http://schemas.microsoft.com/office/drawing/2014/main" id="{44F7C4DB-70B1-4FB2-B757-10224DDBDFAA}"/>
                  </a:ext>
                </a:extLst>
              </p:cNvPr>
              <p:cNvSpPr txBox="1"/>
              <p:nvPr/>
            </p:nvSpPr>
            <p:spPr>
              <a:xfrm>
                <a:off x="1351715" y="2654511"/>
                <a:ext cx="140133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82" name="TextBox 11">
                <a:extLst>
                  <a:ext uri="{FF2B5EF4-FFF2-40B4-BE49-F238E27FC236}">
                    <a16:creationId xmlns:a16="http://schemas.microsoft.com/office/drawing/2014/main" id="{44F7C4DB-70B1-4FB2-B757-10224DDBD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715" y="2654511"/>
                <a:ext cx="140133" cy="316980"/>
              </a:xfrm>
              <a:prstGeom prst="rect">
                <a:avLst/>
              </a:prstGeom>
              <a:blipFill>
                <a:blip r:embed="rId18"/>
                <a:stretch>
                  <a:fillRect r="-478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Oval 22">
            <a:extLst>
              <a:ext uri="{FF2B5EF4-FFF2-40B4-BE49-F238E27FC236}">
                <a16:creationId xmlns:a16="http://schemas.microsoft.com/office/drawing/2014/main" id="{949E855F-5B4F-4B1D-99D3-7FEDF02B8758}"/>
              </a:ext>
            </a:extLst>
          </p:cNvPr>
          <p:cNvSpPr/>
          <p:nvPr/>
        </p:nvSpPr>
        <p:spPr>
          <a:xfrm>
            <a:off x="1722009" y="3320430"/>
            <a:ext cx="128666" cy="133281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12">
                <a:extLst>
                  <a:ext uri="{FF2B5EF4-FFF2-40B4-BE49-F238E27FC236}">
                    <a16:creationId xmlns:a16="http://schemas.microsoft.com/office/drawing/2014/main" id="{BA23F6AD-E112-4315-8813-60E98B2BE7A2}"/>
                  </a:ext>
                </a:extLst>
              </p:cNvPr>
              <p:cNvSpPr txBox="1"/>
              <p:nvPr/>
            </p:nvSpPr>
            <p:spPr>
              <a:xfrm>
                <a:off x="1870435" y="2730068"/>
                <a:ext cx="140133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84" name="TextBox 12">
                <a:extLst>
                  <a:ext uri="{FF2B5EF4-FFF2-40B4-BE49-F238E27FC236}">
                    <a16:creationId xmlns:a16="http://schemas.microsoft.com/office/drawing/2014/main" id="{BA23F6AD-E112-4315-8813-60E98B2BE7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0435" y="2730068"/>
                <a:ext cx="140133" cy="316980"/>
              </a:xfrm>
              <a:prstGeom prst="rect">
                <a:avLst/>
              </a:prstGeom>
              <a:blipFill>
                <a:blip r:embed="rId19"/>
                <a:stretch>
                  <a:fillRect r="-652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13">
                <a:extLst>
                  <a:ext uri="{FF2B5EF4-FFF2-40B4-BE49-F238E27FC236}">
                    <a16:creationId xmlns:a16="http://schemas.microsoft.com/office/drawing/2014/main" id="{41483324-9C0F-4175-ABE6-DCD58BDBD65C}"/>
                  </a:ext>
                </a:extLst>
              </p:cNvPr>
              <p:cNvSpPr txBox="1"/>
              <p:nvPr/>
            </p:nvSpPr>
            <p:spPr>
              <a:xfrm>
                <a:off x="1677079" y="2231292"/>
                <a:ext cx="203526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85" name="TextBox 13">
                <a:extLst>
                  <a:ext uri="{FF2B5EF4-FFF2-40B4-BE49-F238E27FC236}">
                    <a16:creationId xmlns:a16="http://schemas.microsoft.com/office/drawing/2014/main" id="{41483324-9C0F-4175-ABE6-DCD58BDBD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079" y="2231292"/>
                <a:ext cx="203526" cy="316980"/>
              </a:xfrm>
              <a:prstGeom prst="rect">
                <a:avLst/>
              </a:prstGeom>
              <a:blipFill>
                <a:blip r:embed="rId20"/>
                <a:stretch>
                  <a:fillRect r="-121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DVO">
            <a:extLst>
              <a:ext uri="{FF2B5EF4-FFF2-40B4-BE49-F238E27FC236}">
                <a16:creationId xmlns:a16="http://schemas.microsoft.com/office/drawing/2014/main" id="{F85CE11D-9070-4912-82DA-D0465E4FFCD0}"/>
              </a:ext>
            </a:extLst>
          </p:cNvPr>
          <p:cNvSpPr/>
          <p:nvPr/>
        </p:nvSpPr>
        <p:spPr>
          <a:xfrm flipH="1">
            <a:off x="1500458" y="2203414"/>
            <a:ext cx="571847" cy="118471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87" name="Oval 23">
            <a:extLst>
              <a:ext uri="{FF2B5EF4-FFF2-40B4-BE49-F238E27FC236}">
                <a16:creationId xmlns:a16="http://schemas.microsoft.com/office/drawing/2014/main" id="{B478ACED-ED1C-4DEB-BA96-015BE70C3683}"/>
              </a:ext>
            </a:extLst>
          </p:cNvPr>
          <p:cNvSpPr/>
          <p:nvPr/>
        </p:nvSpPr>
        <p:spPr>
          <a:xfrm>
            <a:off x="2294533" y="2729133"/>
            <a:ext cx="128666" cy="133281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cxnSp>
        <p:nvCxnSpPr>
          <p:cNvPr id="88" name="Straight Arrow Connector 7">
            <a:extLst>
              <a:ext uri="{FF2B5EF4-FFF2-40B4-BE49-F238E27FC236}">
                <a16:creationId xmlns:a16="http://schemas.microsoft.com/office/drawing/2014/main" id="{7F36C372-C2AA-4E51-A9D7-59993669D4D1}"/>
              </a:ext>
            </a:extLst>
          </p:cNvPr>
          <p:cNvCxnSpPr>
            <a:cxnSpLocks/>
          </p:cNvCxnSpPr>
          <p:nvPr/>
        </p:nvCxnSpPr>
        <p:spPr>
          <a:xfrm flipV="1">
            <a:off x="1783978" y="2440876"/>
            <a:ext cx="1344" cy="35315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19">
            <a:extLst>
              <a:ext uri="{FF2B5EF4-FFF2-40B4-BE49-F238E27FC236}">
                <a16:creationId xmlns:a16="http://schemas.microsoft.com/office/drawing/2014/main" id="{D354AD81-516F-4F3A-8CF1-FECE74EA5447}"/>
              </a:ext>
            </a:extLst>
          </p:cNvPr>
          <p:cNvCxnSpPr>
            <a:cxnSpLocks/>
          </p:cNvCxnSpPr>
          <p:nvPr/>
        </p:nvCxnSpPr>
        <p:spPr>
          <a:xfrm>
            <a:off x="1786342" y="2792307"/>
            <a:ext cx="155082" cy="124161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18">
            <a:extLst>
              <a:ext uri="{FF2B5EF4-FFF2-40B4-BE49-F238E27FC236}">
                <a16:creationId xmlns:a16="http://schemas.microsoft.com/office/drawing/2014/main" id="{99F8FD66-7B75-4982-8A0F-057A0D2D4FA0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650649" y="2656492"/>
            <a:ext cx="0" cy="2716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20">
            <a:extLst>
              <a:ext uri="{FF2B5EF4-FFF2-40B4-BE49-F238E27FC236}">
                <a16:creationId xmlns:a16="http://schemas.microsoft.com/office/drawing/2014/main" id="{79254309-A174-4048-BBE8-243915D2DB6E}"/>
              </a:ext>
            </a:extLst>
          </p:cNvPr>
          <p:cNvSpPr/>
          <p:nvPr/>
        </p:nvSpPr>
        <p:spPr>
          <a:xfrm>
            <a:off x="1150710" y="2729133"/>
            <a:ext cx="128666" cy="133281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92" name="Oval 22">
            <a:extLst>
              <a:ext uri="{FF2B5EF4-FFF2-40B4-BE49-F238E27FC236}">
                <a16:creationId xmlns:a16="http://schemas.microsoft.com/office/drawing/2014/main" id="{38C8435D-71E9-4FAA-B250-C221E00F28D1}"/>
              </a:ext>
            </a:extLst>
          </p:cNvPr>
          <p:cNvSpPr/>
          <p:nvPr/>
        </p:nvSpPr>
        <p:spPr>
          <a:xfrm>
            <a:off x="1722945" y="2130142"/>
            <a:ext cx="128666" cy="133281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93" name="Partial Circle 9">
            <a:extLst>
              <a:ext uri="{FF2B5EF4-FFF2-40B4-BE49-F238E27FC236}">
                <a16:creationId xmlns:a16="http://schemas.microsoft.com/office/drawing/2014/main" id="{C0B8B5A7-3304-4861-99B5-56F02A2DBA0B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1735745" y="2717151"/>
            <a:ext cx="81110" cy="156602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10">
                <a:extLst>
                  <a:ext uri="{FF2B5EF4-FFF2-40B4-BE49-F238E27FC236}">
                    <a16:creationId xmlns:a16="http://schemas.microsoft.com/office/drawing/2014/main" id="{EC510A82-1A60-40A3-9876-FABE8A34A236}"/>
                  </a:ext>
                </a:extLst>
              </p:cNvPr>
              <p:cNvSpPr txBox="1"/>
              <p:nvPr/>
            </p:nvSpPr>
            <p:spPr>
              <a:xfrm>
                <a:off x="1447433" y="2744908"/>
                <a:ext cx="249675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94" name="TextBox 10">
                <a:extLst>
                  <a:ext uri="{FF2B5EF4-FFF2-40B4-BE49-F238E27FC236}">
                    <a16:creationId xmlns:a16="http://schemas.microsoft.com/office/drawing/2014/main" id="{EC510A82-1A60-40A3-9876-FABE8A34A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33" y="2744908"/>
                <a:ext cx="249675" cy="31698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Straight Arrow Connector 17">
            <a:extLst>
              <a:ext uri="{FF2B5EF4-FFF2-40B4-BE49-F238E27FC236}">
                <a16:creationId xmlns:a16="http://schemas.microsoft.com/office/drawing/2014/main" id="{111622E7-AB50-4C5B-ABA6-41203EA5E0EE}"/>
              </a:ext>
            </a:extLst>
          </p:cNvPr>
          <p:cNvCxnSpPr>
            <a:cxnSpLocks/>
          </p:cNvCxnSpPr>
          <p:nvPr/>
        </p:nvCxnSpPr>
        <p:spPr>
          <a:xfrm flipH="1">
            <a:off x="1611594" y="2796408"/>
            <a:ext cx="175502" cy="226948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6" name="Partial Circle 9">
            <a:extLst>
              <a:ext uri="{FF2B5EF4-FFF2-40B4-BE49-F238E27FC236}">
                <a16:creationId xmlns:a16="http://schemas.microsoft.com/office/drawing/2014/main" id="{2BDBFA46-0AF7-49C6-B1F7-3A7F75734EC1}"/>
              </a:ext>
            </a:extLst>
          </p:cNvPr>
          <p:cNvSpPr>
            <a:spLocks noChangeAspect="1"/>
          </p:cNvSpPr>
          <p:nvPr/>
        </p:nvSpPr>
        <p:spPr>
          <a:xfrm>
            <a:off x="1725666" y="2687670"/>
            <a:ext cx="118182" cy="23869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10">
                <a:extLst>
                  <a:ext uri="{FF2B5EF4-FFF2-40B4-BE49-F238E27FC236}">
                    <a16:creationId xmlns:a16="http://schemas.microsoft.com/office/drawing/2014/main" id="{A7D65233-425A-46F9-9675-33CD0991AA5F}"/>
                  </a:ext>
                </a:extLst>
              </p:cNvPr>
              <p:cNvSpPr txBox="1"/>
              <p:nvPr/>
            </p:nvSpPr>
            <p:spPr>
              <a:xfrm>
                <a:off x="1757172" y="2491127"/>
                <a:ext cx="235270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97" name="TextBox 10">
                <a:extLst>
                  <a:ext uri="{FF2B5EF4-FFF2-40B4-BE49-F238E27FC236}">
                    <a16:creationId xmlns:a16="http://schemas.microsoft.com/office/drawing/2014/main" id="{A7D65233-425A-46F9-9675-33CD0991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7172" y="2491127"/>
                <a:ext cx="235270" cy="316980"/>
              </a:xfrm>
              <a:prstGeom prst="rect">
                <a:avLst/>
              </a:prstGeom>
              <a:blipFill>
                <a:blip r:embed="rId22"/>
                <a:stretch>
                  <a:fillRect r="-20513"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Arrow Connector 17">
            <a:extLst>
              <a:ext uri="{FF2B5EF4-FFF2-40B4-BE49-F238E27FC236}">
                <a16:creationId xmlns:a16="http://schemas.microsoft.com/office/drawing/2014/main" id="{92828E8A-4572-4C65-AA9D-90C7A42CAE45}"/>
              </a:ext>
            </a:extLst>
          </p:cNvPr>
          <p:cNvCxnSpPr>
            <a:cxnSpLocks/>
          </p:cNvCxnSpPr>
          <p:nvPr/>
        </p:nvCxnSpPr>
        <p:spPr>
          <a:xfrm flipV="1">
            <a:off x="1780694" y="2443380"/>
            <a:ext cx="452981" cy="35613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9" name="Oval 23">
            <a:extLst>
              <a:ext uri="{FF2B5EF4-FFF2-40B4-BE49-F238E27FC236}">
                <a16:creationId xmlns:a16="http://schemas.microsoft.com/office/drawing/2014/main" id="{5299C145-7BA8-4081-B6B5-675839EBB7ED}"/>
              </a:ext>
            </a:extLst>
          </p:cNvPr>
          <p:cNvSpPr/>
          <p:nvPr/>
        </p:nvSpPr>
        <p:spPr>
          <a:xfrm>
            <a:off x="1986692" y="2935054"/>
            <a:ext cx="128666" cy="133281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102" name="Oval 23">
            <a:extLst>
              <a:ext uri="{FF2B5EF4-FFF2-40B4-BE49-F238E27FC236}">
                <a16:creationId xmlns:a16="http://schemas.microsoft.com/office/drawing/2014/main" id="{53795696-F223-4E3D-8EDE-CC88E7B3A25E}"/>
              </a:ext>
            </a:extLst>
          </p:cNvPr>
          <p:cNvSpPr/>
          <p:nvPr/>
        </p:nvSpPr>
        <p:spPr>
          <a:xfrm>
            <a:off x="1443517" y="2512584"/>
            <a:ext cx="128666" cy="133281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170B57FE-FA96-4049-B603-09611BAB60DC}"/>
                  </a:ext>
                </a:extLst>
              </p:cNvPr>
              <p:cNvSpPr txBox="1"/>
              <p:nvPr/>
            </p:nvSpPr>
            <p:spPr>
              <a:xfrm>
                <a:off x="2345847" y="2687127"/>
                <a:ext cx="1240739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170B57FE-FA96-4049-B603-09611BAB6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5847" y="2687127"/>
                <a:ext cx="1240739" cy="316980"/>
              </a:xfrm>
              <a:prstGeom prst="rect">
                <a:avLst/>
              </a:prstGeom>
              <a:blipFill>
                <a:blip r:embed="rId23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4662555F-07B9-4CBC-BBF7-C3D55931096B}"/>
                  </a:ext>
                </a:extLst>
              </p:cNvPr>
              <p:cNvSpPr txBox="1"/>
              <p:nvPr/>
            </p:nvSpPr>
            <p:spPr>
              <a:xfrm>
                <a:off x="-26558" y="1423038"/>
                <a:ext cx="1169043" cy="316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4662555F-07B9-4CBC-BBF7-C3D5593109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6558" y="1423038"/>
                <a:ext cx="1169043" cy="316980"/>
              </a:xfrm>
              <a:prstGeom prst="rect">
                <a:avLst/>
              </a:prstGeom>
              <a:blipFill>
                <a:blip r:embed="rId24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EEF7F162-9BDF-43D3-A6D9-FB079E44B1D9}"/>
              </a:ext>
            </a:extLst>
          </p:cNvPr>
          <p:cNvCxnSpPr>
            <a:cxnSpLocks/>
          </p:cNvCxnSpPr>
          <p:nvPr/>
        </p:nvCxnSpPr>
        <p:spPr>
          <a:xfrm flipV="1">
            <a:off x="1093462" y="2578560"/>
            <a:ext cx="358988" cy="1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15D5CB65-AE59-42CB-BE0D-29AE7BD81E87}"/>
              </a:ext>
            </a:extLst>
          </p:cNvPr>
          <p:cNvCxnSpPr>
            <a:cxnSpLocks/>
          </p:cNvCxnSpPr>
          <p:nvPr/>
        </p:nvCxnSpPr>
        <p:spPr>
          <a:xfrm>
            <a:off x="2125999" y="3022551"/>
            <a:ext cx="331689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7" name="直線接點 106">
            <a:extLst>
              <a:ext uri="{FF2B5EF4-FFF2-40B4-BE49-F238E27FC236}">
                <a16:creationId xmlns:a16="http://schemas.microsoft.com/office/drawing/2014/main" id="{A43100DE-3D65-4582-9CFF-6252F91B2011}"/>
              </a:ext>
            </a:extLst>
          </p:cNvPr>
          <p:cNvCxnSpPr>
            <a:cxnSpLocks/>
          </p:cNvCxnSpPr>
          <p:nvPr/>
        </p:nvCxnSpPr>
        <p:spPr>
          <a:xfrm flipV="1">
            <a:off x="2397336" y="2656162"/>
            <a:ext cx="95307" cy="79717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直線接點 107">
            <a:extLst>
              <a:ext uri="{FF2B5EF4-FFF2-40B4-BE49-F238E27FC236}">
                <a16:creationId xmlns:a16="http://schemas.microsoft.com/office/drawing/2014/main" id="{9834DB57-9A89-4C74-9BB9-A769478BF28A}"/>
              </a:ext>
            </a:extLst>
          </p:cNvPr>
          <p:cNvCxnSpPr>
            <a:cxnSpLocks/>
          </p:cNvCxnSpPr>
          <p:nvPr/>
        </p:nvCxnSpPr>
        <p:spPr>
          <a:xfrm flipV="1">
            <a:off x="1081614" y="2848143"/>
            <a:ext cx="83373" cy="15177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9" name="圖片 108">
            <a:extLst>
              <a:ext uri="{FF2B5EF4-FFF2-40B4-BE49-F238E27FC236}">
                <a16:creationId xmlns:a16="http://schemas.microsoft.com/office/drawing/2014/main" id="{F290F723-337C-4D31-8987-D6A932F76B2C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2160380" y="786372"/>
            <a:ext cx="331366" cy="10769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D428DA7-F18D-4E36-98EA-6D629A249532}"/>
                  </a:ext>
                </a:extLst>
              </p:cNvPr>
              <p:cNvSpPr txBox="1"/>
              <p:nvPr/>
            </p:nvSpPr>
            <p:spPr>
              <a:xfrm>
                <a:off x="2044109" y="1628429"/>
                <a:ext cx="492622" cy="269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1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1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1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1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100" dirty="0"/>
              </a:p>
            </p:txBody>
          </p:sp>
        </mc:Choice>
        <mc:Fallback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D428DA7-F18D-4E36-98EA-6D629A249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4109" y="1628429"/>
                <a:ext cx="492622" cy="269433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群組 5">
            <a:extLst>
              <a:ext uri="{FF2B5EF4-FFF2-40B4-BE49-F238E27FC236}">
                <a16:creationId xmlns:a16="http://schemas.microsoft.com/office/drawing/2014/main" id="{9130472D-F749-41F8-94B2-EBBD8188D9E2}"/>
              </a:ext>
            </a:extLst>
          </p:cNvPr>
          <p:cNvGrpSpPr/>
          <p:nvPr/>
        </p:nvGrpSpPr>
        <p:grpSpPr>
          <a:xfrm>
            <a:off x="3294797" y="762000"/>
            <a:ext cx="6586962" cy="3674993"/>
            <a:chOff x="3175000" y="1792245"/>
            <a:chExt cx="6395720" cy="3568295"/>
          </a:xfrm>
        </p:grpSpPr>
        <p:sp>
          <p:nvSpPr>
            <p:cNvPr id="177" name="矩形: 圓角 176">
              <a:extLst>
                <a:ext uri="{FF2B5EF4-FFF2-40B4-BE49-F238E27FC236}">
                  <a16:creationId xmlns:a16="http://schemas.microsoft.com/office/drawing/2014/main" id="{C0499F8D-22B8-4B76-B2A0-FC45B222262E}"/>
                </a:ext>
              </a:extLst>
            </p:cNvPr>
            <p:cNvSpPr/>
            <p:nvPr/>
          </p:nvSpPr>
          <p:spPr>
            <a:xfrm>
              <a:off x="3434080" y="1792245"/>
              <a:ext cx="6136640" cy="3528221"/>
            </a:xfrm>
            <a:prstGeom prst="roundRect">
              <a:avLst>
                <a:gd name="adj" fmla="val 5681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pic>
          <p:nvPicPr>
            <p:cNvPr id="113" name="圖片 112">
              <a:extLst>
                <a:ext uri="{FF2B5EF4-FFF2-40B4-BE49-F238E27FC236}">
                  <a16:creationId xmlns:a16="http://schemas.microsoft.com/office/drawing/2014/main" id="{417E8FA2-C3ED-4D0E-8E46-7BF3306F6A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3525500" y="4061152"/>
              <a:ext cx="981466" cy="983054"/>
            </a:xfrm>
            <a:prstGeom prst="rect">
              <a:avLst/>
            </a:prstGeom>
          </p:spPr>
        </p:pic>
        <p:pic>
          <p:nvPicPr>
            <p:cNvPr id="114" name="圖片 113">
              <a:extLst>
                <a:ext uri="{FF2B5EF4-FFF2-40B4-BE49-F238E27FC236}">
                  <a16:creationId xmlns:a16="http://schemas.microsoft.com/office/drawing/2014/main" id="{1A0BEA79-4F1E-4AF0-806B-81843528DF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3525500" y="2541830"/>
              <a:ext cx="981466" cy="984642"/>
            </a:xfrm>
            <a:prstGeom prst="rect">
              <a:avLst/>
            </a:prstGeom>
          </p:spPr>
        </p:pic>
        <p:grpSp>
          <p:nvGrpSpPr>
            <p:cNvPr id="126" name="群組 125">
              <a:extLst>
                <a:ext uri="{FF2B5EF4-FFF2-40B4-BE49-F238E27FC236}">
                  <a16:creationId xmlns:a16="http://schemas.microsoft.com/office/drawing/2014/main" id="{1D70DA70-60F2-4A8C-8EE9-F1DB40BE8DF9}"/>
                </a:ext>
              </a:extLst>
            </p:cNvPr>
            <p:cNvGrpSpPr/>
            <p:nvPr/>
          </p:nvGrpSpPr>
          <p:grpSpPr>
            <a:xfrm>
              <a:off x="4001643" y="2959082"/>
              <a:ext cx="90552" cy="86865"/>
              <a:chOff x="1373392" y="2391862"/>
              <a:chExt cx="479433" cy="476535"/>
            </a:xfrm>
          </p:grpSpPr>
          <p:sp>
            <p:nvSpPr>
              <p:cNvPr id="127" name="箭號: 向右 126">
                <a:extLst>
                  <a:ext uri="{FF2B5EF4-FFF2-40B4-BE49-F238E27FC236}">
                    <a16:creationId xmlns:a16="http://schemas.microsoft.com/office/drawing/2014/main" id="{00F0F6A6-17CB-4707-AE77-8F60CB2D790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箭號: 向右 127">
                <a:extLst>
                  <a:ext uri="{FF2B5EF4-FFF2-40B4-BE49-F238E27FC236}">
                    <a16:creationId xmlns:a16="http://schemas.microsoft.com/office/drawing/2014/main" id="{575BCAD1-04CC-40B7-89B0-F134E60F582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文字方塊 128">
                  <a:extLst>
                    <a:ext uri="{FF2B5EF4-FFF2-40B4-BE49-F238E27FC236}">
                      <a16:creationId xmlns:a16="http://schemas.microsoft.com/office/drawing/2014/main" id="{805928A4-2681-4937-BBD9-EADC350EFADE}"/>
                    </a:ext>
                  </a:extLst>
                </p:cNvPr>
                <p:cNvSpPr txBox="1"/>
                <p:nvPr/>
              </p:nvSpPr>
              <p:spPr>
                <a:xfrm>
                  <a:off x="3866454" y="2587510"/>
                  <a:ext cx="343452" cy="4119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>
            <p:sp>
              <p:nvSpPr>
                <p:cNvPr id="129" name="文字方塊 128">
                  <a:extLst>
                    <a:ext uri="{FF2B5EF4-FFF2-40B4-BE49-F238E27FC236}">
                      <a16:creationId xmlns:a16="http://schemas.microsoft.com/office/drawing/2014/main" id="{805928A4-2681-4937-BBD9-EADC350EFA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6454" y="2587510"/>
                  <a:ext cx="343452" cy="411965"/>
                </a:xfrm>
                <a:prstGeom prst="rect">
                  <a:avLst/>
                </a:prstGeom>
                <a:blipFill>
                  <a:blip r:embed="rId29"/>
                  <a:stretch>
                    <a:fillRect r="-17241"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6B83F5A1-82ED-4BEB-8127-0DD3EDBE3F3B}"/>
                    </a:ext>
                  </a:extLst>
                </p:cNvPr>
                <p:cNvSpPr txBox="1"/>
                <p:nvPr/>
              </p:nvSpPr>
              <p:spPr>
                <a:xfrm>
                  <a:off x="4024197" y="2814945"/>
                  <a:ext cx="304301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6B83F5A1-82ED-4BEB-8127-0DD3EDBE3F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4197" y="2814945"/>
                  <a:ext cx="304301" cy="388493"/>
                </a:xfrm>
                <a:prstGeom prst="rect">
                  <a:avLst/>
                </a:prstGeom>
                <a:blipFill>
                  <a:blip r:embed="rId30"/>
                  <a:stretch>
                    <a:fillRect r="-23529" b="-769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1BDE2B21-487B-4A73-9810-0757B46A2F97}"/>
                    </a:ext>
                  </a:extLst>
                </p:cNvPr>
                <p:cNvSpPr txBox="1"/>
                <p:nvPr/>
              </p:nvSpPr>
              <p:spPr>
                <a:xfrm>
                  <a:off x="3672136" y="3204779"/>
                  <a:ext cx="511028" cy="3287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/>
                </a:p>
              </p:txBody>
            </p:sp>
          </mc:Choice>
          <mc:Fallback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1BDE2B21-487B-4A73-9810-0757B46A2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2136" y="3204779"/>
                  <a:ext cx="511028" cy="328725"/>
                </a:xfrm>
                <a:prstGeom prst="rect">
                  <a:avLst/>
                </a:prstGeom>
                <a:blipFill>
                  <a:blip r:embed="rId31"/>
                  <a:stretch>
                    <a:fillRect r="-13793" b="-727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B38C4C83-08E7-446F-AEAF-D7DB192322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7538255" y="2534096"/>
              <a:ext cx="981466" cy="984642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73230D92-B59E-4358-A25E-BB91A83C1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7513118" y="4058790"/>
              <a:ext cx="981466" cy="999194"/>
            </a:xfrm>
            <a:prstGeom prst="rect">
              <a:avLst/>
            </a:prstGeom>
          </p:spPr>
        </p:pic>
        <p:pic>
          <p:nvPicPr>
            <p:cNvPr id="115" name="圖片 114">
              <a:extLst>
                <a:ext uri="{FF2B5EF4-FFF2-40B4-BE49-F238E27FC236}">
                  <a16:creationId xmlns:a16="http://schemas.microsoft.com/office/drawing/2014/main" id="{98CD3D20-EFE7-4F5D-BDB9-A4E85C4B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4519316" y="2543297"/>
              <a:ext cx="981466" cy="984727"/>
            </a:xfrm>
            <a:prstGeom prst="rect">
              <a:avLst/>
            </a:prstGeom>
          </p:spPr>
        </p:pic>
        <p:pic>
          <p:nvPicPr>
            <p:cNvPr id="116" name="圖片 115">
              <a:extLst>
                <a:ext uri="{FF2B5EF4-FFF2-40B4-BE49-F238E27FC236}">
                  <a16:creationId xmlns:a16="http://schemas.microsoft.com/office/drawing/2014/main" id="{237614FB-716D-49B5-8923-FBC6FEBB86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4519316" y="4058790"/>
              <a:ext cx="981466" cy="984642"/>
            </a:xfrm>
            <a:prstGeom prst="rect">
              <a:avLst/>
            </a:prstGeom>
          </p:spPr>
        </p:pic>
        <p:pic>
          <p:nvPicPr>
            <p:cNvPr id="117" name="圖片 116">
              <a:extLst>
                <a:ext uri="{FF2B5EF4-FFF2-40B4-BE49-F238E27FC236}">
                  <a16:creationId xmlns:a16="http://schemas.microsoft.com/office/drawing/2014/main" id="{BDA9D0BB-9BAC-4798-A355-D9231F3E5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5513133" y="2545780"/>
              <a:ext cx="981466" cy="981467"/>
            </a:xfrm>
            <a:prstGeom prst="rect">
              <a:avLst/>
            </a:prstGeom>
          </p:spPr>
        </p:pic>
        <p:pic>
          <p:nvPicPr>
            <p:cNvPr id="118" name="圖片 117">
              <a:extLst>
                <a:ext uri="{FF2B5EF4-FFF2-40B4-BE49-F238E27FC236}">
                  <a16:creationId xmlns:a16="http://schemas.microsoft.com/office/drawing/2014/main" id="{131A593F-BDC4-4B23-9CDD-E84021EF44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5513133" y="4066687"/>
              <a:ext cx="981466" cy="978295"/>
            </a:xfrm>
            <a:prstGeom prst="rect">
              <a:avLst/>
            </a:prstGeom>
          </p:spPr>
        </p:pic>
        <p:pic>
          <p:nvPicPr>
            <p:cNvPr id="119" name="圖片 118">
              <a:extLst>
                <a:ext uri="{FF2B5EF4-FFF2-40B4-BE49-F238E27FC236}">
                  <a16:creationId xmlns:a16="http://schemas.microsoft.com/office/drawing/2014/main" id="{EBA9BF88-FE46-4F65-ABC9-2458DE7DD9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6506950" y="2538643"/>
              <a:ext cx="981466" cy="987829"/>
            </a:xfrm>
            <a:prstGeom prst="rect">
              <a:avLst/>
            </a:prstGeom>
          </p:spPr>
        </p:pic>
        <p:pic>
          <p:nvPicPr>
            <p:cNvPr id="120" name="圖片 119">
              <a:extLst>
                <a:ext uri="{FF2B5EF4-FFF2-40B4-BE49-F238E27FC236}">
                  <a16:creationId xmlns:a16="http://schemas.microsoft.com/office/drawing/2014/main" id="{DE169C83-857F-4377-998D-64946CE3B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6506950" y="4059608"/>
              <a:ext cx="981466" cy="983054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3B8493E8-60AB-49BF-A5FA-8D68515FA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8525597" y="4055071"/>
              <a:ext cx="981466" cy="983054"/>
            </a:xfrm>
            <a:prstGeom prst="rect">
              <a:avLst/>
            </a:prstGeom>
          </p:spPr>
        </p:pic>
        <p:cxnSp>
          <p:nvCxnSpPr>
            <p:cNvPr id="30" name="接點: 肘形 29">
              <a:extLst>
                <a:ext uri="{FF2B5EF4-FFF2-40B4-BE49-F238E27FC236}">
                  <a16:creationId xmlns:a16="http://schemas.microsoft.com/office/drawing/2014/main" id="{54CD8412-5646-4D95-9FF4-C47119D3F5B7}"/>
                </a:ext>
              </a:extLst>
            </p:cNvPr>
            <p:cNvCxnSpPr>
              <a:cxnSpLocks/>
              <a:stCxn id="21" idx="3"/>
              <a:endCxn id="113" idx="0"/>
            </p:cNvCxnSpPr>
            <p:nvPr/>
          </p:nvCxnSpPr>
          <p:spPr>
            <a:xfrm flipH="1">
              <a:off x="4016233" y="3026417"/>
              <a:ext cx="4503488" cy="1034735"/>
            </a:xfrm>
            <a:prstGeom prst="bentConnector4">
              <a:avLst>
                <a:gd name="adj1" fmla="val -3977"/>
                <a:gd name="adj2" fmla="val 83916"/>
              </a:avLst>
            </a:prstGeom>
            <a:ln>
              <a:tailEnd type="triangl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文字方塊 67">
                  <a:extLst>
                    <a:ext uri="{FF2B5EF4-FFF2-40B4-BE49-F238E27FC236}">
                      <a16:creationId xmlns:a16="http://schemas.microsoft.com/office/drawing/2014/main" id="{12871EE5-2EF7-46EE-B254-3D52CA92B38B}"/>
                    </a:ext>
                  </a:extLst>
                </p:cNvPr>
                <p:cNvSpPr txBox="1"/>
                <p:nvPr/>
              </p:nvSpPr>
              <p:spPr>
                <a:xfrm>
                  <a:off x="3175000" y="4972047"/>
                  <a:ext cx="940003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8" name="文字方塊 67">
                  <a:extLst>
                    <a:ext uri="{FF2B5EF4-FFF2-40B4-BE49-F238E27FC236}">
                      <a16:creationId xmlns:a16="http://schemas.microsoft.com/office/drawing/2014/main" id="{12871EE5-2EF7-46EE-B254-3D52CA92B3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5000" y="4972047"/>
                  <a:ext cx="940003" cy="388493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0D9E3E0D-B926-4D12-81D4-8F073C67EEDA}"/>
                    </a:ext>
                  </a:extLst>
                </p:cNvPr>
                <p:cNvSpPr txBox="1"/>
                <p:nvPr/>
              </p:nvSpPr>
              <p:spPr>
                <a:xfrm>
                  <a:off x="4278570" y="4972047"/>
                  <a:ext cx="940003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1.2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0D9E3E0D-B926-4D12-81D4-8F073C67EE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8570" y="4972047"/>
                  <a:ext cx="940003" cy="388493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4C81B685-2E1C-4F73-A2AA-337ED9EDF5AB}"/>
                    </a:ext>
                  </a:extLst>
                </p:cNvPr>
                <p:cNvSpPr txBox="1"/>
                <p:nvPr/>
              </p:nvSpPr>
              <p:spPr>
                <a:xfrm>
                  <a:off x="3341119" y="3456940"/>
                  <a:ext cx="116979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𝑤𝑡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4C81B685-2E1C-4F73-A2AA-337ED9EDF5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41119" y="3456940"/>
                  <a:ext cx="1169790" cy="400110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文字方塊 71">
                  <a:extLst>
                    <a:ext uri="{FF2B5EF4-FFF2-40B4-BE49-F238E27FC236}">
                      <a16:creationId xmlns:a16="http://schemas.microsoft.com/office/drawing/2014/main" id="{2B4AAD81-DCED-4D3D-9099-BD6EDD85B7B2}"/>
                    </a:ext>
                  </a:extLst>
                </p:cNvPr>
                <p:cNvSpPr txBox="1"/>
                <p:nvPr/>
              </p:nvSpPr>
              <p:spPr>
                <a:xfrm>
                  <a:off x="4278570" y="3456940"/>
                  <a:ext cx="940003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0.</m:t>
                        </m:r>
                        <m:r>
                          <a:rPr lang="en-US" altLang="zh-TW" sz="20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2" name="文字方塊 71">
                  <a:extLst>
                    <a:ext uri="{FF2B5EF4-FFF2-40B4-BE49-F238E27FC236}">
                      <a16:creationId xmlns:a16="http://schemas.microsoft.com/office/drawing/2014/main" id="{2B4AAD81-DCED-4D3D-9099-BD6EDD85B7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8570" y="3456940"/>
                  <a:ext cx="940003" cy="388493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DA807EA8-AAE7-4590-98BF-6AE76C27E090}"/>
                    </a:ext>
                  </a:extLst>
                </p:cNvPr>
                <p:cNvSpPr txBox="1"/>
                <p:nvPr/>
              </p:nvSpPr>
              <p:spPr>
                <a:xfrm>
                  <a:off x="5284131" y="3456940"/>
                  <a:ext cx="940003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0.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DA807EA8-AAE7-4590-98BF-6AE76C27E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4131" y="3456940"/>
                  <a:ext cx="940003" cy="388493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EE82138C-9928-4DD7-89C1-B67DF0D8A984}"/>
                    </a:ext>
                  </a:extLst>
                </p:cNvPr>
                <p:cNvSpPr txBox="1"/>
                <p:nvPr/>
              </p:nvSpPr>
              <p:spPr>
                <a:xfrm>
                  <a:off x="6253998" y="3456940"/>
                  <a:ext cx="940003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0.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6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EE82138C-9928-4DD7-89C1-B67DF0D8A9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53998" y="3456940"/>
                  <a:ext cx="940003" cy="388493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46A512FE-782F-43FF-ABB1-13E4E693DB22}"/>
                    </a:ext>
                  </a:extLst>
                </p:cNvPr>
                <p:cNvSpPr txBox="1"/>
                <p:nvPr/>
              </p:nvSpPr>
              <p:spPr>
                <a:xfrm>
                  <a:off x="5247416" y="4972047"/>
                  <a:ext cx="940003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46A512FE-782F-43FF-ABB1-13E4E693DB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7416" y="4972047"/>
                  <a:ext cx="940003" cy="388493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3D03F6AE-A8C5-4195-9C14-7934D7A2C8A1}"/>
                    </a:ext>
                  </a:extLst>
                </p:cNvPr>
                <p:cNvSpPr txBox="1"/>
                <p:nvPr/>
              </p:nvSpPr>
              <p:spPr>
                <a:xfrm>
                  <a:off x="6253998" y="4972047"/>
                  <a:ext cx="940003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6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3D03F6AE-A8C5-4195-9C14-7934D7A2C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53998" y="4972047"/>
                  <a:ext cx="940003" cy="388493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CF2218C3-F1C0-4E8C-9410-FDAE86BE3FE4}"/>
                    </a:ext>
                  </a:extLst>
                </p:cNvPr>
                <p:cNvSpPr txBox="1"/>
                <p:nvPr/>
              </p:nvSpPr>
              <p:spPr>
                <a:xfrm>
                  <a:off x="7294574" y="3456940"/>
                  <a:ext cx="940003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0.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8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CF2218C3-F1C0-4E8C-9410-FDAE86BE3F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4574" y="3456940"/>
                  <a:ext cx="940003" cy="388493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EAFB435F-64EC-4886-B5FE-48DE2C55C289}"/>
                    </a:ext>
                  </a:extLst>
                </p:cNvPr>
                <p:cNvSpPr txBox="1"/>
                <p:nvPr/>
              </p:nvSpPr>
              <p:spPr>
                <a:xfrm>
                  <a:off x="7294574" y="4972047"/>
                  <a:ext cx="940003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8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EAFB435F-64EC-4886-B5FE-48DE2C55C2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4574" y="4972047"/>
                  <a:ext cx="940003" cy="388493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CF5E7E2A-0365-4C26-9BD3-DAD6730D1AB3}"/>
                    </a:ext>
                  </a:extLst>
                </p:cNvPr>
                <p:cNvSpPr txBox="1"/>
                <p:nvPr/>
              </p:nvSpPr>
              <p:spPr>
                <a:xfrm>
                  <a:off x="8265922" y="4972047"/>
                  <a:ext cx="940003" cy="388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CF5E7E2A-0365-4C26-9BD3-DAD6730D1A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5922" y="4972047"/>
                  <a:ext cx="940003" cy="388493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4" name="文字方塊 143">
                  <a:extLst>
                    <a:ext uri="{FF2B5EF4-FFF2-40B4-BE49-F238E27FC236}">
                      <a16:creationId xmlns:a16="http://schemas.microsoft.com/office/drawing/2014/main" id="{AD59C337-A820-4615-9BE3-87514EC4E936}"/>
                    </a:ext>
                  </a:extLst>
                </p:cNvPr>
                <p:cNvSpPr txBox="1"/>
                <p:nvPr/>
              </p:nvSpPr>
              <p:spPr>
                <a:xfrm>
                  <a:off x="9139943" y="2383527"/>
                  <a:ext cx="41620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44" name="文字方塊 143">
                  <a:extLst>
                    <a:ext uri="{FF2B5EF4-FFF2-40B4-BE49-F238E27FC236}">
                      <a16:creationId xmlns:a16="http://schemas.microsoft.com/office/drawing/2014/main" id="{AD59C337-A820-4615-9BE3-87514EC4E9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9943" y="2383527"/>
                  <a:ext cx="416205" cy="307777"/>
                </a:xfrm>
                <a:prstGeom prst="rect">
                  <a:avLst/>
                </a:prstGeom>
                <a:blipFill>
                  <a:blip r:embed="rId5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3567DCBC-4195-40B9-86C6-63C87FA9738C}"/>
                    </a:ext>
                  </a:extLst>
                </p:cNvPr>
                <p:cNvSpPr txBox="1"/>
                <p:nvPr/>
              </p:nvSpPr>
              <p:spPr>
                <a:xfrm>
                  <a:off x="9139943" y="3342903"/>
                  <a:ext cx="41620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3567DCBC-4195-40B9-86C6-63C87FA973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9943" y="3342903"/>
                  <a:ext cx="416205" cy="307777"/>
                </a:xfrm>
                <a:prstGeom prst="rect">
                  <a:avLst/>
                </a:prstGeom>
                <a:blipFill>
                  <a:blip r:embed="rId5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11" name="圖片 110">
              <a:extLst>
                <a:ext uri="{FF2B5EF4-FFF2-40B4-BE49-F238E27FC236}">
                  <a16:creationId xmlns:a16="http://schemas.microsoft.com/office/drawing/2014/main" id="{0717950B-B1B8-4A89-8AE1-0FFDC08100F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30545"/>
            <a:stretch/>
          </p:blipFill>
          <p:spPr>
            <a:xfrm>
              <a:off x="8898913" y="2496864"/>
              <a:ext cx="293677" cy="106048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2" name="文字方塊 131">
                  <a:extLst>
                    <a:ext uri="{FF2B5EF4-FFF2-40B4-BE49-F238E27FC236}">
                      <a16:creationId xmlns:a16="http://schemas.microsoft.com/office/drawing/2014/main" id="{8DA92DC4-1695-4E9B-9B8B-23A5B45F4D66}"/>
                    </a:ext>
                  </a:extLst>
                </p:cNvPr>
                <p:cNvSpPr txBox="1"/>
                <p:nvPr/>
              </p:nvSpPr>
              <p:spPr>
                <a:xfrm>
                  <a:off x="8832963" y="2902415"/>
                  <a:ext cx="374724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1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1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1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1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100" dirty="0"/>
                </a:p>
              </p:txBody>
            </p:sp>
          </mc:Choice>
          <mc:Fallback>
            <p:sp>
              <p:nvSpPr>
                <p:cNvPr id="132" name="文字方塊 131">
                  <a:extLst>
                    <a:ext uri="{FF2B5EF4-FFF2-40B4-BE49-F238E27FC236}">
                      <a16:creationId xmlns:a16="http://schemas.microsoft.com/office/drawing/2014/main" id="{8DA92DC4-1695-4E9B-9B8B-23A5B45F4D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2963" y="2902415"/>
                  <a:ext cx="374724" cy="261610"/>
                </a:xfrm>
                <a:prstGeom prst="rect">
                  <a:avLst/>
                </a:prstGeom>
                <a:blipFill>
                  <a:blip r:embed="rId5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圖片 7">
            <a:extLst>
              <a:ext uri="{FF2B5EF4-FFF2-40B4-BE49-F238E27FC236}">
                <a16:creationId xmlns:a16="http://schemas.microsoft.com/office/drawing/2014/main" id="{C6789953-452B-444E-9A87-372FC47AB7EA}"/>
              </a:ext>
            </a:extLst>
          </p:cNvPr>
          <p:cNvPicPr>
            <a:picLocks noChangeAspect="1"/>
          </p:cNvPicPr>
          <p:nvPr/>
        </p:nvPicPr>
        <p:blipFill>
          <a:blip r:embed="rId5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43474" y="90531"/>
            <a:ext cx="1624466" cy="36460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DDE5C36E-EBE5-4D5B-AEDB-ACC756F48AF6}"/>
              </a:ext>
            </a:extLst>
          </p:cNvPr>
          <p:cNvPicPr>
            <a:picLocks noChangeAspect="1"/>
          </p:cNvPicPr>
          <p:nvPr/>
        </p:nvPicPr>
        <p:blipFill>
          <a:blip r:embed="rId5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86726" y="831616"/>
            <a:ext cx="2603105" cy="472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677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5865</TotalTime>
  <Words>277</Words>
  <Application>Microsoft Office PowerPoint</Application>
  <PresentationFormat>自訂</PresentationFormat>
  <Paragraphs>158</Paragraphs>
  <Slides>6</Slides>
  <Notes>0</Notes>
  <HiddenSlides>5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3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96</cp:revision>
  <dcterms:created xsi:type="dcterms:W3CDTF">2026-04-27T03:03:02Z</dcterms:created>
  <dcterms:modified xsi:type="dcterms:W3CDTF">2026-07-08T10:49:04Z</dcterms:modified>
</cp:coreProperties>
</file>