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85" r:id="rId2"/>
    <p:sldId id="286" r:id="rId3"/>
    <p:sldId id="265" r:id="rId4"/>
    <p:sldId id="276" r:id="rId5"/>
    <p:sldId id="287" r:id="rId6"/>
    <p:sldId id="288" r:id="rId7"/>
  </p:sldIdLst>
  <p:sldSz cx="9906000" cy="4859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85C485"/>
    <a:srgbClr val="238109"/>
    <a:srgbClr val="2E75B6"/>
    <a:srgbClr val="F47A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95267"/>
            <a:ext cx="7429500" cy="1691770"/>
          </a:xfrm>
        </p:spPr>
        <p:txBody>
          <a:bodyPr anchor="b"/>
          <a:lstStyle>
            <a:lvl1pPr algn="ctr">
              <a:defRPr sz="425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552278"/>
            <a:ext cx="7429500" cy="1173215"/>
          </a:xfrm>
        </p:spPr>
        <p:txBody>
          <a:bodyPr/>
          <a:lstStyle>
            <a:lvl1pPr marL="0" indent="0" algn="ctr">
              <a:buNone/>
              <a:defRPr sz="1701"/>
            </a:lvl1pPr>
            <a:lvl2pPr marL="323972" indent="0" algn="ctr">
              <a:buNone/>
              <a:defRPr sz="1417"/>
            </a:lvl2pPr>
            <a:lvl3pPr marL="647944" indent="0" algn="ctr">
              <a:buNone/>
              <a:defRPr sz="1275"/>
            </a:lvl3pPr>
            <a:lvl4pPr marL="971916" indent="0" algn="ctr">
              <a:buNone/>
              <a:defRPr sz="1134"/>
            </a:lvl4pPr>
            <a:lvl5pPr marL="1295888" indent="0" algn="ctr">
              <a:buNone/>
              <a:defRPr sz="1134"/>
            </a:lvl5pPr>
            <a:lvl6pPr marL="1619860" indent="0" algn="ctr">
              <a:buNone/>
              <a:defRPr sz="1134"/>
            </a:lvl6pPr>
            <a:lvl7pPr marL="1943832" indent="0" algn="ctr">
              <a:buNone/>
              <a:defRPr sz="1134"/>
            </a:lvl7pPr>
            <a:lvl8pPr marL="2267803" indent="0" algn="ctr">
              <a:buNone/>
              <a:defRPr sz="1134"/>
            </a:lvl8pPr>
            <a:lvl9pPr marL="2591775" indent="0" algn="ctr">
              <a:buNone/>
              <a:defRPr sz="1134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223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40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211461"/>
            <a:ext cx="8543925" cy="2021349"/>
          </a:xfrm>
        </p:spPr>
        <p:txBody>
          <a:bodyPr anchor="b"/>
          <a:lstStyle>
            <a:lvl1pPr>
              <a:defRPr sz="4252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251933"/>
            <a:ext cx="8543925" cy="1062980"/>
          </a:xfrm>
        </p:spPr>
        <p:txBody>
          <a:bodyPr/>
          <a:lstStyle>
            <a:lvl1pPr marL="0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1pPr>
            <a:lvl2pPr marL="323972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2pPr>
            <a:lvl3pPr marL="647944" indent="0">
              <a:buNone/>
              <a:defRPr sz="1275">
                <a:solidFill>
                  <a:schemeClr val="tx1">
                    <a:tint val="75000"/>
                  </a:schemeClr>
                </a:solidFill>
              </a:defRPr>
            </a:lvl3pPr>
            <a:lvl4pPr marL="971916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4pPr>
            <a:lvl5pPr marL="1295888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5pPr>
            <a:lvl6pPr marL="1619860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6pPr>
            <a:lvl7pPr marL="1943832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7pPr>
            <a:lvl8pPr marL="2267803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8pPr>
            <a:lvl9pPr marL="2591775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173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93574"/>
            <a:ext cx="4210050" cy="308320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93574"/>
            <a:ext cx="4210050" cy="308320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46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58715"/>
            <a:ext cx="8543925" cy="93924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91213"/>
            <a:ext cx="4190702" cy="58379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3972" indent="0">
              <a:buNone/>
              <a:defRPr sz="1417" b="1"/>
            </a:lvl2pPr>
            <a:lvl3pPr marL="647944" indent="0">
              <a:buNone/>
              <a:defRPr sz="1275" b="1"/>
            </a:lvl3pPr>
            <a:lvl4pPr marL="971916" indent="0">
              <a:buNone/>
              <a:defRPr sz="1134" b="1"/>
            </a:lvl4pPr>
            <a:lvl5pPr marL="1295888" indent="0">
              <a:buNone/>
              <a:defRPr sz="1134" b="1"/>
            </a:lvl5pPr>
            <a:lvl6pPr marL="1619860" indent="0">
              <a:buNone/>
              <a:defRPr sz="1134" b="1"/>
            </a:lvl6pPr>
            <a:lvl7pPr marL="1943832" indent="0">
              <a:buNone/>
              <a:defRPr sz="1134" b="1"/>
            </a:lvl7pPr>
            <a:lvl8pPr marL="2267803" indent="0">
              <a:buNone/>
              <a:defRPr sz="1134" b="1"/>
            </a:lvl8pPr>
            <a:lvl9pPr marL="2591775" indent="0">
              <a:buNone/>
              <a:defRPr sz="113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775008"/>
            <a:ext cx="4190702" cy="261077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91213"/>
            <a:ext cx="4211340" cy="583795"/>
          </a:xfrm>
        </p:spPr>
        <p:txBody>
          <a:bodyPr anchor="b"/>
          <a:lstStyle>
            <a:lvl1pPr marL="0" indent="0">
              <a:buNone/>
              <a:defRPr sz="1701" b="1"/>
            </a:lvl1pPr>
            <a:lvl2pPr marL="323972" indent="0">
              <a:buNone/>
              <a:defRPr sz="1417" b="1"/>
            </a:lvl2pPr>
            <a:lvl3pPr marL="647944" indent="0">
              <a:buNone/>
              <a:defRPr sz="1275" b="1"/>
            </a:lvl3pPr>
            <a:lvl4pPr marL="971916" indent="0">
              <a:buNone/>
              <a:defRPr sz="1134" b="1"/>
            </a:lvl4pPr>
            <a:lvl5pPr marL="1295888" indent="0">
              <a:buNone/>
              <a:defRPr sz="1134" b="1"/>
            </a:lvl5pPr>
            <a:lvl6pPr marL="1619860" indent="0">
              <a:buNone/>
              <a:defRPr sz="1134" b="1"/>
            </a:lvl6pPr>
            <a:lvl7pPr marL="1943832" indent="0">
              <a:buNone/>
              <a:defRPr sz="1134" b="1"/>
            </a:lvl7pPr>
            <a:lvl8pPr marL="2267803" indent="0">
              <a:buNone/>
              <a:defRPr sz="1134" b="1"/>
            </a:lvl8pPr>
            <a:lvl9pPr marL="2591775" indent="0">
              <a:buNone/>
              <a:defRPr sz="1134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75008"/>
            <a:ext cx="4211340" cy="261077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0548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878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4030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23956"/>
            <a:ext cx="3194943" cy="113384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99655"/>
            <a:ext cx="5014913" cy="3453280"/>
          </a:xfrm>
        </p:spPr>
        <p:txBody>
          <a:bodyPr/>
          <a:lstStyle>
            <a:lvl1pPr>
              <a:defRPr sz="2268"/>
            </a:lvl1pPr>
            <a:lvl2pPr>
              <a:defRPr sz="1984"/>
            </a:lvl2pPr>
            <a:lvl3pPr>
              <a:defRPr sz="1701"/>
            </a:lvl3pPr>
            <a:lvl4pPr>
              <a:defRPr sz="1417"/>
            </a:lvl4pPr>
            <a:lvl5pPr>
              <a:defRPr sz="1417"/>
            </a:lvl5pPr>
            <a:lvl6pPr>
              <a:defRPr sz="1417"/>
            </a:lvl6pPr>
            <a:lvl7pPr>
              <a:defRPr sz="1417"/>
            </a:lvl7pPr>
            <a:lvl8pPr>
              <a:defRPr sz="1417"/>
            </a:lvl8pPr>
            <a:lvl9pPr>
              <a:defRPr sz="141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57802"/>
            <a:ext cx="3194943" cy="2700757"/>
          </a:xfrm>
        </p:spPr>
        <p:txBody>
          <a:bodyPr/>
          <a:lstStyle>
            <a:lvl1pPr marL="0" indent="0">
              <a:buNone/>
              <a:defRPr sz="1134"/>
            </a:lvl1pPr>
            <a:lvl2pPr marL="323972" indent="0">
              <a:buNone/>
              <a:defRPr sz="992"/>
            </a:lvl2pPr>
            <a:lvl3pPr marL="647944" indent="0">
              <a:buNone/>
              <a:defRPr sz="850"/>
            </a:lvl3pPr>
            <a:lvl4pPr marL="971916" indent="0">
              <a:buNone/>
              <a:defRPr sz="709"/>
            </a:lvl4pPr>
            <a:lvl5pPr marL="1295888" indent="0">
              <a:buNone/>
              <a:defRPr sz="709"/>
            </a:lvl5pPr>
            <a:lvl6pPr marL="1619860" indent="0">
              <a:buNone/>
              <a:defRPr sz="709"/>
            </a:lvl6pPr>
            <a:lvl7pPr marL="1943832" indent="0">
              <a:buNone/>
              <a:defRPr sz="709"/>
            </a:lvl7pPr>
            <a:lvl8pPr marL="2267803" indent="0">
              <a:buNone/>
              <a:defRPr sz="709"/>
            </a:lvl8pPr>
            <a:lvl9pPr marL="2591775" indent="0">
              <a:buNone/>
              <a:defRPr sz="70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5754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23956"/>
            <a:ext cx="3194943" cy="1133846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99655"/>
            <a:ext cx="5014913" cy="3453280"/>
          </a:xfrm>
        </p:spPr>
        <p:txBody>
          <a:bodyPr anchor="t"/>
          <a:lstStyle>
            <a:lvl1pPr marL="0" indent="0">
              <a:buNone/>
              <a:defRPr sz="2268"/>
            </a:lvl1pPr>
            <a:lvl2pPr marL="323972" indent="0">
              <a:buNone/>
              <a:defRPr sz="1984"/>
            </a:lvl2pPr>
            <a:lvl3pPr marL="647944" indent="0">
              <a:buNone/>
              <a:defRPr sz="1701"/>
            </a:lvl3pPr>
            <a:lvl4pPr marL="971916" indent="0">
              <a:buNone/>
              <a:defRPr sz="1417"/>
            </a:lvl4pPr>
            <a:lvl5pPr marL="1295888" indent="0">
              <a:buNone/>
              <a:defRPr sz="1417"/>
            </a:lvl5pPr>
            <a:lvl6pPr marL="1619860" indent="0">
              <a:buNone/>
              <a:defRPr sz="1417"/>
            </a:lvl6pPr>
            <a:lvl7pPr marL="1943832" indent="0">
              <a:buNone/>
              <a:defRPr sz="1417"/>
            </a:lvl7pPr>
            <a:lvl8pPr marL="2267803" indent="0">
              <a:buNone/>
              <a:defRPr sz="1417"/>
            </a:lvl8pPr>
            <a:lvl9pPr marL="2591775" indent="0">
              <a:buNone/>
              <a:defRPr sz="141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57802"/>
            <a:ext cx="3194943" cy="2700757"/>
          </a:xfrm>
        </p:spPr>
        <p:txBody>
          <a:bodyPr/>
          <a:lstStyle>
            <a:lvl1pPr marL="0" indent="0">
              <a:buNone/>
              <a:defRPr sz="1134"/>
            </a:lvl1pPr>
            <a:lvl2pPr marL="323972" indent="0">
              <a:buNone/>
              <a:defRPr sz="992"/>
            </a:lvl2pPr>
            <a:lvl3pPr marL="647944" indent="0">
              <a:buNone/>
              <a:defRPr sz="850"/>
            </a:lvl3pPr>
            <a:lvl4pPr marL="971916" indent="0">
              <a:buNone/>
              <a:defRPr sz="709"/>
            </a:lvl4pPr>
            <a:lvl5pPr marL="1295888" indent="0">
              <a:buNone/>
              <a:defRPr sz="709"/>
            </a:lvl5pPr>
            <a:lvl6pPr marL="1619860" indent="0">
              <a:buNone/>
              <a:defRPr sz="709"/>
            </a:lvl6pPr>
            <a:lvl7pPr marL="1943832" indent="0">
              <a:buNone/>
              <a:defRPr sz="709"/>
            </a:lvl7pPr>
            <a:lvl8pPr marL="2267803" indent="0">
              <a:buNone/>
              <a:defRPr sz="709"/>
            </a:lvl8pPr>
            <a:lvl9pPr marL="2591775" indent="0">
              <a:buNone/>
              <a:defRPr sz="70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14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12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58715"/>
            <a:ext cx="2135981" cy="411806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58715"/>
            <a:ext cx="6284119" cy="411806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66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58715"/>
            <a:ext cx="8543925" cy="939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93574"/>
            <a:ext cx="8543925" cy="30832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503887"/>
            <a:ext cx="2228850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4E92E-A8AC-429E-9EB5-C3F29BFFE487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503887"/>
            <a:ext cx="3343275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503887"/>
            <a:ext cx="2228850" cy="258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BBCF-1967-4AA2-BA1F-AF0DE13CDA2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0681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647944" rtl="0" eaLnBrk="1" latinLnBrk="0" hangingPunct="1">
        <a:lnSpc>
          <a:spcPct val="90000"/>
        </a:lnSpc>
        <a:spcBef>
          <a:spcPct val="0"/>
        </a:spcBef>
        <a:buNone/>
        <a:defRPr sz="311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86" indent="-161986" algn="l" defTabSz="647944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485958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09930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457874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81846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105817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29789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53761" indent="-161986" algn="l" defTabSz="647944" rtl="0" eaLnBrk="1" latinLnBrk="0" hangingPunct="1">
        <a:lnSpc>
          <a:spcPct val="90000"/>
        </a:lnSpc>
        <a:spcBef>
          <a:spcPts val="354"/>
        </a:spcBef>
        <a:buFont typeface="Arial" panose="020B0604020202020204" pitchFamily="34" charset="0"/>
        <a:buChar char="•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47944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971916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295888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619860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1943832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267803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591775" algn="l" defTabSz="647944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6.png"/><Relationship Id="rId18" Type="http://schemas.openxmlformats.org/officeDocument/2006/relationships/image" Target="../media/image40.png"/><Relationship Id="rId26" Type="http://schemas.openxmlformats.org/officeDocument/2006/relationships/image" Target="../media/image47.png"/><Relationship Id="rId39" Type="http://schemas.openxmlformats.org/officeDocument/2006/relationships/image" Target="../media/image23.png"/><Relationship Id="rId21" Type="http://schemas.openxmlformats.org/officeDocument/2006/relationships/image" Target="../media/image43.png"/><Relationship Id="rId34" Type="http://schemas.openxmlformats.org/officeDocument/2006/relationships/image" Target="../media/image49.png"/><Relationship Id="rId42" Type="http://schemas.openxmlformats.org/officeDocument/2006/relationships/image" Target="../media/image51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6" Type="http://schemas.openxmlformats.org/officeDocument/2006/relationships/image" Target="../media/image38.png"/><Relationship Id="rId29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24" Type="http://schemas.openxmlformats.org/officeDocument/2006/relationships/image" Target="../media/image46.png"/><Relationship Id="rId32" Type="http://schemas.openxmlformats.org/officeDocument/2006/relationships/image" Target="../media/image382.png"/><Relationship Id="rId37" Type="http://schemas.openxmlformats.org/officeDocument/2006/relationships/image" Target="../media/image21.png"/><Relationship Id="rId40" Type="http://schemas.openxmlformats.org/officeDocument/2006/relationships/image" Target="../media/image24.png"/><Relationship Id="rId45" Type="http://schemas.openxmlformats.org/officeDocument/2006/relationships/image" Target="../media/image54.png"/><Relationship Id="rId5" Type="http://schemas.openxmlformats.org/officeDocument/2006/relationships/image" Target="../media/image31.png"/><Relationship Id="rId15" Type="http://schemas.openxmlformats.org/officeDocument/2006/relationships/image" Target="../media/image368.png"/><Relationship Id="rId23" Type="http://schemas.openxmlformats.org/officeDocument/2006/relationships/image" Target="../media/image45.png"/><Relationship Id="rId28" Type="http://schemas.openxmlformats.org/officeDocument/2006/relationships/image" Target="../media/image8.png"/><Relationship Id="rId36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41.png"/><Relationship Id="rId31" Type="http://schemas.openxmlformats.org/officeDocument/2006/relationships/image" Target="../media/image381.png"/><Relationship Id="rId44" Type="http://schemas.openxmlformats.org/officeDocument/2006/relationships/image" Target="../media/image53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367.png"/><Relationship Id="rId22" Type="http://schemas.openxmlformats.org/officeDocument/2006/relationships/image" Target="../media/image44.png"/><Relationship Id="rId27" Type="http://schemas.openxmlformats.org/officeDocument/2006/relationships/image" Target="../media/image48.png"/><Relationship Id="rId30" Type="http://schemas.openxmlformats.org/officeDocument/2006/relationships/image" Target="../media/image380.png"/><Relationship Id="rId35" Type="http://schemas.openxmlformats.org/officeDocument/2006/relationships/image" Target="../media/image19.png"/><Relationship Id="rId43" Type="http://schemas.openxmlformats.org/officeDocument/2006/relationships/image" Target="../media/image52.png"/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12" Type="http://schemas.openxmlformats.org/officeDocument/2006/relationships/image" Target="../media/image37.png"/><Relationship Id="rId17" Type="http://schemas.openxmlformats.org/officeDocument/2006/relationships/image" Target="../media/image39.png"/><Relationship Id="rId25" Type="http://schemas.openxmlformats.org/officeDocument/2006/relationships/image" Target="../media/image26.png"/><Relationship Id="rId33" Type="http://schemas.openxmlformats.org/officeDocument/2006/relationships/image" Target="../media/image14.png"/><Relationship Id="rId38" Type="http://schemas.openxmlformats.org/officeDocument/2006/relationships/image" Target="../media/image22.png"/><Relationship Id="rId20" Type="http://schemas.openxmlformats.org/officeDocument/2006/relationships/image" Target="../media/image42.png"/><Relationship Id="rId41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0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69.png"/><Relationship Id="rId2" Type="http://schemas.openxmlformats.org/officeDocument/2006/relationships/image" Target="../media/image55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7.png"/><Relationship Id="rId10" Type="http://schemas.openxmlformats.org/officeDocument/2006/relationships/image" Target="../media/image63.png"/><Relationship Id="rId19" Type="http://schemas.openxmlformats.org/officeDocument/2006/relationships/image" Target="../media/image71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26" Type="http://schemas.openxmlformats.org/officeDocument/2006/relationships/image" Target="../media/image94.png"/><Relationship Id="rId39" Type="http://schemas.openxmlformats.org/officeDocument/2006/relationships/image" Target="../media/image107.png"/><Relationship Id="rId21" Type="http://schemas.openxmlformats.org/officeDocument/2006/relationships/image" Target="../media/image89.png"/><Relationship Id="rId34" Type="http://schemas.openxmlformats.org/officeDocument/2006/relationships/image" Target="../media/image102.png"/><Relationship Id="rId42" Type="http://schemas.openxmlformats.org/officeDocument/2006/relationships/image" Target="../media/image110.png"/><Relationship Id="rId47" Type="http://schemas.openxmlformats.org/officeDocument/2006/relationships/image" Target="../media/image115.png"/><Relationship Id="rId50" Type="http://schemas.openxmlformats.org/officeDocument/2006/relationships/image" Target="../media/image118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6" Type="http://schemas.openxmlformats.org/officeDocument/2006/relationships/image" Target="../media/image86.png"/><Relationship Id="rId29" Type="http://schemas.openxmlformats.org/officeDocument/2006/relationships/image" Target="../media/image97.png"/><Relationship Id="rId11" Type="http://schemas.openxmlformats.org/officeDocument/2006/relationships/image" Target="../media/image81.png"/><Relationship Id="rId24" Type="http://schemas.openxmlformats.org/officeDocument/2006/relationships/image" Target="../media/image92.png"/><Relationship Id="rId32" Type="http://schemas.openxmlformats.org/officeDocument/2006/relationships/image" Target="../media/image100.png"/><Relationship Id="rId37" Type="http://schemas.openxmlformats.org/officeDocument/2006/relationships/image" Target="../media/image105.png"/><Relationship Id="rId40" Type="http://schemas.openxmlformats.org/officeDocument/2006/relationships/image" Target="../media/image108.png"/><Relationship Id="rId45" Type="http://schemas.openxmlformats.org/officeDocument/2006/relationships/image" Target="../media/image113.png"/><Relationship Id="rId5" Type="http://schemas.openxmlformats.org/officeDocument/2006/relationships/image" Target="../media/image76.png"/><Relationship Id="rId15" Type="http://schemas.openxmlformats.org/officeDocument/2006/relationships/image" Target="../media/image85.png"/><Relationship Id="rId23" Type="http://schemas.openxmlformats.org/officeDocument/2006/relationships/image" Target="../media/image91.png"/><Relationship Id="rId28" Type="http://schemas.openxmlformats.org/officeDocument/2006/relationships/image" Target="../media/image96.png"/><Relationship Id="rId36" Type="http://schemas.openxmlformats.org/officeDocument/2006/relationships/image" Target="../media/image104.png"/><Relationship Id="rId49" Type="http://schemas.openxmlformats.org/officeDocument/2006/relationships/image" Target="../media/image117.png"/><Relationship Id="rId10" Type="http://schemas.openxmlformats.org/officeDocument/2006/relationships/image" Target="../media/image80.png"/><Relationship Id="rId19" Type="http://schemas.openxmlformats.org/officeDocument/2006/relationships/image" Target="../media/image17.png"/><Relationship Id="rId31" Type="http://schemas.openxmlformats.org/officeDocument/2006/relationships/image" Target="../media/image99.png"/><Relationship Id="rId44" Type="http://schemas.openxmlformats.org/officeDocument/2006/relationships/image" Target="../media/image112.png"/><Relationship Id="rId4" Type="http://schemas.openxmlformats.org/officeDocument/2006/relationships/image" Target="../media/image75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0.png"/><Relationship Id="rId27" Type="http://schemas.openxmlformats.org/officeDocument/2006/relationships/image" Target="../media/image95.png"/><Relationship Id="rId30" Type="http://schemas.openxmlformats.org/officeDocument/2006/relationships/image" Target="../media/image98.png"/><Relationship Id="rId35" Type="http://schemas.openxmlformats.org/officeDocument/2006/relationships/image" Target="../media/image103.png"/><Relationship Id="rId43" Type="http://schemas.openxmlformats.org/officeDocument/2006/relationships/image" Target="../media/image111.png"/><Relationship Id="rId48" Type="http://schemas.openxmlformats.org/officeDocument/2006/relationships/image" Target="../media/image116.png"/><Relationship Id="rId8" Type="http://schemas.openxmlformats.org/officeDocument/2006/relationships/image" Target="../media/image7.png"/><Relationship Id="rId51" Type="http://schemas.openxmlformats.org/officeDocument/2006/relationships/image" Target="../media/image54.png"/><Relationship Id="rId3" Type="http://schemas.openxmlformats.org/officeDocument/2006/relationships/image" Target="../media/image74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5" Type="http://schemas.openxmlformats.org/officeDocument/2006/relationships/image" Target="../media/image93.png"/><Relationship Id="rId33" Type="http://schemas.openxmlformats.org/officeDocument/2006/relationships/image" Target="../media/image101.png"/><Relationship Id="rId38" Type="http://schemas.openxmlformats.org/officeDocument/2006/relationships/image" Target="../media/image106.png"/><Relationship Id="rId46" Type="http://schemas.openxmlformats.org/officeDocument/2006/relationships/image" Target="../media/image114.png"/><Relationship Id="rId20" Type="http://schemas.openxmlformats.org/officeDocument/2006/relationships/image" Target="../media/image18.png"/><Relationship Id="rId41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26" Type="http://schemas.openxmlformats.org/officeDocument/2006/relationships/image" Target="../media/image138.png"/><Relationship Id="rId3" Type="http://schemas.openxmlformats.org/officeDocument/2006/relationships/image" Target="../media/image120.png"/><Relationship Id="rId21" Type="http://schemas.openxmlformats.org/officeDocument/2006/relationships/image" Target="../media/image133.png"/><Relationship Id="rId34" Type="http://schemas.openxmlformats.org/officeDocument/2006/relationships/image" Target="../media/image146.png"/><Relationship Id="rId7" Type="http://schemas.openxmlformats.org/officeDocument/2006/relationships/image" Target="../media/image97.png"/><Relationship Id="rId12" Type="http://schemas.openxmlformats.org/officeDocument/2006/relationships/image" Target="../media/image72.png"/><Relationship Id="rId17" Type="http://schemas.openxmlformats.org/officeDocument/2006/relationships/image" Target="../media/image129.png"/><Relationship Id="rId25" Type="http://schemas.openxmlformats.org/officeDocument/2006/relationships/image" Target="../media/image137.png"/><Relationship Id="rId33" Type="http://schemas.openxmlformats.org/officeDocument/2006/relationships/image" Target="../media/image145.png"/><Relationship Id="rId2" Type="http://schemas.openxmlformats.org/officeDocument/2006/relationships/image" Target="../media/image119.png"/><Relationship Id="rId16" Type="http://schemas.openxmlformats.org/officeDocument/2006/relationships/image" Target="../media/image128.png"/><Relationship Id="rId20" Type="http://schemas.openxmlformats.org/officeDocument/2006/relationships/image" Target="../media/image132.png"/><Relationship Id="rId29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124.png"/><Relationship Id="rId24" Type="http://schemas.openxmlformats.org/officeDocument/2006/relationships/image" Target="../media/image136.png"/><Relationship Id="rId32" Type="http://schemas.openxmlformats.org/officeDocument/2006/relationships/image" Target="../media/image144.png"/><Relationship Id="rId5" Type="http://schemas.openxmlformats.org/officeDocument/2006/relationships/image" Target="../media/image84.png"/><Relationship Id="rId15" Type="http://schemas.openxmlformats.org/officeDocument/2006/relationships/image" Target="../media/image127.png"/><Relationship Id="rId23" Type="http://schemas.openxmlformats.org/officeDocument/2006/relationships/image" Target="../media/image135.png"/><Relationship Id="rId28" Type="http://schemas.openxmlformats.org/officeDocument/2006/relationships/image" Target="../media/image140.png"/><Relationship Id="rId10" Type="http://schemas.openxmlformats.org/officeDocument/2006/relationships/image" Target="../media/image123.png"/><Relationship Id="rId19" Type="http://schemas.openxmlformats.org/officeDocument/2006/relationships/image" Target="../media/image131.png"/><Relationship Id="rId31" Type="http://schemas.openxmlformats.org/officeDocument/2006/relationships/image" Target="../media/image143.png"/><Relationship Id="rId4" Type="http://schemas.openxmlformats.org/officeDocument/2006/relationships/image" Target="../media/image7.png"/><Relationship Id="rId9" Type="http://schemas.openxmlformats.org/officeDocument/2006/relationships/image" Target="../media/image122.png"/><Relationship Id="rId14" Type="http://schemas.openxmlformats.org/officeDocument/2006/relationships/image" Target="../media/image126.png"/><Relationship Id="rId22" Type="http://schemas.openxmlformats.org/officeDocument/2006/relationships/image" Target="../media/image134.png"/><Relationship Id="rId27" Type="http://schemas.openxmlformats.org/officeDocument/2006/relationships/image" Target="../media/image139.png"/><Relationship Id="rId30" Type="http://schemas.openxmlformats.org/officeDocument/2006/relationships/image" Target="../media/image142.png"/><Relationship Id="rId8" Type="http://schemas.openxmlformats.org/officeDocument/2006/relationships/image" Target="../media/image12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pn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21" Type="http://schemas.openxmlformats.org/officeDocument/2006/relationships/image" Target="../media/image156.png"/><Relationship Id="rId34" Type="http://schemas.openxmlformats.org/officeDocument/2006/relationships/image" Target="../media/image168.png"/><Relationship Id="rId76" Type="http://schemas.openxmlformats.org/officeDocument/2006/relationships/image" Target="../media/image184.png"/><Relationship Id="rId84" Type="http://schemas.openxmlformats.org/officeDocument/2006/relationships/image" Target="../media/image182.png"/><Relationship Id="rId89" Type="http://schemas.openxmlformats.org/officeDocument/2006/relationships/image" Target="../media/image188.png"/><Relationship Id="rId7" Type="http://schemas.openxmlformats.org/officeDocument/2006/relationships/image" Target="../media/image125.png"/><Relationship Id="rId2" Type="http://schemas.openxmlformats.org/officeDocument/2006/relationships/image" Target="../media/image119.png"/><Relationship Id="rId16" Type="http://schemas.openxmlformats.org/officeDocument/2006/relationships/image" Target="../media/image151.png"/><Relationship Id="rId29" Type="http://schemas.openxmlformats.org/officeDocument/2006/relationships/image" Target="../media/image164.png"/><Relationship Id="rId11" Type="http://schemas.openxmlformats.org/officeDocument/2006/relationships/image" Target="../media/image129.png"/><Relationship Id="rId24" Type="http://schemas.openxmlformats.org/officeDocument/2006/relationships/image" Target="../media/image159.png"/><Relationship Id="rId32" Type="http://schemas.openxmlformats.org/officeDocument/2006/relationships/image" Target="../media/image167.png"/><Relationship Id="rId37" Type="http://schemas.openxmlformats.org/officeDocument/2006/relationships/image" Target="../media/image171.png"/><Relationship Id="rId74" Type="http://schemas.openxmlformats.org/officeDocument/2006/relationships/image" Target="../media/image173.png"/><Relationship Id="rId79" Type="http://schemas.openxmlformats.org/officeDocument/2006/relationships/image" Target="../media/image177.png"/><Relationship Id="rId87" Type="http://schemas.openxmlformats.org/officeDocument/2006/relationships/image" Target="../media/image186.png"/><Relationship Id="rId5" Type="http://schemas.openxmlformats.org/officeDocument/2006/relationships/image" Target="../media/image148.png"/><Relationship Id="rId82" Type="http://schemas.openxmlformats.org/officeDocument/2006/relationships/image" Target="../media/image180.png"/><Relationship Id="rId10" Type="http://schemas.openxmlformats.org/officeDocument/2006/relationships/image" Target="../media/image128.png"/><Relationship Id="rId19" Type="http://schemas.openxmlformats.org/officeDocument/2006/relationships/image" Target="../media/image154.png"/><Relationship Id="rId31" Type="http://schemas.openxmlformats.org/officeDocument/2006/relationships/image" Target="../media/image166.png"/><Relationship Id="rId73" Type="http://schemas.openxmlformats.org/officeDocument/2006/relationships/image" Target="../media/image1640.png"/><Relationship Id="rId78" Type="http://schemas.openxmlformats.org/officeDocument/2006/relationships/image" Target="../media/image176.png"/><Relationship Id="rId81" Type="http://schemas.openxmlformats.org/officeDocument/2006/relationships/image" Target="../media/image179.png"/><Relationship Id="rId86" Type="http://schemas.openxmlformats.org/officeDocument/2006/relationships/image" Target="../media/image185.png"/><Relationship Id="rId4" Type="http://schemas.openxmlformats.org/officeDocument/2006/relationships/image" Target="../media/image147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Relationship Id="rId22" Type="http://schemas.openxmlformats.org/officeDocument/2006/relationships/image" Target="../media/image157.png"/><Relationship Id="rId27" Type="http://schemas.openxmlformats.org/officeDocument/2006/relationships/image" Target="../media/image162.png"/><Relationship Id="rId30" Type="http://schemas.openxmlformats.org/officeDocument/2006/relationships/image" Target="../media/image165.png"/><Relationship Id="rId35" Type="http://schemas.openxmlformats.org/officeDocument/2006/relationships/image" Target="../media/image169.png"/><Relationship Id="rId77" Type="http://schemas.openxmlformats.org/officeDocument/2006/relationships/image" Target="../media/image175.png"/><Relationship Id="rId8" Type="http://schemas.openxmlformats.org/officeDocument/2006/relationships/image" Target="../media/image126.png"/><Relationship Id="rId80" Type="http://schemas.openxmlformats.org/officeDocument/2006/relationships/image" Target="../media/image178.png"/><Relationship Id="rId85" Type="http://schemas.openxmlformats.org/officeDocument/2006/relationships/image" Target="../media/image183.png"/><Relationship Id="rId3" Type="http://schemas.openxmlformats.org/officeDocument/2006/relationships/image" Target="../media/image120.png"/><Relationship Id="rId12" Type="http://schemas.openxmlformats.org/officeDocument/2006/relationships/image" Target="../media/image130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33" Type="http://schemas.openxmlformats.org/officeDocument/2006/relationships/image" Target="../media/image121.png"/><Relationship Id="rId38" Type="http://schemas.openxmlformats.org/officeDocument/2006/relationships/image" Target="../media/image172.png"/><Relationship Id="rId20" Type="http://schemas.openxmlformats.org/officeDocument/2006/relationships/image" Target="../media/image155.png"/><Relationship Id="rId75" Type="http://schemas.openxmlformats.org/officeDocument/2006/relationships/image" Target="../media/image174.svg"/><Relationship Id="rId83" Type="http://schemas.openxmlformats.org/officeDocument/2006/relationships/image" Target="../media/image181.png"/><Relationship Id="rId88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36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2E20F6E0-7BBA-4461-9DBD-C704E7A7A7F6}"/>
              </a:ext>
            </a:extLst>
          </p:cNvPr>
          <p:cNvSpPr/>
          <p:nvPr/>
        </p:nvSpPr>
        <p:spPr>
          <a:xfrm>
            <a:off x="4931437" y="-246854"/>
            <a:ext cx="4899729" cy="5763273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A3B855A1-423C-4AEE-814C-5C55773D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360" y="3258582"/>
            <a:ext cx="1285200" cy="1285200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EAAC8927-142A-4A34-A966-A20A42885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571" y="3170597"/>
            <a:ext cx="1285200" cy="128520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5F31F489-16C6-4FAD-AFBF-9F0B553CE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12" y="1590140"/>
            <a:ext cx="1285200" cy="1282539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F65EA00A-9661-4F34-87CC-6F37CEF20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963" y="1587292"/>
            <a:ext cx="1285200" cy="1285200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E2C8AD31-9FDC-48E2-A5E8-FC6AF6A2C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487" y="608168"/>
            <a:ext cx="1285200" cy="1285200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B83A1FF2-A2DD-415B-BB5D-38A91951F5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2584" y="4223739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260308" y="-10181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6994665" y="3825939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3825939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10909" r="-46269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6994665" y="1880347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1880347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410830" y="1133205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290953" y="76023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953" y="760233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463940" y="1038381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3940" y="1038381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767493" y="1504453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7493" y="1504453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56806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585251" y="610253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251" y="610253"/>
                <a:ext cx="1673596" cy="323165"/>
              </a:xfrm>
              <a:prstGeom prst="rect">
                <a:avLst/>
              </a:prstGeom>
              <a:blipFill>
                <a:blip r:embed="rId14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301973" y="3169252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3169252"/>
                <a:ext cx="1150186" cy="323165"/>
              </a:xfrm>
              <a:prstGeom prst="rect">
                <a:avLst/>
              </a:prstGeom>
              <a:blipFill>
                <a:blip r:embed="rId1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31357" y="1573243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1573243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26049" y="4164824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6049" y="4164824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4049346" y="2098634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3967886" y="3183111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886" y="3183111"/>
                <a:ext cx="47831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17889" y="217663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79312" y="226076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17889" y="367158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87773" y="228716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37215" y="226127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87773" y="228716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49417" y="2830812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2830812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16943" y="367158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04340" y="2926209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2926209"/>
                <a:ext cx="176928" cy="338554"/>
              </a:xfrm>
              <a:prstGeom prst="rect">
                <a:avLst/>
              </a:prstGeom>
              <a:blipFill>
                <a:blip r:embed="rId21"/>
                <a:stretch>
                  <a:fillRect r="-55172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0220" y="2296467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20" y="2296467"/>
                <a:ext cx="256967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37215" y="226127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39799" y="292503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395188" y="2561082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398168" y="300479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2833312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595635" y="292503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18125" y="216875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90" y="290990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0268" y="2944946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2944946"/>
                <a:ext cx="315234" cy="33855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77541" y="300997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21561" y="2872675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61340" y="2624528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2624528"/>
                <a:ext cx="297046" cy="338554"/>
              </a:xfrm>
              <a:prstGeom prst="rect">
                <a:avLst/>
              </a:prstGeom>
              <a:blipFill>
                <a:blip r:embed="rId24"/>
                <a:stretch>
                  <a:fillRect l="-2083" r="-4167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391039" y="2564243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7651126" y="318502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6965326" y="265162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312755" y="3169252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3169252"/>
                <a:ext cx="1150186" cy="323165"/>
              </a:xfrm>
              <a:prstGeom prst="rect">
                <a:avLst/>
              </a:prstGeom>
              <a:blipFill>
                <a:blip r:embed="rId25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272154" y="1573243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2154" y="1573243"/>
                <a:ext cx="1150186" cy="323165"/>
              </a:xfrm>
              <a:prstGeom prst="rect">
                <a:avLst/>
              </a:prstGeom>
              <a:blipFill>
                <a:blip r:embed="rId26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6523355" y="2734916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7827014" y="3295492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8169593" y="2832898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6508393" y="3075285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l="8885" t="22429" r="8429" b="17067"/>
          <a:stretch/>
        </p:blipFill>
        <p:spPr>
          <a:xfrm>
            <a:off x="3165476" y="1337456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3320729" y="183808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729" y="183808"/>
                <a:ext cx="1183337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779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4219C4A2-C0C4-43A0-979E-3F47B60022B1}"/>
              </a:ext>
            </a:extLst>
          </p:cNvPr>
          <p:cNvSpPr/>
          <p:nvPr/>
        </p:nvSpPr>
        <p:spPr>
          <a:xfrm>
            <a:off x="4931437" y="452519"/>
            <a:ext cx="4899729" cy="436452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31" name="圖片 130">
            <a:extLst>
              <a:ext uri="{FF2B5EF4-FFF2-40B4-BE49-F238E27FC236}">
                <a16:creationId xmlns:a16="http://schemas.microsoft.com/office/drawing/2014/main" id="{0B8448C8-BECB-401C-8484-D1118D5BE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416" y="3252643"/>
            <a:ext cx="1285200" cy="1289366"/>
          </a:xfrm>
          <a:prstGeom prst="rect">
            <a:avLst/>
          </a:prstGeom>
        </p:spPr>
      </p:pic>
      <p:pic>
        <p:nvPicPr>
          <p:cNvPr id="132" name="圖片 131">
            <a:extLst>
              <a:ext uri="{FF2B5EF4-FFF2-40B4-BE49-F238E27FC236}">
                <a16:creationId xmlns:a16="http://schemas.microsoft.com/office/drawing/2014/main" id="{B808CC54-862F-4E46-8816-22776B6CA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637" y="3264767"/>
            <a:ext cx="1285200" cy="1287331"/>
          </a:xfrm>
          <a:prstGeom prst="rect">
            <a:avLst/>
          </a:prstGeom>
        </p:spPr>
      </p:pic>
      <p:pic>
        <p:nvPicPr>
          <p:cNvPr id="133" name="圖片 132">
            <a:extLst>
              <a:ext uri="{FF2B5EF4-FFF2-40B4-BE49-F238E27FC236}">
                <a16:creationId xmlns:a16="http://schemas.microsoft.com/office/drawing/2014/main" id="{C1DBB7E0-5F0B-4CDA-9EA3-49D5F786D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862" y="1572720"/>
            <a:ext cx="1285200" cy="1283068"/>
          </a:xfrm>
          <a:prstGeom prst="rect">
            <a:avLst/>
          </a:prstGeom>
        </p:spPr>
      </p:pic>
      <p:pic>
        <p:nvPicPr>
          <p:cNvPr id="134" name="圖片 133">
            <a:extLst>
              <a:ext uri="{FF2B5EF4-FFF2-40B4-BE49-F238E27FC236}">
                <a16:creationId xmlns:a16="http://schemas.microsoft.com/office/drawing/2014/main" id="{B60B8F46-46A3-4674-AD32-7001D126B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937" y="1587506"/>
            <a:ext cx="1285200" cy="1285200"/>
          </a:xfrm>
          <a:prstGeom prst="rect">
            <a:avLst/>
          </a:prstGeom>
        </p:spPr>
      </p:pic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2E20F6E0-7BBA-4461-9DBD-C704E7A7A7F6}"/>
              </a:ext>
            </a:extLst>
          </p:cNvPr>
          <p:cNvSpPr/>
          <p:nvPr/>
        </p:nvSpPr>
        <p:spPr>
          <a:xfrm>
            <a:off x="15560" y="452519"/>
            <a:ext cx="4899729" cy="4364524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511A766B-16E9-4228-B353-8E5B4DF77B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716" y="3255499"/>
            <a:ext cx="1285200" cy="1280028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9E875AF4-BF16-46BC-B385-09860EC1C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803" y="3274389"/>
            <a:ext cx="1285200" cy="1285200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1273A493-7205-4B09-A393-DFA50CF6C6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1173" y="1579423"/>
            <a:ext cx="1285200" cy="1282539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05CD3498-7685-4611-B406-50774D8721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465" y="1596161"/>
            <a:ext cx="1285200" cy="1285200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/>
          <a:stretch/>
        </p:blipFill>
        <p:spPr>
          <a:xfrm>
            <a:off x="6150892" y="-101810"/>
            <a:ext cx="2300718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2078788" y="3825939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788" y="3825939"/>
                <a:ext cx="812954" cy="338554"/>
              </a:xfrm>
              <a:prstGeom prst="rect">
                <a:avLst/>
              </a:prstGeom>
              <a:blipFill>
                <a:blip r:embed="rId11"/>
                <a:stretch>
                  <a:fillRect t="-110909" r="-47368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2078788" y="1880347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788" y="1880347"/>
                <a:ext cx="812954" cy="338554"/>
              </a:xfrm>
              <a:prstGeom prst="rect">
                <a:avLst/>
              </a:prstGeom>
              <a:blipFill>
                <a:blip r:embed="rId12"/>
                <a:stretch>
                  <a:fillRect t="-108929" r="-47368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群組 7">
            <a:extLst>
              <a:ext uri="{FF2B5EF4-FFF2-40B4-BE49-F238E27FC236}">
                <a16:creationId xmlns:a16="http://schemas.microsoft.com/office/drawing/2014/main" id="{99552010-01AB-487C-89C1-096E18CEF271}"/>
              </a:ext>
            </a:extLst>
          </p:cNvPr>
          <p:cNvGrpSpPr/>
          <p:nvPr/>
        </p:nvGrpSpPr>
        <p:grpSpPr>
          <a:xfrm>
            <a:off x="245749" y="1788933"/>
            <a:ext cx="1084870" cy="1051517"/>
            <a:chOff x="6540846" y="1435710"/>
            <a:chExt cx="1084870" cy="1051517"/>
          </a:xfrm>
        </p:grpSpPr>
        <p:grpSp>
          <p:nvGrpSpPr>
            <p:cNvPr id="212" name="群組 211">
              <a:extLst>
                <a:ext uri="{FF2B5EF4-FFF2-40B4-BE49-F238E27FC236}">
                  <a16:creationId xmlns:a16="http://schemas.microsoft.com/office/drawing/2014/main" id="{56BB1570-BE07-4CCA-B844-DD9F00E8733F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213" name="箭號: 向右 212">
                <a:extLst>
                  <a:ext uri="{FF2B5EF4-FFF2-40B4-BE49-F238E27FC236}">
                    <a16:creationId xmlns:a16="http://schemas.microsoft.com/office/drawing/2014/main" id="{D44EB9EF-73CA-404D-99EE-1F0CCE892A52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20" name="箭號: 向右 219">
                <a:extLst>
                  <a:ext uri="{FF2B5EF4-FFF2-40B4-BE49-F238E27FC236}">
                    <a16:creationId xmlns:a16="http://schemas.microsoft.com/office/drawing/2014/main" id="{9F517533-ADEE-4B5D-BB6F-1F4159A610F9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文字方塊 225">
                  <a:extLst>
                    <a:ext uri="{FF2B5EF4-FFF2-40B4-BE49-F238E27FC236}">
                      <a16:creationId xmlns:a16="http://schemas.microsoft.com/office/drawing/2014/main" id="{4A797F52-28EA-4953-BC86-8E8901D5D2D9}"/>
                    </a:ext>
                  </a:extLst>
                </p:cNvPr>
                <p:cNvSpPr txBox="1"/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26" name="文字方塊 225">
                  <a:extLst>
                    <a:ext uri="{FF2B5EF4-FFF2-40B4-BE49-F238E27FC236}">
                      <a16:creationId xmlns:a16="http://schemas.microsoft.com/office/drawing/2014/main" id="{4A797F52-28EA-4953-BC86-8E8901D5D2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blipFill>
                  <a:blip r:embed="rId13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990D4C3A-AED8-40BB-8849-57DEE8BE7A17}"/>
                    </a:ext>
                  </a:extLst>
                </p:cNvPr>
                <p:cNvSpPr txBox="1"/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27" name="文字方塊 226">
                  <a:extLst>
                    <a:ext uri="{FF2B5EF4-FFF2-40B4-BE49-F238E27FC236}">
                      <a16:creationId xmlns:a16="http://schemas.microsoft.com/office/drawing/2014/main" id="{990D4C3A-AED8-40BB-8849-57DEE8BE7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3C622479-68C9-4AC9-AE5F-27970F7075FD}"/>
                    </a:ext>
                  </a:extLst>
                </p:cNvPr>
                <p:cNvSpPr txBox="1"/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/>
                </a:p>
              </p:txBody>
            </p:sp>
          </mc:Choice>
          <mc:Fallback xmlns="">
            <p:sp>
              <p:nvSpPr>
                <p:cNvPr id="228" name="文字方塊 227">
                  <a:extLst>
                    <a:ext uri="{FF2B5EF4-FFF2-40B4-BE49-F238E27FC236}">
                      <a16:creationId xmlns:a16="http://schemas.microsoft.com/office/drawing/2014/main" id="{3C622479-68C9-4AC9-AE5F-27970F707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blipFill>
                  <a:blip r:embed="rId15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43826" y="-568063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386096" y="2986372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96" y="2986372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3415480" y="1283683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5480" y="1283683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2402012" y="217663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1763435" y="226076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2402012" y="367158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2171896" y="228716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2121338" y="226127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2171896" y="228716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1933540" y="2830812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540" y="2830812"/>
                <a:ext cx="176928" cy="338554"/>
              </a:xfrm>
              <a:prstGeom prst="rect">
                <a:avLst/>
              </a:prstGeom>
              <a:blipFill>
                <a:blip r:embed="rId18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2401066" y="367158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2588463" y="2926209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463" y="2926209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2344343" y="2296467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43" y="2296467"/>
                <a:ext cx="256967" cy="338554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2121338" y="226127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3123922" y="292503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2479311" y="2561082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2482291" y="300479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310969" y="2833312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1679758" y="292503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2402248" y="216875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2418413" y="290990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2054391" y="2944946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91" y="2944946"/>
                <a:ext cx="315234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2261664" y="300997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2405684" y="2872675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2445463" y="2624528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463" y="2624528"/>
                <a:ext cx="297046" cy="338554"/>
              </a:xfrm>
              <a:prstGeom prst="rect">
                <a:avLst/>
              </a:prstGeom>
              <a:blipFill>
                <a:blip r:embed="rId22"/>
                <a:stretch>
                  <a:fillRect r="-4082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2475162" y="2564243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2" name="Oval 23">
            <a:extLst>
              <a:ext uri="{FF2B5EF4-FFF2-40B4-BE49-F238E27FC236}">
                <a16:creationId xmlns:a16="http://schemas.microsoft.com/office/drawing/2014/main" id="{6454FEB7-1A49-4057-B9D1-C98AB19CFD06}"/>
              </a:ext>
            </a:extLst>
          </p:cNvPr>
          <p:cNvSpPr/>
          <p:nvPr/>
        </p:nvSpPr>
        <p:spPr>
          <a:xfrm>
            <a:off x="2735249" y="318502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54" name="Oval 23">
            <a:extLst>
              <a:ext uri="{FF2B5EF4-FFF2-40B4-BE49-F238E27FC236}">
                <a16:creationId xmlns:a16="http://schemas.microsoft.com/office/drawing/2014/main" id="{2FF5597B-5488-4B3C-BE8B-E0AD3A81CF14}"/>
              </a:ext>
            </a:extLst>
          </p:cNvPr>
          <p:cNvSpPr/>
          <p:nvPr/>
        </p:nvSpPr>
        <p:spPr>
          <a:xfrm>
            <a:off x="2049449" y="265162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3396878" y="2986372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878" y="2986372"/>
                <a:ext cx="1150186" cy="323165"/>
              </a:xfrm>
              <a:prstGeom prst="rect">
                <a:avLst/>
              </a:prstGeom>
              <a:blipFill>
                <a:blip r:embed="rId2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-36675" y="1298921"/>
                <a:ext cx="193609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675" y="1298921"/>
                <a:ext cx="1936090" cy="323165"/>
              </a:xfrm>
              <a:prstGeom prst="rect">
                <a:avLst/>
              </a:prstGeom>
              <a:blipFill>
                <a:blip r:embed="rId24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DA529A4E-3BAB-45BB-8274-1088EF0B43A5}"/>
              </a:ext>
            </a:extLst>
          </p:cNvPr>
          <p:cNvCxnSpPr>
            <a:cxnSpLocks/>
          </p:cNvCxnSpPr>
          <p:nvPr/>
        </p:nvCxnSpPr>
        <p:spPr>
          <a:xfrm flipV="1">
            <a:off x="1607478" y="2734916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100F92B-B8C5-4A0F-B866-E2BAB0C4087A}"/>
              </a:ext>
            </a:extLst>
          </p:cNvPr>
          <p:cNvCxnSpPr>
            <a:cxnSpLocks/>
          </p:cNvCxnSpPr>
          <p:nvPr/>
        </p:nvCxnSpPr>
        <p:spPr>
          <a:xfrm>
            <a:off x="2911137" y="3295492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0" name="直線接點 159">
            <a:extLst>
              <a:ext uri="{FF2B5EF4-FFF2-40B4-BE49-F238E27FC236}">
                <a16:creationId xmlns:a16="http://schemas.microsoft.com/office/drawing/2014/main" id="{A656DF39-7853-456D-84EE-B2D69029F0B5}"/>
              </a:ext>
            </a:extLst>
          </p:cNvPr>
          <p:cNvCxnSpPr>
            <a:cxnSpLocks/>
          </p:cNvCxnSpPr>
          <p:nvPr/>
        </p:nvCxnSpPr>
        <p:spPr>
          <a:xfrm flipV="1">
            <a:off x="3253716" y="2832898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C2ECA97C-3D5E-4873-BF49-1B844DE8012B}"/>
              </a:ext>
            </a:extLst>
          </p:cNvPr>
          <p:cNvCxnSpPr>
            <a:cxnSpLocks/>
          </p:cNvCxnSpPr>
          <p:nvPr/>
        </p:nvCxnSpPr>
        <p:spPr>
          <a:xfrm flipV="1">
            <a:off x="1592516" y="3075285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8885" t="22429" r="8429" b="17067"/>
          <a:stretch/>
        </p:blipFill>
        <p:spPr>
          <a:xfrm>
            <a:off x="3749328" y="-298041"/>
            <a:ext cx="746918" cy="1630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/>
              <p:nvPr/>
            </p:nvSpPr>
            <p:spPr>
              <a:xfrm>
                <a:off x="2875249" y="-258119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0, −1, 1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753A7363-6750-43E6-B148-328C1E168B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9" y="-258119"/>
                <a:ext cx="1183337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870979C-3090-4CB2-8707-FD9D73101B9E}"/>
                  </a:ext>
                </a:extLst>
              </p:cNvPr>
              <p:cNvSpPr/>
              <p:nvPr/>
            </p:nvSpPr>
            <p:spPr>
              <a:xfrm>
                <a:off x="351135" y="453971"/>
                <a:ext cx="4228570" cy="6375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870979C-3090-4CB2-8707-FD9D73101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135" y="453971"/>
                <a:ext cx="4228570" cy="63756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099A32F0-0B01-4AF9-B35F-866E4FE9E088}"/>
                  </a:ext>
                </a:extLst>
              </p:cNvPr>
              <p:cNvSpPr txBox="1"/>
              <p:nvPr/>
            </p:nvSpPr>
            <p:spPr>
              <a:xfrm>
                <a:off x="6994665" y="3825939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099A32F0-0B01-4AF9-B35F-866E4FE9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3825939"/>
                <a:ext cx="812954" cy="338554"/>
              </a:xfrm>
              <a:prstGeom prst="rect">
                <a:avLst/>
              </a:prstGeom>
              <a:blipFill>
                <a:blip r:embed="rId28"/>
                <a:stretch>
                  <a:fillRect t="-110909" r="-46269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AA7CB70E-37B6-4052-9FA9-53FFB70148E3}"/>
                  </a:ext>
                </a:extLst>
              </p:cNvPr>
              <p:cNvSpPr txBox="1"/>
              <p:nvPr/>
            </p:nvSpPr>
            <p:spPr>
              <a:xfrm>
                <a:off x="6994665" y="1880347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AA7CB70E-37B6-4052-9FA9-53FFB7014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665" y="1880347"/>
                <a:ext cx="812954" cy="338554"/>
              </a:xfrm>
              <a:prstGeom prst="rect">
                <a:avLst/>
              </a:prstGeom>
              <a:blipFill>
                <a:blip r:embed="rId29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群組 86">
            <a:extLst>
              <a:ext uri="{FF2B5EF4-FFF2-40B4-BE49-F238E27FC236}">
                <a16:creationId xmlns:a16="http://schemas.microsoft.com/office/drawing/2014/main" id="{FBA3779E-1047-453F-8AD2-481D912E490E}"/>
              </a:ext>
            </a:extLst>
          </p:cNvPr>
          <p:cNvGrpSpPr/>
          <p:nvPr/>
        </p:nvGrpSpPr>
        <p:grpSpPr>
          <a:xfrm>
            <a:off x="5161626" y="1788933"/>
            <a:ext cx="1084870" cy="1051517"/>
            <a:chOff x="6540846" y="1435710"/>
            <a:chExt cx="1084870" cy="1051517"/>
          </a:xfrm>
        </p:grpSpPr>
        <p:grpSp>
          <p:nvGrpSpPr>
            <p:cNvPr id="88" name="群組 87">
              <a:extLst>
                <a:ext uri="{FF2B5EF4-FFF2-40B4-BE49-F238E27FC236}">
                  <a16:creationId xmlns:a16="http://schemas.microsoft.com/office/drawing/2014/main" id="{73B75A2F-1D04-4FA0-AAE9-B5B3862985D4}"/>
                </a:ext>
              </a:extLst>
            </p:cNvPr>
            <p:cNvGrpSpPr/>
            <p:nvPr/>
          </p:nvGrpSpPr>
          <p:grpSpPr>
            <a:xfrm>
              <a:off x="7184183" y="1808686"/>
              <a:ext cx="115586" cy="110880"/>
              <a:chOff x="1373392" y="2391862"/>
              <a:chExt cx="479433" cy="476535"/>
            </a:xfrm>
          </p:grpSpPr>
          <p:sp>
            <p:nvSpPr>
              <p:cNvPr id="92" name="箭號: 向右 91">
                <a:extLst>
                  <a:ext uri="{FF2B5EF4-FFF2-40B4-BE49-F238E27FC236}">
                    <a16:creationId xmlns:a16="http://schemas.microsoft.com/office/drawing/2014/main" id="{01B9DC13-FF31-4E0A-A63B-91AD4AA6EAC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箭號: 向右 92">
                <a:extLst>
                  <a:ext uri="{FF2B5EF4-FFF2-40B4-BE49-F238E27FC236}">
                    <a16:creationId xmlns:a16="http://schemas.microsoft.com/office/drawing/2014/main" id="{CD8BCAB6-B424-4683-8CB0-DF68EE189FF4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E1121E79-32E1-4072-B8AE-3EFA59BD9BF0}"/>
                    </a:ext>
                  </a:extLst>
                </p:cNvPr>
                <p:cNvSpPr txBox="1"/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89" name="文字方塊 88">
                  <a:extLst>
                    <a:ext uri="{FF2B5EF4-FFF2-40B4-BE49-F238E27FC236}">
                      <a16:creationId xmlns:a16="http://schemas.microsoft.com/office/drawing/2014/main" id="{E1121E79-32E1-4072-B8AE-3EFA59BD9B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06" y="1435710"/>
                  <a:ext cx="438402" cy="424283"/>
                </a:xfrm>
                <a:prstGeom prst="rect">
                  <a:avLst/>
                </a:prstGeom>
                <a:blipFill>
                  <a:blip r:embed="rId30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A7002E44-5832-473A-8E82-05F52BC31DF7}"/>
                    </a:ext>
                  </a:extLst>
                </p:cNvPr>
                <p:cNvSpPr txBox="1"/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A7002E44-5832-473A-8E82-05F52BC31D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7289" y="1713862"/>
                  <a:ext cx="388427" cy="400110"/>
                </a:xfrm>
                <a:prstGeom prst="rect">
                  <a:avLst/>
                </a:prstGeom>
                <a:blipFill>
                  <a:blip r:embed="rId31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8DD209CE-BAC5-4374-8353-3F120DE798CD}"/>
                    </a:ext>
                  </a:extLst>
                </p:cNvPr>
                <p:cNvSpPr txBox="1"/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1600" dirty="0"/>
                </a:p>
              </p:txBody>
            </p:sp>
          </mc:Choice>
          <mc:Fallback xmlns="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8DD209CE-BAC5-4374-8353-3F120DE79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0846" y="2148673"/>
                  <a:ext cx="652306" cy="338554"/>
                </a:xfrm>
                <a:prstGeom prst="rect">
                  <a:avLst/>
                </a:prstGeom>
                <a:blipFill>
                  <a:blip r:embed="rId32"/>
                  <a:stretch>
                    <a:fillRect b="-53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9F833FFB-5F64-4648-9874-13E71860EA45}"/>
                  </a:ext>
                </a:extLst>
              </p:cNvPr>
              <p:cNvSpPr txBox="1"/>
              <p:nvPr/>
            </p:nvSpPr>
            <p:spPr>
              <a:xfrm>
                <a:off x="5301973" y="2986372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9F833FFB-5F64-4648-9874-13E71860E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1973" y="2986372"/>
                <a:ext cx="1150186" cy="323165"/>
              </a:xfrm>
              <a:prstGeom prst="rect">
                <a:avLst/>
              </a:prstGeom>
              <a:blipFill>
                <a:blip r:embed="rId33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C938E8C-C3AB-48E4-B7F6-809C10706517}"/>
                  </a:ext>
                </a:extLst>
              </p:cNvPr>
              <p:cNvSpPr txBox="1"/>
              <p:nvPr/>
            </p:nvSpPr>
            <p:spPr>
              <a:xfrm>
                <a:off x="8331357" y="1283683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DC938E8C-C3AB-48E4-B7F6-809C10706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357" y="1283683"/>
                <a:ext cx="1150186" cy="323165"/>
              </a:xfrm>
              <a:prstGeom prst="rect">
                <a:avLst/>
              </a:prstGeom>
              <a:blipFill>
                <a:blip r:embed="rId34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Oval 14">
            <a:extLst>
              <a:ext uri="{FF2B5EF4-FFF2-40B4-BE49-F238E27FC236}">
                <a16:creationId xmlns:a16="http://schemas.microsoft.com/office/drawing/2014/main" id="{C792C8F8-F5A1-4346-A88D-7F9D1E94E13F}"/>
              </a:ext>
            </a:extLst>
          </p:cNvPr>
          <p:cNvSpPr/>
          <p:nvPr/>
        </p:nvSpPr>
        <p:spPr>
          <a:xfrm>
            <a:off x="7317889" y="2176631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98" name="Oval 4">
            <a:extLst>
              <a:ext uri="{FF2B5EF4-FFF2-40B4-BE49-F238E27FC236}">
                <a16:creationId xmlns:a16="http://schemas.microsoft.com/office/drawing/2014/main" id="{1161E5E1-348D-4C00-96CB-60132C7FE9FF}"/>
              </a:ext>
            </a:extLst>
          </p:cNvPr>
          <p:cNvSpPr/>
          <p:nvPr/>
        </p:nvSpPr>
        <p:spPr>
          <a:xfrm>
            <a:off x="6679312" y="2260769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99" name="Oval 15">
            <a:extLst>
              <a:ext uri="{FF2B5EF4-FFF2-40B4-BE49-F238E27FC236}">
                <a16:creationId xmlns:a16="http://schemas.microsoft.com/office/drawing/2014/main" id="{CD21E48B-83A0-4C4D-91C7-C97D37D3EA63}"/>
              </a:ext>
            </a:extLst>
          </p:cNvPr>
          <p:cNvSpPr/>
          <p:nvPr/>
        </p:nvSpPr>
        <p:spPr>
          <a:xfrm>
            <a:off x="7317889" y="3671588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0" name="SHO">
            <a:extLst>
              <a:ext uri="{FF2B5EF4-FFF2-40B4-BE49-F238E27FC236}">
                <a16:creationId xmlns:a16="http://schemas.microsoft.com/office/drawing/2014/main" id="{3848DF2B-55FE-4349-BF7F-BBBF41F2D8F5}"/>
              </a:ext>
            </a:extLst>
          </p:cNvPr>
          <p:cNvSpPr/>
          <p:nvPr/>
        </p:nvSpPr>
        <p:spPr>
          <a:xfrm rot="16200000">
            <a:off x="7087773" y="2287168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1" name="SVO">
            <a:extLst>
              <a:ext uri="{FF2B5EF4-FFF2-40B4-BE49-F238E27FC236}">
                <a16:creationId xmlns:a16="http://schemas.microsoft.com/office/drawing/2014/main" id="{1CA46005-F0D4-4C5F-B9D1-EA636F9BE340}"/>
              </a:ext>
            </a:extLst>
          </p:cNvPr>
          <p:cNvSpPr/>
          <p:nvPr/>
        </p:nvSpPr>
        <p:spPr>
          <a:xfrm>
            <a:off x="7037215" y="2261270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2" name="Oval 6">
            <a:extLst>
              <a:ext uri="{FF2B5EF4-FFF2-40B4-BE49-F238E27FC236}">
                <a16:creationId xmlns:a16="http://schemas.microsoft.com/office/drawing/2014/main" id="{3099A17A-01CD-43D1-AD76-F4E1B906B7DA}"/>
              </a:ext>
            </a:extLst>
          </p:cNvPr>
          <p:cNvSpPr/>
          <p:nvPr/>
        </p:nvSpPr>
        <p:spPr>
          <a:xfrm rot="16200000">
            <a:off x="7087773" y="2287168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1">
                <a:extLst>
                  <a:ext uri="{FF2B5EF4-FFF2-40B4-BE49-F238E27FC236}">
                    <a16:creationId xmlns:a16="http://schemas.microsoft.com/office/drawing/2014/main" id="{E801AE61-5DB2-4DAD-A03E-D5FEDCEEF615}"/>
                  </a:ext>
                </a:extLst>
              </p:cNvPr>
              <p:cNvSpPr txBox="1"/>
              <p:nvPr/>
            </p:nvSpPr>
            <p:spPr>
              <a:xfrm>
                <a:off x="6849417" y="2830812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3" name="TextBox 11">
                <a:extLst>
                  <a:ext uri="{FF2B5EF4-FFF2-40B4-BE49-F238E27FC236}">
                    <a16:creationId xmlns:a16="http://schemas.microsoft.com/office/drawing/2014/main" id="{E801AE61-5DB2-4DAD-A03E-D5FEDCEEF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417" y="2830812"/>
                <a:ext cx="176928" cy="338554"/>
              </a:xfrm>
              <a:prstGeom prst="rect">
                <a:avLst/>
              </a:prstGeom>
              <a:blipFill>
                <a:blip r:embed="rId35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Oval 22">
            <a:extLst>
              <a:ext uri="{FF2B5EF4-FFF2-40B4-BE49-F238E27FC236}">
                <a16:creationId xmlns:a16="http://schemas.microsoft.com/office/drawing/2014/main" id="{3FDC66FD-EBCB-4629-94C9-A3582FBBA81C}"/>
              </a:ext>
            </a:extLst>
          </p:cNvPr>
          <p:cNvSpPr/>
          <p:nvPr/>
        </p:nvSpPr>
        <p:spPr>
          <a:xfrm>
            <a:off x="7316943" y="367158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2">
                <a:extLst>
                  <a:ext uri="{FF2B5EF4-FFF2-40B4-BE49-F238E27FC236}">
                    <a16:creationId xmlns:a16="http://schemas.microsoft.com/office/drawing/2014/main" id="{1A70A5D4-FC51-48EC-99C5-9215A09E6C44}"/>
                  </a:ext>
                </a:extLst>
              </p:cNvPr>
              <p:cNvSpPr txBox="1"/>
              <p:nvPr/>
            </p:nvSpPr>
            <p:spPr>
              <a:xfrm>
                <a:off x="7504340" y="2926209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5" name="TextBox 12">
                <a:extLst>
                  <a:ext uri="{FF2B5EF4-FFF2-40B4-BE49-F238E27FC236}">
                    <a16:creationId xmlns:a16="http://schemas.microsoft.com/office/drawing/2014/main" id="{1A70A5D4-FC51-48EC-99C5-9215A09E6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4340" y="2926209"/>
                <a:ext cx="176928" cy="338554"/>
              </a:xfrm>
              <a:prstGeom prst="rect">
                <a:avLst/>
              </a:prstGeom>
              <a:blipFill>
                <a:blip r:embed="rId36"/>
                <a:stretch>
                  <a:fillRect r="-55172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3">
                <a:extLst>
                  <a:ext uri="{FF2B5EF4-FFF2-40B4-BE49-F238E27FC236}">
                    <a16:creationId xmlns:a16="http://schemas.microsoft.com/office/drawing/2014/main" id="{BFF6C3B1-5F8A-4A90-9578-E86E1E569BFB}"/>
                  </a:ext>
                </a:extLst>
              </p:cNvPr>
              <p:cNvSpPr txBox="1"/>
              <p:nvPr/>
            </p:nvSpPr>
            <p:spPr>
              <a:xfrm>
                <a:off x="7260220" y="2296467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6" name="TextBox 13">
                <a:extLst>
                  <a:ext uri="{FF2B5EF4-FFF2-40B4-BE49-F238E27FC236}">
                    <a16:creationId xmlns:a16="http://schemas.microsoft.com/office/drawing/2014/main" id="{BFF6C3B1-5F8A-4A90-9578-E86E1E569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0220" y="2296467"/>
                <a:ext cx="256967" cy="33855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DVO">
            <a:extLst>
              <a:ext uri="{FF2B5EF4-FFF2-40B4-BE49-F238E27FC236}">
                <a16:creationId xmlns:a16="http://schemas.microsoft.com/office/drawing/2014/main" id="{F4A5838B-CA09-4D16-B628-ED6F380DEEB3}"/>
              </a:ext>
            </a:extLst>
          </p:cNvPr>
          <p:cNvSpPr/>
          <p:nvPr/>
        </p:nvSpPr>
        <p:spPr>
          <a:xfrm flipH="1">
            <a:off x="7037215" y="2261270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8" name="Oval 23">
            <a:extLst>
              <a:ext uri="{FF2B5EF4-FFF2-40B4-BE49-F238E27FC236}">
                <a16:creationId xmlns:a16="http://schemas.microsoft.com/office/drawing/2014/main" id="{3F446388-16C1-41E0-A6F5-CB74045B1CFB}"/>
              </a:ext>
            </a:extLst>
          </p:cNvPr>
          <p:cNvSpPr/>
          <p:nvPr/>
        </p:nvSpPr>
        <p:spPr>
          <a:xfrm>
            <a:off x="8039799" y="292503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09" name="Straight Arrow Connector 7">
            <a:extLst>
              <a:ext uri="{FF2B5EF4-FFF2-40B4-BE49-F238E27FC236}">
                <a16:creationId xmlns:a16="http://schemas.microsoft.com/office/drawing/2014/main" id="{12AD31FD-140E-43BC-9C33-67F14CBAAAF9}"/>
              </a:ext>
            </a:extLst>
          </p:cNvPr>
          <p:cNvCxnSpPr>
            <a:cxnSpLocks/>
          </p:cNvCxnSpPr>
          <p:nvPr/>
        </p:nvCxnSpPr>
        <p:spPr>
          <a:xfrm flipV="1">
            <a:off x="7395188" y="2561082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9">
            <a:extLst>
              <a:ext uri="{FF2B5EF4-FFF2-40B4-BE49-F238E27FC236}">
                <a16:creationId xmlns:a16="http://schemas.microsoft.com/office/drawing/2014/main" id="{3788410B-223D-4EB0-8363-7DC6EA87EE33}"/>
              </a:ext>
            </a:extLst>
          </p:cNvPr>
          <p:cNvCxnSpPr>
            <a:cxnSpLocks/>
          </p:cNvCxnSpPr>
          <p:nvPr/>
        </p:nvCxnSpPr>
        <p:spPr>
          <a:xfrm>
            <a:off x="7398168" y="3004792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8">
            <a:extLst>
              <a:ext uri="{FF2B5EF4-FFF2-40B4-BE49-F238E27FC236}">
                <a16:creationId xmlns:a16="http://schemas.microsoft.com/office/drawing/2014/main" id="{D1AB6121-23AB-43D1-8CC0-4EBD8696287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26846" y="2833312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20">
            <a:extLst>
              <a:ext uri="{FF2B5EF4-FFF2-40B4-BE49-F238E27FC236}">
                <a16:creationId xmlns:a16="http://schemas.microsoft.com/office/drawing/2014/main" id="{339C1E17-AD2C-4214-982D-2E382A43FA80}"/>
              </a:ext>
            </a:extLst>
          </p:cNvPr>
          <p:cNvSpPr/>
          <p:nvPr/>
        </p:nvSpPr>
        <p:spPr>
          <a:xfrm>
            <a:off x="6595635" y="292503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13" name="Oval 22">
            <a:extLst>
              <a:ext uri="{FF2B5EF4-FFF2-40B4-BE49-F238E27FC236}">
                <a16:creationId xmlns:a16="http://schemas.microsoft.com/office/drawing/2014/main" id="{2DD84A9E-2F96-48A6-A989-045ED0FB5641}"/>
              </a:ext>
            </a:extLst>
          </p:cNvPr>
          <p:cNvSpPr/>
          <p:nvPr/>
        </p:nvSpPr>
        <p:spPr>
          <a:xfrm>
            <a:off x="7318125" y="2168757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14" name="Partial Circle 9">
            <a:extLst>
              <a:ext uri="{FF2B5EF4-FFF2-40B4-BE49-F238E27FC236}">
                <a16:creationId xmlns:a16="http://schemas.microsoft.com/office/drawing/2014/main" id="{07F6D1C8-03D3-47CC-8D62-6FBCE6D383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34290" y="2909904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0">
                <a:extLst>
                  <a:ext uri="{FF2B5EF4-FFF2-40B4-BE49-F238E27FC236}">
                    <a16:creationId xmlns:a16="http://schemas.microsoft.com/office/drawing/2014/main" id="{EB3AD3E6-562D-4410-B7A5-6AA07A53FD87}"/>
                  </a:ext>
                </a:extLst>
              </p:cNvPr>
              <p:cNvSpPr txBox="1"/>
              <p:nvPr/>
            </p:nvSpPr>
            <p:spPr>
              <a:xfrm>
                <a:off x="6970268" y="2944946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5" name="TextBox 10">
                <a:extLst>
                  <a:ext uri="{FF2B5EF4-FFF2-40B4-BE49-F238E27FC236}">
                    <a16:creationId xmlns:a16="http://schemas.microsoft.com/office/drawing/2014/main" id="{EB3AD3E6-562D-4410-B7A5-6AA07A53F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68" y="2944946"/>
                <a:ext cx="315234" cy="3385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7">
            <a:extLst>
              <a:ext uri="{FF2B5EF4-FFF2-40B4-BE49-F238E27FC236}">
                <a16:creationId xmlns:a16="http://schemas.microsoft.com/office/drawing/2014/main" id="{63D8A9EF-8073-459E-A82A-CC4F7181FDD5}"/>
              </a:ext>
            </a:extLst>
          </p:cNvPr>
          <p:cNvCxnSpPr>
            <a:cxnSpLocks/>
          </p:cNvCxnSpPr>
          <p:nvPr/>
        </p:nvCxnSpPr>
        <p:spPr>
          <a:xfrm flipH="1">
            <a:off x="7177541" y="3009972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7" name="Partial Circle 9">
            <a:extLst>
              <a:ext uri="{FF2B5EF4-FFF2-40B4-BE49-F238E27FC236}">
                <a16:creationId xmlns:a16="http://schemas.microsoft.com/office/drawing/2014/main" id="{D38C7BDA-C899-47F0-9E03-0C1CD732D458}"/>
              </a:ext>
            </a:extLst>
          </p:cNvPr>
          <p:cNvSpPr>
            <a:spLocks noChangeAspect="1"/>
          </p:cNvSpPr>
          <p:nvPr/>
        </p:nvSpPr>
        <p:spPr>
          <a:xfrm>
            <a:off x="7321561" y="2872675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0">
                <a:extLst>
                  <a:ext uri="{FF2B5EF4-FFF2-40B4-BE49-F238E27FC236}">
                    <a16:creationId xmlns:a16="http://schemas.microsoft.com/office/drawing/2014/main" id="{AF384DFE-317D-411B-8158-15DC48325007}"/>
                  </a:ext>
                </a:extLst>
              </p:cNvPr>
              <p:cNvSpPr txBox="1"/>
              <p:nvPr/>
            </p:nvSpPr>
            <p:spPr>
              <a:xfrm>
                <a:off x="7361340" y="2624528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8" name="TextBox 10">
                <a:extLst>
                  <a:ext uri="{FF2B5EF4-FFF2-40B4-BE49-F238E27FC236}">
                    <a16:creationId xmlns:a16="http://schemas.microsoft.com/office/drawing/2014/main" id="{AF384DFE-317D-411B-8158-15DC48325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340" y="2624528"/>
                <a:ext cx="297046" cy="338554"/>
              </a:xfrm>
              <a:prstGeom prst="rect">
                <a:avLst/>
              </a:prstGeom>
              <a:blipFill>
                <a:blip r:embed="rId39"/>
                <a:stretch>
                  <a:fillRect l="-2083" r="-4167"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7">
            <a:extLst>
              <a:ext uri="{FF2B5EF4-FFF2-40B4-BE49-F238E27FC236}">
                <a16:creationId xmlns:a16="http://schemas.microsoft.com/office/drawing/2014/main" id="{ED357596-3058-481A-9C77-29D05525CCBF}"/>
              </a:ext>
            </a:extLst>
          </p:cNvPr>
          <p:cNvCxnSpPr>
            <a:cxnSpLocks/>
          </p:cNvCxnSpPr>
          <p:nvPr/>
        </p:nvCxnSpPr>
        <p:spPr>
          <a:xfrm flipV="1">
            <a:off x="7391039" y="2564243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0" name="Oval 23">
            <a:extLst>
              <a:ext uri="{FF2B5EF4-FFF2-40B4-BE49-F238E27FC236}">
                <a16:creationId xmlns:a16="http://schemas.microsoft.com/office/drawing/2014/main" id="{AE2EB9F6-FEB7-4BDA-89B4-59D144B9FEC8}"/>
              </a:ext>
            </a:extLst>
          </p:cNvPr>
          <p:cNvSpPr/>
          <p:nvPr/>
        </p:nvSpPr>
        <p:spPr>
          <a:xfrm>
            <a:off x="7651126" y="318502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21" name="Oval 23">
            <a:extLst>
              <a:ext uri="{FF2B5EF4-FFF2-40B4-BE49-F238E27FC236}">
                <a16:creationId xmlns:a16="http://schemas.microsoft.com/office/drawing/2014/main" id="{07FB923C-57EF-47F0-A841-B2081B120CCC}"/>
              </a:ext>
            </a:extLst>
          </p:cNvPr>
          <p:cNvSpPr/>
          <p:nvPr/>
        </p:nvSpPr>
        <p:spPr>
          <a:xfrm>
            <a:off x="6965326" y="265162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9D751A86-6BE3-44BD-B4BA-CAC6241AA205}"/>
                  </a:ext>
                </a:extLst>
              </p:cNvPr>
              <p:cNvSpPr txBox="1"/>
              <p:nvPr/>
            </p:nvSpPr>
            <p:spPr>
              <a:xfrm>
                <a:off x="8312755" y="2986372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9D751A86-6BE3-44BD-B4BA-CAC6241AA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55" y="2986372"/>
                <a:ext cx="1150186" cy="323165"/>
              </a:xfrm>
              <a:prstGeom prst="rect">
                <a:avLst/>
              </a:prstGeom>
              <a:blipFill>
                <a:blip r:embed="rId40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F30B219-A902-431A-A147-CC91B9E2C4A3}"/>
                  </a:ext>
                </a:extLst>
              </p:cNvPr>
              <p:cNvSpPr txBox="1"/>
              <p:nvPr/>
            </p:nvSpPr>
            <p:spPr>
              <a:xfrm>
                <a:off x="4879202" y="1298923"/>
                <a:ext cx="193609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F30B219-A902-431A-A147-CC91B9E2C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202" y="1298923"/>
                <a:ext cx="1936090" cy="323165"/>
              </a:xfrm>
              <a:prstGeom prst="rect">
                <a:avLst/>
              </a:prstGeom>
              <a:blipFill>
                <a:blip r:embed="rId41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直線接點 123">
            <a:extLst>
              <a:ext uri="{FF2B5EF4-FFF2-40B4-BE49-F238E27FC236}">
                <a16:creationId xmlns:a16="http://schemas.microsoft.com/office/drawing/2014/main" id="{D705F233-F268-4426-AE96-B6232178CC5B}"/>
              </a:ext>
            </a:extLst>
          </p:cNvPr>
          <p:cNvCxnSpPr>
            <a:cxnSpLocks/>
          </p:cNvCxnSpPr>
          <p:nvPr/>
        </p:nvCxnSpPr>
        <p:spPr>
          <a:xfrm flipV="1">
            <a:off x="6523355" y="2734916"/>
            <a:ext cx="453250" cy="188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5" name="直線接點 124">
            <a:extLst>
              <a:ext uri="{FF2B5EF4-FFF2-40B4-BE49-F238E27FC236}">
                <a16:creationId xmlns:a16="http://schemas.microsoft.com/office/drawing/2014/main" id="{3C26F702-E254-4185-BF23-29D94F3C78AD}"/>
              </a:ext>
            </a:extLst>
          </p:cNvPr>
          <p:cNvCxnSpPr>
            <a:cxnSpLocks/>
          </p:cNvCxnSpPr>
          <p:nvPr/>
        </p:nvCxnSpPr>
        <p:spPr>
          <a:xfrm>
            <a:off x="7827014" y="3295492"/>
            <a:ext cx="418783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6" name="直線接點 125">
            <a:extLst>
              <a:ext uri="{FF2B5EF4-FFF2-40B4-BE49-F238E27FC236}">
                <a16:creationId xmlns:a16="http://schemas.microsoft.com/office/drawing/2014/main" id="{71BE04E2-399D-496E-A76C-8469DCEC8458}"/>
              </a:ext>
            </a:extLst>
          </p:cNvPr>
          <p:cNvCxnSpPr>
            <a:cxnSpLocks/>
          </p:cNvCxnSpPr>
          <p:nvPr/>
        </p:nvCxnSpPr>
        <p:spPr>
          <a:xfrm flipV="1">
            <a:off x="8169593" y="2832898"/>
            <a:ext cx="120332" cy="100649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34910A7A-D2FD-4DD2-BBAA-658F741EF598}"/>
              </a:ext>
            </a:extLst>
          </p:cNvPr>
          <p:cNvCxnSpPr>
            <a:cxnSpLocks/>
          </p:cNvCxnSpPr>
          <p:nvPr/>
        </p:nvCxnSpPr>
        <p:spPr>
          <a:xfrm flipV="1">
            <a:off x="6508393" y="3075285"/>
            <a:ext cx="105264" cy="191632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D31C901-B682-4E24-B2FD-61B44FC344E7}"/>
                  </a:ext>
                </a:extLst>
              </p:cNvPr>
              <p:cNvSpPr/>
              <p:nvPr/>
            </p:nvSpPr>
            <p:spPr>
              <a:xfrm>
                <a:off x="5267012" y="453971"/>
                <a:ext cx="4228570" cy="6375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400" b="1" i="1">
                                              <a:latin typeface="Cambria Math" panose="02040503050406030204" pitchFamily="18" charset="0"/>
                                            </a:rPr>
                                            <m:t>𝒒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altLang="zh-TW" sz="1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sz="14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TW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∥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num>
                                        <m:den>
                                          <m:r>
                                            <a:rPr lang="en-US" altLang="zh-TW" sz="14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1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altLang="zh-TW" sz="1400" i="1" dirty="0">
                                          <a:latin typeface="Cambria Math" panose="02040503050406030204" pitchFamily="18" charset="0"/>
                                        </a:rPr>
                                        <m:t>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1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ED31C901-B682-4E24-B2FD-61B44FC34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012" y="453971"/>
                <a:ext cx="4228570" cy="63756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54C1EB98-58AA-478E-98B5-B8D00E64227B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-1649901" y="918475"/>
            <a:ext cx="533474" cy="5506218"/>
          </a:xfrm>
          <a:prstGeom prst="rect">
            <a:avLst/>
          </a:prstGeom>
        </p:spPr>
      </p:pic>
      <p:pic>
        <p:nvPicPr>
          <p:cNvPr id="129" name="圖片 128">
            <a:extLst>
              <a:ext uri="{FF2B5EF4-FFF2-40B4-BE49-F238E27FC236}">
                <a16:creationId xmlns:a16="http://schemas.microsoft.com/office/drawing/2014/main" id="{51F6FA97-4CC1-4F11-8C71-5A593F45FC6A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50263"/>
          <a:stretch/>
        </p:blipFill>
        <p:spPr>
          <a:xfrm>
            <a:off x="10057440" y="-272170"/>
            <a:ext cx="390006" cy="13016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113D36E5-FAC0-4038-AE81-5DB19990BE58}"/>
                  </a:ext>
                </a:extLst>
              </p:cNvPr>
              <p:cNvSpPr txBox="1"/>
              <p:nvPr/>
            </p:nvSpPr>
            <p:spPr>
              <a:xfrm>
                <a:off x="9987976" y="733474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113D36E5-FAC0-4038-AE81-5DB19990BE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7976" y="733474"/>
                <a:ext cx="478319" cy="307777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0" name="圖片 129">
            <a:extLst>
              <a:ext uri="{FF2B5EF4-FFF2-40B4-BE49-F238E27FC236}">
                <a16:creationId xmlns:a16="http://schemas.microsoft.com/office/drawing/2014/main" id="{7C1C323D-7851-43A4-BAFD-A1C0950E12B3}"/>
              </a:ext>
            </a:extLst>
          </p:cNvPr>
          <p:cNvPicPr>
            <a:picLocks noChangeAspect="1"/>
          </p:cNvPicPr>
          <p:nvPr/>
        </p:nvPicPr>
        <p:blipFill rotWithShape="1"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799"/>
          <a:stretch/>
        </p:blipFill>
        <p:spPr>
          <a:xfrm>
            <a:off x="10739697" y="1329533"/>
            <a:ext cx="390006" cy="13138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10665179" y="2381299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179" y="2381299"/>
                <a:ext cx="478319" cy="307777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441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4940959" y="-672945"/>
            <a:ext cx="4899729" cy="6179835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004190" y="3816413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3816413"/>
                <a:ext cx="812954" cy="338554"/>
              </a:xfrm>
              <a:prstGeom prst="rect">
                <a:avLst/>
              </a:prstGeom>
              <a:blipFill>
                <a:blip r:embed="rId2"/>
                <a:stretch>
                  <a:fillRect t="-108929" r="-46617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004190" y="1932465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190" y="1932465"/>
                <a:ext cx="812954" cy="338554"/>
              </a:xfrm>
              <a:prstGeom prst="rect">
                <a:avLst/>
              </a:prstGeom>
              <a:blipFill>
                <a:blip r:embed="rId3"/>
                <a:stretch>
                  <a:fillRect t="-108929" r="-36842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228">
            <a:extLst>
              <a:ext uri="{FF2B5EF4-FFF2-40B4-BE49-F238E27FC236}">
                <a16:creationId xmlns:a16="http://schemas.microsoft.com/office/drawing/2014/main" id="{2693C9D3-A145-48F7-981C-9A9BF2A0A9A5}"/>
              </a:ext>
            </a:extLst>
          </p:cNvPr>
          <p:cNvSpPr txBox="1"/>
          <p:nvPr/>
        </p:nvSpPr>
        <p:spPr>
          <a:xfrm>
            <a:off x="5553351" y="-559088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273398" y="2410410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398" y="2410410"/>
                <a:ext cx="1150186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356122" y="2410410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22" y="2410410"/>
                <a:ext cx="1150186" cy="338554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6835574" y="4155294"/>
                <a:ext cx="115018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574" y="4155294"/>
                <a:ext cx="1150186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7" name="Oval 14">
            <a:extLst>
              <a:ext uri="{FF2B5EF4-FFF2-40B4-BE49-F238E27FC236}">
                <a16:creationId xmlns:a16="http://schemas.microsoft.com/office/drawing/2014/main" id="{4D2E6476-8133-4C1A-80AA-96C2BBAD7538}"/>
              </a:ext>
            </a:extLst>
          </p:cNvPr>
          <p:cNvSpPr/>
          <p:nvPr/>
        </p:nvSpPr>
        <p:spPr>
          <a:xfrm>
            <a:off x="7327414" y="2167104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38" name="Oval 4">
            <a:extLst>
              <a:ext uri="{FF2B5EF4-FFF2-40B4-BE49-F238E27FC236}">
                <a16:creationId xmlns:a16="http://schemas.microsoft.com/office/drawing/2014/main" id="{D0067B35-40A6-4446-8A95-C300D2678B59}"/>
              </a:ext>
            </a:extLst>
          </p:cNvPr>
          <p:cNvSpPr/>
          <p:nvPr/>
        </p:nvSpPr>
        <p:spPr>
          <a:xfrm>
            <a:off x="6688836" y="2251242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39" name="Oval 15">
            <a:extLst>
              <a:ext uri="{FF2B5EF4-FFF2-40B4-BE49-F238E27FC236}">
                <a16:creationId xmlns:a16="http://schemas.microsoft.com/office/drawing/2014/main" id="{3ED95C10-549D-46A4-8427-E9004FB39400}"/>
              </a:ext>
            </a:extLst>
          </p:cNvPr>
          <p:cNvSpPr/>
          <p:nvPr/>
        </p:nvSpPr>
        <p:spPr>
          <a:xfrm>
            <a:off x="7327414" y="3662061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2" name="SHO">
            <a:extLst>
              <a:ext uri="{FF2B5EF4-FFF2-40B4-BE49-F238E27FC236}">
                <a16:creationId xmlns:a16="http://schemas.microsoft.com/office/drawing/2014/main" id="{0845B616-2D49-4C5D-A47F-908796A33A53}"/>
              </a:ext>
            </a:extLst>
          </p:cNvPr>
          <p:cNvSpPr/>
          <p:nvPr/>
        </p:nvSpPr>
        <p:spPr>
          <a:xfrm rot="16200000">
            <a:off x="7097297" y="2277641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53" name="SVO">
            <a:extLst>
              <a:ext uri="{FF2B5EF4-FFF2-40B4-BE49-F238E27FC236}">
                <a16:creationId xmlns:a16="http://schemas.microsoft.com/office/drawing/2014/main" id="{28FBC70E-6464-4911-A7DC-D688B4A191B2}"/>
              </a:ext>
            </a:extLst>
          </p:cNvPr>
          <p:cNvSpPr/>
          <p:nvPr/>
        </p:nvSpPr>
        <p:spPr>
          <a:xfrm>
            <a:off x="7046740" y="2251743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4" name="Oval 6">
            <a:extLst>
              <a:ext uri="{FF2B5EF4-FFF2-40B4-BE49-F238E27FC236}">
                <a16:creationId xmlns:a16="http://schemas.microsoft.com/office/drawing/2014/main" id="{F7426249-BB1C-465F-BA24-177826BCA4FE}"/>
              </a:ext>
            </a:extLst>
          </p:cNvPr>
          <p:cNvSpPr/>
          <p:nvPr/>
        </p:nvSpPr>
        <p:spPr>
          <a:xfrm rot="16200000">
            <a:off x="7097297" y="2277641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/>
              <p:nvPr/>
            </p:nvSpPr>
            <p:spPr>
              <a:xfrm>
                <a:off x="6858942" y="2821286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5" name="TextBox 11">
                <a:extLst>
                  <a:ext uri="{FF2B5EF4-FFF2-40B4-BE49-F238E27FC236}">
                    <a16:creationId xmlns:a16="http://schemas.microsoft.com/office/drawing/2014/main" id="{37DEB133-ADB0-4B60-901B-D2AEF580D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2" y="2821286"/>
                <a:ext cx="176928" cy="338554"/>
              </a:xfrm>
              <a:prstGeom prst="rect">
                <a:avLst/>
              </a:prstGeom>
              <a:blipFill>
                <a:blip r:embed="rId7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6" name="Oval 22">
            <a:extLst>
              <a:ext uri="{FF2B5EF4-FFF2-40B4-BE49-F238E27FC236}">
                <a16:creationId xmlns:a16="http://schemas.microsoft.com/office/drawing/2014/main" id="{F51F6D7A-CBDD-41AE-81A9-01A381888E10}"/>
              </a:ext>
            </a:extLst>
          </p:cNvPr>
          <p:cNvSpPr/>
          <p:nvPr/>
        </p:nvSpPr>
        <p:spPr>
          <a:xfrm>
            <a:off x="7326468" y="3662061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/>
              <p:nvPr/>
            </p:nvSpPr>
            <p:spPr>
              <a:xfrm>
                <a:off x="7513865" y="2916683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7" name="TextBox 12">
                <a:extLst>
                  <a:ext uri="{FF2B5EF4-FFF2-40B4-BE49-F238E27FC236}">
                    <a16:creationId xmlns:a16="http://schemas.microsoft.com/office/drawing/2014/main" id="{BEB792E4-CC90-49E5-8163-921F2ECF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865" y="2916683"/>
                <a:ext cx="176928" cy="338554"/>
              </a:xfrm>
              <a:prstGeom prst="rect">
                <a:avLst/>
              </a:prstGeom>
              <a:blipFill>
                <a:blip r:embed="rId8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/>
              <p:nvPr/>
            </p:nvSpPr>
            <p:spPr>
              <a:xfrm>
                <a:off x="7269744" y="2286941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58" name="TextBox 13">
                <a:extLst>
                  <a:ext uri="{FF2B5EF4-FFF2-40B4-BE49-F238E27FC236}">
                    <a16:creationId xmlns:a16="http://schemas.microsoft.com/office/drawing/2014/main" id="{8D531DEA-B9A5-4E8D-A6A2-A31408532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744" y="2286941"/>
                <a:ext cx="256967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9" name="DVO">
            <a:extLst>
              <a:ext uri="{FF2B5EF4-FFF2-40B4-BE49-F238E27FC236}">
                <a16:creationId xmlns:a16="http://schemas.microsoft.com/office/drawing/2014/main" id="{BD66E933-A9D1-416F-99A4-A2F56F384D96}"/>
              </a:ext>
            </a:extLst>
          </p:cNvPr>
          <p:cNvSpPr/>
          <p:nvPr/>
        </p:nvSpPr>
        <p:spPr>
          <a:xfrm flipH="1">
            <a:off x="7046740" y="2251743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60" name="Oval 23">
            <a:extLst>
              <a:ext uri="{FF2B5EF4-FFF2-40B4-BE49-F238E27FC236}">
                <a16:creationId xmlns:a16="http://schemas.microsoft.com/office/drawing/2014/main" id="{B1975880-4F20-4527-8AC1-67B4B5024B5F}"/>
              </a:ext>
            </a:extLst>
          </p:cNvPr>
          <p:cNvSpPr/>
          <p:nvPr/>
        </p:nvSpPr>
        <p:spPr>
          <a:xfrm>
            <a:off x="8049324" y="291550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61" name="Straight Arrow Connector 7">
            <a:extLst>
              <a:ext uri="{FF2B5EF4-FFF2-40B4-BE49-F238E27FC236}">
                <a16:creationId xmlns:a16="http://schemas.microsoft.com/office/drawing/2014/main" id="{33161F97-7212-47BE-BA7D-6FC7B9147369}"/>
              </a:ext>
            </a:extLst>
          </p:cNvPr>
          <p:cNvCxnSpPr>
            <a:cxnSpLocks/>
          </p:cNvCxnSpPr>
          <p:nvPr/>
        </p:nvCxnSpPr>
        <p:spPr>
          <a:xfrm flipV="1">
            <a:off x="7404712" y="2551556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19">
            <a:extLst>
              <a:ext uri="{FF2B5EF4-FFF2-40B4-BE49-F238E27FC236}">
                <a16:creationId xmlns:a16="http://schemas.microsoft.com/office/drawing/2014/main" id="{240911C2-AE74-4914-B8DB-470C2315C461}"/>
              </a:ext>
            </a:extLst>
          </p:cNvPr>
          <p:cNvCxnSpPr>
            <a:cxnSpLocks/>
          </p:cNvCxnSpPr>
          <p:nvPr/>
        </p:nvCxnSpPr>
        <p:spPr>
          <a:xfrm>
            <a:off x="7407693" y="2995265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18">
            <a:extLst>
              <a:ext uri="{FF2B5EF4-FFF2-40B4-BE49-F238E27FC236}">
                <a16:creationId xmlns:a16="http://schemas.microsoft.com/office/drawing/2014/main" id="{168B960E-43A1-4542-B03F-41153CC4179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36371" y="2823786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Oval 20">
            <a:extLst>
              <a:ext uri="{FF2B5EF4-FFF2-40B4-BE49-F238E27FC236}">
                <a16:creationId xmlns:a16="http://schemas.microsoft.com/office/drawing/2014/main" id="{24DEE888-55C9-4D4C-B18D-808F9AA85CCB}"/>
              </a:ext>
            </a:extLst>
          </p:cNvPr>
          <p:cNvSpPr/>
          <p:nvPr/>
        </p:nvSpPr>
        <p:spPr>
          <a:xfrm>
            <a:off x="6605160" y="2915503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65" name="Oval 22">
            <a:extLst>
              <a:ext uri="{FF2B5EF4-FFF2-40B4-BE49-F238E27FC236}">
                <a16:creationId xmlns:a16="http://schemas.microsoft.com/office/drawing/2014/main" id="{EF01816B-7066-4916-A520-954D092BE6FE}"/>
              </a:ext>
            </a:extLst>
          </p:cNvPr>
          <p:cNvSpPr/>
          <p:nvPr/>
        </p:nvSpPr>
        <p:spPr>
          <a:xfrm>
            <a:off x="7327650" y="2159230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66" name="Partial Circle 9">
            <a:extLst>
              <a:ext uri="{FF2B5EF4-FFF2-40B4-BE49-F238E27FC236}">
                <a16:creationId xmlns:a16="http://schemas.microsoft.com/office/drawing/2014/main" id="{95E3D0C0-F471-47D7-9B54-CC1B9F289F5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43814" y="2900377"/>
            <a:ext cx="102407" cy="197721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/>
              <p:nvPr/>
            </p:nvSpPr>
            <p:spPr>
              <a:xfrm>
                <a:off x="6979793" y="2935420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7" name="TextBox 10">
                <a:extLst>
                  <a:ext uri="{FF2B5EF4-FFF2-40B4-BE49-F238E27FC236}">
                    <a16:creationId xmlns:a16="http://schemas.microsoft.com/office/drawing/2014/main" id="{B215AA15-06BF-4D83-A5CD-B6A967095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793" y="2935420"/>
                <a:ext cx="315234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8" name="Straight Arrow Connector 17">
            <a:extLst>
              <a:ext uri="{FF2B5EF4-FFF2-40B4-BE49-F238E27FC236}">
                <a16:creationId xmlns:a16="http://schemas.microsoft.com/office/drawing/2014/main" id="{230BB7BA-7677-4C8C-B5E4-B82B7D463931}"/>
              </a:ext>
            </a:extLst>
          </p:cNvPr>
          <p:cNvCxnSpPr>
            <a:cxnSpLocks/>
          </p:cNvCxnSpPr>
          <p:nvPr/>
        </p:nvCxnSpPr>
        <p:spPr>
          <a:xfrm flipH="1">
            <a:off x="7187065" y="3000445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9" name="Partial Circle 9">
            <a:extLst>
              <a:ext uri="{FF2B5EF4-FFF2-40B4-BE49-F238E27FC236}">
                <a16:creationId xmlns:a16="http://schemas.microsoft.com/office/drawing/2014/main" id="{E72D69FE-BCE2-4231-B5B8-E4BAB5150F43}"/>
              </a:ext>
            </a:extLst>
          </p:cNvPr>
          <p:cNvSpPr>
            <a:spLocks noChangeAspect="1"/>
          </p:cNvSpPr>
          <p:nvPr/>
        </p:nvSpPr>
        <p:spPr>
          <a:xfrm>
            <a:off x="7331086" y="2863149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/>
              <p:nvPr/>
            </p:nvSpPr>
            <p:spPr>
              <a:xfrm>
                <a:off x="7370865" y="2615002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0" name="TextBox 10">
                <a:extLst>
                  <a:ext uri="{FF2B5EF4-FFF2-40B4-BE49-F238E27FC236}">
                    <a16:creationId xmlns:a16="http://schemas.microsoft.com/office/drawing/2014/main" id="{2F6C10B6-03DA-4C5F-B367-63A41053B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865" y="2615002"/>
                <a:ext cx="297046" cy="338554"/>
              </a:xfrm>
              <a:prstGeom prst="rect">
                <a:avLst/>
              </a:prstGeom>
              <a:blipFill>
                <a:blip r:embed="rId11"/>
                <a:stretch>
                  <a:fillRect r="-4082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Straight Arrow Connector 17">
            <a:extLst>
              <a:ext uri="{FF2B5EF4-FFF2-40B4-BE49-F238E27FC236}">
                <a16:creationId xmlns:a16="http://schemas.microsoft.com/office/drawing/2014/main" id="{050CD12B-2348-4EAE-8F7E-7F476F6AB6E3}"/>
              </a:ext>
            </a:extLst>
          </p:cNvPr>
          <p:cNvCxnSpPr>
            <a:cxnSpLocks/>
          </p:cNvCxnSpPr>
          <p:nvPr/>
        </p:nvCxnSpPr>
        <p:spPr>
          <a:xfrm flipV="1">
            <a:off x="7400563" y="2554717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/>
              <p:nvPr/>
            </p:nvSpPr>
            <p:spPr>
              <a:xfrm>
                <a:off x="3810002" y="412429"/>
                <a:ext cx="1041398" cy="307777"/>
              </a:xfrm>
              <a:prstGeom prst="rect">
                <a:avLst/>
              </a:prstGeom>
              <a:solidFill>
                <a:srgbClr val="F1F1F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1,−1,−1, 2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A6B3D15C-2EAB-4430-95B3-283CF3D3F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2" y="412429"/>
                <a:ext cx="1041398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09CA91DB-926D-49D8-9D69-08A9E5C0199A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1715" t="25835" r="6795" b="19023"/>
          <a:stretch/>
        </p:blipFill>
        <p:spPr>
          <a:xfrm>
            <a:off x="6610441" y="-24509"/>
            <a:ext cx="695234" cy="17261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31CB424D-52D3-4BDF-89A3-ED038C3BE675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8885" t="22429" r="8429" b="17067"/>
          <a:stretch/>
        </p:blipFill>
        <p:spPr>
          <a:xfrm>
            <a:off x="6594476" y="-24888"/>
            <a:ext cx="746918" cy="163002"/>
          </a:xfrm>
          <a:prstGeom prst="rect">
            <a:avLst/>
          </a:prstGeom>
        </p:spPr>
      </p:pic>
      <p:grpSp>
        <p:nvGrpSpPr>
          <p:cNvPr id="51" name="群組 50">
            <a:extLst>
              <a:ext uri="{FF2B5EF4-FFF2-40B4-BE49-F238E27FC236}">
                <a16:creationId xmlns:a16="http://schemas.microsoft.com/office/drawing/2014/main" id="{29EAE113-CFDF-4C3C-B71E-5DDBBE675D00}"/>
              </a:ext>
            </a:extLst>
          </p:cNvPr>
          <p:cNvGrpSpPr/>
          <p:nvPr/>
        </p:nvGrpSpPr>
        <p:grpSpPr>
          <a:xfrm>
            <a:off x="7218473" y="1123679"/>
            <a:ext cx="115586" cy="110880"/>
            <a:chOff x="1373392" y="2391862"/>
            <a:chExt cx="479433" cy="476535"/>
          </a:xfrm>
        </p:grpSpPr>
        <p:sp>
          <p:nvSpPr>
            <p:cNvPr id="53" name="箭號: 向右 52">
              <a:extLst>
                <a:ext uri="{FF2B5EF4-FFF2-40B4-BE49-F238E27FC236}">
                  <a16:creationId xmlns:a16="http://schemas.microsoft.com/office/drawing/2014/main" id="{F54E0DC7-4887-4AF4-8E7A-07E2CD7D5C5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55" name="箭號: 向右 54">
              <a:extLst>
                <a:ext uri="{FF2B5EF4-FFF2-40B4-BE49-F238E27FC236}">
                  <a16:creationId xmlns:a16="http://schemas.microsoft.com/office/drawing/2014/main" id="{EF436FCC-3340-489F-93F7-7BFCCF8D86C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3BF5DE6-1E65-40FE-A4D3-8298C77C736D}"/>
                  </a:ext>
                </a:extLst>
              </p:cNvPr>
              <p:cNvSpPr txBox="1"/>
              <p:nvPr/>
            </p:nvSpPr>
            <p:spPr>
              <a:xfrm>
                <a:off x="7098596" y="750706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E3BF5DE6-1E65-40FE-A4D3-8298C77C7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596" y="750706"/>
                <a:ext cx="438402" cy="424283"/>
              </a:xfrm>
              <a:prstGeom prst="rect">
                <a:avLst/>
              </a:prstGeom>
              <a:blipFill>
                <a:blip r:embed="rId15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7F0AC45-DE48-4577-9F0B-12EE8C3E6C15}"/>
                  </a:ext>
                </a:extLst>
              </p:cNvPr>
              <p:cNvSpPr txBox="1"/>
              <p:nvPr/>
            </p:nvSpPr>
            <p:spPr>
              <a:xfrm>
                <a:off x="7271582" y="1028855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7F0AC45-DE48-4577-9F0B-12EE8C3E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582" y="1028855"/>
                <a:ext cx="388427" cy="400110"/>
              </a:xfrm>
              <a:prstGeom prst="rect">
                <a:avLst/>
              </a:prstGeom>
              <a:blipFill>
                <a:blip r:embed="rId1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8626B5E-17D6-4AD0-A286-FA717AE96590}"/>
                  </a:ext>
                </a:extLst>
              </p:cNvPr>
              <p:cNvSpPr txBox="1"/>
              <p:nvPr/>
            </p:nvSpPr>
            <p:spPr>
              <a:xfrm>
                <a:off x="6575136" y="1494927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98626B5E-17D6-4AD0-A286-FA717AE96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36" y="1494927"/>
                <a:ext cx="652306" cy="338554"/>
              </a:xfrm>
              <a:prstGeom prst="rect">
                <a:avLst/>
              </a:prstGeom>
              <a:blipFill>
                <a:blip r:embed="rId1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D4DBF-CA7F-45FA-AADF-9819A39C2E0E}"/>
                  </a:ext>
                </a:extLst>
              </p:cNvPr>
              <p:cNvSpPr txBox="1"/>
              <p:nvPr/>
            </p:nvSpPr>
            <p:spPr>
              <a:xfrm>
                <a:off x="6392894" y="600723"/>
                <a:ext cx="16735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579D4DBF-CA7F-45FA-AADF-9819A39C2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894" y="600723"/>
                <a:ext cx="1673596" cy="338554"/>
              </a:xfrm>
              <a:prstGeom prst="rect">
                <a:avLst/>
              </a:prstGeom>
              <a:blipFill>
                <a:blip r:embed="rId18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C2F30A2E-1711-4B72-BE68-A9D11C8D679F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7905360" y="572923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0CDEC3B-AFBF-475B-9777-75658C61CF26}"/>
                  </a:ext>
                </a:extLst>
              </p:cNvPr>
              <p:cNvSpPr txBox="1"/>
              <p:nvPr/>
            </p:nvSpPr>
            <p:spPr>
              <a:xfrm>
                <a:off x="7823899" y="1657399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0CDEC3B-AFBF-475B-9777-75658C61C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899" y="1657399"/>
                <a:ext cx="478319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25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0" y="-666227"/>
            <a:ext cx="9880600" cy="6179835"/>
          </a:xfrm>
          <a:prstGeom prst="roundRect">
            <a:avLst>
              <a:gd name="adj" fmla="val 258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C01717F5-9575-42A1-AB70-A0660FCFB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591" y="1573239"/>
            <a:ext cx="1252800" cy="1255706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8A1B398-4CBB-46B1-B271-8C7563E75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594" y="3169252"/>
            <a:ext cx="1252800" cy="1258613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60C746CF-1E9F-45F8-B588-116FB052E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462" y="3223113"/>
            <a:ext cx="1252800" cy="124991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D759C6B4-0D79-47F9-A709-5691C7F24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570" y="1603985"/>
            <a:ext cx="1252800" cy="1252800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19A1552B-5A79-439A-99A5-D28D97E962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387" y="4194119"/>
            <a:ext cx="1252800" cy="1255693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A4BE274D-348B-4E55-BF9D-E6AFF7BA5DB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" t="-1" r="559" b="1109"/>
          <a:stretch/>
        </p:blipFill>
        <p:spPr>
          <a:xfrm>
            <a:off x="6930890" y="631158"/>
            <a:ext cx="1252800" cy="1249321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12" t="61405" r="7988"/>
          <a:stretch/>
        </p:blipFill>
        <p:spPr>
          <a:xfrm>
            <a:off x="964406" y="-473286"/>
            <a:ext cx="2040732" cy="470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/>
              <p:nvPr/>
            </p:nvSpPr>
            <p:spPr>
              <a:xfrm>
                <a:off x="7353440" y="3825939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0" name="文字方塊 179">
                <a:extLst>
                  <a:ext uri="{FF2B5EF4-FFF2-40B4-BE49-F238E27FC236}">
                    <a16:creationId xmlns:a16="http://schemas.microsoft.com/office/drawing/2014/main" id="{C6592285-FBA9-4DE2-BE47-D5703A7C2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440" y="3825939"/>
                <a:ext cx="812954" cy="338554"/>
              </a:xfrm>
              <a:prstGeom prst="rect">
                <a:avLst/>
              </a:prstGeom>
              <a:blipFill>
                <a:blip r:embed="rId9"/>
                <a:stretch>
                  <a:fillRect t="-110909" r="-46269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/>
              <p:nvPr/>
            </p:nvSpPr>
            <p:spPr>
              <a:xfrm>
                <a:off x="7353440" y="1880347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9" name="文字方塊 188">
                <a:extLst>
                  <a:ext uri="{FF2B5EF4-FFF2-40B4-BE49-F238E27FC236}">
                    <a16:creationId xmlns:a16="http://schemas.microsoft.com/office/drawing/2014/main" id="{06013B16-AADE-4F50-9769-3B0E22EFD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440" y="1880347"/>
                <a:ext cx="812954" cy="338554"/>
              </a:xfrm>
              <a:prstGeom prst="rect">
                <a:avLst/>
              </a:prstGeom>
              <a:blipFill>
                <a:blip r:embed="rId10"/>
                <a:stretch>
                  <a:fillRect t="-108929" r="-46269" b="-167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56BB1570-BE07-4CCA-B844-DD9F00E8733F}"/>
              </a:ext>
            </a:extLst>
          </p:cNvPr>
          <p:cNvGrpSpPr/>
          <p:nvPr/>
        </p:nvGrpSpPr>
        <p:grpSpPr>
          <a:xfrm>
            <a:off x="7549308" y="1158605"/>
            <a:ext cx="115586" cy="110880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D44EB9EF-73CA-404D-99EE-1F0CCE892A5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0" name="箭號: 向右 219">
              <a:extLst>
                <a:ext uri="{FF2B5EF4-FFF2-40B4-BE49-F238E27FC236}">
                  <a16:creationId xmlns:a16="http://schemas.microsoft.com/office/drawing/2014/main" id="{9F517533-ADEE-4B5D-BB6F-1F4159A610F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/>
              <p:nvPr/>
            </p:nvSpPr>
            <p:spPr>
              <a:xfrm>
                <a:off x="7429431" y="785633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4A797F52-28EA-4953-BC86-8E8901D5D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9431" y="785633"/>
                <a:ext cx="438402" cy="424283"/>
              </a:xfrm>
              <a:prstGeom prst="rect">
                <a:avLst/>
              </a:prstGeom>
              <a:blipFill>
                <a:blip r:embed="rId11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/>
              <p:nvPr/>
            </p:nvSpPr>
            <p:spPr>
              <a:xfrm>
                <a:off x="7602418" y="1063781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990D4C3A-AED8-40BB-8849-57DEE8BE7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418" y="1063781"/>
                <a:ext cx="388427" cy="400110"/>
              </a:xfrm>
              <a:prstGeom prst="rect">
                <a:avLst/>
              </a:prstGeom>
              <a:blipFill>
                <a:blip r:embed="rId1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/>
              <p:nvPr/>
            </p:nvSpPr>
            <p:spPr>
              <a:xfrm>
                <a:off x="6899621" y="1504453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3C622479-68C9-4AC9-AE5F-27970F707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621" y="1504453"/>
                <a:ext cx="652306" cy="338554"/>
              </a:xfrm>
              <a:prstGeom prst="rect">
                <a:avLst/>
              </a:prstGeom>
              <a:blipFill>
                <a:blip r:embed="rId13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/>
              <p:nvPr/>
            </p:nvSpPr>
            <p:spPr>
              <a:xfrm>
                <a:off x="384451" y="-16160"/>
                <a:ext cx="37146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51" y="-16160"/>
                <a:ext cx="3714632" cy="461665"/>
              </a:xfrm>
              <a:prstGeom prst="rect">
                <a:avLst/>
              </a:prstGeom>
              <a:blipFill>
                <a:blip r:embed="rId14"/>
                <a:stretch>
                  <a:fillRect l="-246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/>
              <p:nvPr/>
            </p:nvSpPr>
            <p:spPr>
              <a:xfrm>
                <a:off x="6736429" y="610253"/>
                <a:ext cx="167359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5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A81A25EB-4EC7-4F2F-99BC-612BE192E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429" y="610253"/>
                <a:ext cx="1673596" cy="323165"/>
              </a:xfrm>
              <a:prstGeom prst="rect">
                <a:avLst/>
              </a:prstGeom>
              <a:blipFill>
                <a:blip r:embed="rId15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/>
              <p:nvPr/>
            </p:nvSpPr>
            <p:spPr>
              <a:xfrm>
                <a:off x="5717898" y="3169252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B2F5F182-7771-47FB-BF37-AF5144F26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898" y="3169252"/>
                <a:ext cx="1150186" cy="323165"/>
              </a:xfrm>
              <a:prstGeom prst="rect">
                <a:avLst/>
              </a:prstGeom>
              <a:blipFill>
                <a:blip r:embed="rId16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/>
              <p:nvPr/>
            </p:nvSpPr>
            <p:spPr>
              <a:xfrm>
                <a:off x="8642507" y="1573243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BDC6F78B-E419-4B8A-BAA9-5615A1972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507" y="1573243"/>
                <a:ext cx="1150186" cy="323165"/>
              </a:xfrm>
              <a:prstGeom prst="rect">
                <a:avLst/>
              </a:prstGeom>
              <a:blipFill>
                <a:blip r:embed="rId17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/>
              <p:nvPr/>
            </p:nvSpPr>
            <p:spPr>
              <a:xfrm>
                <a:off x="7184824" y="4164824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DA67C54B-80A5-4D59-B289-74384BDAC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4824" y="4164824"/>
                <a:ext cx="1150186" cy="3231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5" name="圖片 234">
            <a:extLst>
              <a:ext uri="{FF2B5EF4-FFF2-40B4-BE49-F238E27FC236}">
                <a16:creationId xmlns:a16="http://schemas.microsoft.com/office/drawing/2014/main" id="{DF781A4C-9BC8-40C7-BF1A-E906699C28D4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79" t="9023" r="4888" b="70339"/>
          <a:stretch/>
        </p:blipFill>
        <p:spPr>
          <a:xfrm>
            <a:off x="8182220" y="582449"/>
            <a:ext cx="413382" cy="13434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/>
              <p:nvPr/>
            </p:nvSpPr>
            <p:spPr>
              <a:xfrm>
                <a:off x="8100760" y="1666926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36" name="文字方塊 235">
                <a:extLst>
                  <a:ext uri="{FF2B5EF4-FFF2-40B4-BE49-F238E27FC236}">
                    <a16:creationId xmlns:a16="http://schemas.microsoft.com/office/drawing/2014/main" id="{61131924-00C5-4C5C-8379-1D2527DB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0760" y="1666926"/>
                <a:ext cx="478319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/>
              <p:nvPr/>
            </p:nvSpPr>
            <p:spPr>
              <a:xfrm>
                <a:off x="8623905" y="3169252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7D05204B-22BE-4DE9-AA50-5F23DEE9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905" y="3169252"/>
                <a:ext cx="1150186" cy="323165"/>
              </a:xfrm>
              <a:prstGeom prst="rect">
                <a:avLst/>
              </a:prstGeom>
              <a:blipFill>
                <a:blip r:embed="rId21"/>
                <a:stretch>
                  <a:fillRect b="-94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/>
              <p:nvPr/>
            </p:nvSpPr>
            <p:spPr>
              <a:xfrm>
                <a:off x="5688079" y="1573243"/>
                <a:ext cx="11501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5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500" dirty="0"/>
              </a:p>
            </p:txBody>
          </p:sp>
        </mc:Choice>
        <mc:Fallback xmlns="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34029C9-84F7-4B57-9E81-D8CCCEEA5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8079" y="1573243"/>
                <a:ext cx="1150186" cy="323165"/>
              </a:xfrm>
              <a:prstGeom prst="rect">
                <a:avLst/>
              </a:prstGeom>
              <a:blipFill>
                <a:blip r:embed="rId22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302D08D7-08B1-4EDC-928D-9E5EACDD025F}"/>
              </a:ext>
            </a:extLst>
          </p:cNvPr>
          <p:cNvGrpSpPr/>
          <p:nvPr/>
        </p:nvGrpSpPr>
        <p:grpSpPr>
          <a:xfrm>
            <a:off x="6908800" y="2277269"/>
            <a:ext cx="1692276" cy="1454076"/>
            <a:chOff x="6863654" y="2844234"/>
            <a:chExt cx="1944862" cy="1671108"/>
          </a:xfrm>
        </p:grpSpPr>
        <p:sp>
          <p:nvSpPr>
            <p:cNvPr id="237" name="Oval 14">
              <a:extLst>
                <a:ext uri="{FF2B5EF4-FFF2-40B4-BE49-F238E27FC236}">
                  <a16:creationId xmlns:a16="http://schemas.microsoft.com/office/drawing/2014/main" id="{4D2E6476-8133-4C1A-80AA-96C2BBAD7538}"/>
                </a:ext>
              </a:extLst>
            </p:cNvPr>
            <p:cNvSpPr/>
            <p:nvPr/>
          </p:nvSpPr>
          <p:spPr>
            <a:xfrm>
              <a:off x="7781439" y="2852108"/>
              <a:ext cx="162450" cy="168277"/>
            </a:xfrm>
            <a:prstGeom prst="ellipse">
              <a:avLst/>
            </a:prstGeom>
            <a:gradFill flip="none" rotWithShape="1">
              <a:gsLst>
                <a:gs pos="0">
                  <a:srgbClr val="D1D1D1"/>
                </a:gs>
                <a:gs pos="23000">
                  <a:schemeClr val="bg1">
                    <a:lumMod val="85000"/>
                  </a:schemeClr>
                </a:gs>
                <a:gs pos="69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38" name="Oval 4">
              <a:extLst>
                <a:ext uri="{FF2B5EF4-FFF2-40B4-BE49-F238E27FC236}">
                  <a16:creationId xmlns:a16="http://schemas.microsoft.com/office/drawing/2014/main" id="{D0067B35-40A6-4446-8A95-C300D2678B59}"/>
                </a:ext>
              </a:extLst>
            </p:cNvPr>
            <p:cNvSpPr/>
            <p:nvPr/>
          </p:nvSpPr>
          <p:spPr>
            <a:xfrm>
              <a:off x="7142858" y="2936246"/>
              <a:ext cx="1443999" cy="1495797"/>
            </a:xfrm>
            <a:prstGeom prst="ellipse">
              <a:avLst/>
            </a:prstGeom>
            <a:gradFill flip="none" rotWithShape="1">
              <a:gsLst>
                <a:gs pos="100000">
                  <a:schemeClr val="accent3">
                    <a:lumMod val="60000"/>
                    <a:lumOff val="40000"/>
                    <a:alpha val="60000"/>
                  </a:schemeClr>
                </a:gs>
                <a:gs pos="55000">
                  <a:schemeClr val="accent3">
                    <a:lumMod val="40000"/>
                    <a:lumOff val="60000"/>
                    <a:alpha val="60000"/>
                  </a:schemeClr>
                </a:gs>
                <a:gs pos="0">
                  <a:schemeClr val="bg1">
                    <a:alpha val="60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 w="57150">
              <a:solidFill>
                <a:srgbClr val="D5D7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39" name="Oval 15">
              <a:extLst>
                <a:ext uri="{FF2B5EF4-FFF2-40B4-BE49-F238E27FC236}">
                  <a16:creationId xmlns:a16="http://schemas.microsoft.com/office/drawing/2014/main" id="{3ED95C10-549D-46A4-8427-E9004FB39400}"/>
                </a:ext>
              </a:extLst>
            </p:cNvPr>
            <p:cNvSpPr/>
            <p:nvPr/>
          </p:nvSpPr>
          <p:spPr>
            <a:xfrm>
              <a:off x="7781439" y="4347065"/>
              <a:ext cx="162450" cy="168277"/>
            </a:xfrm>
            <a:prstGeom prst="ellipse">
              <a:avLst/>
            </a:prstGeom>
            <a:gradFill flip="none" rotWithShape="1">
              <a:gsLst>
                <a:gs pos="17000">
                  <a:srgbClr val="D1D1D1"/>
                </a:gs>
                <a:gs pos="0">
                  <a:schemeClr val="bg1">
                    <a:lumMod val="85000"/>
                  </a:schemeClr>
                </a:gs>
                <a:gs pos="60000">
                  <a:schemeClr val="accent3">
                    <a:lumMod val="75000"/>
                  </a:schemeClr>
                </a:gs>
                <a:gs pos="97000">
                  <a:schemeClr val="accent3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52" name="SHO">
              <a:extLst>
                <a:ext uri="{FF2B5EF4-FFF2-40B4-BE49-F238E27FC236}">
                  <a16:creationId xmlns:a16="http://schemas.microsoft.com/office/drawing/2014/main" id="{0845B616-2D49-4C5D-A47F-908796A33A53}"/>
                </a:ext>
              </a:extLst>
            </p:cNvPr>
            <p:cNvSpPr/>
            <p:nvPr/>
          </p:nvSpPr>
          <p:spPr>
            <a:xfrm rot="16200000">
              <a:off x="7551319" y="2962645"/>
              <a:ext cx="622693" cy="1443999"/>
            </a:xfrm>
            <a:prstGeom prst="arc">
              <a:avLst>
                <a:gd name="adj1" fmla="val 5396867"/>
                <a:gd name="adj2" fmla="val 5395779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47000">
                  <a:schemeClr val="bg1">
                    <a:lumMod val="50000"/>
                  </a:schemeClr>
                </a:gs>
                <a:gs pos="97000">
                  <a:srgbClr val="5E5E5E"/>
                </a:gs>
              </a:gsLst>
              <a:path path="circle">
                <a:fillToRect l="50000" t="50000" r="50000" b="50000"/>
              </a:path>
              <a:tileRect/>
            </a:gradFill>
            <a:ln w="31750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53" name="SVO">
              <a:extLst>
                <a:ext uri="{FF2B5EF4-FFF2-40B4-BE49-F238E27FC236}">
                  <a16:creationId xmlns:a16="http://schemas.microsoft.com/office/drawing/2014/main" id="{28FBC70E-6464-4911-A7DC-D688B4A191B2}"/>
                </a:ext>
              </a:extLst>
            </p:cNvPr>
            <p:cNvSpPr/>
            <p:nvPr/>
          </p:nvSpPr>
          <p:spPr>
            <a:xfrm>
              <a:off x="7500765" y="2936747"/>
              <a:ext cx="722000" cy="1495797"/>
            </a:xfrm>
            <a:prstGeom prst="ellipse">
              <a:avLst/>
            </a:prstGeom>
            <a:noFill/>
            <a:ln w="254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54" name="Oval 6">
              <a:extLst>
                <a:ext uri="{FF2B5EF4-FFF2-40B4-BE49-F238E27FC236}">
                  <a16:creationId xmlns:a16="http://schemas.microsoft.com/office/drawing/2014/main" id="{F7426249-BB1C-465F-BA24-177826BCA4FE}"/>
                </a:ext>
              </a:extLst>
            </p:cNvPr>
            <p:cNvSpPr/>
            <p:nvPr/>
          </p:nvSpPr>
          <p:spPr>
            <a:xfrm rot="16200000">
              <a:off x="7551319" y="2962645"/>
              <a:ext cx="622693" cy="1443999"/>
            </a:xfrm>
            <a:prstGeom prst="ellipse">
              <a:avLst/>
            </a:prstGeom>
            <a:noFill/>
            <a:ln w="38100">
              <a:solidFill>
                <a:schemeClr val="tx1">
                  <a:alpha val="6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5" name="TextBox 11">
                  <a:extLst>
                    <a:ext uri="{FF2B5EF4-FFF2-40B4-BE49-F238E27FC236}">
                      <a16:creationId xmlns:a16="http://schemas.microsoft.com/office/drawing/2014/main" id="{37DEB133-ADB0-4B60-901B-D2AEF580DA59}"/>
                    </a:ext>
                  </a:extLst>
                </p:cNvPr>
                <p:cNvSpPr txBox="1"/>
                <p:nvPr/>
              </p:nvSpPr>
              <p:spPr>
                <a:xfrm>
                  <a:off x="7312967" y="3506293"/>
                  <a:ext cx="176928" cy="3890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5" name="TextBox 11">
                  <a:extLst>
                    <a:ext uri="{FF2B5EF4-FFF2-40B4-BE49-F238E27FC236}">
                      <a16:creationId xmlns:a16="http://schemas.microsoft.com/office/drawing/2014/main" id="{37DEB133-ADB0-4B60-901B-D2AEF580D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2967" y="3506293"/>
                  <a:ext cx="176928" cy="389086"/>
                </a:xfrm>
                <a:prstGeom prst="rect">
                  <a:avLst/>
                </a:prstGeom>
                <a:blipFill>
                  <a:blip r:embed="rId23"/>
                  <a:stretch>
                    <a:fillRect r="-5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6" name="Oval 22">
              <a:extLst>
                <a:ext uri="{FF2B5EF4-FFF2-40B4-BE49-F238E27FC236}">
                  <a16:creationId xmlns:a16="http://schemas.microsoft.com/office/drawing/2014/main" id="{F51F6D7A-CBDD-41AE-81A9-01A381888E10}"/>
                </a:ext>
              </a:extLst>
            </p:cNvPr>
            <p:cNvSpPr/>
            <p:nvPr/>
          </p:nvSpPr>
          <p:spPr>
            <a:xfrm>
              <a:off x="7780493" y="4347065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TextBox 12">
                  <a:extLst>
                    <a:ext uri="{FF2B5EF4-FFF2-40B4-BE49-F238E27FC236}">
                      <a16:creationId xmlns:a16="http://schemas.microsoft.com/office/drawing/2014/main" id="{BEB792E4-CC90-49E5-8163-921F2ECF2D45}"/>
                    </a:ext>
                  </a:extLst>
                </p:cNvPr>
                <p:cNvSpPr txBox="1"/>
                <p:nvPr/>
              </p:nvSpPr>
              <p:spPr>
                <a:xfrm>
                  <a:off x="7967890" y="3601690"/>
                  <a:ext cx="176928" cy="3890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7" name="TextBox 12">
                  <a:extLst>
                    <a:ext uri="{FF2B5EF4-FFF2-40B4-BE49-F238E27FC236}">
                      <a16:creationId xmlns:a16="http://schemas.microsoft.com/office/drawing/2014/main" id="{BEB792E4-CC90-49E5-8163-921F2ECF2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7890" y="3601690"/>
                  <a:ext cx="176928" cy="389086"/>
                </a:xfrm>
                <a:prstGeom prst="rect">
                  <a:avLst/>
                </a:prstGeom>
                <a:blipFill>
                  <a:blip r:embed="rId24"/>
                  <a:stretch>
                    <a:fillRect r="-72000" b="-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TextBox 13">
                  <a:extLst>
                    <a:ext uri="{FF2B5EF4-FFF2-40B4-BE49-F238E27FC236}">
                      <a16:creationId xmlns:a16="http://schemas.microsoft.com/office/drawing/2014/main" id="{8D531DEA-B9A5-4E8D-A6A2-A31408532FD7}"/>
                    </a:ext>
                  </a:extLst>
                </p:cNvPr>
                <p:cNvSpPr txBox="1"/>
                <p:nvPr/>
              </p:nvSpPr>
              <p:spPr>
                <a:xfrm>
                  <a:off x="7723766" y="2971948"/>
                  <a:ext cx="256967" cy="3890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58" name="TextBox 13">
                  <a:extLst>
                    <a:ext uri="{FF2B5EF4-FFF2-40B4-BE49-F238E27FC236}">
                      <a16:creationId xmlns:a16="http://schemas.microsoft.com/office/drawing/2014/main" id="{8D531DEA-B9A5-4E8D-A6A2-A31408532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3766" y="2971948"/>
                  <a:ext cx="256967" cy="389086"/>
                </a:xfrm>
                <a:prstGeom prst="rect">
                  <a:avLst/>
                </a:prstGeom>
                <a:blipFill>
                  <a:blip r:embed="rId25"/>
                  <a:stretch>
                    <a:fillRect r="-81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9" name="DVO">
              <a:extLst>
                <a:ext uri="{FF2B5EF4-FFF2-40B4-BE49-F238E27FC236}">
                  <a16:creationId xmlns:a16="http://schemas.microsoft.com/office/drawing/2014/main" id="{BD66E933-A9D1-416F-99A4-A2F56F384D96}"/>
                </a:ext>
              </a:extLst>
            </p:cNvPr>
            <p:cNvSpPr/>
            <p:nvPr/>
          </p:nvSpPr>
          <p:spPr>
            <a:xfrm flipH="1">
              <a:off x="7500765" y="2936747"/>
              <a:ext cx="722000" cy="1495797"/>
            </a:xfrm>
            <a:prstGeom prst="arc">
              <a:avLst>
                <a:gd name="adj1" fmla="val 5396867"/>
                <a:gd name="adj2" fmla="val 16170484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60" name="Oval 23">
              <a:extLst>
                <a:ext uri="{FF2B5EF4-FFF2-40B4-BE49-F238E27FC236}">
                  <a16:creationId xmlns:a16="http://schemas.microsoft.com/office/drawing/2014/main" id="{B1975880-4F20-4527-8AC1-67B4B5024B5F}"/>
                </a:ext>
              </a:extLst>
            </p:cNvPr>
            <p:cNvSpPr/>
            <p:nvPr/>
          </p:nvSpPr>
          <p:spPr>
            <a:xfrm>
              <a:off x="8503349" y="3600507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261" name="Straight Arrow Connector 7">
              <a:extLst>
                <a:ext uri="{FF2B5EF4-FFF2-40B4-BE49-F238E27FC236}">
                  <a16:creationId xmlns:a16="http://schemas.microsoft.com/office/drawing/2014/main" id="{33161F97-7212-47BE-BA7D-6FC7B91473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8734" y="3236563"/>
              <a:ext cx="1697" cy="445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Arrow Connector 19">
              <a:extLst>
                <a:ext uri="{FF2B5EF4-FFF2-40B4-BE49-F238E27FC236}">
                  <a16:creationId xmlns:a16="http://schemas.microsoft.com/office/drawing/2014/main" id="{240911C2-AE74-4914-B8DB-470C2315C461}"/>
                </a:ext>
              </a:extLst>
            </p:cNvPr>
            <p:cNvCxnSpPr>
              <a:cxnSpLocks/>
            </p:cNvCxnSpPr>
            <p:nvPr/>
          </p:nvCxnSpPr>
          <p:spPr>
            <a:xfrm>
              <a:off x="7861718" y="3680269"/>
              <a:ext cx="195802" cy="15676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18">
              <a:extLst>
                <a:ext uri="{FF2B5EF4-FFF2-40B4-BE49-F238E27FC236}">
                  <a16:creationId xmlns:a16="http://schemas.microsoft.com/office/drawing/2014/main" id="{168B960E-43A1-4542-B03F-41153CC41797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7690396" y="3508793"/>
              <a:ext cx="0" cy="3429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Oval 20">
              <a:extLst>
                <a:ext uri="{FF2B5EF4-FFF2-40B4-BE49-F238E27FC236}">
                  <a16:creationId xmlns:a16="http://schemas.microsoft.com/office/drawing/2014/main" id="{24DEE888-55C9-4D4C-B18D-808F9AA85CCB}"/>
                </a:ext>
              </a:extLst>
            </p:cNvPr>
            <p:cNvSpPr/>
            <p:nvPr/>
          </p:nvSpPr>
          <p:spPr>
            <a:xfrm>
              <a:off x="7059185" y="3600507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65" name="Oval 22">
              <a:extLst>
                <a:ext uri="{FF2B5EF4-FFF2-40B4-BE49-F238E27FC236}">
                  <a16:creationId xmlns:a16="http://schemas.microsoft.com/office/drawing/2014/main" id="{EF01816B-7066-4916-A520-954D092BE6FE}"/>
                </a:ext>
              </a:extLst>
            </p:cNvPr>
            <p:cNvSpPr/>
            <p:nvPr/>
          </p:nvSpPr>
          <p:spPr>
            <a:xfrm>
              <a:off x="7781675" y="2844234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sp>
          <p:nvSpPr>
            <p:cNvPr id="266" name="Partial Circle 9">
              <a:extLst>
                <a:ext uri="{FF2B5EF4-FFF2-40B4-BE49-F238E27FC236}">
                  <a16:creationId xmlns:a16="http://schemas.microsoft.com/office/drawing/2014/main" id="{95E3D0C0-F471-47D7-9B54-CC1B9F289F59}"/>
                </a:ext>
              </a:extLst>
            </p:cNvPr>
            <p:cNvSpPr>
              <a:spLocks noChangeAspect="1"/>
            </p:cNvSpPr>
            <p:nvPr/>
          </p:nvSpPr>
          <p:spPr>
            <a:xfrm rot="16200000" flipH="1">
              <a:off x="7797836" y="3585381"/>
              <a:ext cx="102407" cy="197721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7" name="TextBox 10">
                  <a:extLst>
                    <a:ext uri="{FF2B5EF4-FFF2-40B4-BE49-F238E27FC236}">
                      <a16:creationId xmlns:a16="http://schemas.microsoft.com/office/drawing/2014/main" id="{B215AA15-06BF-4D83-A5CD-B6A967095CE1}"/>
                    </a:ext>
                  </a:extLst>
                </p:cNvPr>
                <p:cNvSpPr txBox="1"/>
                <p:nvPr/>
              </p:nvSpPr>
              <p:spPr>
                <a:xfrm>
                  <a:off x="7433818" y="3620427"/>
                  <a:ext cx="315233" cy="3890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67" name="TextBox 10">
                  <a:extLst>
                    <a:ext uri="{FF2B5EF4-FFF2-40B4-BE49-F238E27FC236}">
                      <a16:creationId xmlns:a16="http://schemas.microsoft.com/office/drawing/2014/main" id="{B215AA15-06BF-4D83-A5CD-B6A967095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3818" y="3620427"/>
                  <a:ext cx="315233" cy="389086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8" name="Straight Arrow Connector 17">
              <a:extLst>
                <a:ext uri="{FF2B5EF4-FFF2-40B4-BE49-F238E27FC236}">
                  <a16:creationId xmlns:a16="http://schemas.microsoft.com/office/drawing/2014/main" id="{230BB7BA-7677-4C8C-B5E4-B82B7D4639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41087" y="3685449"/>
              <a:ext cx="221585" cy="2865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69" name="Partial Circle 9">
              <a:extLst>
                <a:ext uri="{FF2B5EF4-FFF2-40B4-BE49-F238E27FC236}">
                  <a16:creationId xmlns:a16="http://schemas.microsoft.com/office/drawing/2014/main" id="{E72D69FE-BCE2-4231-B5B8-E4BAB5150F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85111" y="3548156"/>
              <a:ext cx="149214" cy="301366"/>
            </a:xfrm>
            <a:prstGeom prst="pie">
              <a:avLst>
                <a:gd name="adj1" fmla="val 16258856"/>
                <a:gd name="adj2" fmla="val 19252600"/>
              </a:avLst>
            </a:pr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bg1">
                    <a:lumMod val="50000"/>
                  </a:schemeClr>
                </a:gs>
              </a:gsLst>
              <a:lin ang="2700000" scaled="1"/>
              <a:tileRect/>
            </a:gra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TextBox 10">
                  <a:extLst>
                    <a:ext uri="{FF2B5EF4-FFF2-40B4-BE49-F238E27FC236}">
                      <a16:creationId xmlns:a16="http://schemas.microsoft.com/office/drawing/2014/main" id="{2F6C10B6-03DA-4C5F-B367-63A41053B482}"/>
                    </a:ext>
                  </a:extLst>
                </p:cNvPr>
                <p:cNvSpPr txBox="1"/>
                <p:nvPr/>
              </p:nvSpPr>
              <p:spPr>
                <a:xfrm>
                  <a:off x="7824890" y="3300009"/>
                  <a:ext cx="297046" cy="3890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270" name="TextBox 10">
                  <a:extLst>
                    <a:ext uri="{FF2B5EF4-FFF2-40B4-BE49-F238E27FC236}">
                      <a16:creationId xmlns:a16="http://schemas.microsoft.com/office/drawing/2014/main" id="{2F6C10B6-03DA-4C5F-B367-63A41053B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4890" y="3300009"/>
                  <a:ext cx="297046" cy="389086"/>
                </a:xfrm>
                <a:prstGeom prst="rect">
                  <a:avLst/>
                </a:prstGeom>
                <a:blipFill>
                  <a:blip r:embed="rId27"/>
                  <a:stretch>
                    <a:fillRect l="-2381" r="-19048" b="-1090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1" name="Straight Arrow Connector 17">
              <a:extLst>
                <a:ext uri="{FF2B5EF4-FFF2-40B4-BE49-F238E27FC236}">
                  <a16:creationId xmlns:a16="http://schemas.microsoft.com/office/drawing/2014/main" id="{050CD12B-2348-4EAE-8F7E-7F476F6AB6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4585" y="3239724"/>
              <a:ext cx="571923" cy="4496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stealth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52" name="Oval 23">
              <a:extLst>
                <a:ext uri="{FF2B5EF4-FFF2-40B4-BE49-F238E27FC236}">
                  <a16:creationId xmlns:a16="http://schemas.microsoft.com/office/drawing/2014/main" id="{6454FEB7-1A49-4057-B9D1-C98AB19CFD06}"/>
                </a:ext>
              </a:extLst>
            </p:cNvPr>
            <p:cNvSpPr/>
            <p:nvPr/>
          </p:nvSpPr>
          <p:spPr>
            <a:xfrm>
              <a:off x="8114676" y="386049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4" name="Oval 23">
              <a:extLst>
                <a:ext uri="{FF2B5EF4-FFF2-40B4-BE49-F238E27FC236}">
                  <a16:creationId xmlns:a16="http://schemas.microsoft.com/office/drawing/2014/main" id="{2FF5597B-5488-4B3C-BE8B-E0AD3A81CF14}"/>
                </a:ext>
              </a:extLst>
            </p:cNvPr>
            <p:cNvSpPr/>
            <p:nvPr/>
          </p:nvSpPr>
          <p:spPr>
            <a:xfrm>
              <a:off x="7428876" y="3327098"/>
              <a:ext cx="162450" cy="168277"/>
            </a:xfrm>
            <a:prstGeom prst="ellipse">
              <a:avLst/>
            </a:prstGeom>
            <a:gradFill flip="none" rotWithShape="1">
              <a:gsLst>
                <a:gs pos="100000">
                  <a:schemeClr val="tx1">
                    <a:lumMod val="85000"/>
                    <a:lumOff val="15000"/>
                  </a:schemeClr>
                </a:gs>
                <a:gs pos="50000">
                  <a:schemeClr val="tx1">
                    <a:lumMod val="65000"/>
                    <a:lumOff val="35000"/>
                    <a:tint val="44500"/>
                    <a:satMod val="160000"/>
                  </a:schemeClr>
                </a:gs>
                <a:gs pos="0">
                  <a:schemeClr val="tx1">
                    <a:lumMod val="65000"/>
                    <a:lumOff val="3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DA529A4E-3BAB-45BB-8274-1088EF0B43A5}"/>
                </a:ext>
              </a:extLst>
            </p:cNvPr>
            <p:cNvCxnSpPr>
              <a:cxnSpLocks/>
            </p:cNvCxnSpPr>
            <p:nvPr/>
          </p:nvCxnSpPr>
          <p:spPr>
            <a:xfrm>
              <a:off x="6863654" y="3410397"/>
              <a:ext cx="576501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F100F92B-B8C5-4A0F-B866-E2BAB0C4087A}"/>
                </a:ext>
              </a:extLst>
            </p:cNvPr>
            <p:cNvCxnSpPr>
              <a:cxnSpLocks/>
            </p:cNvCxnSpPr>
            <p:nvPr/>
          </p:nvCxnSpPr>
          <p:spPr>
            <a:xfrm>
              <a:off x="8290559" y="3970973"/>
              <a:ext cx="517957" cy="0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A656DF39-7853-456D-84EE-B2D69029F0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3143" y="3465391"/>
              <a:ext cx="171723" cy="143634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C2ECA97C-3D5E-4873-BF49-1B844DE801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1707" y="3750766"/>
              <a:ext cx="175500" cy="319496"/>
            </a:xfrm>
            <a:prstGeom prst="line">
              <a:avLst/>
            </a:prstGeom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8885" t="22429" r="8429" b="17067"/>
          <a:stretch/>
        </p:blipFill>
        <p:spPr>
          <a:xfrm>
            <a:off x="1222376" y="-396363"/>
            <a:ext cx="746918" cy="163002"/>
          </a:xfrm>
          <a:prstGeom prst="rect">
            <a:avLst/>
          </a:prstGeom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2ABE88E1-7DA8-4852-B744-88A05A6CE382}"/>
              </a:ext>
            </a:extLst>
          </p:cNvPr>
          <p:cNvSpPr txBox="1"/>
          <p:nvPr/>
        </p:nvSpPr>
        <p:spPr>
          <a:xfrm>
            <a:off x="364607" y="-479554"/>
            <a:ext cx="67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Re[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/>
              <p:nvPr/>
            </p:nvSpPr>
            <p:spPr>
              <a:xfrm>
                <a:off x="2973588" y="-485517"/>
                <a:ext cx="950713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𝑖𝑤𝑡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588" y="-485517"/>
                <a:ext cx="950713" cy="473591"/>
              </a:xfrm>
              <a:prstGeom prst="rect">
                <a:avLst/>
              </a:prstGeom>
              <a:blipFill>
                <a:blip r:embed="rId29"/>
                <a:stretch>
                  <a:fillRect l="-3846" t="-7692" r="-15385" b="-28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630811A6-5F8F-483F-8C1F-CCDDFE51BC2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1405" r="5159"/>
          <a:stretch/>
        </p:blipFill>
        <p:spPr>
          <a:xfrm>
            <a:off x="6504785" y="-101810"/>
            <a:ext cx="2182017" cy="470285"/>
          </a:xfrm>
          <a:prstGeom prst="rect">
            <a:avLst/>
          </a:prstGeom>
        </p:spPr>
      </p:pic>
      <p:sp>
        <p:nvSpPr>
          <p:cNvPr id="66" name="文字方塊 65">
            <a:extLst>
              <a:ext uri="{FF2B5EF4-FFF2-40B4-BE49-F238E27FC236}">
                <a16:creationId xmlns:a16="http://schemas.microsoft.com/office/drawing/2014/main" id="{FAD73CAA-5FF6-4369-91F3-A08AD5EE13AA}"/>
              </a:ext>
            </a:extLst>
          </p:cNvPr>
          <p:cNvSpPr txBox="1"/>
          <p:nvPr/>
        </p:nvSpPr>
        <p:spPr>
          <a:xfrm>
            <a:off x="5788301" y="-549561"/>
            <a:ext cx="3714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component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" name="圖片 66">
            <a:extLst>
              <a:ext uri="{FF2B5EF4-FFF2-40B4-BE49-F238E27FC236}">
                <a16:creationId xmlns:a16="http://schemas.microsoft.com/office/drawing/2014/main" id="{EA93C320-729E-4EAA-9E8C-572082873AED}"/>
              </a:ext>
            </a:extLst>
          </p:cNvPr>
          <p:cNvPicPr>
            <a:picLocks noChangeAspect="1"/>
          </p:cNvPicPr>
          <p:nvPr/>
        </p:nvPicPr>
        <p:blipFill rotWithShape="1">
          <a:blip r:embed="rId30"/>
          <a:srcRect l="8885" t="22429" r="8429" b="17067"/>
          <a:stretch/>
        </p:blipFill>
        <p:spPr>
          <a:xfrm>
            <a:off x="6838951" y="-24888"/>
            <a:ext cx="746918" cy="163002"/>
          </a:xfrm>
          <a:prstGeom prst="rect">
            <a:avLst/>
          </a:prstGeom>
        </p:spPr>
      </p:pic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8E422177-7DE3-43EA-819E-739CC242A061}"/>
              </a:ext>
            </a:extLst>
          </p:cNvPr>
          <p:cNvCxnSpPr/>
          <p:nvPr/>
        </p:nvCxnSpPr>
        <p:spPr>
          <a:xfrm>
            <a:off x="57151" y="4480719"/>
            <a:ext cx="507682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/>
              <p:nvPr/>
            </p:nvSpPr>
            <p:spPr>
              <a:xfrm>
                <a:off x="47901" y="4451755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1" y="4451755"/>
                <a:ext cx="1199874" cy="461665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/>
              <p:nvPr/>
            </p:nvSpPr>
            <p:spPr>
              <a:xfrm>
                <a:off x="1257025" y="4451755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1.25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025" y="4451755"/>
                <a:ext cx="1199874" cy="46166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id="{A1C4FDBD-4E77-4B3E-BC46-E7A9F022A05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49" y="953838"/>
            <a:ext cx="1252800" cy="1252800"/>
          </a:xfrm>
          <a:prstGeom prst="rect">
            <a:avLst/>
          </a:prstGeom>
        </p:spPr>
      </p:pic>
      <p:cxnSp>
        <p:nvCxnSpPr>
          <p:cNvPr id="70" name="直線單箭頭接點 69">
            <a:extLst>
              <a:ext uri="{FF2B5EF4-FFF2-40B4-BE49-F238E27FC236}">
                <a16:creationId xmlns:a16="http://schemas.microsoft.com/office/drawing/2014/main" id="{75333409-5B05-4D2A-A2A6-8E9DBD39AA48}"/>
              </a:ext>
            </a:extLst>
          </p:cNvPr>
          <p:cNvCxnSpPr/>
          <p:nvPr/>
        </p:nvCxnSpPr>
        <p:spPr>
          <a:xfrm>
            <a:off x="57151" y="2279153"/>
            <a:ext cx="5076824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/>
              <p:nvPr/>
            </p:nvSpPr>
            <p:spPr>
              <a:xfrm>
                <a:off x="47901" y="2270287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𝑤𝑡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1" y="2270287"/>
                <a:ext cx="1199874" cy="46166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/>
              <p:nvPr/>
            </p:nvSpPr>
            <p:spPr>
              <a:xfrm>
                <a:off x="1257025" y="2270287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025" y="2270287"/>
                <a:ext cx="1199874" cy="46166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/>
              <p:nvPr/>
            </p:nvSpPr>
            <p:spPr>
              <a:xfrm>
                <a:off x="2587718" y="2270287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718" y="2270287"/>
                <a:ext cx="1199874" cy="46166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DD71244F-4DBE-44A1-8AD1-DB1426D30BA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25714" y="951840"/>
            <a:ext cx="1252800" cy="1256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/>
              <p:nvPr/>
            </p:nvSpPr>
            <p:spPr>
              <a:xfrm>
                <a:off x="3911437" y="2270287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4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75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437" y="2270287"/>
                <a:ext cx="1199874" cy="461665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/>
              <p:nvPr/>
            </p:nvSpPr>
            <p:spPr>
              <a:xfrm>
                <a:off x="2626578" y="4451755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578" y="4451755"/>
                <a:ext cx="1199874" cy="461665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/>
              <p:nvPr/>
            </p:nvSpPr>
            <p:spPr>
              <a:xfrm>
                <a:off x="3911437" y="4451755"/>
                <a:ext cx="11998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1.75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437" y="4451755"/>
                <a:ext cx="1199874" cy="46166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6EE1EC90-3D4F-419A-8188-C5615B2DF11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94279" y="952845"/>
            <a:ext cx="1252800" cy="125478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76007E5-49FB-471A-8BD2-F0FCB2F8B66E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862845" y="953838"/>
            <a:ext cx="1252800" cy="1252800"/>
          </a:xfrm>
          <a:prstGeom prst="rect">
            <a:avLst/>
          </a:prstGeom>
        </p:spPr>
      </p:pic>
      <p:pic>
        <p:nvPicPr>
          <p:cNvPr id="80" name="圖片 79">
            <a:extLst>
              <a:ext uri="{FF2B5EF4-FFF2-40B4-BE49-F238E27FC236}">
                <a16:creationId xmlns:a16="http://schemas.microsoft.com/office/drawing/2014/main" id="{85E34CBA-8594-4D41-95F9-2E1DFFC416B3}"/>
              </a:ext>
            </a:extLst>
          </p:cNvPr>
          <p:cNvPicPr>
            <a:picLocks noChangeAspect="1"/>
          </p:cNvPicPr>
          <p:nvPr/>
        </p:nvPicPr>
        <p:blipFill>
          <a:blip r:embed="rId4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11778" y="912019"/>
            <a:ext cx="539722" cy="134008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0AD6C08-C694-4184-9325-7BFF6AA555CA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7149" y="3136673"/>
            <a:ext cx="1252800" cy="125478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CDC5CC4-382C-4A77-919D-CD2395A786A8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325714" y="3137671"/>
            <a:ext cx="1252800" cy="12528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8126373-09B9-4429-BF7B-FF0F32A28346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594279" y="3135676"/>
            <a:ext cx="1252800" cy="125677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CB1EFF7-8555-4108-A039-80DB98F18B19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862845" y="3138671"/>
            <a:ext cx="1252800" cy="1250821"/>
          </a:xfrm>
          <a:prstGeom prst="rect">
            <a:avLst/>
          </a:prstGeom>
        </p:spPr>
      </p:pic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1D70DA70-60F2-4A8C-8EE9-F1DB40BE8DF9}"/>
              </a:ext>
            </a:extLst>
          </p:cNvPr>
          <p:cNvGrpSpPr/>
          <p:nvPr/>
        </p:nvGrpSpPr>
        <p:grpSpPr>
          <a:xfrm>
            <a:off x="664926" y="1482388"/>
            <a:ext cx="115586" cy="110880"/>
            <a:chOff x="1373392" y="2391862"/>
            <a:chExt cx="479433" cy="476535"/>
          </a:xfrm>
        </p:grpSpPr>
        <p:sp>
          <p:nvSpPr>
            <p:cNvPr id="127" name="箭號: 向右 126">
              <a:extLst>
                <a:ext uri="{FF2B5EF4-FFF2-40B4-BE49-F238E27FC236}">
                  <a16:creationId xmlns:a16="http://schemas.microsoft.com/office/drawing/2014/main" id="{00F0F6A6-17CB-4707-AE77-8F60CB2D790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8" name="箭號: 向右 127">
              <a:extLst>
                <a:ext uri="{FF2B5EF4-FFF2-40B4-BE49-F238E27FC236}">
                  <a16:creationId xmlns:a16="http://schemas.microsoft.com/office/drawing/2014/main" id="{575BCAD1-04CC-40B7-89B0-F134E60F582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/>
              <p:nvPr/>
            </p:nvSpPr>
            <p:spPr>
              <a:xfrm>
                <a:off x="545049" y="1109416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049" y="1109416"/>
                <a:ext cx="438402" cy="424283"/>
              </a:xfrm>
              <a:prstGeom prst="rect">
                <a:avLst/>
              </a:prstGeom>
              <a:blipFill>
                <a:blip r:embed="rId48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/>
              <p:nvPr/>
            </p:nvSpPr>
            <p:spPr>
              <a:xfrm>
                <a:off x="718036" y="1387564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36" y="1387564"/>
                <a:ext cx="388427" cy="400110"/>
              </a:xfrm>
              <a:prstGeom prst="rect">
                <a:avLst/>
              </a:prstGeom>
              <a:blipFill>
                <a:blip r:embed="rId4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/>
              <p:nvPr/>
            </p:nvSpPr>
            <p:spPr>
              <a:xfrm>
                <a:off x="15239" y="1828236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" y="1828236"/>
                <a:ext cx="652306" cy="338554"/>
              </a:xfrm>
              <a:prstGeom prst="rect">
                <a:avLst/>
              </a:prstGeom>
              <a:blipFill>
                <a:blip r:embed="rId50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/>
              <p:nvPr/>
            </p:nvSpPr>
            <p:spPr>
              <a:xfrm>
                <a:off x="5052760" y="1447851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2760" y="1447851"/>
                <a:ext cx="478319" cy="307777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9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605790" y="1029494"/>
            <a:ext cx="8587740" cy="3771900"/>
          </a:xfrm>
          <a:prstGeom prst="roundRect">
            <a:avLst>
              <a:gd name="adj" fmla="val 2587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3" name="圖片 112">
            <a:extLst>
              <a:ext uri="{FF2B5EF4-FFF2-40B4-BE49-F238E27FC236}">
                <a16:creationId xmlns:a16="http://schemas.microsoft.com/office/drawing/2014/main" id="{417E8FA2-C3ED-4D0E-8E46-7BF3306F6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4" y="3193938"/>
            <a:ext cx="1252800" cy="1254827"/>
          </a:xfrm>
          <a:prstGeom prst="rect">
            <a:avLst/>
          </a:prstGeom>
        </p:spPr>
      </p:pic>
      <p:pic>
        <p:nvPicPr>
          <p:cNvPr id="114" name="圖片 113">
            <a:extLst>
              <a:ext uri="{FF2B5EF4-FFF2-40B4-BE49-F238E27FC236}">
                <a16:creationId xmlns:a16="http://schemas.microsoft.com/office/drawing/2014/main" id="{1A0BEA79-4F1E-4AF0-806B-81843528D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4" y="1254584"/>
            <a:ext cx="1252800" cy="1256854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42DD76E4-3C3A-46F2-B2B8-35BF6726C1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12" t="61405" r="83928" b="10542"/>
          <a:stretch/>
        </p:blipFill>
        <p:spPr>
          <a:xfrm>
            <a:off x="4522251" y="-485780"/>
            <a:ext cx="293589" cy="3418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/>
              <p:nvPr/>
            </p:nvSpPr>
            <p:spPr>
              <a:xfrm>
                <a:off x="384451" y="-16160"/>
                <a:ext cx="37146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2693C9D3-A145-48F7-981C-9A9BF2A0A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51" y="-16160"/>
                <a:ext cx="3714632" cy="461665"/>
              </a:xfrm>
              <a:prstGeom prst="rect">
                <a:avLst/>
              </a:prstGeom>
              <a:blipFill>
                <a:blip r:embed="rId5"/>
                <a:stretch>
                  <a:fillRect l="-2463" t="-10526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080203AD-4F1B-4BC6-8007-DE7455C6F77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885" t="22429" r="8429" b="17067"/>
          <a:stretch/>
        </p:blipFill>
        <p:spPr>
          <a:xfrm>
            <a:off x="1222376" y="-396363"/>
            <a:ext cx="746918" cy="163002"/>
          </a:xfrm>
          <a:prstGeom prst="rect">
            <a:avLst/>
          </a:prstGeom>
        </p:spPr>
      </p:pic>
      <p:sp>
        <p:nvSpPr>
          <p:cNvPr id="57" name="文字方塊 56">
            <a:extLst>
              <a:ext uri="{FF2B5EF4-FFF2-40B4-BE49-F238E27FC236}">
                <a16:creationId xmlns:a16="http://schemas.microsoft.com/office/drawing/2014/main" id="{2ABE88E1-7DA8-4852-B744-88A05A6CE382}"/>
              </a:ext>
            </a:extLst>
          </p:cNvPr>
          <p:cNvSpPr txBox="1"/>
          <p:nvPr/>
        </p:nvSpPr>
        <p:spPr>
          <a:xfrm>
            <a:off x="364607" y="-479554"/>
            <a:ext cx="678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Re[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/>
              <p:nvPr/>
            </p:nvSpPr>
            <p:spPr>
              <a:xfrm>
                <a:off x="2973588" y="-485517"/>
                <a:ext cx="950713" cy="4735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𝑖𝑤𝑡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1D427472-A1C0-4C36-9C1F-1E3F7431F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588" y="-485517"/>
                <a:ext cx="950713" cy="473591"/>
              </a:xfrm>
              <a:prstGeom prst="rect">
                <a:avLst/>
              </a:prstGeom>
              <a:blipFill>
                <a:blip r:embed="rId7"/>
                <a:stretch>
                  <a:fillRect l="-3846" t="-7692" r="-15385" b="-282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0" name="圖片 79">
            <a:extLst>
              <a:ext uri="{FF2B5EF4-FFF2-40B4-BE49-F238E27FC236}">
                <a16:creationId xmlns:a16="http://schemas.microsoft.com/office/drawing/2014/main" id="{85E34CBA-8594-4D41-95F9-2E1DFFC416B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0545"/>
          <a:stretch/>
        </p:blipFill>
        <p:spPr>
          <a:xfrm>
            <a:off x="8464334" y="1124744"/>
            <a:ext cx="374866" cy="3390900"/>
          </a:xfrm>
          <a:prstGeom prst="rect">
            <a:avLst/>
          </a:prstGeom>
        </p:spPr>
      </p:pic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1D70DA70-60F2-4A8C-8EE9-F1DB40BE8DF9}"/>
              </a:ext>
            </a:extLst>
          </p:cNvPr>
          <p:cNvGrpSpPr/>
          <p:nvPr/>
        </p:nvGrpSpPr>
        <p:grpSpPr>
          <a:xfrm>
            <a:off x="1417401" y="1787188"/>
            <a:ext cx="115586" cy="110880"/>
            <a:chOff x="1373392" y="2391862"/>
            <a:chExt cx="479433" cy="476535"/>
          </a:xfrm>
        </p:grpSpPr>
        <p:sp>
          <p:nvSpPr>
            <p:cNvPr id="127" name="箭號: 向右 126">
              <a:extLst>
                <a:ext uri="{FF2B5EF4-FFF2-40B4-BE49-F238E27FC236}">
                  <a16:creationId xmlns:a16="http://schemas.microsoft.com/office/drawing/2014/main" id="{00F0F6A6-17CB-4707-AE77-8F60CB2D790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8" name="箭號: 向右 127">
              <a:extLst>
                <a:ext uri="{FF2B5EF4-FFF2-40B4-BE49-F238E27FC236}">
                  <a16:creationId xmlns:a16="http://schemas.microsoft.com/office/drawing/2014/main" id="{575BCAD1-04CC-40B7-89B0-F134E60F582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/>
              <p:nvPr/>
            </p:nvSpPr>
            <p:spPr>
              <a:xfrm>
                <a:off x="1297524" y="1414216"/>
                <a:ext cx="43840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524" y="1414216"/>
                <a:ext cx="438402" cy="424283"/>
              </a:xfrm>
              <a:prstGeom prst="rect">
                <a:avLst/>
              </a:prstGeom>
              <a:blipFill>
                <a:blip r:embed="rId9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/>
              <p:nvPr/>
            </p:nvSpPr>
            <p:spPr>
              <a:xfrm>
                <a:off x="1470511" y="1692364"/>
                <a:ext cx="3884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511" y="1692364"/>
                <a:ext cx="388427" cy="400110"/>
              </a:xfrm>
              <a:prstGeom prst="rect">
                <a:avLst/>
              </a:prstGeom>
              <a:blipFill>
                <a:blip r:embed="rId10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/>
              <p:nvPr/>
            </p:nvSpPr>
            <p:spPr>
              <a:xfrm>
                <a:off x="767714" y="2133036"/>
                <a:ext cx="65230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 xmlns="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14" y="2133036"/>
                <a:ext cx="652306" cy="338554"/>
              </a:xfrm>
              <a:prstGeom prst="rect">
                <a:avLst/>
              </a:prstGeom>
              <a:blipFill>
                <a:blip r:embed="rId11"/>
                <a:stretch>
                  <a:fillRect b="-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/>
              <p:nvPr/>
            </p:nvSpPr>
            <p:spPr>
              <a:xfrm>
                <a:off x="8400553" y="2613321"/>
                <a:ext cx="4783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8DA92DC4-1695-4E9B-9B8B-23A5B45F4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553" y="2613321"/>
                <a:ext cx="47831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圖片 20">
            <a:extLst>
              <a:ext uri="{FF2B5EF4-FFF2-40B4-BE49-F238E27FC236}">
                <a16:creationId xmlns:a16="http://schemas.microsoft.com/office/drawing/2014/main" id="{B38C4C83-08E7-446F-AEAF-D7DB192322E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1737" y="1244712"/>
            <a:ext cx="1252800" cy="1256854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73230D92-B59E-4358-A25E-BB91A83C14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99651" y="3190919"/>
            <a:ext cx="1252800" cy="1275428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98CD3D20-EFE7-4F5D-BDB9-A4E85C4BD8A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78189" y="1256457"/>
            <a:ext cx="1252800" cy="1256962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237614FB-716D-49B5-8923-FBC6FEBB865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78189" y="3190919"/>
            <a:ext cx="1252800" cy="1256854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BDA9D0BB-9BAC-4798-A355-D9231F3E55D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46754" y="1259626"/>
            <a:ext cx="1252800" cy="1252800"/>
          </a:xfrm>
          <a:prstGeom prst="rect">
            <a:avLst/>
          </a:prstGeom>
        </p:spPr>
      </p:pic>
      <p:pic>
        <p:nvPicPr>
          <p:cNvPr id="118" name="圖片 117">
            <a:extLst>
              <a:ext uri="{FF2B5EF4-FFF2-40B4-BE49-F238E27FC236}">
                <a16:creationId xmlns:a16="http://schemas.microsoft.com/office/drawing/2014/main" id="{131A593F-BDC4-4B23-9CDD-E84021EF44E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46754" y="3200999"/>
            <a:ext cx="1252800" cy="1248752"/>
          </a:xfrm>
          <a:prstGeom prst="rect">
            <a:avLst/>
          </a:prstGeom>
        </p:spPr>
      </p:pic>
      <p:pic>
        <p:nvPicPr>
          <p:cNvPr id="119" name="圖片 118">
            <a:extLst>
              <a:ext uri="{FF2B5EF4-FFF2-40B4-BE49-F238E27FC236}">
                <a16:creationId xmlns:a16="http://schemas.microsoft.com/office/drawing/2014/main" id="{EBA9BF88-FE46-4F65-ABC9-2458DE7DD94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15320" y="1250516"/>
            <a:ext cx="1252800" cy="1260922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DE169C83-857F-4377-998D-64946CE3BC0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15320" y="3191967"/>
            <a:ext cx="1252800" cy="1254827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3B8493E8-60AB-49BF-A5FA-8D68515FA8A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92038" y="3186176"/>
            <a:ext cx="1252800" cy="1254827"/>
          </a:xfrm>
          <a:prstGeom prst="rect">
            <a:avLst/>
          </a:prstGeom>
        </p:spPr>
      </p:pic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54CD8412-5646-4D95-9FF4-C47119D3F5B7}"/>
              </a:ext>
            </a:extLst>
          </p:cNvPr>
          <p:cNvCxnSpPr>
            <a:cxnSpLocks/>
            <a:stCxn id="21" idx="3"/>
            <a:endCxn id="113" idx="0"/>
          </p:cNvCxnSpPr>
          <p:nvPr/>
        </p:nvCxnSpPr>
        <p:spPr>
          <a:xfrm flipH="1">
            <a:off x="1436028" y="1873143"/>
            <a:ext cx="5748513" cy="1320795"/>
          </a:xfrm>
          <a:prstGeom prst="bentConnector4">
            <a:avLst>
              <a:gd name="adj1" fmla="val -3977"/>
              <a:gd name="adj2" fmla="val 73790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/>
              <p:nvPr/>
            </p:nvSpPr>
            <p:spPr>
              <a:xfrm>
                <a:off x="362226" y="4356652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26" y="4356652"/>
                <a:ext cx="1199874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/>
              <p:nvPr/>
            </p:nvSpPr>
            <p:spPr>
              <a:xfrm>
                <a:off x="1770887" y="4356652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7" y="4356652"/>
                <a:ext cx="1199874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/>
              <p:nvPr/>
            </p:nvSpPr>
            <p:spPr>
              <a:xfrm>
                <a:off x="647976" y="242268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𝑤𝑡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6" y="2422683"/>
                <a:ext cx="1199874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/>
              <p:nvPr/>
            </p:nvSpPr>
            <p:spPr>
              <a:xfrm>
                <a:off x="1770887" y="242268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7" y="2422683"/>
                <a:ext cx="1199874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/>
              <p:nvPr/>
            </p:nvSpPr>
            <p:spPr>
              <a:xfrm>
                <a:off x="3054443" y="242268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0.4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443" y="2422683"/>
                <a:ext cx="1199874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/>
              <p:nvPr/>
            </p:nvSpPr>
            <p:spPr>
              <a:xfrm>
                <a:off x="4292437" y="242268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0.6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437" y="2422683"/>
                <a:ext cx="1199874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/>
              <p:nvPr/>
            </p:nvSpPr>
            <p:spPr>
              <a:xfrm>
                <a:off x="3007578" y="4356652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1.4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578" y="4356652"/>
                <a:ext cx="1199874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/>
              <p:nvPr/>
            </p:nvSpPr>
            <p:spPr>
              <a:xfrm>
                <a:off x="4292437" y="4356652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1.6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437" y="4356652"/>
                <a:ext cx="1199874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CF2218C3-F1C0-4E8C-9410-FDAE86BE3FE4}"/>
                  </a:ext>
                </a:extLst>
              </p:cNvPr>
              <p:cNvSpPr txBox="1"/>
              <p:nvPr/>
            </p:nvSpPr>
            <p:spPr>
              <a:xfrm>
                <a:off x="5620689" y="2422683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0.8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CF2218C3-F1C0-4E8C-9410-FDAE86BE3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689" y="2422683"/>
                <a:ext cx="1199874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EAFB435F-64EC-4886-B5FE-48DE2C55C289}"/>
                  </a:ext>
                </a:extLst>
              </p:cNvPr>
              <p:cNvSpPr txBox="1"/>
              <p:nvPr/>
            </p:nvSpPr>
            <p:spPr>
              <a:xfrm>
                <a:off x="5620689" y="4356652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1.8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EAFB435F-64EC-4886-B5FE-48DE2C55C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0689" y="4356652"/>
                <a:ext cx="1199874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CF5E7E2A-0365-4C26-9BD3-DAD6730D1AB3}"/>
                  </a:ext>
                </a:extLst>
              </p:cNvPr>
              <p:cNvSpPr txBox="1"/>
              <p:nvPr/>
            </p:nvSpPr>
            <p:spPr>
              <a:xfrm>
                <a:off x="6860573" y="4356652"/>
                <a:ext cx="11998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CF5E7E2A-0365-4C26-9BD3-DAD6730D1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573" y="4356652"/>
                <a:ext cx="1199874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AD59C337-A820-4615-9BE3-87514EC4E936}"/>
                  </a:ext>
                </a:extLst>
              </p:cNvPr>
              <p:cNvSpPr txBox="1"/>
              <p:nvPr/>
            </p:nvSpPr>
            <p:spPr>
              <a:xfrm>
                <a:off x="8768942" y="1029417"/>
                <a:ext cx="5312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AD59C337-A820-4615-9BE3-87514EC4E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42" y="1029417"/>
                <a:ext cx="53126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3567DCBC-4195-40B9-86C6-63C87FA9738C}"/>
                  </a:ext>
                </a:extLst>
              </p:cNvPr>
              <p:cNvSpPr txBox="1"/>
              <p:nvPr/>
            </p:nvSpPr>
            <p:spPr>
              <a:xfrm>
                <a:off x="8768942" y="4193772"/>
                <a:ext cx="5312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3567DCBC-4195-40B9-86C6-63C87FA97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942" y="4193772"/>
                <a:ext cx="53126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01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矩形: 圓角 176">
            <a:extLst>
              <a:ext uri="{FF2B5EF4-FFF2-40B4-BE49-F238E27FC236}">
                <a16:creationId xmlns:a16="http://schemas.microsoft.com/office/drawing/2014/main" id="{C0499F8D-22B8-4B76-B2A0-FC45B222262E}"/>
              </a:ext>
            </a:extLst>
          </p:cNvPr>
          <p:cNvSpPr/>
          <p:nvPr/>
        </p:nvSpPr>
        <p:spPr>
          <a:xfrm>
            <a:off x="3552826" y="1752599"/>
            <a:ext cx="6327776" cy="3007635"/>
          </a:xfrm>
          <a:prstGeom prst="roundRect">
            <a:avLst>
              <a:gd name="adj" fmla="val 5681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13" name="圖片 112">
            <a:extLst>
              <a:ext uri="{FF2B5EF4-FFF2-40B4-BE49-F238E27FC236}">
                <a16:creationId xmlns:a16="http://schemas.microsoft.com/office/drawing/2014/main" id="{417E8FA2-C3ED-4D0E-8E46-7BF3306F6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785" y="3495617"/>
            <a:ext cx="990086" cy="991688"/>
          </a:xfrm>
          <a:prstGeom prst="rect">
            <a:avLst/>
          </a:prstGeom>
        </p:spPr>
      </p:pic>
      <p:pic>
        <p:nvPicPr>
          <p:cNvPr id="114" name="圖片 113">
            <a:extLst>
              <a:ext uri="{FF2B5EF4-FFF2-40B4-BE49-F238E27FC236}">
                <a16:creationId xmlns:a16="http://schemas.microsoft.com/office/drawing/2014/main" id="{1A0BEA79-4F1E-4AF0-806B-81843528D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1785" y="1957150"/>
            <a:ext cx="990086" cy="993290"/>
          </a:xfrm>
          <a:prstGeom prst="rect">
            <a:avLst/>
          </a:prstGeom>
        </p:spPr>
      </p:pic>
      <p:grpSp>
        <p:nvGrpSpPr>
          <p:cNvPr id="126" name="群組 125">
            <a:extLst>
              <a:ext uri="{FF2B5EF4-FFF2-40B4-BE49-F238E27FC236}">
                <a16:creationId xmlns:a16="http://schemas.microsoft.com/office/drawing/2014/main" id="{1D70DA70-60F2-4A8C-8EE9-F1DB40BE8DF9}"/>
              </a:ext>
            </a:extLst>
          </p:cNvPr>
          <p:cNvGrpSpPr/>
          <p:nvPr/>
        </p:nvGrpSpPr>
        <p:grpSpPr>
          <a:xfrm>
            <a:off x="4072110" y="2378109"/>
            <a:ext cx="91347" cy="87628"/>
            <a:chOff x="1373392" y="2391862"/>
            <a:chExt cx="479433" cy="476535"/>
          </a:xfrm>
        </p:grpSpPr>
        <p:sp>
          <p:nvSpPr>
            <p:cNvPr id="127" name="箭號: 向右 126">
              <a:extLst>
                <a:ext uri="{FF2B5EF4-FFF2-40B4-BE49-F238E27FC236}">
                  <a16:creationId xmlns:a16="http://schemas.microsoft.com/office/drawing/2014/main" id="{00F0F6A6-17CB-4707-AE77-8F60CB2D790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8" name="箭號: 向右 127">
              <a:extLst>
                <a:ext uri="{FF2B5EF4-FFF2-40B4-BE49-F238E27FC236}">
                  <a16:creationId xmlns:a16="http://schemas.microsoft.com/office/drawing/2014/main" id="{575BCAD1-04CC-40B7-89B0-F134E60F582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/>
              <p:nvPr/>
            </p:nvSpPr>
            <p:spPr>
              <a:xfrm>
                <a:off x="3935733" y="2003274"/>
                <a:ext cx="346469" cy="415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29" name="文字方塊 128">
                <a:extLst>
                  <a:ext uri="{FF2B5EF4-FFF2-40B4-BE49-F238E27FC236}">
                    <a16:creationId xmlns:a16="http://schemas.microsoft.com/office/drawing/2014/main" id="{805928A4-2681-4937-BBD9-EADC350EF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733" y="2003274"/>
                <a:ext cx="346469" cy="415583"/>
              </a:xfrm>
              <a:prstGeom prst="rect">
                <a:avLst/>
              </a:prstGeom>
              <a:blipFill>
                <a:blip r:embed="rId4"/>
                <a:stretch>
                  <a:fillRect r="-21429" b="-7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/>
              <p:nvPr/>
            </p:nvSpPr>
            <p:spPr>
              <a:xfrm>
                <a:off x="4094862" y="2232706"/>
                <a:ext cx="306974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130" name="文字方塊 129">
                <a:extLst>
                  <a:ext uri="{FF2B5EF4-FFF2-40B4-BE49-F238E27FC236}">
                    <a16:creationId xmlns:a16="http://schemas.microsoft.com/office/drawing/2014/main" id="{6B83F5A1-82ED-4BEB-8127-0DD3EDBE3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862" y="2232706"/>
                <a:ext cx="306974" cy="391905"/>
              </a:xfrm>
              <a:prstGeom prst="rect">
                <a:avLst/>
              </a:prstGeom>
              <a:blipFill>
                <a:blip r:embed="rId5"/>
                <a:stretch>
                  <a:fillRect r="-26000"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/>
              <p:nvPr/>
            </p:nvSpPr>
            <p:spPr>
              <a:xfrm>
                <a:off x="3739708" y="2625964"/>
                <a:ext cx="515516" cy="331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00" dirty="0"/>
              </a:p>
            </p:txBody>
          </p:sp>
        </mc:Choice>
        <mc:Fallback>
          <p:sp>
            <p:nvSpPr>
              <p:cNvPr id="131" name="文字方塊 130">
                <a:extLst>
                  <a:ext uri="{FF2B5EF4-FFF2-40B4-BE49-F238E27FC236}">
                    <a16:creationId xmlns:a16="http://schemas.microsoft.com/office/drawing/2014/main" id="{1BDE2B21-487B-4A73-9810-0757B46A2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708" y="2625964"/>
                <a:ext cx="515516" cy="331612"/>
              </a:xfrm>
              <a:prstGeom prst="rect">
                <a:avLst/>
              </a:prstGeom>
              <a:blipFill>
                <a:blip r:embed="rId6"/>
                <a:stretch>
                  <a:fillRect r="-16471" b="-92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圖片 20">
            <a:extLst>
              <a:ext uri="{FF2B5EF4-FFF2-40B4-BE49-F238E27FC236}">
                <a16:creationId xmlns:a16="http://schemas.microsoft.com/office/drawing/2014/main" id="{B38C4C83-08E7-446F-AEAF-D7DB192322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9963" y="1957150"/>
            <a:ext cx="990086" cy="99329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73230D92-B59E-4358-A25E-BB91A83C14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4606" y="3487476"/>
            <a:ext cx="990086" cy="1007970"/>
          </a:xfrm>
          <a:prstGeom prst="rect">
            <a:avLst/>
          </a:prstGeom>
        </p:spPr>
      </p:pic>
      <p:pic>
        <p:nvPicPr>
          <p:cNvPr id="115" name="圖片 114">
            <a:extLst>
              <a:ext uri="{FF2B5EF4-FFF2-40B4-BE49-F238E27FC236}">
                <a16:creationId xmlns:a16="http://schemas.microsoft.com/office/drawing/2014/main" id="{98CD3D20-EFE7-4F5D-BDB9-A4E85C4BD8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4329" y="1957107"/>
            <a:ext cx="990086" cy="993376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237614FB-716D-49B5-8923-FBC6FEBB86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4329" y="3494816"/>
            <a:ext cx="990086" cy="993290"/>
          </a:xfrm>
          <a:prstGeom prst="rect">
            <a:avLst/>
          </a:prstGeom>
        </p:spPr>
      </p:pic>
      <p:pic>
        <p:nvPicPr>
          <p:cNvPr id="117" name="圖片 116">
            <a:extLst>
              <a:ext uri="{FF2B5EF4-FFF2-40B4-BE49-F238E27FC236}">
                <a16:creationId xmlns:a16="http://schemas.microsoft.com/office/drawing/2014/main" id="{BDA9D0BB-9BAC-4798-A355-D9231F3E55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6875" y="1958751"/>
            <a:ext cx="990086" cy="990088"/>
          </a:xfrm>
          <a:prstGeom prst="rect">
            <a:avLst/>
          </a:prstGeom>
        </p:spPr>
      </p:pic>
      <p:pic>
        <p:nvPicPr>
          <p:cNvPr id="118" name="圖片 117">
            <a:extLst>
              <a:ext uri="{FF2B5EF4-FFF2-40B4-BE49-F238E27FC236}">
                <a16:creationId xmlns:a16="http://schemas.microsoft.com/office/drawing/2014/main" id="{131A593F-BDC4-4B23-9CDD-E84021EF44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6875" y="3498017"/>
            <a:ext cx="990086" cy="986888"/>
          </a:xfrm>
          <a:prstGeom prst="rect">
            <a:avLst/>
          </a:prstGeom>
        </p:spPr>
      </p:pic>
      <p:pic>
        <p:nvPicPr>
          <p:cNvPr id="119" name="圖片 118">
            <a:extLst>
              <a:ext uri="{FF2B5EF4-FFF2-40B4-BE49-F238E27FC236}">
                <a16:creationId xmlns:a16="http://schemas.microsoft.com/office/drawing/2014/main" id="{EBA9BF88-FE46-4F65-ABC9-2458DE7DD9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9600" y="1955543"/>
            <a:ext cx="990086" cy="996505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DE169C83-857F-4377-998D-64946CE3BC0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9600" y="3495617"/>
            <a:ext cx="990086" cy="991688"/>
          </a:xfrm>
          <a:prstGeom prst="rect">
            <a:avLst/>
          </a:prstGeom>
        </p:spPr>
      </p:pic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54CD8412-5646-4D95-9FF4-C47119D3F5B7}"/>
              </a:ext>
            </a:extLst>
          </p:cNvPr>
          <p:cNvCxnSpPr>
            <a:cxnSpLocks/>
            <a:stCxn id="21" idx="2"/>
            <a:endCxn id="113" idx="0"/>
          </p:cNvCxnSpPr>
          <p:nvPr/>
        </p:nvCxnSpPr>
        <p:spPr>
          <a:xfrm rot="5400000">
            <a:off x="6343329" y="693939"/>
            <a:ext cx="545177" cy="5058178"/>
          </a:xfrm>
          <a:prstGeom prst="bentConnector3">
            <a:avLst>
              <a:gd name="adj1" fmla="val 50000"/>
            </a:avLst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/>
              <p:nvPr/>
            </p:nvSpPr>
            <p:spPr>
              <a:xfrm>
                <a:off x="3654666" y="4408755"/>
                <a:ext cx="948259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71EE5-2EF7-46EE-B254-3D52CA92B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666" y="4408755"/>
                <a:ext cx="948259" cy="39190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/>
              <p:nvPr/>
            </p:nvSpPr>
            <p:spPr>
              <a:xfrm>
                <a:off x="4641180" y="4408755"/>
                <a:ext cx="948259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0D9E3E0D-B926-4D12-81D4-8F073C67E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180" y="4408755"/>
                <a:ext cx="948259" cy="3919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/>
              <p:nvPr/>
            </p:nvSpPr>
            <p:spPr>
              <a:xfrm>
                <a:off x="3405784" y="2880340"/>
                <a:ext cx="1180065" cy="403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𝑤𝑡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4C81B685-2E1C-4F73-A2AA-337ED9EDF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784" y="2880340"/>
                <a:ext cx="1180065" cy="40362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/>
              <p:nvPr/>
            </p:nvSpPr>
            <p:spPr>
              <a:xfrm>
                <a:off x="4641180" y="2880340"/>
                <a:ext cx="948259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B4AAD81-DCED-4D3D-9099-BD6EDD85B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180" y="2880340"/>
                <a:ext cx="948259" cy="39190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/>
              <p:nvPr/>
            </p:nvSpPr>
            <p:spPr>
              <a:xfrm>
                <a:off x="5655573" y="2880340"/>
                <a:ext cx="948259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0.4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DA807EA8-AAE7-4590-98BF-6AE76C27E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573" y="2880340"/>
                <a:ext cx="948259" cy="39190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/>
              <p:nvPr/>
            </p:nvSpPr>
            <p:spPr>
              <a:xfrm>
                <a:off x="6633959" y="2880340"/>
                <a:ext cx="9482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EE82138C-9928-4DD7-89C1-B67DF0D8A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959" y="2880340"/>
                <a:ext cx="948259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/>
              <p:nvPr/>
            </p:nvSpPr>
            <p:spPr>
              <a:xfrm>
                <a:off x="5618535" y="4408755"/>
                <a:ext cx="948259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1.4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46A512FE-782F-43FF-ABB1-13E4E693D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535" y="4408755"/>
                <a:ext cx="948259" cy="39190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/>
              <p:nvPr/>
            </p:nvSpPr>
            <p:spPr>
              <a:xfrm>
                <a:off x="6633959" y="4408755"/>
                <a:ext cx="9482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3D03F6AE-A8C5-4195-9C14-7934D7A2C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959" y="4408755"/>
                <a:ext cx="948259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CF2218C3-F1C0-4E8C-9410-FDAE86BE3FE4}"/>
                  </a:ext>
                </a:extLst>
              </p:cNvPr>
              <p:cNvSpPr txBox="1"/>
              <p:nvPr/>
            </p:nvSpPr>
            <p:spPr>
              <a:xfrm>
                <a:off x="8952952" y="2880340"/>
                <a:ext cx="948259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0.8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CF2218C3-F1C0-4E8C-9410-FDAE86BE3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2952" y="2880340"/>
                <a:ext cx="948259" cy="39190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EAFB435F-64EC-4886-B5FE-48DE2C55C289}"/>
                  </a:ext>
                </a:extLst>
              </p:cNvPr>
              <p:cNvSpPr txBox="1"/>
              <p:nvPr/>
            </p:nvSpPr>
            <p:spPr>
              <a:xfrm>
                <a:off x="8627027" y="4408755"/>
                <a:ext cx="948259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1.8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EAFB435F-64EC-4886-B5FE-48DE2C55C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027" y="4408755"/>
                <a:ext cx="948259" cy="39190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34001662-28D6-491D-85D1-C9EE4F73081E}"/>
              </a:ext>
            </a:extLst>
          </p:cNvPr>
          <p:cNvSpPr/>
          <p:nvPr/>
        </p:nvSpPr>
        <p:spPr>
          <a:xfrm>
            <a:off x="17337" y="635000"/>
            <a:ext cx="3533583" cy="418577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50321" tIns="25160" rIns="50321" bIns="251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/>
          </a:p>
        </p:txBody>
      </p:sp>
      <p:pic>
        <p:nvPicPr>
          <p:cNvPr id="121" name="圖片 120">
            <a:extLst>
              <a:ext uri="{FF2B5EF4-FFF2-40B4-BE49-F238E27FC236}">
                <a16:creationId xmlns:a16="http://schemas.microsoft.com/office/drawing/2014/main" id="{D45147DC-C063-4FAE-B746-3B8DD7FC4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39" y="3055609"/>
            <a:ext cx="947320" cy="95038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913D6C16-D58B-4011-9376-787A078B98C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49872" y="1034881"/>
            <a:ext cx="947320" cy="942095"/>
          </a:xfrm>
          <a:prstGeom prst="rect">
            <a:avLst/>
          </a:prstGeom>
        </p:spPr>
      </p:pic>
      <p:pic>
        <p:nvPicPr>
          <p:cNvPr id="123" name="圖片 122">
            <a:extLst>
              <a:ext uri="{FF2B5EF4-FFF2-40B4-BE49-F238E27FC236}">
                <a16:creationId xmlns:a16="http://schemas.microsoft.com/office/drawing/2014/main" id="{5F62B439-F6E4-4FEB-B579-964C5820CB4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91298" y="3715364"/>
            <a:ext cx="947320" cy="947320"/>
          </a:xfrm>
          <a:prstGeom prst="rect">
            <a:avLst/>
          </a:prstGeom>
        </p:spPr>
      </p:pic>
      <p:pic>
        <p:nvPicPr>
          <p:cNvPr id="133" name="圖片 132">
            <a:extLst>
              <a:ext uri="{FF2B5EF4-FFF2-40B4-BE49-F238E27FC236}">
                <a16:creationId xmlns:a16="http://schemas.microsoft.com/office/drawing/2014/main" id="{7ED5C2F6-63EC-4721-BAC3-F5B096CF3FB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71803" y="1701782"/>
            <a:ext cx="947320" cy="947320"/>
          </a:xfrm>
          <a:prstGeom prst="rect">
            <a:avLst/>
          </a:prstGeom>
        </p:spPr>
      </p:pic>
      <p:cxnSp>
        <p:nvCxnSpPr>
          <p:cNvPr id="134" name="直線接點 133">
            <a:extLst>
              <a:ext uri="{FF2B5EF4-FFF2-40B4-BE49-F238E27FC236}">
                <a16:creationId xmlns:a16="http://schemas.microsoft.com/office/drawing/2014/main" id="{C98E6637-D3BD-4EA9-A8B0-AA46749AE33D}"/>
              </a:ext>
            </a:extLst>
          </p:cNvPr>
          <p:cNvCxnSpPr>
            <a:cxnSpLocks/>
          </p:cNvCxnSpPr>
          <p:nvPr/>
        </p:nvCxnSpPr>
        <p:spPr>
          <a:xfrm flipV="1">
            <a:off x="1100130" y="2924081"/>
            <a:ext cx="124423" cy="120373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5" name="直線接點 134">
            <a:extLst>
              <a:ext uri="{FF2B5EF4-FFF2-40B4-BE49-F238E27FC236}">
                <a16:creationId xmlns:a16="http://schemas.microsoft.com/office/drawing/2014/main" id="{AD5D7636-7737-4227-A0D3-B42830439FB1}"/>
              </a:ext>
            </a:extLst>
          </p:cNvPr>
          <p:cNvCxnSpPr>
            <a:cxnSpLocks/>
          </p:cNvCxnSpPr>
          <p:nvPr/>
        </p:nvCxnSpPr>
        <p:spPr>
          <a:xfrm>
            <a:off x="1112663" y="2642969"/>
            <a:ext cx="392197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7CD5E1F2-D5D4-4B61-A35A-1ADF29ACB5C3}"/>
              </a:ext>
            </a:extLst>
          </p:cNvPr>
          <p:cNvGrpSpPr/>
          <p:nvPr/>
        </p:nvGrpSpPr>
        <p:grpSpPr>
          <a:xfrm>
            <a:off x="1617370" y="1413740"/>
            <a:ext cx="100815" cy="96706"/>
            <a:chOff x="1260146" y="2391876"/>
            <a:chExt cx="479438" cy="476521"/>
          </a:xfrm>
        </p:grpSpPr>
        <p:sp>
          <p:nvSpPr>
            <p:cNvPr id="141" name="箭號: 向右 140">
              <a:extLst>
                <a:ext uri="{FF2B5EF4-FFF2-40B4-BE49-F238E27FC236}">
                  <a16:creationId xmlns:a16="http://schemas.microsoft.com/office/drawing/2014/main" id="{C01B1983-7072-4E2F-A057-6CA9B917FD31}"/>
                </a:ext>
              </a:extLst>
            </p:cNvPr>
            <p:cNvSpPr/>
            <p:nvPr/>
          </p:nvSpPr>
          <p:spPr>
            <a:xfrm>
              <a:off x="1298001" y="2735870"/>
              <a:ext cx="441583" cy="132527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50">
                <a:solidFill>
                  <a:schemeClr val="tx1"/>
                </a:solidFill>
              </a:endParaRPr>
            </a:p>
          </p:txBody>
        </p:sp>
        <p:sp>
          <p:nvSpPr>
            <p:cNvPr id="142" name="箭號: 向右 141">
              <a:extLst>
                <a:ext uri="{FF2B5EF4-FFF2-40B4-BE49-F238E27FC236}">
                  <a16:creationId xmlns:a16="http://schemas.microsoft.com/office/drawing/2014/main" id="{597A703C-C13F-4DDC-84FA-6DB811A28154}"/>
                </a:ext>
              </a:extLst>
            </p:cNvPr>
            <p:cNvSpPr/>
            <p:nvPr/>
          </p:nvSpPr>
          <p:spPr>
            <a:xfrm rot="16200000">
              <a:off x="1105621" y="2546401"/>
              <a:ext cx="441579" cy="132530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5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36A1B43D-B1ED-4884-80D8-15860B323C29}"/>
                  </a:ext>
                </a:extLst>
              </p:cNvPr>
              <p:cNvSpPr txBox="1"/>
              <p:nvPr/>
            </p:nvSpPr>
            <p:spPr>
              <a:xfrm>
                <a:off x="669670" y="670606"/>
                <a:ext cx="2201987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2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36A1B43D-B1ED-4884-80D8-15860B323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70" y="670606"/>
                <a:ext cx="2201987" cy="36445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7888D637-7A65-48A1-B359-3C50AE922E6E}"/>
              </a:ext>
            </a:extLst>
          </p:cNvPr>
          <p:cNvCxnSpPr>
            <a:cxnSpLocks/>
          </p:cNvCxnSpPr>
          <p:nvPr/>
        </p:nvCxnSpPr>
        <p:spPr>
          <a:xfrm>
            <a:off x="2092204" y="3075333"/>
            <a:ext cx="551002" cy="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7" name="圖片 146">
            <a:extLst>
              <a:ext uri="{FF2B5EF4-FFF2-40B4-BE49-F238E27FC236}">
                <a16:creationId xmlns:a16="http://schemas.microsoft.com/office/drawing/2014/main" id="{C385E4B8-49E2-401A-BDCD-1DC00487CEC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13488" y="2262070"/>
            <a:ext cx="1142446" cy="11863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5CE5C268-5FAE-46C4-98CE-3F9889A3BAF4}"/>
                  </a:ext>
                </a:extLst>
              </p:cNvPr>
              <p:cNvSpPr txBox="1"/>
              <p:nvPr/>
            </p:nvSpPr>
            <p:spPr>
              <a:xfrm>
                <a:off x="1165611" y="1709634"/>
                <a:ext cx="805391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200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5CE5C268-5FAE-46C4-98CE-3F9889A3B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611" y="1709634"/>
                <a:ext cx="805391" cy="3644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53796E4A-5559-49BD-AF71-5B7147563642}"/>
              </a:ext>
            </a:extLst>
          </p:cNvPr>
          <p:cNvCxnSpPr>
            <a:cxnSpLocks/>
          </p:cNvCxnSpPr>
          <p:nvPr/>
        </p:nvCxnSpPr>
        <p:spPr>
          <a:xfrm flipV="1">
            <a:off x="2349586" y="2512944"/>
            <a:ext cx="301312" cy="291506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5BDFB8BA-CE49-4161-85D5-5DD49850C32A}"/>
                  </a:ext>
                </a:extLst>
              </p:cNvPr>
              <p:cNvSpPr txBox="1"/>
              <p:nvPr/>
            </p:nvSpPr>
            <p:spPr>
              <a:xfrm>
                <a:off x="1309709" y="1973951"/>
                <a:ext cx="941465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5BDFB8BA-CE49-4161-85D5-5DD49850C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709" y="1973951"/>
                <a:ext cx="941465" cy="364454"/>
              </a:xfrm>
              <a:prstGeom prst="rect">
                <a:avLst/>
              </a:prstGeom>
              <a:blipFill>
                <a:blip r:embed="rId31"/>
                <a:stretch>
                  <a:fillRect t="-75000" r="-16234" b="-9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BACE8BE8-98A8-47D4-A894-E593D3151223}"/>
                  </a:ext>
                </a:extLst>
              </p:cNvPr>
              <p:cNvSpPr txBox="1"/>
              <p:nvPr/>
            </p:nvSpPr>
            <p:spPr>
              <a:xfrm>
                <a:off x="1245631" y="3369182"/>
                <a:ext cx="1069621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BACE8BE8-98A8-47D4-A894-E593D3151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31" y="3369182"/>
                <a:ext cx="1069621" cy="364454"/>
              </a:xfrm>
              <a:prstGeom prst="rect">
                <a:avLst/>
              </a:prstGeom>
              <a:blipFill>
                <a:blip r:embed="rId32"/>
                <a:stretch>
                  <a:fillRect t="-76271" r="-7955" b="-983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C5EC4751-B101-417D-845B-1920D10CCFF9}"/>
              </a:ext>
            </a:extLst>
          </p:cNvPr>
          <p:cNvGrpSpPr/>
          <p:nvPr/>
        </p:nvGrpSpPr>
        <p:grpSpPr>
          <a:xfrm>
            <a:off x="2115604" y="1018965"/>
            <a:ext cx="415884" cy="975608"/>
            <a:chOff x="1949285" y="3357497"/>
            <a:chExt cx="316088" cy="741500"/>
          </a:xfrm>
        </p:grpSpPr>
        <p:pic>
          <p:nvPicPr>
            <p:cNvPr id="153" name="圖片 152">
              <a:extLst>
                <a:ext uri="{FF2B5EF4-FFF2-40B4-BE49-F238E27FC236}">
                  <a16:creationId xmlns:a16="http://schemas.microsoft.com/office/drawing/2014/main" id="{D65DEE9E-00BA-43EA-A664-89A4FEF743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30545"/>
            <a:stretch/>
          </p:blipFill>
          <p:spPr>
            <a:xfrm>
              <a:off x="1949285" y="3357563"/>
              <a:ext cx="215271" cy="740568"/>
            </a:xfrm>
            <a:prstGeom prst="rect">
              <a:avLst/>
            </a:prstGeom>
          </p:spPr>
        </p:pic>
        <p:pic>
          <p:nvPicPr>
            <p:cNvPr id="154" name="圖片 153">
              <a:extLst>
                <a:ext uri="{FF2B5EF4-FFF2-40B4-BE49-F238E27FC236}">
                  <a16:creationId xmlns:a16="http://schemas.microsoft.com/office/drawing/2014/main" id="{631BF012-305C-4AE1-8D76-FF78CF6CB6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8028"/>
            <a:stretch/>
          </p:blipFill>
          <p:spPr>
            <a:xfrm>
              <a:off x="2162175" y="3357497"/>
              <a:ext cx="103198" cy="7415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188C3FBE-95E0-4051-B26F-D91B5C821BF6}"/>
                  </a:ext>
                </a:extLst>
              </p:cNvPr>
              <p:cNvSpPr txBox="1"/>
              <p:nvPr/>
            </p:nvSpPr>
            <p:spPr>
              <a:xfrm rot="5400000">
                <a:off x="2034776" y="1199363"/>
                <a:ext cx="444014" cy="404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>
          <p:sp>
            <p:nvSpPr>
              <p:cNvPr id="155" name="文字方塊 154">
                <a:extLst>
                  <a:ext uri="{FF2B5EF4-FFF2-40B4-BE49-F238E27FC236}">
                    <a16:creationId xmlns:a16="http://schemas.microsoft.com/office/drawing/2014/main" id="{188C3FBE-95E0-4051-B26F-D91B5C821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2034776" y="1199363"/>
                <a:ext cx="444014" cy="40494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1AD1AE69-3A8E-450B-8CF2-B8D625DDD379}"/>
                  </a:ext>
                </a:extLst>
              </p:cNvPr>
              <p:cNvSpPr txBox="1"/>
              <p:nvPr/>
            </p:nvSpPr>
            <p:spPr>
              <a:xfrm>
                <a:off x="1014001" y="3662174"/>
                <a:ext cx="1513325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156" name="文字方塊 155">
                <a:extLst>
                  <a:ext uri="{FF2B5EF4-FFF2-40B4-BE49-F238E27FC236}">
                    <a16:creationId xmlns:a16="http://schemas.microsoft.com/office/drawing/2014/main" id="{1AD1AE69-3A8E-450B-8CF2-B8D625DDD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001" y="3662174"/>
                <a:ext cx="1513325" cy="36445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C42589C-0DF8-4917-A6DC-CF264D82FB2C}"/>
                  </a:ext>
                </a:extLst>
              </p:cNvPr>
              <p:cNvSpPr txBox="1"/>
              <p:nvPr/>
            </p:nvSpPr>
            <p:spPr>
              <a:xfrm>
                <a:off x="11693" y="1638985"/>
                <a:ext cx="1275579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157" name="文字方塊 156">
                <a:extLst>
                  <a:ext uri="{FF2B5EF4-FFF2-40B4-BE49-F238E27FC236}">
                    <a16:creationId xmlns:a16="http://schemas.microsoft.com/office/drawing/2014/main" id="{8C42589C-0DF8-4917-A6DC-CF264D82F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3" y="1638985"/>
                <a:ext cx="1275579" cy="36445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8A2C402A-5AFD-4FF1-AACC-FD3B2FFA6961}"/>
                  </a:ext>
                </a:extLst>
              </p:cNvPr>
              <p:cNvSpPr txBox="1"/>
              <p:nvPr/>
            </p:nvSpPr>
            <p:spPr>
              <a:xfrm>
                <a:off x="164631" y="2965382"/>
                <a:ext cx="969703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158" name="文字方塊 157">
                <a:extLst>
                  <a:ext uri="{FF2B5EF4-FFF2-40B4-BE49-F238E27FC236}">
                    <a16:creationId xmlns:a16="http://schemas.microsoft.com/office/drawing/2014/main" id="{8A2C402A-5AFD-4FF1-AACC-FD3B2FFA6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31" y="2965382"/>
                <a:ext cx="969703" cy="36445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字方塊 161">
                <a:extLst>
                  <a:ext uri="{FF2B5EF4-FFF2-40B4-BE49-F238E27FC236}">
                    <a16:creationId xmlns:a16="http://schemas.microsoft.com/office/drawing/2014/main" id="{F88AE6E6-3807-4800-9E50-A7A0C8EA96DE}"/>
                  </a:ext>
                </a:extLst>
              </p:cNvPr>
              <p:cNvSpPr txBox="1"/>
              <p:nvPr/>
            </p:nvSpPr>
            <p:spPr>
              <a:xfrm>
                <a:off x="46743" y="57885"/>
                <a:ext cx="3303604" cy="58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900" b="0" i="0" smtClean="0">
                          <a:latin typeface="Cambria Math" panose="02040503050406030204" pitchFamily="18" charset="0"/>
                        </a:rPr>
                        <m:t>Re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19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zh-TW" altLang="en-US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,−1,</m:t>
                              </m:r>
                              <m:r>
                                <a:rPr lang="en-US" altLang="zh-TW" sz="19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sz="19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1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US" altLang="zh-TW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TW" sz="19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TW" sz="19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TW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TW" sz="19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1900" dirty="0"/>
              </a:p>
            </p:txBody>
          </p:sp>
        </mc:Choice>
        <mc:Fallback xmlns="">
          <p:sp>
            <p:nvSpPr>
              <p:cNvPr id="162" name="文字方塊 161">
                <a:extLst>
                  <a:ext uri="{FF2B5EF4-FFF2-40B4-BE49-F238E27FC236}">
                    <a16:creationId xmlns:a16="http://schemas.microsoft.com/office/drawing/2014/main" id="{F88AE6E6-3807-4800-9E50-A7A0C8EA9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3" y="57885"/>
                <a:ext cx="3303604" cy="589200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3" name="圖形 162">
            <a:extLst>
              <a:ext uri="{FF2B5EF4-FFF2-40B4-BE49-F238E27FC236}">
                <a16:creationId xmlns:a16="http://schemas.microsoft.com/office/drawing/2014/main" id="{BF1F3A28-EE44-4B11-8D5A-DE6E475C4E90}"/>
              </a:ext>
            </a:extLst>
          </p:cNvPr>
          <p:cNvPicPr>
            <a:picLocks noChangeAspect="1"/>
          </p:cNvPicPr>
          <p:nvPr/>
        </p:nvPicPr>
        <p:blipFill rotWithShape="1"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26840" r="46872"/>
          <a:stretch/>
        </p:blipFill>
        <p:spPr>
          <a:xfrm>
            <a:off x="548505" y="254676"/>
            <a:ext cx="235745" cy="212400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72DEB4CE-368A-4899-A3AA-07219F2888FF}"/>
              </a:ext>
            </a:extLst>
          </p:cNvPr>
          <p:cNvGrpSpPr/>
          <p:nvPr/>
        </p:nvGrpSpPr>
        <p:grpSpPr>
          <a:xfrm>
            <a:off x="3664153" y="1144819"/>
            <a:ext cx="4236031" cy="589200"/>
            <a:chOff x="3994353" y="116119"/>
            <a:chExt cx="4236031" cy="589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EA25B76A-AC3A-4DF3-A517-C23F104FC133}"/>
                    </a:ext>
                  </a:extLst>
                </p:cNvPr>
                <p:cNvSpPr/>
                <p:nvPr/>
              </p:nvSpPr>
              <p:spPr>
                <a:xfrm>
                  <a:off x="3994353" y="116119"/>
                  <a:ext cx="4236031" cy="58920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9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19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TW" altLang="en-US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   </m:t>
                                </m:r>
                              </m:e>
                              <m:sub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9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−1,−1,2</m:t>
                                </m:r>
                              </m:sub>
                              <m:sup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𝒛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900" b="1" i="1"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∥</m:t>
                                    </m:r>
                                  </m:sub>
                                </m:sSub>
                                <m:r>
                                  <a:rPr lang="en-US" altLang="zh-TW" sz="19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=0, 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altLang="zh-TW" sz="19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US" altLang="zh-TW" sz="19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sSup>
                              <m:sSupPr>
                                <m:ctrlP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US" altLang="zh-TW" sz="19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zh-TW" altLang="en-US" sz="19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1" name="矩形 160">
                  <a:extLst>
                    <a:ext uri="{FF2B5EF4-FFF2-40B4-BE49-F238E27FC236}">
                      <a16:creationId xmlns:a16="http://schemas.microsoft.com/office/drawing/2014/main" id="{EA25B76A-AC3A-4DF3-A517-C23F104FC1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94353" y="116119"/>
                  <a:ext cx="4236031" cy="589200"/>
                </a:xfrm>
                <a:prstGeom prst="rect">
                  <a:avLst/>
                </a:prstGeom>
                <a:blipFill>
                  <a:blip r:embed="rId7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4" name="圖形 163">
              <a:extLst>
                <a:ext uri="{FF2B5EF4-FFF2-40B4-BE49-F238E27FC236}">
                  <a16:creationId xmlns:a16="http://schemas.microsoft.com/office/drawing/2014/main" id="{C9E8352B-3B0C-40B5-885D-D90C9FF67E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rcRect l="26840" r="46872"/>
            <a:stretch/>
          </p:blipFill>
          <p:spPr>
            <a:xfrm>
              <a:off x="4536305" y="305476"/>
              <a:ext cx="235745" cy="21240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123BAA55-7CA2-4E61-8750-0B9D71033260}"/>
                  </a:ext>
                </a:extLst>
              </p:cNvPr>
              <p:cNvSpPr txBox="1"/>
              <p:nvPr/>
            </p:nvSpPr>
            <p:spPr>
              <a:xfrm>
                <a:off x="1456292" y="1155510"/>
                <a:ext cx="382370" cy="383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50" dirty="0"/>
              </a:p>
            </p:txBody>
          </p:sp>
        </mc:Choice>
        <mc:Fallback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123BAA55-7CA2-4E61-8750-0B9D71033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292" y="1155510"/>
                <a:ext cx="382370" cy="383688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545CD70C-5A3C-478C-B897-5D72AC6C1475}"/>
                  </a:ext>
                </a:extLst>
              </p:cNvPr>
              <p:cNvSpPr txBox="1"/>
              <p:nvPr/>
            </p:nvSpPr>
            <p:spPr>
              <a:xfrm>
                <a:off x="1646238" y="1327050"/>
                <a:ext cx="338785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sz="115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50" dirty="0"/>
              </a:p>
            </p:txBody>
          </p:sp>
        </mc:Choice>
        <mc:Fallback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545CD70C-5A3C-478C-B897-5D72AC6C1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238" y="1327050"/>
                <a:ext cx="338785" cy="364454"/>
              </a:xfrm>
              <a:prstGeom prst="rect">
                <a:avLst/>
              </a:prstGeom>
              <a:blipFill>
                <a:blip r:embed="rId7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4" name="圖片 123">
            <a:extLst>
              <a:ext uri="{FF2B5EF4-FFF2-40B4-BE49-F238E27FC236}">
                <a16:creationId xmlns:a16="http://schemas.microsoft.com/office/drawing/2014/main" id="{9B6DACD0-9BE3-4248-BF04-D87E46ADA351}"/>
              </a:ext>
            </a:extLst>
      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2543518" y="3046421"/>
            <a:ext cx="947320" cy="947320"/>
          </a:xfrm>
          <a:prstGeom prst="rect">
            <a:avLst/>
          </a:prstGeom>
        </p:spPr>
      </p:pic>
      <p:pic>
        <p:nvPicPr>
          <p:cNvPr id="125" name="圖片 124">
            <a:extLst>
              <a:ext uri="{FF2B5EF4-FFF2-40B4-BE49-F238E27FC236}">
                <a16:creationId xmlns:a16="http://schemas.microsoft.com/office/drawing/2014/main" id="{3ECF4EA7-468E-41C7-A474-F56423ED7894}"/>
              </a:ext>
            </a:extLst>
      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538743" y="1712760"/>
            <a:ext cx="947320" cy="9473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EE0BD7D5-BE93-4F9D-9071-8786BEFBAA2F}"/>
                  </a:ext>
                </a:extLst>
              </p:cNvPr>
              <p:cNvSpPr txBox="1"/>
              <p:nvPr/>
            </p:nvSpPr>
            <p:spPr>
              <a:xfrm>
                <a:off x="2251809" y="1638985"/>
                <a:ext cx="1513325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EE0BD7D5-BE93-4F9D-9071-8786BEFBA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809" y="1638985"/>
                <a:ext cx="1513325" cy="364454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C7CC62A-9E12-4A2A-A56C-B52B191BBE20}"/>
                  </a:ext>
                </a:extLst>
              </p:cNvPr>
              <p:cNvSpPr txBox="1"/>
              <p:nvPr/>
            </p:nvSpPr>
            <p:spPr>
              <a:xfrm>
                <a:off x="2358374" y="2965382"/>
                <a:ext cx="1300196" cy="3644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2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7C7CC62A-9E12-4A2A-A56C-B52B191BB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374" y="2965382"/>
                <a:ext cx="1300196" cy="364454"/>
              </a:xfrm>
              <a:prstGeom prst="rect">
                <a:avLst/>
              </a:prstGeom>
              <a:blipFill>
                <a:blip r:embed="rId8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F4878207-C015-4779-A8D7-7F2B72ABCDCF}"/>
                  </a:ext>
                </a:extLst>
              </p:cNvPr>
              <p:cNvSpPr txBox="1"/>
              <p:nvPr/>
            </p:nvSpPr>
            <p:spPr>
              <a:xfrm>
                <a:off x="10739886" y="503854"/>
                <a:ext cx="419861" cy="310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F4878207-C015-4779-A8D7-7F2B72ABC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9886" y="503854"/>
                <a:ext cx="419861" cy="310480"/>
              </a:xfrm>
              <a:prstGeom prst="rect">
                <a:avLst/>
              </a:prstGeom>
              <a:blipFill>
                <a:blip r:embed="rId8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FF82CAE5-AFFC-4000-8930-4FF877D57ABC}"/>
                  </a:ext>
                </a:extLst>
              </p:cNvPr>
              <p:cNvSpPr txBox="1"/>
              <p:nvPr/>
            </p:nvSpPr>
            <p:spPr>
              <a:xfrm>
                <a:off x="10739886" y="1471656"/>
                <a:ext cx="419861" cy="310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TW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FF82CAE5-AFFC-4000-8930-4FF877D57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9886" y="1471656"/>
                <a:ext cx="419861" cy="310480"/>
              </a:xfrm>
              <a:prstGeom prst="rect">
                <a:avLst/>
              </a:prstGeom>
              <a:blipFill>
                <a:blip r:embed="rId8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6" name="圖片 85">
            <a:extLst>
              <a:ext uri="{FF2B5EF4-FFF2-40B4-BE49-F238E27FC236}">
                <a16:creationId xmlns:a16="http://schemas.microsoft.com/office/drawing/2014/main" id="{73261A16-5715-4198-B3F8-5CB1397D67A0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0545"/>
          <a:stretch/>
        </p:blipFill>
        <p:spPr>
          <a:xfrm>
            <a:off x="10496739" y="618186"/>
            <a:ext cx="296256" cy="10697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41D3B2AA-AA25-4EDD-8A07-8CF9FA88925D}"/>
                  </a:ext>
                </a:extLst>
              </p:cNvPr>
              <p:cNvSpPr txBox="1"/>
              <p:nvPr/>
            </p:nvSpPr>
            <p:spPr>
              <a:xfrm>
                <a:off x="10430210" y="1027299"/>
                <a:ext cx="378015" cy="263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10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1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10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10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100" dirty="0"/>
              </a:p>
            </p:txBody>
          </p:sp>
        </mc:Choice>
        <mc:Fallback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41D3B2AA-AA25-4EDD-8A07-8CF9FA889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0210" y="1027299"/>
                <a:ext cx="378015" cy="263908"/>
              </a:xfrm>
              <a:prstGeom prst="rect">
                <a:avLst/>
              </a:prstGeom>
              <a:blipFill>
                <a:blip r:embed="rId8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555C00A4-5BBB-495A-BE32-A13AAC9EB8C2}"/>
              </a:ext>
            </a:extLst>
      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598532" y="1957008"/>
            <a:ext cx="990000" cy="99357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AA6EC91-9B84-41BC-A0C6-2618C6581CBC}"/>
              </a:ext>
            </a:extLst>
      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6598532" y="3495573"/>
            <a:ext cx="990000" cy="99177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078DCD1C-397A-43B3-9D43-AE9F858D14A5}"/>
                  </a:ext>
                </a:extLst>
              </p:cNvPr>
              <p:cNvSpPr txBox="1"/>
              <p:nvPr/>
            </p:nvSpPr>
            <p:spPr>
              <a:xfrm>
                <a:off x="7693699" y="2880340"/>
                <a:ext cx="948259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0.6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078DCD1C-397A-43B3-9D43-AE9F858D1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699" y="2880340"/>
                <a:ext cx="948259" cy="391905"/>
              </a:xfrm>
              <a:prstGeom prst="rect">
                <a:avLst/>
              </a:prstGeom>
              <a:blipFill>
                <a:blip r:embed="rId8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80A73AAF-B947-45F5-80CC-4EC219FD6DD8}"/>
                  </a:ext>
                </a:extLst>
              </p:cNvPr>
              <p:cNvSpPr txBox="1"/>
              <p:nvPr/>
            </p:nvSpPr>
            <p:spPr>
              <a:xfrm>
                <a:off x="7693699" y="4408755"/>
                <a:ext cx="948259" cy="391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1.6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𝜋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80A73AAF-B947-45F5-80CC-4EC219FD6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3699" y="4408755"/>
                <a:ext cx="948259" cy="391905"/>
              </a:xfrm>
              <a:prstGeom prst="rect">
                <a:avLst/>
              </a:prstGeom>
              <a:blipFill>
                <a:blip r:embed="rId8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067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5884</TotalTime>
  <Words>277</Words>
  <Application>Microsoft Office PowerPoint</Application>
  <PresentationFormat>自訂</PresentationFormat>
  <Paragraphs>155</Paragraphs>
  <Slides>6</Slides>
  <Notes>0</Notes>
  <HiddenSlides>5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100</cp:revision>
  <dcterms:created xsi:type="dcterms:W3CDTF">2026-04-27T03:03:02Z</dcterms:created>
  <dcterms:modified xsi:type="dcterms:W3CDTF">2026-07-13T05:38:34Z</dcterms:modified>
</cp:coreProperties>
</file>