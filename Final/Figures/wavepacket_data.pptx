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7" r:id="rId3"/>
    <p:sldId id="276" r:id="rId4"/>
    <p:sldId id="281" r:id="rId5"/>
    <p:sldId id="282" r:id="rId6"/>
    <p:sldId id="283" r:id="rId7"/>
    <p:sldId id="284" r:id="rId8"/>
    <p:sldId id="285" r:id="rId9"/>
  </p:sldIdLst>
  <p:sldSz cx="989965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58" autoAdjust="0"/>
    <p:restoredTop sz="94660"/>
  </p:normalViewPr>
  <p:slideViewPr>
    <p:cSldViewPr snapToGrid="0">
      <p:cViewPr varScale="1">
        <p:scale>
          <a:sx n="62" d="100"/>
          <a:sy n="62" d="100"/>
        </p:scale>
        <p:origin x="19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474" y="1767462"/>
            <a:ext cx="8414703" cy="3759917"/>
          </a:xfrm>
        </p:spPr>
        <p:txBody>
          <a:bodyPr anchor="b"/>
          <a:lstStyle>
            <a:lvl1pPr algn="ctr">
              <a:defRPr sz="649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456" y="5672376"/>
            <a:ext cx="7424738" cy="2607442"/>
          </a:xfrm>
        </p:spPr>
        <p:txBody>
          <a:bodyPr/>
          <a:lstStyle>
            <a:lvl1pPr marL="0" indent="0" algn="ctr">
              <a:buNone/>
              <a:defRPr sz="2598"/>
            </a:lvl1pPr>
            <a:lvl2pPr marL="494965" indent="0" algn="ctr">
              <a:buNone/>
              <a:defRPr sz="2165"/>
            </a:lvl2pPr>
            <a:lvl3pPr marL="989929" indent="0" algn="ctr">
              <a:buNone/>
              <a:defRPr sz="1949"/>
            </a:lvl3pPr>
            <a:lvl4pPr marL="1484894" indent="0" algn="ctr">
              <a:buNone/>
              <a:defRPr sz="1732"/>
            </a:lvl4pPr>
            <a:lvl5pPr marL="1979859" indent="0" algn="ctr">
              <a:buNone/>
              <a:defRPr sz="1732"/>
            </a:lvl5pPr>
            <a:lvl6pPr marL="2474824" indent="0" algn="ctr">
              <a:buNone/>
              <a:defRPr sz="1732"/>
            </a:lvl6pPr>
            <a:lvl7pPr marL="2969788" indent="0" algn="ctr">
              <a:buNone/>
              <a:defRPr sz="1732"/>
            </a:lvl7pPr>
            <a:lvl8pPr marL="3464753" indent="0" algn="ctr">
              <a:buNone/>
              <a:defRPr sz="1732"/>
            </a:lvl8pPr>
            <a:lvl9pPr marL="3959718" indent="0" algn="ctr">
              <a:buNone/>
              <a:defRPr sz="173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80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11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445" y="2692444"/>
            <a:ext cx="8538448" cy="4492401"/>
          </a:xfrm>
        </p:spPr>
        <p:txBody>
          <a:bodyPr anchor="b"/>
          <a:lstStyle>
            <a:lvl1pPr>
              <a:defRPr sz="649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445" y="7227345"/>
            <a:ext cx="8538448" cy="2362447"/>
          </a:xfrm>
        </p:spPr>
        <p:txBody>
          <a:bodyPr/>
          <a:lstStyle>
            <a:lvl1pPr marL="0" indent="0">
              <a:buNone/>
              <a:defRPr sz="2598">
                <a:solidFill>
                  <a:schemeClr val="tx1"/>
                </a:solidFill>
              </a:defRPr>
            </a:lvl1pPr>
            <a:lvl2pPr marL="494965" indent="0">
              <a:buNone/>
              <a:defRPr sz="2165">
                <a:solidFill>
                  <a:schemeClr val="tx1">
                    <a:tint val="75000"/>
                  </a:schemeClr>
                </a:solidFill>
              </a:defRPr>
            </a:lvl2pPr>
            <a:lvl3pPr marL="989929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3pPr>
            <a:lvl4pPr marL="1484894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4pPr>
            <a:lvl5pPr marL="1979859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5pPr>
            <a:lvl6pPr marL="2474824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6pPr>
            <a:lvl7pPr marL="2969788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7pPr>
            <a:lvl8pPr marL="3464753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8pPr>
            <a:lvl9pPr marL="3959718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11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601" y="2874937"/>
            <a:ext cx="4207351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1698" y="2874937"/>
            <a:ext cx="4207351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10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574990"/>
            <a:ext cx="8538448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892" y="2647443"/>
            <a:ext cx="4188015" cy="1297471"/>
          </a:xfrm>
        </p:spPr>
        <p:txBody>
          <a:bodyPr anchor="b"/>
          <a:lstStyle>
            <a:lvl1pPr marL="0" indent="0">
              <a:buNone/>
              <a:defRPr sz="2598" b="1"/>
            </a:lvl1pPr>
            <a:lvl2pPr marL="494965" indent="0">
              <a:buNone/>
              <a:defRPr sz="2165" b="1"/>
            </a:lvl2pPr>
            <a:lvl3pPr marL="989929" indent="0">
              <a:buNone/>
              <a:defRPr sz="1949" b="1"/>
            </a:lvl3pPr>
            <a:lvl4pPr marL="1484894" indent="0">
              <a:buNone/>
              <a:defRPr sz="1732" b="1"/>
            </a:lvl4pPr>
            <a:lvl5pPr marL="1979859" indent="0">
              <a:buNone/>
              <a:defRPr sz="1732" b="1"/>
            </a:lvl5pPr>
            <a:lvl6pPr marL="2474824" indent="0">
              <a:buNone/>
              <a:defRPr sz="1732" b="1"/>
            </a:lvl6pPr>
            <a:lvl7pPr marL="2969788" indent="0">
              <a:buNone/>
              <a:defRPr sz="1732" b="1"/>
            </a:lvl7pPr>
            <a:lvl8pPr marL="3464753" indent="0">
              <a:buNone/>
              <a:defRPr sz="1732" b="1"/>
            </a:lvl8pPr>
            <a:lvl9pPr marL="3959718" indent="0">
              <a:buNone/>
              <a:defRPr sz="173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1892" y="3944914"/>
            <a:ext cx="4188015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698" y="2647443"/>
            <a:ext cx="4208641" cy="1297471"/>
          </a:xfrm>
        </p:spPr>
        <p:txBody>
          <a:bodyPr anchor="b"/>
          <a:lstStyle>
            <a:lvl1pPr marL="0" indent="0">
              <a:buNone/>
              <a:defRPr sz="2598" b="1"/>
            </a:lvl1pPr>
            <a:lvl2pPr marL="494965" indent="0">
              <a:buNone/>
              <a:defRPr sz="2165" b="1"/>
            </a:lvl2pPr>
            <a:lvl3pPr marL="989929" indent="0">
              <a:buNone/>
              <a:defRPr sz="1949" b="1"/>
            </a:lvl3pPr>
            <a:lvl4pPr marL="1484894" indent="0">
              <a:buNone/>
              <a:defRPr sz="1732" b="1"/>
            </a:lvl4pPr>
            <a:lvl5pPr marL="1979859" indent="0">
              <a:buNone/>
              <a:defRPr sz="1732" b="1"/>
            </a:lvl5pPr>
            <a:lvl6pPr marL="2474824" indent="0">
              <a:buNone/>
              <a:defRPr sz="1732" b="1"/>
            </a:lvl6pPr>
            <a:lvl7pPr marL="2969788" indent="0">
              <a:buNone/>
              <a:defRPr sz="1732" b="1"/>
            </a:lvl7pPr>
            <a:lvl8pPr marL="3464753" indent="0">
              <a:buNone/>
              <a:defRPr sz="1732" b="1"/>
            </a:lvl8pPr>
            <a:lvl9pPr marL="3959718" indent="0">
              <a:buNone/>
              <a:defRPr sz="173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1698" y="3944914"/>
            <a:ext cx="4208641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2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328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69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719984"/>
            <a:ext cx="3192895" cy="2519945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8641" y="1554968"/>
            <a:ext cx="5011698" cy="7674832"/>
          </a:xfrm>
        </p:spPr>
        <p:txBody>
          <a:bodyPr/>
          <a:lstStyle>
            <a:lvl1pPr>
              <a:defRPr sz="3464"/>
            </a:lvl1pPr>
            <a:lvl2pPr>
              <a:defRPr sz="3031"/>
            </a:lvl2pPr>
            <a:lvl3pPr>
              <a:defRPr sz="2598"/>
            </a:lvl3pPr>
            <a:lvl4pPr>
              <a:defRPr sz="2165"/>
            </a:lvl4pPr>
            <a:lvl5pPr>
              <a:defRPr sz="2165"/>
            </a:lvl5pPr>
            <a:lvl6pPr>
              <a:defRPr sz="2165"/>
            </a:lvl6pPr>
            <a:lvl7pPr>
              <a:defRPr sz="2165"/>
            </a:lvl7pPr>
            <a:lvl8pPr>
              <a:defRPr sz="2165"/>
            </a:lvl8pPr>
            <a:lvl9pPr>
              <a:defRPr sz="216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890" y="3239929"/>
            <a:ext cx="3192895" cy="6002369"/>
          </a:xfrm>
        </p:spPr>
        <p:txBody>
          <a:bodyPr/>
          <a:lstStyle>
            <a:lvl1pPr marL="0" indent="0">
              <a:buNone/>
              <a:defRPr sz="1732"/>
            </a:lvl1pPr>
            <a:lvl2pPr marL="494965" indent="0">
              <a:buNone/>
              <a:defRPr sz="1516"/>
            </a:lvl2pPr>
            <a:lvl3pPr marL="989929" indent="0">
              <a:buNone/>
              <a:defRPr sz="1299"/>
            </a:lvl3pPr>
            <a:lvl4pPr marL="1484894" indent="0">
              <a:buNone/>
              <a:defRPr sz="1083"/>
            </a:lvl4pPr>
            <a:lvl5pPr marL="1979859" indent="0">
              <a:buNone/>
              <a:defRPr sz="1083"/>
            </a:lvl5pPr>
            <a:lvl6pPr marL="2474824" indent="0">
              <a:buNone/>
              <a:defRPr sz="1083"/>
            </a:lvl6pPr>
            <a:lvl7pPr marL="2969788" indent="0">
              <a:buNone/>
              <a:defRPr sz="1083"/>
            </a:lvl7pPr>
            <a:lvl8pPr marL="3464753" indent="0">
              <a:buNone/>
              <a:defRPr sz="1083"/>
            </a:lvl8pPr>
            <a:lvl9pPr marL="395971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563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719984"/>
            <a:ext cx="3192895" cy="2519945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8641" y="1554968"/>
            <a:ext cx="5011698" cy="7674832"/>
          </a:xfrm>
        </p:spPr>
        <p:txBody>
          <a:bodyPr anchor="t"/>
          <a:lstStyle>
            <a:lvl1pPr marL="0" indent="0">
              <a:buNone/>
              <a:defRPr sz="3464"/>
            </a:lvl1pPr>
            <a:lvl2pPr marL="494965" indent="0">
              <a:buNone/>
              <a:defRPr sz="3031"/>
            </a:lvl2pPr>
            <a:lvl3pPr marL="989929" indent="0">
              <a:buNone/>
              <a:defRPr sz="2598"/>
            </a:lvl3pPr>
            <a:lvl4pPr marL="1484894" indent="0">
              <a:buNone/>
              <a:defRPr sz="2165"/>
            </a:lvl4pPr>
            <a:lvl5pPr marL="1979859" indent="0">
              <a:buNone/>
              <a:defRPr sz="2165"/>
            </a:lvl5pPr>
            <a:lvl6pPr marL="2474824" indent="0">
              <a:buNone/>
              <a:defRPr sz="2165"/>
            </a:lvl6pPr>
            <a:lvl7pPr marL="2969788" indent="0">
              <a:buNone/>
              <a:defRPr sz="2165"/>
            </a:lvl7pPr>
            <a:lvl8pPr marL="3464753" indent="0">
              <a:buNone/>
              <a:defRPr sz="2165"/>
            </a:lvl8pPr>
            <a:lvl9pPr marL="3959718" indent="0">
              <a:buNone/>
              <a:defRPr sz="216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890" y="3239929"/>
            <a:ext cx="3192895" cy="6002369"/>
          </a:xfrm>
        </p:spPr>
        <p:txBody>
          <a:bodyPr/>
          <a:lstStyle>
            <a:lvl1pPr marL="0" indent="0">
              <a:buNone/>
              <a:defRPr sz="1732"/>
            </a:lvl1pPr>
            <a:lvl2pPr marL="494965" indent="0">
              <a:buNone/>
              <a:defRPr sz="1516"/>
            </a:lvl2pPr>
            <a:lvl3pPr marL="989929" indent="0">
              <a:buNone/>
              <a:defRPr sz="1299"/>
            </a:lvl3pPr>
            <a:lvl4pPr marL="1484894" indent="0">
              <a:buNone/>
              <a:defRPr sz="1083"/>
            </a:lvl4pPr>
            <a:lvl5pPr marL="1979859" indent="0">
              <a:buNone/>
              <a:defRPr sz="1083"/>
            </a:lvl5pPr>
            <a:lvl6pPr marL="2474824" indent="0">
              <a:buNone/>
              <a:defRPr sz="1083"/>
            </a:lvl6pPr>
            <a:lvl7pPr marL="2969788" indent="0">
              <a:buNone/>
              <a:defRPr sz="1083"/>
            </a:lvl7pPr>
            <a:lvl8pPr marL="3464753" indent="0">
              <a:buNone/>
              <a:defRPr sz="1083"/>
            </a:lvl8pPr>
            <a:lvl9pPr marL="395971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530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9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4438" y="574987"/>
            <a:ext cx="2134612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602" y="574987"/>
            <a:ext cx="6280090" cy="91523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33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601" y="574990"/>
            <a:ext cx="8538448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601" y="2874937"/>
            <a:ext cx="8538448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601" y="10009783"/>
            <a:ext cx="2227421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DF4A2-C55B-48AA-91DE-70D726D21B6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259" y="10009783"/>
            <a:ext cx="334113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1628" y="10009783"/>
            <a:ext cx="2227421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51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9929" rtl="0" eaLnBrk="1" latinLnBrk="0" hangingPunct="1">
        <a:lnSpc>
          <a:spcPct val="90000"/>
        </a:lnSpc>
        <a:spcBef>
          <a:spcPct val="0"/>
        </a:spcBef>
        <a:buNone/>
        <a:defRPr sz="47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482" indent="-247482" algn="l" defTabSz="989929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1" kern="1200">
          <a:solidFill>
            <a:schemeClr val="tx1"/>
          </a:solidFill>
          <a:latin typeface="+mn-lt"/>
          <a:ea typeface="+mn-ea"/>
          <a:cs typeface="+mn-cs"/>
        </a:defRPr>
      </a:lvl1pPr>
      <a:lvl2pPr marL="742447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2pPr>
      <a:lvl3pPr marL="1237412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3pPr>
      <a:lvl4pPr marL="1732377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4pPr>
      <a:lvl5pPr marL="2227341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5pPr>
      <a:lvl6pPr marL="2722306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6pPr>
      <a:lvl7pPr marL="3217271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7pPr>
      <a:lvl8pPr marL="3712235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8pPr>
      <a:lvl9pPr marL="4207200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1pPr>
      <a:lvl2pPr marL="494965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2pPr>
      <a:lvl3pPr marL="989929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484894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4pPr>
      <a:lvl5pPr marL="1979859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5pPr>
      <a:lvl6pPr marL="2474824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6pPr>
      <a:lvl7pPr marL="2969788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7pPr>
      <a:lvl8pPr marL="3464753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8pPr>
      <a:lvl9pPr marL="3959718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10.png"/><Relationship Id="rId12" Type="http://schemas.openxmlformats.org/officeDocument/2006/relationships/image" Target="../media/image114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10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10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10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10.png"/><Relationship Id="rId3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image" Target="../media/image16.png"/><Relationship Id="rId26" Type="http://schemas.openxmlformats.org/officeDocument/2006/relationships/image" Target="../media/image47.png"/><Relationship Id="rId39" Type="http://schemas.openxmlformats.org/officeDocument/2006/relationships/image" Target="../media/image38.png"/><Relationship Id="rId21" Type="http://schemas.openxmlformats.org/officeDocument/2006/relationships/image" Target="../media/image30.png"/><Relationship Id="rId34" Type="http://schemas.openxmlformats.org/officeDocument/2006/relationships/image" Target="../media/image55.png"/><Relationship Id="rId7" Type="http://schemas.openxmlformats.org/officeDocument/2006/relationships/image" Target="../media/image410.png"/><Relationship Id="rId12" Type="http://schemas.openxmlformats.org/officeDocument/2006/relationships/image" Target="../media/image1010.png"/><Relationship Id="rId17" Type="http://schemas.openxmlformats.org/officeDocument/2006/relationships/image" Target="../media/image15.png"/><Relationship Id="rId25" Type="http://schemas.openxmlformats.org/officeDocument/2006/relationships/image" Target="../media/image46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Relationship Id="rId2" Type="http://schemas.openxmlformats.org/officeDocument/2006/relationships/image" Target="../media/image40.png"/><Relationship Id="rId16" Type="http://schemas.openxmlformats.org/officeDocument/2006/relationships/image" Target="../media/image14.png"/><Relationship Id="rId20" Type="http://schemas.openxmlformats.org/officeDocument/2006/relationships/image" Target="../media/image29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910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40" Type="http://schemas.openxmlformats.org/officeDocument/2006/relationships/image" Target="../media/image60.png"/><Relationship Id="rId5" Type="http://schemas.openxmlformats.org/officeDocument/2006/relationships/image" Target="../media/image43.png"/><Relationship Id="rId15" Type="http://schemas.openxmlformats.org/officeDocument/2006/relationships/image" Target="../media/image13.png"/><Relationship Id="rId23" Type="http://schemas.openxmlformats.org/officeDocument/2006/relationships/image" Target="../media/image32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430.png"/><Relationship Id="rId19" Type="http://schemas.openxmlformats.org/officeDocument/2006/relationships/image" Target="../media/image17.png"/><Relationship Id="rId31" Type="http://schemas.openxmlformats.org/officeDocument/2006/relationships/image" Target="../media/image52.png"/><Relationship Id="rId4" Type="http://schemas.openxmlformats.org/officeDocument/2006/relationships/image" Target="../media/image42.png"/><Relationship Id="rId9" Type="http://schemas.openxmlformats.org/officeDocument/2006/relationships/image" Target="../media/image420.png"/><Relationship Id="rId14" Type="http://schemas.openxmlformats.org/officeDocument/2006/relationships/image" Target="../media/image44.png"/><Relationship Id="rId22" Type="http://schemas.openxmlformats.org/officeDocument/2006/relationships/image" Target="../media/image31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8" Type="http://schemas.openxmlformats.org/officeDocument/2006/relationships/image" Target="../media/image510.png"/><Relationship Id="rId3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3.png"/><Relationship Id="rId21" Type="http://schemas.openxmlformats.org/officeDocument/2006/relationships/image" Target="../media/image54.png"/><Relationship Id="rId34" Type="http://schemas.openxmlformats.org/officeDocument/2006/relationships/image" Target="../media/image81.png"/><Relationship Id="rId7" Type="http://schemas.openxmlformats.org/officeDocument/2006/relationships/image" Target="../media/image101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2.png"/><Relationship Id="rId33" Type="http://schemas.openxmlformats.org/officeDocument/2006/relationships/image" Target="../media/image80.png"/><Relationship Id="rId46" Type="http://schemas.openxmlformats.org/officeDocument/2006/relationships/image" Target="../media/image85.png"/><Relationship Id="rId2" Type="http://schemas.openxmlformats.org/officeDocument/2006/relationships/image" Target="../media/image61.png"/><Relationship Id="rId16" Type="http://schemas.openxmlformats.org/officeDocument/2006/relationships/image" Target="../media/image69.png"/><Relationship Id="rId20" Type="http://schemas.openxmlformats.org/officeDocument/2006/relationships/image" Target="../media/image25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0.png"/><Relationship Id="rId11" Type="http://schemas.openxmlformats.org/officeDocument/2006/relationships/image" Target="../media/image64.png"/><Relationship Id="rId24" Type="http://schemas.openxmlformats.org/officeDocument/2006/relationships/image" Target="../media/image57.png"/><Relationship Id="rId32" Type="http://schemas.openxmlformats.org/officeDocument/2006/relationships/image" Target="../media/image79.png"/><Relationship Id="rId37" Type="http://schemas.openxmlformats.org/officeDocument/2006/relationships/image" Target="../media/image84.png"/><Relationship Id="rId45" Type="http://schemas.openxmlformats.org/officeDocument/2006/relationships/image" Target="../media/image38.png"/><Relationship Id="rId5" Type="http://schemas.openxmlformats.org/officeDocument/2006/relationships/image" Target="../media/image510.png"/><Relationship Id="rId15" Type="http://schemas.openxmlformats.org/officeDocument/2006/relationships/image" Target="../media/image68.png"/><Relationship Id="rId23" Type="http://schemas.openxmlformats.org/officeDocument/2006/relationships/image" Target="../media/image56.png"/><Relationship Id="rId28" Type="http://schemas.openxmlformats.org/officeDocument/2006/relationships/image" Target="../media/image75.png"/><Relationship Id="rId36" Type="http://schemas.openxmlformats.org/officeDocument/2006/relationships/image" Target="../media/image83.png"/><Relationship Id="rId10" Type="http://schemas.openxmlformats.org/officeDocument/2006/relationships/image" Target="../media/image63.png"/><Relationship Id="rId19" Type="http://schemas.openxmlformats.org/officeDocument/2006/relationships/image" Target="../media/image24.png"/><Relationship Id="rId31" Type="http://schemas.openxmlformats.org/officeDocument/2006/relationships/image" Target="../media/image78.png"/><Relationship Id="rId44" Type="http://schemas.openxmlformats.org/officeDocument/2006/relationships/image" Target="../media/image90.png"/><Relationship Id="rId4" Type="http://schemas.openxmlformats.org/officeDocument/2006/relationships/image" Target="../media/image410.png"/><Relationship Id="rId9" Type="http://schemas.openxmlformats.org/officeDocument/2006/relationships/image" Target="../media/image620.png"/><Relationship Id="rId14" Type="http://schemas.openxmlformats.org/officeDocument/2006/relationships/image" Target="../media/image67.png"/><Relationship Id="rId22" Type="http://schemas.openxmlformats.org/officeDocument/2006/relationships/image" Target="../media/image55.png"/><Relationship Id="rId27" Type="http://schemas.openxmlformats.org/officeDocument/2006/relationships/image" Target="../media/image74.png"/><Relationship Id="rId30" Type="http://schemas.openxmlformats.org/officeDocument/2006/relationships/image" Target="../media/image77.png"/><Relationship Id="rId35" Type="http://schemas.openxmlformats.org/officeDocument/2006/relationships/image" Target="../media/image82.png"/><Relationship Id="rId8" Type="http://schemas.openxmlformats.org/officeDocument/2006/relationships/image" Target="../media/image114.png"/><Relationship Id="rId3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97.png"/><Relationship Id="rId26" Type="http://schemas.openxmlformats.org/officeDocument/2006/relationships/image" Target="../media/image72.png"/><Relationship Id="rId39" Type="http://schemas.openxmlformats.org/officeDocument/2006/relationships/image" Target="../media/image102.png"/><Relationship Id="rId21" Type="http://schemas.openxmlformats.org/officeDocument/2006/relationships/image" Target="../media/image100.png"/><Relationship Id="rId34" Type="http://schemas.openxmlformats.org/officeDocument/2006/relationships/image" Target="../media/image88.png"/><Relationship Id="rId7" Type="http://schemas.openxmlformats.org/officeDocument/2006/relationships/image" Target="../media/image910.png"/><Relationship Id="rId2" Type="http://schemas.openxmlformats.org/officeDocument/2006/relationships/image" Target="../media/image86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75.png"/><Relationship Id="rId41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63.png"/><Relationship Id="rId24" Type="http://schemas.openxmlformats.org/officeDocument/2006/relationships/image" Target="../media/image56.png"/><Relationship Id="rId32" Type="http://schemas.openxmlformats.org/officeDocument/2006/relationships/image" Target="../media/image78.png"/><Relationship Id="rId37" Type="http://schemas.openxmlformats.org/officeDocument/2006/relationships/image" Target="../media/image92.png"/><Relationship Id="rId40" Type="http://schemas.openxmlformats.org/officeDocument/2006/relationships/image" Target="../media/image38.png"/><Relationship Id="rId5" Type="http://schemas.openxmlformats.org/officeDocument/2006/relationships/image" Target="../media/image410.png"/><Relationship Id="rId15" Type="http://schemas.openxmlformats.org/officeDocument/2006/relationships/image" Target="../media/image94.png"/><Relationship Id="rId23" Type="http://schemas.openxmlformats.org/officeDocument/2006/relationships/image" Target="../media/image55.png"/><Relationship Id="rId28" Type="http://schemas.openxmlformats.org/officeDocument/2006/relationships/image" Target="../media/image74.png"/><Relationship Id="rId36" Type="http://schemas.openxmlformats.org/officeDocument/2006/relationships/image" Target="../media/image91.png"/><Relationship Id="rId10" Type="http://schemas.openxmlformats.org/officeDocument/2006/relationships/image" Target="../media/image620.png"/><Relationship Id="rId19" Type="http://schemas.openxmlformats.org/officeDocument/2006/relationships/image" Target="../media/image98.png"/><Relationship Id="rId31" Type="http://schemas.openxmlformats.org/officeDocument/2006/relationships/image" Target="../media/image77.png"/><Relationship Id="rId4" Type="http://schemas.openxmlformats.org/officeDocument/2006/relationships/image" Target="../media/image90.png"/><Relationship Id="rId9" Type="http://schemas.openxmlformats.org/officeDocument/2006/relationships/image" Target="../media/image114.png"/><Relationship Id="rId14" Type="http://schemas.openxmlformats.org/officeDocument/2006/relationships/image" Target="../media/image93.png"/><Relationship Id="rId22" Type="http://schemas.openxmlformats.org/officeDocument/2006/relationships/image" Target="../media/image54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89.png"/><Relationship Id="rId8" Type="http://schemas.openxmlformats.org/officeDocument/2006/relationships/image" Target="../media/image1010.png"/><Relationship Id="rId3" Type="http://schemas.openxmlformats.org/officeDocument/2006/relationships/image" Target="../media/image87.png"/><Relationship Id="rId12" Type="http://schemas.openxmlformats.org/officeDocument/2006/relationships/image" Target="../media/image64.png"/><Relationship Id="rId17" Type="http://schemas.openxmlformats.org/officeDocument/2006/relationships/image" Target="../media/image96.png"/><Relationship Id="rId25" Type="http://schemas.openxmlformats.org/officeDocument/2006/relationships/image" Target="../media/image57.png"/><Relationship Id="rId33" Type="http://schemas.openxmlformats.org/officeDocument/2006/relationships/image" Target="../media/image79.png"/><Relationship Id="rId38" Type="http://schemas.openxmlformats.org/officeDocument/2006/relationships/image" Target="../media/image10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56.png"/><Relationship Id="rId21" Type="http://schemas.openxmlformats.org/officeDocument/2006/relationships/image" Target="../media/image71.png"/><Relationship Id="rId34" Type="http://schemas.openxmlformats.org/officeDocument/2006/relationships/image" Target="../media/image78.png"/><Relationship Id="rId47" Type="http://schemas.openxmlformats.org/officeDocument/2006/relationships/image" Target="../media/image108.png"/><Relationship Id="rId7" Type="http://schemas.openxmlformats.org/officeDocument/2006/relationships/image" Target="../media/image410.png"/><Relationship Id="rId2" Type="http://schemas.openxmlformats.org/officeDocument/2006/relationships/image" Target="../media/image104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114.png"/><Relationship Id="rId24" Type="http://schemas.openxmlformats.org/officeDocument/2006/relationships/image" Target="../media/image54.png"/><Relationship Id="rId32" Type="http://schemas.openxmlformats.org/officeDocument/2006/relationships/image" Target="../media/image76.png"/><Relationship Id="rId37" Type="http://schemas.openxmlformats.org/officeDocument/2006/relationships/image" Target="../media/image81.png"/><Relationship Id="rId45" Type="http://schemas.openxmlformats.org/officeDocument/2006/relationships/image" Target="../media/image90.png"/><Relationship Id="rId5" Type="http://schemas.openxmlformats.org/officeDocument/2006/relationships/image" Target="../media/image107.png"/><Relationship Id="rId15" Type="http://schemas.openxmlformats.org/officeDocument/2006/relationships/image" Target="../media/image65.png"/><Relationship Id="rId23" Type="http://schemas.openxmlformats.org/officeDocument/2006/relationships/image" Target="../media/image118.pn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10" Type="http://schemas.openxmlformats.org/officeDocument/2006/relationships/image" Target="../media/image1010.png"/><Relationship Id="rId19" Type="http://schemas.openxmlformats.org/officeDocument/2006/relationships/image" Target="../media/image116.png"/><Relationship Id="rId31" Type="http://schemas.openxmlformats.org/officeDocument/2006/relationships/image" Target="../media/image75.png"/><Relationship Id="rId4" Type="http://schemas.openxmlformats.org/officeDocument/2006/relationships/image" Target="../media/image106.png"/><Relationship Id="rId9" Type="http://schemas.openxmlformats.org/officeDocument/2006/relationships/image" Target="../media/image910.png"/><Relationship Id="rId14" Type="http://schemas.openxmlformats.org/officeDocument/2006/relationships/image" Target="../media/image64.png"/><Relationship Id="rId22" Type="http://schemas.openxmlformats.org/officeDocument/2006/relationships/image" Target="../media/image117.png"/><Relationship Id="rId27" Type="http://schemas.openxmlformats.org/officeDocument/2006/relationships/image" Target="../media/image57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8" Type="http://schemas.openxmlformats.org/officeDocument/2006/relationships/image" Target="../media/image510.png"/><Relationship Id="rId3" Type="http://schemas.openxmlformats.org/officeDocument/2006/relationships/image" Target="../media/image105.png"/><Relationship Id="rId12" Type="http://schemas.openxmlformats.org/officeDocument/2006/relationships/image" Target="../media/image620.png"/><Relationship Id="rId17" Type="http://schemas.openxmlformats.org/officeDocument/2006/relationships/image" Target="../media/image115.png"/><Relationship Id="rId25" Type="http://schemas.openxmlformats.org/officeDocument/2006/relationships/image" Target="../media/image55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46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0.png"/><Relationship Id="rId18" Type="http://schemas.openxmlformats.org/officeDocument/2006/relationships/image" Target="../media/image123.png"/><Relationship Id="rId26" Type="http://schemas.openxmlformats.org/officeDocument/2006/relationships/image" Target="../media/image55.png"/><Relationship Id="rId39" Type="http://schemas.openxmlformats.org/officeDocument/2006/relationships/image" Target="../media/image91.png"/><Relationship Id="rId21" Type="http://schemas.openxmlformats.org/officeDocument/2006/relationships/image" Target="../media/image97.png"/><Relationship Id="rId34" Type="http://schemas.openxmlformats.org/officeDocument/2006/relationships/image" Target="../media/image77.png"/><Relationship Id="rId7" Type="http://schemas.openxmlformats.org/officeDocument/2006/relationships/image" Target="../media/image90.png"/><Relationship Id="rId2" Type="http://schemas.openxmlformats.org/officeDocument/2006/relationships/image" Target="../media/image109.png"/><Relationship Id="rId16" Type="http://schemas.openxmlformats.org/officeDocument/2006/relationships/image" Target="../media/image65.png"/><Relationship Id="rId20" Type="http://schemas.openxmlformats.org/officeDocument/2006/relationships/image" Target="../media/image124.png"/><Relationship Id="rId29" Type="http://schemas.openxmlformats.org/officeDocument/2006/relationships/image" Target="../media/image72.png"/><Relationship Id="rId41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1010.png"/><Relationship Id="rId24" Type="http://schemas.openxmlformats.org/officeDocument/2006/relationships/image" Target="../media/image126.png"/><Relationship Id="rId32" Type="http://schemas.openxmlformats.org/officeDocument/2006/relationships/image" Target="../media/image75.png"/><Relationship Id="rId37" Type="http://schemas.openxmlformats.org/officeDocument/2006/relationships/image" Target="../media/image88.png"/><Relationship Id="rId40" Type="http://schemas.openxmlformats.org/officeDocument/2006/relationships/image" Target="../media/image38.png"/><Relationship Id="rId5" Type="http://schemas.openxmlformats.org/officeDocument/2006/relationships/image" Target="../media/image112.png"/><Relationship Id="rId15" Type="http://schemas.openxmlformats.org/officeDocument/2006/relationships/image" Target="../media/image64.png"/><Relationship Id="rId23" Type="http://schemas.openxmlformats.org/officeDocument/2006/relationships/image" Target="../media/image125.png"/><Relationship Id="rId28" Type="http://schemas.openxmlformats.org/officeDocument/2006/relationships/image" Target="../media/image57.png"/><Relationship Id="rId36" Type="http://schemas.openxmlformats.org/officeDocument/2006/relationships/image" Target="../media/image79.png"/><Relationship Id="rId10" Type="http://schemas.openxmlformats.org/officeDocument/2006/relationships/image" Target="../media/image910.png"/><Relationship Id="rId19" Type="http://schemas.openxmlformats.org/officeDocument/2006/relationships/image" Target="../media/image95.png"/><Relationship Id="rId31" Type="http://schemas.openxmlformats.org/officeDocument/2006/relationships/image" Target="../media/image74.png"/><Relationship Id="rId4" Type="http://schemas.openxmlformats.org/officeDocument/2006/relationships/image" Target="../media/image111.png"/><Relationship Id="rId9" Type="http://schemas.openxmlformats.org/officeDocument/2006/relationships/image" Target="../media/image510.png"/><Relationship Id="rId14" Type="http://schemas.openxmlformats.org/officeDocument/2006/relationships/image" Target="../media/image63.png"/><Relationship Id="rId22" Type="http://schemas.openxmlformats.org/officeDocument/2006/relationships/image" Target="../media/image98.png"/><Relationship Id="rId27" Type="http://schemas.openxmlformats.org/officeDocument/2006/relationships/image" Target="../media/image56.png"/><Relationship Id="rId30" Type="http://schemas.openxmlformats.org/officeDocument/2006/relationships/image" Target="../media/image73.png"/><Relationship Id="rId35" Type="http://schemas.openxmlformats.org/officeDocument/2006/relationships/image" Target="../media/image78.png"/><Relationship Id="rId8" Type="http://schemas.openxmlformats.org/officeDocument/2006/relationships/image" Target="../media/image410.png"/><Relationship Id="rId3" Type="http://schemas.openxmlformats.org/officeDocument/2006/relationships/image" Target="../media/image110.png"/><Relationship Id="rId12" Type="http://schemas.openxmlformats.org/officeDocument/2006/relationships/image" Target="../media/image114.png"/><Relationship Id="rId17" Type="http://schemas.openxmlformats.org/officeDocument/2006/relationships/image" Target="../media/image93.png"/><Relationship Id="rId25" Type="http://schemas.openxmlformats.org/officeDocument/2006/relationships/image" Target="../media/image54.png"/><Relationship Id="rId33" Type="http://schemas.openxmlformats.org/officeDocument/2006/relationships/image" Target="../media/image76.png"/><Relationship Id="rId38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9DCC2C0-59B2-4A34-8114-02B60725266A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742474" y="2319006"/>
                <a:ext cx="8414703" cy="21187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Figures/data(file name) of</a:t>
                </a:r>
                <a:br>
                  <a:rPr lang="en-US" altLang="zh-TW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wave packet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4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4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48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4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48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  <m:sup>
                        <m:r>
                          <a:rPr lang="en-US" altLang="zh-TW" sz="48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d>
                      <m:dPr>
                        <m:ctrlPr>
                          <a:rPr lang="en-US" altLang="zh-TW" sz="4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4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4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5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9DCC2C0-59B2-4A34-8114-02B6072526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742474" y="2319006"/>
                <a:ext cx="8414703" cy="2118738"/>
              </a:xfrm>
              <a:blipFill>
                <a:blip r:embed="rId2"/>
                <a:stretch>
                  <a:fillRect b="-117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副標題 2">
            <a:extLst>
              <a:ext uri="{FF2B5EF4-FFF2-40B4-BE49-F238E27FC236}">
                <a16:creationId xmlns:a16="http://schemas.microsoft.com/office/drawing/2014/main" id="{BD09D5AC-DB62-4B46-B67A-96A20B79DDF1}"/>
              </a:ext>
            </a:extLst>
          </p:cNvPr>
          <p:cNvSpPr txBox="1">
            <a:spLocks/>
          </p:cNvSpPr>
          <p:nvPr/>
        </p:nvSpPr>
        <p:spPr>
          <a:xfrm>
            <a:off x="5246914" y="6575889"/>
            <a:ext cx="1618343" cy="565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965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92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489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985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482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78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4753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5971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  <p:sp>
        <p:nvSpPr>
          <p:cNvPr id="10" name="副標題 2">
            <a:extLst>
              <a:ext uri="{FF2B5EF4-FFF2-40B4-BE49-F238E27FC236}">
                <a16:creationId xmlns:a16="http://schemas.microsoft.com/office/drawing/2014/main" id="{19F8B8AC-605A-4521-B6BB-044914116941}"/>
              </a:ext>
            </a:extLst>
          </p:cNvPr>
          <p:cNvSpPr txBox="1">
            <a:spLocks/>
          </p:cNvSpPr>
          <p:nvPr/>
        </p:nvSpPr>
        <p:spPr>
          <a:xfrm>
            <a:off x="-76200" y="6575889"/>
            <a:ext cx="5753100" cy="565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965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92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489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985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482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78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4753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5971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Figures/data(file name)</a:t>
            </a:r>
          </a:p>
        </p:txBody>
      </p:sp>
      <p:sp>
        <p:nvSpPr>
          <p:cNvPr id="11" name="副標題 2">
            <a:extLst>
              <a:ext uri="{FF2B5EF4-FFF2-40B4-BE49-F238E27FC236}">
                <a16:creationId xmlns:a16="http://schemas.microsoft.com/office/drawing/2014/main" id="{C77398B1-A9BD-4F77-9F9F-F395501388F3}"/>
              </a:ext>
            </a:extLst>
          </p:cNvPr>
          <p:cNvSpPr txBox="1">
            <a:spLocks/>
          </p:cNvSpPr>
          <p:nvPr/>
        </p:nvSpPr>
        <p:spPr>
          <a:xfrm>
            <a:off x="6892472" y="6575889"/>
            <a:ext cx="3124200" cy="565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965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92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489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985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482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78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4753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5971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Figures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in thesis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9E1FC4E-7957-48CD-9DBB-76C9F744AA07}"/>
              </a:ext>
            </a:extLst>
          </p:cNvPr>
          <p:cNvCxnSpPr/>
          <p:nvPr/>
        </p:nvCxnSpPr>
        <p:spPr>
          <a:xfrm>
            <a:off x="0" y="7116750"/>
            <a:ext cx="98842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副標題 2">
            <a:extLst>
              <a:ext uri="{FF2B5EF4-FFF2-40B4-BE49-F238E27FC236}">
                <a16:creationId xmlns:a16="http://schemas.microsoft.com/office/drawing/2014/main" id="{07B1794D-961A-4E00-A121-7FBF342EED0F}"/>
              </a:ext>
            </a:extLst>
          </p:cNvPr>
          <p:cNvSpPr txBox="1">
            <a:spLocks/>
          </p:cNvSpPr>
          <p:nvPr/>
        </p:nvSpPr>
        <p:spPr>
          <a:xfrm>
            <a:off x="7349672" y="7122898"/>
            <a:ext cx="2247900" cy="352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965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92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489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985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482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78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4753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5971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440"/>
              </a:lnSpc>
            </a:pP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Figure 4.2</a:t>
            </a:r>
          </a:p>
          <a:p>
            <a:pPr>
              <a:lnSpc>
                <a:spcPts val="3440"/>
              </a:lnSpc>
            </a:pP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Figure 4.4</a:t>
            </a:r>
          </a:p>
          <a:p>
            <a:pPr>
              <a:lnSpc>
                <a:spcPts val="3440"/>
              </a:lnSpc>
            </a:pP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Figure 4.5</a:t>
            </a:r>
          </a:p>
          <a:p>
            <a:pPr>
              <a:lnSpc>
                <a:spcPts val="3440"/>
              </a:lnSpc>
            </a:pP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Figure 4.6</a:t>
            </a:r>
          </a:p>
          <a:p>
            <a:pPr>
              <a:lnSpc>
                <a:spcPts val="3440"/>
              </a:lnSpc>
            </a:pP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Figure 4.7</a:t>
            </a:r>
          </a:p>
          <a:p>
            <a:pPr>
              <a:lnSpc>
                <a:spcPts val="3440"/>
              </a:lnSpc>
            </a:pP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Figure 4.8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副標題 2">
                <a:extLst>
                  <a:ext uri="{FF2B5EF4-FFF2-40B4-BE49-F238E27FC236}">
                    <a16:creationId xmlns:a16="http://schemas.microsoft.com/office/drawing/2014/main" id="{0748D28B-040B-4116-9691-78B1A388AB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76200" y="7166440"/>
                <a:ext cx="5969000" cy="33872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None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4965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8992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8489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7985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7482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978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64753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5971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KK_l_0.csv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±1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KK_l_1 .csv / KK_l_-1 .csv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BX_l_0 .csv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BX_l_1 .csv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TW" sz="24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BX_prime_l_0 .csv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BX_prime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_l_1 .csv</a:t>
                </a:r>
              </a:p>
            </p:txBody>
          </p:sp>
        </mc:Choice>
        <mc:Fallback>
          <p:sp>
            <p:nvSpPr>
              <p:cNvPr id="15" name="副標題 2">
                <a:extLst>
                  <a:ext uri="{FF2B5EF4-FFF2-40B4-BE49-F238E27FC236}">
                    <a16:creationId xmlns:a16="http://schemas.microsoft.com/office/drawing/2014/main" id="{0748D28B-040B-4116-9691-78B1A388A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" y="7166440"/>
                <a:ext cx="5969000" cy="3387260"/>
              </a:xfrm>
              <a:prstGeom prst="rect">
                <a:avLst/>
              </a:prstGeom>
              <a:blipFill>
                <a:blip r:embed="rId3"/>
                <a:stretch>
                  <a:fillRect b="-21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副標題 2">
            <a:extLst>
              <a:ext uri="{FF2B5EF4-FFF2-40B4-BE49-F238E27FC236}">
                <a16:creationId xmlns:a16="http://schemas.microsoft.com/office/drawing/2014/main" id="{B11D5E1D-77C9-4283-B9AC-1F99B97E53CC}"/>
              </a:ext>
            </a:extLst>
          </p:cNvPr>
          <p:cNvSpPr txBox="1">
            <a:spLocks/>
          </p:cNvSpPr>
          <p:nvPr/>
        </p:nvSpPr>
        <p:spPr>
          <a:xfrm>
            <a:off x="4963886" y="7166440"/>
            <a:ext cx="2247900" cy="352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965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92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489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9859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74824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78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4753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59718" indent="0" algn="ctr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None/>
              <a:defRPr sz="1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P6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P7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P8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P9</a:t>
            </a:r>
          </a:p>
        </p:txBody>
      </p:sp>
    </p:spTree>
    <p:extLst>
      <p:ext uri="{BB962C8B-B14F-4D97-AF65-F5344CB8AC3E}">
        <p14:creationId xmlns:p14="http://schemas.microsoft.com/office/powerpoint/2010/main" val="15658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492D94-08FD-496C-90CD-EE1130A28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3025" y="635507"/>
            <a:ext cx="4673600" cy="539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open KK_l_0.csv in excel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EE0A58-F35E-4755-BAA9-D52B3F4DE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29"/>
          <a:stretch/>
        </p:blipFill>
        <p:spPr>
          <a:xfrm>
            <a:off x="0" y="2128816"/>
            <a:ext cx="9899650" cy="237770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C6D0131-FC26-4F78-B04F-FD18A9767B5A}"/>
              </a:ext>
            </a:extLst>
          </p:cNvPr>
          <p:cNvSpPr/>
          <p:nvPr/>
        </p:nvSpPr>
        <p:spPr>
          <a:xfrm>
            <a:off x="203200" y="2119291"/>
            <a:ext cx="1181100" cy="273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A0BD616E-F36F-471C-B70F-05D0614809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596" y="1713020"/>
                <a:ext cx="4956175" cy="5396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47482" indent="-247482" algn="l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Char char="•"/>
                  <a:defRPr sz="3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447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37412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732377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27341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22306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17271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12235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207200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2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Exciton type (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𝐾𝐾</m:t>
                    </m:r>
                    <m:r>
                      <a:rPr lang="en-US" altLang="zh-TW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TW" sz="2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</a:t>
                </a:r>
                <a:r>
                  <a:rPr lang="zh-TW" altLang="en-US" sz="2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BX) and value of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zh-TW" altLang="en-US" sz="2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A0BD616E-F36F-471C-B70F-05D061480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96" y="1713020"/>
                <a:ext cx="4956175" cy="539621"/>
              </a:xfrm>
              <a:prstGeom prst="rect">
                <a:avLst/>
              </a:prstGeom>
              <a:blipFill>
                <a:blip r:embed="rId3"/>
                <a:stretch>
                  <a:fillRect l="-1599" t="-134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8E3249D6-F43D-48F9-A39B-61E8ADADD4CA}"/>
              </a:ext>
            </a:extLst>
          </p:cNvPr>
          <p:cNvSpPr/>
          <p:nvPr/>
        </p:nvSpPr>
        <p:spPr>
          <a:xfrm>
            <a:off x="212726" y="2414565"/>
            <a:ext cx="917574" cy="212407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/>
              </a:solidFill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63C4AD25-7F8C-4AB7-A901-7E1485C4314F}"/>
              </a:ext>
            </a:extLst>
          </p:cNvPr>
          <p:cNvSpPr txBox="1">
            <a:spLocks/>
          </p:cNvSpPr>
          <p:nvPr/>
        </p:nvSpPr>
        <p:spPr>
          <a:xfrm>
            <a:off x="1" y="4523856"/>
            <a:ext cx="1500822" cy="887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47482" indent="-247482" algn="l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Char char="•"/>
              <a:defRPr sz="30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44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7412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237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734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06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727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2235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7200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TW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TW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Unit(um)</a:t>
            </a:r>
            <a:endParaRPr lang="zh-TW" altLang="en-US" sz="2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FA15DB-9014-4511-B163-BD93CD80597E}"/>
              </a:ext>
            </a:extLst>
          </p:cNvPr>
          <p:cNvSpPr/>
          <p:nvPr/>
        </p:nvSpPr>
        <p:spPr>
          <a:xfrm>
            <a:off x="1146175" y="2414565"/>
            <a:ext cx="8740775" cy="212407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/>
              </a:solidFill>
            </a:endParaRPr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FFFBE5E6-3D1B-44D2-AEE5-5CC6AEDB61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2563" y="3517833"/>
            <a:ext cx="2401413" cy="443955"/>
          </a:xfrm>
          <a:prstGeom prst="curvedConnector2">
            <a:avLst/>
          </a:prstGeom>
          <a:ln w="381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8036D315-D9EA-4902-A12A-DCB0EB06B247}"/>
              </a:ext>
            </a:extLst>
          </p:cNvPr>
          <p:cNvSpPr txBox="1">
            <a:spLocks/>
          </p:cNvSpPr>
          <p:nvPr/>
        </p:nvSpPr>
        <p:spPr>
          <a:xfrm>
            <a:off x="3457112" y="5863221"/>
            <a:ext cx="2584451" cy="506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482" indent="-247482" algn="l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Char char="•"/>
              <a:defRPr sz="30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44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7412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237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734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06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727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2235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7200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of light : 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13B1D47C-399C-43AC-A553-09B01CC1BFA5}"/>
              </a:ext>
            </a:extLst>
          </p:cNvPr>
          <p:cNvSpPr txBox="1">
            <a:spLocks/>
          </p:cNvSpPr>
          <p:nvPr/>
        </p:nvSpPr>
        <p:spPr>
          <a:xfrm>
            <a:off x="3457112" y="8134745"/>
            <a:ext cx="1756229" cy="506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482" indent="-247482" algn="l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Char char="•"/>
              <a:defRPr sz="30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44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7412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237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734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06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727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2235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7200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Exciton type :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右大括弧 38">
            <a:extLst>
              <a:ext uri="{FF2B5EF4-FFF2-40B4-BE49-F238E27FC236}">
                <a16:creationId xmlns:a16="http://schemas.microsoft.com/office/drawing/2014/main" id="{47D34473-DFEB-4B24-A9BB-79953D822050}"/>
              </a:ext>
            </a:extLst>
          </p:cNvPr>
          <p:cNvSpPr/>
          <p:nvPr/>
        </p:nvSpPr>
        <p:spPr>
          <a:xfrm rot="5400000">
            <a:off x="4063837" y="4901124"/>
            <a:ext cx="282902" cy="1495425"/>
          </a:xfrm>
          <a:prstGeom prst="rightBrace">
            <a:avLst>
              <a:gd name="adj1" fmla="val 64897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右大括弧 39">
            <a:extLst>
              <a:ext uri="{FF2B5EF4-FFF2-40B4-BE49-F238E27FC236}">
                <a16:creationId xmlns:a16="http://schemas.microsoft.com/office/drawing/2014/main" id="{6FB42ADF-4D58-4275-8AB9-6849220CEBCD}"/>
              </a:ext>
            </a:extLst>
          </p:cNvPr>
          <p:cNvSpPr/>
          <p:nvPr/>
        </p:nvSpPr>
        <p:spPr>
          <a:xfrm rot="5400000">
            <a:off x="2562923" y="4970657"/>
            <a:ext cx="282902" cy="1356360"/>
          </a:xfrm>
          <a:prstGeom prst="rightBrace">
            <a:avLst>
              <a:gd name="adj1" fmla="val 64897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內容版面配置區 2">
                <a:extLst>
                  <a:ext uri="{FF2B5EF4-FFF2-40B4-BE49-F238E27FC236}">
                    <a16:creationId xmlns:a16="http://schemas.microsoft.com/office/drawing/2014/main" id="{C9617750-950C-4382-AA5B-BD984941B3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46988" y="8607897"/>
                <a:ext cx="3973294" cy="20263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47482" indent="-247482" algn="l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Char char="•"/>
                  <a:defRPr sz="3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447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37412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732377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27341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22306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17271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12235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207200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altLang="zh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valley exciton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valley exciton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2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altLang="zh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valley-mixed exciton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sz="2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zh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valley-mixed exciton</a:t>
                </a:r>
              </a:p>
            </p:txBody>
          </p:sp>
        </mc:Choice>
        <mc:Fallback xmlns="">
          <p:sp>
            <p:nvSpPr>
              <p:cNvPr id="41" name="內容版面配置區 2">
                <a:extLst>
                  <a:ext uri="{FF2B5EF4-FFF2-40B4-BE49-F238E27FC236}">
                    <a16:creationId xmlns:a16="http://schemas.microsoft.com/office/drawing/2014/main" id="{C9617750-950C-4382-AA5B-BD984941B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988" y="8607897"/>
                <a:ext cx="3973294" cy="2026377"/>
              </a:xfrm>
              <a:prstGeom prst="rect">
                <a:avLst/>
              </a:prstGeom>
              <a:blipFill>
                <a:blip r:embed="rId4"/>
                <a:stretch>
                  <a:fillRect l="-153" t="-36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4E511672-08EB-4CA2-9C46-36EE86EA34E4}"/>
              </a:ext>
            </a:extLst>
          </p:cNvPr>
          <p:cNvSpPr txBox="1">
            <a:spLocks/>
          </p:cNvSpPr>
          <p:nvPr/>
        </p:nvSpPr>
        <p:spPr>
          <a:xfrm>
            <a:off x="3861689" y="8607897"/>
            <a:ext cx="2249714" cy="2026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482" indent="-247482" algn="l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Char char="•"/>
              <a:defRPr sz="30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44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7412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237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734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06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727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2235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7200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K_valley :</a:t>
            </a:r>
          </a:p>
          <a:p>
            <a:pPr marL="0" indent="0" algn="r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Kprime_valley :</a:t>
            </a:r>
          </a:p>
          <a:p>
            <a:pPr marL="0" indent="0" algn="r">
              <a:buNone/>
            </a:pP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upperBX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r">
              <a:buNone/>
            </a:pP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lowerBX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內容版面配置區 2">
                <a:extLst>
                  <a:ext uri="{FF2B5EF4-FFF2-40B4-BE49-F238E27FC236}">
                    <a16:creationId xmlns:a16="http://schemas.microsoft.com/office/drawing/2014/main" id="{07E735C0-54E9-41F4-A145-D544596156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46988" y="6298649"/>
                <a:ext cx="2208012" cy="20263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47482" indent="-247482" algn="l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Char char="•"/>
                  <a:defRPr sz="3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447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37412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732377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27341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22306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217271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712235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207200" indent="-247482" algn="l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Char char="•"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1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100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acc>
                    <m:r>
                      <a:rPr lang="en-US" altLang="zh-TW" sz="21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TW" sz="21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1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altLang="zh-TW" sz="21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1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</m:d>
                    <m:r>
                      <a:rPr lang="en-US" altLang="zh-TW" sz="2100" b="1" i="1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1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altLang="zh-TW" sz="21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100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acc>
                    <m:r>
                      <a:rPr lang="en-US" altLang="zh-TW" sz="21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TW" sz="21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1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altLang="zh-TW" sz="21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1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</m:d>
                    <m:r>
                      <a:rPr lang="en-US" altLang="zh-TW" sz="2100" b="1" i="1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1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altLang="zh-TW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100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acc>
                    <m:r>
                      <a:rPr lang="en-US" altLang="zh-TW" sz="21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1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sz="2100" b="1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100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acc>
                    <m:r>
                      <a:rPr lang="en-US" altLang="zh-TW" sz="21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TW" sz="21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1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zh-TW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3" name="內容版面配置區 2">
                <a:extLst>
                  <a:ext uri="{FF2B5EF4-FFF2-40B4-BE49-F238E27FC236}">
                    <a16:creationId xmlns:a16="http://schemas.microsoft.com/office/drawing/2014/main" id="{07E735C0-54E9-41F4-A145-D5445961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988" y="6298649"/>
                <a:ext cx="2208012" cy="2026377"/>
              </a:xfrm>
              <a:prstGeom prst="rect">
                <a:avLst/>
              </a:prstGeom>
              <a:blipFill>
                <a:blip r:embed="rId5"/>
                <a:stretch>
                  <a:fillRect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內容版面配置區 2">
            <a:extLst>
              <a:ext uri="{FF2B5EF4-FFF2-40B4-BE49-F238E27FC236}">
                <a16:creationId xmlns:a16="http://schemas.microsoft.com/office/drawing/2014/main" id="{348A1C8D-7FEB-48DC-8AB6-904271309546}"/>
              </a:ext>
            </a:extLst>
          </p:cNvPr>
          <p:cNvSpPr txBox="1">
            <a:spLocks/>
          </p:cNvSpPr>
          <p:nvPr/>
        </p:nvSpPr>
        <p:spPr>
          <a:xfrm>
            <a:off x="4210032" y="6298649"/>
            <a:ext cx="1901371" cy="2026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482" indent="-247482" algn="l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Char char="•"/>
              <a:defRPr sz="30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44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7412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237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734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06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727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2235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7200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_sig_plus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r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_sig_minus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r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_xpol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r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_ypol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接點: 弧形 44">
            <a:extLst>
              <a:ext uri="{FF2B5EF4-FFF2-40B4-BE49-F238E27FC236}">
                <a16:creationId xmlns:a16="http://schemas.microsoft.com/office/drawing/2014/main" id="{9822BFC5-A686-4E0F-A2AE-BCE0C8EBD84E}"/>
              </a:ext>
            </a:extLst>
          </p:cNvPr>
          <p:cNvCxnSpPr>
            <a:cxnSpLocks/>
            <a:endCxn id="34" idx="1"/>
          </p:cNvCxnSpPr>
          <p:nvPr/>
        </p:nvCxnSpPr>
        <p:spPr>
          <a:xfrm rot="16200000" flipH="1">
            <a:off x="1806825" y="6737733"/>
            <a:ext cx="2543120" cy="757453"/>
          </a:xfrm>
          <a:prstGeom prst="curvedConnector2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121004C6-C764-40F8-B5E1-0DE180646128}"/>
              </a:ext>
            </a:extLst>
          </p:cNvPr>
          <p:cNvSpPr/>
          <p:nvPr/>
        </p:nvSpPr>
        <p:spPr>
          <a:xfrm>
            <a:off x="0" y="0"/>
            <a:ext cx="9899650" cy="5714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Data arrangement</a:t>
            </a:r>
            <a:endParaRPr lang="zh-TW" altLang="en-US" sz="2400" dirty="0"/>
          </a:p>
        </p:txBody>
      </p:sp>
      <p:pic>
        <p:nvPicPr>
          <p:cNvPr id="51" name="圖片 50">
            <a:extLst>
              <a:ext uri="{FF2B5EF4-FFF2-40B4-BE49-F238E27FC236}">
                <a16:creationId xmlns:a16="http://schemas.microsoft.com/office/drawing/2014/main" id="{25CAF86E-2648-4EB9-9073-CEA35383B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5247" y="4926058"/>
            <a:ext cx="3504155" cy="558633"/>
          </a:xfrm>
          <a:prstGeom prst="rect">
            <a:avLst/>
          </a:prstGeom>
        </p:spPr>
      </p:pic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E096375D-C96D-4297-B181-AA1B79487931}"/>
              </a:ext>
            </a:extLst>
          </p:cNvPr>
          <p:cNvSpPr txBox="1">
            <a:spLocks/>
          </p:cNvSpPr>
          <p:nvPr/>
        </p:nvSpPr>
        <p:spPr>
          <a:xfrm>
            <a:off x="1811708" y="4589777"/>
            <a:ext cx="3412402" cy="506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7482" indent="-247482" algn="l" defTabSz="989929" rtl="0" eaLnBrk="1" latinLnBrk="0" hangingPunct="1">
              <a:lnSpc>
                <a:spcPct val="90000"/>
              </a:lnSpc>
              <a:spcBef>
                <a:spcPts val="1083"/>
              </a:spcBef>
              <a:buFont typeface="Arial" panose="020B0604020202020204" pitchFamily="34" charset="0"/>
              <a:buChar char="•"/>
              <a:defRPr sz="30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44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7412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2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2377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734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06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7271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2235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7200" indent="-247482" algn="l" defTabSz="989929" rtl="0" eaLnBrk="1" latinLnBrk="0" hangingPunct="1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wave packet data: </a:t>
            </a:r>
            <a:endParaRPr lang="zh-TW" alt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86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024DFF-69D6-4396-8C07-581457342E27}"/>
              </a:ext>
            </a:extLst>
          </p:cNvPr>
          <p:cNvSpPr/>
          <p:nvPr/>
        </p:nvSpPr>
        <p:spPr>
          <a:xfrm>
            <a:off x="0" y="0"/>
            <a:ext cx="9899650" cy="5714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377371" y="1238980"/>
            <a:ext cx="458280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332702" y="1236317"/>
            <a:ext cx="458280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370213" y="5873073"/>
            <a:ext cx="458280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325544" y="5870410"/>
            <a:ext cx="458280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圖片 100">
            <a:extLst>
              <a:ext uri="{FF2B5EF4-FFF2-40B4-BE49-F238E27FC236}">
                <a16:creationId xmlns:a16="http://schemas.microsoft.com/office/drawing/2014/main" id="{F2004D8A-021D-4016-B40C-E8E2ED3C65E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096" y="6457950"/>
            <a:ext cx="1835927" cy="3062908"/>
          </a:xfrm>
          <a:prstGeom prst="rect">
            <a:avLst/>
          </a:prstGeom>
        </p:spPr>
      </p:pic>
      <p:pic>
        <p:nvPicPr>
          <p:cNvPr id="102" name="圖片 101">
            <a:extLst>
              <a:ext uri="{FF2B5EF4-FFF2-40B4-BE49-F238E27FC236}">
                <a16:creationId xmlns:a16="http://schemas.microsoft.com/office/drawing/2014/main" id="{DAD28688-ABBC-4003-9187-DD93348070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6457950"/>
            <a:ext cx="1835927" cy="3062908"/>
          </a:xfrm>
          <a:prstGeom prst="rect">
            <a:avLst/>
          </a:prstGeom>
        </p:spPr>
      </p:pic>
      <p:pic>
        <p:nvPicPr>
          <p:cNvPr id="103" name="圖片 102">
            <a:extLst>
              <a:ext uri="{FF2B5EF4-FFF2-40B4-BE49-F238E27FC236}">
                <a16:creationId xmlns:a16="http://schemas.microsoft.com/office/drawing/2014/main" id="{A9B52502-E877-43A6-ADC0-8BA130F59C3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1806817"/>
            <a:ext cx="1835927" cy="3062908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DE8FA27C-9F31-4EB5-AE60-DF2A3F52C6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946" y="1806817"/>
            <a:ext cx="1835927" cy="3062908"/>
          </a:xfrm>
          <a:prstGeom prst="rect">
            <a:avLst/>
          </a:prstGeom>
        </p:spPr>
      </p:pic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453437" y="2547683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37" y="2547683"/>
                <a:ext cx="436081" cy="3999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427779" y="4073197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79" y="4073197"/>
                <a:ext cx="494046" cy="3999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E98E170C-C2D0-4B7C-9F4A-BC0421162D1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b="10000"/>
          <a:stretch/>
        </p:blipFill>
        <p:spPr>
          <a:xfrm>
            <a:off x="812361" y="1885995"/>
            <a:ext cx="2019774" cy="31594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10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11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12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5408768" y="2545020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768" y="2545020"/>
                <a:ext cx="436081" cy="3999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5383111" y="4070533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111" y="4070533"/>
                <a:ext cx="494046" cy="3999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446278" y="7115205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78" y="7115205"/>
                <a:ext cx="436081" cy="3999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420621" y="8640719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1" y="8640719"/>
                <a:ext cx="494046" cy="3999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5401610" y="7112542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610" y="7112542"/>
                <a:ext cx="436081" cy="3999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5375952" y="8638056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52" y="8638056"/>
                <a:ext cx="494046" cy="39998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259458" y="8566854"/>
            <a:ext cx="1235444" cy="7071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6133021" y="6938561"/>
            <a:ext cx="1395727" cy="70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4153" y="1347080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153" y="1347080"/>
                <a:ext cx="1104850" cy="55543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69600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69600"/>
                <a:ext cx="2484958" cy="5103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585" y="1347080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1347080"/>
                <a:ext cx="1104850" cy="55543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69600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69600"/>
                <a:ext cx="2480849" cy="51039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4153" y="5940740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153" y="5940740"/>
                <a:ext cx="1104850" cy="55543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40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40"/>
                <a:ext cx="1104850" cy="55543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60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60"/>
                <a:ext cx="2484958" cy="51039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60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60"/>
                <a:ext cx="2480849" cy="51039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圖片 64">
            <a:extLst>
              <a:ext uri="{FF2B5EF4-FFF2-40B4-BE49-F238E27FC236}">
                <a16:creationId xmlns:a16="http://schemas.microsoft.com/office/drawing/2014/main" id="{2799C00F-592F-4A0A-8D71-2372E63F7296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19" r="21306" b="1"/>
          <a:stretch/>
        </p:blipFill>
        <p:spPr>
          <a:xfrm>
            <a:off x="6136682" y="6590537"/>
            <a:ext cx="1375229" cy="3063780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FD7B8067-B8D8-4B77-B966-1E33D2E56B5E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2366"/>
          <a:stretch/>
        </p:blipFill>
        <p:spPr>
          <a:xfrm>
            <a:off x="6137302" y="1932942"/>
            <a:ext cx="1355571" cy="3106171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D15DB9AF-636A-4BD2-82E7-1C5F889CE2F5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0976"/>
          <a:stretch/>
        </p:blipFill>
        <p:spPr>
          <a:xfrm>
            <a:off x="1131062" y="6563031"/>
            <a:ext cx="1421505" cy="30862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: 圓角 53">
                <a:extLst>
                  <a:ext uri="{FF2B5EF4-FFF2-40B4-BE49-F238E27FC236}">
                    <a16:creationId xmlns:a16="http://schemas.microsoft.com/office/drawing/2014/main" id="{18F516EB-44BB-43B4-BDE9-9A4C759E745C}"/>
                  </a:ext>
                </a:extLst>
              </p:cNvPr>
              <p:cNvSpPr/>
              <p:nvPr/>
            </p:nvSpPr>
            <p:spPr>
              <a:xfrm>
                <a:off x="5330195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矩形: 圓角 53">
                <a:extLst>
                  <a:ext uri="{FF2B5EF4-FFF2-40B4-BE49-F238E27FC236}">
                    <a16:creationId xmlns:a16="http://schemas.microsoft.com/office/drawing/2014/main" id="{18F516EB-44BB-43B4-BDE9-9A4C759E74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5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: 圓角 57">
                <a:extLst>
                  <a:ext uri="{FF2B5EF4-FFF2-40B4-BE49-F238E27FC236}">
                    <a16:creationId xmlns:a16="http://schemas.microsoft.com/office/drawing/2014/main" id="{D175EDEA-04D1-4C49-BC5C-D1B336554D32}"/>
                  </a:ext>
                </a:extLst>
              </p:cNvPr>
              <p:cNvSpPr/>
              <p:nvPr/>
            </p:nvSpPr>
            <p:spPr>
              <a:xfrm>
                <a:off x="380370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矩形: 圓角 57">
                <a:extLst>
                  <a:ext uri="{FF2B5EF4-FFF2-40B4-BE49-F238E27FC236}">
                    <a16:creationId xmlns:a16="http://schemas.microsoft.com/office/drawing/2014/main" id="{D175EDEA-04D1-4C49-BC5C-D1B336554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0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: 圓角 62">
                <a:extLst>
                  <a:ext uri="{FF2B5EF4-FFF2-40B4-BE49-F238E27FC236}">
                    <a16:creationId xmlns:a16="http://schemas.microsoft.com/office/drawing/2014/main" id="{5384B5B3-89EE-4455-AF56-5F276A42F755}"/>
                  </a:ext>
                </a:extLst>
              </p:cNvPr>
              <p:cNvSpPr/>
              <p:nvPr/>
            </p:nvSpPr>
            <p:spPr>
              <a:xfrm>
                <a:off x="5330195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矩形: 圓角 62">
                <a:extLst>
                  <a:ext uri="{FF2B5EF4-FFF2-40B4-BE49-F238E27FC236}">
                    <a16:creationId xmlns:a16="http://schemas.microsoft.com/office/drawing/2014/main" id="{5384B5B3-89EE-4455-AF56-5F276A42F7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5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: 圓角 63">
                <a:extLst>
                  <a:ext uri="{FF2B5EF4-FFF2-40B4-BE49-F238E27FC236}">
                    <a16:creationId xmlns:a16="http://schemas.microsoft.com/office/drawing/2014/main" id="{CFA8F670-D4EC-4E27-8BFB-877FCE15B15D}"/>
                  </a:ext>
                </a:extLst>
              </p:cNvPr>
              <p:cNvSpPr/>
              <p:nvPr/>
            </p:nvSpPr>
            <p:spPr>
              <a:xfrm>
                <a:off x="380370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矩形: 圓角 63">
                <a:extLst>
                  <a:ext uri="{FF2B5EF4-FFF2-40B4-BE49-F238E27FC236}">
                    <a16:creationId xmlns:a16="http://schemas.microsoft.com/office/drawing/2014/main" id="{CFA8F670-D4EC-4E27-8BFB-877FCE15B1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0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5880A24-6823-41AF-B15F-78956A9E5338}"/>
                  </a:ext>
                </a:extLst>
              </p:cNvPr>
              <p:cNvSpPr/>
              <p:nvPr/>
            </p:nvSpPr>
            <p:spPr>
              <a:xfrm>
                <a:off x="5435113" y="6105553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5880A24-6823-41AF-B15F-78956A9E53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105553"/>
                <a:ext cx="390042" cy="3999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204E0094-17BE-4EA9-8691-E642E2FC6D65}"/>
                  </a:ext>
                </a:extLst>
              </p:cNvPr>
              <p:cNvSpPr/>
              <p:nvPr/>
            </p:nvSpPr>
            <p:spPr>
              <a:xfrm>
                <a:off x="436238" y="6105553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204E0094-17BE-4EA9-8691-E642E2FC6D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105553"/>
                <a:ext cx="390042" cy="39998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68D7A385-68A8-4F13-B477-F139DF194A6C}"/>
                  </a:ext>
                </a:extLst>
              </p:cNvPr>
              <p:cNvSpPr/>
              <p:nvPr/>
            </p:nvSpPr>
            <p:spPr>
              <a:xfrm>
                <a:off x="5435113" y="148286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68D7A385-68A8-4F13-B477-F139DF194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82864"/>
                <a:ext cx="390042" cy="399981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6A0EBD8F-A028-4509-9223-BEC74A281E7D}"/>
                  </a:ext>
                </a:extLst>
              </p:cNvPr>
              <p:cNvSpPr/>
              <p:nvPr/>
            </p:nvSpPr>
            <p:spPr>
              <a:xfrm>
                <a:off x="436238" y="148286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6A0EBD8F-A028-4509-9223-BEC74A281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82864"/>
                <a:ext cx="390042" cy="399981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8CDF222-3356-4BBB-B1B2-7AAD39B729C7}"/>
                  </a:ext>
                </a:extLst>
              </p:cNvPr>
              <p:cNvSpPr/>
              <p:nvPr/>
            </p:nvSpPr>
            <p:spPr>
              <a:xfrm>
                <a:off x="3540641" y="2861132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8CDF222-3356-4BBB-B1B2-7AAD39B72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41" y="2861132"/>
                <a:ext cx="571265" cy="3998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490EE0C-F17F-4283-A689-8522DD2C32AB}"/>
                  </a:ext>
                </a:extLst>
              </p:cNvPr>
              <p:cNvSpPr/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en-US" altLang="zh-TW" sz="1999" b="0" i="0" smtClean="0">
                          <a:latin typeface="Cambria Math" panose="02040503050406030204" pitchFamily="18" charset="0"/>
                        </a:rPr>
                        <m:t>um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490EE0C-F17F-4283-A689-8522DD2C32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副標題 2">
                <a:extLst>
                  <a:ext uri="{FF2B5EF4-FFF2-40B4-BE49-F238E27FC236}">
                    <a16:creationId xmlns:a16="http://schemas.microsoft.com/office/drawing/2014/main" id="{ECCF328D-C10C-4A02-A2B7-5BB0CC8D54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0" indent="0" algn="ctr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None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4965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8992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8489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7985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7482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978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64753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5971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KK_l_0.csv</a:t>
                </a:r>
              </a:p>
            </p:txBody>
          </p:sp>
        </mc:Choice>
        <mc:Fallback xmlns="">
          <p:sp>
            <p:nvSpPr>
              <p:cNvPr id="83" name="副標題 2">
                <a:extLst>
                  <a:ext uri="{FF2B5EF4-FFF2-40B4-BE49-F238E27FC236}">
                    <a16:creationId xmlns:a16="http://schemas.microsoft.com/office/drawing/2014/main" id="{ECCF328D-C10C-4A02-A2B7-5BB0CC8D5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  <a:blipFill>
                <a:blip r:embed="rId40"/>
                <a:stretch>
                  <a:fillRect t="-4348" b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362857" y="1238980"/>
            <a:ext cx="458397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1" name="圖片 110">
            <a:extLst>
              <a:ext uri="{FF2B5EF4-FFF2-40B4-BE49-F238E27FC236}">
                <a16:creationId xmlns:a16="http://schemas.microsoft.com/office/drawing/2014/main" id="{9CE7BA61-F67F-41A8-AE48-96345507D44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1806817"/>
            <a:ext cx="1836342" cy="3063600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03F10A1A-6D74-442D-BF5B-BE37400A9F6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3482" y="1930590"/>
            <a:ext cx="1765438" cy="3091290"/>
          </a:xfrm>
          <a:prstGeom prst="rect">
            <a:avLst/>
          </a:prstGeom>
        </p:spPr>
      </p:pic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355699" y="5873073"/>
            <a:ext cx="458397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C77B5198-5088-4CD4-A896-FE15F12EBC6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0582" y="6593111"/>
            <a:ext cx="1373067" cy="3037821"/>
          </a:xfrm>
          <a:prstGeom prst="rect">
            <a:avLst/>
          </a:prstGeom>
        </p:spPr>
      </p:pic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311030" y="5870410"/>
            <a:ext cx="458397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57085EEA-25B2-4D9C-B32C-11B079F642B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5836" y="6600824"/>
            <a:ext cx="1371689" cy="30332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40641" y="2861132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41" y="2861132"/>
                <a:ext cx="571265" cy="399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413219" y="2547683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19" y="2547683"/>
                <a:ext cx="436081" cy="3999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384236" y="4073197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36" y="4073197"/>
                <a:ext cx="494046" cy="39998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12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13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318188" y="1236317"/>
            <a:ext cx="458397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5412094" y="2545020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094" y="2545020"/>
                <a:ext cx="436081" cy="3999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5383111" y="4070533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111" y="4070533"/>
                <a:ext cx="494046" cy="3999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446278" y="7115205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78" y="7115205"/>
                <a:ext cx="436081" cy="3999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420621" y="8640719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1" y="8640719"/>
                <a:ext cx="494046" cy="3999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5401610" y="7112542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610" y="7112542"/>
                <a:ext cx="436081" cy="39998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5375952" y="8638056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52" y="8638056"/>
                <a:ext cx="494046" cy="39998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259458" y="8566854"/>
            <a:ext cx="1235444" cy="7071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6133021" y="6938561"/>
            <a:ext cx="1395727" cy="70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330195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5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380370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0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330195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5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380370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0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298020" y="1310909"/>
                <a:ext cx="1177117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20" y="1310909"/>
                <a:ext cx="1177117" cy="55573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42452" y="1310909"/>
                <a:ext cx="1177117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452" y="1310909"/>
                <a:ext cx="1177117" cy="55573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298020" y="5940592"/>
                <a:ext cx="1177117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20" y="5940592"/>
                <a:ext cx="1177117" cy="55573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42452" y="5940739"/>
                <a:ext cx="1177117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452" y="5940739"/>
                <a:ext cx="1177117" cy="55573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圖片 70">
            <a:extLst>
              <a:ext uri="{FF2B5EF4-FFF2-40B4-BE49-F238E27FC236}">
                <a16:creationId xmlns:a16="http://schemas.microsoft.com/office/drawing/2014/main" id="{BFDCF1E5-2512-48B1-BD3E-AAB97E428836}"/>
              </a:ext>
            </a:extLst>
          </p:cNvPr>
          <p:cNvPicPr>
            <a:picLocks noChangeAspect="1"/>
          </p:cNvPicPr>
          <p:nvPr/>
        </p:nvPicPr>
        <p:blipFill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16752" y="1981200"/>
            <a:ext cx="1367936" cy="29826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圖片 17">
            <a:extLst>
              <a:ext uri="{FF2B5EF4-FFF2-40B4-BE49-F238E27FC236}">
                <a16:creationId xmlns:a16="http://schemas.microsoft.com/office/drawing/2014/main" id="{0A4DEACC-DFDC-4091-A994-32547B8F581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1806817"/>
            <a:ext cx="1836342" cy="3063600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FCCBC82A-72D5-4A72-ABC3-880A069D7152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6457258"/>
            <a:ext cx="1836342" cy="3063600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FA942DFC-D076-4CDC-B793-72CFEE697638}"/>
              </a:ext>
            </a:extLst>
          </p:cNvPr>
          <p:cNvPicPr>
            <a:picLocks noChangeAspect="1"/>
          </p:cNvPicPr>
          <p:nvPr/>
        </p:nvPicPr>
        <p:blipFill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6457258"/>
            <a:ext cx="1836342" cy="306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960089E-DD7F-45AF-9A06-859D33BB6BC5}"/>
                  </a:ext>
                </a:extLst>
              </p:cNvPr>
              <p:cNvSpPr/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en-US" altLang="zh-TW" sz="1999" b="0" i="0" smtClean="0">
                          <a:latin typeface="Cambria Math" panose="02040503050406030204" pitchFamily="18" charset="0"/>
                        </a:rPr>
                        <m:t>um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960089E-DD7F-45AF-9A06-859D33BB6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>
            <a:extLst>
              <a:ext uri="{FF2B5EF4-FFF2-40B4-BE49-F238E27FC236}">
                <a16:creationId xmlns:a16="http://schemas.microsoft.com/office/drawing/2014/main" id="{3261BE5C-CCE0-408E-904E-C2CA67AD0B0E}"/>
              </a:ext>
            </a:extLst>
          </p:cNvPr>
          <p:cNvSpPr/>
          <p:nvPr/>
        </p:nvSpPr>
        <p:spPr>
          <a:xfrm>
            <a:off x="0" y="0"/>
            <a:ext cx="9899650" cy="5714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副標題 2">
                <a:extLst>
                  <a:ext uri="{FF2B5EF4-FFF2-40B4-BE49-F238E27FC236}">
                    <a16:creationId xmlns:a16="http://schemas.microsoft.com/office/drawing/2014/main" id="{CDC74A6D-3283-456F-965E-F5788A23AB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0" indent="0" algn="ctr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None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4965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8992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8489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7985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7482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978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64753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5971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,±1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KK_l_1 .csv / KK_l_-1 .csv</a:t>
                </a:r>
              </a:p>
            </p:txBody>
          </p:sp>
        </mc:Choice>
        <mc:Fallback xmlns="">
          <p:sp>
            <p:nvSpPr>
              <p:cNvPr id="65" name="副標題 2">
                <a:extLst>
                  <a:ext uri="{FF2B5EF4-FFF2-40B4-BE49-F238E27FC236}">
                    <a16:creationId xmlns:a16="http://schemas.microsoft.com/office/drawing/2014/main" id="{CDC74A6D-3283-456F-965E-F5788A23A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  <a:blipFill>
                <a:blip r:embed="rId40"/>
                <a:stretch>
                  <a:fillRect t="-4348" b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38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226269" y="123898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3" name="圖片 112">
            <a:extLst>
              <a:ext uri="{FF2B5EF4-FFF2-40B4-BE49-F238E27FC236}">
                <a16:creationId xmlns:a16="http://schemas.microsoft.com/office/drawing/2014/main" id="{DF8ABA33-5460-4DBB-BA6E-1ADAE6D70DC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1806817"/>
            <a:ext cx="1836342" cy="3063600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5FD81475-FB24-4572-8FEF-6503A3508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578" y="1981199"/>
            <a:ext cx="1371086" cy="3019231"/>
          </a:xfrm>
          <a:prstGeom prst="rect">
            <a:avLst/>
          </a:prstGeom>
        </p:spPr>
      </p:pic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219111" y="5873073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174442" y="587041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7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8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181600" y="1236317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/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/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/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/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/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/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/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/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圖片 94">
            <a:extLst>
              <a:ext uri="{FF2B5EF4-FFF2-40B4-BE49-F238E27FC236}">
                <a16:creationId xmlns:a16="http://schemas.microsoft.com/office/drawing/2014/main" id="{04379A4D-FE73-485A-8669-FBDF5B35179A}"/>
              </a:ext>
            </a:extLst>
          </p:cNvPr>
          <p:cNvPicPr>
            <a:picLocks noChangeAspect="1"/>
          </p:cNvPicPr>
          <p:nvPr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39109" y="1987932"/>
            <a:ext cx="1343732" cy="2961839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788651F-2A8E-4ACD-ADAC-A0E171DE5AF9}"/>
              </a:ext>
            </a:extLst>
          </p:cNvPr>
          <p:cNvPicPr>
            <a:picLocks noChangeAspect="1"/>
          </p:cNvPicPr>
          <p:nvPr/>
        </p:nvPicPr>
        <p:blipFill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8256" y="6583680"/>
            <a:ext cx="1400931" cy="3015203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6AC3C49F-4FDB-45D6-9533-7E0DA4656C3F}"/>
              </a:ext>
            </a:extLst>
          </p:cNvPr>
          <p:cNvPicPr>
            <a:picLocks noChangeAspect="1"/>
          </p:cNvPicPr>
          <p:nvPr/>
        </p:nvPicPr>
        <p:blipFill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1257" y="6560457"/>
            <a:ext cx="1401814" cy="306558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F15F35B-D141-4908-9E07-E46BE07A4A6B}"/>
              </a:ext>
            </a:extLst>
          </p:cNvPr>
          <p:cNvPicPr>
            <a:picLocks noChangeAspect="1"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6457258"/>
            <a:ext cx="1836342" cy="30636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2924BF8-C02E-439C-ACEA-1FF981B81796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1806817"/>
            <a:ext cx="1836342" cy="3063600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32D8418B-403D-44FC-8367-CA33EAA5B36F}"/>
              </a:ext>
            </a:extLst>
          </p:cNvPr>
          <p:cNvPicPr>
            <a:picLocks noChangeAspect="1"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6457258"/>
            <a:ext cx="1836342" cy="306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536DB62-EC09-4C53-96CB-B03BCD224BCC}"/>
                  </a:ext>
                </a:extLst>
              </p:cNvPr>
              <p:cNvSpPr/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536DB62-EC09-4C53-96CB-B03BCD224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68D9F21-42D5-486D-AC21-549B3287CD96}"/>
                  </a:ext>
                </a:extLst>
              </p:cNvPr>
              <p:cNvSpPr/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en-US" altLang="zh-TW" sz="1999" b="0" i="0" smtClean="0">
                          <a:latin typeface="Cambria Math" panose="02040503050406030204" pitchFamily="18" charset="0"/>
                        </a:rPr>
                        <m:t>um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68D9F21-42D5-486D-AC21-549B3287CD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A952CB18-181C-4CB6-843D-A16D115E2012}"/>
              </a:ext>
            </a:extLst>
          </p:cNvPr>
          <p:cNvSpPr/>
          <p:nvPr/>
        </p:nvSpPr>
        <p:spPr>
          <a:xfrm>
            <a:off x="0" y="0"/>
            <a:ext cx="9899650" cy="5714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副標題 2">
                <a:extLst>
                  <a:ext uri="{FF2B5EF4-FFF2-40B4-BE49-F238E27FC236}">
                    <a16:creationId xmlns:a16="http://schemas.microsoft.com/office/drawing/2014/main" id="{B444016A-7BB0-4BC1-9C9E-309A3B0D80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None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4965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8992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8489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7985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7482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978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64753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5971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BX_l_0 .csv</a:t>
                </a:r>
              </a:p>
            </p:txBody>
          </p:sp>
        </mc:Choice>
        <mc:Fallback xmlns="">
          <p:sp>
            <p:nvSpPr>
              <p:cNvPr id="72" name="副標題 2">
                <a:extLst>
                  <a:ext uri="{FF2B5EF4-FFF2-40B4-BE49-F238E27FC236}">
                    <a16:creationId xmlns:a16="http://schemas.microsoft.com/office/drawing/2014/main" id="{B444016A-7BB0-4BC1-9C9E-309A3B0D8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  <a:blipFill>
                <a:blip r:embed="rId46"/>
                <a:stretch>
                  <a:fillRect t="-8696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88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226269" y="123898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圖片 176">
            <a:extLst>
              <a:ext uri="{FF2B5EF4-FFF2-40B4-BE49-F238E27FC236}">
                <a16:creationId xmlns:a16="http://schemas.microsoft.com/office/drawing/2014/main" id="{5D8A319C-4DC9-4708-8CC5-DA0C0E5DEE6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1806817"/>
            <a:ext cx="1836342" cy="3063600"/>
          </a:xfrm>
          <a:prstGeom prst="rect">
            <a:avLst/>
          </a:prstGeom>
        </p:spPr>
      </p:pic>
      <p:pic>
        <p:nvPicPr>
          <p:cNvPr id="175" name="圖片 174">
            <a:extLst>
              <a:ext uri="{FF2B5EF4-FFF2-40B4-BE49-F238E27FC236}">
                <a16:creationId xmlns:a16="http://schemas.microsoft.com/office/drawing/2014/main" id="{39AEBDE7-AF3B-4856-BB64-0B0FC1B52F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363" y="1945990"/>
            <a:ext cx="1773637" cy="3089561"/>
          </a:xfrm>
          <a:prstGeom prst="rect">
            <a:avLst/>
          </a:prstGeom>
        </p:spPr>
      </p:pic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219111" y="5873073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174442" y="587041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8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9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181600" y="1236317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/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/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/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/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/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/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/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/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3" name="圖片 172">
            <a:extLst>
              <a:ext uri="{FF2B5EF4-FFF2-40B4-BE49-F238E27FC236}">
                <a16:creationId xmlns:a16="http://schemas.microsoft.com/office/drawing/2014/main" id="{74692878-7651-4E71-8816-A59E7AD685F6}"/>
              </a:ext>
            </a:extLst>
          </p:cNvPr>
          <p:cNvPicPr>
            <a:picLocks noChangeAspect="1"/>
          </p:cNvPicPr>
          <p:nvPr/>
        </p:nvPicPr>
        <p:blipFill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3850" y="6582972"/>
            <a:ext cx="1398850" cy="2996522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4B4395B8-49D2-40D3-8138-C7E282CFCBDA}"/>
              </a:ext>
            </a:extLst>
          </p:cNvPr>
          <p:cNvPicPr>
            <a:picLocks noChangeAspect="1"/>
          </p:cNvPicPr>
          <p:nvPr/>
        </p:nvPicPr>
        <p:blipFill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4349" y="6637020"/>
            <a:ext cx="1371353" cy="2983047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51A04435-4AA5-475D-946E-B6250D380DDC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1317"/>
          <a:stretch/>
        </p:blipFill>
        <p:spPr>
          <a:xfrm>
            <a:off x="6086713" y="1910140"/>
            <a:ext cx="1418987" cy="314168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44EE462-6204-479D-81A3-0266FEFFAD1E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1806817"/>
            <a:ext cx="1836342" cy="3063600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8C2FBA92-EDEE-4664-B237-2075F0705B9F}"/>
              </a:ext>
            </a:extLst>
          </p:cNvPr>
          <p:cNvPicPr>
            <a:picLocks noChangeAspect="1"/>
          </p:cNvPicPr>
          <p:nvPr/>
        </p:nvPicPr>
        <p:blipFill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6457258"/>
            <a:ext cx="1836342" cy="3063600"/>
          </a:xfrm>
          <a:prstGeom prst="rect">
            <a:avLst/>
          </a:prstGeom>
        </p:spPr>
      </p:pic>
      <p:pic>
        <p:nvPicPr>
          <p:cNvPr id="180" name="圖片 179">
            <a:extLst>
              <a:ext uri="{FF2B5EF4-FFF2-40B4-BE49-F238E27FC236}">
                <a16:creationId xmlns:a16="http://schemas.microsoft.com/office/drawing/2014/main" id="{467B1157-CD4A-440B-984D-74A8E5DD413F}"/>
              </a:ext>
            </a:extLst>
          </p:cNvPr>
          <p:cNvPicPr>
            <a:picLocks noChangeAspect="1"/>
          </p:cNvPicPr>
          <p:nvPr/>
        </p:nvPicPr>
        <p:blipFill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6457258"/>
            <a:ext cx="1838160" cy="306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E7A289F-9D3C-4532-98A0-E11FE473F9C0}"/>
                  </a:ext>
                </a:extLst>
              </p:cNvPr>
              <p:cNvSpPr/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en-US" altLang="zh-TW" sz="1999" b="0" i="0" smtClean="0">
                          <a:latin typeface="Cambria Math" panose="02040503050406030204" pitchFamily="18" charset="0"/>
                        </a:rPr>
                        <m:t>um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E7A289F-9D3C-4532-98A0-E11FE473F9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矩形 70">
            <a:extLst>
              <a:ext uri="{FF2B5EF4-FFF2-40B4-BE49-F238E27FC236}">
                <a16:creationId xmlns:a16="http://schemas.microsoft.com/office/drawing/2014/main" id="{575F6AAA-C307-416D-9067-C11A4052DA6C}"/>
              </a:ext>
            </a:extLst>
          </p:cNvPr>
          <p:cNvSpPr/>
          <p:nvPr/>
        </p:nvSpPr>
        <p:spPr>
          <a:xfrm>
            <a:off x="0" y="0"/>
            <a:ext cx="9899650" cy="5714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副標題 2">
                <a:extLst>
                  <a:ext uri="{FF2B5EF4-FFF2-40B4-BE49-F238E27FC236}">
                    <a16:creationId xmlns:a16="http://schemas.microsoft.com/office/drawing/2014/main" id="{6E78817E-B5CB-4574-8EEF-26DA2174FD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None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4965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8992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8489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7985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7482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978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64753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5971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BX_l_1 .csv</a:t>
                </a:r>
              </a:p>
            </p:txBody>
          </p:sp>
        </mc:Choice>
        <mc:Fallback xmlns="">
          <p:sp>
            <p:nvSpPr>
              <p:cNvPr id="73" name="副標題 2">
                <a:extLst>
                  <a:ext uri="{FF2B5EF4-FFF2-40B4-BE49-F238E27FC236}">
                    <a16:creationId xmlns:a16="http://schemas.microsoft.com/office/drawing/2014/main" id="{6E78817E-B5CB-4574-8EEF-26DA2174F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  <a:blipFill>
                <a:blip r:embed="rId41"/>
                <a:stretch>
                  <a:fillRect t="-8696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255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226269" y="123898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219111" y="5873073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174442" y="587041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181600" y="1236317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B0A78A83-C492-4A97-9DF6-DCA2D592BCE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6457258"/>
            <a:ext cx="1838160" cy="30636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5B003F59-EBEB-4196-95E5-D05B3DD0F6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20" y="6457258"/>
            <a:ext cx="1838160" cy="30636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5E344929-1651-410B-ACAB-B387C144299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20" y="1806817"/>
            <a:ext cx="1838160" cy="3063600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7276E2F9-021E-43AD-988C-32AB3FC48E3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1806817"/>
            <a:ext cx="1838160" cy="3063600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5FD81475-FB24-4572-8FEF-6503A35086E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578" y="1981199"/>
            <a:ext cx="1371086" cy="3019231"/>
          </a:xfrm>
          <a:prstGeom prst="rect">
            <a:avLst/>
          </a:prstGeom>
        </p:spPr>
      </p:pic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10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11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/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/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/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/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/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/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/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/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圖片 94">
            <a:extLst>
              <a:ext uri="{FF2B5EF4-FFF2-40B4-BE49-F238E27FC236}">
                <a16:creationId xmlns:a16="http://schemas.microsoft.com/office/drawing/2014/main" id="{04379A4D-FE73-485A-8669-FBDF5B35179A}"/>
              </a:ext>
            </a:extLst>
          </p:cNvPr>
          <p:cNvPicPr>
            <a:picLocks noChangeAspect="1"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39109" y="1987932"/>
            <a:ext cx="1343732" cy="2961839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788651F-2A8E-4ACD-ADAC-A0E171DE5AF9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8256" y="6583680"/>
            <a:ext cx="1400931" cy="3015203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6AC3C49F-4FDB-45D6-9533-7E0DA4656C3F}"/>
              </a:ext>
            </a:extLst>
          </p:cNvPr>
          <p:cNvPicPr>
            <a:picLocks noChangeAspect="1"/>
          </p:cNvPicPr>
          <p:nvPr/>
        </p:nvPicPr>
        <p:blipFill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1257" y="6560457"/>
            <a:ext cx="1401814" cy="3065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536DB62-EC09-4C53-96CB-B03BCD224BCC}"/>
                  </a:ext>
                </a:extLst>
              </p:cNvPr>
              <p:cNvSpPr/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536DB62-EC09-4C53-96CB-B03BCD224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D3BE0B0-FB71-4079-A90B-F991EA3A9769}"/>
                  </a:ext>
                </a:extLst>
              </p:cNvPr>
              <p:cNvSpPr/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en-US" altLang="zh-TW" sz="1999" b="0" i="0" smtClean="0">
                          <a:latin typeface="Cambria Math" panose="02040503050406030204" pitchFamily="18" charset="0"/>
                        </a:rPr>
                        <m:t>um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D3BE0B0-FB71-4079-A90B-F991EA3A97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9D23936B-AB89-4875-A977-0B456C860852}"/>
              </a:ext>
            </a:extLst>
          </p:cNvPr>
          <p:cNvSpPr/>
          <p:nvPr/>
        </p:nvSpPr>
        <p:spPr>
          <a:xfrm>
            <a:off x="0" y="0"/>
            <a:ext cx="9899650" cy="5714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副標題 2">
                <a:extLst>
                  <a:ext uri="{FF2B5EF4-FFF2-40B4-BE49-F238E27FC236}">
                    <a16:creationId xmlns:a16="http://schemas.microsoft.com/office/drawing/2014/main" id="{646EAFC8-F6C0-466B-B775-96680955CE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None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4965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8992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8489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7985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7482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978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64753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5971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BX_prime_l_0 .csv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副標題 2">
                <a:extLst>
                  <a:ext uri="{FF2B5EF4-FFF2-40B4-BE49-F238E27FC236}">
                    <a16:creationId xmlns:a16="http://schemas.microsoft.com/office/drawing/2014/main" id="{646EAFC8-F6C0-466B-B775-96680955C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  <a:blipFill>
                <a:blip r:embed="rId47"/>
                <a:stretch>
                  <a:fillRect t="-8696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89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226269" y="123898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219111" y="5873073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174442" y="587041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181600" y="1236317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07E3B634-5F12-47A2-A1E3-41E43BFCE9B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6457258"/>
            <a:ext cx="1838160" cy="30636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8A26606F-98D6-4EB5-BDCF-5B48DBC6C81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20" y="6457258"/>
            <a:ext cx="1838160" cy="30636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C13226AB-31AF-4E7F-AEA6-33945F1955F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20" y="1806817"/>
            <a:ext cx="1838160" cy="3063600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64B9BF92-BD43-449B-8678-F30433379EA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1806817"/>
            <a:ext cx="1838160" cy="3063600"/>
          </a:xfrm>
          <a:prstGeom prst="rect">
            <a:avLst/>
          </a:prstGeom>
        </p:spPr>
      </p:pic>
      <p:pic>
        <p:nvPicPr>
          <p:cNvPr id="175" name="圖片 174">
            <a:extLst>
              <a:ext uri="{FF2B5EF4-FFF2-40B4-BE49-F238E27FC236}">
                <a16:creationId xmlns:a16="http://schemas.microsoft.com/office/drawing/2014/main" id="{39AEBDE7-AF3B-4856-BB64-0B0FC1B52F5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363" y="1945990"/>
            <a:ext cx="1773637" cy="30895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9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10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11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12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/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/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/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/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/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/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/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/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3" name="圖片 172">
            <a:extLst>
              <a:ext uri="{FF2B5EF4-FFF2-40B4-BE49-F238E27FC236}">
                <a16:creationId xmlns:a16="http://schemas.microsoft.com/office/drawing/2014/main" id="{74692878-7651-4E71-8816-A59E7AD685F6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3850" y="6582972"/>
            <a:ext cx="1398850" cy="2996522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4B4395B8-49D2-40D3-8138-C7E282CFCBDA}"/>
              </a:ext>
            </a:extLst>
          </p:cNvPr>
          <p:cNvPicPr>
            <a:picLocks noChangeAspect="1"/>
          </p:cNvPicPr>
          <p:nvPr/>
        </p:nvPicPr>
        <p:blipFill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4349" y="6637020"/>
            <a:ext cx="1371353" cy="2983047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51A04435-4AA5-475D-946E-B6250D380DDC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1317"/>
          <a:stretch/>
        </p:blipFill>
        <p:spPr>
          <a:xfrm>
            <a:off x="6086713" y="1910140"/>
            <a:ext cx="1418987" cy="3141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498D219-CCF9-4504-9A90-C9D00A413601}"/>
                  </a:ext>
                </a:extLst>
              </p:cNvPr>
              <p:cNvSpPr/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en-US" altLang="zh-TW" sz="1999" b="0" i="0" smtClean="0">
                          <a:latin typeface="Cambria Math" panose="02040503050406030204" pitchFamily="18" charset="0"/>
                        </a:rPr>
                        <m:t>um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498D219-CCF9-4504-9A90-C9D00A4136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466" y="10341610"/>
                <a:ext cx="1609736" cy="399981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矩形 94">
            <a:extLst>
              <a:ext uri="{FF2B5EF4-FFF2-40B4-BE49-F238E27FC236}">
                <a16:creationId xmlns:a16="http://schemas.microsoft.com/office/drawing/2014/main" id="{A9419F53-BD29-4464-AE18-1C91660715E3}"/>
              </a:ext>
            </a:extLst>
          </p:cNvPr>
          <p:cNvSpPr/>
          <p:nvPr/>
        </p:nvSpPr>
        <p:spPr>
          <a:xfrm>
            <a:off x="0" y="0"/>
            <a:ext cx="9899650" cy="5714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副標題 2">
                <a:extLst>
                  <a:ext uri="{FF2B5EF4-FFF2-40B4-BE49-F238E27FC236}">
                    <a16:creationId xmlns:a16="http://schemas.microsoft.com/office/drawing/2014/main" id="{0ED4B520-5C92-48AE-B843-A1D656EBAE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89929" rtl="0" eaLnBrk="1" latinLnBrk="0" hangingPunct="1">
                  <a:lnSpc>
                    <a:spcPct val="90000"/>
                  </a:lnSpc>
                  <a:spcBef>
                    <a:spcPts val="1083"/>
                  </a:spcBef>
                  <a:buFont typeface="Arial" panose="020B0604020202020204" pitchFamily="34" charset="0"/>
                  <a:buNone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4965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21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8992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9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8489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79859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74824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978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64753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59718" indent="0" algn="ctr" defTabSz="989929" rtl="0" eaLnBrk="1" latinLnBrk="0" hangingPunct="1">
                  <a:lnSpc>
                    <a:spcPct val="90000"/>
                  </a:lnSpc>
                  <a:spcBef>
                    <a:spcPts val="541"/>
                  </a:spcBef>
                  <a:buFont typeface="Arial" panose="020B0604020202020204" pitchFamily="34" charset="0"/>
                  <a:buNone/>
                  <a:defRPr sz="17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bSup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BX_prime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_l_1 .csv</a:t>
                </a:r>
              </a:p>
            </p:txBody>
          </p:sp>
        </mc:Choice>
        <mc:Fallback xmlns="">
          <p:sp>
            <p:nvSpPr>
              <p:cNvPr id="97" name="副標題 2">
                <a:extLst>
                  <a:ext uri="{FF2B5EF4-FFF2-40B4-BE49-F238E27FC236}">
                    <a16:creationId xmlns:a16="http://schemas.microsoft.com/office/drawing/2014/main" id="{0ED4B520-5C92-48AE-B843-A1D656EBA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52" y="14267"/>
                <a:ext cx="5969000" cy="559170"/>
              </a:xfrm>
              <a:prstGeom prst="rect">
                <a:avLst/>
              </a:prstGeom>
              <a:blipFill>
                <a:blip r:embed="rId41"/>
                <a:stretch>
                  <a:fillRect t="-8696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952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5756</TotalTime>
  <Words>610</Words>
  <Application>Microsoft Office PowerPoint</Application>
  <PresentationFormat>自訂</PresentationFormat>
  <Paragraphs>247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Figures/data(file name) of   wave packet Φ_(ε ̂,ℓ)^S (R_c 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41</cp:revision>
  <dcterms:created xsi:type="dcterms:W3CDTF">2026-10-06T06:22:45Z</dcterms:created>
  <dcterms:modified xsi:type="dcterms:W3CDTF">2026-10-16T09:26:53Z</dcterms:modified>
</cp:coreProperties>
</file>