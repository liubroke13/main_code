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8" autoAdjust="0"/>
    <p:restoredTop sz="94660"/>
  </p:normalViewPr>
  <p:slideViewPr>
    <p:cSldViewPr snapToGrid="0">
      <p:cViewPr>
        <p:scale>
          <a:sx n="100" d="100"/>
          <a:sy n="100" d="100"/>
        </p:scale>
        <p:origin x="912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06933"/>
            <a:ext cx="9144000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68784"/>
            <a:ext cx="9144000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5328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509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76898"/>
            <a:ext cx="10515600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890725"/>
            <a:ext cx="10515600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0681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49890"/>
            <a:ext cx="5181600" cy="274073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49890"/>
            <a:ext cx="5181600" cy="274073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55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29978"/>
            <a:ext cx="10515600" cy="83492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58899"/>
            <a:ext cx="515778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577849"/>
            <a:ext cx="5157787" cy="232077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058899"/>
            <a:ext cx="5183188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577849"/>
            <a:ext cx="5183188" cy="232077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653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2264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02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7972"/>
            <a:ext cx="3932237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21941"/>
            <a:ext cx="6172200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95877"/>
            <a:ext cx="3932237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597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87972"/>
            <a:ext cx="3932237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21941"/>
            <a:ext cx="6172200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95877"/>
            <a:ext cx="3932237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2494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51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29978"/>
            <a:ext cx="2628900" cy="36606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29978"/>
            <a:ext cx="7734300" cy="366065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C932A-8CEB-449A-B6E3-A107DE75290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55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29978"/>
            <a:ext cx="10515600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49890"/>
            <a:ext cx="10515600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003618"/>
            <a:ext cx="27432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C932A-8CEB-449A-B6E3-A107DE752909}" type="datetimeFigureOut">
              <a:rPr lang="zh-TW" altLang="en-US" smtClean="0"/>
              <a:t>2026/3/19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003618"/>
            <a:ext cx="41148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003618"/>
            <a:ext cx="274320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FBEE1-CF5A-48D0-9D24-D0C974F175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4598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A376D91E-E84A-4420-B61F-05CDF524A90A}"/>
              </a:ext>
            </a:extLst>
          </p:cNvPr>
          <p:cNvGrpSpPr/>
          <p:nvPr/>
        </p:nvGrpSpPr>
        <p:grpSpPr>
          <a:xfrm>
            <a:off x="104775" y="287093"/>
            <a:ext cx="11982450" cy="3745402"/>
            <a:chOff x="114300" y="-109233"/>
            <a:chExt cx="11982450" cy="3745402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CF1A9890-1AA3-405F-9850-A680699D75B3}"/>
                </a:ext>
              </a:extLst>
            </p:cNvPr>
            <p:cNvSpPr/>
            <p:nvPr/>
          </p:nvSpPr>
          <p:spPr>
            <a:xfrm>
              <a:off x="114300" y="-109233"/>
              <a:ext cx="11982450" cy="37454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770C264F-8F9A-4168-B0DD-38C3666F5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587254" y="459417"/>
              <a:ext cx="6475001" cy="2859840"/>
            </a:xfrm>
            <a:prstGeom prst="rect">
              <a:avLst/>
            </a:prstGeom>
          </p:spPr>
        </p:pic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21C659D2-52F7-42D5-9082-8D7CCABD6188}"/>
                </a:ext>
              </a:extLst>
            </p:cNvPr>
            <p:cNvGrpSpPr/>
            <p:nvPr/>
          </p:nvGrpSpPr>
          <p:grpSpPr>
            <a:xfrm>
              <a:off x="2886075" y="219042"/>
              <a:ext cx="2114550" cy="3340590"/>
              <a:chOff x="2714625" y="2116566"/>
              <a:chExt cx="1760243" cy="2780852"/>
            </a:xfrm>
          </p:grpSpPr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FE80220D-2EA1-41DE-B38C-CC10733FDE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54820"/>
              <a:stretch/>
            </p:blipFill>
            <p:spPr>
              <a:xfrm>
                <a:off x="2714625" y="2116566"/>
                <a:ext cx="1760243" cy="2780852"/>
              </a:xfrm>
              <a:prstGeom prst="rect">
                <a:avLst/>
              </a:prstGeom>
            </p:spPr>
          </p:pic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C708C0B-0A48-4F5D-9652-0D6908A84EE0}"/>
                  </a:ext>
                </a:extLst>
              </p:cNvPr>
              <p:cNvSpPr/>
              <p:nvPr/>
            </p:nvSpPr>
            <p:spPr>
              <a:xfrm>
                <a:off x="2773680" y="2125980"/>
                <a:ext cx="289560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</p:grp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81C5B797-FB48-49E9-BEB9-96C762ADDF25}"/>
                </a:ext>
              </a:extLst>
            </p:cNvPr>
            <p:cNvGrpSpPr/>
            <p:nvPr/>
          </p:nvGrpSpPr>
          <p:grpSpPr>
            <a:xfrm>
              <a:off x="306521" y="219042"/>
              <a:ext cx="2137631" cy="3340590"/>
              <a:chOff x="306519" y="1979406"/>
              <a:chExt cx="1779457" cy="2780852"/>
            </a:xfrm>
          </p:grpSpPr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F2CAE5E-C970-4C78-9692-062E2A2632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r="54767"/>
              <a:stretch/>
            </p:blipFill>
            <p:spPr>
              <a:xfrm>
                <a:off x="323664" y="1979406"/>
                <a:ext cx="1762312" cy="2780852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D7CE6A4-B03A-4769-92BD-D767532EA641}"/>
                  </a:ext>
                </a:extLst>
              </p:cNvPr>
              <p:cNvSpPr/>
              <p:nvPr/>
            </p:nvSpPr>
            <p:spPr>
              <a:xfrm>
                <a:off x="306519" y="2011680"/>
                <a:ext cx="289560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CF6839AD-E5CC-477D-9920-669A2E566668}"/>
                </a:ext>
              </a:extLst>
            </p:cNvPr>
            <p:cNvSpPr txBox="1"/>
            <p:nvPr/>
          </p:nvSpPr>
          <p:spPr>
            <a:xfrm>
              <a:off x="114300" y="-109233"/>
              <a:ext cx="742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8F7CF51F-0EF8-4E56-864F-1ADF24501293}"/>
                </a:ext>
              </a:extLst>
            </p:cNvPr>
            <p:cNvSpPr txBox="1"/>
            <p:nvPr/>
          </p:nvSpPr>
          <p:spPr>
            <a:xfrm>
              <a:off x="2645721" y="-109233"/>
              <a:ext cx="742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32FE1F9-36B6-4ACD-9BD9-4E47D2310286}"/>
                </a:ext>
              </a:extLst>
            </p:cNvPr>
            <p:cNvSpPr txBox="1"/>
            <p:nvPr/>
          </p:nvSpPr>
          <p:spPr>
            <a:xfrm>
              <a:off x="5387227" y="-109233"/>
              <a:ext cx="742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158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9</Words>
  <Application>Microsoft Office PowerPoint</Application>
  <PresentationFormat>自訂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5</cp:revision>
  <dcterms:created xsi:type="dcterms:W3CDTF">2026-03-19T10:02:07Z</dcterms:created>
  <dcterms:modified xsi:type="dcterms:W3CDTF">2026-03-19T10:21:10Z</dcterms:modified>
</cp:coreProperties>
</file>