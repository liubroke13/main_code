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6" r:id="rId4"/>
    <p:sldId id="267" r:id="rId5"/>
    <p:sldId id="268" r:id="rId6"/>
    <p:sldId id="265" r:id="rId7"/>
    <p:sldId id="269" r:id="rId8"/>
    <p:sldId id="270" r:id="rId9"/>
    <p:sldId id="271" r:id="rId10"/>
    <p:sldId id="272" r:id="rId11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4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5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43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4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09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8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7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09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1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9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0.png"/><Relationship Id="rId10" Type="http://schemas.openxmlformats.org/officeDocument/2006/relationships/image" Target="../media/image14.png"/><Relationship Id="rId4" Type="http://schemas.openxmlformats.org/officeDocument/2006/relationships/image" Target="../media/image80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1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5A85DA8-6E2A-4D88-9CD9-664531AACF7B}"/>
              </a:ext>
            </a:extLst>
          </p:cNvPr>
          <p:cNvGrpSpPr/>
          <p:nvPr/>
        </p:nvGrpSpPr>
        <p:grpSpPr>
          <a:xfrm>
            <a:off x="2723646" y="29256"/>
            <a:ext cx="4466643" cy="1741712"/>
            <a:chOff x="2723642" y="933675"/>
            <a:chExt cx="4466643" cy="1741712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2" y="93402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4" y="933675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1762179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2" y="1710662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CC4F380-BB2F-421C-8CFB-423E664AB923}"/>
                  </a:ext>
                </a:extLst>
              </p:cNvPr>
              <p:cNvSpPr/>
              <p:nvPr/>
            </p:nvSpPr>
            <p:spPr>
              <a:xfrm>
                <a:off x="3207259" y="-921550"/>
                <a:ext cx="1946302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CC4F380-BB2F-421C-8CFB-423E664AB9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259" y="-921550"/>
                <a:ext cx="1946302" cy="5005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形 3">
            <a:extLst>
              <a:ext uri="{FF2B5EF4-FFF2-40B4-BE49-F238E27FC236}">
                <a16:creationId xmlns:a16="http://schemas.microsoft.com/office/drawing/2014/main" id="{D61A9AD8-03DD-4FF6-9C5E-71C4F409BE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97618" y="534256"/>
            <a:ext cx="1578807" cy="70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9C426D8-9F0E-49E8-AA33-84D1E5B90C14}"/>
              </a:ext>
            </a:extLst>
          </p:cNvPr>
          <p:cNvGrpSpPr/>
          <p:nvPr/>
        </p:nvGrpSpPr>
        <p:grpSpPr>
          <a:xfrm>
            <a:off x="2144389" y="-1652527"/>
            <a:ext cx="5617233" cy="5105279"/>
            <a:chOff x="1905000" y="990600"/>
            <a:chExt cx="5617233" cy="5105279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3380EA81-C5F8-4D79-838A-1520DA874E3D}"/>
                </a:ext>
              </a:extLst>
            </p:cNvPr>
            <p:cNvSpPr/>
            <p:nvPr/>
          </p:nvSpPr>
          <p:spPr>
            <a:xfrm>
              <a:off x="1905000" y="990600"/>
              <a:ext cx="5617233" cy="503063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8A063E4B-5939-4A6B-BBA1-577A84F295CD}"/>
                </a:ext>
              </a:extLst>
            </p:cNvPr>
            <p:cNvSpPr/>
            <p:nvPr/>
          </p:nvSpPr>
          <p:spPr>
            <a:xfrm>
              <a:off x="2938786" y="2092081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41FB454-9EBF-4826-979F-79FDC56BC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4943401" y="2274078"/>
              <a:ext cx="2540221" cy="15494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FC921-9431-4002-8415-4B1B12481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/>
            <a:stretch/>
          </p:blipFill>
          <p:spPr>
            <a:xfrm>
              <a:off x="4941712" y="4155355"/>
              <a:ext cx="2540221" cy="1940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/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/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74BB4B9-3647-41B7-863B-BA4D9B796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611" y="3664243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887D0E-0A07-4759-90BA-97FE7DA61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1286" y="3454101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/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/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/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  <m:sup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0,0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⋅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/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/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A3003D1-3B3C-4C0A-8234-851BB0A0B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2905781" y="2235808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/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81BC7C2-E257-4F42-9817-26DF68AFD2E9}"/>
                </a:ext>
              </a:extLst>
            </p:cNvPr>
            <p:cNvGrpSpPr/>
            <p:nvPr/>
          </p:nvGrpSpPr>
          <p:grpSpPr>
            <a:xfrm>
              <a:off x="3723065" y="2584890"/>
              <a:ext cx="666253" cy="711268"/>
              <a:chOff x="6394099" y="1329789"/>
              <a:chExt cx="1805559" cy="1927549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B31EA4FA-38D3-4AE2-A4C3-9A0D34FF1D7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" name="箭號: 向右 25">
                  <a:extLst>
                    <a:ext uri="{FF2B5EF4-FFF2-40B4-BE49-F238E27FC236}">
                      <a16:creationId xmlns:a16="http://schemas.microsoft.com/office/drawing/2014/main" id="{5CA7BE29-053C-470C-B9B9-1422568F30A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箭號: 向右 26">
                  <a:extLst>
                    <a:ext uri="{FF2B5EF4-FFF2-40B4-BE49-F238E27FC236}">
                      <a16:creationId xmlns:a16="http://schemas.microsoft.com/office/drawing/2014/main" id="{C202A97D-E1F0-449A-B047-679C78A2FCD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5" y="-433238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0" y="-395493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7" y="1566155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-506612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-428974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1520827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0" y="-417420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88" y="152973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4" y="211389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5" y="731786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5" y="731786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132976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1329765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27" y="48719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-437278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1021121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810979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2" y="-5823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-38597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-42157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-364283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4175</TotalTime>
  <Words>108</Words>
  <Application>Microsoft Office PowerPoint</Application>
  <PresentationFormat>自訂</PresentationFormat>
  <Paragraphs>68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21</cp:revision>
  <dcterms:created xsi:type="dcterms:W3CDTF">2026-05-22T09:21:35Z</dcterms:created>
  <dcterms:modified xsi:type="dcterms:W3CDTF">2026-07-01T07:59:07Z</dcterms:modified>
</cp:coreProperties>
</file>