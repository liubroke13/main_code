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6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37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89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624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51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86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75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59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25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693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889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66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79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3.png"/><Relationship Id="rId18" Type="http://schemas.openxmlformats.org/officeDocument/2006/relationships/image" Target="../media/image35.png"/><Relationship Id="rId3" Type="http://schemas.openxmlformats.org/officeDocument/2006/relationships/image" Target="../media/image24.png"/><Relationship Id="rId21" Type="http://schemas.openxmlformats.org/officeDocument/2006/relationships/image" Target="../media/image38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17" Type="http://schemas.openxmlformats.org/officeDocument/2006/relationships/image" Target="../media/image16.png"/><Relationship Id="rId2" Type="http://schemas.openxmlformats.org/officeDocument/2006/relationships/image" Target="../media/image23.png"/><Relationship Id="rId16" Type="http://schemas.openxmlformats.org/officeDocument/2006/relationships/image" Target="../media/image1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24" Type="http://schemas.openxmlformats.org/officeDocument/2006/relationships/image" Target="../media/image41.png"/><Relationship Id="rId5" Type="http://schemas.openxmlformats.org/officeDocument/2006/relationships/image" Target="../media/image26.png"/><Relationship Id="rId15" Type="http://schemas.openxmlformats.org/officeDocument/2006/relationships/image" Target="../media/image2.png"/><Relationship Id="rId23" Type="http://schemas.openxmlformats.org/officeDocument/2006/relationships/image" Target="../media/image40.png"/><Relationship Id="rId10" Type="http://schemas.openxmlformats.org/officeDocument/2006/relationships/image" Target="../media/image30.png"/><Relationship Id="rId19" Type="http://schemas.openxmlformats.org/officeDocument/2006/relationships/image" Target="../media/image3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1E901D7-BC6E-4861-8B28-B279B1B40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84" y="1524056"/>
            <a:ext cx="5714833" cy="380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735F0D09-7E7B-4A06-98E4-060B13FC1F34}"/>
              </a:ext>
            </a:extLst>
          </p:cNvPr>
          <p:cNvSpPr/>
          <p:nvPr/>
        </p:nvSpPr>
        <p:spPr>
          <a:xfrm>
            <a:off x="678679" y="28633"/>
            <a:ext cx="8548642" cy="6800735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4249" tIns="22124" rIns="44249" bIns="22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871" dirty="0"/>
          </a:p>
        </p:txBody>
      </p:sp>
      <p:pic>
        <p:nvPicPr>
          <p:cNvPr id="123" name="圖片 122">
            <a:extLst>
              <a:ext uri="{FF2B5EF4-FFF2-40B4-BE49-F238E27FC236}">
                <a16:creationId xmlns:a16="http://schemas.microsoft.com/office/drawing/2014/main" id="{C376108D-D4D3-4592-8882-6F2BC26444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7465708" y="3233731"/>
            <a:ext cx="1199454" cy="1201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3A7CDD98-3D2C-45CE-A6A2-F7D8ABBF8281}"/>
                  </a:ext>
                </a:extLst>
              </p:cNvPr>
              <p:cNvSpPr txBox="1"/>
              <p:nvPr/>
            </p:nvSpPr>
            <p:spPr>
              <a:xfrm>
                <a:off x="4614653" y="4847330"/>
                <a:ext cx="714853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0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0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</m:oMath>
                  </m:oMathPara>
                </a14:m>
                <a:endParaRPr lang="zh-TW" altLang="en-US" sz="1085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3A7CDD98-3D2C-45CE-A6A2-F7D8ABBF8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653" y="4847330"/>
                <a:ext cx="714853" cy="259302"/>
              </a:xfrm>
              <a:prstGeom prst="rect">
                <a:avLst/>
              </a:prstGeom>
              <a:blipFill>
                <a:blip r:embed="rId3"/>
                <a:stretch>
                  <a:fillRect t="-95349" r="-20513" b="-1488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0644098C-7DB7-4DD9-8E2F-FAAAB46865BD}"/>
                  </a:ext>
                </a:extLst>
              </p:cNvPr>
              <p:cNvSpPr txBox="1"/>
              <p:nvPr/>
            </p:nvSpPr>
            <p:spPr>
              <a:xfrm>
                <a:off x="4614653" y="2302296"/>
                <a:ext cx="714853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0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0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</m:oMath>
                  </m:oMathPara>
                </a14:m>
                <a:endParaRPr lang="zh-TW" altLang="en-US" sz="1085" dirty="0"/>
              </a:p>
            </p:txBody>
          </p:sp>
        </mc:Choice>
        <mc:Fallback xmlns="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0644098C-7DB7-4DD9-8E2F-FAAAB468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653" y="2302296"/>
                <a:ext cx="714853" cy="259302"/>
              </a:xfrm>
              <a:prstGeom prst="rect">
                <a:avLst/>
              </a:prstGeom>
              <a:blipFill>
                <a:blip r:embed="rId4"/>
                <a:stretch>
                  <a:fillRect t="-97619" r="-20513" b="-1547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6" name="圖片 125">
            <a:extLst>
              <a:ext uri="{FF2B5EF4-FFF2-40B4-BE49-F238E27FC236}">
                <a16:creationId xmlns:a16="http://schemas.microsoft.com/office/drawing/2014/main" id="{B84113D0-3BCF-4319-A3D6-FA445E5FC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3416859" y="1053458"/>
            <a:ext cx="1197640" cy="1201269"/>
          </a:xfrm>
          <a:prstGeom prst="rect">
            <a:avLst/>
          </a:prstGeom>
        </p:spPr>
      </p:pic>
      <p:pic>
        <p:nvPicPr>
          <p:cNvPr id="127" name="圖片 126">
            <a:extLst>
              <a:ext uri="{FF2B5EF4-FFF2-40B4-BE49-F238E27FC236}">
                <a16:creationId xmlns:a16="http://schemas.microsoft.com/office/drawing/2014/main" id="{2F98B6B8-A270-43AD-BA79-C91D4471AF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3753734" y="5508335"/>
            <a:ext cx="1203084" cy="1201269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43156862-8365-4EBA-B9F0-C939ADB95C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6206735" y="3231915"/>
            <a:ext cx="1203084" cy="1204898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788BEB47-45AD-4EE5-B381-3B3C1B9E83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5011671" y="1051644"/>
            <a:ext cx="1201269" cy="1204898"/>
          </a:xfrm>
          <a:prstGeom prst="rect">
            <a:avLst/>
          </a:prstGeom>
        </p:spPr>
      </p:pic>
      <p:pic>
        <p:nvPicPr>
          <p:cNvPr id="130" name="圖片 129">
            <a:extLst>
              <a:ext uri="{FF2B5EF4-FFF2-40B4-BE49-F238E27FC236}">
                <a16:creationId xmlns:a16="http://schemas.microsoft.com/office/drawing/2014/main" id="{365D5AFF-CF28-4266-9F7C-149826D2E3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5028462" y="5506521"/>
            <a:ext cx="1199455" cy="12048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5C2CB285-A545-468C-A597-04C14CC2CDBF}"/>
                  </a:ext>
                </a:extLst>
              </p:cNvPr>
              <p:cNvSpPr txBox="1"/>
              <p:nvPr/>
            </p:nvSpPr>
            <p:spPr>
              <a:xfrm>
                <a:off x="3916783" y="775771"/>
                <a:ext cx="2052543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0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0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0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0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085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5C2CB285-A545-468C-A597-04C14CC2C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783" y="775771"/>
                <a:ext cx="2052543" cy="259302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059EF753-76E4-4F46-A4B2-3984511FB813}"/>
                  </a:ext>
                </a:extLst>
              </p:cNvPr>
              <p:cNvSpPr txBox="1"/>
              <p:nvPr/>
            </p:nvSpPr>
            <p:spPr>
              <a:xfrm>
                <a:off x="1991426" y="2946677"/>
                <a:ext cx="1011390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0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085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059EF753-76E4-4F46-A4B2-3984511FB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426" y="2946677"/>
                <a:ext cx="1011390" cy="259302"/>
              </a:xfrm>
              <a:prstGeom prst="rect">
                <a:avLst/>
              </a:prstGeom>
              <a:blipFill>
                <a:blip r:embed="rId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57BCBCAB-73A8-4541-97B7-5514A2F2B655}"/>
                  </a:ext>
                </a:extLst>
              </p:cNvPr>
              <p:cNvSpPr txBox="1"/>
              <p:nvPr/>
            </p:nvSpPr>
            <p:spPr>
              <a:xfrm>
                <a:off x="6901017" y="2969989"/>
                <a:ext cx="1011390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0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085" dirty="0"/>
              </a:p>
            </p:txBody>
          </p:sp>
        </mc:Choice>
        <mc:Fallback xmlns="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57BCBCAB-73A8-4541-97B7-5514A2F2B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017" y="2969989"/>
                <a:ext cx="1011390" cy="259302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97678382-5B63-43AA-85DB-CFB0A7FCA141}"/>
                  </a:ext>
                </a:extLst>
              </p:cNvPr>
              <p:cNvSpPr txBox="1"/>
              <p:nvPr/>
            </p:nvSpPr>
            <p:spPr>
              <a:xfrm>
                <a:off x="4484006" y="5241657"/>
                <a:ext cx="1011390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0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0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085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97678382-5B63-43AA-85DB-CFB0A7FCA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006" y="5241657"/>
                <a:ext cx="1011390" cy="2593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E70D29FF-92A9-4F55-992C-2250D39FAAA9}"/>
              </a:ext>
            </a:extLst>
          </p:cNvPr>
          <p:cNvSpPr txBox="1"/>
          <p:nvPr/>
        </p:nvSpPr>
        <p:spPr>
          <a:xfrm>
            <a:off x="2829026" y="131779"/>
            <a:ext cx="4393121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1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213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B0EBD35-2601-4A37-A2AC-609C761196F0}"/>
                  </a:ext>
                </a:extLst>
              </p:cNvPr>
              <p:cNvSpPr txBox="1"/>
              <p:nvPr/>
            </p:nvSpPr>
            <p:spPr>
              <a:xfrm>
                <a:off x="5705314" y="1905971"/>
                <a:ext cx="258829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0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0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0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0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085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B0EBD35-2601-4A37-A2AC-609C76119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314" y="1905971"/>
                <a:ext cx="258829" cy="259302"/>
              </a:xfrm>
              <a:prstGeom prst="rect">
                <a:avLst/>
              </a:prstGeom>
              <a:blipFill>
                <a:blip r:embed="rId9"/>
                <a:stretch>
                  <a:fillRect r="-7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1B1AAD9D-408C-4468-B186-CABD045674D2}"/>
                  </a:ext>
                </a:extLst>
              </p:cNvPr>
              <p:cNvSpPr txBox="1"/>
              <p:nvPr/>
            </p:nvSpPr>
            <p:spPr>
              <a:xfrm>
                <a:off x="4110359" y="1905971"/>
                <a:ext cx="258829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0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0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0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0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085" dirty="0"/>
              </a:p>
            </p:txBody>
          </p:sp>
        </mc:Choice>
        <mc:Fallback xmlns="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1B1AAD9D-408C-4468-B186-CABD04567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359" y="1905971"/>
                <a:ext cx="258829" cy="259302"/>
              </a:xfrm>
              <a:prstGeom prst="rect">
                <a:avLst/>
              </a:prstGeom>
              <a:blipFill>
                <a:blip r:embed="rId10"/>
                <a:stretch>
                  <a:fillRect r="-720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14E6C81E-0E2A-42D8-8476-DDCBD5310858}"/>
              </a:ext>
            </a:extLst>
          </p:cNvPr>
          <p:cNvGrpSpPr/>
          <p:nvPr/>
        </p:nvGrpSpPr>
        <p:grpSpPr>
          <a:xfrm>
            <a:off x="3916163" y="1306288"/>
            <a:ext cx="464160" cy="467383"/>
            <a:chOff x="6583394" y="1501875"/>
            <a:chExt cx="1650681" cy="1662142"/>
          </a:xfrm>
        </p:grpSpPr>
        <p:grpSp>
          <p:nvGrpSpPr>
            <p:cNvPr id="165" name="群組 164">
              <a:extLst>
                <a:ext uri="{FF2B5EF4-FFF2-40B4-BE49-F238E27FC236}">
                  <a16:creationId xmlns:a16="http://schemas.microsoft.com/office/drawing/2014/main" id="{5A8132A6-FF60-4827-9F05-9DB2365C239F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68" name="箭號: 向右 167">
                <a:extLst>
                  <a:ext uri="{FF2B5EF4-FFF2-40B4-BE49-F238E27FC236}">
                    <a16:creationId xmlns:a16="http://schemas.microsoft.com/office/drawing/2014/main" id="{E1B38FEF-9C78-49A5-B8F3-D20744FC545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71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箭號: 向右 168">
                <a:extLst>
                  <a:ext uri="{FF2B5EF4-FFF2-40B4-BE49-F238E27FC236}">
                    <a16:creationId xmlns:a16="http://schemas.microsoft.com/office/drawing/2014/main" id="{E272DB87-94E8-4426-8ABF-54958955080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71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字方塊 165">
                  <a:extLst>
                    <a:ext uri="{FF2B5EF4-FFF2-40B4-BE49-F238E27FC236}">
                      <a16:creationId xmlns:a16="http://schemas.microsoft.com/office/drawing/2014/main" id="{75A75D15-9DD0-4D6C-8328-D084412F1620}"/>
                    </a:ext>
                  </a:extLst>
                </p:cNvPr>
                <p:cNvSpPr txBox="1"/>
                <p:nvPr/>
              </p:nvSpPr>
              <p:spPr>
                <a:xfrm>
                  <a:off x="6583394" y="1501875"/>
                  <a:ext cx="416138" cy="968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085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字方塊 165">
                  <a:extLst>
                    <a:ext uri="{FF2B5EF4-FFF2-40B4-BE49-F238E27FC236}">
                      <a16:creationId xmlns:a16="http://schemas.microsoft.com/office/drawing/2014/main" id="{75A75D15-9DD0-4D6C-8328-D084412F1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394" y="1501875"/>
                  <a:ext cx="416138" cy="968896"/>
                </a:xfrm>
                <a:prstGeom prst="rect">
                  <a:avLst/>
                </a:prstGeom>
                <a:blipFill>
                  <a:blip r:embed="rId11"/>
                  <a:stretch>
                    <a:fillRect r="-1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字方塊 166">
                  <a:extLst>
                    <a:ext uri="{FF2B5EF4-FFF2-40B4-BE49-F238E27FC236}">
                      <a16:creationId xmlns:a16="http://schemas.microsoft.com/office/drawing/2014/main" id="{161036E5-DA30-4039-B209-0F4B077BE1DB}"/>
                    </a:ext>
                  </a:extLst>
                </p:cNvPr>
                <p:cNvSpPr txBox="1"/>
                <p:nvPr/>
              </p:nvSpPr>
              <p:spPr>
                <a:xfrm>
                  <a:off x="7165987" y="2241868"/>
                  <a:ext cx="1068088" cy="9221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085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文字方塊 166">
                  <a:extLst>
                    <a:ext uri="{FF2B5EF4-FFF2-40B4-BE49-F238E27FC236}">
                      <a16:creationId xmlns:a16="http://schemas.microsoft.com/office/drawing/2014/main" id="{161036E5-DA30-4039-B209-0F4B077BE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987" y="2241868"/>
                  <a:ext cx="1068088" cy="92214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F967FB34-A009-4C42-B0D1-7ABFB577004E}"/>
              </a:ext>
            </a:extLst>
          </p:cNvPr>
          <p:cNvGrpSpPr/>
          <p:nvPr/>
        </p:nvGrpSpPr>
        <p:grpSpPr>
          <a:xfrm>
            <a:off x="5508746" y="1306288"/>
            <a:ext cx="464160" cy="467383"/>
            <a:chOff x="6583394" y="1501875"/>
            <a:chExt cx="1650681" cy="1662142"/>
          </a:xfrm>
        </p:grpSpPr>
        <p:grpSp>
          <p:nvGrpSpPr>
            <p:cNvPr id="171" name="群組 170">
              <a:extLst>
                <a:ext uri="{FF2B5EF4-FFF2-40B4-BE49-F238E27FC236}">
                  <a16:creationId xmlns:a16="http://schemas.microsoft.com/office/drawing/2014/main" id="{20526CE6-FBFA-4525-8A7C-09B993A0D880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74" name="箭號: 向右 173">
                <a:extLst>
                  <a:ext uri="{FF2B5EF4-FFF2-40B4-BE49-F238E27FC236}">
                    <a16:creationId xmlns:a16="http://schemas.microsoft.com/office/drawing/2014/main" id="{1C356C93-FD6C-4265-8E33-7C77F1E0950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71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箭號: 向右 174">
                <a:extLst>
                  <a:ext uri="{FF2B5EF4-FFF2-40B4-BE49-F238E27FC236}">
                    <a16:creationId xmlns:a16="http://schemas.microsoft.com/office/drawing/2014/main" id="{7ACE5D12-B75E-49E8-8E4D-8F17F9B769A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71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字方塊 171">
                  <a:extLst>
                    <a:ext uri="{FF2B5EF4-FFF2-40B4-BE49-F238E27FC236}">
                      <a16:creationId xmlns:a16="http://schemas.microsoft.com/office/drawing/2014/main" id="{1139A5D6-48D9-4C19-B516-03810CC5FB56}"/>
                    </a:ext>
                  </a:extLst>
                </p:cNvPr>
                <p:cNvSpPr txBox="1"/>
                <p:nvPr/>
              </p:nvSpPr>
              <p:spPr>
                <a:xfrm>
                  <a:off x="6583394" y="1501875"/>
                  <a:ext cx="416138" cy="968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085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文字方塊 171">
                  <a:extLst>
                    <a:ext uri="{FF2B5EF4-FFF2-40B4-BE49-F238E27FC236}">
                      <a16:creationId xmlns:a16="http://schemas.microsoft.com/office/drawing/2014/main" id="{1139A5D6-48D9-4C19-B516-03810CC5F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394" y="1501875"/>
                  <a:ext cx="416138" cy="968896"/>
                </a:xfrm>
                <a:prstGeom prst="rect">
                  <a:avLst/>
                </a:prstGeom>
                <a:blipFill>
                  <a:blip r:embed="rId11"/>
                  <a:stretch>
                    <a:fillRect l="-5263" r="-1157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D150E5E-67F0-4869-9BCE-97E831B443DE}"/>
                    </a:ext>
                  </a:extLst>
                </p:cNvPr>
                <p:cNvSpPr txBox="1"/>
                <p:nvPr/>
              </p:nvSpPr>
              <p:spPr>
                <a:xfrm>
                  <a:off x="7165987" y="2241868"/>
                  <a:ext cx="1068088" cy="9221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8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085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D150E5E-67F0-4869-9BCE-97E831B443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987" y="2241868"/>
                  <a:ext cx="1068088" cy="92214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76" name="圖片 175">
            <a:extLst>
              <a:ext uri="{FF2B5EF4-FFF2-40B4-BE49-F238E27FC236}">
                <a16:creationId xmlns:a16="http://schemas.microsoft.com/office/drawing/2014/main" id="{DEE28586-A0AF-492E-8F87-145CFA19CF0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6172500" y="1008662"/>
            <a:ext cx="381285" cy="1274858"/>
          </a:xfrm>
          <a:prstGeom prst="rect">
            <a:avLst/>
          </a:prstGeom>
        </p:spPr>
      </p:pic>
      <p:pic>
        <p:nvPicPr>
          <p:cNvPr id="177" name="圖片 176">
            <a:extLst>
              <a:ext uri="{FF2B5EF4-FFF2-40B4-BE49-F238E27FC236}">
                <a16:creationId xmlns:a16="http://schemas.microsoft.com/office/drawing/2014/main" id="{00543ECA-6D28-449C-AFDA-86636D63B2C6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4579917" y="1018328"/>
            <a:ext cx="381285" cy="1264446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7646832E-A176-47E1-958F-ECD5C00899D6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2509" t="413" r="588" b="51748"/>
          <a:stretch/>
        </p:blipFill>
        <p:spPr>
          <a:xfrm>
            <a:off x="1307427" y="3243266"/>
            <a:ext cx="1196362" cy="1191127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0B650AEE-3D59-4865-856C-95B5BC9E70C3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2509" t="50928" r="588" b="1077"/>
          <a:stretch/>
        </p:blipFill>
        <p:spPr>
          <a:xfrm>
            <a:off x="2553452" y="3243246"/>
            <a:ext cx="1196754" cy="119538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42E94F5-8EB4-47F7-BAF9-529AF6099383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6588"/>
          <a:stretch/>
        </p:blipFill>
        <p:spPr>
          <a:xfrm>
            <a:off x="1599709" y="1411037"/>
            <a:ext cx="1699792" cy="412278"/>
          </a:xfrm>
          <a:prstGeom prst="rect">
            <a:avLst/>
          </a:prstGeom>
        </p:spPr>
      </p:pic>
      <p:pic>
        <p:nvPicPr>
          <p:cNvPr id="180" name="圖片 179">
            <a:extLst>
              <a:ext uri="{FF2B5EF4-FFF2-40B4-BE49-F238E27FC236}">
                <a16:creationId xmlns:a16="http://schemas.microsoft.com/office/drawing/2014/main" id="{9BB82696-956D-4F4E-96A6-1D9CF5EC3B8E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8083"/>
          <a:stretch/>
        </p:blipFill>
        <p:spPr>
          <a:xfrm>
            <a:off x="6687731" y="1400875"/>
            <a:ext cx="1699792" cy="393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7F8AD697-C9E9-454E-AB9B-C0967DBD37B1}"/>
                  </a:ext>
                </a:extLst>
              </p:cNvPr>
              <p:cNvSpPr txBox="1"/>
              <p:nvPr/>
            </p:nvSpPr>
            <p:spPr>
              <a:xfrm>
                <a:off x="4564097" y="2064492"/>
                <a:ext cx="410726" cy="256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0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0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0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0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0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7F8AD697-C9E9-454E-AB9B-C0967DBD3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097" y="2064492"/>
                <a:ext cx="410726" cy="2565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1362FCC-7CBD-4043-AF1D-5239C6C0FC04}"/>
                  </a:ext>
                </a:extLst>
              </p:cNvPr>
              <p:cNvSpPr txBox="1"/>
              <p:nvPr/>
            </p:nvSpPr>
            <p:spPr>
              <a:xfrm>
                <a:off x="6151094" y="2069994"/>
                <a:ext cx="410726" cy="256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0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0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0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0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0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1362FCC-7CBD-4043-AF1D-5239C6C0F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094" y="2069994"/>
                <a:ext cx="410726" cy="2565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>
            <a:extLst>
              <a:ext uri="{FF2B5EF4-FFF2-40B4-BE49-F238E27FC236}">
                <a16:creationId xmlns:a16="http://schemas.microsoft.com/office/drawing/2014/main" id="{B9838978-C507-4C60-840F-C11DE3ED7468}"/>
              </a:ext>
            </a:extLst>
          </p:cNvPr>
          <p:cNvGrpSpPr/>
          <p:nvPr/>
        </p:nvGrpSpPr>
        <p:grpSpPr>
          <a:xfrm>
            <a:off x="3848784" y="2574136"/>
            <a:ext cx="2224739" cy="2314046"/>
            <a:chOff x="3213282" y="4585869"/>
            <a:chExt cx="2919455" cy="3036650"/>
          </a:xfrm>
        </p:grpSpPr>
        <p:grpSp>
          <p:nvGrpSpPr>
            <p:cNvPr id="64" name="群組 63">
              <a:extLst>
                <a:ext uri="{FF2B5EF4-FFF2-40B4-BE49-F238E27FC236}">
                  <a16:creationId xmlns:a16="http://schemas.microsoft.com/office/drawing/2014/main" id="{5619176D-05DE-45BE-ACE5-A4496922F919}"/>
                </a:ext>
              </a:extLst>
            </p:cNvPr>
            <p:cNvGrpSpPr/>
            <p:nvPr/>
          </p:nvGrpSpPr>
          <p:grpSpPr>
            <a:xfrm>
              <a:off x="3213282" y="4585869"/>
              <a:ext cx="2919455" cy="3036650"/>
              <a:chOff x="3909893" y="2121313"/>
              <a:chExt cx="2919455" cy="3036650"/>
            </a:xfrm>
          </p:grpSpPr>
          <p:sp>
            <p:nvSpPr>
              <p:cNvPr id="71" name="Oval 14">
                <a:extLst>
                  <a:ext uri="{FF2B5EF4-FFF2-40B4-BE49-F238E27FC236}">
                    <a16:creationId xmlns:a16="http://schemas.microsoft.com/office/drawing/2014/main" id="{F021D632-A90C-4211-85E4-30D35556A8B4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  <p:sp>
            <p:nvSpPr>
              <p:cNvPr id="72" name="Oval 4">
                <a:extLst>
                  <a:ext uri="{FF2B5EF4-FFF2-40B4-BE49-F238E27FC236}">
                    <a16:creationId xmlns:a16="http://schemas.microsoft.com/office/drawing/2014/main" id="{68C120B3-1BAD-4D45-BEE4-7DDAD8BD0556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  <p:sp>
            <p:nvSpPr>
              <p:cNvPr id="73" name="Oval 15">
                <a:extLst>
                  <a:ext uri="{FF2B5EF4-FFF2-40B4-BE49-F238E27FC236}">
                    <a16:creationId xmlns:a16="http://schemas.microsoft.com/office/drawing/2014/main" id="{C740CCD3-2EDF-44D8-9213-191E1A850003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  <p:sp>
            <p:nvSpPr>
              <p:cNvPr id="74" name="SHO">
                <a:extLst>
                  <a:ext uri="{FF2B5EF4-FFF2-40B4-BE49-F238E27FC236}">
                    <a16:creationId xmlns:a16="http://schemas.microsoft.com/office/drawing/2014/main" id="{9560459F-2D18-44EF-9ABD-635D33EEBD58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  <p:sp>
            <p:nvSpPr>
              <p:cNvPr id="75" name="SVO">
                <a:extLst>
                  <a:ext uri="{FF2B5EF4-FFF2-40B4-BE49-F238E27FC236}">
                    <a16:creationId xmlns:a16="http://schemas.microsoft.com/office/drawing/2014/main" id="{2AE36AF6-3434-4FAA-840D-B1940BB8295E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/>
              </a:p>
            </p:txBody>
          </p:sp>
          <p:sp>
            <p:nvSpPr>
              <p:cNvPr id="76" name="Oval 6">
                <a:extLst>
                  <a:ext uri="{FF2B5EF4-FFF2-40B4-BE49-F238E27FC236}">
                    <a16:creationId xmlns:a16="http://schemas.microsoft.com/office/drawing/2014/main" id="{8A614575-EB3B-4C16-84A4-95993B0D364E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11">
                    <a:extLst>
                      <a:ext uri="{FF2B5EF4-FFF2-40B4-BE49-F238E27FC236}">
                        <a16:creationId xmlns:a16="http://schemas.microsoft.com/office/drawing/2014/main" id="{7016EC28-BBB9-494E-BD42-FAF960FF8C84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6" y="3358991"/>
                    <a:ext cx="321504" cy="5521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134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134" dirty="0"/>
                  </a:p>
                </p:txBody>
              </p:sp>
            </mc:Choice>
            <mc:Fallback xmlns="">
              <p:sp>
                <p:nvSpPr>
                  <p:cNvPr id="77" name="TextBox 11">
                    <a:extLst>
                      <a:ext uri="{FF2B5EF4-FFF2-40B4-BE49-F238E27FC236}">
                        <a16:creationId xmlns:a16="http://schemas.microsoft.com/office/drawing/2014/main" id="{7016EC28-BBB9-494E-BD42-FAF960FF8C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6" y="3358991"/>
                    <a:ext cx="321504" cy="55214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22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8" name="Oval 22">
                <a:extLst>
                  <a:ext uri="{FF2B5EF4-FFF2-40B4-BE49-F238E27FC236}">
                    <a16:creationId xmlns:a16="http://schemas.microsoft.com/office/drawing/2014/main" id="{0F818433-C4C1-466F-A526-36092664DA96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12">
                    <a:extLst>
                      <a:ext uri="{FF2B5EF4-FFF2-40B4-BE49-F238E27FC236}">
                        <a16:creationId xmlns:a16="http://schemas.microsoft.com/office/drawing/2014/main" id="{1F6A1A11-8E36-4909-84E7-FBC7F5206463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3" y="3497725"/>
                    <a:ext cx="321504" cy="5521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134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134" dirty="0"/>
                  </a:p>
                </p:txBody>
              </p:sp>
            </mc:Choice>
            <mc:Fallback xmlns="">
              <p:sp>
                <p:nvSpPr>
                  <p:cNvPr id="79" name="TextBox 12">
                    <a:extLst>
                      <a:ext uri="{FF2B5EF4-FFF2-40B4-BE49-F238E27FC236}">
                        <a16:creationId xmlns:a16="http://schemas.microsoft.com/office/drawing/2014/main" id="{1F6A1A11-8E36-4909-84E7-FBC7F52064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3" y="3497725"/>
                    <a:ext cx="321504" cy="552145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500" r="-37500" b="-724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13">
                    <a:extLst>
                      <a:ext uri="{FF2B5EF4-FFF2-40B4-BE49-F238E27FC236}">
                        <a16:creationId xmlns:a16="http://schemas.microsoft.com/office/drawing/2014/main" id="{CE7A9E3D-14B5-4FCD-B706-CCDC4911F926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4" y="2429547"/>
                    <a:ext cx="321504" cy="5521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134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2134" dirty="0"/>
                  </a:p>
                </p:txBody>
              </p:sp>
            </mc:Choice>
            <mc:Fallback xmlns="">
              <p:sp>
                <p:nvSpPr>
                  <p:cNvPr id="80" name="TextBox 13">
                    <a:extLst>
                      <a:ext uri="{FF2B5EF4-FFF2-40B4-BE49-F238E27FC236}">
                        <a16:creationId xmlns:a16="http://schemas.microsoft.com/office/drawing/2014/main" id="{CE7A9E3D-14B5-4FCD-B706-CCDC4911F9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4" y="2429547"/>
                    <a:ext cx="321504" cy="55214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175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DVO">
                <a:extLst>
                  <a:ext uri="{FF2B5EF4-FFF2-40B4-BE49-F238E27FC236}">
                    <a16:creationId xmlns:a16="http://schemas.microsoft.com/office/drawing/2014/main" id="{0568F395-8414-4213-A7CC-7D2380602D8D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  <p:sp>
            <p:nvSpPr>
              <p:cNvPr id="82" name="Oval 23">
                <a:extLst>
                  <a:ext uri="{FF2B5EF4-FFF2-40B4-BE49-F238E27FC236}">
                    <a16:creationId xmlns:a16="http://schemas.microsoft.com/office/drawing/2014/main" id="{4AE576C2-7141-4E5F-ADA6-999011701F9F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  <p:cxnSp>
            <p:nvCxnSpPr>
              <p:cNvPr id="83" name="Straight Arrow Connector 7">
                <a:extLst>
                  <a:ext uri="{FF2B5EF4-FFF2-40B4-BE49-F238E27FC236}">
                    <a16:creationId xmlns:a16="http://schemas.microsoft.com/office/drawing/2014/main" id="{E880D3F6-B021-4E14-AC9F-8AE4E2FC35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19">
                <a:extLst>
                  <a:ext uri="{FF2B5EF4-FFF2-40B4-BE49-F238E27FC236}">
                    <a16:creationId xmlns:a16="http://schemas.microsoft.com/office/drawing/2014/main" id="{3E670AEE-9979-4653-BFB8-211751B987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18">
                <a:extLst>
                  <a:ext uri="{FF2B5EF4-FFF2-40B4-BE49-F238E27FC236}">
                    <a16:creationId xmlns:a16="http://schemas.microsoft.com/office/drawing/2014/main" id="{00D5D9A1-F421-4579-B1A9-5C22A28AAB6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20">
                <a:extLst>
                  <a:ext uri="{FF2B5EF4-FFF2-40B4-BE49-F238E27FC236}">
                    <a16:creationId xmlns:a16="http://schemas.microsoft.com/office/drawing/2014/main" id="{E56728AC-2960-446F-8627-2580E294E275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/>
              </a:p>
            </p:txBody>
          </p:sp>
          <p:sp>
            <p:nvSpPr>
              <p:cNvPr id="87" name="Oval 22">
                <a:extLst>
                  <a:ext uri="{FF2B5EF4-FFF2-40B4-BE49-F238E27FC236}">
                    <a16:creationId xmlns:a16="http://schemas.microsoft.com/office/drawing/2014/main" id="{51D7625E-CBB8-4902-8ED6-5BF8CA6451A1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5" dirty="0"/>
              </a:p>
            </p:txBody>
          </p:sp>
        </p:grpSp>
        <p:sp>
          <p:nvSpPr>
            <p:cNvPr id="65" name="Partial Circle 9">
              <a:extLst>
                <a:ext uri="{FF2B5EF4-FFF2-40B4-BE49-F238E27FC236}">
                  <a16:creationId xmlns:a16="http://schemas.microsoft.com/office/drawing/2014/main" id="{F933DB46-72D3-4311-AEA1-E68E06509C67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4454387" y="5697548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5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10">
                  <a:extLst>
                    <a:ext uri="{FF2B5EF4-FFF2-40B4-BE49-F238E27FC236}">
                      <a16:creationId xmlns:a16="http://schemas.microsoft.com/office/drawing/2014/main" id="{98E3AAEC-2F06-46C3-969A-9459A700D9AF}"/>
                    </a:ext>
                  </a:extLst>
                </p:cNvPr>
                <p:cNvSpPr txBox="1"/>
                <p:nvPr/>
              </p:nvSpPr>
              <p:spPr>
                <a:xfrm>
                  <a:off x="3994940" y="6032290"/>
                  <a:ext cx="321504" cy="5521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134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134" dirty="0"/>
                </a:p>
              </p:txBody>
            </p:sp>
          </mc:Choice>
          <mc:Fallback xmlns="">
            <p:sp>
              <p:nvSpPr>
                <p:cNvPr id="66" name="TextBox 10">
                  <a:extLst>
                    <a:ext uri="{FF2B5EF4-FFF2-40B4-BE49-F238E27FC236}">
                      <a16:creationId xmlns:a16="http://schemas.microsoft.com/office/drawing/2014/main" id="{98E3AAEC-2F06-46C3-969A-9459A700D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4940" y="6032290"/>
                  <a:ext cx="321504" cy="552145"/>
                </a:xfrm>
                <a:prstGeom prst="rect">
                  <a:avLst/>
                </a:prstGeom>
                <a:blipFill>
                  <a:blip r:embed="rId21"/>
                  <a:stretch>
                    <a:fillRect r="-3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17">
              <a:extLst>
                <a:ext uri="{FF2B5EF4-FFF2-40B4-BE49-F238E27FC236}">
                  <a16:creationId xmlns:a16="http://schemas.microsoft.com/office/drawing/2014/main" id="{6CA24033-229F-44F2-9F58-FFC9F660E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7952" y="6115823"/>
              <a:ext cx="402652" cy="520683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8" name="Partial Circle 9">
              <a:extLst>
                <a:ext uri="{FF2B5EF4-FFF2-40B4-BE49-F238E27FC236}">
                  <a16:creationId xmlns:a16="http://schemas.microsoft.com/office/drawing/2014/main" id="{DE197DEE-2003-4812-8EBF-A89769ED0D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8126" y="5804915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85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10">
                  <a:extLst>
                    <a:ext uri="{FF2B5EF4-FFF2-40B4-BE49-F238E27FC236}">
                      <a16:creationId xmlns:a16="http://schemas.microsoft.com/office/drawing/2014/main" id="{B20A9566-239D-47F8-A3BE-DF729CFAA5FE}"/>
                    </a:ext>
                  </a:extLst>
                </p:cNvPr>
                <p:cNvSpPr txBox="1"/>
                <p:nvPr/>
              </p:nvSpPr>
              <p:spPr>
                <a:xfrm>
                  <a:off x="4721955" y="5460425"/>
                  <a:ext cx="321504" cy="5521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134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134" dirty="0"/>
                </a:p>
              </p:txBody>
            </p:sp>
          </mc:Choice>
          <mc:Fallback xmlns="">
            <p:sp>
              <p:nvSpPr>
                <p:cNvPr id="69" name="TextBox 10">
                  <a:extLst>
                    <a:ext uri="{FF2B5EF4-FFF2-40B4-BE49-F238E27FC236}">
                      <a16:creationId xmlns:a16="http://schemas.microsoft.com/office/drawing/2014/main" id="{B20A9566-239D-47F8-A3BE-DF729CFAA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955" y="5460425"/>
                  <a:ext cx="321504" cy="552145"/>
                </a:xfrm>
                <a:prstGeom prst="rect">
                  <a:avLst/>
                </a:prstGeom>
                <a:blipFill>
                  <a:blip r:embed="rId22"/>
                  <a:stretch>
                    <a:fillRect l="-15000" r="-55000" b="-1449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Straight Arrow Connector 17">
              <a:extLst>
                <a:ext uri="{FF2B5EF4-FFF2-40B4-BE49-F238E27FC236}">
                  <a16:creationId xmlns:a16="http://schemas.microsoft.com/office/drawing/2014/main" id="{DA05305C-844D-4239-BBCB-0AA2F7A038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5909" y="5305876"/>
              <a:ext cx="1039268" cy="817070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600236" y="62347"/>
            <a:ext cx="8705541" cy="673331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3550" tIns="21775" rIns="43550" bIns="217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857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2048943" y="82460"/>
            <a:ext cx="58081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6024923" y="2168898"/>
                <a:ext cx="532644" cy="35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8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923" y="2168898"/>
                <a:ext cx="532644" cy="352276"/>
              </a:xfrm>
              <a:prstGeom prst="rect">
                <a:avLst/>
              </a:prstGeom>
              <a:blipFill>
                <a:blip r:embed="rId2"/>
                <a:stretch>
                  <a:fillRect r="-18182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929587" y="2174261"/>
                <a:ext cx="532644" cy="35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89" dirty="0"/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587" y="2174261"/>
                <a:ext cx="532644" cy="352276"/>
              </a:xfrm>
              <a:prstGeom prst="rect">
                <a:avLst/>
              </a:prstGeom>
              <a:blipFill>
                <a:blip r:embed="rId3"/>
                <a:stretch>
                  <a:fillRect r="-19540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709509" y="1686369"/>
            <a:ext cx="100032" cy="9596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8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8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562174" y="1366361"/>
                <a:ext cx="392785" cy="357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174" y="1366361"/>
                <a:ext cx="392785" cy="357983"/>
              </a:xfrm>
              <a:prstGeom prst="rect">
                <a:avLst/>
              </a:prstGeom>
              <a:blipFill>
                <a:blip r:embed="rId4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732796" y="1609891"/>
                <a:ext cx="2955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796" y="1609891"/>
                <a:ext cx="295594" cy="338554"/>
              </a:xfrm>
              <a:prstGeom prst="rect">
                <a:avLst/>
              </a:prstGeom>
              <a:blipFill>
                <a:blip r:embed="rId5"/>
                <a:stretch>
                  <a:fillRect r="-16327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5827027" y="1686369"/>
            <a:ext cx="100032" cy="9596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8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8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5679686" y="1366361"/>
                <a:ext cx="361516" cy="357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686" y="1366361"/>
                <a:ext cx="361516" cy="357983"/>
              </a:xfrm>
              <a:prstGeom prst="rect">
                <a:avLst/>
              </a:prstGeom>
              <a:blipFill>
                <a:blip r:embed="rId6"/>
                <a:stretch>
                  <a:fillRect r="-1695" b="-3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5850315" y="1609891"/>
                <a:ext cx="2955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315" y="1609891"/>
                <a:ext cx="295594" cy="338554"/>
              </a:xfrm>
              <a:prstGeom prst="rect">
                <a:avLst/>
              </a:prstGeom>
              <a:blipFill>
                <a:blip r:embed="rId7"/>
                <a:stretch>
                  <a:fillRect r="-16667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6586615" y="904092"/>
            <a:ext cx="515897" cy="1724949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4473922" y="915519"/>
            <a:ext cx="515897" cy="17108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4495044" y="2354236"/>
                <a:ext cx="404237" cy="313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36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044" y="2354236"/>
                <a:ext cx="404237" cy="3132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6616983" y="2354236"/>
                <a:ext cx="404237" cy="313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36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983" y="2354236"/>
                <a:ext cx="404237" cy="3132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3470240" y="643202"/>
                <a:ext cx="29958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240" y="643202"/>
                <a:ext cx="2995850" cy="338554"/>
              </a:xfrm>
              <a:prstGeom prst="rect">
                <a:avLst/>
              </a:prstGeom>
              <a:blipFill>
                <a:blip r:embed="rId11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638577" y="2678388"/>
                <a:ext cx="15902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577" y="2678388"/>
                <a:ext cx="1590242" cy="338554"/>
              </a:xfrm>
              <a:prstGeom prst="rect">
                <a:avLst/>
              </a:prstGeom>
              <a:blipFill>
                <a:blip r:embed="rId1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6749483" y="2678388"/>
                <a:ext cx="15902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483" y="2678388"/>
                <a:ext cx="1590242" cy="338554"/>
              </a:xfrm>
              <a:prstGeom prst="rect">
                <a:avLst/>
              </a:prstGeom>
              <a:blipFill>
                <a:blip r:embed="rId1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4230063" y="4805466"/>
                <a:ext cx="14762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063" y="4805466"/>
                <a:ext cx="1476204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圖片 76">
            <a:extLst>
              <a:ext uri="{FF2B5EF4-FFF2-40B4-BE49-F238E27FC236}">
                <a16:creationId xmlns:a16="http://schemas.microsoft.com/office/drawing/2014/main" id="{C7A28B51-20A6-4F9D-8437-1C32F36C633D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7551794" y="2966486"/>
            <a:ext cx="1617317" cy="1619764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EF25A78A-28A5-4BF5-A13B-76F9AC4EB3ED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2913017" y="969657"/>
            <a:ext cx="1614871" cy="1619764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4050C3F8-AC9F-4412-B64D-0EBE87A0486E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3276600" y="5103507"/>
            <a:ext cx="1622212" cy="1619765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389C4148-F69D-48B0-9538-31C5EF2B2B8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5843901" y="2964650"/>
            <a:ext cx="1622212" cy="1624658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D8181277-DAFB-47AF-870F-EB8A38618F05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5020934" y="967822"/>
            <a:ext cx="1619765" cy="1624659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F2A4EF89-D6E0-4913-851D-FC4FEDBBC726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4971674" y="5101673"/>
            <a:ext cx="1617318" cy="1624658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8E4E5475-8E83-4579-99DF-3D11CE9CC755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2509" t="413" r="588" b="51748"/>
          <a:stretch/>
        </p:blipFill>
        <p:spPr>
          <a:xfrm>
            <a:off x="813548" y="2976077"/>
            <a:ext cx="1613149" cy="1606090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BE6E071A-94C7-406D-AEAE-539C85C3DBD0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2509" t="50928" r="588" b="1077"/>
          <a:stretch/>
        </p:blipFill>
        <p:spPr>
          <a:xfrm>
            <a:off x="2478539" y="2976033"/>
            <a:ext cx="1613676" cy="1611828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14B045B5-5FCC-429C-8195-1BB47EE2983A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8083"/>
          <a:stretch/>
        </p:blipFill>
        <p:spPr>
          <a:xfrm>
            <a:off x="7142955" y="987137"/>
            <a:ext cx="1699792" cy="393832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9864261A-1D22-4560-8B2A-15FA2DEBDECD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6588"/>
          <a:stretch/>
        </p:blipFill>
        <p:spPr>
          <a:xfrm>
            <a:off x="1169119" y="1001732"/>
            <a:ext cx="1699792" cy="4122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E300AE2A-0AC0-4111-AA04-CB2D6FCFB6CB}"/>
                  </a:ext>
                </a:extLst>
              </p:cNvPr>
              <p:cNvSpPr txBox="1"/>
              <p:nvPr/>
            </p:nvSpPr>
            <p:spPr>
              <a:xfrm>
                <a:off x="4561688" y="455609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E300AE2A-0AC0-4111-AA04-CB2D6FCFB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688" y="4556095"/>
                <a:ext cx="812954" cy="338554"/>
              </a:xfrm>
              <a:prstGeom prst="rect">
                <a:avLst/>
              </a:prstGeom>
              <a:blipFill>
                <a:blip r:embed="rId18"/>
                <a:stretch>
                  <a:fillRect t="-108929" r="-33582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C573DB7-21C2-4CD8-83E8-4098B4653289}"/>
                  </a:ext>
                </a:extLst>
              </p:cNvPr>
              <p:cNvSpPr txBox="1"/>
              <p:nvPr/>
            </p:nvSpPr>
            <p:spPr>
              <a:xfrm>
                <a:off x="4561688" y="261570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C573DB7-21C2-4CD8-83E8-4098B4653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688" y="2615702"/>
                <a:ext cx="812954" cy="338554"/>
              </a:xfrm>
              <a:prstGeom prst="rect">
                <a:avLst/>
              </a:prstGeom>
              <a:blipFill>
                <a:blip r:embed="rId19"/>
                <a:stretch>
                  <a:fillRect t="-108929" r="-33582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14">
            <a:extLst>
              <a:ext uri="{FF2B5EF4-FFF2-40B4-BE49-F238E27FC236}">
                <a16:creationId xmlns:a16="http://schemas.microsoft.com/office/drawing/2014/main" id="{493F7738-A5CB-4C49-9F72-5E52CC22EC7C}"/>
              </a:ext>
            </a:extLst>
          </p:cNvPr>
          <p:cNvSpPr/>
          <p:nvPr/>
        </p:nvSpPr>
        <p:spPr>
          <a:xfrm>
            <a:off x="4852766" y="2906782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4" name="Oval 4">
            <a:extLst>
              <a:ext uri="{FF2B5EF4-FFF2-40B4-BE49-F238E27FC236}">
                <a16:creationId xmlns:a16="http://schemas.microsoft.com/office/drawing/2014/main" id="{D6CB27CB-93BF-4B41-9D38-857D2A7577D0}"/>
              </a:ext>
            </a:extLst>
          </p:cNvPr>
          <p:cNvSpPr/>
          <p:nvPr/>
        </p:nvSpPr>
        <p:spPr>
          <a:xfrm>
            <a:off x="4214184" y="2990920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5" name="Oval 15">
            <a:extLst>
              <a:ext uri="{FF2B5EF4-FFF2-40B4-BE49-F238E27FC236}">
                <a16:creationId xmlns:a16="http://schemas.microsoft.com/office/drawing/2014/main" id="{0787FD12-2497-4A64-B0F4-87DE93DC5678}"/>
              </a:ext>
            </a:extLst>
          </p:cNvPr>
          <p:cNvSpPr/>
          <p:nvPr/>
        </p:nvSpPr>
        <p:spPr>
          <a:xfrm>
            <a:off x="4852766" y="4401739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6" name="SHO">
            <a:extLst>
              <a:ext uri="{FF2B5EF4-FFF2-40B4-BE49-F238E27FC236}">
                <a16:creationId xmlns:a16="http://schemas.microsoft.com/office/drawing/2014/main" id="{6C73E5CC-022C-47D8-A3AF-3A8FB696B3B0}"/>
              </a:ext>
            </a:extLst>
          </p:cNvPr>
          <p:cNvSpPr/>
          <p:nvPr/>
        </p:nvSpPr>
        <p:spPr>
          <a:xfrm rot="16200000">
            <a:off x="4622645" y="3017319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7" name="SVO">
            <a:extLst>
              <a:ext uri="{FF2B5EF4-FFF2-40B4-BE49-F238E27FC236}">
                <a16:creationId xmlns:a16="http://schemas.microsoft.com/office/drawing/2014/main" id="{16ED881A-93B5-4C74-A2CB-061A3240CA2D}"/>
              </a:ext>
            </a:extLst>
          </p:cNvPr>
          <p:cNvSpPr/>
          <p:nvPr/>
        </p:nvSpPr>
        <p:spPr>
          <a:xfrm>
            <a:off x="4572092" y="2991421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8" name="Oval 6">
            <a:extLst>
              <a:ext uri="{FF2B5EF4-FFF2-40B4-BE49-F238E27FC236}">
                <a16:creationId xmlns:a16="http://schemas.microsoft.com/office/drawing/2014/main" id="{E36858E2-3DD2-4065-BD0E-B932C50F97B7}"/>
              </a:ext>
            </a:extLst>
          </p:cNvPr>
          <p:cNvSpPr/>
          <p:nvPr/>
        </p:nvSpPr>
        <p:spPr>
          <a:xfrm rot="16200000">
            <a:off x="4622645" y="3017319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11">
                <a:extLst>
                  <a:ext uri="{FF2B5EF4-FFF2-40B4-BE49-F238E27FC236}">
                    <a16:creationId xmlns:a16="http://schemas.microsoft.com/office/drawing/2014/main" id="{5C8178C1-BE4E-40EE-A2D3-20173D0B3A09}"/>
                  </a:ext>
                </a:extLst>
              </p:cNvPr>
              <p:cNvSpPr txBox="1"/>
              <p:nvPr/>
            </p:nvSpPr>
            <p:spPr>
              <a:xfrm>
                <a:off x="4384294" y="356096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69" name="TextBox 11">
                <a:extLst>
                  <a:ext uri="{FF2B5EF4-FFF2-40B4-BE49-F238E27FC236}">
                    <a16:creationId xmlns:a16="http://schemas.microsoft.com/office/drawing/2014/main" id="{5C8178C1-BE4E-40EE-A2D3-20173D0B3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94" y="3560968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Oval 22">
            <a:extLst>
              <a:ext uri="{FF2B5EF4-FFF2-40B4-BE49-F238E27FC236}">
                <a16:creationId xmlns:a16="http://schemas.microsoft.com/office/drawing/2014/main" id="{9FD8C610-77D9-4DF1-8FB2-CF84CADF83FB}"/>
              </a:ext>
            </a:extLst>
          </p:cNvPr>
          <p:cNvSpPr/>
          <p:nvPr/>
        </p:nvSpPr>
        <p:spPr>
          <a:xfrm>
            <a:off x="4851820" y="4401739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12">
                <a:extLst>
                  <a:ext uri="{FF2B5EF4-FFF2-40B4-BE49-F238E27FC236}">
                    <a16:creationId xmlns:a16="http://schemas.microsoft.com/office/drawing/2014/main" id="{3E77C51D-B9DE-4426-9935-D9EFA37D12B0}"/>
                  </a:ext>
                </a:extLst>
              </p:cNvPr>
              <p:cNvSpPr txBox="1"/>
              <p:nvPr/>
            </p:nvSpPr>
            <p:spPr>
              <a:xfrm>
                <a:off x="5039217" y="365636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1" name="TextBox 12">
                <a:extLst>
                  <a:ext uri="{FF2B5EF4-FFF2-40B4-BE49-F238E27FC236}">
                    <a16:creationId xmlns:a16="http://schemas.microsoft.com/office/drawing/2014/main" id="{3E77C51D-B9DE-4426-9935-D9EFA37D1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217" y="3656365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13">
                <a:extLst>
                  <a:ext uri="{FF2B5EF4-FFF2-40B4-BE49-F238E27FC236}">
                    <a16:creationId xmlns:a16="http://schemas.microsoft.com/office/drawing/2014/main" id="{99AF2B66-D2EF-48E6-8F89-A13839E40109}"/>
                  </a:ext>
                </a:extLst>
              </p:cNvPr>
              <p:cNvSpPr txBox="1"/>
              <p:nvPr/>
            </p:nvSpPr>
            <p:spPr>
              <a:xfrm>
                <a:off x="4795092" y="3026623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2" name="TextBox 13">
                <a:extLst>
                  <a:ext uri="{FF2B5EF4-FFF2-40B4-BE49-F238E27FC236}">
                    <a16:creationId xmlns:a16="http://schemas.microsoft.com/office/drawing/2014/main" id="{99AF2B66-D2EF-48E6-8F89-A13839E40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092" y="3026623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DVO">
            <a:extLst>
              <a:ext uri="{FF2B5EF4-FFF2-40B4-BE49-F238E27FC236}">
                <a16:creationId xmlns:a16="http://schemas.microsoft.com/office/drawing/2014/main" id="{F757C0DF-900C-42D9-B094-F88730CE756E}"/>
              </a:ext>
            </a:extLst>
          </p:cNvPr>
          <p:cNvSpPr/>
          <p:nvPr/>
        </p:nvSpPr>
        <p:spPr>
          <a:xfrm flipH="1">
            <a:off x="4572092" y="2991421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4" name="Oval 23">
            <a:extLst>
              <a:ext uri="{FF2B5EF4-FFF2-40B4-BE49-F238E27FC236}">
                <a16:creationId xmlns:a16="http://schemas.microsoft.com/office/drawing/2014/main" id="{5A3E115F-173F-44C2-9598-101F48CF42A8}"/>
              </a:ext>
            </a:extLst>
          </p:cNvPr>
          <p:cNvSpPr/>
          <p:nvPr/>
        </p:nvSpPr>
        <p:spPr>
          <a:xfrm>
            <a:off x="5574676" y="365518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75" name="Straight Arrow Connector 7">
            <a:extLst>
              <a:ext uri="{FF2B5EF4-FFF2-40B4-BE49-F238E27FC236}">
                <a16:creationId xmlns:a16="http://schemas.microsoft.com/office/drawing/2014/main" id="{E7D6ADB1-9E2B-470B-9FFA-DE2A1845D01C}"/>
              </a:ext>
            </a:extLst>
          </p:cNvPr>
          <p:cNvCxnSpPr>
            <a:cxnSpLocks/>
          </p:cNvCxnSpPr>
          <p:nvPr/>
        </p:nvCxnSpPr>
        <p:spPr>
          <a:xfrm flipV="1">
            <a:off x="4930060" y="3291238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19">
            <a:extLst>
              <a:ext uri="{FF2B5EF4-FFF2-40B4-BE49-F238E27FC236}">
                <a16:creationId xmlns:a16="http://schemas.microsoft.com/office/drawing/2014/main" id="{BB03E8C3-8EEF-48B7-8B8C-F2ECC537D543}"/>
              </a:ext>
            </a:extLst>
          </p:cNvPr>
          <p:cNvCxnSpPr>
            <a:cxnSpLocks/>
          </p:cNvCxnSpPr>
          <p:nvPr/>
        </p:nvCxnSpPr>
        <p:spPr>
          <a:xfrm>
            <a:off x="4933045" y="3734943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18">
            <a:extLst>
              <a:ext uri="{FF2B5EF4-FFF2-40B4-BE49-F238E27FC236}">
                <a16:creationId xmlns:a16="http://schemas.microsoft.com/office/drawing/2014/main" id="{CCFAF29B-A444-4DD1-AC19-602F6D0AD39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761723" y="3563468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20">
            <a:extLst>
              <a:ext uri="{FF2B5EF4-FFF2-40B4-BE49-F238E27FC236}">
                <a16:creationId xmlns:a16="http://schemas.microsoft.com/office/drawing/2014/main" id="{5B4EBFCB-AE12-40D5-B629-0C62AF4DB3C4}"/>
              </a:ext>
            </a:extLst>
          </p:cNvPr>
          <p:cNvSpPr/>
          <p:nvPr/>
        </p:nvSpPr>
        <p:spPr>
          <a:xfrm>
            <a:off x="4130512" y="365518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9" name="Oval 22">
            <a:extLst>
              <a:ext uri="{FF2B5EF4-FFF2-40B4-BE49-F238E27FC236}">
                <a16:creationId xmlns:a16="http://schemas.microsoft.com/office/drawing/2014/main" id="{7C581C59-5C67-4C21-9BE7-9C27EE042AFE}"/>
              </a:ext>
            </a:extLst>
          </p:cNvPr>
          <p:cNvSpPr/>
          <p:nvPr/>
        </p:nvSpPr>
        <p:spPr>
          <a:xfrm>
            <a:off x="4853002" y="289890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0" name="Partial Circle 9">
            <a:extLst>
              <a:ext uri="{FF2B5EF4-FFF2-40B4-BE49-F238E27FC236}">
                <a16:creationId xmlns:a16="http://schemas.microsoft.com/office/drawing/2014/main" id="{9B758289-8E94-47A6-9C7B-142447A6F0E6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867659" y="3640791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10">
                <a:extLst>
                  <a:ext uri="{FF2B5EF4-FFF2-40B4-BE49-F238E27FC236}">
                    <a16:creationId xmlns:a16="http://schemas.microsoft.com/office/drawing/2014/main" id="{66FF57DE-9C0A-4019-A673-490B79A18ACA}"/>
                  </a:ext>
                </a:extLst>
              </p:cNvPr>
              <p:cNvSpPr txBox="1"/>
              <p:nvPr/>
            </p:nvSpPr>
            <p:spPr>
              <a:xfrm>
                <a:off x="4503643" y="367584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91" name="TextBox 10">
                <a:extLst>
                  <a:ext uri="{FF2B5EF4-FFF2-40B4-BE49-F238E27FC236}">
                    <a16:creationId xmlns:a16="http://schemas.microsoft.com/office/drawing/2014/main" id="{66FF57DE-9C0A-4019-A673-490B79A18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643" y="3675841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17">
            <a:extLst>
              <a:ext uri="{FF2B5EF4-FFF2-40B4-BE49-F238E27FC236}">
                <a16:creationId xmlns:a16="http://schemas.microsoft.com/office/drawing/2014/main" id="{5FA6C38F-036C-45B1-ACAF-4AB4792A8718}"/>
              </a:ext>
            </a:extLst>
          </p:cNvPr>
          <p:cNvCxnSpPr>
            <a:cxnSpLocks/>
          </p:cNvCxnSpPr>
          <p:nvPr/>
        </p:nvCxnSpPr>
        <p:spPr>
          <a:xfrm flipH="1">
            <a:off x="4710911" y="374086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3" name="Partial Circle 9">
            <a:extLst>
              <a:ext uri="{FF2B5EF4-FFF2-40B4-BE49-F238E27FC236}">
                <a16:creationId xmlns:a16="http://schemas.microsoft.com/office/drawing/2014/main" id="{275B6F1E-F550-4149-9717-F042261510CF}"/>
              </a:ext>
            </a:extLst>
          </p:cNvPr>
          <p:cNvSpPr>
            <a:spLocks noChangeAspect="1"/>
          </p:cNvSpPr>
          <p:nvPr/>
        </p:nvSpPr>
        <p:spPr>
          <a:xfrm>
            <a:off x="4854936" y="360357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10">
                <a:extLst>
                  <a:ext uri="{FF2B5EF4-FFF2-40B4-BE49-F238E27FC236}">
                    <a16:creationId xmlns:a16="http://schemas.microsoft.com/office/drawing/2014/main" id="{2A2B44E4-91E5-4E3C-B6E3-77B9D9062AE7}"/>
                  </a:ext>
                </a:extLst>
              </p:cNvPr>
              <p:cNvSpPr txBox="1"/>
              <p:nvPr/>
            </p:nvSpPr>
            <p:spPr>
              <a:xfrm>
                <a:off x="4894714" y="335542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94" name="TextBox 10">
                <a:extLst>
                  <a:ext uri="{FF2B5EF4-FFF2-40B4-BE49-F238E27FC236}">
                    <a16:creationId xmlns:a16="http://schemas.microsoft.com/office/drawing/2014/main" id="{2A2B44E4-91E5-4E3C-B6E3-77B9D9062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714" y="3355423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41" r="-2041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17">
            <a:extLst>
              <a:ext uri="{FF2B5EF4-FFF2-40B4-BE49-F238E27FC236}">
                <a16:creationId xmlns:a16="http://schemas.microsoft.com/office/drawing/2014/main" id="{8594F5DB-C194-47C1-8347-B52A94064A4C}"/>
              </a:ext>
            </a:extLst>
          </p:cNvPr>
          <p:cNvCxnSpPr>
            <a:cxnSpLocks/>
          </p:cNvCxnSpPr>
          <p:nvPr/>
        </p:nvCxnSpPr>
        <p:spPr>
          <a:xfrm flipV="1">
            <a:off x="4924408" y="3295137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1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</TotalTime>
  <Words>66</Words>
  <Application>Microsoft Office PowerPoint</Application>
  <PresentationFormat>A4 紙張 (210x297 公釐)</PresentationFormat>
  <Paragraphs>40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15</cp:revision>
  <dcterms:created xsi:type="dcterms:W3CDTF">2026-04-28T04:34:15Z</dcterms:created>
  <dcterms:modified xsi:type="dcterms:W3CDTF">2026-05-21T09:21:22Z</dcterms:modified>
</cp:coreProperties>
</file>