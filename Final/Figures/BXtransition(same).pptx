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  <p:sldId id="256" r:id="rId3"/>
  </p:sldIdLst>
  <p:sldSz cx="12192000" cy="89995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68" autoAdjust="0"/>
    <p:restoredTop sz="94660"/>
  </p:normalViewPr>
  <p:slideViewPr>
    <p:cSldViewPr snapToGrid="0">
      <p:cViewPr varScale="1">
        <p:scale>
          <a:sx n="85" d="100"/>
          <a:sy n="85" d="100"/>
        </p:scale>
        <p:origin x="133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472842"/>
            <a:ext cx="10363200" cy="3133172"/>
          </a:xfrm>
        </p:spPr>
        <p:txBody>
          <a:bodyPr anchor="b"/>
          <a:lstStyle>
            <a:lvl1pPr algn="ctr">
              <a:defRPr sz="787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726842"/>
            <a:ext cx="9144000" cy="2172804"/>
          </a:xfrm>
        </p:spPr>
        <p:txBody>
          <a:bodyPr/>
          <a:lstStyle>
            <a:lvl1pPr marL="0" indent="0" algn="ctr">
              <a:buNone/>
              <a:defRPr sz="3150"/>
            </a:lvl1pPr>
            <a:lvl2pPr marL="599984" indent="0" algn="ctr">
              <a:buNone/>
              <a:defRPr sz="2625"/>
            </a:lvl2pPr>
            <a:lvl3pPr marL="1199967" indent="0" algn="ctr">
              <a:buNone/>
              <a:defRPr sz="2362"/>
            </a:lvl3pPr>
            <a:lvl4pPr marL="1799951" indent="0" algn="ctr">
              <a:buNone/>
              <a:defRPr sz="2100"/>
            </a:lvl4pPr>
            <a:lvl5pPr marL="2399934" indent="0" algn="ctr">
              <a:buNone/>
              <a:defRPr sz="2100"/>
            </a:lvl5pPr>
            <a:lvl6pPr marL="2999918" indent="0" algn="ctr">
              <a:buNone/>
              <a:defRPr sz="2100"/>
            </a:lvl6pPr>
            <a:lvl7pPr marL="3599901" indent="0" algn="ctr">
              <a:buNone/>
              <a:defRPr sz="2100"/>
            </a:lvl7pPr>
            <a:lvl8pPr marL="4199885" indent="0" algn="ctr">
              <a:buNone/>
              <a:defRPr sz="2100"/>
            </a:lvl8pPr>
            <a:lvl9pPr marL="4799868" indent="0" algn="ctr">
              <a:buNone/>
              <a:defRPr sz="21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38667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842103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2243638"/>
            <a:ext cx="10515600" cy="3743557"/>
          </a:xfrm>
        </p:spPr>
        <p:txBody>
          <a:bodyPr anchor="b"/>
          <a:lstStyle>
            <a:lvl1pPr>
              <a:defRPr sz="787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6022610"/>
            <a:ext cx="10515600" cy="1968648"/>
          </a:xfrm>
        </p:spPr>
        <p:txBody>
          <a:bodyPr/>
          <a:lstStyle>
            <a:lvl1pPr marL="0" indent="0">
              <a:buNone/>
              <a:defRPr sz="3150">
                <a:solidFill>
                  <a:schemeClr val="tx1"/>
                </a:solidFill>
              </a:defRPr>
            </a:lvl1pPr>
            <a:lvl2pPr marL="599984" indent="0">
              <a:buNone/>
              <a:defRPr sz="2625">
                <a:solidFill>
                  <a:schemeClr val="tx1">
                    <a:tint val="75000"/>
                  </a:schemeClr>
                </a:solidFill>
              </a:defRPr>
            </a:lvl2pPr>
            <a:lvl3pPr marL="1199967" indent="0">
              <a:buNone/>
              <a:defRPr sz="2362">
                <a:solidFill>
                  <a:schemeClr val="tx1">
                    <a:tint val="75000"/>
                  </a:schemeClr>
                </a:solidFill>
              </a:defRPr>
            </a:lvl3pPr>
            <a:lvl4pPr marL="1799951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4pPr>
            <a:lvl5pPr marL="2399934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5pPr>
            <a:lvl6pPr marL="2999918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6pPr>
            <a:lvl7pPr marL="3599901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7pPr>
            <a:lvl8pPr marL="4199885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8pPr>
            <a:lvl9pPr marL="4799868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08520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2395710"/>
            <a:ext cx="5181600" cy="5710124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395710"/>
            <a:ext cx="5181600" cy="5710124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833202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79144"/>
            <a:ext cx="10515600" cy="173949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2206137"/>
            <a:ext cx="5157787" cy="1081194"/>
          </a:xfrm>
        </p:spPr>
        <p:txBody>
          <a:bodyPr anchor="b"/>
          <a:lstStyle>
            <a:lvl1pPr marL="0" indent="0">
              <a:buNone/>
              <a:defRPr sz="3150" b="1"/>
            </a:lvl1pPr>
            <a:lvl2pPr marL="599984" indent="0">
              <a:buNone/>
              <a:defRPr sz="2625" b="1"/>
            </a:lvl2pPr>
            <a:lvl3pPr marL="1199967" indent="0">
              <a:buNone/>
              <a:defRPr sz="2362" b="1"/>
            </a:lvl3pPr>
            <a:lvl4pPr marL="1799951" indent="0">
              <a:buNone/>
              <a:defRPr sz="2100" b="1"/>
            </a:lvl4pPr>
            <a:lvl5pPr marL="2399934" indent="0">
              <a:buNone/>
              <a:defRPr sz="2100" b="1"/>
            </a:lvl5pPr>
            <a:lvl6pPr marL="2999918" indent="0">
              <a:buNone/>
              <a:defRPr sz="2100" b="1"/>
            </a:lvl6pPr>
            <a:lvl7pPr marL="3599901" indent="0">
              <a:buNone/>
              <a:defRPr sz="2100" b="1"/>
            </a:lvl7pPr>
            <a:lvl8pPr marL="4199885" indent="0">
              <a:buNone/>
              <a:defRPr sz="2100" b="1"/>
            </a:lvl8pPr>
            <a:lvl9pPr marL="4799868" indent="0">
              <a:buNone/>
              <a:defRPr sz="21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3287331"/>
            <a:ext cx="5157787" cy="4835169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2206137"/>
            <a:ext cx="5183188" cy="1081194"/>
          </a:xfrm>
        </p:spPr>
        <p:txBody>
          <a:bodyPr anchor="b"/>
          <a:lstStyle>
            <a:lvl1pPr marL="0" indent="0">
              <a:buNone/>
              <a:defRPr sz="3150" b="1"/>
            </a:lvl1pPr>
            <a:lvl2pPr marL="599984" indent="0">
              <a:buNone/>
              <a:defRPr sz="2625" b="1"/>
            </a:lvl2pPr>
            <a:lvl3pPr marL="1199967" indent="0">
              <a:buNone/>
              <a:defRPr sz="2362" b="1"/>
            </a:lvl3pPr>
            <a:lvl4pPr marL="1799951" indent="0">
              <a:buNone/>
              <a:defRPr sz="2100" b="1"/>
            </a:lvl4pPr>
            <a:lvl5pPr marL="2399934" indent="0">
              <a:buNone/>
              <a:defRPr sz="2100" b="1"/>
            </a:lvl5pPr>
            <a:lvl6pPr marL="2999918" indent="0">
              <a:buNone/>
              <a:defRPr sz="2100" b="1"/>
            </a:lvl6pPr>
            <a:lvl7pPr marL="3599901" indent="0">
              <a:buNone/>
              <a:defRPr sz="2100" b="1"/>
            </a:lvl7pPr>
            <a:lvl8pPr marL="4199885" indent="0">
              <a:buNone/>
              <a:defRPr sz="2100" b="1"/>
            </a:lvl8pPr>
            <a:lvl9pPr marL="4799868" indent="0">
              <a:buNone/>
              <a:defRPr sz="21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3287331"/>
            <a:ext cx="5183188" cy="4835169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350616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09630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792572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599969"/>
            <a:ext cx="3932237" cy="2099892"/>
          </a:xfrm>
        </p:spPr>
        <p:txBody>
          <a:bodyPr anchor="b"/>
          <a:lstStyle>
            <a:lvl1pPr>
              <a:defRPr sz="4199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295769"/>
            <a:ext cx="6172200" cy="6395505"/>
          </a:xfrm>
        </p:spPr>
        <p:txBody>
          <a:bodyPr/>
          <a:lstStyle>
            <a:lvl1pPr>
              <a:defRPr sz="4199"/>
            </a:lvl1pPr>
            <a:lvl2pPr>
              <a:defRPr sz="3674"/>
            </a:lvl2pPr>
            <a:lvl3pPr>
              <a:defRPr sz="3150"/>
            </a:lvl3pPr>
            <a:lvl4pPr>
              <a:defRPr sz="2625"/>
            </a:lvl4pPr>
            <a:lvl5pPr>
              <a:defRPr sz="2625"/>
            </a:lvl5pPr>
            <a:lvl6pPr>
              <a:defRPr sz="2625"/>
            </a:lvl6pPr>
            <a:lvl7pPr>
              <a:defRPr sz="2625"/>
            </a:lvl7pPr>
            <a:lvl8pPr>
              <a:defRPr sz="2625"/>
            </a:lvl8pPr>
            <a:lvl9pPr>
              <a:defRPr sz="2625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699862"/>
            <a:ext cx="3932237" cy="5001827"/>
          </a:xfrm>
        </p:spPr>
        <p:txBody>
          <a:bodyPr/>
          <a:lstStyle>
            <a:lvl1pPr marL="0" indent="0">
              <a:buNone/>
              <a:defRPr sz="2100"/>
            </a:lvl1pPr>
            <a:lvl2pPr marL="599984" indent="0">
              <a:buNone/>
              <a:defRPr sz="1837"/>
            </a:lvl2pPr>
            <a:lvl3pPr marL="1199967" indent="0">
              <a:buNone/>
              <a:defRPr sz="1575"/>
            </a:lvl3pPr>
            <a:lvl4pPr marL="1799951" indent="0">
              <a:buNone/>
              <a:defRPr sz="1312"/>
            </a:lvl4pPr>
            <a:lvl5pPr marL="2399934" indent="0">
              <a:buNone/>
              <a:defRPr sz="1312"/>
            </a:lvl5pPr>
            <a:lvl6pPr marL="2999918" indent="0">
              <a:buNone/>
              <a:defRPr sz="1312"/>
            </a:lvl6pPr>
            <a:lvl7pPr marL="3599901" indent="0">
              <a:buNone/>
              <a:defRPr sz="1312"/>
            </a:lvl7pPr>
            <a:lvl8pPr marL="4199885" indent="0">
              <a:buNone/>
              <a:defRPr sz="1312"/>
            </a:lvl8pPr>
            <a:lvl9pPr marL="4799868" indent="0">
              <a:buNone/>
              <a:defRPr sz="1312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49131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599969"/>
            <a:ext cx="3932237" cy="2099892"/>
          </a:xfrm>
        </p:spPr>
        <p:txBody>
          <a:bodyPr anchor="b"/>
          <a:lstStyle>
            <a:lvl1pPr>
              <a:defRPr sz="4199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295769"/>
            <a:ext cx="6172200" cy="6395505"/>
          </a:xfrm>
        </p:spPr>
        <p:txBody>
          <a:bodyPr anchor="t"/>
          <a:lstStyle>
            <a:lvl1pPr marL="0" indent="0">
              <a:buNone/>
              <a:defRPr sz="4199"/>
            </a:lvl1pPr>
            <a:lvl2pPr marL="599984" indent="0">
              <a:buNone/>
              <a:defRPr sz="3674"/>
            </a:lvl2pPr>
            <a:lvl3pPr marL="1199967" indent="0">
              <a:buNone/>
              <a:defRPr sz="3150"/>
            </a:lvl3pPr>
            <a:lvl4pPr marL="1799951" indent="0">
              <a:buNone/>
              <a:defRPr sz="2625"/>
            </a:lvl4pPr>
            <a:lvl5pPr marL="2399934" indent="0">
              <a:buNone/>
              <a:defRPr sz="2625"/>
            </a:lvl5pPr>
            <a:lvl6pPr marL="2999918" indent="0">
              <a:buNone/>
              <a:defRPr sz="2625"/>
            </a:lvl6pPr>
            <a:lvl7pPr marL="3599901" indent="0">
              <a:buNone/>
              <a:defRPr sz="2625"/>
            </a:lvl7pPr>
            <a:lvl8pPr marL="4199885" indent="0">
              <a:buNone/>
              <a:defRPr sz="2625"/>
            </a:lvl8pPr>
            <a:lvl9pPr marL="4799868" indent="0">
              <a:buNone/>
              <a:defRPr sz="2625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699862"/>
            <a:ext cx="3932237" cy="5001827"/>
          </a:xfrm>
        </p:spPr>
        <p:txBody>
          <a:bodyPr/>
          <a:lstStyle>
            <a:lvl1pPr marL="0" indent="0">
              <a:buNone/>
              <a:defRPr sz="2100"/>
            </a:lvl1pPr>
            <a:lvl2pPr marL="599984" indent="0">
              <a:buNone/>
              <a:defRPr sz="1837"/>
            </a:lvl2pPr>
            <a:lvl3pPr marL="1199967" indent="0">
              <a:buNone/>
              <a:defRPr sz="1575"/>
            </a:lvl3pPr>
            <a:lvl4pPr marL="1799951" indent="0">
              <a:buNone/>
              <a:defRPr sz="1312"/>
            </a:lvl4pPr>
            <a:lvl5pPr marL="2399934" indent="0">
              <a:buNone/>
              <a:defRPr sz="1312"/>
            </a:lvl5pPr>
            <a:lvl6pPr marL="2999918" indent="0">
              <a:buNone/>
              <a:defRPr sz="1312"/>
            </a:lvl6pPr>
            <a:lvl7pPr marL="3599901" indent="0">
              <a:buNone/>
              <a:defRPr sz="1312"/>
            </a:lvl7pPr>
            <a:lvl8pPr marL="4199885" indent="0">
              <a:buNone/>
              <a:defRPr sz="1312"/>
            </a:lvl8pPr>
            <a:lvl9pPr marL="4799868" indent="0">
              <a:buNone/>
              <a:defRPr sz="1312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31185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551393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479142"/>
            <a:ext cx="2628900" cy="7626692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479142"/>
            <a:ext cx="7734300" cy="7626692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31021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479144"/>
            <a:ext cx="10515600" cy="1739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395710"/>
            <a:ext cx="10515600" cy="5710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8341240"/>
            <a:ext cx="2743200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5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C44D4F-D6DB-48D1-8C0A-431A4767C00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8341240"/>
            <a:ext cx="4114800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5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8341240"/>
            <a:ext cx="2743200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5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09902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199967" rtl="0" eaLnBrk="1" latinLnBrk="0" hangingPunct="1">
        <a:lnSpc>
          <a:spcPct val="90000"/>
        </a:lnSpc>
        <a:spcBef>
          <a:spcPct val="0"/>
        </a:spcBef>
        <a:buNone/>
        <a:defRPr sz="577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9992" indent="-299992" algn="l" defTabSz="1199967" rtl="0" eaLnBrk="1" latinLnBrk="0" hangingPunct="1">
        <a:lnSpc>
          <a:spcPct val="90000"/>
        </a:lnSpc>
        <a:spcBef>
          <a:spcPts val="1312"/>
        </a:spcBef>
        <a:buFont typeface="Arial" panose="020B0604020202020204" pitchFamily="34" charset="0"/>
        <a:buChar char="•"/>
        <a:defRPr sz="3674" kern="1200">
          <a:solidFill>
            <a:schemeClr val="tx1"/>
          </a:solidFill>
          <a:latin typeface="+mn-lt"/>
          <a:ea typeface="+mn-ea"/>
          <a:cs typeface="+mn-cs"/>
        </a:defRPr>
      </a:lvl1pPr>
      <a:lvl2pPr marL="899975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2pPr>
      <a:lvl3pPr marL="1499959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625" kern="1200">
          <a:solidFill>
            <a:schemeClr val="tx1"/>
          </a:solidFill>
          <a:latin typeface="+mn-lt"/>
          <a:ea typeface="+mn-ea"/>
          <a:cs typeface="+mn-cs"/>
        </a:defRPr>
      </a:lvl3pPr>
      <a:lvl4pPr marL="2099942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4pPr>
      <a:lvl5pPr marL="2699926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5pPr>
      <a:lvl6pPr marL="3299910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6pPr>
      <a:lvl7pPr marL="3899893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7pPr>
      <a:lvl8pPr marL="4499877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8pPr>
      <a:lvl9pPr marL="5099860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1pPr>
      <a:lvl2pPr marL="599984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2pPr>
      <a:lvl3pPr marL="1199967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3pPr>
      <a:lvl4pPr marL="1799951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4pPr>
      <a:lvl5pPr marL="2399934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5pPr>
      <a:lvl6pPr marL="2999918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6pPr>
      <a:lvl7pPr marL="3599901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7pPr>
      <a:lvl8pPr marL="4199885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8pPr>
      <a:lvl9pPr marL="4799868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8" Type="http://schemas.openxmlformats.org/officeDocument/2006/relationships/image" Target="../media/image13.png"/><Relationship Id="rId26" Type="http://schemas.openxmlformats.org/officeDocument/2006/relationships/image" Target="../media/image16.png"/><Relationship Id="rId3" Type="http://schemas.openxmlformats.org/officeDocument/2006/relationships/image" Target="../media/image3.png"/><Relationship Id="rId21" Type="http://schemas.openxmlformats.org/officeDocument/2006/relationships/image" Target="../media/image12.png"/><Relationship Id="rId7" Type="http://schemas.openxmlformats.org/officeDocument/2006/relationships/image" Target="../media/image7.png"/><Relationship Id="rId17" Type="http://schemas.openxmlformats.org/officeDocument/2006/relationships/image" Target="../media/image120.png"/><Relationship Id="rId25" Type="http://schemas.openxmlformats.org/officeDocument/2006/relationships/image" Target="../media/image15.png"/><Relationship Id="rId2" Type="http://schemas.openxmlformats.org/officeDocument/2006/relationships/image" Target="../media/image2.png"/><Relationship Id="rId16" Type="http://schemas.openxmlformats.org/officeDocument/2006/relationships/image" Target="../media/image110.png"/><Relationship Id="rId20" Type="http://schemas.openxmlformats.org/officeDocument/2006/relationships/image" Target="../media/image11.png"/><Relationship Id="rId29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24" Type="http://schemas.openxmlformats.org/officeDocument/2006/relationships/image" Target="../media/image22.png"/><Relationship Id="rId5" Type="http://schemas.openxmlformats.org/officeDocument/2006/relationships/image" Target="../media/image5.png"/><Relationship Id="rId23" Type="http://schemas.openxmlformats.org/officeDocument/2006/relationships/image" Target="../media/image21.png"/><Relationship Id="rId28" Type="http://schemas.openxmlformats.org/officeDocument/2006/relationships/image" Target="../media/image18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22" Type="http://schemas.openxmlformats.org/officeDocument/2006/relationships/image" Target="../media/image14.png"/><Relationship Id="rId27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E1E901D7-BC6E-4861-8B28-B279B1B406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6303" y="1999971"/>
            <a:ext cx="7499395" cy="4999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37342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矩形: 圓角 121">
            <a:extLst>
              <a:ext uri="{FF2B5EF4-FFF2-40B4-BE49-F238E27FC236}">
                <a16:creationId xmlns:a16="http://schemas.microsoft.com/office/drawing/2014/main" id="{735F0D09-7E7B-4A06-98E4-060B13FC1F34}"/>
              </a:ext>
            </a:extLst>
          </p:cNvPr>
          <p:cNvSpPr/>
          <p:nvPr/>
        </p:nvSpPr>
        <p:spPr>
          <a:xfrm>
            <a:off x="486943" y="37574"/>
            <a:ext cx="11218114" cy="8924391"/>
          </a:xfrm>
          <a:prstGeom prst="roundRect">
            <a:avLst>
              <a:gd name="adj" fmla="val 7772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8066" tIns="29033" rIns="58066" bIns="2903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143" dirty="0"/>
          </a:p>
        </p:txBody>
      </p:sp>
      <p:pic>
        <p:nvPicPr>
          <p:cNvPr id="123" name="圖片 122">
            <a:extLst>
              <a:ext uri="{FF2B5EF4-FFF2-40B4-BE49-F238E27FC236}">
                <a16:creationId xmlns:a16="http://schemas.microsoft.com/office/drawing/2014/main" id="{C376108D-D4D3-4592-8882-6F2BC264449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474" t="30226" r="51683" b="50480"/>
          <a:stretch/>
        </p:blipFill>
        <p:spPr>
          <a:xfrm>
            <a:off x="9393347" y="4243524"/>
            <a:ext cx="1574006" cy="157638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4" name="文字方塊 123">
                <a:extLst>
                  <a:ext uri="{FF2B5EF4-FFF2-40B4-BE49-F238E27FC236}">
                    <a16:creationId xmlns:a16="http://schemas.microsoft.com/office/drawing/2014/main" id="{3A7CDD98-3D2C-45CE-A6A2-F7D8ABBF8281}"/>
                  </a:ext>
                </a:extLst>
              </p:cNvPr>
              <p:cNvSpPr txBox="1"/>
              <p:nvPr/>
            </p:nvSpPr>
            <p:spPr>
              <a:xfrm>
                <a:off x="5651998" y="6360999"/>
                <a:ext cx="93807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1, 1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24" name="文字方塊 123">
                <a:extLst>
                  <a:ext uri="{FF2B5EF4-FFF2-40B4-BE49-F238E27FC236}">
                    <a16:creationId xmlns:a16="http://schemas.microsoft.com/office/drawing/2014/main" id="{3A7CDD98-3D2C-45CE-A6A2-F7D8ABBF82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1998" y="6360999"/>
                <a:ext cx="938079" cy="369332"/>
              </a:xfrm>
              <a:prstGeom prst="rect">
                <a:avLst/>
              </a:prstGeom>
              <a:blipFill>
                <a:blip r:embed="rId3"/>
                <a:stretch>
                  <a:fillRect t="-119672" r="-39610" b="-1836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5" name="文字方塊 124">
                <a:extLst>
                  <a:ext uri="{FF2B5EF4-FFF2-40B4-BE49-F238E27FC236}">
                    <a16:creationId xmlns:a16="http://schemas.microsoft.com/office/drawing/2014/main" id="{0644098C-7DB7-4DD9-8E2F-FAAAB46865BD}"/>
                  </a:ext>
                </a:extLst>
              </p:cNvPr>
              <p:cNvSpPr txBox="1"/>
              <p:nvPr/>
            </p:nvSpPr>
            <p:spPr>
              <a:xfrm>
                <a:off x="5651998" y="3021231"/>
                <a:ext cx="93807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1, 1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25" name="文字方塊 124">
                <a:extLst>
                  <a:ext uri="{FF2B5EF4-FFF2-40B4-BE49-F238E27FC236}">
                    <a16:creationId xmlns:a16="http://schemas.microsoft.com/office/drawing/2014/main" id="{0644098C-7DB7-4DD9-8E2F-FAAAB46865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1998" y="3021231"/>
                <a:ext cx="938079" cy="369332"/>
              </a:xfrm>
              <a:prstGeom prst="rect">
                <a:avLst/>
              </a:prstGeom>
              <a:blipFill>
                <a:blip r:embed="rId4"/>
                <a:stretch>
                  <a:fillRect t="-121667" r="-39610" b="-188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6" name="圖片 125">
            <a:extLst>
              <a:ext uri="{FF2B5EF4-FFF2-40B4-BE49-F238E27FC236}">
                <a16:creationId xmlns:a16="http://schemas.microsoft.com/office/drawing/2014/main" id="{B84113D0-3BCF-4319-A3D6-FA445E5FC5F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0" t="9901" r="79196" b="70805"/>
          <a:stretch/>
        </p:blipFill>
        <p:spPr>
          <a:xfrm>
            <a:off x="4080170" y="1382420"/>
            <a:ext cx="1571625" cy="1576388"/>
          </a:xfrm>
          <a:prstGeom prst="rect">
            <a:avLst/>
          </a:prstGeom>
        </p:spPr>
      </p:pic>
      <p:pic>
        <p:nvPicPr>
          <p:cNvPr id="127" name="圖片 126">
            <a:extLst>
              <a:ext uri="{FF2B5EF4-FFF2-40B4-BE49-F238E27FC236}">
                <a16:creationId xmlns:a16="http://schemas.microsoft.com/office/drawing/2014/main" id="{2F98B6B8-A270-43AD-BA79-C91D4471AF7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67" t="9936" r="65451" b="70772"/>
          <a:stretch/>
        </p:blipFill>
        <p:spPr>
          <a:xfrm>
            <a:off x="4522241" y="7228415"/>
            <a:ext cx="1578769" cy="1576388"/>
          </a:xfrm>
          <a:prstGeom prst="rect">
            <a:avLst/>
          </a:prstGeom>
        </p:spPr>
      </p:pic>
      <p:pic>
        <p:nvPicPr>
          <p:cNvPr id="128" name="圖片 127">
            <a:extLst>
              <a:ext uri="{FF2B5EF4-FFF2-40B4-BE49-F238E27FC236}">
                <a16:creationId xmlns:a16="http://schemas.microsoft.com/office/drawing/2014/main" id="{43156862-8365-4EBA-B9F0-C939ADB95C9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170" t="9874" r="37949" b="70775"/>
          <a:stretch/>
        </p:blipFill>
        <p:spPr>
          <a:xfrm>
            <a:off x="7741237" y="4241141"/>
            <a:ext cx="1578769" cy="1581150"/>
          </a:xfrm>
          <a:prstGeom prst="rect">
            <a:avLst/>
          </a:prstGeom>
        </p:spPr>
      </p:pic>
      <p:pic>
        <p:nvPicPr>
          <p:cNvPr id="129" name="圖片 128">
            <a:extLst>
              <a:ext uri="{FF2B5EF4-FFF2-40B4-BE49-F238E27FC236}">
                <a16:creationId xmlns:a16="http://schemas.microsoft.com/office/drawing/2014/main" id="{788BEB47-45AD-4EE5-B381-3B3C1B9E835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73" t="30231" r="79166" b="50417"/>
          <a:stretch/>
        </p:blipFill>
        <p:spPr>
          <a:xfrm>
            <a:off x="6172992" y="1380039"/>
            <a:ext cx="1576387" cy="1581150"/>
          </a:xfrm>
          <a:prstGeom prst="rect">
            <a:avLst/>
          </a:prstGeom>
        </p:spPr>
      </p:pic>
      <p:pic>
        <p:nvPicPr>
          <p:cNvPr id="130" name="圖片 129">
            <a:extLst>
              <a:ext uri="{FF2B5EF4-FFF2-40B4-BE49-F238E27FC236}">
                <a16:creationId xmlns:a16="http://schemas.microsoft.com/office/drawing/2014/main" id="{365D5AFF-CF28-4266-9F7C-149826D2E30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92" t="30180" r="65466" b="50469"/>
          <a:stretch/>
        </p:blipFill>
        <p:spPr>
          <a:xfrm>
            <a:off x="6195026" y="7226034"/>
            <a:ext cx="1574007" cy="158115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31" name="文字方塊 130">
                <a:extLst>
                  <a:ext uri="{FF2B5EF4-FFF2-40B4-BE49-F238E27FC236}">
                    <a16:creationId xmlns:a16="http://schemas.microsoft.com/office/drawing/2014/main" id="{5C2CB285-A545-468C-A597-04C14CC2CDBF}"/>
                  </a:ext>
                </a:extLst>
              </p:cNvPr>
              <p:cNvSpPr txBox="1"/>
              <p:nvPr/>
            </p:nvSpPr>
            <p:spPr>
              <a:xfrm>
                <a:off x="4736205" y="1018020"/>
                <a:ext cx="269348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31" name="文字方塊 130">
                <a:extLst>
                  <a:ext uri="{FF2B5EF4-FFF2-40B4-BE49-F238E27FC236}">
                    <a16:creationId xmlns:a16="http://schemas.microsoft.com/office/drawing/2014/main" id="{5C2CB285-A545-468C-A597-04C14CC2CD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6205" y="1018020"/>
                <a:ext cx="2693488" cy="369332"/>
              </a:xfrm>
              <a:prstGeom prst="rect">
                <a:avLst/>
              </a:prstGeom>
              <a:blipFill>
                <a:blip r:embed="rId5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2" name="文字方塊 131">
                <a:extLst>
                  <a:ext uri="{FF2B5EF4-FFF2-40B4-BE49-F238E27FC236}">
                    <a16:creationId xmlns:a16="http://schemas.microsoft.com/office/drawing/2014/main" id="{059EF753-76E4-4F46-A4B2-3984511FB813}"/>
                  </a:ext>
                </a:extLst>
              </p:cNvPr>
              <p:cNvSpPr txBox="1"/>
              <p:nvPr/>
            </p:nvSpPr>
            <p:spPr>
              <a:xfrm>
                <a:off x="2209619" y="3866832"/>
                <a:ext cx="13272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32" name="文字方塊 131">
                <a:extLst>
                  <a:ext uri="{FF2B5EF4-FFF2-40B4-BE49-F238E27FC236}">
                    <a16:creationId xmlns:a16="http://schemas.microsoft.com/office/drawing/2014/main" id="{059EF753-76E4-4F46-A4B2-3984511FB8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9619" y="3866832"/>
                <a:ext cx="1327215" cy="369332"/>
              </a:xfrm>
              <a:prstGeom prst="rect">
                <a:avLst/>
              </a:prstGeom>
              <a:blipFill>
                <a:blip r:embed="rId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3" name="文字方塊 132">
                <a:extLst>
                  <a:ext uri="{FF2B5EF4-FFF2-40B4-BE49-F238E27FC236}">
                    <a16:creationId xmlns:a16="http://schemas.microsoft.com/office/drawing/2014/main" id="{57BCBCAB-73A8-4541-97B7-5514A2F2B655}"/>
                  </a:ext>
                </a:extLst>
              </p:cNvPr>
              <p:cNvSpPr txBox="1"/>
              <p:nvPr/>
            </p:nvSpPr>
            <p:spPr>
              <a:xfrm>
                <a:off x="8652321" y="3897423"/>
                <a:ext cx="13272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33" name="文字方塊 132">
                <a:extLst>
                  <a:ext uri="{FF2B5EF4-FFF2-40B4-BE49-F238E27FC236}">
                    <a16:creationId xmlns:a16="http://schemas.microsoft.com/office/drawing/2014/main" id="{57BCBCAB-73A8-4541-97B7-5514A2F2B6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2321" y="3897423"/>
                <a:ext cx="1327215" cy="369332"/>
              </a:xfrm>
              <a:prstGeom prst="rect">
                <a:avLst/>
              </a:prstGeom>
              <a:blipFill>
                <a:blip r:embed="rId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97678382-5B63-43AA-85DB-CFB0A7FCA141}"/>
                  </a:ext>
                </a:extLst>
              </p:cNvPr>
              <p:cNvSpPr txBox="1"/>
              <p:nvPr/>
            </p:nvSpPr>
            <p:spPr>
              <a:xfrm>
                <a:off x="5480554" y="6878461"/>
                <a:ext cx="13272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97678382-5B63-43AA-85DB-CFB0A7FCA1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554" y="6878461"/>
                <a:ext cx="1327215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E70D29FF-92A9-4F55-992C-2250D39FAAA9}"/>
              </a:ext>
            </a:extLst>
          </p:cNvPr>
          <p:cNvSpPr txBox="1"/>
          <p:nvPr/>
        </p:nvSpPr>
        <p:spPr>
          <a:xfrm>
            <a:off x="3308776" y="172930"/>
            <a:ext cx="57649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Valley-mixed excitons transition rate</a:t>
            </a:r>
            <a:endParaRPr lang="zh-TW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7" name="文字方塊 136">
                <a:extLst>
                  <a:ext uri="{FF2B5EF4-FFF2-40B4-BE49-F238E27FC236}">
                    <a16:creationId xmlns:a16="http://schemas.microsoft.com/office/drawing/2014/main" id="{DB0EBD35-2601-4A37-A2AC-609C761196F0}"/>
                  </a:ext>
                </a:extLst>
              </p:cNvPr>
              <p:cNvSpPr txBox="1"/>
              <p:nvPr/>
            </p:nvSpPr>
            <p:spPr>
              <a:xfrm>
                <a:off x="7083237" y="2501146"/>
                <a:ext cx="33965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dirty="0"/>
              </a:p>
            </p:txBody>
          </p:sp>
        </mc:Choice>
        <mc:Fallback>
          <p:sp>
            <p:nvSpPr>
              <p:cNvPr id="137" name="文字方塊 136">
                <a:extLst>
                  <a:ext uri="{FF2B5EF4-FFF2-40B4-BE49-F238E27FC236}">
                    <a16:creationId xmlns:a16="http://schemas.microsoft.com/office/drawing/2014/main" id="{DB0EBD35-2601-4A37-A2AC-609C761196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237" y="2501146"/>
                <a:ext cx="339653" cy="369332"/>
              </a:xfrm>
              <a:prstGeom prst="rect">
                <a:avLst/>
              </a:prstGeom>
              <a:blipFill>
                <a:blip r:embed="rId9"/>
                <a:stretch>
                  <a:fillRect r="-96429"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1B1AAD9D-408C-4468-B186-CABD045674D2}"/>
                  </a:ext>
                </a:extLst>
              </p:cNvPr>
              <p:cNvSpPr txBox="1"/>
              <p:nvPr/>
            </p:nvSpPr>
            <p:spPr>
              <a:xfrm>
                <a:off x="4990228" y="2501146"/>
                <a:ext cx="33965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dirty="0"/>
              </a:p>
            </p:txBody>
          </p:sp>
        </mc:Choice>
        <mc:Fallback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1B1AAD9D-408C-4468-B186-CABD04567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0228" y="2501146"/>
                <a:ext cx="339653" cy="369332"/>
              </a:xfrm>
              <a:prstGeom prst="rect">
                <a:avLst/>
              </a:prstGeom>
              <a:blipFill>
                <a:blip r:embed="rId10"/>
                <a:stretch>
                  <a:fillRect r="-100000"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4" name="群組 163">
            <a:extLst>
              <a:ext uri="{FF2B5EF4-FFF2-40B4-BE49-F238E27FC236}">
                <a16:creationId xmlns:a16="http://schemas.microsoft.com/office/drawing/2014/main" id="{14E6C81E-0E2A-42D8-8476-DDCBD5310858}"/>
              </a:ext>
            </a:extLst>
          </p:cNvPr>
          <p:cNvGrpSpPr/>
          <p:nvPr/>
        </p:nvGrpSpPr>
        <p:grpSpPr>
          <a:xfrm>
            <a:off x="4735391" y="1714201"/>
            <a:ext cx="609103" cy="642390"/>
            <a:chOff x="6583394" y="1501875"/>
            <a:chExt cx="1650681" cy="1740889"/>
          </a:xfrm>
        </p:grpSpPr>
        <p:grpSp>
          <p:nvGrpSpPr>
            <p:cNvPr id="165" name="群組 164">
              <a:extLst>
                <a:ext uri="{FF2B5EF4-FFF2-40B4-BE49-F238E27FC236}">
                  <a16:creationId xmlns:a16="http://schemas.microsoft.com/office/drawing/2014/main" id="{5A8132A6-FF60-4827-9F05-9DB2365C239F}"/>
                </a:ext>
              </a:extLst>
            </p:cNvPr>
            <p:cNvGrpSpPr/>
            <p:nvPr/>
          </p:nvGrpSpPr>
          <p:grpSpPr>
            <a:xfrm>
              <a:off x="6929132" y="2420541"/>
              <a:ext cx="361452" cy="346736"/>
              <a:chOff x="1373392" y="2391862"/>
              <a:chExt cx="479433" cy="476535"/>
            </a:xfrm>
          </p:grpSpPr>
          <p:sp>
            <p:nvSpPr>
              <p:cNvPr id="168" name="箭號: 向右 167">
                <a:extLst>
                  <a:ext uri="{FF2B5EF4-FFF2-40B4-BE49-F238E27FC236}">
                    <a16:creationId xmlns:a16="http://schemas.microsoft.com/office/drawing/2014/main" id="{E1B38FEF-9C78-49A5-B8F3-D20744FC5451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43">
                  <a:solidFill>
                    <a:schemeClr val="bg1"/>
                  </a:solidFill>
                </a:endParaRPr>
              </a:p>
            </p:txBody>
          </p:sp>
          <p:sp>
            <p:nvSpPr>
              <p:cNvPr id="169" name="箭號: 向右 168">
                <a:extLst>
                  <a:ext uri="{FF2B5EF4-FFF2-40B4-BE49-F238E27FC236}">
                    <a16:creationId xmlns:a16="http://schemas.microsoft.com/office/drawing/2014/main" id="{E272DB87-94E8-4426-8ABF-549589550809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43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文字方塊 165">
                  <a:extLst>
                    <a:ext uri="{FF2B5EF4-FFF2-40B4-BE49-F238E27FC236}">
                      <a16:creationId xmlns:a16="http://schemas.microsoft.com/office/drawing/2014/main" id="{75A75D15-9DD0-4D6C-8328-D084412F1620}"/>
                    </a:ext>
                  </a:extLst>
                </p:cNvPr>
                <p:cNvSpPr txBox="1"/>
                <p:nvPr/>
              </p:nvSpPr>
              <p:spPr>
                <a:xfrm>
                  <a:off x="6583394" y="1501875"/>
                  <a:ext cx="416137" cy="106032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66" name="文字方塊 165">
                  <a:extLst>
                    <a:ext uri="{FF2B5EF4-FFF2-40B4-BE49-F238E27FC236}">
                      <a16:creationId xmlns:a16="http://schemas.microsoft.com/office/drawing/2014/main" id="{75A75D15-9DD0-4D6C-8328-D084412F16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3394" y="1501875"/>
                  <a:ext cx="416137" cy="1060325"/>
                </a:xfrm>
                <a:prstGeom prst="rect">
                  <a:avLst/>
                </a:prstGeom>
                <a:blipFill>
                  <a:blip r:embed="rId16"/>
                  <a:stretch>
                    <a:fillRect l="-20000" r="-160000" b="-625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7" name="文字方塊 166">
                  <a:extLst>
                    <a:ext uri="{FF2B5EF4-FFF2-40B4-BE49-F238E27FC236}">
                      <a16:creationId xmlns:a16="http://schemas.microsoft.com/office/drawing/2014/main" id="{161036E5-DA30-4039-B209-0F4B077BE1DB}"/>
                    </a:ext>
                  </a:extLst>
                </p:cNvPr>
                <p:cNvSpPr txBox="1"/>
                <p:nvPr/>
              </p:nvSpPr>
              <p:spPr>
                <a:xfrm>
                  <a:off x="7165986" y="2241867"/>
                  <a:ext cx="1068089" cy="10008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67" name="文字方塊 166">
                  <a:extLst>
                    <a:ext uri="{FF2B5EF4-FFF2-40B4-BE49-F238E27FC236}">
                      <a16:creationId xmlns:a16="http://schemas.microsoft.com/office/drawing/2014/main" id="{161036E5-DA30-4039-B209-0F4B077BE1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65986" y="2241867"/>
                  <a:ext cx="1068089" cy="1000897"/>
                </a:xfrm>
                <a:prstGeom prst="rect">
                  <a:avLst/>
                </a:prstGeom>
                <a:blipFill>
                  <a:blip r:embed="rId17"/>
                  <a:stretch>
                    <a:fillRect l="-3077" b="-819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0" name="群組 169">
            <a:extLst>
              <a:ext uri="{FF2B5EF4-FFF2-40B4-BE49-F238E27FC236}">
                <a16:creationId xmlns:a16="http://schemas.microsoft.com/office/drawing/2014/main" id="{F967FB34-A009-4C42-B0D1-7ABFB577004E}"/>
              </a:ext>
            </a:extLst>
          </p:cNvPr>
          <p:cNvGrpSpPr/>
          <p:nvPr/>
        </p:nvGrpSpPr>
        <p:grpSpPr>
          <a:xfrm>
            <a:off x="6825287" y="1714201"/>
            <a:ext cx="609103" cy="642390"/>
            <a:chOff x="6583394" y="1501875"/>
            <a:chExt cx="1650681" cy="1740889"/>
          </a:xfrm>
        </p:grpSpPr>
        <p:grpSp>
          <p:nvGrpSpPr>
            <p:cNvPr id="171" name="群組 170">
              <a:extLst>
                <a:ext uri="{FF2B5EF4-FFF2-40B4-BE49-F238E27FC236}">
                  <a16:creationId xmlns:a16="http://schemas.microsoft.com/office/drawing/2014/main" id="{20526CE6-FBFA-4525-8A7C-09B993A0D880}"/>
                </a:ext>
              </a:extLst>
            </p:cNvPr>
            <p:cNvGrpSpPr/>
            <p:nvPr/>
          </p:nvGrpSpPr>
          <p:grpSpPr>
            <a:xfrm>
              <a:off x="6929132" y="2420541"/>
              <a:ext cx="361452" cy="346736"/>
              <a:chOff x="1373392" y="2391862"/>
              <a:chExt cx="479433" cy="476535"/>
            </a:xfrm>
          </p:grpSpPr>
          <p:sp>
            <p:nvSpPr>
              <p:cNvPr id="174" name="箭號: 向右 173">
                <a:extLst>
                  <a:ext uri="{FF2B5EF4-FFF2-40B4-BE49-F238E27FC236}">
                    <a16:creationId xmlns:a16="http://schemas.microsoft.com/office/drawing/2014/main" id="{1C356C93-FD6C-4265-8E33-7C77F1E09505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43">
                  <a:solidFill>
                    <a:schemeClr val="bg1"/>
                  </a:solidFill>
                </a:endParaRPr>
              </a:p>
            </p:txBody>
          </p:sp>
          <p:sp>
            <p:nvSpPr>
              <p:cNvPr id="175" name="箭號: 向右 174">
                <a:extLst>
                  <a:ext uri="{FF2B5EF4-FFF2-40B4-BE49-F238E27FC236}">
                    <a16:creationId xmlns:a16="http://schemas.microsoft.com/office/drawing/2014/main" id="{7ACE5D12-B75E-49E8-8E4D-8F17F9B769A7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43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2" name="文字方塊 171">
                  <a:extLst>
                    <a:ext uri="{FF2B5EF4-FFF2-40B4-BE49-F238E27FC236}">
                      <a16:creationId xmlns:a16="http://schemas.microsoft.com/office/drawing/2014/main" id="{1139A5D6-48D9-4C19-B516-03810CC5FB56}"/>
                    </a:ext>
                  </a:extLst>
                </p:cNvPr>
                <p:cNvSpPr txBox="1"/>
                <p:nvPr/>
              </p:nvSpPr>
              <p:spPr>
                <a:xfrm>
                  <a:off x="6583394" y="1501875"/>
                  <a:ext cx="416137" cy="106032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72" name="文字方塊 171">
                  <a:extLst>
                    <a:ext uri="{FF2B5EF4-FFF2-40B4-BE49-F238E27FC236}">
                      <a16:creationId xmlns:a16="http://schemas.microsoft.com/office/drawing/2014/main" id="{1139A5D6-48D9-4C19-B516-03810CC5F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3394" y="1501875"/>
                  <a:ext cx="416137" cy="1060325"/>
                </a:xfrm>
                <a:prstGeom prst="rect">
                  <a:avLst/>
                </a:prstGeom>
                <a:blipFill>
                  <a:blip r:embed="rId18"/>
                  <a:stretch>
                    <a:fillRect l="-20000" r="-160000" b="-625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3" name="文字方塊 172">
                  <a:extLst>
                    <a:ext uri="{FF2B5EF4-FFF2-40B4-BE49-F238E27FC236}">
                      <a16:creationId xmlns:a16="http://schemas.microsoft.com/office/drawing/2014/main" id="{1D150E5E-67F0-4869-9BCE-97E831B443DE}"/>
                    </a:ext>
                  </a:extLst>
                </p:cNvPr>
                <p:cNvSpPr txBox="1"/>
                <p:nvPr/>
              </p:nvSpPr>
              <p:spPr>
                <a:xfrm>
                  <a:off x="7165986" y="2241867"/>
                  <a:ext cx="1068089" cy="10008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73" name="文字方塊 172">
                  <a:extLst>
                    <a:ext uri="{FF2B5EF4-FFF2-40B4-BE49-F238E27FC236}">
                      <a16:creationId xmlns:a16="http://schemas.microsoft.com/office/drawing/2014/main" id="{1D150E5E-67F0-4869-9BCE-97E831B443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65986" y="2241867"/>
                  <a:ext cx="1068089" cy="1000897"/>
                </a:xfrm>
                <a:prstGeom prst="rect">
                  <a:avLst/>
                </a:prstGeom>
                <a:blipFill>
                  <a:blip r:embed="rId19"/>
                  <a:stretch>
                    <a:fillRect l="-3077" b="-819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76" name="圖片 175">
            <a:extLst>
              <a:ext uri="{FF2B5EF4-FFF2-40B4-BE49-F238E27FC236}">
                <a16:creationId xmlns:a16="http://schemas.microsoft.com/office/drawing/2014/main" id="{DEE28586-A0AF-492E-8F87-145CFA19CF00}"/>
              </a:ext>
            </a:extLst>
          </p:cNvPr>
          <p:cNvPicPr>
            <a:picLocks noChangeAspect="1"/>
          </p:cNvPicPr>
          <p:nvPr/>
        </p:nvPicPr>
        <p:blipFill rotWithShape="1">
          <a:blip r:embed="rId2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49833"/>
          <a:stretch/>
        </p:blipFill>
        <p:spPr>
          <a:xfrm>
            <a:off x="7696312" y="1323635"/>
            <a:ext cx="500348" cy="1672956"/>
          </a:xfrm>
          <a:prstGeom prst="rect">
            <a:avLst/>
          </a:prstGeom>
        </p:spPr>
      </p:pic>
      <p:pic>
        <p:nvPicPr>
          <p:cNvPr id="177" name="圖片 176">
            <a:extLst>
              <a:ext uri="{FF2B5EF4-FFF2-40B4-BE49-F238E27FC236}">
                <a16:creationId xmlns:a16="http://schemas.microsoft.com/office/drawing/2014/main" id="{00543ECA-6D28-449C-AFDA-86636D63B2C6}"/>
              </a:ext>
            </a:extLst>
          </p:cNvPr>
          <p:cNvPicPr>
            <a:picLocks noChangeAspect="1"/>
          </p:cNvPicPr>
          <p:nvPr/>
        </p:nvPicPr>
        <p:blipFill rotWithShape="1">
          <a:blip r:embed="rId2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" b="50242"/>
          <a:stretch/>
        </p:blipFill>
        <p:spPr>
          <a:xfrm>
            <a:off x="5606415" y="1336319"/>
            <a:ext cx="500348" cy="1659293"/>
          </a:xfrm>
          <a:prstGeom prst="rect">
            <a:avLst/>
          </a:prstGeom>
        </p:spPr>
      </p:pic>
      <p:pic>
        <p:nvPicPr>
          <p:cNvPr id="178" name="圖片 177">
            <a:extLst>
              <a:ext uri="{FF2B5EF4-FFF2-40B4-BE49-F238E27FC236}">
                <a16:creationId xmlns:a16="http://schemas.microsoft.com/office/drawing/2014/main" id="{7646832E-A176-47E1-958F-ECD5C00899D6}"/>
              </a:ext>
            </a:extLst>
          </p:cNvPr>
          <p:cNvPicPr>
            <a:picLocks noChangeAspect="1"/>
          </p:cNvPicPr>
          <p:nvPr/>
        </p:nvPicPr>
        <p:blipFill rotWithShape="1">
          <a:blip r:embed="rId21"/>
          <a:srcRect l="2509" t="413" r="588" b="51748"/>
          <a:stretch/>
        </p:blipFill>
        <p:spPr>
          <a:xfrm>
            <a:off x="1312029" y="4256036"/>
            <a:ext cx="1569948" cy="1563079"/>
          </a:xfrm>
          <a:prstGeom prst="rect">
            <a:avLst/>
          </a:prstGeom>
        </p:spPr>
      </p:pic>
      <p:pic>
        <p:nvPicPr>
          <p:cNvPr id="179" name="圖片 178">
            <a:extLst>
              <a:ext uri="{FF2B5EF4-FFF2-40B4-BE49-F238E27FC236}">
                <a16:creationId xmlns:a16="http://schemas.microsoft.com/office/drawing/2014/main" id="{0B650AEE-3D59-4865-856C-95B5BC9E70C3}"/>
              </a:ext>
            </a:extLst>
          </p:cNvPr>
          <p:cNvPicPr>
            <a:picLocks noChangeAspect="1"/>
          </p:cNvPicPr>
          <p:nvPr/>
        </p:nvPicPr>
        <p:blipFill rotWithShape="1">
          <a:blip r:embed="rId21"/>
          <a:srcRect l="2509" t="50928" r="588" b="1077"/>
          <a:stretch/>
        </p:blipFill>
        <p:spPr>
          <a:xfrm>
            <a:off x="2947149" y="4256010"/>
            <a:ext cx="1570462" cy="1568663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B42E94F5-8EB4-47F7-BAF9-529AF6099383}"/>
              </a:ext>
            </a:extLst>
          </p:cNvPr>
          <p:cNvPicPr>
            <a:picLocks noChangeAspect="1"/>
          </p:cNvPicPr>
          <p:nvPr/>
        </p:nvPicPr>
        <p:blipFill rotWithShape="1">
          <a:blip r:embed="rId2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66588"/>
          <a:stretch/>
        </p:blipFill>
        <p:spPr>
          <a:xfrm>
            <a:off x="1695582" y="1851660"/>
            <a:ext cx="2230583" cy="541020"/>
          </a:xfrm>
          <a:prstGeom prst="rect">
            <a:avLst/>
          </a:prstGeom>
        </p:spPr>
      </p:pic>
      <p:pic>
        <p:nvPicPr>
          <p:cNvPr id="180" name="圖片 179">
            <a:extLst>
              <a:ext uri="{FF2B5EF4-FFF2-40B4-BE49-F238E27FC236}">
                <a16:creationId xmlns:a16="http://schemas.microsoft.com/office/drawing/2014/main" id="{9BB82696-956D-4F4E-96A6-1D9CF5EC3B8E}"/>
              </a:ext>
            </a:extLst>
          </p:cNvPr>
          <p:cNvPicPr>
            <a:picLocks noChangeAspect="1"/>
          </p:cNvPicPr>
          <p:nvPr/>
        </p:nvPicPr>
        <p:blipFill rotWithShape="1">
          <a:blip r:embed="rId2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8083"/>
          <a:stretch/>
        </p:blipFill>
        <p:spPr>
          <a:xfrm>
            <a:off x="8372432" y="1838324"/>
            <a:ext cx="2230583" cy="51681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7F8AD697-C9E9-454E-AB9B-C0967DBD37B1}"/>
                  </a:ext>
                </a:extLst>
              </p:cNvPr>
              <p:cNvSpPr txBox="1"/>
              <p:nvPr/>
            </p:nvSpPr>
            <p:spPr>
              <a:xfrm>
                <a:off x="5585654" y="2709168"/>
                <a:ext cx="53898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7F8AD697-C9E9-454E-AB9B-C0967DBD37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5654" y="2709168"/>
                <a:ext cx="538983" cy="307777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91362FCC-7CBD-4043-AF1D-5239C6C0FC04}"/>
                  </a:ext>
                </a:extLst>
              </p:cNvPr>
              <p:cNvSpPr txBox="1"/>
              <p:nvPr/>
            </p:nvSpPr>
            <p:spPr>
              <a:xfrm>
                <a:off x="7668221" y="2716388"/>
                <a:ext cx="53898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91362FCC-7CBD-4043-AF1D-5239C6C0FC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8221" y="2716388"/>
                <a:ext cx="538983" cy="307777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3" name="群組 62">
            <a:extLst>
              <a:ext uri="{FF2B5EF4-FFF2-40B4-BE49-F238E27FC236}">
                <a16:creationId xmlns:a16="http://schemas.microsoft.com/office/drawing/2014/main" id="{B9838978-C507-4C60-840F-C11DE3ED7468}"/>
              </a:ext>
            </a:extLst>
          </p:cNvPr>
          <p:cNvGrpSpPr/>
          <p:nvPr/>
        </p:nvGrpSpPr>
        <p:grpSpPr>
          <a:xfrm>
            <a:off x="4646971" y="3377958"/>
            <a:ext cx="2919455" cy="3036650"/>
            <a:chOff x="3213282" y="4585869"/>
            <a:chExt cx="2919455" cy="3036650"/>
          </a:xfrm>
        </p:grpSpPr>
        <p:grpSp>
          <p:nvGrpSpPr>
            <p:cNvPr id="64" name="群組 63">
              <a:extLst>
                <a:ext uri="{FF2B5EF4-FFF2-40B4-BE49-F238E27FC236}">
                  <a16:creationId xmlns:a16="http://schemas.microsoft.com/office/drawing/2014/main" id="{5619176D-05DE-45BE-ACE5-A4496922F919}"/>
                </a:ext>
              </a:extLst>
            </p:cNvPr>
            <p:cNvGrpSpPr/>
            <p:nvPr/>
          </p:nvGrpSpPr>
          <p:grpSpPr>
            <a:xfrm>
              <a:off x="3213282" y="4585869"/>
              <a:ext cx="2919455" cy="3036650"/>
              <a:chOff x="3909893" y="2121313"/>
              <a:chExt cx="2919455" cy="3036650"/>
            </a:xfrm>
          </p:grpSpPr>
          <p:sp>
            <p:nvSpPr>
              <p:cNvPr id="71" name="Oval 14">
                <a:extLst>
                  <a:ext uri="{FF2B5EF4-FFF2-40B4-BE49-F238E27FC236}">
                    <a16:creationId xmlns:a16="http://schemas.microsoft.com/office/drawing/2014/main" id="{F021D632-A90C-4211-85E4-30D35556A8B4}"/>
                  </a:ext>
                </a:extLst>
              </p:cNvPr>
              <p:cNvSpPr/>
              <p:nvPr/>
            </p:nvSpPr>
            <p:spPr>
              <a:xfrm>
                <a:off x="5222336" y="2135621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0">
                    <a:srgbClr val="D1D1D1"/>
                  </a:gs>
                  <a:gs pos="23000">
                    <a:schemeClr val="bg1">
                      <a:lumMod val="85000"/>
                    </a:schemeClr>
                  </a:gs>
                  <a:gs pos="69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2" name="Oval 4">
                <a:extLst>
                  <a:ext uri="{FF2B5EF4-FFF2-40B4-BE49-F238E27FC236}">
                    <a16:creationId xmlns:a16="http://schemas.microsoft.com/office/drawing/2014/main" id="{68C120B3-1BAD-4D45-BEE4-7DDAD8BD0556}"/>
                  </a:ext>
                </a:extLst>
              </p:cNvPr>
              <p:cNvSpPr/>
              <p:nvPr/>
            </p:nvSpPr>
            <p:spPr>
              <a:xfrm>
                <a:off x="4061937" y="2288513"/>
                <a:ext cx="2623960" cy="27180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accent3">
                      <a:lumMod val="60000"/>
                      <a:lumOff val="40000"/>
                      <a:alpha val="60000"/>
                    </a:schemeClr>
                  </a:gs>
                  <a:gs pos="55000">
                    <a:schemeClr val="accent3">
                      <a:lumMod val="40000"/>
                      <a:lumOff val="60000"/>
                      <a:alpha val="60000"/>
                    </a:schemeClr>
                  </a:gs>
                  <a:gs pos="0">
                    <a:schemeClr val="bg1">
                      <a:alpha val="60000"/>
                    </a:schemeClr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57150">
                <a:solidFill>
                  <a:srgbClr val="D5D7DA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3" name="Oval 15">
                <a:extLst>
                  <a:ext uri="{FF2B5EF4-FFF2-40B4-BE49-F238E27FC236}">
                    <a16:creationId xmlns:a16="http://schemas.microsoft.com/office/drawing/2014/main" id="{C740CCD3-2EDF-44D8-9213-191E1A850003}"/>
                  </a:ext>
                </a:extLst>
              </p:cNvPr>
              <p:cNvSpPr/>
              <p:nvPr/>
            </p:nvSpPr>
            <p:spPr>
              <a:xfrm>
                <a:off x="5222336" y="4852179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7000">
                    <a:srgbClr val="D1D1D1"/>
                  </a:gs>
                  <a:gs pos="0">
                    <a:schemeClr val="bg1">
                      <a:lumMod val="85000"/>
                    </a:schemeClr>
                  </a:gs>
                  <a:gs pos="60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4" name="SHO">
                <a:extLst>
                  <a:ext uri="{FF2B5EF4-FFF2-40B4-BE49-F238E27FC236}">
                    <a16:creationId xmlns:a16="http://schemas.microsoft.com/office/drawing/2014/main" id="{9560459F-2D18-44EF-9ABD-635D33EEBD58}"/>
                  </a:ext>
                </a:extLst>
              </p:cNvPr>
              <p:cNvSpPr/>
              <p:nvPr/>
            </p:nvSpPr>
            <p:spPr>
              <a:xfrm rot="16200000">
                <a:off x="4804171" y="2336484"/>
                <a:ext cx="1131525" cy="2623960"/>
              </a:xfrm>
              <a:prstGeom prst="arc">
                <a:avLst>
                  <a:gd name="adj1" fmla="val 5396867"/>
                  <a:gd name="adj2" fmla="val 5395779"/>
                </a:avLst>
              </a:prstGeom>
              <a:gradFill flip="none" rotWithShape="1">
                <a:gsLst>
                  <a:gs pos="0">
                    <a:schemeClr val="bg1">
                      <a:lumMod val="65000"/>
                    </a:schemeClr>
                  </a:gs>
                  <a:gs pos="47000">
                    <a:schemeClr val="bg1">
                      <a:lumMod val="50000"/>
                    </a:schemeClr>
                  </a:gs>
                  <a:gs pos="97000">
                    <a:srgbClr val="5E5E5E"/>
                  </a:gs>
                </a:gsLst>
                <a:path path="circle">
                  <a:fillToRect l="50000" t="50000" r="50000" b="50000"/>
                </a:path>
                <a:tileRect/>
              </a:gradFill>
              <a:ln w="3175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5" name="SVO">
                <a:extLst>
                  <a:ext uri="{FF2B5EF4-FFF2-40B4-BE49-F238E27FC236}">
                    <a16:creationId xmlns:a16="http://schemas.microsoft.com/office/drawing/2014/main" id="{2AE36AF6-3434-4FAA-840D-B1940BB8295E}"/>
                  </a:ext>
                </a:extLst>
              </p:cNvPr>
              <p:cNvSpPr/>
              <p:nvPr/>
            </p:nvSpPr>
            <p:spPr>
              <a:xfrm>
                <a:off x="4712309" y="2289422"/>
                <a:ext cx="1311980" cy="2718084"/>
              </a:xfrm>
              <a:prstGeom prst="ellipse">
                <a:avLst/>
              </a:prstGeom>
              <a:noFill/>
              <a:ln w="25400"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6">
                <a:extLst>
                  <a:ext uri="{FF2B5EF4-FFF2-40B4-BE49-F238E27FC236}">
                    <a16:creationId xmlns:a16="http://schemas.microsoft.com/office/drawing/2014/main" id="{8A614575-EB3B-4C16-84A4-95993B0D364E}"/>
                  </a:ext>
                </a:extLst>
              </p:cNvPr>
              <p:cNvSpPr/>
              <p:nvPr/>
            </p:nvSpPr>
            <p:spPr>
              <a:xfrm rot="16200000">
                <a:off x="4804171" y="2336484"/>
                <a:ext cx="1131525" cy="2623960"/>
              </a:xfrm>
              <a:prstGeom prst="ellipse">
                <a:avLst/>
              </a:prstGeom>
              <a:noFill/>
              <a:ln w="38100">
                <a:solidFill>
                  <a:schemeClr val="tx1">
                    <a:alpha val="6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7" name="TextBox 11">
                    <a:extLst>
                      <a:ext uri="{FF2B5EF4-FFF2-40B4-BE49-F238E27FC236}">
                        <a16:creationId xmlns:a16="http://schemas.microsoft.com/office/drawing/2014/main" id="{7016EC28-BBB9-494E-BD42-FAF960FF8C84}"/>
                      </a:ext>
                    </a:extLst>
                  </p:cNvPr>
                  <p:cNvSpPr txBox="1"/>
                  <p:nvPr/>
                </p:nvSpPr>
                <p:spPr>
                  <a:xfrm>
                    <a:off x="4440286" y="3358991"/>
                    <a:ext cx="321505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13" name="TextBox 11">
                    <a:extLst>
                      <a:ext uri="{FF2B5EF4-FFF2-40B4-BE49-F238E27FC236}">
                        <a16:creationId xmlns:a16="http://schemas.microsoft.com/office/drawing/2014/main" id="{B7A5A3D7-6CE8-4726-9BEB-8C30B332BF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40286" y="3358991"/>
                    <a:ext cx="321505" cy="523220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8" name="Oval 22">
                <a:extLst>
                  <a:ext uri="{FF2B5EF4-FFF2-40B4-BE49-F238E27FC236}">
                    <a16:creationId xmlns:a16="http://schemas.microsoft.com/office/drawing/2014/main" id="{0F818433-C4C1-466F-A526-36092664DA96}"/>
                  </a:ext>
                </a:extLst>
              </p:cNvPr>
              <p:cNvSpPr/>
              <p:nvPr/>
            </p:nvSpPr>
            <p:spPr>
              <a:xfrm>
                <a:off x="5220616" y="4852179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9" name="TextBox 12">
                    <a:extLst>
                      <a:ext uri="{FF2B5EF4-FFF2-40B4-BE49-F238E27FC236}">
                        <a16:creationId xmlns:a16="http://schemas.microsoft.com/office/drawing/2014/main" id="{1F6A1A11-8E36-4909-84E7-FBC7F5206463}"/>
                      </a:ext>
                    </a:extLst>
                  </p:cNvPr>
                  <p:cNvSpPr txBox="1"/>
                  <p:nvPr/>
                </p:nvSpPr>
                <p:spPr>
                  <a:xfrm>
                    <a:off x="5682303" y="3497725"/>
                    <a:ext cx="321505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15" name="TextBox 12">
                    <a:extLst>
                      <a:ext uri="{FF2B5EF4-FFF2-40B4-BE49-F238E27FC236}">
                        <a16:creationId xmlns:a16="http://schemas.microsoft.com/office/drawing/2014/main" id="{C30F96C9-2DED-45AF-B673-D98C394280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82303" y="3497725"/>
                    <a:ext cx="321505" cy="523220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0" name="TextBox 13">
                    <a:extLst>
                      <a:ext uri="{FF2B5EF4-FFF2-40B4-BE49-F238E27FC236}">
                        <a16:creationId xmlns:a16="http://schemas.microsoft.com/office/drawing/2014/main" id="{CE7A9E3D-14B5-4FCD-B706-CCDC4911F926}"/>
                      </a:ext>
                    </a:extLst>
                  </p:cNvPr>
                  <p:cNvSpPr txBox="1"/>
                  <p:nvPr/>
                </p:nvSpPr>
                <p:spPr>
                  <a:xfrm>
                    <a:off x="5200614" y="2429547"/>
                    <a:ext cx="321505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16" name="TextBox 13">
                    <a:extLst>
                      <a:ext uri="{FF2B5EF4-FFF2-40B4-BE49-F238E27FC236}">
                        <a16:creationId xmlns:a16="http://schemas.microsoft.com/office/drawing/2014/main" id="{34AEE752-FCEC-49A9-B464-EE05AB88A4C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200614" y="2429547"/>
                    <a:ext cx="321505" cy="523220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1" name="DVO">
                <a:extLst>
                  <a:ext uri="{FF2B5EF4-FFF2-40B4-BE49-F238E27FC236}">
                    <a16:creationId xmlns:a16="http://schemas.microsoft.com/office/drawing/2014/main" id="{0568F395-8414-4213-A7CC-7D2380602D8D}"/>
                  </a:ext>
                </a:extLst>
              </p:cNvPr>
              <p:cNvSpPr/>
              <p:nvPr/>
            </p:nvSpPr>
            <p:spPr>
              <a:xfrm flipH="1">
                <a:off x="4712309" y="2289422"/>
                <a:ext cx="1311980" cy="2718084"/>
              </a:xfrm>
              <a:prstGeom prst="arc">
                <a:avLst>
                  <a:gd name="adj1" fmla="val 5396867"/>
                  <a:gd name="adj2" fmla="val 16170484"/>
                </a:avLst>
              </a:prstGeom>
              <a:ln w="2540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2" name="Oval 23">
                <a:extLst>
                  <a:ext uri="{FF2B5EF4-FFF2-40B4-BE49-F238E27FC236}">
                    <a16:creationId xmlns:a16="http://schemas.microsoft.com/office/drawing/2014/main" id="{4AE576C2-7141-4E5F-ADA6-999011701F9F}"/>
                  </a:ext>
                </a:extLst>
              </p:cNvPr>
              <p:cNvSpPr/>
              <p:nvPr/>
            </p:nvSpPr>
            <p:spPr>
              <a:xfrm>
                <a:off x="6534153" y="3495572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83" name="Straight Arrow Connector 7">
                <a:extLst>
                  <a:ext uri="{FF2B5EF4-FFF2-40B4-BE49-F238E27FC236}">
                    <a16:creationId xmlns:a16="http://schemas.microsoft.com/office/drawing/2014/main" id="{E880D3F6-B021-4E14-AC9F-8AE4E2FC355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2789" y="2834235"/>
                <a:ext cx="3083" cy="81024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Arrow Connector 19">
                <a:extLst>
                  <a:ext uri="{FF2B5EF4-FFF2-40B4-BE49-F238E27FC236}">
                    <a16:creationId xmlns:a16="http://schemas.microsoft.com/office/drawing/2014/main" id="{3E670AEE-9979-4653-BFB8-211751B987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68214" y="3640512"/>
                <a:ext cx="355802" cy="284861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Arrow Connector 18">
                <a:extLst>
                  <a:ext uri="{FF2B5EF4-FFF2-40B4-BE49-F238E27FC236}">
                    <a16:creationId xmlns:a16="http://schemas.microsoft.com/office/drawing/2014/main" id="{00D5D9A1-F421-4579-B1A9-5C22A28AAB6F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 flipV="1">
                <a:off x="5056896" y="3328917"/>
                <a:ext cx="0" cy="62319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6" name="Oval 20">
                <a:extLst>
                  <a:ext uri="{FF2B5EF4-FFF2-40B4-BE49-F238E27FC236}">
                    <a16:creationId xmlns:a16="http://schemas.microsoft.com/office/drawing/2014/main" id="{E56728AC-2960-446F-8627-2580E294E275}"/>
                  </a:ext>
                </a:extLst>
              </p:cNvPr>
              <p:cNvSpPr/>
              <p:nvPr/>
            </p:nvSpPr>
            <p:spPr>
              <a:xfrm>
                <a:off x="3909893" y="3495572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Oval 22">
                <a:extLst>
                  <a:ext uri="{FF2B5EF4-FFF2-40B4-BE49-F238E27FC236}">
                    <a16:creationId xmlns:a16="http://schemas.microsoft.com/office/drawing/2014/main" id="{51D7625E-CBB8-4902-8ED6-5BF8CA6451A1}"/>
                  </a:ext>
                </a:extLst>
              </p:cNvPr>
              <p:cNvSpPr/>
              <p:nvPr/>
            </p:nvSpPr>
            <p:spPr>
              <a:xfrm>
                <a:off x="5222764" y="2121313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65" name="Partial Circle 9">
              <a:extLst>
                <a:ext uri="{FF2B5EF4-FFF2-40B4-BE49-F238E27FC236}">
                  <a16:creationId xmlns:a16="http://schemas.microsoft.com/office/drawing/2014/main" id="{F933DB46-72D3-4311-AEA1-E68E06509C67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4454387" y="5697548"/>
              <a:ext cx="431715" cy="833530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6" name="TextBox 10">
                  <a:extLst>
                    <a:ext uri="{FF2B5EF4-FFF2-40B4-BE49-F238E27FC236}">
                      <a16:creationId xmlns:a16="http://schemas.microsoft.com/office/drawing/2014/main" id="{98E3AAEC-2F06-46C3-969A-9459A700D9AF}"/>
                    </a:ext>
                  </a:extLst>
                </p:cNvPr>
                <p:cNvSpPr txBox="1"/>
                <p:nvPr/>
              </p:nvSpPr>
              <p:spPr>
                <a:xfrm>
                  <a:off x="3994940" y="6032289"/>
                  <a:ext cx="32150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>
            <p:sp>
              <p:nvSpPr>
                <p:cNvPr id="66" name="TextBox 10">
                  <a:extLst>
                    <a:ext uri="{FF2B5EF4-FFF2-40B4-BE49-F238E27FC236}">
                      <a16:creationId xmlns:a16="http://schemas.microsoft.com/office/drawing/2014/main" id="{98E3AAEC-2F06-46C3-969A-9459A700D9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94940" y="6032289"/>
                  <a:ext cx="321504" cy="523220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7" name="Straight Arrow Connector 17">
              <a:extLst>
                <a:ext uri="{FF2B5EF4-FFF2-40B4-BE49-F238E27FC236}">
                  <a16:creationId xmlns:a16="http://schemas.microsoft.com/office/drawing/2014/main" id="{6CA24033-229F-44F2-9F58-FFC9F660E9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67952" y="6115823"/>
              <a:ext cx="402652" cy="520683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68" name="Partial Circle 9">
              <a:extLst>
                <a:ext uri="{FF2B5EF4-FFF2-40B4-BE49-F238E27FC236}">
                  <a16:creationId xmlns:a16="http://schemas.microsoft.com/office/drawing/2014/main" id="{DE197DEE-2003-4812-8EBF-A89769ED0DF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18126" y="5804915"/>
              <a:ext cx="301557" cy="609055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9" name="TextBox 10">
                  <a:extLst>
                    <a:ext uri="{FF2B5EF4-FFF2-40B4-BE49-F238E27FC236}">
                      <a16:creationId xmlns:a16="http://schemas.microsoft.com/office/drawing/2014/main" id="{B20A9566-239D-47F8-A3BE-DF729CFAA5FE}"/>
                    </a:ext>
                  </a:extLst>
                </p:cNvPr>
                <p:cNvSpPr txBox="1"/>
                <p:nvPr/>
              </p:nvSpPr>
              <p:spPr>
                <a:xfrm>
                  <a:off x="4721955" y="5460425"/>
                  <a:ext cx="32150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>
            <p:sp>
              <p:nvSpPr>
                <p:cNvPr id="69" name="TextBox 10">
                  <a:extLst>
                    <a:ext uri="{FF2B5EF4-FFF2-40B4-BE49-F238E27FC236}">
                      <a16:creationId xmlns:a16="http://schemas.microsoft.com/office/drawing/2014/main" id="{B20A9566-239D-47F8-A3BE-DF729CFAA5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1955" y="5460425"/>
                  <a:ext cx="321504" cy="523220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" name="Straight Arrow Connector 17">
              <a:extLst>
                <a:ext uri="{FF2B5EF4-FFF2-40B4-BE49-F238E27FC236}">
                  <a16:creationId xmlns:a16="http://schemas.microsoft.com/office/drawing/2014/main" id="{DA05305C-844D-4239-BBCB-0AA2F7A038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55909" y="5305876"/>
              <a:ext cx="1039268" cy="817070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04012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105</TotalTime>
  <Words>33</Words>
  <Application>Microsoft Office PowerPoint</Application>
  <PresentationFormat>自訂</PresentationFormat>
  <Paragraphs>20</Paragraphs>
  <Slides>2</Slides>
  <Notes>0</Notes>
  <HiddenSlides>1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9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11</cp:revision>
  <dcterms:created xsi:type="dcterms:W3CDTF">2026-04-28T04:34:15Z</dcterms:created>
  <dcterms:modified xsi:type="dcterms:W3CDTF">2026-05-06T06:20:31Z</dcterms:modified>
</cp:coreProperties>
</file>