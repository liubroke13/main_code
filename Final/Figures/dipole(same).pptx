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9" r:id="rId2"/>
    <p:sldId id="260" r:id="rId3"/>
  </p:sldIdLst>
  <p:sldSz cx="14760575" cy="4140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>
        <p:scale>
          <a:sx n="66" d="100"/>
          <a:sy n="66" d="100"/>
        </p:scale>
        <p:origin x="306" y="10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45072" y="677575"/>
            <a:ext cx="11070431" cy="1441403"/>
          </a:xfrm>
        </p:spPr>
        <p:txBody>
          <a:bodyPr anchor="b"/>
          <a:lstStyle>
            <a:lvl1pPr algn="ctr">
              <a:defRPr sz="3622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45072" y="2174564"/>
            <a:ext cx="11070431" cy="999590"/>
          </a:xfrm>
        </p:spPr>
        <p:txBody>
          <a:bodyPr/>
          <a:lstStyle>
            <a:lvl1pPr marL="0" indent="0" algn="ctr">
              <a:buNone/>
              <a:defRPr sz="1449"/>
            </a:lvl1pPr>
            <a:lvl2pPr marL="276012" indent="0" algn="ctr">
              <a:buNone/>
              <a:defRPr sz="1207"/>
            </a:lvl2pPr>
            <a:lvl3pPr marL="552023" indent="0" algn="ctr">
              <a:buNone/>
              <a:defRPr sz="1087"/>
            </a:lvl3pPr>
            <a:lvl4pPr marL="828035" indent="0" algn="ctr">
              <a:buNone/>
              <a:defRPr sz="966"/>
            </a:lvl4pPr>
            <a:lvl5pPr marL="1104047" indent="0" algn="ctr">
              <a:buNone/>
              <a:defRPr sz="966"/>
            </a:lvl5pPr>
            <a:lvl6pPr marL="1380058" indent="0" algn="ctr">
              <a:buNone/>
              <a:defRPr sz="966"/>
            </a:lvl6pPr>
            <a:lvl7pPr marL="1656070" indent="0" algn="ctr">
              <a:buNone/>
              <a:defRPr sz="966"/>
            </a:lvl7pPr>
            <a:lvl8pPr marL="1932081" indent="0" algn="ctr">
              <a:buNone/>
              <a:defRPr sz="966"/>
            </a:lvl8pPr>
            <a:lvl9pPr marL="2208093" indent="0" algn="ctr">
              <a:buNone/>
              <a:defRPr sz="966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2675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513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02" y="1032175"/>
            <a:ext cx="12730996" cy="1722208"/>
          </a:xfrm>
        </p:spPr>
        <p:txBody>
          <a:bodyPr anchor="b"/>
          <a:lstStyle>
            <a:lvl1pPr>
              <a:defRPr sz="3622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102" y="2770676"/>
            <a:ext cx="12730996" cy="905668"/>
          </a:xfrm>
        </p:spPr>
        <p:txBody>
          <a:bodyPr/>
          <a:lstStyle>
            <a:lvl1pPr marL="0" indent="0">
              <a:buNone/>
              <a:defRPr sz="1449">
                <a:solidFill>
                  <a:schemeClr val="tx1">
                    <a:tint val="75000"/>
                  </a:schemeClr>
                </a:solidFill>
              </a:defRPr>
            </a:lvl1pPr>
            <a:lvl2pPr marL="276012" indent="0">
              <a:buNone/>
              <a:defRPr sz="1207">
                <a:solidFill>
                  <a:schemeClr val="tx1">
                    <a:tint val="75000"/>
                  </a:schemeClr>
                </a:solidFill>
              </a:defRPr>
            </a:lvl2pPr>
            <a:lvl3pPr marL="552023" indent="0">
              <a:buNone/>
              <a:defRPr sz="1087">
                <a:solidFill>
                  <a:schemeClr val="tx1">
                    <a:tint val="75000"/>
                  </a:schemeClr>
                </a:solidFill>
              </a:defRPr>
            </a:lvl3pPr>
            <a:lvl4pPr marL="828035" indent="0">
              <a:buNone/>
              <a:defRPr sz="966">
                <a:solidFill>
                  <a:schemeClr val="tx1">
                    <a:tint val="75000"/>
                  </a:schemeClr>
                </a:solidFill>
              </a:defRPr>
            </a:lvl4pPr>
            <a:lvl5pPr marL="1104047" indent="0">
              <a:buNone/>
              <a:defRPr sz="966">
                <a:solidFill>
                  <a:schemeClr val="tx1">
                    <a:tint val="75000"/>
                  </a:schemeClr>
                </a:solidFill>
              </a:defRPr>
            </a:lvl5pPr>
            <a:lvl6pPr marL="1380058" indent="0">
              <a:buNone/>
              <a:defRPr sz="966">
                <a:solidFill>
                  <a:schemeClr val="tx1">
                    <a:tint val="75000"/>
                  </a:schemeClr>
                </a:solidFill>
              </a:defRPr>
            </a:lvl6pPr>
            <a:lvl7pPr marL="1656070" indent="0">
              <a:buNone/>
              <a:defRPr sz="966">
                <a:solidFill>
                  <a:schemeClr val="tx1">
                    <a:tint val="75000"/>
                  </a:schemeClr>
                </a:solidFill>
              </a:defRPr>
            </a:lvl7pPr>
            <a:lvl8pPr marL="1932081" indent="0">
              <a:buNone/>
              <a:defRPr sz="966">
                <a:solidFill>
                  <a:schemeClr val="tx1">
                    <a:tint val="75000"/>
                  </a:schemeClr>
                </a:solidFill>
              </a:defRPr>
            </a:lvl8pPr>
            <a:lvl9pPr marL="2208093" indent="0">
              <a:buNone/>
              <a:defRPr sz="96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2534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4790" y="1102137"/>
            <a:ext cx="6273244" cy="262691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72541" y="1102137"/>
            <a:ext cx="6273244" cy="262691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852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712" y="220428"/>
            <a:ext cx="12730996" cy="80024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712" y="1014924"/>
            <a:ext cx="6244415" cy="497399"/>
          </a:xfrm>
        </p:spPr>
        <p:txBody>
          <a:bodyPr anchor="b"/>
          <a:lstStyle>
            <a:lvl1pPr marL="0" indent="0">
              <a:buNone/>
              <a:defRPr sz="1449" b="1"/>
            </a:lvl1pPr>
            <a:lvl2pPr marL="276012" indent="0">
              <a:buNone/>
              <a:defRPr sz="1207" b="1"/>
            </a:lvl2pPr>
            <a:lvl3pPr marL="552023" indent="0">
              <a:buNone/>
              <a:defRPr sz="1087" b="1"/>
            </a:lvl3pPr>
            <a:lvl4pPr marL="828035" indent="0">
              <a:buNone/>
              <a:defRPr sz="966" b="1"/>
            </a:lvl4pPr>
            <a:lvl5pPr marL="1104047" indent="0">
              <a:buNone/>
              <a:defRPr sz="966" b="1"/>
            </a:lvl5pPr>
            <a:lvl6pPr marL="1380058" indent="0">
              <a:buNone/>
              <a:defRPr sz="966" b="1"/>
            </a:lvl6pPr>
            <a:lvl7pPr marL="1656070" indent="0">
              <a:buNone/>
              <a:defRPr sz="966" b="1"/>
            </a:lvl7pPr>
            <a:lvl8pPr marL="1932081" indent="0">
              <a:buNone/>
              <a:defRPr sz="966" b="1"/>
            </a:lvl8pPr>
            <a:lvl9pPr marL="2208093" indent="0">
              <a:buNone/>
              <a:defRPr sz="966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6712" y="1512323"/>
            <a:ext cx="6244415" cy="222439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72541" y="1014924"/>
            <a:ext cx="6275167" cy="497399"/>
          </a:xfrm>
        </p:spPr>
        <p:txBody>
          <a:bodyPr anchor="b"/>
          <a:lstStyle>
            <a:lvl1pPr marL="0" indent="0">
              <a:buNone/>
              <a:defRPr sz="1449" b="1"/>
            </a:lvl1pPr>
            <a:lvl2pPr marL="276012" indent="0">
              <a:buNone/>
              <a:defRPr sz="1207" b="1"/>
            </a:lvl2pPr>
            <a:lvl3pPr marL="552023" indent="0">
              <a:buNone/>
              <a:defRPr sz="1087" b="1"/>
            </a:lvl3pPr>
            <a:lvl4pPr marL="828035" indent="0">
              <a:buNone/>
              <a:defRPr sz="966" b="1"/>
            </a:lvl4pPr>
            <a:lvl5pPr marL="1104047" indent="0">
              <a:buNone/>
              <a:defRPr sz="966" b="1"/>
            </a:lvl5pPr>
            <a:lvl6pPr marL="1380058" indent="0">
              <a:buNone/>
              <a:defRPr sz="966" b="1"/>
            </a:lvl6pPr>
            <a:lvl7pPr marL="1656070" indent="0">
              <a:buNone/>
              <a:defRPr sz="966" b="1"/>
            </a:lvl7pPr>
            <a:lvl8pPr marL="1932081" indent="0">
              <a:buNone/>
              <a:defRPr sz="966" b="1"/>
            </a:lvl8pPr>
            <a:lvl9pPr marL="2208093" indent="0">
              <a:buNone/>
              <a:defRPr sz="966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72541" y="1512323"/>
            <a:ext cx="6275167" cy="222439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1114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435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1868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713" y="276013"/>
            <a:ext cx="4760669" cy="966047"/>
          </a:xfrm>
        </p:spPr>
        <p:txBody>
          <a:bodyPr anchor="b"/>
          <a:lstStyle>
            <a:lvl1pPr>
              <a:defRPr sz="1932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5167" y="596113"/>
            <a:ext cx="7472541" cy="2942225"/>
          </a:xfrm>
        </p:spPr>
        <p:txBody>
          <a:bodyPr/>
          <a:lstStyle>
            <a:lvl1pPr>
              <a:defRPr sz="1932"/>
            </a:lvl1pPr>
            <a:lvl2pPr>
              <a:defRPr sz="1690"/>
            </a:lvl2pPr>
            <a:lvl3pPr>
              <a:defRPr sz="1449"/>
            </a:lvl3pPr>
            <a:lvl4pPr>
              <a:defRPr sz="1207"/>
            </a:lvl4pPr>
            <a:lvl5pPr>
              <a:defRPr sz="1207"/>
            </a:lvl5pPr>
            <a:lvl6pPr>
              <a:defRPr sz="1207"/>
            </a:lvl6pPr>
            <a:lvl7pPr>
              <a:defRPr sz="1207"/>
            </a:lvl7pPr>
            <a:lvl8pPr>
              <a:defRPr sz="1207"/>
            </a:lvl8pPr>
            <a:lvl9pPr>
              <a:defRPr sz="120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713" y="1242060"/>
            <a:ext cx="4760669" cy="2301070"/>
          </a:xfrm>
        </p:spPr>
        <p:txBody>
          <a:bodyPr/>
          <a:lstStyle>
            <a:lvl1pPr marL="0" indent="0">
              <a:buNone/>
              <a:defRPr sz="966"/>
            </a:lvl1pPr>
            <a:lvl2pPr marL="276012" indent="0">
              <a:buNone/>
              <a:defRPr sz="845"/>
            </a:lvl2pPr>
            <a:lvl3pPr marL="552023" indent="0">
              <a:buNone/>
              <a:defRPr sz="724"/>
            </a:lvl3pPr>
            <a:lvl4pPr marL="828035" indent="0">
              <a:buNone/>
              <a:defRPr sz="604"/>
            </a:lvl4pPr>
            <a:lvl5pPr marL="1104047" indent="0">
              <a:buNone/>
              <a:defRPr sz="604"/>
            </a:lvl5pPr>
            <a:lvl6pPr marL="1380058" indent="0">
              <a:buNone/>
              <a:defRPr sz="604"/>
            </a:lvl6pPr>
            <a:lvl7pPr marL="1656070" indent="0">
              <a:buNone/>
              <a:defRPr sz="604"/>
            </a:lvl7pPr>
            <a:lvl8pPr marL="1932081" indent="0">
              <a:buNone/>
              <a:defRPr sz="604"/>
            </a:lvl8pPr>
            <a:lvl9pPr marL="2208093" indent="0">
              <a:buNone/>
              <a:defRPr sz="604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5648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713" y="276013"/>
            <a:ext cx="4760669" cy="966047"/>
          </a:xfrm>
        </p:spPr>
        <p:txBody>
          <a:bodyPr anchor="b"/>
          <a:lstStyle>
            <a:lvl1pPr>
              <a:defRPr sz="1932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75167" y="596113"/>
            <a:ext cx="7472541" cy="2942225"/>
          </a:xfrm>
        </p:spPr>
        <p:txBody>
          <a:bodyPr anchor="t"/>
          <a:lstStyle>
            <a:lvl1pPr marL="0" indent="0">
              <a:buNone/>
              <a:defRPr sz="1932"/>
            </a:lvl1pPr>
            <a:lvl2pPr marL="276012" indent="0">
              <a:buNone/>
              <a:defRPr sz="1690"/>
            </a:lvl2pPr>
            <a:lvl3pPr marL="552023" indent="0">
              <a:buNone/>
              <a:defRPr sz="1449"/>
            </a:lvl3pPr>
            <a:lvl4pPr marL="828035" indent="0">
              <a:buNone/>
              <a:defRPr sz="1207"/>
            </a:lvl4pPr>
            <a:lvl5pPr marL="1104047" indent="0">
              <a:buNone/>
              <a:defRPr sz="1207"/>
            </a:lvl5pPr>
            <a:lvl6pPr marL="1380058" indent="0">
              <a:buNone/>
              <a:defRPr sz="1207"/>
            </a:lvl6pPr>
            <a:lvl7pPr marL="1656070" indent="0">
              <a:buNone/>
              <a:defRPr sz="1207"/>
            </a:lvl7pPr>
            <a:lvl8pPr marL="1932081" indent="0">
              <a:buNone/>
              <a:defRPr sz="1207"/>
            </a:lvl8pPr>
            <a:lvl9pPr marL="2208093" indent="0">
              <a:buNone/>
              <a:defRPr sz="1207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713" y="1242060"/>
            <a:ext cx="4760669" cy="2301070"/>
          </a:xfrm>
        </p:spPr>
        <p:txBody>
          <a:bodyPr/>
          <a:lstStyle>
            <a:lvl1pPr marL="0" indent="0">
              <a:buNone/>
              <a:defRPr sz="966"/>
            </a:lvl1pPr>
            <a:lvl2pPr marL="276012" indent="0">
              <a:buNone/>
              <a:defRPr sz="845"/>
            </a:lvl2pPr>
            <a:lvl3pPr marL="552023" indent="0">
              <a:buNone/>
              <a:defRPr sz="724"/>
            </a:lvl3pPr>
            <a:lvl4pPr marL="828035" indent="0">
              <a:buNone/>
              <a:defRPr sz="604"/>
            </a:lvl4pPr>
            <a:lvl5pPr marL="1104047" indent="0">
              <a:buNone/>
              <a:defRPr sz="604"/>
            </a:lvl5pPr>
            <a:lvl6pPr marL="1380058" indent="0">
              <a:buNone/>
              <a:defRPr sz="604"/>
            </a:lvl6pPr>
            <a:lvl7pPr marL="1656070" indent="0">
              <a:buNone/>
              <a:defRPr sz="604"/>
            </a:lvl7pPr>
            <a:lvl8pPr marL="1932081" indent="0">
              <a:buNone/>
              <a:defRPr sz="604"/>
            </a:lvl8pPr>
            <a:lvl9pPr marL="2208093" indent="0">
              <a:buNone/>
              <a:defRPr sz="604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2481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2333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563036" y="220427"/>
            <a:ext cx="3182749" cy="350862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4789" y="220427"/>
            <a:ext cx="9363740" cy="350862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7861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4790" y="220428"/>
            <a:ext cx="12730996" cy="800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4790" y="1102137"/>
            <a:ext cx="12730996" cy="2626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14790" y="3837352"/>
            <a:ext cx="3321129" cy="2204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6DA3B7-5B64-4C08-AEF8-96FFEFD7A1CA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9441" y="3837352"/>
            <a:ext cx="4981694" cy="2204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24656" y="3837352"/>
            <a:ext cx="3321129" cy="2204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8624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552023" rtl="0" eaLnBrk="1" latinLnBrk="0" hangingPunct="1">
        <a:lnSpc>
          <a:spcPct val="90000"/>
        </a:lnSpc>
        <a:spcBef>
          <a:spcPct val="0"/>
        </a:spcBef>
        <a:buNone/>
        <a:defRPr sz="26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8006" indent="-138006" algn="l" defTabSz="552023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1690" kern="1200">
          <a:solidFill>
            <a:schemeClr val="tx1"/>
          </a:solidFill>
          <a:latin typeface="+mn-lt"/>
          <a:ea typeface="+mn-ea"/>
          <a:cs typeface="+mn-cs"/>
        </a:defRPr>
      </a:lvl1pPr>
      <a:lvl2pPr marL="414017" indent="-138006" algn="l" defTabSz="552023" rtl="0" eaLnBrk="1" latinLnBrk="0" hangingPunct="1">
        <a:lnSpc>
          <a:spcPct val="90000"/>
        </a:lnSpc>
        <a:spcBef>
          <a:spcPts val="302"/>
        </a:spcBef>
        <a:buFont typeface="Arial" panose="020B0604020202020204" pitchFamily="34" charset="0"/>
        <a:buChar char="•"/>
        <a:defRPr sz="1449" kern="1200">
          <a:solidFill>
            <a:schemeClr val="tx1"/>
          </a:solidFill>
          <a:latin typeface="+mn-lt"/>
          <a:ea typeface="+mn-ea"/>
          <a:cs typeface="+mn-cs"/>
        </a:defRPr>
      </a:lvl2pPr>
      <a:lvl3pPr marL="690029" indent="-138006" algn="l" defTabSz="552023" rtl="0" eaLnBrk="1" latinLnBrk="0" hangingPunct="1">
        <a:lnSpc>
          <a:spcPct val="90000"/>
        </a:lnSpc>
        <a:spcBef>
          <a:spcPts val="302"/>
        </a:spcBef>
        <a:buFont typeface="Arial" panose="020B0604020202020204" pitchFamily="34" charset="0"/>
        <a:buChar char="•"/>
        <a:defRPr sz="1207" kern="1200">
          <a:solidFill>
            <a:schemeClr val="tx1"/>
          </a:solidFill>
          <a:latin typeface="+mn-lt"/>
          <a:ea typeface="+mn-ea"/>
          <a:cs typeface="+mn-cs"/>
        </a:defRPr>
      </a:lvl3pPr>
      <a:lvl4pPr marL="966041" indent="-138006" algn="l" defTabSz="552023" rtl="0" eaLnBrk="1" latinLnBrk="0" hangingPunct="1">
        <a:lnSpc>
          <a:spcPct val="90000"/>
        </a:lnSpc>
        <a:spcBef>
          <a:spcPts val="302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4pPr>
      <a:lvl5pPr marL="1242052" indent="-138006" algn="l" defTabSz="552023" rtl="0" eaLnBrk="1" latinLnBrk="0" hangingPunct="1">
        <a:lnSpc>
          <a:spcPct val="90000"/>
        </a:lnSpc>
        <a:spcBef>
          <a:spcPts val="302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5pPr>
      <a:lvl6pPr marL="1518064" indent="-138006" algn="l" defTabSz="552023" rtl="0" eaLnBrk="1" latinLnBrk="0" hangingPunct="1">
        <a:lnSpc>
          <a:spcPct val="90000"/>
        </a:lnSpc>
        <a:spcBef>
          <a:spcPts val="302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6pPr>
      <a:lvl7pPr marL="1794076" indent="-138006" algn="l" defTabSz="552023" rtl="0" eaLnBrk="1" latinLnBrk="0" hangingPunct="1">
        <a:lnSpc>
          <a:spcPct val="90000"/>
        </a:lnSpc>
        <a:spcBef>
          <a:spcPts val="302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7pPr>
      <a:lvl8pPr marL="2070087" indent="-138006" algn="l" defTabSz="552023" rtl="0" eaLnBrk="1" latinLnBrk="0" hangingPunct="1">
        <a:lnSpc>
          <a:spcPct val="90000"/>
        </a:lnSpc>
        <a:spcBef>
          <a:spcPts val="302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8pPr>
      <a:lvl9pPr marL="2346099" indent="-138006" algn="l" defTabSz="552023" rtl="0" eaLnBrk="1" latinLnBrk="0" hangingPunct="1">
        <a:lnSpc>
          <a:spcPct val="90000"/>
        </a:lnSpc>
        <a:spcBef>
          <a:spcPts val="302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52023" rtl="0" eaLnBrk="1" latinLnBrk="0" hangingPunct="1">
        <a:defRPr sz="1087" kern="1200">
          <a:solidFill>
            <a:schemeClr val="tx1"/>
          </a:solidFill>
          <a:latin typeface="+mn-lt"/>
          <a:ea typeface="+mn-ea"/>
          <a:cs typeface="+mn-cs"/>
        </a:defRPr>
      </a:lvl1pPr>
      <a:lvl2pPr marL="276012" algn="l" defTabSz="552023" rtl="0" eaLnBrk="1" latinLnBrk="0" hangingPunct="1">
        <a:defRPr sz="1087" kern="1200">
          <a:solidFill>
            <a:schemeClr val="tx1"/>
          </a:solidFill>
          <a:latin typeface="+mn-lt"/>
          <a:ea typeface="+mn-ea"/>
          <a:cs typeface="+mn-cs"/>
        </a:defRPr>
      </a:lvl2pPr>
      <a:lvl3pPr marL="552023" algn="l" defTabSz="552023" rtl="0" eaLnBrk="1" latinLnBrk="0" hangingPunct="1">
        <a:defRPr sz="1087" kern="1200">
          <a:solidFill>
            <a:schemeClr val="tx1"/>
          </a:solidFill>
          <a:latin typeface="+mn-lt"/>
          <a:ea typeface="+mn-ea"/>
          <a:cs typeface="+mn-cs"/>
        </a:defRPr>
      </a:lvl3pPr>
      <a:lvl4pPr marL="828035" algn="l" defTabSz="552023" rtl="0" eaLnBrk="1" latinLnBrk="0" hangingPunct="1">
        <a:defRPr sz="1087" kern="1200">
          <a:solidFill>
            <a:schemeClr val="tx1"/>
          </a:solidFill>
          <a:latin typeface="+mn-lt"/>
          <a:ea typeface="+mn-ea"/>
          <a:cs typeface="+mn-cs"/>
        </a:defRPr>
      </a:lvl4pPr>
      <a:lvl5pPr marL="1104047" algn="l" defTabSz="552023" rtl="0" eaLnBrk="1" latinLnBrk="0" hangingPunct="1">
        <a:defRPr sz="1087" kern="1200">
          <a:solidFill>
            <a:schemeClr val="tx1"/>
          </a:solidFill>
          <a:latin typeface="+mn-lt"/>
          <a:ea typeface="+mn-ea"/>
          <a:cs typeface="+mn-cs"/>
        </a:defRPr>
      </a:lvl5pPr>
      <a:lvl6pPr marL="1380058" algn="l" defTabSz="552023" rtl="0" eaLnBrk="1" latinLnBrk="0" hangingPunct="1">
        <a:defRPr sz="1087" kern="1200">
          <a:solidFill>
            <a:schemeClr val="tx1"/>
          </a:solidFill>
          <a:latin typeface="+mn-lt"/>
          <a:ea typeface="+mn-ea"/>
          <a:cs typeface="+mn-cs"/>
        </a:defRPr>
      </a:lvl6pPr>
      <a:lvl7pPr marL="1656070" algn="l" defTabSz="552023" rtl="0" eaLnBrk="1" latinLnBrk="0" hangingPunct="1">
        <a:defRPr sz="1087" kern="1200">
          <a:solidFill>
            <a:schemeClr val="tx1"/>
          </a:solidFill>
          <a:latin typeface="+mn-lt"/>
          <a:ea typeface="+mn-ea"/>
          <a:cs typeface="+mn-cs"/>
        </a:defRPr>
      </a:lvl7pPr>
      <a:lvl8pPr marL="1932081" algn="l" defTabSz="552023" rtl="0" eaLnBrk="1" latinLnBrk="0" hangingPunct="1">
        <a:defRPr sz="1087" kern="1200">
          <a:solidFill>
            <a:schemeClr val="tx1"/>
          </a:solidFill>
          <a:latin typeface="+mn-lt"/>
          <a:ea typeface="+mn-ea"/>
          <a:cs typeface="+mn-cs"/>
        </a:defRPr>
      </a:lvl8pPr>
      <a:lvl9pPr marL="2208093" algn="l" defTabSz="552023" rtl="0" eaLnBrk="1" latinLnBrk="0" hangingPunct="1">
        <a:defRPr sz="10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2.png"/><Relationship Id="rId7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.png"/><Relationship Id="rId10" Type="http://schemas.openxmlformats.org/officeDocument/2006/relationships/image" Target="../media/image26.png"/><Relationship Id="rId4" Type="http://schemas.openxmlformats.org/officeDocument/2006/relationships/image" Target="../media/image1.png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: 圓角 73">
            <a:extLst>
              <a:ext uri="{FF2B5EF4-FFF2-40B4-BE49-F238E27FC236}">
                <a16:creationId xmlns:a16="http://schemas.microsoft.com/office/drawing/2014/main" id="{F173BA9E-F1F4-4963-BC7F-ADA7544E99D4}"/>
              </a:ext>
            </a:extLst>
          </p:cNvPr>
          <p:cNvSpPr/>
          <p:nvPr/>
        </p:nvSpPr>
        <p:spPr>
          <a:xfrm>
            <a:off x="1599682" y="-4903184"/>
            <a:ext cx="11561227" cy="13946577"/>
          </a:xfrm>
          <a:prstGeom prst="roundRect">
            <a:avLst>
              <a:gd name="adj" fmla="val 7772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395" dirty="0"/>
          </a:p>
        </p:txBody>
      </p:sp>
      <p:pic>
        <p:nvPicPr>
          <p:cNvPr id="330" name="圖片 329">
            <a:extLst>
              <a:ext uri="{FF2B5EF4-FFF2-40B4-BE49-F238E27FC236}">
                <a16:creationId xmlns:a16="http://schemas.microsoft.com/office/drawing/2014/main" id="{8EBEF602-B66A-460A-ADB4-0EE1A48F44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41" t="20500" r="28224" b="11933"/>
          <a:stretch/>
        </p:blipFill>
        <p:spPr>
          <a:xfrm>
            <a:off x="9716818" y="1925407"/>
            <a:ext cx="2870057" cy="2814097"/>
          </a:xfrm>
          <a:prstGeom prst="rect">
            <a:avLst/>
          </a:prstGeom>
        </p:spPr>
      </p:pic>
      <p:pic>
        <p:nvPicPr>
          <p:cNvPr id="185" name="圖片 184">
            <a:extLst>
              <a:ext uri="{FF2B5EF4-FFF2-40B4-BE49-F238E27FC236}">
                <a16:creationId xmlns:a16="http://schemas.microsoft.com/office/drawing/2014/main" id="{F3B560EC-0239-4628-9BB9-9AFE77C28FF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16334" y="1910693"/>
            <a:ext cx="2802659" cy="2816132"/>
          </a:xfrm>
          <a:prstGeom prst="rect">
            <a:avLst/>
          </a:prstGeom>
        </p:spPr>
      </p:pic>
      <p:pic>
        <p:nvPicPr>
          <p:cNvPr id="77" name="圖片 76">
            <a:extLst>
              <a:ext uri="{FF2B5EF4-FFF2-40B4-BE49-F238E27FC236}">
                <a16:creationId xmlns:a16="http://schemas.microsoft.com/office/drawing/2014/main" id="{25A5C2FC-FFD7-4E21-A3C5-4E772829EC0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6104930" y="-2446572"/>
            <a:ext cx="2812083" cy="2802278"/>
          </a:xfrm>
          <a:prstGeom prst="rect">
            <a:avLst/>
          </a:prstGeom>
        </p:spPr>
      </p:pic>
      <p:pic>
        <p:nvPicPr>
          <p:cNvPr id="78" name="圖片 77">
            <a:extLst>
              <a:ext uri="{FF2B5EF4-FFF2-40B4-BE49-F238E27FC236}">
                <a16:creationId xmlns:a16="http://schemas.microsoft.com/office/drawing/2014/main" id="{E83ADF42-9452-4EF2-B298-E2F32F8E521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6104930" y="5034732"/>
            <a:ext cx="2812083" cy="2802278"/>
          </a:xfrm>
          <a:prstGeom prst="rect">
            <a:avLst/>
          </a:prstGeom>
        </p:spPr>
      </p:pic>
      <p:grpSp>
        <p:nvGrpSpPr>
          <p:cNvPr id="79" name="群組 78">
            <a:extLst>
              <a:ext uri="{FF2B5EF4-FFF2-40B4-BE49-F238E27FC236}">
                <a16:creationId xmlns:a16="http://schemas.microsoft.com/office/drawing/2014/main" id="{D38C86A9-C7A6-49F0-9870-08ABBE5A53F2}"/>
              </a:ext>
            </a:extLst>
          </p:cNvPr>
          <p:cNvGrpSpPr/>
          <p:nvPr/>
        </p:nvGrpSpPr>
        <p:grpSpPr>
          <a:xfrm>
            <a:off x="5653371" y="986946"/>
            <a:ext cx="3884713" cy="4040656"/>
            <a:chOff x="3909893" y="2121313"/>
            <a:chExt cx="2919455" cy="3036650"/>
          </a:xfrm>
        </p:grpSpPr>
        <p:sp>
          <p:nvSpPr>
            <p:cNvPr id="80" name="Oval 14">
              <a:extLst>
                <a:ext uri="{FF2B5EF4-FFF2-40B4-BE49-F238E27FC236}">
                  <a16:creationId xmlns:a16="http://schemas.microsoft.com/office/drawing/2014/main" id="{41504E98-BD60-4BB9-9DF6-4A1A45E76501}"/>
                </a:ext>
              </a:extLst>
            </p:cNvPr>
            <p:cNvSpPr/>
            <p:nvPr/>
          </p:nvSpPr>
          <p:spPr>
            <a:xfrm>
              <a:off x="5222336" y="2135621"/>
              <a:ext cx="295195" cy="305784"/>
            </a:xfrm>
            <a:prstGeom prst="ellipse">
              <a:avLst/>
            </a:prstGeom>
            <a:gradFill flip="none" rotWithShape="1">
              <a:gsLst>
                <a:gs pos="0">
                  <a:srgbClr val="D1D1D1"/>
                </a:gs>
                <a:gs pos="23000">
                  <a:schemeClr val="bg1">
                    <a:lumMod val="85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5" dirty="0"/>
            </a:p>
          </p:txBody>
        </p:sp>
        <p:sp>
          <p:nvSpPr>
            <p:cNvPr id="81" name="Oval 4">
              <a:extLst>
                <a:ext uri="{FF2B5EF4-FFF2-40B4-BE49-F238E27FC236}">
                  <a16:creationId xmlns:a16="http://schemas.microsoft.com/office/drawing/2014/main" id="{B4811A22-2DEC-40D9-967C-BA8FB3B16BB1}"/>
                </a:ext>
              </a:extLst>
            </p:cNvPr>
            <p:cNvSpPr/>
            <p:nvPr/>
          </p:nvSpPr>
          <p:spPr>
            <a:xfrm>
              <a:off x="4061937" y="2288513"/>
              <a:ext cx="2623960" cy="2718084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5" dirty="0"/>
            </a:p>
          </p:txBody>
        </p:sp>
        <p:sp>
          <p:nvSpPr>
            <p:cNvPr id="82" name="Oval 15">
              <a:extLst>
                <a:ext uri="{FF2B5EF4-FFF2-40B4-BE49-F238E27FC236}">
                  <a16:creationId xmlns:a16="http://schemas.microsoft.com/office/drawing/2014/main" id="{56EBCC6C-9080-4C61-9361-C5DDFB3594C2}"/>
                </a:ext>
              </a:extLst>
            </p:cNvPr>
            <p:cNvSpPr/>
            <p:nvPr/>
          </p:nvSpPr>
          <p:spPr>
            <a:xfrm>
              <a:off x="5222336" y="4852179"/>
              <a:ext cx="295195" cy="305784"/>
            </a:xfrm>
            <a:prstGeom prst="ellipse">
              <a:avLst/>
            </a:prstGeom>
            <a:gradFill flip="none" rotWithShape="1">
              <a:gsLst>
                <a:gs pos="17000">
                  <a:srgbClr val="D1D1D1"/>
                </a:gs>
                <a:gs pos="0">
                  <a:schemeClr val="bg1">
                    <a:lumMod val="85000"/>
                  </a:schemeClr>
                </a:gs>
                <a:gs pos="60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5" dirty="0"/>
            </a:p>
          </p:txBody>
        </p:sp>
        <p:sp>
          <p:nvSpPr>
            <p:cNvPr id="83" name="SHO">
              <a:extLst>
                <a:ext uri="{FF2B5EF4-FFF2-40B4-BE49-F238E27FC236}">
                  <a16:creationId xmlns:a16="http://schemas.microsoft.com/office/drawing/2014/main" id="{102C87EA-AAAE-43A9-AA48-E9C1A05E12CC}"/>
                </a:ext>
              </a:extLst>
            </p:cNvPr>
            <p:cNvSpPr/>
            <p:nvPr/>
          </p:nvSpPr>
          <p:spPr>
            <a:xfrm rot="16200000">
              <a:off x="4804171" y="2336484"/>
              <a:ext cx="1131525" cy="2623960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395" dirty="0"/>
            </a:p>
          </p:txBody>
        </p:sp>
        <p:sp>
          <p:nvSpPr>
            <p:cNvPr id="84" name="SVO">
              <a:extLst>
                <a:ext uri="{FF2B5EF4-FFF2-40B4-BE49-F238E27FC236}">
                  <a16:creationId xmlns:a16="http://schemas.microsoft.com/office/drawing/2014/main" id="{F3CF1C23-CA0A-4D01-BA75-40D981E495A3}"/>
                </a:ext>
              </a:extLst>
            </p:cNvPr>
            <p:cNvSpPr/>
            <p:nvPr/>
          </p:nvSpPr>
          <p:spPr>
            <a:xfrm>
              <a:off x="4712309" y="2289422"/>
              <a:ext cx="1311980" cy="2718084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5"/>
            </a:p>
          </p:txBody>
        </p:sp>
        <p:sp>
          <p:nvSpPr>
            <p:cNvPr id="85" name="Oval 6">
              <a:extLst>
                <a:ext uri="{FF2B5EF4-FFF2-40B4-BE49-F238E27FC236}">
                  <a16:creationId xmlns:a16="http://schemas.microsoft.com/office/drawing/2014/main" id="{E8364928-A94E-4EBC-BC33-8A13057D3B99}"/>
                </a:ext>
              </a:extLst>
            </p:cNvPr>
            <p:cNvSpPr/>
            <p:nvPr/>
          </p:nvSpPr>
          <p:spPr>
            <a:xfrm rot="16200000">
              <a:off x="4804171" y="2336484"/>
              <a:ext cx="1131525" cy="2623960"/>
            </a:xfrm>
            <a:prstGeom prst="ellipse">
              <a:avLst/>
            </a:prstGeom>
            <a:noFill/>
            <a:ln w="38100">
              <a:solidFill>
                <a:schemeClr val="tx1">
                  <a:alpha val="6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5" dirty="0"/>
            </a:p>
          </p:txBody>
        </p:sp>
        <p:sp>
          <p:nvSpPr>
            <p:cNvPr id="86" name="Partial Circle 9">
              <a:extLst>
                <a:ext uri="{FF2B5EF4-FFF2-40B4-BE49-F238E27FC236}">
                  <a16:creationId xmlns:a16="http://schemas.microsoft.com/office/drawing/2014/main" id="{FCC8A7C6-BD45-4E22-B2CB-00A63440CD66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5149911" y="3221394"/>
              <a:ext cx="431715" cy="833530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rgbClr val="007E00"/>
                </a:gs>
                <a:gs pos="36000">
                  <a:srgbClr val="45C845">
                    <a:alpha val="60000"/>
                  </a:srgbClr>
                </a:gs>
                <a:gs pos="100000">
                  <a:srgbClr val="B9FFB9">
                    <a:alpha val="60000"/>
                  </a:srgbClr>
                </a:gs>
              </a:gsLst>
              <a:lin ang="2700000" scaled="1"/>
              <a:tileRect/>
            </a:gradFill>
            <a:ln w="19050">
              <a:solidFill>
                <a:srgbClr val="319B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5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7" name="TextBox 10">
                  <a:extLst>
                    <a:ext uri="{FF2B5EF4-FFF2-40B4-BE49-F238E27FC236}">
                      <a16:creationId xmlns:a16="http://schemas.microsoft.com/office/drawing/2014/main" id="{E4F7EBD2-6E39-4168-9E39-8544029BF51F}"/>
                    </a:ext>
                  </a:extLst>
                </p:cNvPr>
                <p:cNvSpPr txBox="1"/>
                <p:nvPr/>
              </p:nvSpPr>
              <p:spPr>
                <a:xfrm>
                  <a:off x="4690464" y="3556134"/>
                  <a:ext cx="321504" cy="5001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725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3725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87" name="TextBox 10">
                  <a:extLst>
                    <a:ext uri="{FF2B5EF4-FFF2-40B4-BE49-F238E27FC236}">
                      <a16:creationId xmlns:a16="http://schemas.microsoft.com/office/drawing/2014/main" id="{E4F7EBD2-6E39-4168-9E39-8544029BF5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0464" y="3556134"/>
                  <a:ext cx="321504" cy="50019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" name="TextBox 11">
                  <a:extLst>
                    <a:ext uri="{FF2B5EF4-FFF2-40B4-BE49-F238E27FC236}">
                      <a16:creationId xmlns:a16="http://schemas.microsoft.com/office/drawing/2014/main" id="{9CB68F23-8CC2-4303-94D7-A59B9E4E8455}"/>
                    </a:ext>
                  </a:extLst>
                </p:cNvPr>
                <p:cNvSpPr txBox="1"/>
                <p:nvPr/>
              </p:nvSpPr>
              <p:spPr>
                <a:xfrm>
                  <a:off x="4440286" y="3358991"/>
                  <a:ext cx="321505" cy="5001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725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3725" dirty="0"/>
                </a:p>
              </p:txBody>
            </p:sp>
          </mc:Choice>
          <mc:Fallback>
            <p:sp>
              <p:nvSpPr>
                <p:cNvPr id="88" name="TextBox 11">
                  <a:extLst>
                    <a:ext uri="{FF2B5EF4-FFF2-40B4-BE49-F238E27FC236}">
                      <a16:creationId xmlns:a16="http://schemas.microsoft.com/office/drawing/2014/main" id="{9CB68F23-8CC2-4303-94D7-A59B9E4E84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0286" y="3358991"/>
                  <a:ext cx="321505" cy="50019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9" name="Oval 22">
              <a:extLst>
                <a:ext uri="{FF2B5EF4-FFF2-40B4-BE49-F238E27FC236}">
                  <a16:creationId xmlns:a16="http://schemas.microsoft.com/office/drawing/2014/main" id="{121FB045-26D8-4700-8AB7-62AC768A5226}"/>
                </a:ext>
              </a:extLst>
            </p:cNvPr>
            <p:cNvSpPr/>
            <p:nvPr/>
          </p:nvSpPr>
          <p:spPr>
            <a:xfrm>
              <a:off x="5220616" y="4852179"/>
              <a:ext cx="295195" cy="305784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5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0" name="TextBox 12">
                  <a:extLst>
                    <a:ext uri="{FF2B5EF4-FFF2-40B4-BE49-F238E27FC236}">
                      <a16:creationId xmlns:a16="http://schemas.microsoft.com/office/drawing/2014/main" id="{3BA754F0-C1A7-4456-8E0C-89BF6F96BF16}"/>
                    </a:ext>
                  </a:extLst>
                </p:cNvPr>
                <p:cNvSpPr txBox="1"/>
                <p:nvPr/>
              </p:nvSpPr>
              <p:spPr>
                <a:xfrm>
                  <a:off x="5682303" y="3497725"/>
                  <a:ext cx="321505" cy="5001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725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3725" dirty="0"/>
                </a:p>
              </p:txBody>
            </p:sp>
          </mc:Choice>
          <mc:Fallback>
            <p:sp>
              <p:nvSpPr>
                <p:cNvPr id="90" name="TextBox 12">
                  <a:extLst>
                    <a:ext uri="{FF2B5EF4-FFF2-40B4-BE49-F238E27FC236}">
                      <a16:creationId xmlns:a16="http://schemas.microsoft.com/office/drawing/2014/main" id="{3BA754F0-C1A7-4456-8E0C-89BF6F96BF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2303" y="3497725"/>
                  <a:ext cx="321505" cy="50019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1" name="TextBox 13">
                  <a:extLst>
                    <a:ext uri="{FF2B5EF4-FFF2-40B4-BE49-F238E27FC236}">
                      <a16:creationId xmlns:a16="http://schemas.microsoft.com/office/drawing/2014/main" id="{4EE5EA34-8E7F-4175-9B1F-36186B853706}"/>
                    </a:ext>
                  </a:extLst>
                </p:cNvPr>
                <p:cNvSpPr txBox="1"/>
                <p:nvPr/>
              </p:nvSpPr>
              <p:spPr>
                <a:xfrm>
                  <a:off x="5200614" y="2429547"/>
                  <a:ext cx="321505" cy="5001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725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3725" dirty="0"/>
                </a:p>
              </p:txBody>
            </p:sp>
          </mc:Choice>
          <mc:Fallback>
            <p:sp>
              <p:nvSpPr>
                <p:cNvPr id="91" name="TextBox 13">
                  <a:extLst>
                    <a:ext uri="{FF2B5EF4-FFF2-40B4-BE49-F238E27FC236}">
                      <a16:creationId xmlns:a16="http://schemas.microsoft.com/office/drawing/2014/main" id="{4EE5EA34-8E7F-4175-9B1F-36186B8537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0614" y="2429547"/>
                  <a:ext cx="321505" cy="50019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" name="DVO">
              <a:extLst>
                <a:ext uri="{FF2B5EF4-FFF2-40B4-BE49-F238E27FC236}">
                  <a16:creationId xmlns:a16="http://schemas.microsoft.com/office/drawing/2014/main" id="{44F21E88-B947-4320-87D1-383F941B7AEE}"/>
                </a:ext>
              </a:extLst>
            </p:cNvPr>
            <p:cNvSpPr/>
            <p:nvPr/>
          </p:nvSpPr>
          <p:spPr>
            <a:xfrm flipH="1">
              <a:off x="4712309" y="2289422"/>
              <a:ext cx="1311980" cy="2718084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395" dirty="0"/>
            </a:p>
          </p:txBody>
        </p:sp>
        <p:cxnSp>
          <p:nvCxnSpPr>
            <p:cNvPr id="93" name="Straight Arrow Connector 17">
              <a:extLst>
                <a:ext uri="{FF2B5EF4-FFF2-40B4-BE49-F238E27FC236}">
                  <a16:creationId xmlns:a16="http://schemas.microsoft.com/office/drawing/2014/main" id="{0823011D-1501-4982-AA70-C1E7055AB1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3476" y="3639669"/>
              <a:ext cx="402652" cy="520683"/>
            </a:xfrm>
            <a:prstGeom prst="straightConnector1">
              <a:avLst/>
            </a:prstGeom>
            <a:ln w="53975">
              <a:solidFill>
                <a:srgbClr val="238109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94" name="Oval 23">
              <a:extLst>
                <a:ext uri="{FF2B5EF4-FFF2-40B4-BE49-F238E27FC236}">
                  <a16:creationId xmlns:a16="http://schemas.microsoft.com/office/drawing/2014/main" id="{578B14E7-061E-4957-850E-53B15F9745D8}"/>
                </a:ext>
              </a:extLst>
            </p:cNvPr>
            <p:cNvSpPr/>
            <p:nvPr/>
          </p:nvSpPr>
          <p:spPr>
            <a:xfrm>
              <a:off x="6534153" y="3495572"/>
              <a:ext cx="295195" cy="305784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5" dirty="0"/>
            </a:p>
          </p:txBody>
        </p:sp>
        <p:sp>
          <p:nvSpPr>
            <p:cNvPr id="95" name="Partial Circle 9">
              <a:extLst>
                <a:ext uri="{FF2B5EF4-FFF2-40B4-BE49-F238E27FC236}">
                  <a16:creationId xmlns:a16="http://schemas.microsoft.com/office/drawing/2014/main" id="{26216F42-F7D2-4B17-8F21-E41B115E0C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04126" y="3328761"/>
              <a:ext cx="301557" cy="609055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accent5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5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5">
                    <a:lumMod val="60000"/>
                    <a:lumOff val="40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5" dirty="0">
                <a:solidFill>
                  <a:schemeClr val="tx1"/>
                </a:solidFill>
              </a:endParaRPr>
            </a:p>
          </p:txBody>
        </p:sp>
        <p:cxnSp>
          <p:nvCxnSpPr>
            <p:cNvPr id="96" name="Straight Arrow Connector 7">
              <a:extLst>
                <a:ext uri="{FF2B5EF4-FFF2-40B4-BE49-F238E27FC236}">
                  <a16:creationId xmlns:a16="http://schemas.microsoft.com/office/drawing/2014/main" id="{8CD05ED5-0C89-4401-881B-368663BFAD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2789" y="2834235"/>
              <a:ext cx="3083" cy="810248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7" name="TextBox 10">
                  <a:extLst>
                    <a:ext uri="{FF2B5EF4-FFF2-40B4-BE49-F238E27FC236}">
                      <a16:creationId xmlns:a16="http://schemas.microsoft.com/office/drawing/2014/main" id="{B5438260-30A0-47F4-BFD8-C59694C5B61B}"/>
                    </a:ext>
                  </a:extLst>
                </p:cNvPr>
                <p:cNvSpPr txBox="1"/>
                <p:nvPr/>
              </p:nvSpPr>
              <p:spPr>
                <a:xfrm>
                  <a:off x="5379379" y="3022371"/>
                  <a:ext cx="321504" cy="5001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725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sz="3725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97" name="TextBox 10">
                  <a:extLst>
                    <a:ext uri="{FF2B5EF4-FFF2-40B4-BE49-F238E27FC236}">
                      <a16:creationId xmlns:a16="http://schemas.microsoft.com/office/drawing/2014/main" id="{B5438260-30A0-47F4-BFD8-C59694C5B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9379" y="3022371"/>
                  <a:ext cx="321504" cy="50019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8" name="Straight Arrow Connector 19">
              <a:extLst>
                <a:ext uri="{FF2B5EF4-FFF2-40B4-BE49-F238E27FC236}">
                  <a16:creationId xmlns:a16="http://schemas.microsoft.com/office/drawing/2014/main" id="{E0990AED-7C9C-43BF-AF3D-D5CF88E9AF35}"/>
                </a:ext>
              </a:extLst>
            </p:cNvPr>
            <p:cNvCxnSpPr>
              <a:cxnSpLocks/>
            </p:cNvCxnSpPr>
            <p:nvPr/>
          </p:nvCxnSpPr>
          <p:spPr>
            <a:xfrm>
              <a:off x="5368214" y="3640512"/>
              <a:ext cx="355802" cy="284861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18">
              <a:extLst>
                <a:ext uri="{FF2B5EF4-FFF2-40B4-BE49-F238E27FC236}">
                  <a16:creationId xmlns:a16="http://schemas.microsoft.com/office/drawing/2014/main" id="{A00BC98A-EB15-4A34-B53D-BDBAD3CF7EEC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5056896" y="3328917"/>
              <a:ext cx="0" cy="623190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17">
              <a:extLst>
                <a:ext uri="{FF2B5EF4-FFF2-40B4-BE49-F238E27FC236}">
                  <a16:creationId xmlns:a16="http://schemas.microsoft.com/office/drawing/2014/main" id="{77EF58C3-8248-4FB8-B3F4-9A20C8B75B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51433" y="2829722"/>
              <a:ext cx="1039268" cy="817070"/>
            </a:xfrm>
            <a:prstGeom prst="straightConnector1">
              <a:avLst/>
            </a:prstGeom>
            <a:ln w="53975">
              <a:solidFill>
                <a:schemeClr val="accent5">
                  <a:lumMod val="75000"/>
                </a:schemeClr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01" name="Oval 20">
              <a:extLst>
                <a:ext uri="{FF2B5EF4-FFF2-40B4-BE49-F238E27FC236}">
                  <a16:creationId xmlns:a16="http://schemas.microsoft.com/office/drawing/2014/main" id="{EB0F3F98-F5D1-4F86-AD55-79BBBE320FD1}"/>
                </a:ext>
              </a:extLst>
            </p:cNvPr>
            <p:cNvSpPr/>
            <p:nvPr/>
          </p:nvSpPr>
          <p:spPr>
            <a:xfrm>
              <a:off x="3909893" y="3495572"/>
              <a:ext cx="295195" cy="305784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5"/>
            </a:p>
          </p:txBody>
        </p:sp>
        <p:sp>
          <p:nvSpPr>
            <p:cNvPr id="102" name="Oval 22">
              <a:extLst>
                <a:ext uri="{FF2B5EF4-FFF2-40B4-BE49-F238E27FC236}">
                  <a16:creationId xmlns:a16="http://schemas.microsoft.com/office/drawing/2014/main" id="{D5D9E844-A5A1-4EC7-A2E8-320A1B551591}"/>
                </a:ext>
              </a:extLst>
            </p:cNvPr>
            <p:cNvSpPr/>
            <p:nvPr/>
          </p:nvSpPr>
          <p:spPr>
            <a:xfrm>
              <a:off x="5222764" y="2121313"/>
              <a:ext cx="295195" cy="305784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5" dirty="0"/>
            </a:p>
          </p:txBody>
        </p:sp>
      </p:grpSp>
      <p:grpSp>
        <p:nvGrpSpPr>
          <p:cNvPr id="103" name="群組 102">
            <a:extLst>
              <a:ext uri="{FF2B5EF4-FFF2-40B4-BE49-F238E27FC236}">
                <a16:creationId xmlns:a16="http://schemas.microsoft.com/office/drawing/2014/main" id="{024CB187-A332-4E92-B934-5FE34681061C}"/>
              </a:ext>
            </a:extLst>
          </p:cNvPr>
          <p:cNvGrpSpPr/>
          <p:nvPr/>
        </p:nvGrpSpPr>
        <p:grpSpPr>
          <a:xfrm>
            <a:off x="9836919" y="-2465235"/>
            <a:ext cx="2781092" cy="2781092"/>
            <a:chOff x="7369987" y="1465126"/>
            <a:chExt cx="2090057" cy="2090057"/>
          </a:xfrm>
        </p:grpSpPr>
        <p:sp>
          <p:nvSpPr>
            <p:cNvPr id="104" name="矩形: 圓角 103">
              <a:extLst>
                <a:ext uri="{FF2B5EF4-FFF2-40B4-BE49-F238E27FC236}">
                  <a16:creationId xmlns:a16="http://schemas.microsoft.com/office/drawing/2014/main" id="{8D737374-B213-4518-803E-4BB6081C046E}"/>
                </a:ext>
              </a:extLst>
            </p:cNvPr>
            <p:cNvSpPr/>
            <p:nvPr/>
          </p:nvSpPr>
          <p:spPr>
            <a:xfrm>
              <a:off x="7369987" y="1465126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 dirty="0"/>
            </a:p>
          </p:txBody>
        </p:sp>
        <p:sp>
          <p:nvSpPr>
            <p:cNvPr id="105" name="橢圓 104">
              <a:extLst>
                <a:ext uri="{FF2B5EF4-FFF2-40B4-BE49-F238E27FC236}">
                  <a16:creationId xmlns:a16="http://schemas.microsoft.com/office/drawing/2014/main" id="{EAC02F34-499C-432E-B5D5-90A90F67198B}"/>
                </a:ext>
              </a:extLst>
            </p:cNvPr>
            <p:cNvSpPr/>
            <p:nvPr/>
          </p:nvSpPr>
          <p:spPr>
            <a:xfrm>
              <a:off x="8203820" y="1627302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106" name="橢圓 105">
              <a:extLst>
                <a:ext uri="{FF2B5EF4-FFF2-40B4-BE49-F238E27FC236}">
                  <a16:creationId xmlns:a16="http://schemas.microsoft.com/office/drawing/2014/main" id="{D33769C3-734A-48A0-984A-329AA7366FDC}"/>
                </a:ext>
              </a:extLst>
            </p:cNvPr>
            <p:cNvSpPr/>
            <p:nvPr/>
          </p:nvSpPr>
          <p:spPr>
            <a:xfrm>
              <a:off x="8203820" y="2963736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107" name="橢圓 106">
              <a:extLst>
                <a:ext uri="{FF2B5EF4-FFF2-40B4-BE49-F238E27FC236}">
                  <a16:creationId xmlns:a16="http://schemas.microsoft.com/office/drawing/2014/main" id="{06816752-2694-4E0B-A367-0E56560DB5BB}"/>
                </a:ext>
              </a:extLst>
            </p:cNvPr>
            <p:cNvSpPr/>
            <p:nvPr/>
          </p:nvSpPr>
          <p:spPr>
            <a:xfrm>
              <a:off x="8863904" y="23046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108" name="橢圓 107">
              <a:extLst>
                <a:ext uri="{FF2B5EF4-FFF2-40B4-BE49-F238E27FC236}">
                  <a16:creationId xmlns:a16="http://schemas.microsoft.com/office/drawing/2014/main" id="{7675BE19-0492-4E70-9C19-62AD677C7C3C}"/>
                </a:ext>
              </a:extLst>
            </p:cNvPr>
            <p:cNvSpPr/>
            <p:nvPr/>
          </p:nvSpPr>
          <p:spPr>
            <a:xfrm>
              <a:off x="7524489" y="23046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109" name="橢圓 108">
              <a:extLst>
                <a:ext uri="{FF2B5EF4-FFF2-40B4-BE49-F238E27FC236}">
                  <a16:creationId xmlns:a16="http://schemas.microsoft.com/office/drawing/2014/main" id="{CC53C9EF-80F3-49CC-9C0E-D5FC7B6CEDBD}"/>
                </a:ext>
              </a:extLst>
            </p:cNvPr>
            <p:cNvSpPr/>
            <p:nvPr/>
          </p:nvSpPr>
          <p:spPr>
            <a:xfrm>
              <a:off x="7725054" y="2790829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110" name="橢圓 109">
              <a:extLst>
                <a:ext uri="{FF2B5EF4-FFF2-40B4-BE49-F238E27FC236}">
                  <a16:creationId xmlns:a16="http://schemas.microsoft.com/office/drawing/2014/main" id="{F26FD53E-7809-42A0-B75F-F6F176822F43}"/>
                </a:ext>
              </a:extLst>
            </p:cNvPr>
            <p:cNvSpPr/>
            <p:nvPr/>
          </p:nvSpPr>
          <p:spPr>
            <a:xfrm>
              <a:off x="7725054" y="182965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111" name="橢圓 110">
              <a:extLst>
                <a:ext uri="{FF2B5EF4-FFF2-40B4-BE49-F238E27FC236}">
                  <a16:creationId xmlns:a16="http://schemas.microsoft.com/office/drawing/2014/main" id="{2D54D0AA-C8E0-4ECF-A353-468D5152DDA4}"/>
                </a:ext>
              </a:extLst>
            </p:cNvPr>
            <p:cNvSpPr/>
            <p:nvPr/>
          </p:nvSpPr>
          <p:spPr>
            <a:xfrm>
              <a:off x="8678740" y="2790829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 dirty="0"/>
            </a:p>
          </p:txBody>
        </p:sp>
        <p:sp>
          <p:nvSpPr>
            <p:cNvPr id="112" name="橢圓 111">
              <a:extLst>
                <a:ext uri="{FF2B5EF4-FFF2-40B4-BE49-F238E27FC236}">
                  <a16:creationId xmlns:a16="http://schemas.microsoft.com/office/drawing/2014/main" id="{37DD1865-5733-4830-BB63-0A719431BD84}"/>
                </a:ext>
              </a:extLst>
            </p:cNvPr>
            <p:cNvSpPr/>
            <p:nvPr/>
          </p:nvSpPr>
          <p:spPr>
            <a:xfrm>
              <a:off x="8678740" y="182965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113" name="等腰三角形 112">
              <a:extLst>
                <a:ext uri="{FF2B5EF4-FFF2-40B4-BE49-F238E27FC236}">
                  <a16:creationId xmlns:a16="http://schemas.microsoft.com/office/drawing/2014/main" id="{485704F2-FC20-4815-AB13-945482D9FA39}"/>
                </a:ext>
              </a:extLst>
            </p:cNvPr>
            <p:cNvSpPr/>
            <p:nvPr/>
          </p:nvSpPr>
          <p:spPr>
            <a:xfrm rot="16200000">
              <a:off x="8335379" y="1569710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114" name="等腰三角形 113">
              <a:extLst>
                <a:ext uri="{FF2B5EF4-FFF2-40B4-BE49-F238E27FC236}">
                  <a16:creationId xmlns:a16="http://schemas.microsoft.com/office/drawing/2014/main" id="{FC429879-3B0D-41DE-A6D2-66B1A841D957}"/>
                </a:ext>
              </a:extLst>
            </p:cNvPr>
            <p:cNvSpPr/>
            <p:nvPr/>
          </p:nvSpPr>
          <p:spPr>
            <a:xfrm rot="16200000">
              <a:off x="8335379" y="290366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115" name="等腰三角形 114">
              <a:extLst>
                <a:ext uri="{FF2B5EF4-FFF2-40B4-BE49-F238E27FC236}">
                  <a16:creationId xmlns:a16="http://schemas.microsoft.com/office/drawing/2014/main" id="{E29D70E5-EB8A-49E0-B3F1-CE0CACE8F7B5}"/>
                </a:ext>
              </a:extLst>
            </p:cNvPr>
            <p:cNvSpPr/>
            <p:nvPr/>
          </p:nvSpPr>
          <p:spPr>
            <a:xfrm rot="16200000">
              <a:off x="7656048" y="225173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116" name="等腰三角形 115">
              <a:extLst>
                <a:ext uri="{FF2B5EF4-FFF2-40B4-BE49-F238E27FC236}">
                  <a16:creationId xmlns:a16="http://schemas.microsoft.com/office/drawing/2014/main" id="{5A130D4F-C4C5-4DBD-8C0F-4A187B75B21B}"/>
                </a:ext>
              </a:extLst>
            </p:cNvPr>
            <p:cNvSpPr/>
            <p:nvPr/>
          </p:nvSpPr>
          <p:spPr>
            <a:xfrm rot="16200000">
              <a:off x="7856613" y="176973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117" name="等腰三角形 116">
              <a:extLst>
                <a:ext uri="{FF2B5EF4-FFF2-40B4-BE49-F238E27FC236}">
                  <a16:creationId xmlns:a16="http://schemas.microsoft.com/office/drawing/2014/main" id="{A760AF12-6761-48F2-B15F-760D315DFF5C}"/>
                </a:ext>
              </a:extLst>
            </p:cNvPr>
            <p:cNvSpPr/>
            <p:nvPr/>
          </p:nvSpPr>
          <p:spPr>
            <a:xfrm rot="16200000">
              <a:off x="7856613" y="2732216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118" name="等腰三角形 117">
              <a:extLst>
                <a:ext uri="{FF2B5EF4-FFF2-40B4-BE49-F238E27FC236}">
                  <a16:creationId xmlns:a16="http://schemas.microsoft.com/office/drawing/2014/main" id="{EA4FFF13-865A-451D-97D5-BA47649E2F7B}"/>
                </a:ext>
              </a:extLst>
            </p:cNvPr>
            <p:cNvSpPr/>
            <p:nvPr/>
          </p:nvSpPr>
          <p:spPr>
            <a:xfrm rot="16200000">
              <a:off x="8810299" y="176973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119" name="等腰三角形 118">
              <a:extLst>
                <a:ext uri="{FF2B5EF4-FFF2-40B4-BE49-F238E27FC236}">
                  <a16:creationId xmlns:a16="http://schemas.microsoft.com/office/drawing/2014/main" id="{4511006F-7537-4A23-8165-FA81DC62EEC0}"/>
                </a:ext>
              </a:extLst>
            </p:cNvPr>
            <p:cNvSpPr/>
            <p:nvPr/>
          </p:nvSpPr>
          <p:spPr>
            <a:xfrm rot="16200000">
              <a:off x="8810299" y="2732216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120" name="等腰三角形 119">
              <a:extLst>
                <a:ext uri="{FF2B5EF4-FFF2-40B4-BE49-F238E27FC236}">
                  <a16:creationId xmlns:a16="http://schemas.microsoft.com/office/drawing/2014/main" id="{5A05A405-509D-40D1-8CCA-964948A5524B}"/>
                </a:ext>
              </a:extLst>
            </p:cNvPr>
            <p:cNvSpPr/>
            <p:nvPr/>
          </p:nvSpPr>
          <p:spPr>
            <a:xfrm rot="16200000">
              <a:off x="8995464" y="225173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9" name="文字方塊 158">
                <a:extLst>
                  <a:ext uri="{FF2B5EF4-FFF2-40B4-BE49-F238E27FC236}">
                    <a16:creationId xmlns:a16="http://schemas.microsoft.com/office/drawing/2014/main" id="{F1B2BE51-C281-4F6D-9FAF-85B3CA064043}"/>
                  </a:ext>
                </a:extLst>
              </p:cNvPr>
              <p:cNvSpPr txBox="1"/>
              <p:nvPr/>
            </p:nvSpPr>
            <p:spPr>
              <a:xfrm>
                <a:off x="6528125" y="4257159"/>
                <a:ext cx="1965682" cy="460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395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239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95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2395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en-US" sz="2395" dirty="0"/>
              </a:p>
            </p:txBody>
          </p:sp>
        </mc:Choice>
        <mc:Fallback>
          <p:sp>
            <p:nvSpPr>
              <p:cNvPr id="159" name="文字方塊 158">
                <a:extLst>
                  <a:ext uri="{FF2B5EF4-FFF2-40B4-BE49-F238E27FC236}">
                    <a16:creationId xmlns:a16="http://schemas.microsoft.com/office/drawing/2014/main" id="{F1B2BE51-C281-4F6D-9FAF-85B3CA064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8125" y="4257159"/>
                <a:ext cx="1965682" cy="460895"/>
              </a:xfrm>
              <a:prstGeom prst="rect">
                <a:avLst/>
              </a:prstGeom>
              <a:blipFill>
                <a:blip r:embed="rId10"/>
                <a:stretch>
                  <a:fillRect t="-130263" r="-4658" b="-1947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文字方塊 159">
                <a:extLst>
                  <a:ext uri="{FF2B5EF4-FFF2-40B4-BE49-F238E27FC236}">
                    <a16:creationId xmlns:a16="http://schemas.microsoft.com/office/drawing/2014/main" id="{74620770-16C6-4F97-97FC-557C7B561FC7}"/>
                  </a:ext>
                </a:extLst>
              </p:cNvPr>
              <p:cNvSpPr txBox="1"/>
              <p:nvPr/>
            </p:nvSpPr>
            <p:spPr>
              <a:xfrm>
                <a:off x="6601897" y="438661"/>
                <a:ext cx="1965681" cy="460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395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239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95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2395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en-US" sz="2395" dirty="0"/>
              </a:p>
            </p:txBody>
          </p:sp>
        </mc:Choice>
        <mc:Fallback>
          <p:sp>
            <p:nvSpPr>
              <p:cNvPr id="160" name="文字方塊 159">
                <a:extLst>
                  <a:ext uri="{FF2B5EF4-FFF2-40B4-BE49-F238E27FC236}">
                    <a16:creationId xmlns:a16="http://schemas.microsoft.com/office/drawing/2014/main" id="{74620770-16C6-4F97-97FC-557C7B561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1897" y="438661"/>
                <a:ext cx="1965681" cy="460895"/>
              </a:xfrm>
              <a:prstGeom prst="rect">
                <a:avLst/>
              </a:prstGeom>
              <a:blipFill>
                <a:blip r:embed="rId11"/>
                <a:stretch>
                  <a:fillRect t="-130263" r="-4658" b="-1947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1" name="群組 160">
            <a:extLst>
              <a:ext uri="{FF2B5EF4-FFF2-40B4-BE49-F238E27FC236}">
                <a16:creationId xmlns:a16="http://schemas.microsoft.com/office/drawing/2014/main" id="{106EF6EA-13C1-4B87-8237-02B531E1DAC5}"/>
              </a:ext>
            </a:extLst>
          </p:cNvPr>
          <p:cNvGrpSpPr/>
          <p:nvPr/>
        </p:nvGrpSpPr>
        <p:grpSpPr>
          <a:xfrm>
            <a:off x="7319053" y="-938965"/>
            <a:ext cx="652480" cy="708114"/>
            <a:chOff x="6721063" y="1897673"/>
            <a:chExt cx="843851" cy="1181672"/>
          </a:xfrm>
        </p:grpSpPr>
        <p:grpSp>
          <p:nvGrpSpPr>
            <p:cNvPr id="162" name="群組 161">
              <a:extLst>
                <a:ext uri="{FF2B5EF4-FFF2-40B4-BE49-F238E27FC236}">
                  <a16:creationId xmlns:a16="http://schemas.microsoft.com/office/drawing/2014/main" id="{35D97A07-0D63-4979-897C-D85D1631F8F8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165" name="箭號: 向右 164">
                <a:extLst>
                  <a:ext uri="{FF2B5EF4-FFF2-40B4-BE49-F238E27FC236}">
                    <a16:creationId xmlns:a16="http://schemas.microsoft.com/office/drawing/2014/main" id="{8493664F-D6A0-4C0E-B4ED-D176462A3781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395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箭號: 向右 165">
                <a:extLst>
                  <a:ext uri="{FF2B5EF4-FFF2-40B4-BE49-F238E27FC236}">
                    <a16:creationId xmlns:a16="http://schemas.microsoft.com/office/drawing/2014/main" id="{BAF72E52-2E36-4C92-AADD-721479E9B283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395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3" name="文字方塊 162">
                  <a:extLst>
                    <a:ext uri="{FF2B5EF4-FFF2-40B4-BE49-F238E27FC236}">
                      <a16:creationId xmlns:a16="http://schemas.microsoft.com/office/drawing/2014/main" id="{EB8BB39F-D8D3-409D-8010-82EC680E8B08}"/>
                    </a:ext>
                  </a:extLst>
                </p:cNvPr>
                <p:cNvSpPr txBox="1"/>
                <p:nvPr/>
              </p:nvSpPr>
              <p:spPr>
                <a:xfrm>
                  <a:off x="6721063" y="1897673"/>
                  <a:ext cx="416138" cy="7430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12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129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129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129" dirty="0"/>
                </a:p>
              </p:txBody>
            </p:sp>
          </mc:Choice>
          <mc:Fallback>
            <p:sp>
              <p:nvSpPr>
                <p:cNvPr id="163" name="文字方塊 162">
                  <a:extLst>
                    <a:ext uri="{FF2B5EF4-FFF2-40B4-BE49-F238E27FC236}">
                      <a16:creationId xmlns:a16="http://schemas.microsoft.com/office/drawing/2014/main" id="{EB8BB39F-D8D3-409D-8010-82EC680E8B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1063" y="1897673"/>
                  <a:ext cx="416138" cy="743077"/>
                </a:xfrm>
                <a:prstGeom prst="rect">
                  <a:avLst/>
                </a:prstGeom>
                <a:blipFill>
                  <a:blip r:embed="rId12"/>
                  <a:stretch>
                    <a:fillRect l="-1923" r="-32692" b="-411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4" name="文字方塊 163">
                  <a:extLst>
                    <a:ext uri="{FF2B5EF4-FFF2-40B4-BE49-F238E27FC236}">
                      <a16:creationId xmlns:a16="http://schemas.microsoft.com/office/drawing/2014/main" id="{3CAA298C-862D-4F1F-98F8-DBF58F997BFD}"/>
                    </a:ext>
                  </a:extLst>
                </p:cNvPr>
                <p:cNvSpPr txBox="1"/>
                <p:nvPr/>
              </p:nvSpPr>
              <p:spPr>
                <a:xfrm>
                  <a:off x="7148776" y="2379539"/>
                  <a:ext cx="416138" cy="69980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12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129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12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129" dirty="0"/>
                </a:p>
              </p:txBody>
            </p:sp>
          </mc:Choice>
          <mc:Fallback>
            <p:sp>
              <p:nvSpPr>
                <p:cNvPr id="164" name="文字方塊 163">
                  <a:extLst>
                    <a:ext uri="{FF2B5EF4-FFF2-40B4-BE49-F238E27FC236}">
                      <a16:creationId xmlns:a16="http://schemas.microsoft.com/office/drawing/2014/main" id="{3CAA298C-862D-4F1F-98F8-DBF58F997B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8776" y="2379539"/>
                  <a:ext cx="416138" cy="699806"/>
                </a:xfrm>
                <a:prstGeom prst="rect">
                  <a:avLst/>
                </a:prstGeom>
                <a:blipFill>
                  <a:blip r:embed="rId13"/>
                  <a:stretch>
                    <a:fillRect l="-1887" r="-22642" b="-724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7" name="群組 166">
            <a:extLst>
              <a:ext uri="{FF2B5EF4-FFF2-40B4-BE49-F238E27FC236}">
                <a16:creationId xmlns:a16="http://schemas.microsoft.com/office/drawing/2014/main" id="{B0674A4C-BF45-49FA-B79A-A217CE3B4FE2}"/>
              </a:ext>
            </a:extLst>
          </p:cNvPr>
          <p:cNvGrpSpPr/>
          <p:nvPr/>
        </p:nvGrpSpPr>
        <p:grpSpPr>
          <a:xfrm>
            <a:off x="11000870" y="-938965"/>
            <a:ext cx="652480" cy="708114"/>
            <a:chOff x="6721063" y="1897673"/>
            <a:chExt cx="843851" cy="1181672"/>
          </a:xfrm>
        </p:grpSpPr>
        <p:grpSp>
          <p:nvGrpSpPr>
            <p:cNvPr id="168" name="群組 167">
              <a:extLst>
                <a:ext uri="{FF2B5EF4-FFF2-40B4-BE49-F238E27FC236}">
                  <a16:creationId xmlns:a16="http://schemas.microsoft.com/office/drawing/2014/main" id="{0CC0F63A-4575-4878-A50C-B29F9C6DD72D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171" name="箭號: 向右 170">
                <a:extLst>
                  <a:ext uri="{FF2B5EF4-FFF2-40B4-BE49-F238E27FC236}">
                    <a16:creationId xmlns:a16="http://schemas.microsoft.com/office/drawing/2014/main" id="{B45E1D78-8F1D-408D-BA97-9D6BDCF9E791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395">
                  <a:solidFill>
                    <a:schemeClr val="bg1"/>
                  </a:solidFill>
                </a:endParaRPr>
              </a:p>
            </p:txBody>
          </p:sp>
          <p:sp>
            <p:nvSpPr>
              <p:cNvPr id="172" name="箭號: 向右 171">
                <a:extLst>
                  <a:ext uri="{FF2B5EF4-FFF2-40B4-BE49-F238E27FC236}">
                    <a16:creationId xmlns:a16="http://schemas.microsoft.com/office/drawing/2014/main" id="{B5677512-9F57-41E4-B3BB-35A7A3658C57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395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9" name="文字方塊 168">
                  <a:extLst>
                    <a:ext uri="{FF2B5EF4-FFF2-40B4-BE49-F238E27FC236}">
                      <a16:creationId xmlns:a16="http://schemas.microsoft.com/office/drawing/2014/main" id="{FD3D84A3-F277-4782-AF85-40602FED08F0}"/>
                    </a:ext>
                  </a:extLst>
                </p:cNvPr>
                <p:cNvSpPr txBox="1"/>
                <p:nvPr/>
              </p:nvSpPr>
              <p:spPr>
                <a:xfrm>
                  <a:off x="6721063" y="1897673"/>
                  <a:ext cx="416138" cy="7430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12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12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12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129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69" name="文字方塊 168">
                  <a:extLst>
                    <a:ext uri="{FF2B5EF4-FFF2-40B4-BE49-F238E27FC236}">
                      <a16:creationId xmlns:a16="http://schemas.microsoft.com/office/drawing/2014/main" id="{FD3D84A3-F277-4782-AF85-40602FED08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1063" y="1897673"/>
                  <a:ext cx="416138" cy="743077"/>
                </a:xfrm>
                <a:prstGeom prst="rect">
                  <a:avLst/>
                </a:prstGeom>
                <a:blipFill>
                  <a:blip r:embed="rId14"/>
                  <a:stretch>
                    <a:fillRect l="-1923" r="-32692" b="-411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0" name="文字方塊 169">
                  <a:extLst>
                    <a:ext uri="{FF2B5EF4-FFF2-40B4-BE49-F238E27FC236}">
                      <a16:creationId xmlns:a16="http://schemas.microsoft.com/office/drawing/2014/main" id="{714C1067-1F3A-48FE-BCA9-A5422A27D65B}"/>
                    </a:ext>
                  </a:extLst>
                </p:cNvPr>
                <p:cNvSpPr txBox="1"/>
                <p:nvPr/>
              </p:nvSpPr>
              <p:spPr>
                <a:xfrm>
                  <a:off x="7148776" y="2379539"/>
                  <a:ext cx="416138" cy="69980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12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12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12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129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70" name="文字方塊 169">
                  <a:extLst>
                    <a:ext uri="{FF2B5EF4-FFF2-40B4-BE49-F238E27FC236}">
                      <a16:creationId xmlns:a16="http://schemas.microsoft.com/office/drawing/2014/main" id="{714C1067-1F3A-48FE-BCA9-A5422A27D6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8776" y="2379539"/>
                  <a:ext cx="416138" cy="699806"/>
                </a:xfrm>
                <a:prstGeom prst="rect">
                  <a:avLst/>
                </a:prstGeom>
                <a:blipFill>
                  <a:blip r:embed="rId15"/>
                  <a:stretch>
                    <a:fillRect l="-1887" r="-22642" b="-724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3" name="文字方塊 172">
                <a:extLst>
                  <a:ext uri="{FF2B5EF4-FFF2-40B4-BE49-F238E27FC236}">
                    <a16:creationId xmlns:a16="http://schemas.microsoft.com/office/drawing/2014/main" id="{985A1AC5-7A11-4B88-8185-8894E5C8FD93}"/>
                  </a:ext>
                </a:extLst>
              </p:cNvPr>
              <p:cNvSpPr txBox="1"/>
              <p:nvPr/>
            </p:nvSpPr>
            <p:spPr>
              <a:xfrm>
                <a:off x="6713128" y="-146929"/>
                <a:ext cx="321765" cy="419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12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12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129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129" dirty="0"/>
              </a:p>
            </p:txBody>
          </p:sp>
        </mc:Choice>
        <mc:Fallback>
          <p:sp>
            <p:nvSpPr>
              <p:cNvPr id="173" name="文字方塊 172">
                <a:extLst>
                  <a:ext uri="{FF2B5EF4-FFF2-40B4-BE49-F238E27FC236}">
                    <a16:creationId xmlns:a16="http://schemas.microsoft.com/office/drawing/2014/main" id="{985A1AC5-7A11-4B88-8185-8894E5C8F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3128" y="-146929"/>
                <a:ext cx="321765" cy="419987"/>
              </a:xfrm>
              <a:prstGeom prst="rect">
                <a:avLst/>
              </a:prstGeom>
              <a:blipFill>
                <a:blip r:embed="rId16"/>
                <a:stretch>
                  <a:fillRect l="-9434" r="-30189" b="-13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" name="文字方塊 173">
            <a:extLst>
              <a:ext uri="{FF2B5EF4-FFF2-40B4-BE49-F238E27FC236}">
                <a16:creationId xmlns:a16="http://schemas.microsoft.com/office/drawing/2014/main" id="{B76A4678-DD47-4099-AB31-144B21C5AFCD}"/>
              </a:ext>
            </a:extLst>
          </p:cNvPr>
          <p:cNvSpPr txBox="1"/>
          <p:nvPr/>
        </p:nvSpPr>
        <p:spPr>
          <a:xfrm>
            <a:off x="5094211" y="-3892919"/>
            <a:ext cx="4899827" cy="665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7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component</a:t>
            </a:r>
            <a:endParaRPr lang="zh-TW" altLang="en-US" sz="37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5" name="文字方塊 174">
                <a:extLst>
                  <a:ext uri="{FF2B5EF4-FFF2-40B4-BE49-F238E27FC236}">
                    <a16:creationId xmlns:a16="http://schemas.microsoft.com/office/drawing/2014/main" id="{B9D5CB0B-4329-4F52-A27E-704B28F83CFC}"/>
                  </a:ext>
                </a:extLst>
              </p:cNvPr>
              <p:cNvSpPr txBox="1"/>
              <p:nvPr/>
            </p:nvSpPr>
            <p:spPr>
              <a:xfrm>
                <a:off x="6120420" y="-1688521"/>
                <a:ext cx="2781092" cy="460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9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95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2395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395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2395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39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9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2395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2395" dirty="0"/>
              </a:p>
            </p:txBody>
          </p:sp>
        </mc:Choice>
        <mc:Fallback>
          <p:sp>
            <p:nvSpPr>
              <p:cNvPr id="175" name="文字方塊 174">
                <a:extLst>
                  <a:ext uri="{FF2B5EF4-FFF2-40B4-BE49-F238E27FC236}">
                    <a16:creationId xmlns:a16="http://schemas.microsoft.com/office/drawing/2014/main" id="{B9D5CB0B-4329-4F52-A27E-704B28F83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420" y="-1688521"/>
                <a:ext cx="2781092" cy="460895"/>
              </a:xfrm>
              <a:prstGeom prst="rect">
                <a:avLst/>
              </a:prstGeom>
              <a:blipFill>
                <a:blip r:embed="rId17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6" name="文字方塊 175">
                <a:extLst>
                  <a:ext uri="{FF2B5EF4-FFF2-40B4-BE49-F238E27FC236}">
                    <a16:creationId xmlns:a16="http://schemas.microsoft.com/office/drawing/2014/main" id="{851F0C8D-584A-4FCC-9AC8-EE5D27569BDB}"/>
                  </a:ext>
                </a:extLst>
              </p:cNvPr>
              <p:cNvSpPr txBox="1"/>
              <p:nvPr/>
            </p:nvSpPr>
            <p:spPr>
              <a:xfrm>
                <a:off x="2298782" y="1924554"/>
                <a:ext cx="2781092" cy="460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9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9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239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9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2395" dirty="0"/>
              </a:p>
            </p:txBody>
          </p:sp>
        </mc:Choice>
        <mc:Fallback>
          <p:sp>
            <p:nvSpPr>
              <p:cNvPr id="176" name="文字方塊 175">
                <a:extLst>
                  <a:ext uri="{FF2B5EF4-FFF2-40B4-BE49-F238E27FC236}">
                    <a16:creationId xmlns:a16="http://schemas.microsoft.com/office/drawing/2014/main" id="{851F0C8D-584A-4FCC-9AC8-EE5D27569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8782" y="1924554"/>
                <a:ext cx="2781092" cy="460895"/>
              </a:xfrm>
              <a:prstGeom prst="rect">
                <a:avLst/>
              </a:prstGeom>
              <a:blipFill>
                <a:blip r:embed="rId18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7" name="文字方塊 176">
                <a:extLst>
                  <a:ext uri="{FF2B5EF4-FFF2-40B4-BE49-F238E27FC236}">
                    <a16:creationId xmlns:a16="http://schemas.microsoft.com/office/drawing/2014/main" id="{905C0ECE-0730-49E0-A5CD-611A00FC803D}"/>
                  </a:ext>
                </a:extLst>
              </p:cNvPr>
              <p:cNvSpPr txBox="1"/>
              <p:nvPr/>
            </p:nvSpPr>
            <p:spPr>
              <a:xfrm>
                <a:off x="9752656" y="1924554"/>
                <a:ext cx="2781092" cy="460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9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9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95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39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9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2395" dirty="0"/>
              </a:p>
            </p:txBody>
          </p:sp>
        </mc:Choice>
        <mc:Fallback>
          <p:sp>
            <p:nvSpPr>
              <p:cNvPr id="177" name="文字方塊 176">
                <a:extLst>
                  <a:ext uri="{FF2B5EF4-FFF2-40B4-BE49-F238E27FC236}">
                    <a16:creationId xmlns:a16="http://schemas.microsoft.com/office/drawing/2014/main" id="{905C0ECE-0730-49E0-A5CD-611A00FC8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2656" y="1924554"/>
                <a:ext cx="2781092" cy="460895"/>
              </a:xfrm>
              <a:prstGeom prst="rect">
                <a:avLst/>
              </a:prstGeom>
              <a:blipFill>
                <a:blip r:embed="rId19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8" name="文字方塊 177">
                <a:extLst>
                  <a:ext uri="{FF2B5EF4-FFF2-40B4-BE49-F238E27FC236}">
                    <a16:creationId xmlns:a16="http://schemas.microsoft.com/office/drawing/2014/main" id="{5139BA17-DF5E-4063-98A5-B9D3FF5DEFEC}"/>
                  </a:ext>
                </a:extLst>
              </p:cNvPr>
              <p:cNvSpPr txBox="1"/>
              <p:nvPr/>
            </p:nvSpPr>
            <p:spPr>
              <a:xfrm>
                <a:off x="6120420" y="5084179"/>
                <a:ext cx="2781092" cy="460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9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9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2395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2395" dirty="0"/>
              </a:p>
            </p:txBody>
          </p:sp>
        </mc:Choice>
        <mc:Fallback>
          <p:sp>
            <p:nvSpPr>
              <p:cNvPr id="178" name="文字方塊 177">
                <a:extLst>
                  <a:ext uri="{FF2B5EF4-FFF2-40B4-BE49-F238E27FC236}">
                    <a16:creationId xmlns:a16="http://schemas.microsoft.com/office/drawing/2014/main" id="{5139BA17-DF5E-4063-98A5-B9D3FF5DE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420" y="5084179"/>
                <a:ext cx="2781092" cy="46089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0" name="圖片 179">
            <a:extLst>
              <a:ext uri="{FF2B5EF4-FFF2-40B4-BE49-F238E27FC236}">
                <a16:creationId xmlns:a16="http://schemas.microsoft.com/office/drawing/2014/main" id="{B15C4392-3A20-403F-B7CD-4709246A4FB4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8919234" y="-2540996"/>
            <a:ext cx="937896" cy="2991122"/>
          </a:xfrm>
          <a:prstGeom prst="rect">
            <a:avLst/>
          </a:prstGeom>
        </p:spPr>
      </p:pic>
      <p:grpSp>
        <p:nvGrpSpPr>
          <p:cNvPr id="312" name="群組 311">
            <a:extLst>
              <a:ext uri="{FF2B5EF4-FFF2-40B4-BE49-F238E27FC236}">
                <a16:creationId xmlns:a16="http://schemas.microsoft.com/office/drawing/2014/main" id="{05ECF035-4FAD-47A7-B094-D10A759B4B82}"/>
              </a:ext>
            </a:extLst>
          </p:cNvPr>
          <p:cNvGrpSpPr/>
          <p:nvPr/>
        </p:nvGrpSpPr>
        <p:grpSpPr>
          <a:xfrm>
            <a:off x="3314454" y="5057401"/>
            <a:ext cx="2781092" cy="2781092"/>
            <a:chOff x="7369987" y="1465126"/>
            <a:chExt cx="2090057" cy="2090057"/>
          </a:xfrm>
        </p:grpSpPr>
        <p:sp>
          <p:nvSpPr>
            <p:cNvPr id="313" name="矩形: 圓角 312">
              <a:extLst>
                <a:ext uri="{FF2B5EF4-FFF2-40B4-BE49-F238E27FC236}">
                  <a16:creationId xmlns:a16="http://schemas.microsoft.com/office/drawing/2014/main" id="{DA429DF2-5EA7-4870-91BF-A096CB895C52}"/>
                </a:ext>
              </a:extLst>
            </p:cNvPr>
            <p:cNvSpPr/>
            <p:nvPr/>
          </p:nvSpPr>
          <p:spPr>
            <a:xfrm>
              <a:off x="7369987" y="1465126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 dirty="0"/>
            </a:p>
          </p:txBody>
        </p:sp>
        <p:sp>
          <p:nvSpPr>
            <p:cNvPr id="314" name="橢圓 313">
              <a:extLst>
                <a:ext uri="{FF2B5EF4-FFF2-40B4-BE49-F238E27FC236}">
                  <a16:creationId xmlns:a16="http://schemas.microsoft.com/office/drawing/2014/main" id="{25A1F93E-DDBF-41F4-B8E5-8AD4D6FDBA1C}"/>
                </a:ext>
              </a:extLst>
            </p:cNvPr>
            <p:cNvSpPr/>
            <p:nvPr/>
          </p:nvSpPr>
          <p:spPr>
            <a:xfrm>
              <a:off x="8203820" y="1627302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315" name="橢圓 314">
              <a:extLst>
                <a:ext uri="{FF2B5EF4-FFF2-40B4-BE49-F238E27FC236}">
                  <a16:creationId xmlns:a16="http://schemas.microsoft.com/office/drawing/2014/main" id="{363461FC-11C0-4109-B7A7-697D508C281C}"/>
                </a:ext>
              </a:extLst>
            </p:cNvPr>
            <p:cNvSpPr/>
            <p:nvPr/>
          </p:nvSpPr>
          <p:spPr>
            <a:xfrm>
              <a:off x="8203820" y="2963736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316" name="橢圓 315">
              <a:extLst>
                <a:ext uri="{FF2B5EF4-FFF2-40B4-BE49-F238E27FC236}">
                  <a16:creationId xmlns:a16="http://schemas.microsoft.com/office/drawing/2014/main" id="{54D17387-BC5C-4A80-B479-F96CA78DD031}"/>
                </a:ext>
              </a:extLst>
            </p:cNvPr>
            <p:cNvSpPr/>
            <p:nvPr/>
          </p:nvSpPr>
          <p:spPr>
            <a:xfrm>
              <a:off x="8863904" y="23046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317" name="橢圓 316">
              <a:extLst>
                <a:ext uri="{FF2B5EF4-FFF2-40B4-BE49-F238E27FC236}">
                  <a16:creationId xmlns:a16="http://schemas.microsoft.com/office/drawing/2014/main" id="{21E851A7-A105-42BD-997C-019EA8E493C5}"/>
                </a:ext>
              </a:extLst>
            </p:cNvPr>
            <p:cNvSpPr/>
            <p:nvPr/>
          </p:nvSpPr>
          <p:spPr>
            <a:xfrm>
              <a:off x="7524489" y="23046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318" name="橢圓 317">
              <a:extLst>
                <a:ext uri="{FF2B5EF4-FFF2-40B4-BE49-F238E27FC236}">
                  <a16:creationId xmlns:a16="http://schemas.microsoft.com/office/drawing/2014/main" id="{5D049BF1-BA0D-4F83-8BC1-C8EF16734E64}"/>
                </a:ext>
              </a:extLst>
            </p:cNvPr>
            <p:cNvSpPr/>
            <p:nvPr/>
          </p:nvSpPr>
          <p:spPr>
            <a:xfrm>
              <a:off x="7725054" y="2790829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319" name="橢圓 318">
              <a:extLst>
                <a:ext uri="{FF2B5EF4-FFF2-40B4-BE49-F238E27FC236}">
                  <a16:creationId xmlns:a16="http://schemas.microsoft.com/office/drawing/2014/main" id="{9BC9510C-AABD-400F-8D63-1665E6B08593}"/>
                </a:ext>
              </a:extLst>
            </p:cNvPr>
            <p:cNvSpPr/>
            <p:nvPr/>
          </p:nvSpPr>
          <p:spPr>
            <a:xfrm>
              <a:off x="7725054" y="182965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320" name="橢圓 319">
              <a:extLst>
                <a:ext uri="{FF2B5EF4-FFF2-40B4-BE49-F238E27FC236}">
                  <a16:creationId xmlns:a16="http://schemas.microsoft.com/office/drawing/2014/main" id="{568C392E-764C-4F94-9A92-75CAE4C516FA}"/>
                </a:ext>
              </a:extLst>
            </p:cNvPr>
            <p:cNvSpPr/>
            <p:nvPr/>
          </p:nvSpPr>
          <p:spPr>
            <a:xfrm>
              <a:off x="8678740" y="2790829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 dirty="0"/>
            </a:p>
          </p:txBody>
        </p:sp>
        <p:sp>
          <p:nvSpPr>
            <p:cNvPr id="321" name="橢圓 320">
              <a:extLst>
                <a:ext uri="{FF2B5EF4-FFF2-40B4-BE49-F238E27FC236}">
                  <a16:creationId xmlns:a16="http://schemas.microsoft.com/office/drawing/2014/main" id="{DDF02161-4C9A-4EA2-8209-723648AAA42E}"/>
                </a:ext>
              </a:extLst>
            </p:cNvPr>
            <p:cNvSpPr/>
            <p:nvPr/>
          </p:nvSpPr>
          <p:spPr>
            <a:xfrm>
              <a:off x="8678740" y="182965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322" name="等腰三角形 321">
              <a:extLst>
                <a:ext uri="{FF2B5EF4-FFF2-40B4-BE49-F238E27FC236}">
                  <a16:creationId xmlns:a16="http://schemas.microsoft.com/office/drawing/2014/main" id="{993FBD5F-235A-4043-AE71-E7B649C3912C}"/>
                </a:ext>
              </a:extLst>
            </p:cNvPr>
            <p:cNvSpPr/>
            <p:nvPr/>
          </p:nvSpPr>
          <p:spPr>
            <a:xfrm rot="16200000">
              <a:off x="8335379" y="1569710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323" name="等腰三角形 322">
              <a:extLst>
                <a:ext uri="{FF2B5EF4-FFF2-40B4-BE49-F238E27FC236}">
                  <a16:creationId xmlns:a16="http://schemas.microsoft.com/office/drawing/2014/main" id="{8C782A68-4BB7-445C-ACA5-F2DE90B50888}"/>
                </a:ext>
              </a:extLst>
            </p:cNvPr>
            <p:cNvSpPr/>
            <p:nvPr/>
          </p:nvSpPr>
          <p:spPr>
            <a:xfrm rot="16200000">
              <a:off x="8335379" y="290366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324" name="等腰三角形 323">
              <a:extLst>
                <a:ext uri="{FF2B5EF4-FFF2-40B4-BE49-F238E27FC236}">
                  <a16:creationId xmlns:a16="http://schemas.microsoft.com/office/drawing/2014/main" id="{C7B9E214-3E78-4167-9685-08F8CFB210C3}"/>
                </a:ext>
              </a:extLst>
            </p:cNvPr>
            <p:cNvSpPr/>
            <p:nvPr/>
          </p:nvSpPr>
          <p:spPr>
            <a:xfrm rot="16200000">
              <a:off x="7656048" y="225173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325" name="等腰三角形 324">
              <a:extLst>
                <a:ext uri="{FF2B5EF4-FFF2-40B4-BE49-F238E27FC236}">
                  <a16:creationId xmlns:a16="http://schemas.microsoft.com/office/drawing/2014/main" id="{F411C9E2-4296-4F8F-B81C-6CD3B53BBA2F}"/>
                </a:ext>
              </a:extLst>
            </p:cNvPr>
            <p:cNvSpPr/>
            <p:nvPr/>
          </p:nvSpPr>
          <p:spPr>
            <a:xfrm rot="16200000">
              <a:off x="7856613" y="176973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326" name="等腰三角形 325">
              <a:extLst>
                <a:ext uri="{FF2B5EF4-FFF2-40B4-BE49-F238E27FC236}">
                  <a16:creationId xmlns:a16="http://schemas.microsoft.com/office/drawing/2014/main" id="{ABB1A87A-C7D8-43AE-849A-C5647980256E}"/>
                </a:ext>
              </a:extLst>
            </p:cNvPr>
            <p:cNvSpPr/>
            <p:nvPr/>
          </p:nvSpPr>
          <p:spPr>
            <a:xfrm rot="16200000">
              <a:off x="7856613" y="2732216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327" name="等腰三角形 326">
              <a:extLst>
                <a:ext uri="{FF2B5EF4-FFF2-40B4-BE49-F238E27FC236}">
                  <a16:creationId xmlns:a16="http://schemas.microsoft.com/office/drawing/2014/main" id="{E367B1AC-9884-4473-95D0-7213B39BCDFE}"/>
                </a:ext>
              </a:extLst>
            </p:cNvPr>
            <p:cNvSpPr/>
            <p:nvPr/>
          </p:nvSpPr>
          <p:spPr>
            <a:xfrm rot="16200000">
              <a:off x="8810299" y="176973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328" name="等腰三角形 327">
              <a:extLst>
                <a:ext uri="{FF2B5EF4-FFF2-40B4-BE49-F238E27FC236}">
                  <a16:creationId xmlns:a16="http://schemas.microsoft.com/office/drawing/2014/main" id="{7865D699-E17F-48C8-B0E8-5C8BAD49A384}"/>
                </a:ext>
              </a:extLst>
            </p:cNvPr>
            <p:cNvSpPr/>
            <p:nvPr/>
          </p:nvSpPr>
          <p:spPr>
            <a:xfrm rot="16200000">
              <a:off x="8810299" y="2732216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329" name="等腰三角形 328">
              <a:extLst>
                <a:ext uri="{FF2B5EF4-FFF2-40B4-BE49-F238E27FC236}">
                  <a16:creationId xmlns:a16="http://schemas.microsoft.com/office/drawing/2014/main" id="{63A090EE-E3A0-49C5-916F-807A6E2B1B21}"/>
                </a:ext>
              </a:extLst>
            </p:cNvPr>
            <p:cNvSpPr/>
            <p:nvPr/>
          </p:nvSpPr>
          <p:spPr>
            <a:xfrm rot="16200000">
              <a:off x="8995464" y="225173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</p:grpSp>
      <p:grpSp>
        <p:nvGrpSpPr>
          <p:cNvPr id="331" name="群組 330">
            <a:extLst>
              <a:ext uri="{FF2B5EF4-FFF2-40B4-BE49-F238E27FC236}">
                <a16:creationId xmlns:a16="http://schemas.microsoft.com/office/drawing/2014/main" id="{A0F00055-2819-413E-B8A3-2EB59FCAC8F3}"/>
              </a:ext>
            </a:extLst>
          </p:cNvPr>
          <p:cNvGrpSpPr/>
          <p:nvPr/>
        </p:nvGrpSpPr>
        <p:grpSpPr>
          <a:xfrm>
            <a:off x="2310444" y="-1003360"/>
            <a:ext cx="2781092" cy="2781092"/>
            <a:chOff x="7369987" y="1465126"/>
            <a:chExt cx="2090057" cy="2090057"/>
          </a:xfrm>
        </p:grpSpPr>
        <p:sp>
          <p:nvSpPr>
            <p:cNvPr id="332" name="矩形: 圓角 331">
              <a:extLst>
                <a:ext uri="{FF2B5EF4-FFF2-40B4-BE49-F238E27FC236}">
                  <a16:creationId xmlns:a16="http://schemas.microsoft.com/office/drawing/2014/main" id="{6E835DD4-D4C9-41A6-8B1E-3F09CDF6274B}"/>
                </a:ext>
              </a:extLst>
            </p:cNvPr>
            <p:cNvSpPr/>
            <p:nvPr/>
          </p:nvSpPr>
          <p:spPr>
            <a:xfrm>
              <a:off x="7369987" y="1465126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 dirty="0"/>
            </a:p>
          </p:txBody>
        </p:sp>
        <p:sp>
          <p:nvSpPr>
            <p:cNvPr id="333" name="橢圓 332">
              <a:extLst>
                <a:ext uri="{FF2B5EF4-FFF2-40B4-BE49-F238E27FC236}">
                  <a16:creationId xmlns:a16="http://schemas.microsoft.com/office/drawing/2014/main" id="{F428D6AC-EC2F-4211-B43A-EE37A72003AE}"/>
                </a:ext>
              </a:extLst>
            </p:cNvPr>
            <p:cNvSpPr/>
            <p:nvPr/>
          </p:nvSpPr>
          <p:spPr>
            <a:xfrm>
              <a:off x="8203820" y="1627302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334" name="橢圓 333">
              <a:extLst>
                <a:ext uri="{FF2B5EF4-FFF2-40B4-BE49-F238E27FC236}">
                  <a16:creationId xmlns:a16="http://schemas.microsoft.com/office/drawing/2014/main" id="{F246BADC-EF12-46A2-92E8-8EBC9A4BB37E}"/>
                </a:ext>
              </a:extLst>
            </p:cNvPr>
            <p:cNvSpPr/>
            <p:nvPr/>
          </p:nvSpPr>
          <p:spPr>
            <a:xfrm>
              <a:off x="8203820" y="2963736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335" name="橢圓 334">
              <a:extLst>
                <a:ext uri="{FF2B5EF4-FFF2-40B4-BE49-F238E27FC236}">
                  <a16:creationId xmlns:a16="http://schemas.microsoft.com/office/drawing/2014/main" id="{B8EDD3AE-2238-4032-B64E-2319DC22D903}"/>
                </a:ext>
              </a:extLst>
            </p:cNvPr>
            <p:cNvSpPr/>
            <p:nvPr/>
          </p:nvSpPr>
          <p:spPr>
            <a:xfrm>
              <a:off x="8863904" y="23046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336" name="橢圓 335">
              <a:extLst>
                <a:ext uri="{FF2B5EF4-FFF2-40B4-BE49-F238E27FC236}">
                  <a16:creationId xmlns:a16="http://schemas.microsoft.com/office/drawing/2014/main" id="{AC842EC3-D618-46E8-A521-5992D52338B2}"/>
                </a:ext>
              </a:extLst>
            </p:cNvPr>
            <p:cNvSpPr/>
            <p:nvPr/>
          </p:nvSpPr>
          <p:spPr>
            <a:xfrm>
              <a:off x="7524489" y="23046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337" name="橢圓 336">
              <a:extLst>
                <a:ext uri="{FF2B5EF4-FFF2-40B4-BE49-F238E27FC236}">
                  <a16:creationId xmlns:a16="http://schemas.microsoft.com/office/drawing/2014/main" id="{40D1B3F3-8E85-4C0B-9739-D0ADA576790C}"/>
                </a:ext>
              </a:extLst>
            </p:cNvPr>
            <p:cNvSpPr/>
            <p:nvPr/>
          </p:nvSpPr>
          <p:spPr>
            <a:xfrm>
              <a:off x="7725054" y="2790829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338" name="橢圓 337">
              <a:extLst>
                <a:ext uri="{FF2B5EF4-FFF2-40B4-BE49-F238E27FC236}">
                  <a16:creationId xmlns:a16="http://schemas.microsoft.com/office/drawing/2014/main" id="{03E523BD-60AC-4CAF-8099-295ECE538A38}"/>
                </a:ext>
              </a:extLst>
            </p:cNvPr>
            <p:cNvSpPr/>
            <p:nvPr/>
          </p:nvSpPr>
          <p:spPr>
            <a:xfrm>
              <a:off x="7725054" y="182965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339" name="橢圓 338">
              <a:extLst>
                <a:ext uri="{FF2B5EF4-FFF2-40B4-BE49-F238E27FC236}">
                  <a16:creationId xmlns:a16="http://schemas.microsoft.com/office/drawing/2014/main" id="{C4E8FC8F-92AF-48B3-9F5C-F40BF075C630}"/>
                </a:ext>
              </a:extLst>
            </p:cNvPr>
            <p:cNvSpPr/>
            <p:nvPr/>
          </p:nvSpPr>
          <p:spPr>
            <a:xfrm>
              <a:off x="8678740" y="2790829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 dirty="0"/>
            </a:p>
          </p:txBody>
        </p:sp>
        <p:sp>
          <p:nvSpPr>
            <p:cNvPr id="340" name="橢圓 339">
              <a:extLst>
                <a:ext uri="{FF2B5EF4-FFF2-40B4-BE49-F238E27FC236}">
                  <a16:creationId xmlns:a16="http://schemas.microsoft.com/office/drawing/2014/main" id="{3DA98BAB-71FD-4420-8D3B-2EC5ECA1DDAB}"/>
                </a:ext>
              </a:extLst>
            </p:cNvPr>
            <p:cNvSpPr/>
            <p:nvPr/>
          </p:nvSpPr>
          <p:spPr>
            <a:xfrm>
              <a:off x="8678740" y="182965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341" name="等腰三角形 340">
              <a:extLst>
                <a:ext uri="{FF2B5EF4-FFF2-40B4-BE49-F238E27FC236}">
                  <a16:creationId xmlns:a16="http://schemas.microsoft.com/office/drawing/2014/main" id="{A0A988F7-6112-4A78-86D2-333A8B102813}"/>
                </a:ext>
              </a:extLst>
            </p:cNvPr>
            <p:cNvSpPr/>
            <p:nvPr/>
          </p:nvSpPr>
          <p:spPr>
            <a:xfrm rot="16200000">
              <a:off x="8335379" y="1569710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342" name="等腰三角形 341">
              <a:extLst>
                <a:ext uri="{FF2B5EF4-FFF2-40B4-BE49-F238E27FC236}">
                  <a16:creationId xmlns:a16="http://schemas.microsoft.com/office/drawing/2014/main" id="{3CF453EE-B803-4B5C-BAE7-C1172C38C86D}"/>
                </a:ext>
              </a:extLst>
            </p:cNvPr>
            <p:cNvSpPr/>
            <p:nvPr/>
          </p:nvSpPr>
          <p:spPr>
            <a:xfrm rot="16200000">
              <a:off x="8335379" y="290366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343" name="等腰三角形 342">
              <a:extLst>
                <a:ext uri="{FF2B5EF4-FFF2-40B4-BE49-F238E27FC236}">
                  <a16:creationId xmlns:a16="http://schemas.microsoft.com/office/drawing/2014/main" id="{050E6031-444D-4D24-9EE8-24109378D455}"/>
                </a:ext>
              </a:extLst>
            </p:cNvPr>
            <p:cNvSpPr/>
            <p:nvPr/>
          </p:nvSpPr>
          <p:spPr>
            <a:xfrm rot="16200000">
              <a:off x="7656048" y="225173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344" name="等腰三角形 343">
              <a:extLst>
                <a:ext uri="{FF2B5EF4-FFF2-40B4-BE49-F238E27FC236}">
                  <a16:creationId xmlns:a16="http://schemas.microsoft.com/office/drawing/2014/main" id="{3A6018A6-AB63-4B02-B941-A717522FCEB0}"/>
                </a:ext>
              </a:extLst>
            </p:cNvPr>
            <p:cNvSpPr/>
            <p:nvPr/>
          </p:nvSpPr>
          <p:spPr>
            <a:xfrm rot="16200000">
              <a:off x="7856613" y="176973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345" name="等腰三角形 344">
              <a:extLst>
                <a:ext uri="{FF2B5EF4-FFF2-40B4-BE49-F238E27FC236}">
                  <a16:creationId xmlns:a16="http://schemas.microsoft.com/office/drawing/2014/main" id="{F9BEED4B-DD0E-472D-AF4B-3F20FD3BB747}"/>
                </a:ext>
              </a:extLst>
            </p:cNvPr>
            <p:cNvSpPr/>
            <p:nvPr/>
          </p:nvSpPr>
          <p:spPr>
            <a:xfrm rot="16200000">
              <a:off x="7856613" y="2732216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346" name="等腰三角形 345">
              <a:extLst>
                <a:ext uri="{FF2B5EF4-FFF2-40B4-BE49-F238E27FC236}">
                  <a16:creationId xmlns:a16="http://schemas.microsoft.com/office/drawing/2014/main" id="{417407BE-4A16-4ADD-8BF6-9322F359479E}"/>
                </a:ext>
              </a:extLst>
            </p:cNvPr>
            <p:cNvSpPr/>
            <p:nvPr/>
          </p:nvSpPr>
          <p:spPr>
            <a:xfrm rot="16200000">
              <a:off x="8810299" y="176973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347" name="等腰三角形 346">
              <a:extLst>
                <a:ext uri="{FF2B5EF4-FFF2-40B4-BE49-F238E27FC236}">
                  <a16:creationId xmlns:a16="http://schemas.microsoft.com/office/drawing/2014/main" id="{2AA17495-0DC7-4DEE-8EC0-F63AE22D7A5A}"/>
                </a:ext>
              </a:extLst>
            </p:cNvPr>
            <p:cNvSpPr/>
            <p:nvPr/>
          </p:nvSpPr>
          <p:spPr>
            <a:xfrm rot="16200000">
              <a:off x="8810299" y="2732216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  <p:sp>
          <p:nvSpPr>
            <p:cNvPr id="348" name="等腰三角形 347">
              <a:extLst>
                <a:ext uri="{FF2B5EF4-FFF2-40B4-BE49-F238E27FC236}">
                  <a16:creationId xmlns:a16="http://schemas.microsoft.com/office/drawing/2014/main" id="{06ECF005-DABC-43DC-AFD1-E5BA33F4E403}"/>
                </a:ext>
              </a:extLst>
            </p:cNvPr>
            <p:cNvSpPr/>
            <p:nvPr/>
          </p:nvSpPr>
          <p:spPr>
            <a:xfrm rot="16200000">
              <a:off x="8995464" y="225173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674" tIns="60836" rIns="121674" bIns="60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395"/>
            </a:p>
          </p:txBody>
        </p:sp>
      </p:grpSp>
      <p:sp>
        <p:nvSpPr>
          <p:cNvPr id="350" name="文字方塊 349">
            <a:extLst>
              <a:ext uri="{FF2B5EF4-FFF2-40B4-BE49-F238E27FC236}">
                <a16:creationId xmlns:a16="http://schemas.microsoft.com/office/drawing/2014/main" id="{49BF8366-3081-4F2D-9918-450D3E561F8F}"/>
              </a:ext>
            </a:extLst>
          </p:cNvPr>
          <p:cNvSpPr txBox="1"/>
          <p:nvPr/>
        </p:nvSpPr>
        <p:spPr>
          <a:xfrm>
            <a:off x="9734858" y="2682004"/>
            <a:ext cx="2918183" cy="1238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7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37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</a:t>
            </a:r>
          </a:p>
        </p:txBody>
      </p:sp>
    </p:spTree>
    <p:extLst>
      <p:ext uri="{BB962C8B-B14F-4D97-AF65-F5344CB8AC3E}">
        <p14:creationId xmlns:p14="http://schemas.microsoft.com/office/powerpoint/2010/main" val="3384735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>
            <a:extLst>
              <a:ext uri="{FF2B5EF4-FFF2-40B4-BE49-F238E27FC236}">
                <a16:creationId xmlns:a16="http://schemas.microsoft.com/office/drawing/2014/main" id="{493B88C7-B60F-4E26-B0F7-CC6FFC39BF70}"/>
              </a:ext>
            </a:extLst>
          </p:cNvPr>
          <p:cNvGrpSpPr/>
          <p:nvPr/>
        </p:nvGrpSpPr>
        <p:grpSpPr>
          <a:xfrm>
            <a:off x="127636" y="66077"/>
            <a:ext cx="14505303" cy="4008046"/>
            <a:chOff x="-1290918" y="4482353"/>
            <a:chExt cx="10901083" cy="3012141"/>
          </a:xfrm>
        </p:grpSpPr>
        <p:sp>
          <p:nvSpPr>
            <p:cNvPr id="238" name="矩形: 圓角 237">
              <a:extLst>
                <a:ext uri="{FF2B5EF4-FFF2-40B4-BE49-F238E27FC236}">
                  <a16:creationId xmlns:a16="http://schemas.microsoft.com/office/drawing/2014/main" id="{64BFFBEE-304B-4ED2-9791-4679E8397C85}"/>
                </a:ext>
              </a:extLst>
            </p:cNvPr>
            <p:cNvSpPr/>
            <p:nvPr/>
          </p:nvSpPr>
          <p:spPr>
            <a:xfrm>
              <a:off x="-1290918" y="4482353"/>
              <a:ext cx="10901083" cy="3012141"/>
            </a:xfrm>
            <a:prstGeom prst="roundRect">
              <a:avLst>
                <a:gd name="adj" fmla="val 7772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77264" tIns="38632" rIns="77264" bIns="3863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52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1" name="文字方塊 240">
                  <a:extLst>
                    <a:ext uri="{FF2B5EF4-FFF2-40B4-BE49-F238E27FC236}">
                      <a16:creationId xmlns:a16="http://schemas.microsoft.com/office/drawing/2014/main" id="{D6BBFCC5-85B4-4394-9437-49450C509BCA}"/>
                    </a:ext>
                  </a:extLst>
                </p:cNvPr>
                <p:cNvSpPr txBox="1"/>
                <p:nvPr/>
              </p:nvSpPr>
              <p:spPr>
                <a:xfrm>
                  <a:off x="6866146" y="4620422"/>
                  <a:ext cx="1669442" cy="5001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725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TW" sz="3725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3725" i="1"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zh-TW" altLang="en-US" sz="3725" dirty="0"/>
                </a:p>
              </p:txBody>
            </p:sp>
          </mc:Choice>
          <mc:Fallback>
            <p:sp>
              <p:nvSpPr>
                <p:cNvPr id="241" name="文字方塊 240">
                  <a:extLst>
                    <a:ext uri="{FF2B5EF4-FFF2-40B4-BE49-F238E27FC236}">
                      <a16:creationId xmlns:a16="http://schemas.microsoft.com/office/drawing/2014/main" id="{D6BBFCC5-85B4-4394-9437-49450C509B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6146" y="4620422"/>
                  <a:ext cx="1669442" cy="50018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5" name="文字方塊 244">
                  <a:extLst>
                    <a:ext uri="{FF2B5EF4-FFF2-40B4-BE49-F238E27FC236}">
                      <a16:creationId xmlns:a16="http://schemas.microsoft.com/office/drawing/2014/main" id="{B62E15B4-AEBA-4A57-A261-01265B810C00}"/>
                    </a:ext>
                  </a:extLst>
                </p:cNvPr>
                <p:cNvSpPr txBox="1"/>
                <p:nvPr/>
              </p:nvSpPr>
              <p:spPr>
                <a:xfrm>
                  <a:off x="4147988" y="4620422"/>
                  <a:ext cx="1953311" cy="5001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725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TW" sz="3725" i="1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zh-TW" altLang="en-US" sz="3725" dirty="0"/>
                </a:p>
              </p:txBody>
            </p:sp>
          </mc:Choice>
          <mc:Fallback>
            <p:sp>
              <p:nvSpPr>
                <p:cNvPr id="245" name="文字方塊 244">
                  <a:extLst>
                    <a:ext uri="{FF2B5EF4-FFF2-40B4-BE49-F238E27FC236}">
                      <a16:creationId xmlns:a16="http://schemas.microsoft.com/office/drawing/2014/main" id="{B62E15B4-AEBA-4A57-A261-01265B810C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7988" y="4620422"/>
                  <a:ext cx="1953311" cy="50018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4" name="圖片 93">
              <a:extLst>
                <a:ext uri="{FF2B5EF4-FFF2-40B4-BE49-F238E27FC236}">
                  <a16:creationId xmlns:a16="http://schemas.microsoft.com/office/drawing/2014/main" id="{A048DC8A-4564-4096-9E67-4282813D6B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241" t="20500" r="28224" b="11933"/>
            <a:stretch/>
          </p:blipFill>
          <p:spPr>
            <a:xfrm>
              <a:off x="6580977" y="5119460"/>
              <a:ext cx="2156917" cy="2114861"/>
            </a:xfrm>
            <a:prstGeom prst="rect">
              <a:avLst/>
            </a:prstGeom>
          </p:spPr>
        </p:pic>
        <p:pic>
          <p:nvPicPr>
            <p:cNvPr id="95" name="圖片 94">
              <a:extLst>
                <a:ext uri="{FF2B5EF4-FFF2-40B4-BE49-F238E27FC236}">
                  <a16:creationId xmlns:a16="http://schemas.microsoft.com/office/drawing/2014/main" id="{EDE557E5-5F06-4E53-8171-63EF56709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112601" y="5117930"/>
              <a:ext cx="2106265" cy="2116391"/>
            </a:xfrm>
            <a:prstGeom prst="rect">
              <a:avLst/>
            </a:prstGeom>
          </p:spPr>
        </p:pic>
        <p:sp>
          <p:nvSpPr>
            <p:cNvPr id="96" name="文字方塊 95">
              <a:extLst>
                <a:ext uri="{FF2B5EF4-FFF2-40B4-BE49-F238E27FC236}">
                  <a16:creationId xmlns:a16="http://schemas.microsoft.com/office/drawing/2014/main" id="{364E3FF3-9434-47DB-BF3E-E765D21484A0}"/>
                </a:ext>
              </a:extLst>
            </p:cNvPr>
            <p:cNvSpPr txBox="1"/>
            <p:nvPr/>
          </p:nvSpPr>
          <p:spPr>
            <a:xfrm>
              <a:off x="6594038" y="5632950"/>
              <a:ext cx="2193084" cy="930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7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</a:p>
            <a:p>
              <a:pPr algn="ctr"/>
              <a:r>
                <a:rPr lang="en-US" altLang="zh-TW" sz="37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Light </a:t>
              </a:r>
            </a:p>
          </p:txBody>
        </p:sp>
        <p:pic>
          <p:nvPicPr>
            <p:cNvPr id="97" name="圖片 96">
              <a:extLst>
                <a:ext uri="{FF2B5EF4-FFF2-40B4-BE49-F238E27FC236}">
                  <a16:creationId xmlns:a16="http://schemas.microsoft.com/office/drawing/2014/main" id="{F944438C-A6F7-46B6-9E7A-94344D5710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781" t="8908" r="4868" b="70278"/>
            <a:stretch/>
          </p:blipFill>
          <p:spPr>
            <a:xfrm>
              <a:off x="8762383" y="5044477"/>
              <a:ext cx="704851" cy="2247900"/>
            </a:xfrm>
            <a:prstGeom prst="rect">
              <a:avLst/>
            </a:prstGeom>
          </p:spPr>
        </p:pic>
        <p:grpSp>
          <p:nvGrpSpPr>
            <p:cNvPr id="244" name="群組 243">
              <a:extLst>
                <a:ext uri="{FF2B5EF4-FFF2-40B4-BE49-F238E27FC236}">
                  <a16:creationId xmlns:a16="http://schemas.microsoft.com/office/drawing/2014/main" id="{0A560855-F5BA-406E-81CA-ECBEAE41CCFA}"/>
                </a:ext>
              </a:extLst>
            </p:cNvPr>
            <p:cNvGrpSpPr/>
            <p:nvPr/>
          </p:nvGrpSpPr>
          <p:grpSpPr>
            <a:xfrm>
              <a:off x="5015801" y="5711298"/>
              <a:ext cx="609103" cy="619431"/>
              <a:chOff x="6583394" y="1501875"/>
              <a:chExt cx="1650681" cy="1678673"/>
            </a:xfrm>
          </p:grpSpPr>
          <p:grpSp>
            <p:nvGrpSpPr>
              <p:cNvPr id="286" name="群組 285">
                <a:extLst>
                  <a:ext uri="{FF2B5EF4-FFF2-40B4-BE49-F238E27FC236}">
                    <a16:creationId xmlns:a16="http://schemas.microsoft.com/office/drawing/2014/main" id="{708046E1-F6CA-4487-A845-8CBB437DD241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289" name="箭號: 向右 288">
                  <a:extLst>
                    <a:ext uri="{FF2B5EF4-FFF2-40B4-BE49-F238E27FC236}">
                      <a16:creationId xmlns:a16="http://schemas.microsoft.com/office/drawing/2014/main" id="{CC8F469B-45BA-47E1-80FB-282DBE47F2BC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2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90" name="箭號: 向右 289">
                  <a:extLst>
                    <a:ext uri="{FF2B5EF4-FFF2-40B4-BE49-F238E27FC236}">
                      <a16:creationId xmlns:a16="http://schemas.microsoft.com/office/drawing/2014/main" id="{E1696520-300B-4620-8BC3-010AC8EB9513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20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87" name="文字方塊 286">
                    <a:extLst>
                      <a:ext uri="{FF2B5EF4-FFF2-40B4-BE49-F238E27FC236}">
                        <a16:creationId xmlns:a16="http://schemas.microsoft.com/office/drawing/2014/main" id="{8660AA69-DE20-4AA8-B17C-A7A2D9DDFDD9}"/>
                      </a:ext>
                    </a:extLst>
                  </p:cNvPr>
                  <p:cNvSpPr txBox="1"/>
                  <p:nvPr/>
                </p:nvSpPr>
                <p:spPr>
                  <a:xfrm>
                    <a:off x="6583394" y="1501875"/>
                    <a:ext cx="416136" cy="99810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395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395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395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395" dirty="0"/>
                  </a:p>
                </p:txBody>
              </p:sp>
            </mc:Choice>
            <mc:Fallback>
              <p:sp>
                <p:nvSpPr>
                  <p:cNvPr id="287" name="文字方塊 286">
                    <a:extLst>
                      <a:ext uri="{FF2B5EF4-FFF2-40B4-BE49-F238E27FC236}">
                        <a16:creationId xmlns:a16="http://schemas.microsoft.com/office/drawing/2014/main" id="{8660AA69-DE20-4AA8-B17C-A7A2D9DDFD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3394" y="1501875"/>
                    <a:ext cx="416136" cy="99810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1212" r="-151515" b="-750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88" name="文字方塊 287">
                    <a:extLst>
                      <a:ext uri="{FF2B5EF4-FFF2-40B4-BE49-F238E27FC236}">
                        <a16:creationId xmlns:a16="http://schemas.microsoft.com/office/drawing/2014/main" id="{1612911D-1B49-4BA9-8116-B49948A25B97}"/>
                      </a:ext>
                    </a:extLst>
                  </p:cNvPr>
                  <p:cNvSpPr txBox="1"/>
                  <p:nvPr/>
                </p:nvSpPr>
                <p:spPr>
                  <a:xfrm>
                    <a:off x="7165989" y="2241868"/>
                    <a:ext cx="1068086" cy="93868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395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395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395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395" dirty="0"/>
                  </a:p>
                </p:txBody>
              </p:sp>
            </mc:Choice>
            <mc:Fallback>
              <p:sp>
                <p:nvSpPr>
                  <p:cNvPr id="288" name="文字方塊 287">
                    <a:extLst>
                      <a:ext uri="{FF2B5EF4-FFF2-40B4-BE49-F238E27FC236}">
                        <a16:creationId xmlns:a16="http://schemas.microsoft.com/office/drawing/2014/main" id="{1612911D-1B49-4BA9-8116-B49948A25B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5989" y="2241868"/>
                    <a:ext cx="1068086" cy="93868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8046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8" name="文字方塊 97">
                  <a:extLst>
                    <a:ext uri="{FF2B5EF4-FFF2-40B4-BE49-F238E27FC236}">
                      <a16:creationId xmlns:a16="http://schemas.microsoft.com/office/drawing/2014/main" id="{F9E2FAF0-D9A7-401E-AB5C-D4D71BA9E860}"/>
                    </a:ext>
                  </a:extLst>
                </p:cNvPr>
                <p:cNvSpPr txBox="1"/>
                <p:nvPr/>
              </p:nvSpPr>
              <p:spPr>
                <a:xfrm>
                  <a:off x="4556306" y="6835226"/>
                  <a:ext cx="241814" cy="3156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12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129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129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2129" dirty="0"/>
                </a:p>
              </p:txBody>
            </p:sp>
          </mc:Choice>
          <mc:Fallback>
            <p:sp>
              <p:nvSpPr>
                <p:cNvPr id="98" name="文字方塊 97">
                  <a:extLst>
                    <a:ext uri="{FF2B5EF4-FFF2-40B4-BE49-F238E27FC236}">
                      <a16:creationId xmlns:a16="http://schemas.microsoft.com/office/drawing/2014/main" id="{F9E2FAF0-D9A7-401E-AB5C-D4D71BA9E8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6306" y="6835226"/>
                  <a:ext cx="241814" cy="315630"/>
                </a:xfrm>
                <a:prstGeom prst="rect">
                  <a:avLst/>
                </a:prstGeom>
                <a:blipFill>
                  <a:blip r:embed="rId9"/>
                  <a:stretch>
                    <a:fillRect l="-9434" r="-30189" b="-1449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6D50BF3B-518A-4221-94C2-39A356CAE1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71160"/>
            <a:stretch/>
          </p:blipFill>
          <p:spPr>
            <a:xfrm>
              <a:off x="-1115842" y="5631421"/>
              <a:ext cx="4915586" cy="9725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24713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1184</TotalTime>
  <Words>35</Words>
  <Application>Microsoft Office PowerPoint</Application>
  <PresentationFormat>自訂</PresentationFormat>
  <Paragraphs>26</Paragraphs>
  <Slides>2</Slides>
  <Notes>0</Notes>
  <HiddenSlides>1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9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26</cp:revision>
  <dcterms:created xsi:type="dcterms:W3CDTF">2026-04-27T10:55:32Z</dcterms:created>
  <dcterms:modified xsi:type="dcterms:W3CDTF">2026-04-28T07:20:29Z</dcterms:modified>
</cp:coreProperties>
</file>