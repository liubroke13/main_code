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AC36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1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79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468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02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2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8909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562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507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56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81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589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48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2E576-E176-4636-8106-C6403D35D5F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2883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9B778DC-BA8F-4AED-B902-5519DD6C8E83}"/>
              </a:ext>
            </a:extLst>
          </p:cNvPr>
          <p:cNvSpPr/>
          <p:nvPr/>
        </p:nvSpPr>
        <p:spPr>
          <a:xfrm>
            <a:off x="3285922" y="1704975"/>
            <a:ext cx="5903461" cy="403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6E6FC3A0-2C5E-4EC4-B60C-A05C6275A81F}"/>
              </a:ext>
            </a:extLst>
          </p:cNvPr>
          <p:cNvCxnSpPr>
            <a:cxnSpLocks/>
          </p:cNvCxnSpPr>
          <p:nvPr/>
        </p:nvCxnSpPr>
        <p:spPr>
          <a:xfrm>
            <a:off x="5195888" y="3733800"/>
            <a:ext cx="1037272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6C2D4660-D1A2-4677-86DE-0633B0DFFD9A}"/>
              </a:ext>
            </a:extLst>
          </p:cNvPr>
          <p:cNvCxnSpPr>
            <a:cxnSpLocks/>
          </p:cNvCxnSpPr>
          <p:nvPr/>
        </p:nvCxnSpPr>
        <p:spPr>
          <a:xfrm>
            <a:off x="7245350" y="3733800"/>
            <a:ext cx="1266825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90830E2C-DE3E-4AE3-A613-211048D23F14}"/>
              </a:ext>
            </a:extLst>
          </p:cNvPr>
          <p:cNvSpPr/>
          <p:nvPr/>
        </p:nvSpPr>
        <p:spPr>
          <a:xfrm>
            <a:off x="5939220" y="2313626"/>
            <a:ext cx="586521" cy="2817849"/>
          </a:xfrm>
          <a:prstGeom prst="ellipse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FDF8180-D973-4531-888B-47BCA1EC6932}"/>
              </a:ext>
            </a:extLst>
          </p:cNvPr>
          <p:cNvCxnSpPr>
            <a:cxnSpLocks/>
          </p:cNvCxnSpPr>
          <p:nvPr/>
        </p:nvCxnSpPr>
        <p:spPr>
          <a:xfrm>
            <a:off x="6223982" y="2313626"/>
            <a:ext cx="0" cy="1402550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弧形 8">
            <a:extLst>
              <a:ext uri="{FF2B5EF4-FFF2-40B4-BE49-F238E27FC236}">
                <a16:creationId xmlns:a16="http://schemas.microsoft.com/office/drawing/2014/main" id="{F5073DF3-23A2-4756-8038-D7CF848DEAE1}"/>
              </a:ext>
            </a:extLst>
          </p:cNvPr>
          <p:cNvSpPr/>
          <p:nvPr/>
        </p:nvSpPr>
        <p:spPr>
          <a:xfrm rot="8100000">
            <a:off x="-1371634" y="-12892759"/>
            <a:ext cx="15208232" cy="15208232"/>
          </a:xfrm>
          <a:prstGeom prst="arc">
            <a:avLst>
              <a:gd name="adj1" fmla="val 17532570"/>
              <a:gd name="adj2" fmla="val 20268213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CBA5609A-9B95-4347-99D9-C84C3C7CD5E2}"/>
              </a:ext>
            </a:extLst>
          </p:cNvPr>
          <p:cNvSpPr/>
          <p:nvPr/>
        </p:nvSpPr>
        <p:spPr>
          <a:xfrm rot="18900000">
            <a:off x="-1371634" y="5152127"/>
            <a:ext cx="15208232" cy="15208232"/>
          </a:xfrm>
          <a:prstGeom prst="arc">
            <a:avLst>
              <a:gd name="adj1" fmla="val 17532570"/>
              <a:gd name="adj2" fmla="val 20268213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6E8902BF-302C-4A00-BDDE-9B309F26A9FB}"/>
              </a:ext>
            </a:extLst>
          </p:cNvPr>
          <p:cNvSpPr/>
          <p:nvPr/>
        </p:nvSpPr>
        <p:spPr>
          <a:xfrm>
            <a:off x="8224283" y="1989176"/>
            <a:ext cx="586521" cy="3500596"/>
          </a:xfrm>
          <a:prstGeom prst="ellipse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B1FA0C3E-1A5F-4D3E-8CD1-52827CCD535A}"/>
              </a:ext>
            </a:extLst>
          </p:cNvPr>
          <p:cNvCxnSpPr>
            <a:cxnSpLocks/>
          </p:cNvCxnSpPr>
          <p:nvPr/>
        </p:nvCxnSpPr>
        <p:spPr>
          <a:xfrm>
            <a:off x="8509045" y="1989176"/>
            <a:ext cx="0" cy="1742378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2379982-8561-452E-9BC3-8E4CE84D2F57}"/>
              </a:ext>
            </a:extLst>
          </p:cNvPr>
          <p:cNvCxnSpPr>
            <a:cxnSpLocks/>
          </p:cNvCxnSpPr>
          <p:nvPr/>
        </p:nvCxnSpPr>
        <p:spPr>
          <a:xfrm>
            <a:off x="6225540" y="3733800"/>
            <a:ext cx="105537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/>
              <p:nvPr/>
            </p:nvSpPr>
            <p:spPr>
              <a:xfrm>
                <a:off x="5389770" y="2802792"/>
                <a:ext cx="56830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770" y="2802792"/>
                <a:ext cx="5683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/>
              <p:nvPr/>
            </p:nvSpPr>
            <p:spPr>
              <a:xfrm>
                <a:off x="7238106" y="2779228"/>
                <a:ext cx="962854" cy="539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106" y="2779228"/>
                <a:ext cx="962854" cy="5395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C8C5A798-1407-4716-93D3-4132D143ED48}"/>
                  </a:ext>
                </a:extLst>
              </p:cNvPr>
              <p:cNvSpPr txBox="1"/>
              <p:nvPr/>
            </p:nvSpPr>
            <p:spPr>
              <a:xfrm>
                <a:off x="5726806" y="1810491"/>
                <a:ext cx="96285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C8C5A798-1407-4716-93D3-4132D143E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806" y="1810491"/>
                <a:ext cx="962854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/>
              <p:nvPr/>
            </p:nvSpPr>
            <p:spPr>
              <a:xfrm>
                <a:off x="7920669" y="1277091"/>
                <a:ext cx="124872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669" y="1277091"/>
                <a:ext cx="1248728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群組 44">
            <a:extLst>
              <a:ext uri="{FF2B5EF4-FFF2-40B4-BE49-F238E27FC236}">
                <a16:creationId xmlns:a16="http://schemas.microsoft.com/office/drawing/2014/main" id="{10715250-2128-407F-A045-4775B6464E3E}"/>
              </a:ext>
            </a:extLst>
          </p:cNvPr>
          <p:cNvGrpSpPr/>
          <p:nvPr/>
        </p:nvGrpSpPr>
        <p:grpSpPr>
          <a:xfrm rot="-5400000">
            <a:off x="3773513" y="3026934"/>
            <a:ext cx="702702" cy="1506834"/>
            <a:chOff x="1133021" y="599099"/>
            <a:chExt cx="380213" cy="1270949"/>
          </a:xfrm>
        </p:grpSpPr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CE72AB36-17D2-40E6-9818-43D5B16891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 rot="5400000">
              <a:off x="1190773" y="801921"/>
              <a:ext cx="264710" cy="380212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A3A5EAB5-0A6A-47CB-BAEA-C8F400FCB2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 rot="5400000">
              <a:off x="947773" y="1304588"/>
              <a:ext cx="750708" cy="380212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CFE2C17E-13AF-4498-816D-C23146CF22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 rot="5400000">
              <a:off x="1190773" y="541348"/>
              <a:ext cx="264710" cy="380212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E468CDD4-F1C0-4788-B4DC-081549614266}"/>
                  </a:ext>
                </a:extLst>
              </p:cNvPr>
              <p:cNvSpPr txBox="1"/>
              <p:nvPr/>
            </p:nvSpPr>
            <p:spPr>
              <a:xfrm>
                <a:off x="4715721" y="3452711"/>
                <a:ext cx="56830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E468CDD4-F1C0-4788-B4DC-081549614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721" y="3452711"/>
                <a:ext cx="568301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/>
              <p:nvPr/>
            </p:nvSpPr>
            <p:spPr>
              <a:xfrm>
                <a:off x="9095566" y="3461491"/>
                <a:ext cx="49913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5566" y="3461491"/>
                <a:ext cx="499134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F22D617-688D-4CF1-A375-0984F030B57C}"/>
              </a:ext>
            </a:extLst>
          </p:cNvPr>
          <p:cNvCxnSpPr>
            <a:cxnSpLocks/>
          </p:cNvCxnSpPr>
          <p:nvPr/>
        </p:nvCxnSpPr>
        <p:spPr>
          <a:xfrm>
            <a:off x="8502650" y="3733800"/>
            <a:ext cx="721759" cy="0"/>
          </a:xfrm>
          <a:prstGeom prst="line">
            <a:avLst/>
          </a:prstGeom>
          <a:ln w="28575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85C50334-B1E9-41A6-84F3-A024DC8036D9}"/>
              </a:ext>
            </a:extLst>
          </p:cNvPr>
          <p:cNvGrpSpPr/>
          <p:nvPr/>
        </p:nvGrpSpPr>
        <p:grpSpPr>
          <a:xfrm>
            <a:off x="247530" y="2513961"/>
            <a:ext cx="2705621" cy="2791695"/>
            <a:chOff x="84087" y="2474204"/>
            <a:chExt cx="2705621" cy="2791695"/>
          </a:xfrm>
        </p:grpSpPr>
        <p:grpSp>
          <p:nvGrpSpPr>
            <p:cNvPr id="68" name="群組 67">
              <a:extLst>
                <a:ext uri="{FF2B5EF4-FFF2-40B4-BE49-F238E27FC236}">
                  <a16:creationId xmlns:a16="http://schemas.microsoft.com/office/drawing/2014/main" id="{B75A833D-FA29-4E91-A183-C11A82F0EBF8}"/>
                </a:ext>
              </a:extLst>
            </p:cNvPr>
            <p:cNvGrpSpPr/>
            <p:nvPr/>
          </p:nvGrpSpPr>
          <p:grpSpPr>
            <a:xfrm>
              <a:off x="465483" y="2911387"/>
              <a:ext cx="1917700" cy="2028972"/>
              <a:chOff x="465483" y="2911387"/>
              <a:chExt cx="1917700" cy="2028972"/>
            </a:xfrm>
          </p:grpSpPr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177EA501-BF83-473A-89CC-71704F8BC3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0787" y="4174987"/>
                <a:ext cx="1262396" cy="0"/>
              </a:xfrm>
              <a:prstGeom prst="line">
                <a:avLst/>
              </a:prstGeom>
              <a:ln w="38100">
                <a:headEnd type="none" w="sm" len="sm"/>
                <a:tailEnd type="stealth" w="lg" len="lg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A99C7E62-7554-4E77-9C31-CBFD9E4B1D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5483" y="4162287"/>
                <a:ext cx="680704" cy="778072"/>
              </a:xfrm>
              <a:prstGeom prst="line">
                <a:avLst/>
              </a:prstGeom>
              <a:ln w="38100">
                <a:headEnd type="none" w="sm" len="sm"/>
                <a:tailEnd type="stealth" w="lg" len="lg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F9B51E7A-D0E3-456A-8AFF-CFC0CB46E4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0787" y="2911387"/>
                <a:ext cx="0" cy="1263600"/>
              </a:xfrm>
              <a:prstGeom prst="line">
                <a:avLst/>
              </a:prstGeom>
              <a:ln w="38100">
                <a:headEnd type="stealth" w="lg" len="lg"/>
                <a:tailEnd type="none" w="lg" len="lg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A381AF93-E1EE-4C2E-A51E-34BEBBBB2DBB}"/>
                    </a:ext>
                  </a:extLst>
                </p:cNvPr>
                <p:cNvSpPr txBox="1"/>
                <p:nvPr/>
              </p:nvSpPr>
              <p:spPr>
                <a:xfrm>
                  <a:off x="899096" y="2474204"/>
                  <a:ext cx="499134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6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oMath>
                    </m:oMathPara>
                  </a14:m>
                  <a:endParaRPr lang="zh-TW" altLang="en-US" sz="2600" dirty="0"/>
                </a:p>
              </p:txBody>
            </p:sp>
          </mc:Choice>
          <mc:Fallback xmlns="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A381AF93-E1EE-4C2E-A51E-34BEBBBB2D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096" y="2474204"/>
                  <a:ext cx="499134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6CE79A81-1D77-4F04-AF6B-2D5D313FDCF6}"/>
                    </a:ext>
                  </a:extLst>
                </p:cNvPr>
                <p:cNvSpPr txBox="1"/>
                <p:nvPr/>
              </p:nvSpPr>
              <p:spPr>
                <a:xfrm>
                  <a:off x="84087" y="4773456"/>
                  <a:ext cx="499134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6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zh-TW" altLang="en-US" sz="2600" dirty="0"/>
                </a:p>
              </p:txBody>
            </p:sp>
          </mc:Choice>
          <mc:Fallback xmlns="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6CE79A81-1D77-4F04-AF6B-2D5D313FDC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87" y="4773456"/>
                  <a:ext cx="499134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758FAE2-DCF9-434C-8834-4F4BA34DC3B8}"/>
                    </a:ext>
                  </a:extLst>
                </p:cNvPr>
                <p:cNvSpPr txBox="1"/>
                <p:nvPr/>
              </p:nvSpPr>
              <p:spPr>
                <a:xfrm>
                  <a:off x="2290574" y="3958447"/>
                  <a:ext cx="499134" cy="5240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6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zh-TW" altLang="en-US" sz="2600" dirty="0"/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758FAE2-DCF9-434C-8834-4F4BA34DC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0574" y="3958447"/>
                  <a:ext cx="499134" cy="5240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55C0B67B-A411-4F22-86B1-1FF386FFCAA5}"/>
              </a:ext>
            </a:extLst>
          </p:cNvPr>
          <p:cNvCxnSpPr>
            <a:cxnSpLocks/>
          </p:cNvCxnSpPr>
          <p:nvPr/>
        </p:nvCxnSpPr>
        <p:spPr>
          <a:xfrm flipV="1">
            <a:off x="1296641" y="3379304"/>
            <a:ext cx="404055" cy="844146"/>
          </a:xfrm>
          <a:prstGeom prst="line">
            <a:avLst/>
          </a:prstGeom>
          <a:ln w="381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D2F8C9FD-3405-49A7-8E7F-A37F2874439B}"/>
              </a:ext>
            </a:extLst>
          </p:cNvPr>
          <p:cNvCxnSpPr>
            <a:cxnSpLocks/>
          </p:cNvCxnSpPr>
          <p:nvPr/>
        </p:nvCxnSpPr>
        <p:spPr>
          <a:xfrm flipV="1">
            <a:off x="1680818" y="3438939"/>
            <a:ext cx="0" cy="122582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22C59365-54CF-4A61-A285-613569ED6D77}"/>
              </a:ext>
            </a:extLst>
          </p:cNvPr>
          <p:cNvCxnSpPr>
            <a:cxnSpLocks/>
          </p:cNvCxnSpPr>
          <p:nvPr/>
        </p:nvCxnSpPr>
        <p:spPr>
          <a:xfrm flipH="1" flipV="1">
            <a:off x="1303131" y="4214191"/>
            <a:ext cx="371060" cy="46382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56384483-2913-4BE8-AC0A-5F15247C44FF}"/>
                  </a:ext>
                </a:extLst>
              </p:cNvPr>
              <p:cNvSpPr txBox="1"/>
              <p:nvPr/>
            </p:nvSpPr>
            <p:spPr>
              <a:xfrm>
                <a:off x="1581965" y="2956582"/>
                <a:ext cx="56830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56384483-2913-4BE8-AC0A-5F15247C4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965" y="2956582"/>
                <a:ext cx="568301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群組 87">
            <a:extLst>
              <a:ext uri="{FF2B5EF4-FFF2-40B4-BE49-F238E27FC236}">
                <a16:creationId xmlns:a16="http://schemas.microsoft.com/office/drawing/2014/main" id="{0D637DFC-B724-4213-82F3-525532026C82}"/>
              </a:ext>
            </a:extLst>
          </p:cNvPr>
          <p:cNvGrpSpPr/>
          <p:nvPr/>
        </p:nvGrpSpPr>
        <p:grpSpPr>
          <a:xfrm rot="-4500000">
            <a:off x="3838777" y="2074493"/>
            <a:ext cx="702702" cy="1506834"/>
            <a:chOff x="1133021" y="599099"/>
            <a:chExt cx="380213" cy="1270949"/>
          </a:xfrm>
        </p:grpSpPr>
        <p:pic>
          <p:nvPicPr>
            <p:cNvPr id="89" name="圖片 88">
              <a:extLst>
                <a:ext uri="{FF2B5EF4-FFF2-40B4-BE49-F238E27FC236}">
                  <a16:creationId xmlns:a16="http://schemas.microsoft.com/office/drawing/2014/main" id="{380FC8EF-AF7B-46C9-B96F-99D7EE666D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 rot="5400000">
              <a:off x="1190773" y="801921"/>
              <a:ext cx="264710" cy="380212"/>
            </a:xfrm>
            <a:prstGeom prst="rect">
              <a:avLst/>
            </a:prstGeom>
          </p:spPr>
        </p:pic>
        <p:pic>
          <p:nvPicPr>
            <p:cNvPr id="90" name="圖片 89">
              <a:extLst>
                <a:ext uri="{FF2B5EF4-FFF2-40B4-BE49-F238E27FC236}">
                  <a16:creationId xmlns:a16="http://schemas.microsoft.com/office/drawing/2014/main" id="{2F880134-1DC4-4B6E-BB45-E351FDA3D1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 rot="5400000">
              <a:off x="947773" y="1304588"/>
              <a:ext cx="750708" cy="380212"/>
            </a:xfrm>
            <a:prstGeom prst="rect">
              <a:avLst/>
            </a:prstGeom>
          </p:spPr>
        </p:pic>
        <p:pic>
          <p:nvPicPr>
            <p:cNvPr id="91" name="圖片 90">
              <a:extLst>
                <a:ext uri="{FF2B5EF4-FFF2-40B4-BE49-F238E27FC236}">
                  <a16:creationId xmlns:a16="http://schemas.microsoft.com/office/drawing/2014/main" id="{5C73F992-35F0-441A-993F-156D8F462C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 rot="5400000">
              <a:off x="1190773" y="541348"/>
              <a:ext cx="264710" cy="380212"/>
            </a:xfrm>
            <a:prstGeom prst="rect">
              <a:avLst/>
            </a:prstGeom>
          </p:spPr>
        </p:pic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86D6BC41-1FE0-4C35-8FE6-5D641D683E74}"/>
              </a:ext>
            </a:extLst>
          </p:cNvPr>
          <p:cNvGrpSpPr/>
          <p:nvPr/>
        </p:nvGrpSpPr>
        <p:grpSpPr>
          <a:xfrm rot="-6300000" flipH="1">
            <a:off x="3838777" y="3979375"/>
            <a:ext cx="702702" cy="1506834"/>
            <a:chOff x="1133021" y="599099"/>
            <a:chExt cx="380213" cy="1270949"/>
          </a:xfrm>
        </p:grpSpPr>
        <p:pic>
          <p:nvPicPr>
            <p:cNvPr id="93" name="圖片 92">
              <a:extLst>
                <a:ext uri="{FF2B5EF4-FFF2-40B4-BE49-F238E27FC236}">
                  <a16:creationId xmlns:a16="http://schemas.microsoft.com/office/drawing/2014/main" id="{C779552B-8A1D-4E33-A989-0BF69D36DC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 rot="5400000">
              <a:off x="1190773" y="801921"/>
              <a:ext cx="264710" cy="380212"/>
            </a:xfrm>
            <a:prstGeom prst="rect">
              <a:avLst/>
            </a:prstGeom>
          </p:spPr>
        </p:pic>
        <p:pic>
          <p:nvPicPr>
            <p:cNvPr id="94" name="圖片 93">
              <a:extLst>
                <a:ext uri="{FF2B5EF4-FFF2-40B4-BE49-F238E27FC236}">
                  <a16:creationId xmlns:a16="http://schemas.microsoft.com/office/drawing/2014/main" id="{6F790907-96EC-4EB3-AFFE-2DC5323041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 rot="5400000">
              <a:off x="947773" y="1304588"/>
              <a:ext cx="750708" cy="380212"/>
            </a:xfrm>
            <a:prstGeom prst="rect">
              <a:avLst/>
            </a:prstGeom>
          </p:spPr>
        </p:pic>
        <p:pic>
          <p:nvPicPr>
            <p:cNvPr id="95" name="圖片 94">
              <a:extLst>
                <a:ext uri="{FF2B5EF4-FFF2-40B4-BE49-F238E27FC236}">
                  <a16:creationId xmlns:a16="http://schemas.microsoft.com/office/drawing/2014/main" id="{809C9BFE-E84A-4939-8A7A-0CDE13EA75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 rot="5400000">
              <a:off x="1190773" y="541348"/>
              <a:ext cx="264710" cy="380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84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177EA501-BF83-473A-89CC-71704F8BC3AE}"/>
              </a:ext>
            </a:extLst>
          </p:cNvPr>
          <p:cNvCxnSpPr>
            <a:cxnSpLocks/>
          </p:cNvCxnSpPr>
          <p:nvPr/>
        </p:nvCxnSpPr>
        <p:spPr>
          <a:xfrm>
            <a:off x="4272939" y="3723568"/>
            <a:ext cx="1828001" cy="0"/>
          </a:xfrm>
          <a:prstGeom prst="line">
            <a:avLst/>
          </a:prstGeom>
          <a:ln w="381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A99C7E62-7554-4E77-9C31-CBFD9E4B1D53}"/>
              </a:ext>
            </a:extLst>
          </p:cNvPr>
          <p:cNvCxnSpPr>
            <a:cxnSpLocks/>
          </p:cNvCxnSpPr>
          <p:nvPr/>
        </p:nvCxnSpPr>
        <p:spPr>
          <a:xfrm flipH="1">
            <a:off x="3617635" y="3710868"/>
            <a:ext cx="680704" cy="778072"/>
          </a:xfrm>
          <a:prstGeom prst="line">
            <a:avLst/>
          </a:prstGeom>
          <a:ln w="381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F9B51E7A-D0E3-456A-8AFF-CFC0CB46E4BB}"/>
              </a:ext>
            </a:extLst>
          </p:cNvPr>
          <p:cNvCxnSpPr>
            <a:cxnSpLocks/>
          </p:cNvCxnSpPr>
          <p:nvPr/>
        </p:nvCxnSpPr>
        <p:spPr>
          <a:xfrm>
            <a:off x="4272939" y="2459968"/>
            <a:ext cx="0" cy="1263600"/>
          </a:xfrm>
          <a:prstGeom prst="line">
            <a:avLst/>
          </a:prstGeom>
          <a:ln w="38100">
            <a:headEnd type="stealth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A381AF93-E1EE-4C2E-A51E-34BEBBBB2DBB}"/>
                  </a:ext>
                </a:extLst>
              </p:cNvPr>
              <p:cNvSpPr txBox="1"/>
              <p:nvPr/>
            </p:nvSpPr>
            <p:spPr>
              <a:xfrm>
                <a:off x="4057059" y="2017347"/>
                <a:ext cx="49913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TW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A381AF93-E1EE-4C2E-A51E-34BEBBBB2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059" y="2017347"/>
                <a:ext cx="499134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6CE79A81-1D77-4F04-AF6B-2D5D313FDCF6}"/>
                  </a:ext>
                </a:extLst>
              </p:cNvPr>
              <p:cNvSpPr txBox="1"/>
              <p:nvPr/>
            </p:nvSpPr>
            <p:spPr>
              <a:xfrm>
                <a:off x="3242050" y="4316599"/>
                <a:ext cx="499134" cy="524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TW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6CE79A81-1D77-4F04-AF6B-2D5D313FD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050" y="4316599"/>
                <a:ext cx="499134" cy="524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F758FAE2-DCF9-434C-8834-4F4BA34DC3B8}"/>
                  </a:ext>
                </a:extLst>
              </p:cNvPr>
              <p:cNvSpPr txBox="1"/>
              <p:nvPr/>
            </p:nvSpPr>
            <p:spPr>
              <a:xfrm>
                <a:off x="6164817" y="3501590"/>
                <a:ext cx="49913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zh-TW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F758FAE2-DCF9-434C-8834-4F4BA34DC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817" y="3501590"/>
                <a:ext cx="499134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56384483-2913-4BE8-AC0A-5F15247C44FF}"/>
                  </a:ext>
                </a:extLst>
              </p:cNvPr>
              <p:cNvSpPr txBox="1"/>
              <p:nvPr/>
            </p:nvSpPr>
            <p:spPr>
              <a:xfrm>
                <a:off x="5384205" y="3039088"/>
                <a:ext cx="56830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rgbClr val="DCAC3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1" i="1" smtClean="0">
                              <a:solidFill>
                                <a:srgbClr val="DCAC36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rgbClr val="DCAC3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56384483-2913-4BE8-AC0A-5F15247C4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205" y="3039088"/>
                <a:ext cx="568301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群組 44">
            <a:extLst>
              <a:ext uri="{FF2B5EF4-FFF2-40B4-BE49-F238E27FC236}">
                <a16:creationId xmlns:a16="http://schemas.microsoft.com/office/drawing/2014/main" id="{10715250-2128-407F-A045-4775B6464E3E}"/>
              </a:ext>
            </a:extLst>
          </p:cNvPr>
          <p:cNvGrpSpPr/>
          <p:nvPr/>
        </p:nvGrpSpPr>
        <p:grpSpPr>
          <a:xfrm rot="16200000">
            <a:off x="4786833" y="2964660"/>
            <a:ext cx="702702" cy="1506834"/>
            <a:chOff x="1133021" y="599099"/>
            <a:chExt cx="380213" cy="1270949"/>
          </a:xfrm>
        </p:grpSpPr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CE72AB36-17D2-40E6-9818-43D5B16891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 rot="5400000">
              <a:off x="1190773" y="801921"/>
              <a:ext cx="264710" cy="380212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A3A5EAB5-0A6A-47CB-BAEA-C8F400FCB2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870"/>
            <a:stretch/>
          </p:blipFill>
          <p:spPr>
            <a:xfrm rot="5400000">
              <a:off x="947773" y="1304588"/>
              <a:ext cx="750708" cy="380212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CFE2C17E-13AF-4498-816D-C23146CF22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2724" r="56552"/>
            <a:stretch/>
          </p:blipFill>
          <p:spPr>
            <a:xfrm rot="5400000">
              <a:off x="1190773" y="541348"/>
              <a:ext cx="264710" cy="380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4432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1366</TotalTime>
  <Words>19</Words>
  <Application>Microsoft Office PowerPoint</Application>
  <PresentationFormat>A4 紙張 (210x297 公釐)</PresentationFormat>
  <Paragraphs>14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16</cp:revision>
  <dcterms:created xsi:type="dcterms:W3CDTF">2026-06-08T08:23:19Z</dcterms:created>
  <dcterms:modified xsi:type="dcterms:W3CDTF">2026-07-04T16:34:15Z</dcterms:modified>
</cp:coreProperties>
</file>