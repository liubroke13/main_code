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  <p:sldId id="277" r:id="rId13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>
        <p:scale>
          <a:sx n="66" d="100"/>
          <a:sy n="66" d="100"/>
        </p:scale>
        <p:origin x="154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34" Type="http://schemas.openxmlformats.org/officeDocument/2006/relationships/image" Target="../media/image57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24" Type="http://schemas.openxmlformats.org/officeDocument/2006/relationships/image" Target="../media/image54.png"/><Relationship Id="rId32" Type="http://schemas.openxmlformats.org/officeDocument/2006/relationships/image" Target="../media/image33.png"/><Relationship Id="rId37" Type="http://schemas.openxmlformats.org/officeDocument/2006/relationships/image" Target="../media/image60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23.png"/><Relationship Id="rId36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31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2.png"/><Relationship Id="rId30" Type="http://schemas.openxmlformats.org/officeDocument/2006/relationships/image" Target="../media/image28.png"/><Relationship Id="rId35" Type="http://schemas.openxmlformats.org/officeDocument/2006/relationships/image" Target="../media/image58.png"/><Relationship Id="rId8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26" Type="http://schemas.openxmlformats.org/officeDocument/2006/relationships/image" Target="../media/image85.png"/><Relationship Id="rId39" Type="http://schemas.openxmlformats.org/officeDocument/2006/relationships/image" Target="../media/image92.png"/><Relationship Id="rId3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image" Target="../media/image75.png"/><Relationship Id="rId42" Type="http://schemas.openxmlformats.org/officeDocument/2006/relationships/image" Target="../media/image9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84.png"/><Relationship Id="rId38" Type="http://schemas.openxmlformats.org/officeDocument/2006/relationships/image" Target="../media/image91.png"/><Relationship Id="rId2" Type="http://schemas.openxmlformats.org/officeDocument/2006/relationships/image" Target="../media/image72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88.png"/><Relationship Id="rId41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81.png"/><Relationship Id="rId37" Type="http://schemas.openxmlformats.org/officeDocument/2006/relationships/image" Target="../media/image90.png"/><Relationship Id="rId40" Type="http://schemas.openxmlformats.org/officeDocument/2006/relationships/image" Target="../media/image93.png"/><Relationship Id="rId5" Type="http://schemas.openxmlformats.org/officeDocument/2006/relationships/image" Target="../media/image36.png"/><Relationship Id="rId28" Type="http://schemas.openxmlformats.org/officeDocument/2006/relationships/image" Target="../media/image87.png"/><Relationship Id="rId36" Type="http://schemas.openxmlformats.org/officeDocument/2006/relationships/image" Target="../media/image89.png"/><Relationship Id="rId10" Type="http://schemas.openxmlformats.org/officeDocument/2006/relationships/image" Target="../media/image41.png"/><Relationship Id="rId31" Type="http://schemas.openxmlformats.org/officeDocument/2006/relationships/image" Target="../media/image77.png"/><Relationship Id="rId9" Type="http://schemas.openxmlformats.org/officeDocument/2006/relationships/image" Target="../media/image40.png"/><Relationship Id="rId27" Type="http://schemas.openxmlformats.org/officeDocument/2006/relationships/image" Target="../media/image86.png"/><Relationship Id="rId30" Type="http://schemas.openxmlformats.org/officeDocument/2006/relationships/image" Target="../media/image80.png"/><Relationship Id="rId35" Type="http://schemas.openxmlformats.org/officeDocument/2006/relationships/image" Target="../media/image76.png"/><Relationship Id="rId43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DCB1C2BC-0169-4480-B1DC-D5B78B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2615247" y="1917593"/>
            <a:ext cx="2246939" cy="137051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9945702-86A4-440F-8EAE-345078CD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2613753" y="3581666"/>
            <a:ext cx="2246939" cy="1438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圖片 147">
            <a:extLst>
              <a:ext uri="{FF2B5EF4-FFF2-40B4-BE49-F238E27FC236}">
                <a16:creationId xmlns:a16="http://schemas.microsoft.com/office/drawing/2014/main" id="{0AF683EF-DC1A-46BB-BE4A-26ED923627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7572104" y="1862817"/>
            <a:ext cx="2246400" cy="1448017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F943ED23-3740-49E3-A7EA-55D2C2040E6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5774028" y="1896096"/>
            <a:ext cx="2019600" cy="3165604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E60AD9D3-5D98-49D9-84C3-A77B77FC137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7569257" y="3626073"/>
            <a:ext cx="2246400" cy="1380667"/>
          </a:xfrm>
          <a:prstGeom prst="rect">
            <a:avLst/>
          </a:prstGeom>
        </p:spPr>
      </p:pic>
      <p:pic>
        <p:nvPicPr>
          <p:cNvPr id="151" name="圖片 150">
            <a:extLst>
              <a:ext uri="{FF2B5EF4-FFF2-40B4-BE49-F238E27FC236}">
                <a16:creationId xmlns:a16="http://schemas.microsoft.com/office/drawing/2014/main" id="{8C84E35F-BCC2-45E3-9DB6-43CE5D7DBF0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2611463" y="6440722"/>
            <a:ext cx="2246400" cy="1595676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9F6B631C-71C0-4B7F-A74F-868F25176BFD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 b="10546"/>
          <a:stretch/>
        </p:blipFill>
        <p:spPr>
          <a:xfrm>
            <a:off x="808045" y="6509598"/>
            <a:ext cx="2019600" cy="3136719"/>
          </a:xfrm>
          <a:prstGeom prst="rect">
            <a:avLst/>
          </a:prstGeom>
        </p:spPr>
      </p:pic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" name="圖片 154">
            <a:extLst>
              <a:ext uri="{FF2B5EF4-FFF2-40B4-BE49-F238E27FC236}">
                <a16:creationId xmlns:a16="http://schemas.microsoft.com/office/drawing/2014/main" id="{A0273641-4D01-4DE3-823F-622661EA125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7563816" y="8224671"/>
            <a:ext cx="2246400" cy="1470467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46DDE56D-F31C-4881-A467-666B7925A253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5768707" y="6517732"/>
            <a:ext cx="2019600" cy="319928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4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5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6B63965-41C2-4D73-9AF9-749616C9212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72" y="3231111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CF59F8-99AB-4B29-91A4-EFDEDDBA97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33" y="3152648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F64B8E-AD70-40A2-963D-FBD7721A763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04"/>
          <a:stretch/>
        </p:blipFill>
        <p:spPr>
          <a:xfrm>
            <a:off x="5273956" y="3575510"/>
            <a:ext cx="2246400" cy="2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5B380E-0CC6-4861-99FA-BF6C119CEA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5246631" y="6370703"/>
            <a:ext cx="2246400" cy="1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0A46192C-FDD2-4F52-ADB1-76053AEE552D}"/>
              </a:ext>
            </a:extLst>
          </p:cNvPr>
          <p:cNvSpPr/>
          <p:nvPr/>
        </p:nvSpPr>
        <p:spPr>
          <a:xfrm>
            <a:off x="892876" y="18822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98BF37B8-177B-4F18-9ACB-35D7E8F4AF8C}"/>
              </a:ext>
            </a:extLst>
          </p:cNvPr>
          <p:cNvSpPr/>
          <p:nvPr/>
        </p:nvSpPr>
        <p:spPr>
          <a:xfrm>
            <a:off x="5851386" y="187959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AC92492F-7AC0-41C6-B79B-E60E87CDF6D5}"/>
              </a:ext>
            </a:extLst>
          </p:cNvPr>
          <p:cNvSpPr/>
          <p:nvPr/>
        </p:nvSpPr>
        <p:spPr>
          <a:xfrm>
            <a:off x="885713" y="651932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BD88F1A2-95EF-4E0B-BD7F-343E524212DE}"/>
              </a:ext>
            </a:extLst>
          </p:cNvPr>
          <p:cNvSpPr/>
          <p:nvPr/>
        </p:nvSpPr>
        <p:spPr>
          <a:xfrm>
            <a:off x="5844223" y="65166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21726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39901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18609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圖片 88">
            <a:extLst>
              <a:ext uri="{FF2B5EF4-FFF2-40B4-BE49-F238E27FC236}">
                <a16:creationId xmlns:a16="http://schemas.microsoft.com/office/drawing/2014/main" id="{A8F266A2-CC61-40E4-9B9C-62F47C455E1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52704"/>
          <a:stretch/>
        </p:blipFill>
        <p:spPr>
          <a:xfrm>
            <a:off x="2610241" y="6882632"/>
            <a:ext cx="2246400" cy="114782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B5DB9481-915F-4C36-A73A-9EA8E5E5BA8C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808256" y="6518435"/>
            <a:ext cx="2019600" cy="3130381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CC3A7404-14CF-47A3-B93B-B420A9568A8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5768340" y="6563190"/>
            <a:ext cx="2019600" cy="309418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8761185C-477A-419E-B4B3-6FC098C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7562093" y="8606648"/>
            <a:ext cx="2246400" cy="1321156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1903053"/>
            <a:ext cx="2019600" cy="3105136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D4A2D77E-53A5-4E64-8927-FD7CF2D9957D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8"/>
          <a:stretch/>
        </p:blipFill>
        <p:spPr>
          <a:xfrm>
            <a:off x="7571179" y="3995784"/>
            <a:ext cx="2246400" cy="129852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AD49D917-ECAC-4DF0-80C4-8F81F57390D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9" b="51737"/>
          <a:stretch/>
        </p:blipFill>
        <p:spPr>
          <a:xfrm>
            <a:off x="7571179" y="2328302"/>
            <a:ext cx="2246400" cy="11026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05426F10-216E-470C-94FF-8FBAC4B58B8E}"/>
                  </a:ext>
                </a:extLst>
              </p:cNvPr>
              <p:cNvSpPr/>
              <p:nvPr/>
            </p:nvSpPr>
            <p:spPr>
              <a:xfrm>
                <a:off x="1230464" y="135235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05426F10-216E-470C-94FF-8FBAC4B58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64" y="1352357"/>
                <a:ext cx="1198533" cy="55515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1DF72DB-AC6D-44CF-9900-BC2A68F4814C}"/>
                  </a:ext>
                </a:extLst>
              </p:cNvPr>
              <p:cNvSpPr/>
              <p:nvPr/>
            </p:nvSpPr>
            <p:spPr>
              <a:xfrm>
                <a:off x="3017747" y="1218731"/>
                <a:ext cx="190693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±1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1DF72DB-AC6D-44CF-9900-BC2A68F48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747" y="1218731"/>
                <a:ext cx="1906932" cy="68877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9DF4A951-F53E-4E34-84BC-C798BE6D74C9}"/>
                  </a:ext>
                </a:extLst>
              </p:cNvPr>
              <p:cNvSpPr/>
              <p:nvPr/>
            </p:nvSpPr>
            <p:spPr>
              <a:xfrm>
                <a:off x="1230464" y="596530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9DF4A951-F53E-4E34-84BC-C798BE6D7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64" y="5965307"/>
                <a:ext cx="1198533" cy="55515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415D0778-1766-4C6A-B255-91539B9DC750}"/>
                  </a:ext>
                </a:extLst>
              </p:cNvPr>
              <p:cNvSpPr/>
              <p:nvPr/>
            </p:nvSpPr>
            <p:spPr>
              <a:xfrm>
                <a:off x="3017747" y="5831681"/>
                <a:ext cx="190693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±1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415D0778-1766-4C6A-B255-91539B9DC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747" y="5831681"/>
                <a:ext cx="1906932" cy="68877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DC73882-D7C0-495A-8FBD-35C62FAFD30A}"/>
                  </a:ext>
                </a:extLst>
              </p:cNvPr>
              <p:cNvSpPr/>
              <p:nvPr/>
            </p:nvSpPr>
            <p:spPr>
              <a:xfrm>
                <a:off x="6112097" y="135235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DC73882-D7C0-495A-8FBD-35C62FAF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097" y="1352357"/>
                <a:ext cx="1198533" cy="55515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296049B3-A4D4-40D0-9353-CD7B3CEFE673}"/>
                  </a:ext>
                </a:extLst>
              </p:cNvPr>
              <p:cNvSpPr/>
              <p:nvPr/>
            </p:nvSpPr>
            <p:spPr>
              <a:xfrm>
                <a:off x="7899380" y="1218731"/>
                <a:ext cx="190693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±1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296049B3-A4D4-40D0-9353-CD7B3CEFE6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380" y="1218731"/>
                <a:ext cx="1906932" cy="68877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4DBB4D2-B0DA-40D5-8EBF-987CE5F3C1B9}"/>
                  </a:ext>
                </a:extLst>
              </p:cNvPr>
              <p:cNvSpPr/>
              <p:nvPr/>
            </p:nvSpPr>
            <p:spPr>
              <a:xfrm>
                <a:off x="6112097" y="5965307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4DBB4D2-B0DA-40D5-8EBF-987CE5F3C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097" y="5965307"/>
                <a:ext cx="1198533" cy="55515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86DCE3E2-7B4F-4618-939E-F776EED7617B}"/>
                  </a:ext>
                </a:extLst>
              </p:cNvPr>
              <p:cNvSpPr/>
              <p:nvPr/>
            </p:nvSpPr>
            <p:spPr>
              <a:xfrm>
                <a:off x="7899380" y="5831681"/>
                <a:ext cx="190693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±1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86DCE3E2-7B4F-4618-939E-F776EED76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380" y="5831681"/>
                <a:ext cx="1906932" cy="68877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2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4507</TotalTime>
  <Words>260</Words>
  <Application>Microsoft Office PowerPoint</Application>
  <PresentationFormat>自訂</PresentationFormat>
  <Paragraphs>142</Paragraphs>
  <Slides>12</Slides>
  <Notes>0</Notes>
  <HiddenSlides>11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60</cp:revision>
  <dcterms:created xsi:type="dcterms:W3CDTF">2026-05-22T09:21:35Z</dcterms:created>
  <dcterms:modified xsi:type="dcterms:W3CDTF">2026-05-27T07:05:41Z</dcterms:modified>
</cp:coreProperties>
</file>