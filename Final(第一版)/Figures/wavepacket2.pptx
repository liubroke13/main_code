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66" r:id="rId4"/>
    <p:sldId id="267" r:id="rId5"/>
    <p:sldId id="268" r:id="rId6"/>
    <p:sldId id="273" r:id="rId7"/>
    <p:sldId id="269" r:id="rId8"/>
    <p:sldId id="270" r:id="rId9"/>
    <p:sldId id="271" r:id="rId10"/>
    <p:sldId id="272" r:id="rId11"/>
  </p:sldIdLst>
  <p:sldSz cx="9906000" cy="1800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56" y="16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294620"/>
            <a:ext cx="7429500" cy="626745"/>
          </a:xfrm>
        </p:spPr>
        <p:txBody>
          <a:bodyPr anchor="b"/>
          <a:lstStyle>
            <a:lvl1pPr algn="ctr">
              <a:defRPr sz="15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945535"/>
            <a:ext cx="7429500" cy="434638"/>
          </a:xfrm>
        </p:spPr>
        <p:txBody>
          <a:bodyPr/>
          <a:lstStyle>
            <a:lvl1pPr marL="0" indent="0" algn="ctr">
              <a:buNone/>
              <a:defRPr sz="630"/>
            </a:lvl1pPr>
            <a:lvl2pPr marL="120015" indent="0" algn="ctr">
              <a:buNone/>
              <a:defRPr sz="525"/>
            </a:lvl2pPr>
            <a:lvl3pPr marL="240030" indent="0" algn="ctr">
              <a:buNone/>
              <a:defRPr sz="472"/>
            </a:lvl3pPr>
            <a:lvl4pPr marL="360045" indent="0" algn="ctr">
              <a:buNone/>
              <a:defRPr sz="420"/>
            </a:lvl4pPr>
            <a:lvl5pPr marL="480060" indent="0" algn="ctr">
              <a:buNone/>
              <a:defRPr sz="420"/>
            </a:lvl5pPr>
            <a:lvl6pPr marL="600075" indent="0" algn="ctr">
              <a:buNone/>
              <a:defRPr sz="420"/>
            </a:lvl6pPr>
            <a:lvl7pPr marL="720090" indent="0" algn="ctr">
              <a:buNone/>
              <a:defRPr sz="420"/>
            </a:lvl7pPr>
            <a:lvl8pPr marL="840105" indent="0" algn="ctr">
              <a:buNone/>
              <a:defRPr sz="420"/>
            </a:lvl8pPr>
            <a:lvl9pPr marL="960120" indent="0" algn="ctr">
              <a:buNone/>
              <a:defRPr sz="42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3487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527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448807"/>
            <a:ext cx="8543925" cy="748843"/>
          </a:xfrm>
        </p:spPr>
        <p:txBody>
          <a:bodyPr anchor="b"/>
          <a:lstStyle>
            <a:lvl1pPr>
              <a:defRPr sz="157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1204734"/>
            <a:ext cx="8543925" cy="393799"/>
          </a:xfrm>
        </p:spPr>
        <p:txBody>
          <a:bodyPr/>
          <a:lstStyle>
            <a:lvl1pPr marL="0" indent="0">
              <a:buNone/>
              <a:defRPr sz="630">
                <a:solidFill>
                  <a:schemeClr val="tx1">
                    <a:tint val="75000"/>
                  </a:schemeClr>
                </a:solidFill>
              </a:defRPr>
            </a:lvl1pPr>
            <a:lvl2pPr marL="120015" indent="0">
              <a:buNone/>
              <a:defRPr sz="525">
                <a:solidFill>
                  <a:schemeClr val="tx1">
                    <a:tint val="75000"/>
                  </a:schemeClr>
                </a:solidFill>
              </a:defRPr>
            </a:lvl2pPr>
            <a:lvl3pPr marL="240030" indent="0">
              <a:buNone/>
              <a:defRPr sz="472">
                <a:solidFill>
                  <a:schemeClr val="tx1">
                    <a:tint val="75000"/>
                  </a:schemeClr>
                </a:solidFill>
              </a:defRPr>
            </a:lvl3pPr>
            <a:lvl4pPr marL="36004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4pPr>
            <a:lvl5pPr marL="48006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5pPr>
            <a:lvl6pPr marL="60007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6pPr>
            <a:lvl7pPr marL="72009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7pPr>
            <a:lvl8pPr marL="840105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8pPr>
            <a:lvl9pPr marL="960120" indent="0">
              <a:buNone/>
              <a:defRPr sz="4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04301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479227"/>
            <a:ext cx="4210050" cy="114222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479227"/>
            <a:ext cx="4210050" cy="114222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7401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95846"/>
            <a:ext cx="8543925" cy="34796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441305"/>
            <a:ext cx="4190702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657582"/>
            <a:ext cx="4190702" cy="9672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441305"/>
            <a:ext cx="4211340" cy="216277"/>
          </a:xfrm>
        </p:spPr>
        <p:txBody>
          <a:bodyPr anchor="b"/>
          <a:lstStyle>
            <a:lvl1pPr marL="0" indent="0">
              <a:buNone/>
              <a:defRPr sz="630" b="1"/>
            </a:lvl1pPr>
            <a:lvl2pPr marL="120015" indent="0">
              <a:buNone/>
              <a:defRPr sz="525" b="1"/>
            </a:lvl2pPr>
            <a:lvl3pPr marL="240030" indent="0">
              <a:buNone/>
              <a:defRPr sz="472" b="1"/>
            </a:lvl3pPr>
            <a:lvl4pPr marL="360045" indent="0">
              <a:buNone/>
              <a:defRPr sz="420" b="1"/>
            </a:lvl4pPr>
            <a:lvl5pPr marL="480060" indent="0">
              <a:buNone/>
              <a:defRPr sz="420" b="1"/>
            </a:lvl5pPr>
            <a:lvl6pPr marL="600075" indent="0">
              <a:buNone/>
              <a:defRPr sz="420" b="1"/>
            </a:lvl6pPr>
            <a:lvl7pPr marL="720090" indent="0">
              <a:buNone/>
              <a:defRPr sz="420" b="1"/>
            </a:lvl7pPr>
            <a:lvl8pPr marL="840105" indent="0">
              <a:buNone/>
              <a:defRPr sz="420" b="1"/>
            </a:lvl8pPr>
            <a:lvl9pPr marL="960120" indent="0">
              <a:buNone/>
              <a:defRPr sz="42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657582"/>
            <a:ext cx="4211340" cy="967204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8090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486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9321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20015"/>
            <a:ext cx="319494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259199"/>
            <a:ext cx="5014913" cy="1279327"/>
          </a:xfrm>
        </p:spPr>
        <p:txBody>
          <a:bodyPr/>
          <a:lstStyle>
            <a:lvl1pPr>
              <a:defRPr sz="840"/>
            </a:lvl1pPr>
            <a:lvl2pPr>
              <a:defRPr sz="735"/>
            </a:lvl2pPr>
            <a:lvl3pPr>
              <a:defRPr sz="630"/>
            </a:lvl3pPr>
            <a:lvl4pPr>
              <a:defRPr sz="525"/>
            </a:lvl4pPr>
            <a:lvl5pPr>
              <a:defRPr sz="525"/>
            </a:lvl5pPr>
            <a:lvl6pPr>
              <a:defRPr sz="525"/>
            </a:lvl6pPr>
            <a:lvl7pPr>
              <a:defRPr sz="525"/>
            </a:lvl7pPr>
            <a:lvl8pPr>
              <a:defRPr sz="525"/>
            </a:lvl8pPr>
            <a:lvl9pPr>
              <a:defRPr sz="525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540067"/>
            <a:ext cx="319494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4672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120015"/>
            <a:ext cx="3194943" cy="420053"/>
          </a:xfrm>
        </p:spPr>
        <p:txBody>
          <a:bodyPr anchor="b"/>
          <a:lstStyle>
            <a:lvl1pPr>
              <a:defRPr sz="84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259199"/>
            <a:ext cx="5014913" cy="1279327"/>
          </a:xfrm>
        </p:spPr>
        <p:txBody>
          <a:bodyPr anchor="t"/>
          <a:lstStyle>
            <a:lvl1pPr marL="0" indent="0">
              <a:buNone/>
              <a:defRPr sz="840"/>
            </a:lvl1pPr>
            <a:lvl2pPr marL="120015" indent="0">
              <a:buNone/>
              <a:defRPr sz="735"/>
            </a:lvl2pPr>
            <a:lvl3pPr marL="240030" indent="0">
              <a:buNone/>
              <a:defRPr sz="630"/>
            </a:lvl3pPr>
            <a:lvl4pPr marL="360045" indent="0">
              <a:buNone/>
              <a:defRPr sz="525"/>
            </a:lvl4pPr>
            <a:lvl5pPr marL="480060" indent="0">
              <a:buNone/>
              <a:defRPr sz="525"/>
            </a:lvl5pPr>
            <a:lvl6pPr marL="600075" indent="0">
              <a:buNone/>
              <a:defRPr sz="525"/>
            </a:lvl6pPr>
            <a:lvl7pPr marL="720090" indent="0">
              <a:buNone/>
              <a:defRPr sz="525"/>
            </a:lvl7pPr>
            <a:lvl8pPr marL="840105" indent="0">
              <a:buNone/>
              <a:defRPr sz="525"/>
            </a:lvl8pPr>
            <a:lvl9pPr marL="960120" indent="0">
              <a:buNone/>
              <a:defRPr sz="525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540067"/>
            <a:ext cx="3194943" cy="1000542"/>
          </a:xfrm>
        </p:spPr>
        <p:txBody>
          <a:bodyPr/>
          <a:lstStyle>
            <a:lvl1pPr marL="0" indent="0">
              <a:buNone/>
              <a:defRPr sz="420"/>
            </a:lvl1pPr>
            <a:lvl2pPr marL="120015" indent="0">
              <a:buNone/>
              <a:defRPr sz="368"/>
            </a:lvl2pPr>
            <a:lvl3pPr marL="240030" indent="0">
              <a:buNone/>
              <a:defRPr sz="315"/>
            </a:lvl3pPr>
            <a:lvl4pPr marL="360045" indent="0">
              <a:buNone/>
              <a:defRPr sz="263"/>
            </a:lvl4pPr>
            <a:lvl5pPr marL="480060" indent="0">
              <a:buNone/>
              <a:defRPr sz="263"/>
            </a:lvl5pPr>
            <a:lvl6pPr marL="600075" indent="0">
              <a:buNone/>
              <a:defRPr sz="263"/>
            </a:lvl6pPr>
            <a:lvl7pPr marL="720090" indent="0">
              <a:buNone/>
              <a:defRPr sz="263"/>
            </a:lvl7pPr>
            <a:lvl8pPr marL="840105" indent="0">
              <a:buNone/>
              <a:defRPr sz="263"/>
            </a:lvl8pPr>
            <a:lvl9pPr marL="960120" indent="0">
              <a:buNone/>
              <a:defRPr sz="26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09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0069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95846"/>
            <a:ext cx="2135981" cy="152560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95846"/>
            <a:ext cx="6284119" cy="152560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11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95846"/>
            <a:ext cx="8543925" cy="347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479227"/>
            <a:ext cx="8543925" cy="11422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1668542"/>
            <a:ext cx="222885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1668542"/>
            <a:ext cx="3343275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1668542"/>
            <a:ext cx="2228850" cy="95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972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240030" rtl="0" eaLnBrk="1" latinLnBrk="0" hangingPunct="1">
        <a:lnSpc>
          <a:spcPct val="90000"/>
        </a:lnSpc>
        <a:spcBef>
          <a:spcPct val="0"/>
        </a:spcBef>
        <a:buNone/>
        <a:defRPr sz="11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0008" indent="-60008" algn="l" defTabSz="24003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735" kern="1200">
          <a:solidFill>
            <a:schemeClr val="tx1"/>
          </a:solidFill>
          <a:latin typeface="+mn-lt"/>
          <a:ea typeface="+mn-ea"/>
          <a:cs typeface="+mn-cs"/>
        </a:defRPr>
      </a:lvl1pPr>
      <a:lvl2pPr marL="18002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630" kern="1200">
          <a:solidFill>
            <a:schemeClr val="tx1"/>
          </a:solidFill>
          <a:latin typeface="+mn-lt"/>
          <a:ea typeface="+mn-ea"/>
          <a:cs typeface="+mn-cs"/>
        </a:defRPr>
      </a:lvl2pPr>
      <a:lvl3pPr marL="30003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525" kern="1200">
          <a:solidFill>
            <a:schemeClr val="tx1"/>
          </a:solidFill>
          <a:latin typeface="+mn-lt"/>
          <a:ea typeface="+mn-ea"/>
          <a:cs typeface="+mn-cs"/>
        </a:defRPr>
      </a:lvl3pPr>
      <a:lvl4pPr marL="42005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54006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6008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8009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900113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1020128" indent="-60008" algn="l" defTabSz="240030" rtl="0" eaLnBrk="1" latinLnBrk="0" hangingPunct="1">
        <a:lnSpc>
          <a:spcPct val="90000"/>
        </a:lnSpc>
        <a:spcBef>
          <a:spcPts val="131"/>
        </a:spcBef>
        <a:buFont typeface="Arial" panose="020B0604020202020204" pitchFamily="34" charset="0"/>
        <a:buChar char="•"/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1pPr>
      <a:lvl2pPr marL="12001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2pPr>
      <a:lvl3pPr marL="24003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3pPr>
      <a:lvl4pPr marL="36004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4pPr>
      <a:lvl5pPr marL="48006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5pPr>
      <a:lvl6pPr marL="60007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6pPr>
      <a:lvl7pPr marL="72009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7pPr>
      <a:lvl8pPr marL="840105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8pPr>
      <a:lvl9pPr marL="960120" algn="l" defTabSz="240030" rtl="0" eaLnBrk="1" latinLnBrk="0" hangingPunct="1">
        <a:defRPr sz="47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2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45.png"/><Relationship Id="rId4" Type="http://schemas.openxmlformats.org/officeDocument/2006/relationships/image" Target="../media/image3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16.png"/><Relationship Id="rId5" Type="http://schemas.openxmlformats.org/officeDocument/2006/relationships/image" Target="../media/image38.pn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4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E60C8961-39A3-406D-BBF9-2931EAC49EEF}"/>
              </a:ext>
            </a:extLst>
          </p:cNvPr>
          <p:cNvSpPr/>
          <p:nvPr/>
        </p:nvSpPr>
        <p:spPr>
          <a:xfrm>
            <a:off x="2723646" y="29601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CF4C0578-88F8-42BB-B9E4-F95E516E26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5136894" y="62765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D99895A-7756-4CEE-A914-73F36DFFCE5B}"/>
                  </a:ext>
                </a:extLst>
              </p:cNvPr>
              <p:cNvSpPr/>
              <p:nvPr/>
            </p:nvSpPr>
            <p:spPr>
              <a:xfrm>
                <a:off x="3261312" y="608417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ED99895A-7756-4CEE-A914-73F36DFFCE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312" y="608417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2DDAB2F-1594-4FFB-83A0-D06118A518FB}"/>
                  </a:ext>
                </a:extLst>
              </p:cNvPr>
              <p:cNvSpPr txBox="1"/>
              <p:nvPr/>
            </p:nvSpPr>
            <p:spPr>
              <a:xfrm>
                <a:off x="5092380" y="1205477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B2DDAB2F-1594-4FFB-83A0-D06118A51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2380" y="1205477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箭號: 向右 39">
            <a:extLst>
              <a:ext uri="{FF2B5EF4-FFF2-40B4-BE49-F238E27FC236}">
                <a16:creationId xmlns:a16="http://schemas.microsoft.com/office/drawing/2014/main" id="{3B26685E-3A51-45E8-BCF7-50D246C56B01}"/>
              </a:ext>
            </a:extLst>
          </p:cNvPr>
          <p:cNvSpPr/>
          <p:nvPr/>
        </p:nvSpPr>
        <p:spPr>
          <a:xfrm>
            <a:off x="5923011" y="857760"/>
            <a:ext cx="122846" cy="35583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>
              <a:solidFill>
                <a:schemeClr val="tx1"/>
              </a:solidFill>
            </a:endParaRPr>
          </a:p>
        </p:txBody>
      </p:sp>
      <p:sp>
        <p:nvSpPr>
          <p:cNvPr id="41" name="箭號: 向右 40">
            <a:extLst>
              <a:ext uri="{FF2B5EF4-FFF2-40B4-BE49-F238E27FC236}">
                <a16:creationId xmlns:a16="http://schemas.microsoft.com/office/drawing/2014/main" id="{7EF8F9B9-3935-41B7-A75F-315D7FC4CED0}"/>
              </a:ext>
            </a:extLst>
          </p:cNvPr>
          <p:cNvSpPr/>
          <p:nvPr/>
        </p:nvSpPr>
        <p:spPr>
          <a:xfrm rot="16200000">
            <a:off x="5871636" y="806243"/>
            <a:ext cx="118561" cy="36869"/>
          </a:xfrm>
          <a:prstGeom prst="rightArrow">
            <a:avLst>
              <a:gd name="adj1" fmla="val 50000"/>
              <a:gd name="adj2" fmla="val 9902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20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137B15C9-72BD-475D-9E9A-FB1773735E00}"/>
                  </a:ext>
                </a:extLst>
              </p:cNvPr>
              <p:cNvSpPr txBox="1"/>
              <p:nvPr/>
            </p:nvSpPr>
            <p:spPr>
              <a:xfrm>
                <a:off x="5715053" y="362908"/>
                <a:ext cx="523462" cy="4242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137B15C9-72BD-475D-9E9A-FB1773735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53" y="362908"/>
                <a:ext cx="523462" cy="424283"/>
              </a:xfrm>
              <a:prstGeom prst="rect">
                <a:avLst/>
              </a:prstGeom>
              <a:blipFill>
                <a:blip r:embed="rId5"/>
                <a:stretch>
                  <a:fillRect b="-5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EF72226-30F7-485F-9029-D1D49AEF1D4B}"/>
                  </a:ext>
                </a:extLst>
              </p:cNvPr>
              <p:cNvSpPr txBox="1"/>
              <p:nvPr/>
            </p:nvSpPr>
            <p:spPr>
              <a:xfrm>
                <a:off x="5987180" y="674065"/>
                <a:ext cx="39412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AEF72226-30F7-485F-9029-D1D49AEF1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180" y="674065"/>
                <a:ext cx="394126" cy="400110"/>
              </a:xfrm>
              <a:prstGeom prst="rect">
                <a:avLst/>
              </a:prstGeom>
              <a:blipFill>
                <a:blip r:embed="rId6"/>
                <a:stretch>
                  <a:fillRect l="-4615" r="-4615"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>
            <a:extLst>
              <a:ext uri="{FF2B5EF4-FFF2-40B4-BE49-F238E27FC236}">
                <a16:creationId xmlns:a16="http://schemas.microsoft.com/office/drawing/2014/main" id="{E9C426D8-9F0E-49E8-AA33-84D1E5B90C14}"/>
              </a:ext>
            </a:extLst>
          </p:cNvPr>
          <p:cNvGrpSpPr/>
          <p:nvPr/>
        </p:nvGrpSpPr>
        <p:grpSpPr>
          <a:xfrm>
            <a:off x="2144389" y="-1652527"/>
            <a:ext cx="5617233" cy="5105279"/>
            <a:chOff x="1905000" y="990600"/>
            <a:chExt cx="5617233" cy="5105279"/>
          </a:xfrm>
        </p:grpSpPr>
        <p:sp>
          <p:nvSpPr>
            <p:cNvPr id="34" name="矩形: 圓角 33">
              <a:extLst>
                <a:ext uri="{FF2B5EF4-FFF2-40B4-BE49-F238E27FC236}">
                  <a16:creationId xmlns:a16="http://schemas.microsoft.com/office/drawing/2014/main" id="{3380EA81-C5F8-4D79-838A-1520DA874E3D}"/>
                </a:ext>
              </a:extLst>
            </p:cNvPr>
            <p:cNvSpPr/>
            <p:nvPr/>
          </p:nvSpPr>
          <p:spPr>
            <a:xfrm>
              <a:off x="1905000" y="990600"/>
              <a:ext cx="5617233" cy="503063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矩形: 圓角 28">
              <a:extLst>
                <a:ext uri="{FF2B5EF4-FFF2-40B4-BE49-F238E27FC236}">
                  <a16:creationId xmlns:a16="http://schemas.microsoft.com/office/drawing/2014/main" id="{8A063E4B-5939-4A6B-BBA1-577A84F295CD}"/>
                </a:ext>
              </a:extLst>
            </p:cNvPr>
            <p:cNvSpPr/>
            <p:nvPr/>
          </p:nvSpPr>
          <p:spPr>
            <a:xfrm>
              <a:off x="2938786" y="2092081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2" name="圖片 31">
              <a:extLst>
                <a:ext uri="{FF2B5EF4-FFF2-40B4-BE49-F238E27FC236}">
                  <a16:creationId xmlns:a16="http://schemas.microsoft.com/office/drawing/2014/main" id="{F41FB454-9EBF-4826-979F-79FDC56BC6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4943401" y="2274078"/>
              <a:ext cx="2540221" cy="1549400"/>
            </a:xfrm>
            <a:prstGeom prst="rect">
              <a:avLst/>
            </a:prstGeom>
          </p:spPr>
        </p:pic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20FFC921-9431-4002-8415-4B1B12481A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/>
            <a:stretch/>
          </p:blipFill>
          <p:spPr>
            <a:xfrm>
              <a:off x="4941712" y="4155355"/>
              <a:ext cx="2540221" cy="194052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14741D-73B4-4BCC-A5CF-96247C4F6A0B}"/>
                    </a:ext>
                  </a:extLst>
                </p:cNvPr>
                <p:cNvSpPr/>
                <p:nvPr/>
              </p:nvSpPr>
              <p:spPr>
                <a:xfrm>
                  <a:off x="3540930" y="1230036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14741D-73B4-4BCC-A5CF-96247C4F6A0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0930" y="1230036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42304A2-A81D-4C9B-820C-A78A3C2A6027}"/>
                    </a:ext>
                  </a:extLst>
                </p:cNvPr>
                <p:cNvSpPr/>
                <p:nvPr/>
              </p:nvSpPr>
              <p:spPr>
                <a:xfrm>
                  <a:off x="6080100" y="3337086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C42304A2-A81D-4C9B-820C-A78A3C2A60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80100" y="3337086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直線單箭頭接點 10">
              <a:extLst>
                <a:ext uri="{FF2B5EF4-FFF2-40B4-BE49-F238E27FC236}">
                  <a16:creationId xmlns:a16="http://schemas.microsoft.com/office/drawing/2014/main" id="{874BB4B9-3647-41B7-863B-BA4D9B796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2611" y="3664243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單箭頭接點 11">
              <a:extLst>
                <a:ext uri="{FF2B5EF4-FFF2-40B4-BE49-F238E27FC236}">
                  <a16:creationId xmlns:a16="http://schemas.microsoft.com/office/drawing/2014/main" id="{C9887D0E-0A07-4759-90BA-97FE7DA61E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51286" y="3454101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266E4083-7EF8-4F99-8729-2E33CCDF4766}"/>
                    </a:ext>
                  </a:extLst>
                </p:cNvPr>
                <p:cNvSpPr/>
                <p:nvPr/>
              </p:nvSpPr>
              <p:spPr>
                <a:xfrm>
                  <a:off x="6648320" y="3464824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266E4083-7EF8-4F99-8729-2E33CCDF476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8320" y="3464824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58268A8-BFBD-4526-B3F2-F24B349B2268}"/>
                    </a:ext>
                  </a:extLst>
                </p:cNvPr>
                <p:cNvSpPr/>
                <p:nvPr/>
              </p:nvSpPr>
              <p:spPr>
                <a:xfrm>
                  <a:off x="5174327" y="3238606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158268A8-BFBD-4526-B3F2-F24B349B22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327" y="3238606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18B0646-8D1C-436C-A556-9F6219308251}"/>
                    </a:ext>
                  </a:extLst>
                </p:cNvPr>
                <p:cNvSpPr/>
                <p:nvPr/>
              </p:nvSpPr>
              <p:spPr>
                <a:xfrm>
                  <a:off x="5301272" y="1069363"/>
                  <a:ext cx="2180661" cy="95135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nary>
                                  <m:naryPr>
                                    <m:chr m:val="∑"/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  <m:e>
                                    <m:sSubSup>
                                      <m:sSubSup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̃"/>
                                            <m:ctrlP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2000" i="1">
                                                <a:latin typeface="Cambria Math" panose="02040503050406030204" pitchFamily="18" charset="0"/>
                                              </a:rPr>
                                              <m:t>𝑀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  <m:sup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zh-TW" sz="20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TW" sz="2000" b="1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</m:acc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, 0,0</m:t>
                                        </m:r>
                                      </m:sup>
                                    </m:sSubSup>
                                    <m:sSup>
                                      <m:sSup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𝑒</m:t>
                                        </m:r>
                                      </m:e>
                                      <m:sup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𝑸</m:t>
                                        </m:r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⋅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sz="2000" b="1" i="1" dirty="0">
                                                <a:latin typeface="Cambria Math" panose="02040503050406030204" pitchFamily="18" charset="0"/>
                                              </a:rPr>
                                              <m:t>𝑹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sz="2000" i="1" dirty="0">
                                                <a:latin typeface="Cambria Math" panose="02040503050406030204" pitchFamily="18" charset="0"/>
                                              </a:rPr>
                                              <m:t>𝑐</m:t>
                                            </m:r>
                                          </m:sub>
                                        </m:sSub>
                                      </m:sup>
                                    </m:sSup>
                                  </m:e>
                                </m:nary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E18B0646-8D1C-436C-A556-9F62193082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1272" y="1069363"/>
                  <a:ext cx="2180661" cy="95135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724B1F99-7073-4C1C-ACB8-889E61687D54}"/>
                    </a:ext>
                  </a:extLst>
                </p:cNvPr>
                <p:cNvSpPr/>
                <p:nvPr/>
              </p:nvSpPr>
              <p:spPr>
                <a:xfrm>
                  <a:off x="2032390" y="2955628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724B1F99-7073-4C1C-ACB8-889E61687D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2390" y="2955628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C1AAF93-9D59-4319-85FA-DD0E840BF53C}"/>
                    </a:ext>
                  </a:extLst>
                </p:cNvPr>
                <p:cNvSpPr/>
                <p:nvPr/>
              </p:nvSpPr>
              <p:spPr>
                <a:xfrm>
                  <a:off x="2003408" y="4810585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8C1AAF93-9D59-4319-85FA-DD0E840BF53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03408" y="4810585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" name="圖片 2">
              <a:extLst>
                <a:ext uri="{FF2B5EF4-FFF2-40B4-BE49-F238E27FC236}">
                  <a16:creationId xmlns:a16="http://schemas.microsoft.com/office/drawing/2014/main" id="{5A3003D1-3B3C-4C0A-8234-851BB0A0B8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2905781" y="2235808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4C4885D9-81F0-4105-B2AD-A49F2CCADE20}"/>
                    </a:ext>
                  </a:extLst>
                </p:cNvPr>
                <p:cNvSpPr txBox="1"/>
                <p:nvPr/>
              </p:nvSpPr>
              <p:spPr>
                <a:xfrm>
                  <a:off x="3100392" y="3427460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1" name="文字方塊 20">
                  <a:extLst>
                    <a:ext uri="{FF2B5EF4-FFF2-40B4-BE49-F238E27FC236}">
                      <a16:creationId xmlns:a16="http://schemas.microsoft.com/office/drawing/2014/main" id="{4C4885D9-81F0-4105-B2AD-A49F2CCADE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00392" y="3427460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2" name="群組 21">
              <a:extLst>
                <a:ext uri="{FF2B5EF4-FFF2-40B4-BE49-F238E27FC236}">
                  <a16:creationId xmlns:a16="http://schemas.microsoft.com/office/drawing/2014/main" id="{C81BC7C2-E257-4F42-9817-26DF68AFD2E9}"/>
                </a:ext>
              </a:extLst>
            </p:cNvPr>
            <p:cNvGrpSpPr/>
            <p:nvPr/>
          </p:nvGrpSpPr>
          <p:grpSpPr>
            <a:xfrm>
              <a:off x="3723065" y="2584890"/>
              <a:ext cx="666253" cy="711268"/>
              <a:chOff x="6394099" y="1329789"/>
              <a:chExt cx="1805559" cy="1927549"/>
            </a:xfrm>
          </p:grpSpPr>
          <p:grpSp>
            <p:nvGrpSpPr>
              <p:cNvPr id="23" name="群組 22">
                <a:extLst>
                  <a:ext uri="{FF2B5EF4-FFF2-40B4-BE49-F238E27FC236}">
                    <a16:creationId xmlns:a16="http://schemas.microsoft.com/office/drawing/2014/main" id="{B31EA4FA-38D3-4AE2-A4C3-9A0D34FF1D74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26" name="箭號: 向右 25">
                  <a:extLst>
                    <a:ext uri="{FF2B5EF4-FFF2-40B4-BE49-F238E27FC236}">
                      <a16:creationId xmlns:a16="http://schemas.microsoft.com/office/drawing/2014/main" id="{5CA7BE29-053C-470C-B9B9-1422568F30AE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" name="箭號: 向右 26">
                  <a:extLst>
                    <a:ext uri="{FF2B5EF4-FFF2-40B4-BE49-F238E27FC236}">
                      <a16:creationId xmlns:a16="http://schemas.microsoft.com/office/drawing/2014/main" id="{C202A97D-E1F0-449A-B047-679C78A2FCD5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C32555CD-268A-4A9D-A63B-649636A1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5184045" y="-433238"/>
            <a:ext cx="2541600" cy="1638301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FA61DDFD-BEF9-4C90-9EE2-07C5ECB9C3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3145170" y="-395493"/>
            <a:ext cx="2284871" cy="3581400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26E31094-94A3-4CD7-982D-030AD537BE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5180817" y="1566155"/>
            <a:ext cx="2541600" cy="15621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1034014"/>
                <a:ext cx="224478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0,0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1034014"/>
                <a:ext cx="2244782" cy="9513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76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2971112D-0294-426E-B877-F920B2506C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5181410" y="-506612"/>
            <a:ext cx="2541600" cy="1805364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AA9C8E04-D86B-4F92-A6A5-8A12BC57AE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/>
          <a:stretch/>
        </p:blipFill>
        <p:spPr>
          <a:xfrm>
            <a:off x="3148582" y="-428974"/>
            <a:ext cx="2286000" cy="42737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0,0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6" y="192486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1" y="185968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270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22A3523-46D9-472C-AF4F-9354CD699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183546" y="1520827"/>
            <a:ext cx="2541600" cy="166370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7CAFD449-3996-40DB-9853-E75D962ABC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45170" y="-417420"/>
            <a:ext cx="2284871" cy="3619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0,0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501262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61557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1" y="61557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群組 1">
            <a:extLst>
              <a:ext uri="{FF2B5EF4-FFF2-40B4-BE49-F238E27FC236}">
                <a16:creationId xmlns:a16="http://schemas.microsoft.com/office/drawing/2014/main" id="{25A85DA8-6E2A-4D88-9CD9-664531AACF7B}"/>
              </a:ext>
            </a:extLst>
          </p:cNvPr>
          <p:cNvGrpSpPr/>
          <p:nvPr/>
        </p:nvGrpSpPr>
        <p:grpSpPr>
          <a:xfrm>
            <a:off x="2723646" y="29256"/>
            <a:ext cx="4466643" cy="1741712"/>
            <a:chOff x="2723642" y="933675"/>
            <a:chExt cx="4466643" cy="1741712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2" y="934020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4" y="933675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119089" y="1512836"/>
                  <a:ext cx="2034468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b="0" i="1" smtClean="0">
                                        <a:latin typeface="Cambria Math" panose="02040503050406030204" pitchFamily="18" charset="0"/>
                                      </a:rPr>
                                      <m:t>±1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9089" y="1512836"/>
                  <a:ext cx="2034468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21098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2109896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1762179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2" y="1710662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1267327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1267327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1578484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1578484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99321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-437278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17" y="-873341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17" y="-873341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693959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693959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1021121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810979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821697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821697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595479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595479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59" y="-1034014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9" y="-1034014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784333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784333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2" y="-58237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-873341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1034014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1034014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-385971"/>
            <a:ext cx="2286000" cy="351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-421575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6" y="192486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1" y="1859682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87" y="-1652527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5" y="-551046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-364283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-87334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1034014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79" y="312501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795" y="1915839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61557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1" y="61557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4185</TotalTime>
  <Words>108</Words>
  <Application>Microsoft Office PowerPoint</Application>
  <PresentationFormat>自訂</PresentationFormat>
  <Paragraphs>68</Paragraphs>
  <Slides>10</Slides>
  <Notes>0</Notes>
  <HiddenSlides>9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22</cp:revision>
  <dcterms:created xsi:type="dcterms:W3CDTF">2026-05-22T09:21:35Z</dcterms:created>
  <dcterms:modified xsi:type="dcterms:W3CDTF">2026-05-26T08:21:58Z</dcterms:modified>
</cp:coreProperties>
</file>