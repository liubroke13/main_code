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8" r:id="rId2"/>
    <p:sldId id="256" r:id="rId3"/>
  </p:sldIdLst>
  <p:sldSz cx="9906000" cy="341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EC7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>
        <p:scale>
          <a:sx n="100" d="100"/>
          <a:sy n="100" d="100"/>
        </p:scale>
        <p:origin x="72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59623"/>
            <a:ext cx="7429500" cy="1190484"/>
          </a:xfrm>
        </p:spPr>
        <p:txBody>
          <a:bodyPr anchor="b"/>
          <a:lstStyle>
            <a:lvl1pPr algn="ctr">
              <a:defRPr sz="299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796016"/>
            <a:ext cx="7429500" cy="825581"/>
          </a:xfrm>
        </p:spPr>
        <p:txBody>
          <a:bodyPr/>
          <a:lstStyle>
            <a:lvl1pPr marL="0" indent="0" algn="ctr">
              <a:buNone/>
              <a:defRPr sz="1197"/>
            </a:lvl1pPr>
            <a:lvl2pPr marL="227960" indent="0" algn="ctr">
              <a:buNone/>
              <a:defRPr sz="997"/>
            </a:lvl2pPr>
            <a:lvl3pPr marL="455920" indent="0" algn="ctr">
              <a:buNone/>
              <a:defRPr sz="897"/>
            </a:lvl3pPr>
            <a:lvl4pPr marL="683880" indent="0" algn="ctr">
              <a:buNone/>
              <a:defRPr sz="798"/>
            </a:lvl4pPr>
            <a:lvl5pPr marL="911840" indent="0" algn="ctr">
              <a:buNone/>
              <a:defRPr sz="798"/>
            </a:lvl5pPr>
            <a:lvl6pPr marL="1139800" indent="0" algn="ctr">
              <a:buNone/>
              <a:defRPr sz="798"/>
            </a:lvl6pPr>
            <a:lvl7pPr marL="1367760" indent="0" algn="ctr">
              <a:buNone/>
              <a:defRPr sz="798"/>
            </a:lvl7pPr>
            <a:lvl8pPr marL="1595719" indent="0" algn="ctr">
              <a:buNone/>
              <a:defRPr sz="798"/>
            </a:lvl8pPr>
            <a:lvl9pPr marL="1823679" indent="0" algn="ctr">
              <a:buNone/>
              <a:defRPr sz="79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53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8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52495"/>
            <a:ext cx="8543925" cy="1422406"/>
          </a:xfrm>
        </p:spPr>
        <p:txBody>
          <a:bodyPr anchor="b"/>
          <a:lstStyle>
            <a:lvl1pPr>
              <a:defRPr sz="299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288357"/>
            <a:ext cx="8543925" cy="748010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1pPr>
            <a:lvl2pPr marL="227960" indent="0">
              <a:buNone/>
              <a:defRPr sz="997">
                <a:solidFill>
                  <a:schemeClr val="tx1">
                    <a:tint val="75000"/>
                  </a:schemeClr>
                </a:solidFill>
              </a:defRPr>
            </a:lvl2pPr>
            <a:lvl3pPr marL="455920" indent="0">
              <a:buNone/>
              <a:defRPr sz="897">
                <a:solidFill>
                  <a:schemeClr val="tx1">
                    <a:tint val="75000"/>
                  </a:schemeClr>
                </a:solidFill>
              </a:defRPr>
            </a:lvl3pPr>
            <a:lvl4pPr marL="68388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4pPr>
            <a:lvl5pPr marL="91184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5pPr>
            <a:lvl6pPr marL="113980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6pPr>
            <a:lvl7pPr marL="136776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7pPr>
            <a:lvl8pPr marL="1595719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8pPr>
            <a:lvl9pPr marL="1823679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37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910277"/>
            <a:ext cx="4210050" cy="216962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910277"/>
            <a:ext cx="4210050" cy="216962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1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82056"/>
            <a:ext cx="8543925" cy="66094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838246"/>
            <a:ext cx="4190702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249058"/>
            <a:ext cx="4190702" cy="183717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838246"/>
            <a:ext cx="4211340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249058"/>
            <a:ext cx="4211340" cy="183717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44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31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45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27965"/>
            <a:ext cx="3194943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92341"/>
            <a:ext cx="5014913" cy="2430044"/>
          </a:xfrm>
        </p:spPr>
        <p:txBody>
          <a:bodyPr/>
          <a:lstStyle>
            <a:lvl1pPr>
              <a:defRPr sz="1596"/>
            </a:lvl1pPr>
            <a:lvl2pPr>
              <a:defRPr sz="1396"/>
            </a:lvl2pPr>
            <a:lvl3pPr>
              <a:defRPr sz="1197"/>
            </a:lvl3pPr>
            <a:lvl4pPr>
              <a:defRPr sz="997"/>
            </a:lvl4pPr>
            <a:lvl5pPr>
              <a:defRPr sz="997"/>
            </a:lvl5pPr>
            <a:lvl6pPr>
              <a:defRPr sz="997"/>
            </a:lvl6pPr>
            <a:lvl7pPr>
              <a:defRPr sz="997"/>
            </a:lvl7pPr>
            <a:lvl8pPr>
              <a:defRPr sz="997"/>
            </a:lvl8pPr>
            <a:lvl9pPr>
              <a:defRPr sz="99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25843"/>
            <a:ext cx="3194943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39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27965"/>
            <a:ext cx="3194943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92341"/>
            <a:ext cx="5014913" cy="2430044"/>
          </a:xfrm>
        </p:spPr>
        <p:txBody>
          <a:bodyPr anchor="t"/>
          <a:lstStyle>
            <a:lvl1pPr marL="0" indent="0">
              <a:buNone/>
              <a:defRPr sz="1596"/>
            </a:lvl1pPr>
            <a:lvl2pPr marL="227960" indent="0">
              <a:buNone/>
              <a:defRPr sz="1396"/>
            </a:lvl2pPr>
            <a:lvl3pPr marL="455920" indent="0">
              <a:buNone/>
              <a:defRPr sz="1197"/>
            </a:lvl3pPr>
            <a:lvl4pPr marL="683880" indent="0">
              <a:buNone/>
              <a:defRPr sz="997"/>
            </a:lvl4pPr>
            <a:lvl5pPr marL="911840" indent="0">
              <a:buNone/>
              <a:defRPr sz="997"/>
            </a:lvl5pPr>
            <a:lvl6pPr marL="1139800" indent="0">
              <a:buNone/>
              <a:defRPr sz="997"/>
            </a:lvl6pPr>
            <a:lvl7pPr marL="1367760" indent="0">
              <a:buNone/>
              <a:defRPr sz="997"/>
            </a:lvl7pPr>
            <a:lvl8pPr marL="1595719" indent="0">
              <a:buNone/>
              <a:defRPr sz="997"/>
            </a:lvl8pPr>
            <a:lvl9pPr marL="1823679" indent="0">
              <a:buNone/>
              <a:defRPr sz="99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25843"/>
            <a:ext cx="3194943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73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21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82055"/>
            <a:ext cx="2135981" cy="289784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82055"/>
            <a:ext cx="6284119" cy="289784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30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82056"/>
            <a:ext cx="8543925" cy="660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910277"/>
            <a:ext cx="8543925" cy="2169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169347"/>
            <a:ext cx="222885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169347"/>
            <a:ext cx="3343275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169347"/>
            <a:ext cx="222885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60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455920" rtl="0" eaLnBrk="1" latinLnBrk="0" hangingPunct="1">
        <a:lnSpc>
          <a:spcPct val="90000"/>
        </a:lnSpc>
        <a:spcBef>
          <a:spcPct val="0"/>
        </a:spcBef>
        <a:buNone/>
        <a:defRPr sz="21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980" indent="-113980" algn="l" defTabSz="455920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6990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79786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102582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25378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48173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70969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93765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9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92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88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84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80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7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71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367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3EA0AC3-CBCD-4B77-9EDA-8247A47D6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961" y="-1120280"/>
            <a:ext cx="5660037" cy="566003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54337F7-993C-4411-BC1A-CFF33BA16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11" y="-1120280"/>
            <a:ext cx="5660037" cy="566003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0369960-F3FE-4D2B-B80D-BEFB839A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4081" y="2694582"/>
            <a:ext cx="11071079" cy="184518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947A70C-39C7-4A61-A7AA-EF865643AA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94" t="49883" r="4939" b="29724"/>
          <a:stretch/>
        </p:blipFill>
        <p:spPr>
          <a:xfrm>
            <a:off x="4498076" y="1709740"/>
            <a:ext cx="241504" cy="7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E219AC5D-1719-4ED0-835A-16FA49248039}"/>
              </a:ext>
            </a:extLst>
          </p:cNvPr>
          <p:cNvSpPr/>
          <p:nvPr/>
        </p:nvSpPr>
        <p:spPr>
          <a:xfrm>
            <a:off x="64286" y="46970"/>
            <a:ext cx="9777428" cy="3325541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651" tIns="22825" rIns="45651" bIns="228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899" dirty="0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E70D29FF-92A9-4F55-992C-2250D39FAAA9}"/>
              </a:ext>
            </a:extLst>
          </p:cNvPr>
          <p:cNvSpPr txBox="1"/>
          <p:nvPr/>
        </p:nvSpPr>
        <p:spPr>
          <a:xfrm>
            <a:off x="1937450" y="177924"/>
            <a:ext cx="44198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 transition rate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48D25E2-75A4-4602-8D36-5B25D4B8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3949" y="148571"/>
            <a:ext cx="2807488" cy="608782"/>
          </a:xfrm>
          <a:prstGeom prst="rect">
            <a:avLst/>
          </a:prstGeom>
        </p:spPr>
      </p:pic>
      <p:sp>
        <p:nvSpPr>
          <p:cNvPr id="5" name="箭號: 向右 4">
            <a:extLst>
              <a:ext uri="{FF2B5EF4-FFF2-40B4-BE49-F238E27FC236}">
                <a16:creationId xmlns:a16="http://schemas.microsoft.com/office/drawing/2014/main" id="{AEEADC43-B87A-4694-AABA-86958BDC8DEB}"/>
              </a:ext>
            </a:extLst>
          </p:cNvPr>
          <p:cNvSpPr/>
          <p:nvPr/>
        </p:nvSpPr>
        <p:spPr>
          <a:xfrm>
            <a:off x="2484825" y="2468531"/>
            <a:ext cx="7283289" cy="62760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84AEF9FA-3E29-4A61-87DB-88C602AED2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88" t="70738" r="31119" b="9857"/>
          <a:stretch/>
        </p:blipFill>
        <p:spPr>
          <a:xfrm>
            <a:off x="2004895" y="1187223"/>
            <a:ext cx="1678260" cy="1670663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0D1801AE-887F-4C5A-A15A-6AB842CC15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071" t="70738" r="10613" b="9857"/>
          <a:stretch/>
        </p:blipFill>
        <p:spPr>
          <a:xfrm>
            <a:off x="5674937" y="1187223"/>
            <a:ext cx="1663071" cy="16706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/>
              <p:nvPr/>
            </p:nvSpPr>
            <p:spPr>
              <a:xfrm>
                <a:off x="2296905" y="828788"/>
                <a:ext cx="1206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05" y="828788"/>
                <a:ext cx="120665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C9AB4057-EA44-42E6-8B28-CAFEAE6F5D2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54" t="70748" r="31252" b="9936"/>
          <a:stretch/>
        </p:blipFill>
        <p:spPr>
          <a:xfrm>
            <a:off x="3852993" y="1191544"/>
            <a:ext cx="1652107" cy="166259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7A78A009-EBB8-4F72-A0B2-0E7B6E95E50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31" t="70748" r="10623" b="9936"/>
          <a:stretch/>
        </p:blipFill>
        <p:spPr>
          <a:xfrm>
            <a:off x="7507844" y="1191544"/>
            <a:ext cx="1665186" cy="16625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6089231-4CF6-4B5D-BA6A-147162E12CBA}"/>
                  </a:ext>
                </a:extLst>
              </p:cNvPr>
              <p:cNvSpPr txBox="1"/>
              <p:nvPr/>
            </p:nvSpPr>
            <p:spPr>
              <a:xfrm>
                <a:off x="3963056" y="828788"/>
                <a:ext cx="15289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6089231-4CF6-4B5D-BA6A-147162E12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056" y="828788"/>
                <a:ext cx="1528916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D706AA0-9BC9-4681-ADC6-2C6CB63824D4}"/>
                  </a:ext>
                </a:extLst>
              </p:cNvPr>
              <p:cNvSpPr txBox="1"/>
              <p:nvPr/>
            </p:nvSpPr>
            <p:spPr>
              <a:xfrm>
                <a:off x="5820844" y="828788"/>
                <a:ext cx="15289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D706AA0-9BC9-4681-ADC6-2C6CB6382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844" y="828788"/>
                <a:ext cx="152891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4288506E-2488-4EE1-85F4-71FE41A397F2}"/>
                  </a:ext>
                </a:extLst>
              </p:cNvPr>
              <p:cNvSpPr txBox="1"/>
              <p:nvPr/>
            </p:nvSpPr>
            <p:spPr>
              <a:xfrm>
                <a:off x="7460920" y="828788"/>
                <a:ext cx="18698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4288506E-2488-4EE1-85F4-71FE41A3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0" y="828788"/>
                <a:ext cx="1869862" cy="4001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63BC7F6-E62C-40DF-B08E-28E6288F34F9}"/>
              </a:ext>
            </a:extLst>
          </p:cNvPr>
          <p:cNvSpPr/>
          <p:nvPr/>
        </p:nvSpPr>
        <p:spPr>
          <a:xfrm>
            <a:off x="1681795" y="2792810"/>
            <a:ext cx="995785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Equator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E669FC56-BE83-45CD-B135-553C3B910553}"/>
              </a:ext>
            </a:extLst>
          </p:cNvPr>
          <p:cNvGrpSpPr/>
          <p:nvPr/>
        </p:nvGrpSpPr>
        <p:grpSpPr>
          <a:xfrm>
            <a:off x="71460" y="872270"/>
            <a:ext cx="1606614" cy="2284146"/>
            <a:chOff x="1187740" y="-909815"/>
            <a:chExt cx="1606614" cy="228414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DD11DB18-DAD7-4F8A-90F2-F185E1B8F1D9}"/>
                    </a:ext>
                  </a:extLst>
                </p:cNvPr>
                <p:cNvSpPr txBox="1"/>
                <p:nvPr/>
              </p:nvSpPr>
              <p:spPr>
                <a:xfrm>
                  <a:off x="1563231" y="1035777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DD11DB18-DAD7-4F8A-90F2-F185E1B8F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231" y="1035777"/>
                  <a:ext cx="812954" cy="338554"/>
                </a:xfrm>
                <a:prstGeom prst="rect">
                  <a:avLst/>
                </a:prstGeom>
                <a:blipFill>
                  <a:blip r:embed="rId9"/>
                  <a:stretch>
                    <a:fillRect t="-108929" r="-46269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A0071A4-0DA4-44B4-A41D-67D31117A474}"/>
                    </a:ext>
                  </a:extLst>
                </p:cNvPr>
                <p:cNvSpPr txBox="1"/>
                <p:nvPr/>
              </p:nvSpPr>
              <p:spPr>
                <a:xfrm>
                  <a:off x="1580027" y="-909815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AA0071A4-0DA4-44B4-A41D-67D31117A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0027" y="-909815"/>
                  <a:ext cx="812954" cy="338554"/>
                </a:xfrm>
                <a:prstGeom prst="rect">
                  <a:avLst/>
                </a:prstGeom>
                <a:blipFill>
                  <a:blip r:embed="rId10"/>
                  <a:stretch>
                    <a:fillRect t="-108929" r="-47368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Oval 4">
              <a:extLst>
                <a:ext uri="{FF2B5EF4-FFF2-40B4-BE49-F238E27FC236}">
                  <a16:creationId xmlns:a16="http://schemas.microsoft.com/office/drawing/2014/main" id="{99D913F1-E0EF-46E8-A35D-B978489366CE}"/>
                </a:ext>
              </a:extLst>
            </p:cNvPr>
            <p:cNvSpPr/>
            <p:nvPr/>
          </p:nvSpPr>
          <p:spPr>
            <a:xfrm>
              <a:off x="1271413" y="-52939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19" name="SHO">
              <a:extLst>
                <a:ext uri="{FF2B5EF4-FFF2-40B4-BE49-F238E27FC236}">
                  <a16:creationId xmlns:a16="http://schemas.microsoft.com/office/drawing/2014/main" id="{5B497D02-F77C-4F12-8A46-854E68955ECA}"/>
                </a:ext>
              </a:extLst>
            </p:cNvPr>
            <p:cNvSpPr/>
            <p:nvPr/>
          </p:nvSpPr>
          <p:spPr>
            <a:xfrm rot="16200000">
              <a:off x="1679874" y="-502998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22" name="SVO">
              <a:extLst>
                <a:ext uri="{FF2B5EF4-FFF2-40B4-BE49-F238E27FC236}">
                  <a16:creationId xmlns:a16="http://schemas.microsoft.com/office/drawing/2014/main" id="{8B75E00D-C581-45A8-8785-C8CD8ED5D499}"/>
                </a:ext>
              </a:extLst>
            </p:cNvPr>
            <p:cNvSpPr/>
            <p:nvPr/>
          </p:nvSpPr>
          <p:spPr>
            <a:xfrm>
              <a:off x="1629320" y="-528896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4" name="Oval 6">
              <a:extLst>
                <a:ext uri="{FF2B5EF4-FFF2-40B4-BE49-F238E27FC236}">
                  <a16:creationId xmlns:a16="http://schemas.microsoft.com/office/drawing/2014/main" id="{40DEA46A-5F13-4763-9AB9-C9EB3D202420}"/>
                </a:ext>
              </a:extLst>
            </p:cNvPr>
            <p:cNvSpPr/>
            <p:nvPr/>
          </p:nvSpPr>
          <p:spPr>
            <a:xfrm rot="16200000">
              <a:off x="1679874" y="-502998"/>
              <a:ext cx="622693" cy="1443999"/>
            </a:xfrm>
            <a:prstGeom prst="ellipse">
              <a:avLst/>
            </a:prstGeom>
            <a:noFill/>
            <a:ln w="38100">
              <a:solidFill>
                <a:srgbClr val="FF3300">
                  <a:alpha val="6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1">
                  <a:extLst>
                    <a:ext uri="{FF2B5EF4-FFF2-40B4-BE49-F238E27FC236}">
                      <a16:creationId xmlns:a16="http://schemas.microsoft.com/office/drawing/2014/main" id="{115660D2-D291-4CC2-9F64-AC685B91012F}"/>
                    </a:ext>
                  </a:extLst>
                </p:cNvPr>
                <p:cNvSpPr txBox="1"/>
                <p:nvPr/>
              </p:nvSpPr>
              <p:spPr>
                <a:xfrm>
                  <a:off x="1441522" y="40650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5" name="TextBox 11">
                  <a:extLst>
                    <a:ext uri="{FF2B5EF4-FFF2-40B4-BE49-F238E27FC236}">
                      <a16:creationId xmlns:a16="http://schemas.microsoft.com/office/drawing/2014/main" id="{115660D2-D291-4CC2-9F64-AC685B910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1522" y="40650"/>
                  <a:ext cx="176928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">
                  <a:extLst>
                    <a:ext uri="{FF2B5EF4-FFF2-40B4-BE49-F238E27FC236}">
                      <a16:creationId xmlns:a16="http://schemas.microsoft.com/office/drawing/2014/main" id="{3BFF9703-6F9D-4BE1-800D-35E8D1FA7574}"/>
                    </a:ext>
                  </a:extLst>
                </p:cNvPr>
                <p:cNvSpPr txBox="1"/>
                <p:nvPr/>
              </p:nvSpPr>
              <p:spPr>
                <a:xfrm>
                  <a:off x="2096445" y="136047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7" name="TextBox 12">
                  <a:extLst>
                    <a:ext uri="{FF2B5EF4-FFF2-40B4-BE49-F238E27FC236}">
                      <a16:creationId xmlns:a16="http://schemas.microsoft.com/office/drawing/2014/main" id="{3BFF9703-6F9D-4BE1-800D-35E8D1FA7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445" y="136047"/>
                  <a:ext cx="176928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3">
                  <a:extLst>
                    <a:ext uri="{FF2B5EF4-FFF2-40B4-BE49-F238E27FC236}">
                      <a16:creationId xmlns:a16="http://schemas.microsoft.com/office/drawing/2014/main" id="{006DB87D-4747-446D-A81F-C70C343CD78F}"/>
                    </a:ext>
                  </a:extLst>
                </p:cNvPr>
                <p:cNvSpPr txBox="1"/>
                <p:nvPr/>
              </p:nvSpPr>
              <p:spPr>
                <a:xfrm>
                  <a:off x="1852321" y="-493695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9" name="TextBox 13">
                  <a:extLst>
                    <a:ext uri="{FF2B5EF4-FFF2-40B4-BE49-F238E27FC236}">
                      <a16:creationId xmlns:a16="http://schemas.microsoft.com/office/drawing/2014/main" id="{006DB87D-4747-446D-A81F-C70C343CD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321" y="-493695"/>
                  <a:ext cx="256967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DVO">
              <a:extLst>
                <a:ext uri="{FF2B5EF4-FFF2-40B4-BE49-F238E27FC236}">
                  <a16:creationId xmlns:a16="http://schemas.microsoft.com/office/drawing/2014/main" id="{A7087ED3-BF64-4F25-B648-EC2D61488357}"/>
                </a:ext>
              </a:extLst>
            </p:cNvPr>
            <p:cNvSpPr/>
            <p:nvPr/>
          </p:nvSpPr>
          <p:spPr>
            <a:xfrm flipH="1">
              <a:off x="1629320" y="-528896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33" name="Oval 23">
              <a:extLst>
                <a:ext uri="{FF2B5EF4-FFF2-40B4-BE49-F238E27FC236}">
                  <a16:creationId xmlns:a16="http://schemas.microsoft.com/office/drawing/2014/main" id="{AAB0988F-6DF2-4205-B847-B52E2279E14D}"/>
                </a:ext>
              </a:extLst>
            </p:cNvPr>
            <p:cNvSpPr/>
            <p:nvPr/>
          </p:nvSpPr>
          <p:spPr>
            <a:xfrm>
              <a:off x="2631904" y="13486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34" name="Straight Arrow Connector 7">
              <a:extLst>
                <a:ext uri="{FF2B5EF4-FFF2-40B4-BE49-F238E27FC236}">
                  <a16:creationId xmlns:a16="http://schemas.microsoft.com/office/drawing/2014/main" id="{B8669B19-14BD-412B-AA85-E424E7F9D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7289" y="-229080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9">
              <a:extLst>
                <a:ext uri="{FF2B5EF4-FFF2-40B4-BE49-F238E27FC236}">
                  <a16:creationId xmlns:a16="http://schemas.microsoft.com/office/drawing/2014/main" id="{947FE6BA-9C08-4366-95B1-A0157D7B9A70}"/>
                </a:ext>
              </a:extLst>
            </p:cNvPr>
            <p:cNvCxnSpPr>
              <a:cxnSpLocks/>
            </p:cNvCxnSpPr>
            <p:nvPr/>
          </p:nvCxnSpPr>
          <p:spPr>
            <a:xfrm>
              <a:off x="1990273" y="214626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8">
              <a:extLst>
                <a:ext uri="{FF2B5EF4-FFF2-40B4-BE49-F238E27FC236}">
                  <a16:creationId xmlns:a16="http://schemas.microsoft.com/office/drawing/2014/main" id="{FE4F41C0-1AC6-44D1-B3C5-B077CB032720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818951" y="43150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20">
              <a:extLst>
                <a:ext uri="{FF2B5EF4-FFF2-40B4-BE49-F238E27FC236}">
                  <a16:creationId xmlns:a16="http://schemas.microsoft.com/office/drawing/2014/main" id="{E471D011-C8B6-4BBA-AD16-FD575F82BA6D}"/>
                </a:ext>
              </a:extLst>
            </p:cNvPr>
            <p:cNvSpPr/>
            <p:nvPr/>
          </p:nvSpPr>
          <p:spPr>
            <a:xfrm>
              <a:off x="1187740" y="13486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1" name="Oval 22">
              <a:extLst>
                <a:ext uri="{FF2B5EF4-FFF2-40B4-BE49-F238E27FC236}">
                  <a16:creationId xmlns:a16="http://schemas.microsoft.com/office/drawing/2014/main" id="{11F7A701-4E70-4E57-A7EC-008773ED045B}"/>
                </a:ext>
              </a:extLst>
            </p:cNvPr>
            <p:cNvSpPr/>
            <p:nvPr/>
          </p:nvSpPr>
          <p:spPr>
            <a:xfrm>
              <a:off x="1573910" y="-15774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42" name="Partial Circle 9">
              <a:extLst>
                <a:ext uri="{FF2B5EF4-FFF2-40B4-BE49-F238E27FC236}">
                  <a16:creationId xmlns:a16="http://schemas.microsoft.com/office/drawing/2014/main" id="{9AC64BA0-CAFE-4602-90B9-B3DBAB87A7D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924887" y="120473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0">
                  <a:extLst>
                    <a:ext uri="{FF2B5EF4-FFF2-40B4-BE49-F238E27FC236}">
                      <a16:creationId xmlns:a16="http://schemas.microsoft.com/office/drawing/2014/main" id="{F4BA87A4-FF23-4612-80FF-80921F92BB65}"/>
                    </a:ext>
                  </a:extLst>
                </p:cNvPr>
                <p:cNvSpPr txBox="1"/>
                <p:nvPr/>
              </p:nvSpPr>
              <p:spPr>
                <a:xfrm>
                  <a:off x="1560871" y="155523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3" name="TextBox 10">
                  <a:extLst>
                    <a:ext uri="{FF2B5EF4-FFF2-40B4-BE49-F238E27FC236}">
                      <a16:creationId xmlns:a16="http://schemas.microsoft.com/office/drawing/2014/main" id="{F4BA87A4-FF23-4612-80FF-80921F92B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871" y="155523"/>
                  <a:ext cx="3152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Straight Arrow Connector 17">
              <a:extLst>
                <a:ext uri="{FF2B5EF4-FFF2-40B4-BE49-F238E27FC236}">
                  <a16:creationId xmlns:a16="http://schemas.microsoft.com/office/drawing/2014/main" id="{7EB6597C-C881-4F18-9B47-83683D4AF3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8140" y="220545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5" name="Partial Circle 9">
              <a:extLst>
                <a:ext uri="{FF2B5EF4-FFF2-40B4-BE49-F238E27FC236}">
                  <a16:creationId xmlns:a16="http://schemas.microsoft.com/office/drawing/2014/main" id="{6665CDF3-4625-42FB-84E0-3C96C4A5D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2164" y="83252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0">
                  <a:extLst>
                    <a:ext uri="{FF2B5EF4-FFF2-40B4-BE49-F238E27FC236}">
                      <a16:creationId xmlns:a16="http://schemas.microsoft.com/office/drawing/2014/main" id="{18AA10A0-393A-4B71-8D8A-7D5D0CD59BF5}"/>
                    </a:ext>
                  </a:extLst>
                </p:cNvPr>
                <p:cNvSpPr txBox="1"/>
                <p:nvPr/>
              </p:nvSpPr>
              <p:spPr>
                <a:xfrm>
                  <a:off x="1951942" y="-164895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6" name="TextBox 10">
                  <a:extLst>
                    <a:ext uri="{FF2B5EF4-FFF2-40B4-BE49-F238E27FC236}">
                      <a16:creationId xmlns:a16="http://schemas.microsoft.com/office/drawing/2014/main" id="{18AA10A0-393A-4B71-8D8A-7D5D0CD59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1942" y="-164895"/>
                  <a:ext cx="297046" cy="338554"/>
                </a:xfrm>
                <a:prstGeom prst="rect">
                  <a:avLst/>
                </a:prstGeom>
                <a:blipFill>
                  <a:blip r:embed="rId15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Straight Arrow Connector 17">
              <a:extLst>
                <a:ext uri="{FF2B5EF4-FFF2-40B4-BE49-F238E27FC236}">
                  <a16:creationId xmlns:a16="http://schemas.microsoft.com/office/drawing/2014/main" id="{6A2A4286-7281-4D37-A09A-D09693710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637" y="-225181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724299CC-ACFF-4DA2-A7A6-DC7E7D1BAC58}"/>
                </a:ext>
              </a:extLst>
            </p:cNvPr>
            <p:cNvSpPr/>
            <p:nvPr/>
          </p:nvSpPr>
          <p:spPr>
            <a:xfrm rot="5400000">
              <a:off x="1943813" y="420057"/>
              <a:ext cx="329835" cy="221179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415" dirty="0"/>
            </a:p>
          </p:txBody>
        </p:sp>
        <p:sp>
          <p:nvSpPr>
            <p:cNvPr id="126" name="Oval 22">
              <a:extLst>
                <a:ext uri="{FF2B5EF4-FFF2-40B4-BE49-F238E27FC236}">
                  <a16:creationId xmlns:a16="http://schemas.microsoft.com/office/drawing/2014/main" id="{FDB9E581-2160-41C0-A18D-E850D2ED97B1}"/>
                </a:ext>
              </a:extLst>
            </p:cNvPr>
            <p:cNvSpPr/>
            <p:nvPr/>
          </p:nvSpPr>
          <p:spPr>
            <a:xfrm>
              <a:off x="2236660" y="418320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1824</TotalTime>
  <Words>31</Words>
  <Application>Microsoft Office PowerPoint</Application>
  <PresentationFormat>自訂</PresentationFormat>
  <Paragraphs>13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38</cp:revision>
  <dcterms:created xsi:type="dcterms:W3CDTF">2026-04-28T04:34:15Z</dcterms:created>
  <dcterms:modified xsi:type="dcterms:W3CDTF">2026-05-22T07:29:57Z</dcterms:modified>
</cp:coreProperties>
</file>