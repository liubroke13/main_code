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0" r:id="rId3"/>
    <p:sldId id="274" r:id="rId4"/>
    <p:sldId id="273" r:id="rId5"/>
    <p:sldId id="275" r:id="rId6"/>
    <p:sldId id="276" r:id="rId7"/>
    <p:sldId id="265" r:id="rId8"/>
    <p:sldId id="269" r:id="rId9"/>
    <p:sldId id="270" r:id="rId10"/>
    <p:sldId id="271" r:id="rId11"/>
    <p:sldId id="272" r:id="rId12"/>
    <p:sldId id="277" r:id="rId13"/>
    <p:sldId id="278" r:id="rId14"/>
  </p:sldIdLst>
  <p:sldSz cx="9906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>
        <p:scale>
          <a:sx n="66" d="100"/>
          <a:sy n="66" d="100"/>
        </p:scale>
        <p:origin x="294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767462"/>
            <a:ext cx="8420100" cy="3759917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672376"/>
            <a:ext cx="7429500" cy="2607442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0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34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692444"/>
            <a:ext cx="8543925" cy="4492401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7227345"/>
            <a:ext cx="8543925" cy="236244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82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94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74990"/>
            <a:ext cx="8543925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647443"/>
            <a:ext cx="4190702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944914"/>
            <a:ext cx="4190702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647443"/>
            <a:ext cx="4211340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944914"/>
            <a:ext cx="4211340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169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44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54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554968"/>
            <a:ext cx="5014913" cy="7674832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33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554968"/>
            <a:ext cx="5014913" cy="7674832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0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79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74987"/>
            <a:ext cx="2135981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74987"/>
            <a:ext cx="6284119" cy="91523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3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74990"/>
            <a:ext cx="854392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874937"/>
            <a:ext cx="854392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0009783"/>
            <a:ext cx="334327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21" Type="http://schemas.openxmlformats.org/officeDocument/2006/relationships/image" Target="../media/image51.png"/><Relationship Id="rId34" Type="http://schemas.openxmlformats.org/officeDocument/2006/relationships/image" Target="../media/image57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34.png"/><Relationship Id="rId2" Type="http://schemas.openxmlformats.org/officeDocument/2006/relationships/image" Target="../media/image6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.png"/><Relationship Id="rId24" Type="http://schemas.openxmlformats.org/officeDocument/2006/relationships/image" Target="../media/image54.png"/><Relationship Id="rId32" Type="http://schemas.openxmlformats.org/officeDocument/2006/relationships/image" Target="../media/image33.png"/><Relationship Id="rId37" Type="http://schemas.openxmlformats.org/officeDocument/2006/relationships/image" Target="../media/image60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23.png"/><Relationship Id="rId36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49.png"/><Relationship Id="rId31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22.png"/><Relationship Id="rId30" Type="http://schemas.openxmlformats.org/officeDocument/2006/relationships/image" Target="../media/image28.png"/><Relationship Id="rId35" Type="http://schemas.openxmlformats.org/officeDocument/2006/relationships/image" Target="../media/image58.png"/><Relationship Id="rId8" Type="http://schemas.openxmlformats.org/officeDocument/2006/relationships/image" Target="../media/image39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2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1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16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image" Target="../media/image7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84.png"/><Relationship Id="rId2" Type="http://schemas.openxmlformats.org/officeDocument/2006/relationships/image" Target="../media/image72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81.png"/><Relationship Id="rId5" Type="http://schemas.openxmlformats.org/officeDocument/2006/relationships/image" Target="../media/image36.png"/><Relationship Id="rId15" Type="http://schemas.openxmlformats.org/officeDocument/2006/relationships/image" Target="../media/image87.png"/><Relationship Id="rId23" Type="http://schemas.openxmlformats.org/officeDocument/2006/relationships/image" Target="../media/image89.png"/><Relationship Id="rId28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88.png"/><Relationship Id="rId31" Type="http://schemas.openxmlformats.org/officeDocument/2006/relationships/image" Target="../media/image77.png"/><Relationship Id="rId4" Type="http://schemas.openxmlformats.org/officeDocument/2006/relationships/image" Target="../media/image8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80.png"/><Relationship Id="rId35" Type="http://schemas.openxmlformats.org/officeDocument/2006/relationships/image" Target="../media/image76.png"/><Relationship Id="rId8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26" Type="http://schemas.openxmlformats.org/officeDocument/2006/relationships/image" Target="../media/image75.png"/><Relationship Id="rId39" Type="http://schemas.openxmlformats.org/officeDocument/2006/relationships/image" Target="../media/image350.png"/><Relationship Id="rId21" Type="http://schemas.openxmlformats.org/officeDocument/2006/relationships/image" Target="../media/image107.png"/><Relationship Id="rId42" Type="http://schemas.openxmlformats.org/officeDocument/2006/relationships/image" Target="../media/image104.png"/><Relationship Id="rId47" Type="http://schemas.openxmlformats.org/officeDocument/2006/relationships/image" Target="../media/image109.png"/><Relationship Id="rId50" Type="http://schemas.openxmlformats.org/officeDocument/2006/relationships/image" Target="../media/image114.png"/><Relationship Id="rId55" Type="http://schemas.openxmlformats.org/officeDocument/2006/relationships/image" Target="../media/image120.png"/><Relationship Id="rId7" Type="http://schemas.openxmlformats.org/officeDocument/2006/relationships/image" Target="../media/image93.png"/><Relationship Id="rId2" Type="http://schemas.openxmlformats.org/officeDocument/2006/relationships/image" Target="../media/image90.png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110.png"/><Relationship Id="rId37" Type="http://schemas.openxmlformats.org/officeDocument/2006/relationships/image" Target="../media/image118.png"/><Relationship Id="rId40" Type="http://schemas.openxmlformats.org/officeDocument/2006/relationships/image" Target="../media/image1.png"/><Relationship Id="rId45" Type="http://schemas.openxmlformats.org/officeDocument/2006/relationships/image" Target="../media/image105.png"/><Relationship Id="rId53" Type="http://schemas.openxmlformats.org/officeDocument/2006/relationships/image" Target="../media/image117.png"/><Relationship Id="rId58" Type="http://schemas.openxmlformats.org/officeDocument/2006/relationships/image" Target="../media/image123.png"/><Relationship Id="rId5" Type="http://schemas.openxmlformats.org/officeDocument/2006/relationships/image" Target="../media/image91.png"/><Relationship Id="rId28" Type="http://schemas.openxmlformats.org/officeDocument/2006/relationships/image" Target="../media/image100.png"/><Relationship Id="rId49" Type="http://schemas.openxmlformats.org/officeDocument/2006/relationships/image" Target="../media/image113.png"/><Relationship Id="rId57" Type="http://schemas.openxmlformats.org/officeDocument/2006/relationships/image" Target="../media/image122.png"/><Relationship Id="rId61" Type="http://schemas.openxmlformats.org/officeDocument/2006/relationships/image" Target="../media/image126.png"/><Relationship Id="rId10" Type="http://schemas.openxmlformats.org/officeDocument/2006/relationships/image" Target="../media/image96.png"/><Relationship Id="rId44" Type="http://schemas.openxmlformats.org/officeDocument/2006/relationships/image" Target="../media/image5.png"/><Relationship Id="rId52" Type="http://schemas.openxmlformats.org/officeDocument/2006/relationships/image" Target="../media/image116.png"/><Relationship Id="rId60" Type="http://schemas.openxmlformats.org/officeDocument/2006/relationships/image" Target="../media/image125.png"/><Relationship Id="rId4" Type="http://schemas.openxmlformats.org/officeDocument/2006/relationships/image" Target="../media/image61.png"/><Relationship Id="rId9" Type="http://schemas.openxmlformats.org/officeDocument/2006/relationships/image" Target="../media/image95.png"/><Relationship Id="rId27" Type="http://schemas.openxmlformats.org/officeDocument/2006/relationships/image" Target="../media/image94.png"/><Relationship Id="rId43" Type="http://schemas.openxmlformats.org/officeDocument/2006/relationships/image" Target="../media/image4.png"/><Relationship Id="rId48" Type="http://schemas.openxmlformats.org/officeDocument/2006/relationships/image" Target="../media/image112.png"/><Relationship Id="rId56" Type="http://schemas.openxmlformats.org/officeDocument/2006/relationships/image" Target="../media/image121.png"/><Relationship Id="rId51" Type="http://schemas.openxmlformats.org/officeDocument/2006/relationships/image" Target="../media/image115.png"/><Relationship Id="rId3" Type="http://schemas.openxmlformats.org/officeDocument/2006/relationships/image" Target="../media/image72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1.png"/><Relationship Id="rId38" Type="http://schemas.openxmlformats.org/officeDocument/2006/relationships/image" Target="../media/image340.png"/><Relationship Id="rId46" Type="http://schemas.openxmlformats.org/officeDocument/2006/relationships/image" Target="../media/image108.png"/><Relationship Id="rId59" Type="http://schemas.openxmlformats.org/officeDocument/2006/relationships/image" Target="../media/image124.png"/><Relationship Id="rId20" Type="http://schemas.openxmlformats.org/officeDocument/2006/relationships/image" Target="../media/image106.png"/><Relationship Id="rId41" Type="http://schemas.openxmlformats.org/officeDocument/2006/relationships/image" Target="../media/image101.png"/><Relationship Id="rId5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9" y="4529036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3051317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1D0DE40D-2A50-4605-BC6A-234E4428AA25}"/>
              </a:ext>
            </a:extLst>
          </p:cNvPr>
          <p:cNvGrpSpPr/>
          <p:nvPr/>
        </p:nvGrpSpPr>
        <p:grpSpPr>
          <a:xfrm>
            <a:off x="2155224" y="3051317"/>
            <a:ext cx="5595822" cy="4697128"/>
            <a:chOff x="2155224" y="3051317"/>
            <a:chExt cx="5595822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1227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11119672-E923-4EC1-B7EF-9A0390496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93" b="54478"/>
            <a:stretch/>
          </p:blipFill>
          <p:spPr>
            <a:xfrm>
              <a:off x="5209446" y="4030834"/>
              <a:ext cx="2541600" cy="163830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585DC0A3-34F6-4BF7-B8DF-1E0E7CF5D8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48" b="9630"/>
            <a:stretch/>
          </p:blipFill>
          <p:spPr>
            <a:xfrm>
              <a:off x="3170575" y="4068571"/>
              <a:ext cx="2284871" cy="35814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14EE7596-E223-40B0-8246-781D438BE5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950" b="6319"/>
            <a:stretch/>
          </p:blipFill>
          <p:spPr>
            <a:xfrm>
              <a:off x="5206218" y="6030223"/>
              <a:ext cx="2541600" cy="1562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706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A8B6DAC-B82F-4B24-88E1-06AD6B5DAAD5}"/>
              </a:ext>
            </a:extLst>
          </p:cNvPr>
          <p:cNvGrpSpPr/>
          <p:nvPr/>
        </p:nvGrpSpPr>
        <p:grpSpPr>
          <a:xfrm>
            <a:off x="2155224" y="3051317"/>
            <a:ext cx="5644790" cy="5261470"/>
            <a:chOff x="2155224" y="3051317"/>
            <a:chExt cx="5644790" cy="5261470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TW" sz="2400" b="1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3681" t="-725" r="-55828"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E7706AB7-B1FF-451B-BDE1-C4DA88E8E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883" b="52601"/>
            <a:stretch/>
          </p:blipFill>
          <p:spPr>
            <a:xfrm>
              <a:off x="5200460" y="3961407"/>
              <a:ext cx="2541600" cy="1805364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7FFB8CAE-5BD5-4FDD-8BC8-47FD3F04F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682"/>
            <a:stretch/>
          </p:blipFill>
          <p:spPr>
            <a:xfrm>
              <a:off x="3167632" y="4039045"/>
              <a:ext cx="2286000" cy="4273742"/>
            </a:xfrm>
            <a:prstGeom prst="rect">
              <a:avLst/>
            </a:prstGeom>
          </p:spPr>
        </p:pic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9432517-D3D6-45FF-947A-CF6A9862C2A7}"/>
                </a:ext>
              </a:extLst>
            </p:cNvPr>
            <p:cNvSpPr/>
            <p:nvPr/>
          </p:nvSpPr>
          <p:spPr>
            <a:xfrm>
              <a:off x="3593263" y="639288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41CA3F9-32EA-4583-A658-F840207D469E}"/>
                </a:ext>
              </a:extLst>
            </p:cNvPr>
            <p:cNvSpPr/>
            <p:nvPr/>
          </p:nvSpPr>
          <p:spPr>
            <a:xfrm>
              <a:off x="5925528" y="632770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4" y="3051317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2" y="3905377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5988851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5" y="4050599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452957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8" y="452957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42076" y="17820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DCB1C2BC-0169-4480-B1DC-D5B78BA0A5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6" b="55006"/>
          <a:stretch/>
        </p:blipFill>
        <p:spPr>
          <a:xfrm>
            <a:off x="2615247" y="1917593"/>
            <a:ext cx="2246939" cy="1370513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39945702-86A4-440F-8EAE-345078CD19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04" b="6188"/>
          <a:stretch/>
        </p:blipFill>
        <p:spPr>
          <a:xfrm>
            <a:off x="2613753" y="3581666"/>
            <a:ext cx="2246939" cy="1438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/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/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E98E170C-C2D0-4B7C-9F4A-BC0421162D1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b="10000"/>
          <a:stretch/>
        </p:blipFill>
        <p:spPr>
          <a:xfrm>
            <a:off x="812882" y="1883741"/>
            <a:ext cx="2021070" cy="3161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2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3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4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00586" y="177934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/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/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34913" y="641907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/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/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793423" y="64164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/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/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8" name="圖片 147">
            <a:extLst>
              <a:ext uri="{FF2B5EF4-FFF2-40B4-BE49-F238E27FC236}">
                <a16:creationId xmlns:a16="http://schemas.microsoft.com/office/drawing/2014/main" id="{0AF683EF-DC1A-46BB-BE4A-26ED9236279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7572104" y="1862817"/>
            <a:ext cx="2246400" cy="1448017"/>
          </a:xfrm>
          <a:prstGeom prst="rect">
            <a:avLst/>
          </a:prstGeom>
        </p:spPr>
      </p:pic>
      <p:pic>
        <p:nvPicPr>
          <p:cNvPr id="149" name="圖片 148">
            <a:extLst>
              <a:ext uri="{FF2B5EF4-FFF2-40B4-BE49-F238E27FC236}">
                <a16:creationId xmlns:a16="http://schemas.microsoft.com/office/drawing/2014/main" id="{F943ED23-3740-49E3-A7EA-55D2C2040E6A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5774028" y="1896096"/>
            <a:ext cx="2019600" cy="3165604"/>
          </a:xfrm>
          <a:prstGeom prst="rect">
            <a:avLst/>
          </a:prstGeom>
        </p:spPr>
      </p:pic>
      <p:pic>
        <p:nvPicPr>
          <p:cNvPr id="150" name="圖片 149">
            <a:extLst>
              <a:ext uri="{FF2B5EF4-FFF2-40B4-BE49-F238E27FC236}">
                <a16:creationId xmlns:a16="http://schemas.microsoft.com/office/drawing/2014/main" id="{E60AD9D3-5D98-49D9-84C3-A77B77FC1378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7569257" y="3626073"/>
            <a:ext cx="2246400" cy="1380667"/>
          </a:xfrm>
          <a:prstGeom prst="rect">
            <a:avLst/>
          </a:prstGeom>
        </p:spPr>
      </p:pic>
      <p:pic>
        <p:nvPicPr>
          <p:cNvPr id="151" name="圖片 150">
            <a:extLst>
              <a:ext uri="{FF2B5EF4-FFF2-40B4-BE49-F238E27FC236}">
                <a16:creationId xmlns:a16="http://schemas.microsoft.com/office/drawing/2014/main" id="{8C84E35F-BCC2-45E3-9DB6-43CE5D7DBF00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2611463" y="6440722"/>
            <a:ext cx="2246400" cy="1595676"/>
          </a:xfrm>
          <a:prstGeom prst="rect">
            <a:avLst/>
          </a:prstGeom>
        </p:spPr>
      </p:pic>
      <p:pic>
        <p:nvPicPr>
          <p:cNvPr id="152" name="圖片 151">
            <a:extLst>
              <a:ext uri="{FF2B5EF4-FFF2-40B4-BE49-F238E27FC236}">
                <a16:creationId xmlns:a16="http://schemas.microsoft.com/office/drawing/2014/main" id="{9F6B631C-71C0-4B7F-A74F-868F25176BFD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 b="10546"/>
          <a:stretch/>
        </p:blipFill>
        <p:spPr>
          <a:xfrm>
            <a:off x="808045" y="6509598"/>
            <a:ext cx="2019600" cy="3136719"/>
          </a:xfrm>
          <a:prstGeom prst="rect">
            <a:avLst/>
          </a:prstGeom>
        </p:spPr>
      </p:pic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5" name="圖片 154">
            <a:extLst>
              <a:ext uri="{FF2B5EF4-FFF2-40B4-BE49-F238E27FC236}">
                <a16:creationId xmlns:a16="http://schemas.microsoft.com/office/drawing/2014/main" id="{A0273641-4D01-4DE3-823F-622661EA125F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7563816" y="8224671"/>
            <a:ext cx="2246400" cy="1470467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46DDE56D-F31C-4881-A467-666B7925A253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5768707" y="6517732"/>
            <a:ext cx="2019600" cy="3199280"/>
          </a:xfrm>
          <a:prstGeom prst="rect">
            <a:avLst/>
          </a:prstGeom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4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5"/>
                <a:stretch>
                  <a:fillRect r="-12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3" y="4652748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9" y="4711158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2" y="4986964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4062500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5520895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5310753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9" y="4441532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86B63965-41C2-4D73-9AF9-749616C92124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972" y="3231111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4113798"/>
            <a:ext cx="2286000" cy="351472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ECF59F8-99AB-4B29-91A4-EFDEDDBA97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833" y="3152648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4078203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3" y="642463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8" y="635945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FF64B8E-AD70-40A2-963D-FBD7721A763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04"/>
          <a:stretch/>
        </p:blipFill>
        <p:spPr>
          <a:xfrm>
            <a:off x="5273956" y="3575510"/>
            <a:ext cx="2246400" cy="21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4135495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456132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8" y="456132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5B380E-0CC6-4861-99FA-BF6C119CEA6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5246631" y="6370703"/>
            <a:ext cx="2246400" cy="13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42076" y="17820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932AB186-1EC2-453E-A771-FFAA38D56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2" b="53759"/>
          <a:stretch/>
        </p:blipFill>
        <p:spPr>
          <a:xfrm>
            <a:off x="2613392" y="2172680"/>
            <a:ext cx="2246400" cy="1169894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14404416-96F2-49B2-B648-01C066D487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79"/>
          <a:stretch/>
        </p:blipFill>
        <p:spPr>
          <a:xfrm>
            <a:off x="2613392" y="3990187"/>
            <a:ext cx="2246400" cy="1304345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A4D544F4-D0F5-479F-9DC7-B6F141D28C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814627" y="1860975"/>
            <a:ext cx="2019600" cy="3198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/>
              <p:nvPr/>
            </p:nvSpPr>
            <p:spPr>
              <a:xfrm>
                <a:off x="1230464" y="1258082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464" y="1258082"/>
                <a:ext cx="1198533" cy="555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/>
              <p:nvPr/>
            </p:nvSpPr>
            <p:spPr>
              <a:xfrm>
                <a:off x="2738740" y="1264808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740" y="1264808"/>
                <a:ext cx="2287870" cy="528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1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2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3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00586" y="177934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/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/>
              <p:nvPr/>
            </p:nvSpPr>
            <p:spPr>
              <a:xfrm>
                <a:off x="7697250" y="1262143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250" y="1262143"/>
                <a:ext cx="2287870" cy="5280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34913" y="641907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/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/>
              <p:nvPr/>
            </p:nvSpPr>
            <p:spPr>
              <a:xfrm>
                <a:off x="2738740" y="5901873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740" y="5901873"/>
                <a:ext cx="2287870" cy="5280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793423" y="64164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/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/>
              <p:nvPr/>
            </p:nvSpPr>
            <p:spPr>
              <a:xfrm>
                <a:off x="7697250" y="5899208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250" y="5899208"/>
                <a:ext cx="2287870" cy="52803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6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7"/>
                <a:stretch>
                  <a:fillRect r="-12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圖片 88">
            <a:extLst>
              <a:ext uri="{FF2B5EF4-FFF2-40B4-BE49-F238E27FC236}">
                <a16:creationId xmlns:a16="http://schemas.microsoft.com/office/drawing/2014/main" id="{A8F266A2-CC61-40E4-9B9C-62F47C455E17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7" b="52704"/>
          <a:stretch/>
        </p:blipFill>
        <p:spPr>
          <a:xfrm>
            <a:off x="2610241" y="6882632"/>
            <a:ext cx="2246400" cy="1147820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B5DB9481-915F-4C36-A73A-9EA8E5E5BA8C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808256" y="6518435"/>
            <a:ext cx="2019600" cy="3130381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CC3A7404-14CF-47A3-B93B-B420A9568A8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5768340" y="6563190"/>
            <a:ext cx="2019600" cy="3094180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8761185C-477A-419E-B4B3-6FC098CF3A56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7562093" y="8606648"/>
            <a:ext cx="2246400" cy="1321156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C649A23-C763-4192-A3EE-DBD31921F197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5771775" y="1903053"/>
            <a:ext cx="2019600" cy="3105136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D4A2D77E-53A5-4E64-8927-FD7CF2D9957D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08"/>
          <a:stretch/>
        </p:blipFill>
        <p:spPr>
          <a:xfrm>
            <a:off x="7571179" y="3995784"/>
            <a:ext cx="2246400" cy="1298528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AD49D917-ECAC-4DF0-80C4-8F81F57390DB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9" b="51737"/>
          <a:stretch/>
        </p:blipFill>
        <p:spPr>
          <a:xfrm>
            <a:off x="7571179" y="2328302"/>
            <a:ext cx="2246400" cy="110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6749676"/>
            <a:ext cx="9895082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FA12C1C7-34F4-4273-B4F1-7A7A75419B19}"/>
              </a:ext>
            </a:extLst>
          </p:cNvPr>
          <p:cNvSpPr/>
          <p:nvPr/>
        </p:nvSpPr>
        <p:spPr>
          <a:xfrm>
            <a:off x="5844223" y="74183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6" name="圖片 145">
            <a:extLst>
              <a:ext uri="{FF2B5EF4-FFF2-40B4-BE49-F238E27FC236}">
                <a16:creationId xmlns:a16="http://schemas.microsoft.com/office/drawing/2014/main" id="{E64CE29E-D791-492E-BF34-43C1BE81E0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20"/>
          <a:stretch/>
        </p:blipFill>
        <p:spPr>
          <a:xfrm>
            <a:off x="5765165" y="7372350"/>
            <a:ext cx="2019600" cy="3787370"/>
          </a:xfrm>
          <a:prstGeom prst="rect">
            <a:avLst/>
          </a:prstGeom>
        </p:spPr>
      </p:pic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2112611"/>
            <a:ext cx="9895082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FD0E311D-B3F7-405F-8F30-FF440341DCC3}"/>
              </a:ext>
            </a:extLst>
          </p:cNvPr>
          <p:cNvSpPr/>
          <p:nvPr/>
        </p:nvSpPr>
        <p:spPr>
          <a:xfrm>
            <a:off x="892876" y="27839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95BA0FCC-534C-49AA-8379-7E8FE0CC2E45}"/>
              </a:ext>
            </a:extLst>
          </p:cNvPr>
          <p:cNvSpPr/>
          <p:nvPr/>
        </p:nvSpPr>
        <p:spPr>
          <a:xfrm>
            <a:off x="5851386" y="278129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: 圓角 122">
            <a:extLst>
              <a:ext uri="{FF2B5EF4-FFF2-40B4-BE49-F238E27FC236}">
                <a16:creationId xmlns:a16="http://schemas.microsoft.com/office/drawing/2014/main" id="{E371FCDA-B3B8-4F1E-AB93-E54778C70A2F}"/>
              </a:ext>
            </a:extLst>
          </p:cNvPr>
          <p:cNvSpPr/>
          <p:nvPr/>
        </p:nvSpPr>
        <p:spPr>
          <a:xfrm>
            <a:off x="885713" y="742102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932AB186-1EC2-453E-A771-FFAA38D56E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2" b="53759"/>
          <a:stretch/>
        </p:blipFill>
        <p:spPr>
          <a:xfrm>
            <a:off x="2613392" y="3048980"/>
            <a:ext cx="2246400" cy="1169894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14404416-96F2-49B2-B648-01C066D487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79"/>
          <a:stretch/>
        </p:blipFill>
        <p:spPr>
          <a:xfrm>
            <a:off x="2613392" y="4866487"/>
            <a:ext cx="2246400" cy="1304345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A4D544F4-D0F5-479F-9DC7-B6F141D28C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814627" y="2737275"/>
            <a:ext cx="2019600" cy="3198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36643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36643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40235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38376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38471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38471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35835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35835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34221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34221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9486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9486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37791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3779185"/>
                <a:ext cx="734697" cy="400110"/>
              </a:xfrm>
              <a:prstGeom prst="rect">
                <a:avLst/>
              </a:prstGeom>
              <a:blipFill>
                <a:blip r:embed="rId11"/>
                <a:stretch>
                  <a:fillRect r="-833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34248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30338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3033895"/>
                <a:ext cx="463025" cy="424283"/>
              </a:xfrm>
              <a:prstGeom prst="rect">
                <a:avLst/>
              </a:prstGeom>
              <a:blipFill>
                <a:blip r:embed="rId12"/>
                <a:stretch>
                  <a:fillRect l="-3947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33091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3309128"/>
                <a:ext cx="471386" cy="400110"/>
              </a:xfrm>
              <a:prstGeom prst="rect">
                <a:avLst/>
              </a:prstGeom>
              <a:blipFill>
                <a:blip r:embed="rId13"/>
                <a:stretch>
                  <a:fillRect l="-3846"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34194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3419489"/>
                <a:ext cx="90576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9459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945981"/>
                <a:ext cx="96372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80592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8059219"/>
                <a:ext cx="905761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95857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9585711"/>
                <a:ext cx="96372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80565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8056554"/>
                <a:ext cx="90576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95830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9583046"/>
                <a:ext cx="96372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94740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94162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9394211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9394211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圖片 109">
            <a:extLst>
              <a:ext uri="{FF2B5EF4-FFF2-40B4-BE49-F238E27FC236}">
                <a16:creationId xmlns:a16="http://schemas.microsoft.com/office/drawing/2014/main" id="{6C649A23-C763-4192-A3EE-DBD31921F19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5771775" y="2779353"/>
            <a:ext cx="2019600" cy="31051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8863932-BAAD-45B9-99D3-50192D037D0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07" b="8501"/>
          <a:stretch/>
        </p:blipFill>
        <p:spPr>
          <a:xfrm>
            <a:off x="811967" y="2705100"/>
            <a:ext cx="2019600" cy="3309257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E8EBEBF9-FD49-4805-BF3B-02785C82DF1E}"/>
              </a:ext>
            </a:extLst>
          </p:cNvPr>
          <p:cNvGrpSpPr/>
          <p:nvPr/>
        </p:nvGrpSpPr>
        <p:grpSpPr>
          <a:xfrm>
            <a:off x="5815143" y="-65874"/>
            <a:ext cx="3974292" cy="1552173"/>
            <a:chOff x="308373" y="-1628430"/>
            <a:chExt cx="4458717" cy="1741367"/>
          </a:xfrm>
        </p:grpSpPr>
        <p:sp>
          <p:nvSpPr>
            <p:cNvPr id="59" name="矩形: 圓角 58">
              <a:extLst>
                <a:ext uri="{FF2B5EF4-FFF2-40B4-BE49-F238E27FC236}">
                  <a16:creationId xmlns:a16="http://schemas.microsoft.com/office/drawing/2014/main" id="{A7F7BBB0-0A3B-44B6-99DE-8B3C350EF1DB}"/>
                </a:ext>
              </a:extLst>
            </p:cNvPr>
            <p:cNvSpPr/>
            <p:nvPr/>
          </p:nvSpPr>
          <p:spPr>
            <a:xfrm>
              <a:off x="308373" y="-1628430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0" name="圖片 59">
              <a:extLst>
                <a:ext uri="{FF2B5EF4-FFF2-40B4-BE49-F238E27FC236}">
                  <a16:creationId xmlns:a16="http://schemas.microsoft.com/office/drawing/2014/main" id="{DDCA011C-4184-4216-AD37-D01F5935BE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61" t="11602" r="1805" b="64731"/>
            <a:stretch/>
          </p:blipFill>
          <p:spPr>
            <a:xfrm>
              <a:off x="2666509" y="-1570020"/>
              <a:ext cx="2019301" cy="162306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90CD6E64-72BA-46B5-B75F-E795E11F5160}"/>
                    </a:ext>
                  </a:extLst>
                </p:cNvPr>
                <p:cNvSpPr/>
                <p:nvPr/>
              </p:nvSpPr>
              <p:spPr>
                <a:xfrm>
                  <a:off x="603824" y="-1049624"/>
                  <a:ext cx="1892249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90CD6E64-72BA-46B5-B75F-E795E11F51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824" y="-1049624"/>
                  <a:ext cx="1892249" cy="500522"/>
                </a:xfrm>
                <a:prstGeom prst="rect">
                  <a:avLst/>
                </a:prstGeom>
                <a:blipFill>
                  <a:blip r:embed="rId28"/>
                  <a:stretch>
                    <a:fillRect r="-1083" b="-13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DB8FDFC3-D753-4C56-A2C2-E04998559871}"/>
                    </a:ext>
                  </a:extLst>
                </p:cNvPr>
                <p:cNvSpPr txBox="1"/>
                <p:nvPr/>
              </p:nvSpPr>
              <p:spPr>
                <a:xfrm>
                  <a:off x="2629629" y="-45164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DB8FDFC3-D753-4C56-A2C2-E04998559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629" y="-451644"/>
                  <a:ext cx="830594" cy="400110"/>
                </a:xfrm>
                <a:prstGeom prst="rect">
                  <a:avLst/>
                </a:prstGeom>
                <a:blipFill>
                  <a:blip r:embed="rId37"/>
                  <a:stretch>
                    <a:fillRect b="-2203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4" name="群組 63">
              <a:extLst>
                <a:ext uri="{FF2B5EF4-FFF2-40B4-BE49-F238E27FC236}">
                  <a16:creationId xmlns:a16="http://schemas.microsoft.com/office/drawing/2014/main" id="{21C80468-28F0-435E-A6C6-2FBB96542C5E}"/>
                </a:ext>
              </a:extLst>
            </p:cNvPr>
            <p:cNvGrpSpPr/>
            <p:nvPr/>
          </p:nvGrpSpPr>
          <p:grpSpPr>
            <a:xfrm>
              <a:off x="3252312" y="-1294214"/>
              <a:ext cx="666253" cy="711268"/>
              <a:chOff x="6394099" y="1329789"/>
              <a:chExt cx="1805559" cy="1927549"/>
            </a:xfrm>
          </p:grpSpPr>
          <p:grpSp>
            <p:nvGrpSpPr>
              <p:cNvPr id="74" name="群組 73">
                <a:extLst>
                  <a:ext uri="{FF2B5EF4-FFF2-40B4-BE49-F238E27FC236}">
                    <a16:creationId xmlns:a16="http://schemas.microsoft.com/office/drawing/2014/main" id="{5E137D2B-D7EA-4D02-AA5A-290FD1CCEB84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84" name="箭號: 向右 83">
                  <a:extLst>
                    <a:ext uri="{FF2B5EF4-FFF2-40B4-BE49-F238E27FC236}">
                      <a16:creationId xmlns:a16="http://schemas.microsoft.com/office/drawing/2014/main" id="{9380C0E6-13F2-4CDC-9B5F-124241839F2A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箭號: 向右 87">
                  <a:extLst>
                    <a:ext uri="{FF2B5EF4-FFF2-40B4-BE49-F238E27FC236}">
                      <a16:creationId xmlns:a16="http://schemas.microsoft.com/office/drawing/2014/main" id="{3D62F082-1C78-4C75-A623-1D0505651B22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E8788DFE-82C1-4F01-A168-9381AE0D931F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b="-579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066394FB-93D7-4707-B8F6-A5DEA6DFEFD0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l="-4615" r="-4615"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F28C9544-6CAA-4096-A3CC-52E78239E67B}"/>
              </a:ext>
            </a:extLst>
          </p:cNvPr>
          <p:cNvGrpSpPr/>
          <p:nvPr/>
        </p:nvGrpSpPr>
        <p:grpSpPr>
          <a:xfrm>
            <a:off x="913198" y="-66027"/>
            <a:ext cx="3981355" cy="1552479"/>
            <a:chOff x="2723641" y="2922813"/>
            <a:chExt cx="4466643" cy="1741711"/>
          </a:xfrm>
        </p:grpSpPr>
        <p:sp>
          <p:nvSpPr>
            <p:cNvPr id="93" name="矩形: 圓角 92">
              <a:extLst>
                <a:ext uri="{FF2B5EF4-FFF2-40B4-BE49-F238E27FC236}">
                  <a16:creationId xmlns:a16="http://schemas.microsoft.com/office/drawing/2014/main" id="{321C7693-16CA-4E8E-B524-CFCF662042A4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4" name="圖片 93">
              <a:extLst>
                <a:ext uri="{FF2B5EF4-FFF2-40B4-BE49-F238E27FC236}">
                  <a16:creationId xmlns:a16="http://schemas.microsoft.com/office/drawing/2014/main" id="{7503B79E-39B0-41BC-BC02-4EC4B283D9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3274D70B-7C68-46CF-962D-3414DEEA13C8}"/>
                    </a:ext>
                  </a:extLst>
                </p:cNvPr>
                <p:cNvSpPr/>
                <p:nvPr/>
              </p:nvSpPr>
              <p:spPr>
                <a:xfrm>
                  <a:off x="3022031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3274D70B-7C68-46CF-962D-3414DEEA13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2031" y="3501974"/>
                  <a:ext cx="1946302" cy="500522"/>
                </a:xfrm>
                <a:prstGeom prst="rect">
                  <a:avLst/>
                </a:prstGeom>
                <a:blipFill>
                  <a:blip r:embed="rId41"/>
                  <a:stretch>
                    <a:fillRect b="-13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604E63DB-86D3-41CE-A0F6-4378E730D40B}"/>
                    </a:ext>
                  </a:extLst>
                </p:cNvPr>
                <p:cNvSpPr txBox="1"/>
                <p:nvPr/>
              </p:nvSpPr>
              <p:spPr>
                <a:xfrm>
                  <a:off x="5092376" y="4070538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604E63DB-86D3-41CE-A0F6-4378E730D4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70538"/>
                  <a:ext cx="830594" cy="400110"/>
                </a:xfrm>
                <a:prstGeom prst="rect">
                  <a:avLst/>
                </a:prstGeom>
                <a:blipFill>
                  <a:blip r:embed="rId42"/>
                  <a:stretch>
                    <a:fillRect b="-224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箭號: 向右 101">
              <a:extLst>
                <a:ext uri="{FF2B5EF4-FFF2-40B4-BE49-F238E27FC236}">
                  <a16:creationId xmlns:a16="http://schemas.microsoft.com/office/drawing/2014/main" id="{99AA207D-C5FD-45B1-9847-E58D0C9AE148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6" name="箭號: 向右 105">
              <a:extLst>
                <a:ext uri="{FF2B5EF4-FFF2-40B4-BE49-F238E27FC236}">
                  <a16:creationId xmlns:a16="http://schemas.microsoft.com/office/drawing/2014/main" id="{DC66F8EB-FB7B-4C52-B38D-306D78D19499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747BB1C7-B6AB-40A9-B2D9-0F893F81CACB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43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116C808A-58A3-4ECD-A3D5-EF3BF070C428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44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5" name="圖片 114">
            <a:extLst>
              <a:ext uri="{FF2B5EF4-FFF2-40B4-BE49-F238E27FC236}">
                <a16:creationId xmlns:a16="http://schemas.microsoft.com/office/drawing/2014/main" id="{0A2BAEC7-F52C-42D0-9D03-9B3B187D1259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63" b="9569"/>
          <a:stretch/>
        </p:blipFill>
        <p:spPr>
          <a:xfrm>
            <a:off x="807863" y="7353300"/>
            <a:ext cx="2019600" cy="3228976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6270E5D7-2C8E-428E-BBF4-A324F3947825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38"/>
          <a:stretch/>
        </p:blipFill>
        <p:spPr>
          <a:xfrm>
            <a:off x="7570497" y="4407668"/>
            <a:ext cx="2246400" cy="1836509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40C43A0F-B198-4794-8C30-0F44CB85BCB4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5" b="53019"/>
          <a:stretch/>
        </p:blipFill>
        <p:spPr>
          <a:xfrm>
            <a:off x="7570497" y="2693261"/>
            <a:ext cx="2246400" cy="16583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1AB4AFB-941E-45D4-ACA3-798F13D5D04D}"/>
                  </a:ext>
                </a:extLst>
              </p:cNvPr>
              <p:cNvSpPr/>
              <p:nvPr/>
            </p:nvSpPr>
            <p:spPr>
              <a:xfrm>
                <a:off x="983184" y="2254057"/>
                <a:ext cx="1693092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TW" sz="20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1AB4AFB-941E-45D4-ACA3-798F13D5D0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84" y="2254057"/>
                <a:ext cx="1693092" cy="55515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A95813E1-AE0A-4ADC-9680-FE5FB857FAC9}"/>
                  </a:ext>
                </a:extLst>
              </p:cNvPr>
              <p:cNvSpPr/>
              <p:nvPr/>
            </p:nvSpPr>
            <p:spPr>
              <a:xfrm>
                <a:off x="2819872" y="2120431"/>
                <a:ext cx="2302682" cy="6887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</m:acc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</m:e>
                              </m:nary>
                              <m:sSup>
                                <m:sSupPr>
                                  <m:ctrlP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16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16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A95813E1-AE0A-4ADC-9680-FE5FB857FA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872" y="2120431"/>
                <a:ext cx="2302682" cy="688778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4F8926AB-0671-4CF6-93AA-1FC7DC7D5350}"/>
                  </a:ext>
                </a:extLst>
              </p:cNvPr>
              <p:cNvSpPr/>
              <p:nvPr/>
            </p:nvSpPr>
            <p:spPr>
              <a:xfrm>
                <a:off x="983185" y="6867007"/>
                <a:ext cx="1693092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TW" sz="20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4F8926AB-0671-4CF6-93AA-1FC7DC7D53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85" y="6867007"/>
                <a:ext cx="1693092" cy="55515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AAC8A881-1315-40BD-A1A2-CBDC26FBCA1A}"/>
                  </a:ext>
                </a:extLst>
              </p:cNvPr>
              <p:cNvSpPr/>
              <p:nvPr/>
            </p:nvSpPr>
            <p:spPr>
              <a:xfrm>
                <a:off x="2819872" y="6733381"/>
                <a:ext cx="2302682" cy="6887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</m:acc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</m:e>
                              </m:nary>
                              <m:sSup>
                                <m:sSupPr>
                                  <m:ctrlP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16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16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AAC8A881-1315-40BD-A1A2-CBDC26FBC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872" y="6733381"/>
                <a:ext cx="2302682" cy="688778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B1D7B207-0A3E-4404-A053-B3A5A75B8634}"/>
                  </a:ext>
                </a:extLst>
              </p:cNvPr>
              <p:cNvSpPr/>
              <p:nvPr/>
            </p:nvSpPr>
            <p:spPr>
              <a:xfrm>
                <a:off x="5864818" y="2254057"/>
                <a:ext cx="1693092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B1D7B207-0A3E-4404-A053-B3A5A75B86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18" y="2254057"/>
                <a:ext cx="1693092" cy="55515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C0CF64ED-98A9-4B8F-973B-B32857DFDDC8}"/>
                  </a:ext>
                </a:extLst>
              </p:cNvPr>
              <p:cNvSpPr/>
              <p:nvPr/>
            </p:nvSpPr>
            <p:spPr>
              <a:xfrm>
                <a:off x="7701505" y="2120431"/>
                <a:ext cx="2302682" cy="6887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</m:acc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nary>
                              <m:sSup>
                                <m:sSupPr>
                                  <m:ctrlP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16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16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C0CF64ED-98A9-4B8F-973B-B32857DFDD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505" y="2120431"/>
                <a:ext cx="2302682" cy="688778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E7DA8779-B795-45DD-AE2B-51D86E7E2A2F}"/>
                  </a:ext>
                </a:extLst>
              </p:cNvPr>
              <p:cNvSpPr/>
              <p:nvPr/>
            </p:nvSpPr>
            <p:spPr>
              <a:xfrm>
                <a:off x="5864818" y="6867007"/>
                <a:ext cx="1693092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E7DA8779-B795-45DD-AE2B-51D86E7E2A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18" y="6867007"/>
                <a:ext cx="1693092" cy="555152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EAC277B8-90A9-478F-B528-A8C2B0C390FF}"/>
                  </a:ext>
                </a:extLst>
              </p:cNvPr>
              <p:cNvSpPr/>
              <p:nvPr/>
            </p:nvSpPr>
            <p:spPr>
              <a:xfrm>
                <a:off x="7701505" y="6733381"/>
                <a:ext cx="2302682" cy="6887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TW" sz="16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e>
                                      </m:acc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nary>
                              <m:sSup>
                                <m:sSupPr>
                                  <m:ctrlP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𝑸</m:t>
                                  </m:r>
                                  <m:r>
                                    <a:rPr lang="en-US" altLang="zh-TW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b="1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16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16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EAC277B8-90A9-478F-B528-A8C2B0C39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505" y="6733381"/>
                <a:ext cx="2302682" cy="688778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4A75A802-3923-4468-B53F-AAAA6B72CB80}"/>
                  </a:ext>
                </a:extLst>
              </p:cNvPr>
              <p:cNvSpPr txBox="1"/>
              <p:nvPr/>
            </p:nvSpPr>
            <p:spPr>
              <a:xfrm>
                <a:off x="985024" y="379442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4A75A802-3923-4468-B53F-AAAA6B72C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3794425"/>
                <a:ext cx="734697" cy="400110"/>
              </a:xfrm>
              <a:prstGeom prst="rect">
                <a:avLst/>
              </a:prstGeom>
              <a:blipFill>
                <a:blip r:embed="rId55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16672A63-E1CF-4DCC-9615-2B23802FA4AC}"/>
              </a:ext>
            </a:extLst>
          </p:cNvPr>
          <p:cNvGrpSpPr/>
          <p:nvPr/>
        </p:nvGrpSpPr>
        <p:grpSpPr>
          <a:xfrm>
            <a:off x="1710439" y="3440079"/>
            <a:ext cx="117977" cy="113174"/>
            <a:chOff x="1373392" y="2391862"/>
            <a:chExt cx="479433" cy="476535"/>
          </a:xfrm>
        </p:grpSpPr>
        <p:sp>
          <p:nvSpPr>
            <p:cNvPr id="141" name="箭號: 向右 140">
              <a:extLst>
                <a:ext uri="{FF2B5EF4-FFF2-40B4-BE49-F238E27FC236}">
                  <a16:creationId xmlns:a16="http://schemas.microsoft.com/office/drawing/2014/main" id="{DF93F1B4-453E-4AFF-9F20-C8F04BFFBD3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2" name="箭號: 向右 141">
              <a:extLst>
                <a:ext uri="{FF2B5EF4-FFF2-40B4-BE49-F238E27FC236}">
                  <a16:creationId xmlns:a16="http://schemas.microsoft.com/office/drawing/2014/main" id="{D63E9CC5-22CE-4499-9771-13142C20830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8843AB53-F897-4B61-8AB0-83BC82F34A79}"/>
                  </a:ext>
                </a:extLst>
              </p:cNvPr>
              <p:cNvSpPr txBox="1"/>
              <p:nvPr/>
            </p:nvSpPr>
            <p:spPr>
              <a:xfrm>
                <a:off x="1526281" y="304913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8843AB53-F897-4B61-8AB0-83BC82F34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3049135"/>
                <a:ext cx="463025" cy="424283"/>
              </a:xfrm>
              <a:prstGeom prst="rect">
                <a:avLst/>
              </a:prstGeom>
              <a:blipFill>
                <a:blip r:embed="rId56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597274A9-18DA-463D-943D-8D5DF0F54053}"/>
                  </a:ext>
                </a:extLst>
              </p:cNvPr>
              <p:cNvSpPr txBox="1"/>
              <p:nvPr/>
            </p:nvSpPr>
            <p:spPr>
              <a:xfrm>
                <a:off x="1782864" y="332436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597274A9-18DA-463D-943D-8D5DF0F54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3324368"/>
                <a:ext cx="471386" cy="400110"/>
              </a:xfrm>
              <a:prstGeom prst="rect">
                <a:avLst/>
              </a:prstGeom>
              <a:blipFill>
                <a:blip r:embed="rId57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圖片 149">
            <a:extLst>
              <a:ext uri="{FF2B5EF4-FFF2-40B4-BE49-F238E27FC236}">
                <a16:creationId xmlns:a16="http://schemas.microsoft.com/office/drawing/2014/main" id="{44E7A2EF-4C5A-4372-86CD-2E1CCD8A5DB7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12" b="52556"/>
          <a:stretch/>
        </p:blipFill>
        <p:spPr>
          <a:xfrm>
            <a:off x="2610241" y="7782744"/>
            <a:ext cx="2246400" cy="112955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3DE5B69-3779-4AD7-9D72-70716D46BC6E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4" b="54506"/>
          <a:stretch/>
        </p:blipFill>
        <p:spPr>
          <a:xfrm>
            <a:off x="7570497" y="7330745"/>
            <a:ext cx="2246400" cy="16143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矩形: 圓角 159">
                <a:extLst>
                  <a:ext uri="{FF2B5EF4-FFF2-40B4-BE49-F238E27FC236}">
                    <a16:creationId xmlns:a16="http://schemas.microsoft.com/office/drawing/2014/main" id="{1FA4C6D2-254C-4D47-9714-9EF738788D43}"/>
                  </a:ext>
                </a:extLst>
              </p:cNvPr>
              <p:cNvSpPr/>
              <p:nvPr/>
            </p:nvSpPr>
            <p:spPr>
              <a:xfrm>
                <a:off x="3000" y="6230617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0" name="矩形: 圓角 159">
                <a:extLst>
                  <a:ext uri="{FF2B5EF4-FFF2-40B4-BE49-F238E27FC236}">
                    <a16:creationId xmlns:a16="http://schemas.microsoft.com/office/drawing/2014/main" id="{1FA4C6D2-254C-4D47-9714-9EF738788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230617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矩形: 圓角 161">
                <a:extLst>
                  <a:ext uri="{FF2B5EF4-FFF2-40B4-BE49-F238E27FC236}">
                    <a16:creationId xmlns:a16="http://schemas.microsoft.com/office/drawing/2014/main" id="{80B7E1D3-1425-4326-90CB-339B6FDBC390}"/>
                  </a:ext>
                </a:extLst>
              </p:cNvPr>
              <p:cNvSpPr/>
              <p:nvPr/>
            </p:nvSpPr>
            <p:spPr>
              <a:xfrm>
                <a:off x="3000" y="1595727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2" name="矩形: 圓角 161">
                <a:extLst>
                  <a:ext uri="{FF2B5EF4-FFF2-40B4-BE49-F238E27FC236}">
                    <a16:creationId xmlns:a16="http://schemas.microsoft.com/office/drawing/2014/main" id="{80B7E1D3-1425-4326-90CB-339B6FDBC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1595727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2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4771</TotalTime>
  <Words>331</Words>
  <Application>Microsoft Office PowerPoint</Application>
  <PresentationFormat>自訂</PresentationFormat>
  <Paragraphs>185</Paragraphs>
  <Slides>13</Slides>
  <Notes>0</Notes>
  <HiddenSlides>12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71</cp:revision>
  <dcterms:created xsi:type="dcterms:W3CDTF">2026-05-22T09:21:35Z</dcterms:created>
  <dcterms:modified xsi:type="dcterms:W3CDTF">2026-05-27T07:55:30Z</dcterms:modified>
</cp:coreProperties>
</file>