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</p:sldIdLst>
  <p:sldSz cx="9906000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>
        <p:scale>
          <a:sx n="66" d="100"/>
          <a:sy n="66" d="100"/>
        </p:scale>
        <p:origin x="126" y="7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883861"/>
            <a:ext cx="7429500" cy="1880235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2836605"/>
            <a:ext cx="7429500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5866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1741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1346419"/>
            <a:ext cx="8543925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3614203"/>
            <a:ext cx="8543925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6752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437680"/>
            <a:ext cx="4210050" cy="342667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437680"/>
            <a:ext cx="4210050" cy="342667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065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287536"/>
            <a:ext cx="8543925" cy="104388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1323916"/>
            <a:ext cx="4190702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1972747"/>
            <a:ext cx="4190702" cy="290161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323916"/>
            <a:ext cx="4211340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1972747"/>
            <a:ext cx="4211340" cy="290161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9056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0837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8995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0045"/>
            <a:ext cx="3194943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777597"/>
            <a:ext cx="5014913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620202"/>
            <a:ext cx="3194943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7434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0045"/>
            <a:ext cx="3194943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777597"/>
            <a:ext cx="5014913" cy="383798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620202"/>
            <a:ext cx="3194943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0656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7049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287536"/>
            <a:ext cx="2135981" cy="457682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287536"/>
            <a:ext cx="6284119" cy="457682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A3B7-5B64-4C08-AEF8-96FFEFD7A1CA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7984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287536"/>
            <a:ext cx="8543925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437680"/>
            <a:ext cx="8543925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5005626"/>
            <a:ext cx="222885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6DA3B7-5B64-4C08-AEF8-96FFEFD7A1CA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5005626"/>
            <a:ext cx="334327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5005626"/>
            <a:ext cx="222885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95FAC-1A43-4B35-906D-B6BFEBE26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4179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image" Target="../media/image1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35.png"/><Relationship Id="rId5" Type="http://schemas.openxmlformats.org/officeDocument/2006/relationships/image" Target="../media/image30.png"/><Relationship Id="rId10" Type="http://schemas.openxmlformats.org/officeDocument/2006/relationships/image" Target="../media/image34.png"/><Relationship Id="rId4" Type="http://schemas.openxmlformats.org/officeDocument/2006/relationships/image" Target="../media/image29.png"/><Relationship Id="rId9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539AD426-8AA2-4918-B91B-7DE9CB1B9C7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91" r="4867" b="88684"/>
          <a:stretch/>
        </p:blipFill>
        <p:spPr>
          <a:xfrm>
            <a:off x="-735695" y="-3059097"/>
            <a:ext cx="11342139" cy="978503"/>
          </a:xfrm>
          <a:prstGeom prst="rect">
            <a:avLst/>
          </a:prstGeom>
        </p:spPr>
      </p:pic>
      <p:grpSp>
        <p:nvGrpSpPr>
          <p:cNvPr id="8" name="群組 7">
            <a:extLst>
              <a:ext uri="{FF2B5EF4-FFF2-40B4-BE49-F238E27FC236}">
                <a16:creationId xmlns:a16="http://schemas.microsoft.com/office/drawing/2014/main" id="{68A365B2-2325-4D27-B2BE-8897DCFCD1D7}"/>
              </a:ext>
            </a:extLst>
          </p:cNvPr>
          <p:cNvGrpSpPr/>
          <p:nvPr/>
        </p:nvGrpSpPr>
        <p:grpSpPr>
          <a:xfrm>
            <a:off x="-1159671" y="-2835214"/>
            <a:ext cx="11342139" cy="5388315"/>
            <a:chOff x="1170223" y="1467294"/>
            <a:chExt cx="10716867" cy="5091267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EA7F3299-AD30-4043-AE14-71B818662E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91" t="9256" r="4867" b="29728"/>
            <a:stretch/>
          </p:blipFill>
          <p:spPr>
            <a:xfrm>
              <a:off x="1170223" y="1573176"/>
              <a:ext cx="10716867" cy="4985385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8355B05-0ADC-4C87-AAB4-14853F3EA657}"/>
                </a:ext>
              </a:extLst>
            </p:cNvPr>
            <p:cNvSpPr/>
            <p:nvPr/>
          </p:nvSpPr>
          <p:spPr>
            <a:xfrm>
              <a:off x="1329070" y="1467294"/>
              <a:ext cx="9845749" cy="1488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952"/>
            </a:p>
          </p:txBody>
        </p:sp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4148C78A-0432-49A4-8873-A8FD80928A92}"/>
              </a:ext>
            </a:extLst>
          </p:cNvPr>
          <p:cNvGrpSpPr/>
          <p:nvPr/>
        </p:nvGrpSpPr>
        <p:grpSpPr>
          <a:xfrm>
            <a:off x="-452259" y="3674058"/>
            <a:ext cx="2472376" cy="2468416"/>
            <a:chOff x="1685309" y="1218891"/>
            <a:chExt cx="4427304" cy="4420217"/>
          </a:xfrm>
        </p:grpSpPr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721B5255-9E20-472C-B47C-61A2E4AA62E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49812"/>
            <a:stretch/>
          </p:blipFill>
          <p:spPr>
            <a:xfrm>
              <a:off x="1685309" y="1218891"/>
              <a:ext cx="4427304" cy="4420217"/>
            </a:xfrm>
            <a:prstGeom prst="rect">
              <a:avLst/>
            </a:prstGeom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9EEAEFF-D5BB-4215-95B6-375BE5F6182F}"/>
                </a:ext>
              </a:extLst>
            </p:cNvPr>
            <p:cNvSpPr/>
            <p:nvPr/>
          </p:nvSpPr>
          <p:spPr>
            <a:xfrm>
              <a:off x="1751527" y="1249251"/>
              <a:ext cx="862884" cy="7984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952"/>
            </a:p>
          </p:txBody>
        </p:sp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008D533A-D95B-4797-B1AE-315B88A711B2}"/>
              </a:ext>
            </a:extLst>
          </p:cNvPr>
          <p:cNvGrpSpPr/>
          <p:nvPr/>
        </p:nvGrpSpPr>
        <p:grpSpPr>
          <a:xfrm>
            <a:off x="2392818" y="3674061"/>
            <a:ext cx="2560190" cy="2468416"/>
            <a:chOff x="5922135" y="1218891"/>
            <a:chExt cx="4584555" cy="4420217"/>
          </a:xfrm>
        </p:grpSpPr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4E3E72A6-49AE-49E3-82B9-1773422544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9715"/>
            <a:stretch/>
          </p:blipFill>
          <p:spPr>
            <a:xfrm>
              <a:off x="6070852" y="1218891"/>
              <a:ext cx="4435838" cy="4420217"/>
            </a:xfrm>
            <a:prstGeom prst="rect">
              <a:avLst/>
            </a:prstGeom>
          </p:spPr>
        </p:pic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07FD754-96CC-4CC2-BCBA-8AEE73117714}"/>
                </a:ext>
              </a:extLst>
            </p:cNvPr>
            <p:cNvSpPr/>
            <p:nvPr/>
          </p:nvSpPr>
          <p:spPr>
            <a:xfrm>
              <a:off x="5922135" y="1218891"/>
              <a:ext cx="862884" cy="7984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952"/>
            </a:p>
          </p:txBody>
        </p:sp>
      </p:grpSp>
    </p:spTree>
    <p:extLst>
      <p:ext uri="{BB962C8B-B14F-4D97-AF65-F5344CB8AC3E}">
        <p14:creationId xmlns:p14="http://schemas.microsoft.com/office/powerpoint/2010/main" val="2842251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群組 34">
            <a:extLst>
              <a:ext uri="{FF2B5EF4-FFF2-40B4-BE49-F238E27FC236}">
                <a16:creationId xmlns:a16="http://schemas.microsoft.com/office/drawing/2014/main" id="{F1B28323-C4F9-45FB-9F9F-2B2AE4DAE646}"/>
              </a:ext>
            </a:extLst>
          </p:cNvPr>
          <p:cNvGrpSpPr/>
          <p:nvPr/>
        </p:nvGrpSpPr>
        <p:grpSpPr>
          <a:xfrm>
            <a:off x="-4272717" y="-1331116"/>
            <a:ext cx="11872632" cy="9445082"/>
            <a:chOff x="283210" y="3390900"/>
            <a:chExt cx="11218114" cy="8924391"/>
          </a:xfrm>
        </p:grpSpPr>
        <p:sp>
          <p:nvSpPr>
            <p:cNvPr id="218" name="矩形: 圓角 217">
              <a:extLst>
                <a:ext uri="{FF2B5EF4-FFF2-40B4-BE49-F238E27FC236}">
                  <a16:creationId xmlns:a16="http://schemas.microsoft.com/office/drawing/2014/main" id="{A41F267B-5869-46A3-BE58-3F2D6B675712}"/>
                </a:ext>
              </a:extLst>
            </p:cNvPr>
            <p:cNvSpPr/>
            <p:nvPr/>
          </p:nvSpPr>
          <p:spPr>
            <a:xfrm>
              <a:off x="283210" y="3390900"/>
              <a:ext cx="11218114" cy="8924391"/>
            </a:xfrm>
            <a:prstGeom prst="roundRect">
              <a:avLst>
                <a:gd name="adj" fmla="val 7772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61454" tIns="30727" rIns="61454" bIns="307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209" dirty="0"/>
            </a:p>
          </p:txBody>
        </p:sp>
        <p:pic>
          <p:nvPicPr>
            <p:cNvPr id="212" name="圖片 211">
              <a:extLst>
                <a:ext uri="{FF2B5EF4-FFF2-40B4-BE49-F238E27FC236}">
                  <a16:creationId xmlns:a16="http://schemas.microsoft.com/office/drawing/2014/main" id="{615DEA62-5763-42AF-ABD7-20A3FC70FD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528" t="9942" r="51700" b="70784"/>
            <a:stretch/>
          </p:blipFill>
          <p:spPr>
            <a:xfrm>
              <a:off x="1108296" y="7597642"/>
              <a:ext cx="1565275" cy="1574800"/>
            </a:xfrm>
            <a:prstGeom prst="rect">
              <a:avLst/>
            </a:prstGeom>
          </p:spPr>
        </p:pic>
        <p:pic>
          <p:nvPicPr>
            <p:cNvPr id="228" name="圖片 227">
              <a:extLst>
                <a:ext uri="{FF2B5EF4-FFF2-40B4-BE49-F238E27FC236}">
                  <a16:creationId xmlns:a16="http://schemas.microsoft.com/office/drawing/2014/main" id="{94FD97C7-3C92-42F5-BF05-96DE868FB8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74" t="30226" r="51683" b="50480"/>
            <a:stretch/>
          </p:blipFill>
          <p:spPr>
            <a:xfrm>
              <a:off x="2753041" y="7596850"/>
              <a:ext cx="1574006" cy="1576387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3" name="文字方塊 112">
                  <a:extLst>
                    <a:ext uri="{FF2B5EF4-FFF2-40B4-BE49-F238E27FC236}">
                      <a16:creationId xmlns:a16="http://schemas.microsoft.com/office/drawing/2014/main" id="{BD7D3F58-D2E2-42DB-8B1B-53D87DE0B9E9}"/>
                    </a:ext>
                  </a:extLst>
                </p:cNvPr>
                <p:cNvSpPr txBox="1"/>
                <p:nvPr/>
              </p:nvSpPr>
              <p:spPr>
                <a:xfrm>
                  <a:off x="5448265" y="9802816"/>
                  <a:ext cx="938079" cy="2256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952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952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952" i="1">
                                <a:latin typeface="Cambria Math" panose="02040503050406030204" pitchFamily="18" charset="0"/>
                              </a:rPr>
                              <m:t>−1, 1</m:t>
                            </m:r>
                          </m:e>
                        </m:d>
                      </m:oMath>
                    </m:oMathPara>
                  </a14:m>
                  <a:endParaRPr lang="zh-TW" altLang="en-US" sz="952" dirty="0"/>
                </a:p>
              </p:txBody>
            </p:sp>
          </mc:Choice>
          <mc:Fallback>
            <p:sp>
              <p:nvSpPr>
                <p:cNvPr id="113" name="文字方塊 112">
                  <a:extLst>
                    <a:ext uri="{FF2B5EF4-FFF2-40B4-BE49-F238E27FC236}">
                      <a16:creationId xmlns:a16="http://schemas.microsoft.com/office/drawing/2014/main" id="{BD7D3F58-D2E2-42DB-8B1B-53D87DE0B9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8265" y="9802816"/>
                  <a:ext cx="938079" cy="225681"/>
                </a:xfrm>
                <a:prstGeom prst="rect">
                  <a:avLst/>
                </a:prstGeom>
                <a:blipFill>
                  <a:blip r:embed="rId3"/>
                  <a:stretch>
                    <a:fillRect t="-87179" b="-1384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4" name="文字方塊 113">
                  <a:extLst>
                    <a:ext uri="{FF2B5EF4-FFF2-40B4-BE49-F238E27FC236}">
                      <a16:creationId xmlns:a16="http://schemas.microsoft.com/office/drawing/2014/main" id="{597F4F6E-837A-4FE6-9C6C-CE22102694D1}"/>
                    </a:ext>
                  </a:extLst>
                </p:cNvPr>
                <p:cNvSpPr txBox="1"/>
                <p:nvPr/>
              </p:nvSpPr>
              <p:spPr>
                <a:xfrm>
                  <a:off x="5448265" y="6374557"/>
                  <a:ext cx="938079" cy="2256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952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952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952" i="1">
                                <a:latin typeface="Cambria Math" panose="02040503050406030204" pitchFamily="18" charset="0"/>
                              </a:rPr>
                              <m:t>1, −1</m:t>
                            </m:r>
                          </m:e>
                        </m:d>
                      </m:oMath>
                    </m:oMathPara>
                  </a14:m>
                  <a:endParaRPr lang="zh-TW" altLang="en-US" sz="952" dirty="0"/>
                </a:p>
              </p:txBody>
            </p:sp>
          </mc:Choice>
          <mc:Fallback>
            <p:sp>
              <p:nvSpPr>
                <p:cNvPr id="114" name="文字方塊 113">
                  <a:extLst>
                    <a:ext uri="{FF2B5EF4-FFF2-40B4-BE49-F238E27FC236}">
                      <a16:creationId xmlns:a16="http://schemas.microsoft.com/office/drawing/2014/main" id="{597F4F6E-837A-4FE6-9C6C-CE22102694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8265" y="6374557"/>
                  <a:ext cx="938079" cy="225681"/>
                </a:xfrm>
                <a:prstGeom prst="rect">
                  <a:avLst/>
                </a:prstGeom>
                <a:blipFill>
                  <a:blip r:embed="rId4"/>
                  <a:stretch>
                    <a:fillRect t="-87179" b="-1384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86" name="圖片 185">
              <a:extLst>
                <a:ext uri="{FF2B5EF4-FFF2-40B4-BE49-F238E27FC236}">
                  <a16:creationId xmlns:a16="http://schemas.microsoft.com/office/drawing/2014/main" id="{E1274D56-4B9B-4BCE-B7C0-78A3987D03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80" t="9901" r="79196" b="70805"/>
            <a:stretch/>
          </p:blipFill>
          <p:spPr>
            <a:xfrm>
              <a:off x="4318508" y="4735746"/>
              <a:ext cx="1571625" cy="1576388"/>
            </a:xfrm>
            <a:prstGeom prst="rect">
              <a:avLst/>
            </a:prstGeom>
          </p:spPr>
        </p:pic>
        <p:pic>
          <p:nvPicPr>
            <p:cNvPr id="188" name="圖片 187">
              <a:extLst>
                <a:ext uri="{FF2B5EF4-FFF2-40B4-BE49-F238E27FC236}">
                  <a16:creationId xmlns:a16="http://schemas.microsoft.com/office/drawing/2014/main" id="{2C585092-C5D9-4C72-934C-B00E39693A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667" t="9936" r="65451" b="70772"/>
            <a:stretch/>
          </p:blipFill>
          <p:spPr>
            <a:xfrm>
              <a:off x="4318508" y="10581741"/>
              <a:ext cx="1578769" cy="1576388"/>
            </a:xfrm>
            <a:prstGeom prst="rect">
              <a:avLst/>
            </a:prstGeom>
          </p:spPr>
        </p:pic>
        <p:pic>
          <p:nvPicPr>
            <p:cNvPr id="224" name="圖片 223">
              <a:extLst>
                <a:ext uri="{FF2B5EF4-FFF2-40B4-BE49-F238E27FC236}">
                  <a16:creationId xmlns:a16="http://schemas.microsoft.com/office/drawing/2014/main" id="{60C1A827-7AE5-4BAF-B0C0-51AEAD1CBE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170" t="9874" r="37949" b="70775"/>
            <a:stretch/>
          </p:blipFill>
          <p:spPr>
            <a:xfrm>
              <a:off x="7537504" y="7594467"/>
              <a:ext cx="1578769" cy="1581150"/>
            </a:xfrm>
            <a:prstGeom prst="rect">
              <a:avLst/>
            </a:prstGeom>
          </p:spPr>
        </p:pic>
        <p:pic>
          <p:nvPicPr>
            <p:cNvPr id="225" name="圖片 224">
              <a:extLst>
                <a:ext uri="{FF2B5EF4-FFF2-40B4-BE49-F238E27FC236}">
                  <a16:creationId xmlns:a16="http://schemas.microsoft.com/office/drawing/2014/main" id="{F5BBBA81-D2E7-4C37-9938-3AD0246C03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73" t="30231" r="79166" b="50417"/>
            <a:stretch/>
          </p:blipFill>
          <p:spPr>
            <a:xfrm>
              <a:off x="5969259" y="4733365"/>
              <a:ext cx="1576387" cy="1581150"/>
            </a:xfrm>
            <a:prstGeom prst="rect">
              <a:avLst/>
            </a:prstGeom>
          </p:spPr>
        </p:pic>
        <p:pic>
          <p:nvPicPr>
            <p:cNvPr id="227" name="圖片 226">
              <a:extLst>
                <a:ext uri="{FF2B5EF4-FFF2-40B4-BE49-F238E27FC236}">
                  <a16:creationId xmlns:a16="http://schemas.microsoft.com/office/drawing/2014/main" id="{7AC3C5EB-C120-4344-9A68-70DB195901B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692" t="30180" r="65466" b="50469"/>
            <a:stretch/>
          </p:blipFill>
          <p:spPr>
            <a:xfrm>
              <a:off x="5991293" y="10579360"/>
              <a:ext cx="1574007" cy="1581150"/>
            </a:xfrm>
            <a:prstGeom prst="rect">
              <a:avLst/>
            </a:prstGeom>
          </p:spPr>
        </p:pic>
        <p:pic>
          <p:nvPicPr>
            <p:cNvPr id="230" name="圖片 229">
              <a:extLst>
                <a:ext uri="{FF2B5EF4-FFF2-40B4-BE49-F238E27FC236}">
                  <a16:creationId xmlns:a16="http://schemas.microsoft.com/office/drawing/2014/main" id="{E3FD13B1-AA73-4217-BDEE-4DD72C5B7E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193" t="30160" r="37946" b="50431"/>
            <a:stretch/>
          </p:blipFill>
          <p:spPr>
            <a:xfrm>
              <a:off x="9201366" y="7592087"/>
              <a:ext cx="1576388" cy="1585913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9B50033E-DE33-4154-B5F1-8F9B5FFA7A61}"/>
                    </a:ext>
                  </a:extLst>
                </p:cNvPr>
                <p:cNvSpPr txBox="1"/>
                <p:nvPr/>
              </p:nvSpPr>
              <p:spPr>
                <a:xfrm>
                  <a:off x="4532472" y="4371346"/>
                  <a:ext cx="2693489" cy="2256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952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952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952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952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altLang="zh-TW" sz="952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TW" sz="952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952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m:rPr>
                                <m:nor/>
                              </m:rPr>
                              <a:rPr lang="en-US" altLang="zh-TW" sz="952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zh-TW" altLang="en-US" sz="952" dirty="0"/>
                </a:p>
              </p:txBody>
            </p:sp>
          </mc:Choice>
          <mc:Fallback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9B50033E-DE33-4154-B5F1-8F9B5FFA7A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2472" y="4371346"/>
                  <a:ext cx="2693489" cy="225681"/>
                </a:xfrm>
                <a:prstGeom prst="rect">
                  <a:avLst/>
                </a:prstGeom>
                <a:blipFill>
                  <a:blip r:embed="rId5"/>
                  <a:stretch>
                    <a:fillRect b="-256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1" name="文字方塊 220">
                  <a:extLst>
                    <a:ext uri="{FF2B5EF4-FFF2-40B4-BE49-F238E27FC236}">
                      <a16:creationId xmlns:a16="http://schemas.microsoft.com/office/drawing/2014/main" id="{1F2AF2E0-5B21-4D02-9C04-810F49C1DE66}"/>
                    </a:ext>
                  </a:extLst>
                </p:cNvPr>
                <p:cNvSpPr txBox="1"/>
                <p:nvPr/>
              </p:nvSpPr>
              <p:spPr>
                <a:xfrm>
                  <a:off x="2005886" y="7220158"/>
                  <a:ext cx="1327214" cy="2256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952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952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sz="952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952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952" dirty="0"/>
                </a:p>
              </p:txBody>
            </p:sp>
          </mc:Choice>
          <mc:Fallback>
            <p:sp>
              <p:nvSpPr>
                <p:cNvPr id="221" name="文字方塊 220">
                  <a:extLst>
                    <a:ext uri="{FF2B5EF4-FFF2-40B4-BE49-F238E27FC236}">
                      <a16:creationId xmlns:a16="http://schemas.microsoft.com/office/drawing/2014/main" id="{1F2AF2E0-5B21-4D02-9C04-810F49C1DE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5886" y="7220158"/>
                  <a:ext cx="1327214" cy="22568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2" name="文字方塊 221">
                  <a:extLst>
                    <a:ext uri="{FF2B5EF4-FFF2-40B4-BE49-F238E27FC236}">
                      <a16:creationId xmlns:a16="http://schemas.microsoft.com/office/drawing/2014/main" id="{5E07A889-321A-4082-9225-757B6BF06F3F}"/>
                    </a:ext>
                  </a:extLst>
                </p:cNvPr>
                <p:cNvSpPr txBox="1"/>
                <p:nvPr/>
              </p:nvSpPr>
              <p:spPr>
                <a:xfrm>
                  <a:off x="8448588" y="7250749"/>
                  <a:ext cx="1327214" cy="2256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952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952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952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952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952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952" dirty="0"/>
                </a:p>
              </p:txBody>
            </p:sp>
          </mc:Choice>
          <mc:Fallback>
            <p:sp>
              <p:nvSpPr>
                <p:cNvPr id="222" name="文字方塊 221">
                  <a:extLst>
                    <a:ext uri="{FF2B5EF4-FFF2-40B4-BE49-F238E27FC236}">
                      <a16:creationId xmlns:a16="http://schemas.microsoft.com/office/drawing/2014/main" id="{5E07A889-321A-4082-9225-757B6BF06F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8588" y="7250749"/>
                  <a:ext cx="1327214" cy="225681"/>
                </a:xfrm>
                <a:prstGeom prst="rect">
                  <a:avLst/>
                </a:prstGeom>
                <a:blipFill>
                  <a:blip r:embed="rId7"/>
                  <a:stretch>
                    <a:fillRect b="-256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3" name="文字方塊 222">
                  <a:extLst>
                    <a:ext uri="{FF2B5EF4-FFF2-40B4-BE49-F238E27FC236}">
                      <a16:creationId xmlns:a16="http://schemas.microsoft.com/office/drawing/2014/main" id="{8E51661C-F95C-44C0-A8F0-38165630EE4E}"/>
                    </a:ext>
                  </a:extLst>
                </p:cNvPr>
                <p:cNvSpPr txBox="1"/>
                <p:nvPr/>
              </p:nvSpPr>
              <p:spPr>
                <a:xfrm>
                  <a:off x="5276820" y="10231788"/>
                  <a:ext cx="1327214" cy="2256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952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952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sz="952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oMath>
                    </m:oMathPara>
                  </a14:m>
                  <a:endParaRPr lang="zh-TW" altLang="en-US" sz="952" dirty="0"/>
                </a:p>
              </p:txBody>
            </p:sp>
          </mc:Choice>
          <mc:Fallback>
            <p:sp>
              <p:nvSpPr>
                <p:cNvPr id="223" name="文字方塊 222">
                  <a:extLst>
                    <a:ext uri="{FF2B5EF4-FFF2-40B4-BE49-F238E27FC236}">
                      <a16:creationId xmlns:a16="http://schemas.microsoft.com/office/drawing/2014/main" id="{8E51661C-F95C-44C0-A8F0-38165630EE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6820" y="10231788"/>
                  <a:ext cx="1327214" cy="22568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3C62B581-7340-4EAA-A28D-864FE7E3805D}"/>
                </a:ext>
              </a:extLst>
            </p:cNvPr>
            <p:cNvSpPr txBox="1"/>
            <p:nvPr/>
          </p:nvSpPr>
          <p:spPr>
            <a:xfrm>
              <a:off x="3105043" y="3526257"/>
              <a:ext cx="5764953" cy="5180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96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Valley-mixed excitons transition rate</a:t>
              </a:r>
              <a:endParaRPr lang="zh-TW" altLang="en-US" sz="296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1" name="圖片 30">
              <a:extLst>
                <a:ext uri="{FF2B5EF4-FFF2-40B4-BE49-F238E27FC236}">
                  <a16:creationId xmlns:a16="http://schemas.microsoft.com/office/drawing/2014/main" id="{69C44DA7-B572-46F6-B99D-803A00E6BF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68043"/>
            <a:stretch/>
          </p:blipFill>
          <p:spPr>
            <a:xfrm>
              <a:off x="1671034" y="5217046"/>
              <a:ext cx="2549365" cy="495907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4" name="文字方塊 213">
                  <a:extLst>
                    <a:ext uri="{FF2B5EF4-FFF2-40B4-BE49-F238E27FC236}">
                      <a16:creationId xmlns:a16="http://schemas.microsoft.com/office/drawing/2014/main" id="{EFDA59F8-F89D-4806-A636-5828FA46C3A1}"/>
                    </a:ext>
                  </a:extLst>
                </p:cNvPr>
                <p:cNvSpPr txBox="1"/>
                <p:nvPr/>
              </p:nvSpPr>
              <p:spPr>
                <a:xfrm>
                  <a:off x="6993803" y="6083073"/>
                  <a:ext cx="339653" cy="2435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075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075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075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075" dirty="0"/>
                </a:p>
              </p:txBody>
            </p:sp>
          </mc:Choice>
          <mc:Fallback>
            <p:sp>
              <p:nvSpPr>
                <p:cNvPr id="214" name="文字方塊 213">
                  <a:extLst>
                    <a:ext uri="{FF2B5EF4-FFF2-40B4-BE49-F238E27FC236}">
                      <a16:creationId xmlns:a16="http://schemas.microsoft.com/office/drawing/2014/main" id="{EFDA59F8-F89D-4806-A636-5828FA46C3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3803" y="6083073"/>
                  <a:ext cx="339653" cy="243553"/>
                </a:xfrm>
                <a:prstGeom prst="rect">
                  <a:avLst/>
                </a:prstGeom>
                <a:blipFill>
                  <a:blip r:embed="rId10"/>
                  <a:stretch>
                    <a:fillRect b="-238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6" name="圖片 55">
              <a:extLst>
                <a:ext uri="{FF2B5EF4-FFF2-40B4-BE49-F238E27FC236}">
                  <a16:creationId xmlns:a16="http://schemas.microsoft.com/office/drawing/2014/main" id="{2607B97A-9B35-40AB-9A45-30F57A6C87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60450"/>
            <a:stretch/>
          </p:blipFill>
          <p:spPr>
            <a:xfrm>
              <a:off x="7594300" y="5091455"/>
              <a:ext cx="2549365" cy="613739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8ED49B34-25C9-4CF3-A5F6-EF37880D88FA}"/>
                    </a:ext>
                  </a:extLst>
                </p:cNvPr>
                <p:cNvSpPr txBox="1"/>
                <p:nvPr/>
              </p:nvSpPr>
              <p:spPr>
                <a:xfrm>
                  <a:off x="5342865" y="6083073"/>
                  <a:ext cx="339653" cy="2435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075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075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075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075" dirty="0"/>
                </a:p>
              </p:txBody>
            </p:sp>
          </mc:Choice>
          <mc:Fallback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8ED49B34-25C9-4CF3-A5F6-EF37880D88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2865" y="6083073"/>
                  <a:ext cx="339653" cy="243553"/>
                </a:xfrm>
                <a:prstGeom prst="rect">
                  <a:avLst/>
                </a:prstGeom>
                <a:blipFill>
                  <a:blip r:embed="rId11"/>
                  <a:stretch>
                    <a:fillRect b="-238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1" name="群組 110">
              <a:extLst>
                <a:ext uri="{FF2B5EF4-FFF2-40B4-BE49-F238E27FC236}">
                  <a16:creationId xmlns:a16="http://schemas.microsoft.com/office/drawing/2014/main" id="{EB2F6A88-C0D8-4ECF-A15B-462736374E35}"/>
                </a:ext>
              </a:extLst>
            </p:cNvPr>
            <p:cNvGrpSpPr/>
            <p:nvPr/>
          </p:nvGrpSpPr>
          <p:grpSpPr>
            <a:xfrm>
              <a:off x="4457577" y="6694413"/>
              <a:ext cx="2919455" cy="3036650"/>
              <a:chOff x="3909893" y="2121313"/>
              <a:chExt cx="2919455" cy="3036650"/>
            </a:xfrm>
          </p:grpSpPr>
          <p:sp>
            <p:nvSpPr>
              <p:cNvPr id="112" name="Oval 14">
                <a:extLst>
                  <a:ext uri="{FF2B5EF4-FFF2-40B4-BE49-F238E27FC236}">
                    <a16:creationId xmlns:a16="http://schemas.microsoft.com/office/drawing/2014/main" id="{403183D3-0C04-4EC3-8859-0959D3928F67}"/>
                  </a:ext>
                </a:extLst>
              </p:cNvPr>
              <p:cNvSpPr/>
              <p:nvPr/>
            </p:nvSpPr>
            <p:spPr>
              <a:xfrm>
                <a:off x="5222336" y="2135621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0">
                    <a:srgbClr val="D1D1D1"/>
                  </a:gs>
                  <a:gs pos="23000">
                    <a:schemeClr val="bg1">
                      <a:lumMod val="85000"/>
                    </a:schemeClr>
                  </a:gs>
                  <a:gs pos="69000">
                    <a:schemeClr val="accent3">
                      <a:lumMod val="75000"/>
                    </a:schemeClr>
                  </a:gs>
                  <a:gs pos="97000">
                    <a:schemeClr val="accent3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52" dirty="0"/>
              </a:p>
            </p:txBody>
          </p:sp>
          <p:sp>
            <p:nvSpPr>
              <p:cNvPr id="115" name="Oval 4">
                <a:extLst>
                  <a:ext uri="{FF2B5EF4-FFF2-40B4-BE49-F238E27FC236}">
                    <a16:creationId xmlns:a16="http://schemas.microsoft.com/office/drawing/2014/main" id="{BDDFE70D-B809-4130-9DC5-B378D7E100B1}"/>
                  </a:ext>
                </a:extLst>
              </p:cNvPr>
              <p:cNvSpPr/>
              <p:nvPr/>
            </p:nvSpPr>
            <p:spPr>
              <a:xfrm>
                <a:off x="4061937" y="2288513"/>
                <a:ext cx="2623960" cy="27180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3">
                      <a:lumMod val="60000"/>
                      <a:lumOff val="40000"/>
                      <a:alpha val="60000"/>
                    </a:schemeClr>
                  </a:gs>
                  <a:gs pos="55000">
                    <a:schemeClr val="accent3">
                      <a:lumMod val="40000"/>
                      <a:lumOff val="60000"/>
                      <a:alpha val="60000"/>
                    </a:schemeClr>
                  </a:gs>
                  <a:gs pos="0">
                    <a:schemeClr val="bg1">
                      <a:alpha val="60000"/>
                    </a:scheme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57150">
                <a:solidFill>
                  <a:srgbClr val="D5D7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52" dirty="0"/>
              </a:p>
            </p:txBody>
          </p:sp>
          <p:sp>
            <p:nvSpPr>
              <p:cNvPr id="116" name="Oval 15">
                <a:extLst>
                  <a:ext uri="{FF2B5EF4-FFF2-40B4-BE49-F238E27FC236}">
                    <a16:creationId xmlns:a16="http://schemas.microsoft.com/office/drawing/2014/main" id="{B11EEC83-F524-4353-8D9A-5FA8C196517E}"/>
                  </a:ext>
                </a:extLst>
              </p:cNvPr>
              <p:cNvSpPr/>
              <p:nvPr/>
            </p:nvSpPr>
            <p:spPr>
              <a:xfrm>
                <a:off x="5222336" y="4852179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7000">
                    <a:srgbClr val="D1D1D1"/>
                  </a:gs>
                  <a:gs pos="0">
                    <a:schemeClr val="bg1">
                      <a:lumMod val="85000"/>
                    </a:schemeClr>
                  </a:gs>
                  <a:gs pos="60000">
                    <a:schemeClr val="accent3">
                      <a:lumMod val="75000"/>
                    </a:schemeClr>
                  </a:gs>
                  <a:gs pos="97000">
                    <a:schemeClr val="accent3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52" dirty="0"/>
              </a:p>
            </p:txBody>
          </p:sp>
          <p:sp>
            <p:nvSpPr>
              <p:cNvPr id="117" name="SHO">
                <a:extLst>
                  <a:ext uri="{FF2B5EF4-FFF2-40B4-BE49-F238E27FC236}">
                    <a16:creationId xmlns:a16="http://schemas.microsoft.com/office/drawing/2014/main" id="{7EAF9CBA-D296-4232-9943-62C9E9C60999}"/>
                  </a:ext>
                </a:extLst>
              </p:cNvPr>
              <p:cNvSpPr/>
              <p:nvPr/>
            </p:nvSpPr>
            <p:spPr>
              <a:xfrm rot="16200000">
                <a:off x="4804171" y="2336484"/>
                <a:ext cx="1131525" cy="2623960"/>
              </a:xfrm>
              <a:prstGeom prst="arc">
                <a:avLst>
                  <a:gd name="adj1" fmla="val 5396867"/>
                  <a:gd name="adj2" fmla="val 5395779"/>
                </a:avLst>
              </a:prstGeom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7000">
                    <a:schemeClr val="bg1">
                      <a:lumMod val="50000"/>
                    </a:schemeClr>
                  </a:gs>
                  <a:gs pos="97000">
                    <a:srgbClr val="5E5E5E"/>
                  </a:gs>
                </a:gsLst>
                <a:path path="circle">
                  <a:fillToRect l="50000" t="50000" r="50000" b="50000"/>
                </a:path>
                <a:tileRect/>
              </a:gradFill>
              <a:ln w="317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952" dirty="0"/>
              </a:p>
            </p:txBody>
          </p:sp>
          <p:sp>
            <p:nvSpPr>
              <p:cNvPr id="118" name="SVO">
                <a:extLst>
                  <a:ext uri="{FF2B5EF4-FFF2-40B4-BE49-F238E27FC236}">
                    <a16:creationId xmlns:a16="http://schemas.microsoft.com/office/drawing/2014/main" id="{F5C5DC48-C1F3-426A-8E3B-CBDA1DFB0173}"/>
                  </a:ext>
                </a:extLst>
              </p:cNvPr>
              <p:cNvSpPr/>
              <p:nvPr/>
            </p:nvSpPr>
            <p:spPr>
              <a:xfrm>
                <a:off x="4712309" y="2289422"/>
                <a:ext cx="1311980" cy="2718084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52"/>
              </a:p>
            </p:txBody>
          </p:sp>
          <p:sp>
            <p:nvSpPr>
              <p:cNvPr id="119" name="Oval 6">
                <a:extLst>
                  <a:ext uri="{FF2B5EF4-FFF2-40B4-BE49-F238E27FC236}">
                    <a16:creationId xmlns:a16="http://schemas.microsoft.com/office/drawing/2014/main" id="{5CEBCCD9-73D5-4B74-B589-064E733B0769}"/>
                  </a:ext>
                </a:extLst>
              </p:cNvPr>
              <p:cNvSpPr/>
              <p:nvPr/>
            </p:nvSpPr>
            <p:spPr>
              <a:xfrm rot="16200000">
                <a:off x="4804171" y="2336484"/>
                <a:ext cx="1131525" cy="2623960"/>
              </a:xfrm>
              <a:prstGeom prst="ellipse">
                <a:avLst/>
              </a:prstGeom>
              <a:noFill/>
              <a:ln w="38100">
                <a:solidFill>
                  <a:schemeClr val="tx1">
                    <a:alpha val="6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52" dirty="0"/>
              </a:p>
            </p:txBody>
          </p:sp>
          <p:sp>
            <p:nvSpPr>
              <p:cNvPr id="120" name="Partial Circle 9">
                <a:extLst>
                  <a:ext uri="{FF2B5EF4-FFF2-40B4-BE49-F238E27FC236}">
                    <a16:creationId xmlns:a16="http://schemas.microsoft.com/office/drawing/2014/main" id="{F0B72084-2E01-45E4-9C5E-7F1A420FA2EC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H="1">
                <a:off x="5149911" y="3221394"/>
                <a:ext cx="431715" cy="833530"/>
              </a:xfrm>
              <a:prstGeom prst="pie">
                <a:avLst>
                  <a:gd name="adj1" fmla="val 16258856"/>
                  <a:gd name="adj2" fmla="val 19252600"/>
                </a:avLst>
              </a:prstGeom>
              <a:gradFill flip="none" rotWithShape="1">
                <a:gsLst>
                  <a:gs pos="0">
                    <a:srgbClr val="007E00"/>
                  </a:gs>
                  <a:gs pos="36000">
                    <a:srgbClr val="45C845">
                      <a:alpha val="60000"/>
                    </a:srgbClr>
                  </a:gs>
                  <a:gs pos="100000">
                    <a:srgbClr val="B9FFB9">
                      <a:alpha val="60000"/>
                    </a:srgbClr>
                  </a:gs>
                </a:gsLst>
                <a:lin ang="2700000" scaled="1"/>
                <a:tileRect/>
              </a:gradFill>
              <a:ln w="19050">
                <a:solidFill>
                  <a:srgbClr val="319B1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52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1" name="TextBox 10">
                    <a:extLst>
                      <a:ext uri="{FF2B5EF4-FFF2-40B4-BE49-F238E27FC236}">
                        <a16:creationId xmlns:a16="http://schemas.microsoft.com/office/drawing/2014/main" id="{C3529800-10FF-45BD-84BD-B2BD9040B24F}"/>
                      </a:ext>
                    </a:extLst>
                  </p:cNvPr>
                  <p:cNvSpPr txBox="1"/>
                  <p:nvPr/>
                </p:nvSpPr>
                <p:spPr>
                  <a:xfrm>
                    <a:off x="4690465" y="3556135"/>
                    <a:ext cx="321503" cy="5180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963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963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21" name="TextBox 10">
                    <a:extLst>
                      <a:ext uri="{FF2B5EF4-FFF2-40B4-BE49-F238E27FC236}">
                        <a16:creationId xmlns:a16="http://schemas.microsoft.com/office/drawing/2014/main" id="{C3529800-10FF-45BD-84BD-B2BD9040B2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90465" y="3556135"/>
                    <a:ext cx="321503" cy="518066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2" name="TextBox 11">
                    <a:extLst>
                      <a:ext uri="{FF2B5EF4-FFF2-40B4-BE49-F238E27FC236}">
                        <a16:creationId xmlns:a16="http://schemas.microsoft.com/office/drawing/2014/main" id="{817019A3-0167-475E-AD83-85B4A0DA08A5}"/>
                      </a:ext>
                    </a:extLst>
                  </p:cNvPr>
                  <p:cNvSpPr txBox="1"/>
                  <p:nvPr/>
                </p:nvSpPr>
                <p:spPr>
                  <a:xfrm>
                    <a:off x="4440285" y="3358991"/>
                    <a:ext cx="321505" cy="5180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963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sz="2963" dirty="0"/>
                  </a:p>
                </p:txBody>
              </p:sp>
            </mc:Choice>
            <mc:Fallback>
              <p:sp>
                <p:nvSpPr>
                  <p:cNvPr id="122" name="TextBox 11">
                    <a:extLst>
                      <a:ext uri="{FF2B5EF4-FFF2-40B4-BE49-F238E27FC236}">
                        <a16:creationId xmlns:a16="http://schemas.microsoft.com/office/drawing/2014/main" id="{817019A3-0167-475E-AD83-85B4A0DA08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40285" y="3358991"/>
                    <a:ext cx="321505" cy="518066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3" name="Oval 22">
                <a:extLst>
                  <a:ext uri="{FF2B5EF4-FFF2-40B4-BE49-F238E27FC236}">
                    <a16:creationId xmlns:a16="http://schemas.microsoft.com/office/drawing/2014/main" id="{F46B01FD-1216-4605-ADAB-E5CFCCA3DE23}"/>
                  </a:ext>
                </a:extLst>
              </p:cNvPr>
              <p:cNvSpPr/>
              <p:nvPr/>
            </p:nvSpPr>
            <p:spPr>
              <a:xfrm>
                <a:off x="5220616" y="4852179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52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4" name="TextBox 12">
                    <a:extLst>
                      <a:ext uri="{FF2B5EF4-FFF2-40B4-BE49-F238E27FC236}">
                        <a16:creationId xmlns:a16="http://schemas.microsoft.com/office/drawing/2014/main" id="{582923B3-A8AC-4DF7-A9A1-54E0270F3C19}"/>
                      </a:ext>
                    </a:extLst>
                  </p:cNvPr>
                  <p:cNvSpPr txBox="1"/>
                  <p:nvPr/>
                </p:nvSpPr>
                <p:spPr>
                  <a:xfrm>
                    <a:off x="5682304" y="3497724"/>
                    <a:ext cx="321505" cy="5180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963" i="1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sz="2963" dirty="0"/>
                  </a:p>
                </p:txBody>
              </p:sp>
            </mc:Choice>
            <mc:Fallback>
              <p:sp>
                <p:nvSpPr>
                  <p:cNvPr id="124" name="TextBox 12">
                    <a:extLst>
                      <a:ext uri="{FF2B5EF4-FFF2-40B4-BE49-F238E27FC236}">
                        <a16:creationId xmlns:a16="http://schemas.microsoft.com/office/drawing/2014/main" id="{582923B3-A8AC-4DF7-A9A1-54E0270F3C1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2304" y="3497724"/>
                    <a:ext cx="321505" cy="518066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5" name="TextBox 13">
                    <a:extLst>
                      <a:ext uri="{FF2B5EF4-FFF2-40B4-BE49-F238E27FC236}">
                        <a16:creationId xmlns:a16="http://schemas.microsoft.com/office/drawing/2014/main" id="{74AA8326-5A4A-4583-BFF1-15A4EE248DDB}"/>
                      </a:ext>
                    </a:extLst>
                  </p:cNvPr>
                  <p:cNvSpPr txBox="1"/>
                  <p:nvPr/>
                </p:nvSpPr>
                <p:spPr>
                  <a:xfrm>
                    <a:off x="5200615" y="2429547"/>
                    <a:ext cx="321505" cy="5180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963" i="1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sz="2963" dirty="0"/>
                  </a:p>
                </p:txBody>
              </p:sp>
            </mc:Choice>
            <mc:Fallback>
              <p:sp>
                <p:nvSpPr>
                  <p:cNvPr id="125" name="TextBox 13">
                    <a:extLst>
                      <a:ext uri="{FF2B5EF4-FFF2-40B4-BE49-F238E27FC236}">
                        <a16:creationId xmlns:a16="http://schemas.microsoft.com/office/drawing/2014/main" id="{74AA8326-5A4A-4583-BFF1-15A4EE248DD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00615" y="2429547"/>
                    <a:ext cx="321505" cy="518066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6" name="DVO">
                <a:extLst>
                  <a:ext uri="{FF2B5EF4-FFF2-40B4-BE49-F238E27FC236}">
                    <a16:creationId xmlns:a16="http://schemas.microsoft.com/office/drawing/2014/main" id="{C2CE228C-E8AF-4D84-80C7-C5049E67B765}"/>
                  </a:ext>
                </a:extLst>
              </p:cNvPr>
              <p:cNvSpPr/>
              <p:nvPr/>
            </p:nvSpPr>
            <p:spPr>
              <a:xfrm flipH="1">
                <a:off x="4712309" y="2289422"/>
                <a:ext cx="1311980" cy="2718084"/>
              </a:xfrm>
              <a:prstGeom prst="arc">
                <a:avLst>
                  <a:gd name="adj1" fmla="val 5396867"/>
                  <a:gd name="adj2" fmla="val 16170484"/>
                </a:avLst>
              </a:prstGeom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952" dirty="0"/>
              </a:p>
            </p:txBody>
          </p:sp>
          <p:cxnSp>
            <p:nvCxnSpPr>
              <p:cNvPr id="127" name="Straight Arrow Connector 17">
                <a:extLst>
                  <a:ext uri="{FF2B5EF4-FFF2-40B4-BE49-F238E27FC236}">
                    <a16:creationId xmlns:a16="http://schemas.microsoft.com/office/drawing/2014/main" id="{3930FD0D-53C1-4290-97F3-4ACD648BAA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63476" y="3639669"/>
                <a:ext cx="402652" cy="520683"/>
              </a:xfrm>
              <a:prstGeom prst="straightConnector1">
                <a:avLst/>
              </a:prstGeom>
              <a:ln w="53975">
                <a:solidFill>
                  <a:srgbClr val="238109"/>
                </a:solidFill>
                <a:tailEnd type="stealth" w="lg" len="lg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28" name="Oval 23">
                <a:extLst>
                  <a:ext uri="{FF2B5EF4-FFF2-40B4-BE49-F238E27FC236}">
                    <a16:creationId xmlns:a16="http://schemas.microsoft.com/office/drawing/2014/main" id="{02B4B18D-2FDB-4DEF-9600-2E1806264A58}"/>
                  </a:ext>
                </a:extLst>
              </p:cNvPr>
              <p:cNvSpPr/>
              <p:nvPr/>
            </p:nvSpPr>
            <p:spPr>
              <a:xfrm>
                <a:off x="6534153" y="3495572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52" dirty="0"/>
              </a:p>
            </p:txBody>
          </p:sp>
          <p:sp>
            <p:nvSpPr>
              <p:cNvPr id="129" name="Partial Circle 9">
                <a:extLst>
                  <a:ext uri="{FF2B5EF4-FFF2-40B4-BE49-F238E27FC236}">
                    <a16:creationId xmlns:a16="http://schemas.microsoft.com/office/drawing/2014/main" id="{1230E5CC-E479-44AD-9D97-5BD056875D8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04126" y="3328761"/>
                <a:ext cx="301557" cy="609055"/>
              </a:xfrm>
              <a:prstGeom prst="pie">
                <a:avLst>
                  <a:gd name="adj1" fmla="val 16258856"/>
                  <a:gd name="adj2" fmla="val 19252600"/>
                </a:avLst>
              </a:prstGeom>
              <a:gradFill flip="none" rotWithShape="1">
                <a:gsLst>
                  <a:gs pos="0">
                    <a:schemeClr val="accent5">
                      <a:lumMod val="60000"/>
                      <a:lumOff val="40000"/>
                      <a:shade val="30000"/>
                      <a:satMod val="115000"/>
                    </a:schemeClr>
                  </a:gs>
                  <a:gs pos="50000">
                    <a:schemeClr val="accent5">
                      <a:lumMod val="60000"/>
                      <a:lumOff val="40000"/>
                      <a:shade val="67500"/>
                      <a:satMod val="115000"/>
                    </a:schemeClr>
                  </a:gs>
                  <a:gs pos="100000">
                    <a:schemeClr val="accent5">
                      <a:lumMod val="60000"/>
                      <a:lumOff val="40000"/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ln w="1905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52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30" name="Straight Arrow Connector 7">
                <a:extLst>
                  <a:ext uri="{FF2B5EF4-FFF2-40B4-BE49-F238E27FC236}">
                    <a16:creationId xmlns:a16="http://schemas.microsoft.com/office/drawing/2014/main" id="{4019F769-C85E-4FE6-93B6-EED2B259A3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2789" y="2834235"/>
                <a:ext cx="3083" cy="810248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1" name="TextBox 10">
                    <a:extLst>
                      <a:ext uri="{FF2B5EF4-FFF2-40B4-BE49-F238E27FC236}">
                        <a16:creationId xmlns:a16="http://schemas.microsoft.com/office/drawing/2014/main" id="{CBAA7BD2-A791-4CB2-B11A-65D9613DD3DD}"/>
                      </a:ext>
                    </a:extLst>
                  </p:cNvPr>
                  <p:cNvSpPr txBox="1"/>
                  <p:nvPr/>
                </p:nvSpPr>
                <p:spPr>
                  <a:xfrm>
                    <a:off x="5379379" y="3022370"/>
                    <a:ext cx="321503" cy="5180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963" i="1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sz="2963" dirty="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31" name="TextBox 10">
                    <a:extLst>
                      <a:ext uri="{FF2B5EF4-FFF2-40B4-BE49-F238E27FC236}">
                        <a16:creationId xmlns:a16="http://schemas.microsoft.com/office/drawing/2014/main" id="{CBAA7BD2-A791-4CB2-B11A-65D9613DD3D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79379" y="3022370"/>
                    <a:ext cx="321503" cy="518066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2" name="Straight Arrow Connector 19">
                <a:extLst>
                  <a:ext uri="{FF2B5EF4-FFF2-40B4-BE49-F238E27FC236}">
                    <a16:creationId xmlns:a16="http://schemas.microsoft.com/office/drawing/2014/main" id="{5C9630EF-0750-494B-AF08-F89751114E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68214" y="3640512"/>
                <a:ext cx="355802" cy="284861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Arrow Connector 18">
                <a:extLst>
                  <a:ext uri="{FF2B5EF4-FFF2-40B4-BE49-F238E27FC236}">
                    <a16:creationId xmlns:a16="http://schemas.microsoft.com/office/drawing/2014/main" id="{6009E632-AD79-459E-AA7D-0BAAD7EB78C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 flipV="1">
                <a:off x="5056896" y="3328917"/>
                <a:ext cx="0" cy="623190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7">
                <a:extLst>
                  <a:ext uri="{FF2B5EF4-FFF2-40B4-BE49-F238E27FC236}">
                    <a16:creationId xmlns:a16="http://schemas.microsoft.com/office/drawing/2014/main" id="{BC9609C1-4DDF-4927-A176-959EC414665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51433" y="2829722"/>
                <a:ext cx="1039268" cy="817070"/>
              </a:xfrm>
              <a:prstGeom prst="straightConnector1">
                <a:avLst/>
              </a:prstGeom>
              <a:ln w="53975">
                <a:solidFill>
                  <a:schemeClr val="accent5">
                    <a:lumMod val="75000"/>
                  </a:schemeClr>
                </a:solidFill>
                <a:tailEnd type="stealth" w="lg" len="lg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35" name="Oval 20">
                <a:extLst>
                  <a:ext uri="{FF2B5EF4-FFF2-40B4-BE49-F238E27FC236}">
                    <a16:creationId xmlns:a16="http://schemas.microsoft.com/office/drawing/2014/main" id="{2DDD71B5-7DC2-46E0-A668-C0E63DD9F714}"/>
                  </a:ext>
                </a:extLst>
              </p:cNvPr>
              <p:cNvSpPr/>
              <p:nvPr/>
            </p:nvSpPr>
            <p:spPr>
              <a:xfrm>
                <a:off x="3909893" y="3495572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52"/>
              </a:p>
            </p:txBody>
          </p:sp>
          <p:sp>
            <p:nvSpPr>
              <p:cNvPr id="136" name="Oval 22">
                <a:extLst>
                  <a:ext uri="{FF2B5EF4-FFF2-40B4-BE49-F238E27FC236}">
                    <a16:creationId xmlns:a16="http://schemas.microsoft.com/office/drawing/2014/main" id="{532235C3-36EB-4077-9B73-FFAA6889E447}"/>
                  </a:ext>
                </a:extLst>
              </p:cNvPr>
              <p:cNvSpPr/>
              <p:nvPr/>
            </p:nvSpPr>
            <p:spPr>
              <a:xfrm>
                <a:off x="5222764" y="2121313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52" dirty="0"/>
              </a:p>
            </p:txBody>
          </p:sp>
        </p:grpSp>
        <p:grpSp>
          <p:nvGrpSpPr>
            <p:cNvPr id="149" name="群組 148">
              <a:extLst>
                <a:ext uri="{FF2B5EF4-FFF2-40B4-BE49-F238E27FC236}">
                  <a16:creationId xmlns:a16="http://schemas.microsoft.com/office/drawing/2014/main" id="{A5A6FDB4-65B7-40F6-9EF8-98DB7E458984}"/>
                </a:ext>
              </a:extLst>
            </p:cNvPr>
            <p:cNvGrpSpPr/>
            <p:nvPr/>
          </p:nvGrpSpPr>
          <p:grpSpPr>
            <a:xfrm>
              <a:off x="4973729" y="5067527"/>
              <a:ext cx="609103" cy="498739"/>
              <a:chOff x="6583394" y="1501875"/>
              <a:chExt cx="1650681" cy="1351594"/>
            </a:xfrm>
          </p:grpSpPr>
          <p:grpSp>
            <p:nvGrpSpPr>
              <p:cNvPr id="150" name="群組 149">
                <a:extLst>
                  <a:ext uri="{FF2B5EF4-FFF2-40B4-BE49-F238E27FC236}">
                    <a16:creationId xmlns:a16="http://schemas.microsoft.com/office/drawing/2014/main" id="{06713BF3-E162-4E60-8424-0D3645092CB6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153" name="箭號: 向右 152">
                  <a:extLst>
                    <a:ext uri="{FF2B5EF4-FFF2-40B4-BE49-F238E27FC236}">
                      <a16:creationId xmlns:a16="http://schemas.microsoft.com/office/drawing/2014/main" id="{317E9151-13EC-4B0C-AEEB-E1DB0A9EAE0E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209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4" name="箭號: 向右 153">
                  <a:extLst>
                    <a:ext uri="{FF2B5EF4-FFF2-40B4-BE49-F238E27FC236}">
                      <a16:creationId xmlns:a16="http://schemas.microsoft.com/office/drawing/2014/main" id="{6212BE4F-53A2-4F05-B95F-DD7B6D1E6885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209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1" name="文字方塊 150">
                    <a:extLst>
                      <a:ext uri="{FF2B5EF4-FFF2-40B4-BE49-F238E27FC236}">
                        <a16:creationId xmlns:a16="http://schemas.microsoft.com/office/drawing/2014/main" id="{52EFECC6-B5F3-4074-BE7A-663B5FA29EA9}"/>
                      </a:ext>
                    </a:extLst>
                  </p:cNvPr>
                  <p:cNvSpPr txBox="1"/>
                  <p:nvPr/>
                </p:nvSpPr>
                <p:spPr>
                  <a:xfrm>
                    <a:off x="6583394" y="1501875"/>
                    <a:ext cx="416137" cy="64033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952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51" name="文字方塊 150">
                    <a:extLst>
                      <a:ext uri="{FF2B5EF4-FFF2-40B4-BE49-F238E27FC236}">
                        <a16:creationId xmlns:a16="http://schemas.microsoft.com/office/drawing/2014/main" id="{52EFECC6-B5F3-4074-BE7A-663B5FA29EA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3394" y="1501875"/>
                    <a:ext cx="416137" cy="640330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r="-5555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2" name="文字方塊 151">
                    <a:extLst>
                      <a:ext uri="{FF2B5EF4-FFF2-40B4-BE49-F238E27FC236}">
                        <a16:creationId xmlns:a16="http://schemas.microsoft.com/office/drawing/2014/main" id="{DB77260B-1A64-4877-885C-4F2CAB33643C}"/>
                      </a:ext>
                    </a:extLst>
                  </p:cNvPr>
                  <p:cNvSpPr txBox="1"/>
                  <p:nvPr/>
                </p:nvSpPr>
                <p:spPr>
                  <a:xfrm>
                    <a:off x="7165989" y="2241869"/>
                    <a:ext cx="1068086" cy="61160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952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52" name="文字方塊 151">
                    <a:extLst>
                      <a:ext uri="{FF2B5EF4-FFF2-40B4-BE49-F238E27FC236}">
                        <a16:creationId xmlns:a16="http://schemas.microsoft.com/office/drawing/2014/main" id="{DB77260B-1A64-4877-885C-4F2CAB3364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65989" y="2241869"/>
                    <a:ext cx="1068086" cy="611600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256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55" name="群組 154">
              <a:extLst>
                <a:ext uri="{FF2B5EF4-FFF2-40B4-BE49-F238E27FC236}">
                  <a16:creationId xmlns:a16="http://schemas.microsoft.com/office/drawing/2014/main" id="{21042132-323A-4817-BC64-1AFBEEB925EA}"/>
                </a:ext>
              </a:extLst>
            </p:cNvPr>
            <p:cNvGrpSpPr/>
            <p:nvPr/>
          </p:nvGrpSpPr>
          <p:grpSpPr>
            <a:xfrm>
              <a:off x="6621554" y="5067527"/>
              <a:ext cx="609103" cy="498739"/>
              <a:chOff x="6583394" y="1501875"/>
              <a:chExt cx="1650681" cy="1351594"/>
            </a:xfrm>
          </p:grpSpPr>
          <p:grpSp>
            <p:nvGrpSpPr>
              <p:cNvPr id="156" name="群組 155">
                <a:extLst>
                  <a:ext uri="{FF2B5EF4-FFF2-40B4-BE49-F238E27FC236}">
                    <a16:creationId xmlns:a16="http://schemas.microsoft.com/office/drawing/2014/main" id="{7CAB89FA-3071-4B8E-9F46-80CD06A9FC4D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159" name="箭號: 向右 158">
                  <a:extLst>
                    <a:ext uri="{FF2B5EF4-FFF2-40B4-BE49-F238E27FC236}">
                      <a16:creationId xmlns:a16="http://schemas.microsoft.com/office/drawing/2014/main" id="{4776C7A5-1ECA-4AFE-8691-E4A2236F095A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209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0" name="箭號: 向右 159">
                  <a:extLst>
                    <a:ext uri="{FF2B5EF4-FFF2-40B4-BE49-F238E27FC236}">
                      <a16:creationId xmlns:a16="http://schemas.microsoft.com/office/drawing/2014/main" id="{4E7DD0E1-4950-48C5-A4F7-9E331B8C8950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209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7" name="文字方塊 156">
                    <a:extLst>
                      <a:ext uri="{FF2B5EF4-FFF2-40B4-BE49-F238E27FC236}">
                        <a16:creationId xmlns:a16="http://schemas.microsoft.com/office/drawing/2014/main" id="{53EDBF9F-D0D2-40B9-8120-64E2ACF6F414}"/>
                      </a:ext>
                    </a:extLst>
                  </p:cNvPr>
                  <p:cNvSpPr txBox="1"/>
                  <p:nvPr/>
                </p:nvSpPr>
                <p:spPr>
                  <a:xfrm>
                    <a:off x="6583394" y="1501875"/>
                    <a:ext cx="416137" cy="64033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952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57" name="文字方塊 156">
                    <a:extLst>
                      <a:ext uri="{FF2B5EF4-FFF2-40B4-BE49-F238E27FC236}">
                        <a16:creationId xmlns:a16="http://schemas.microsoft.com/office/drawing/2014/main" id="{53EDBF9F-D0D2-40B9-8120-64E2ACF6F41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3394" y="1501875"/>
                    <a:ext cx="416137" cy="640330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r="-57692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8" name="文字方塊 157">
                    <a:extLst>
                      <a:ext uri="{FF2B5EF4-FFF2-40B4-BE49-F238E27FC236}">
                        <a16:creationId xmlns:a16="http://schemas.microsoft.com/office/drawing/2014/main" id="{A81D3077-0BEC-4DF9-9875-08468F293F08}"/>
                      </a:ext>
                    </a:extLst>
                  </p:cNvPr>
                  <p:cNvSpPr txBox="1"/>
                  <p:nvPr/>
                </p:nvSpPr>
                <p:spPr>
                  <a:xfrm>
                    <a:off x="7165989" y="2241869"/>
                    <a:ext cx="1068086" cy="61160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952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58" name="文字方塊 157">
                    <a:extLst>
                      <a:ext uri="{FF2B5EF4-FFF2-40B4-BE49-F238E27FC236}">
                        <a16:creationId xmlns:a16="http://schemas.microsoft.com/office/drawing/2014/main" id="{A81D3077-0BEC-4DF9-9875-08468F293F0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65989" y="2241869"/>
                    <a:ext cx="1068086" cy="611600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256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93D388DE-5F5D-44FE-B05C-74E7C2A07C8F}"/>
              </a:ext>
            </a:extLst>
          </p:cNvPr>
          <p:cNvGrpSpPr/>
          <p:nvPr/>
        </p:nvGrpSpPr>
        <p:grpSpPr>
          <a:xfrm>
            <a:off x="8167909" y="97415"/>
            <a:ext cx="9617885" cy="6350862"/>
            <a:chOff x="4037782" y="3448050"/>
            <a:chExt cx="9087668" cy="6000750"/>
          </a:xfrm>
        </p:grpSpPr>
        <p:sp>
          <p:nvSpPr>
            <p:cNvPr id="161" name="矩形: 圓角 160">
              <a:extLst>
                <a:ext uri="{FF2B5EF4-FFF2-40B4-BE49-F238E27FC236}">
                  <a16:creationId xmlns:a16="http://schemas.microsoft.com/office/drawing/2014/main" id="{D952B563-356F-4444-9738-863E95A764C0}"/>
                </a:ext>
              </a:extLst>
            </p:cNvPr>
            <p:cNvSpPr/>
            <p:nvPr/>
          </p:nvSpPr>
          <p:spPr>
            <a:xfrm>
              <a:off x="4248151" y="3448050"/>
              <a:ext cx="8877299" cy="6000750"/>
            </a:xfrm>
            <a:prstGeom prst="roundRect">
              <a:avLst>
                <a:gd name="adj" fmla="val 7772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61454" tIns="30727" rIns="61454" bIns="307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209" dirty="0"/>
            </a:p>
          </p:txBody>
        </p:sp>
        <p:grpSp>
          <p:nvGrpSpPr>
            <p:cNvPr id="162" name="群組 161">
              <a:extLst>
                <a:ext uri="{FF2B5EF4-FFF2-40B4-BE49-F238E27FC236}">
                  <a16:creationId xmlns:a16="http://schemas.microsoft.com/office/drawing/2014/main" id="{664CB05B-9315-48E0-9E6E-422D5C294709}"/>
                </a:ext>
              </a:extLst>
            </p:cNvPr>
            <p:cNvGrpSpPr/>
            <p:nvPr/>
          </p:nvGrpSpPr>
          <p:grpSpPr>
            <a:xfrm>
              <a:off x="10782519" y="7032501"/>
              <a:ext cx="2090057" cy="2090057"/>
              <a:chOff x="8631015" y="5186974"/>
              <a:chExt cx="2090057" cy="2090057"/>
            </a:xfrm>
          </p:grpSpPr>
          <p:sp>
            <p:nvSpPr>
              <p:cNvPr id="163" name="矩形: 圓角 162">
                <a:extLst>
                  <a:ext uri="{FF2B5EF4-FFF2-40B4-BE49-F238E27FC236}">
                    <a16:creationId xmlns:a16="http://schemas.microsoft.com/office/drawing/2014/main" id="{B6E45FE1-A244-4CB6-B05B-39B9C0E47DFB}"/>
                  </a:ext>
                </a:extLst>
              </p:cNvPr>
              <p:cNvSpPr/>
              <p:nvPr/>
            </p:nvSpPr>
            <p:spPr>
              <a:xfrm>
                <a:off x="8631015" y="5186974"/>
                <a:ext cx="2090057" cy="2090057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 dirty="0"/>
              </a:p>
            </p:txBody>
          </p:sp>
          <p:sp>
            <p:nvSpPr>
              <p:cNvPr id="164" name="箭號: 左-右雙向 163">
                <a:extLst>
                  <a:ext uri="{FF2B5EF4-FFF2-40B4-BE49-F238E27FC236}">
                    <a16:creationId xmlns:a16="http://schemas.microsoft.com/office/drawing/2014/main" id="{EF89544A-3BF5-4399-B329-8C61C8691EC3}"/>
                  </a:ext>
                </a:extLst>
              </p:cNvPr>
              <p:cNvSpPr/>
              <p:nvPr/>
            </p:nvSpPr>
            <p:spPr>
              <a:xfrm rot="5400000">
                <a:off x="8825319" y="607722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 dirty="0"/>
              </a:p>
            </p:txBody>
          </p:sp>
          <p:sp>
            <p:nvSpPr>
              <p:cNvPr id="165" name="箭號: 左-右雙向 164">
                <a:extLst>
                  <a:ext uri="{FF2B5EF4-FFF2-40B4-BE49-F238E27FC236}">
                    <a16:creationId xmlns:a16="http://schemas.microsoft.com/office/drawing/2014/main" id="{01855D24-DE82-48EE-8FB4-C2084C0301A6}"/>
                  </a:ext>
                </a:extLst>
              </p:cNvPr>
              <p:cNvSpPr/>
              <p:nvPr/>
            </p:nvSpPr>
            <p:spPr>
              <a:xfrm rot="5400000">
                <a:off x="10130264" y="607722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166" name="箭號: 左-右雙向 165">
                <a:extLst>
                  <a:ext uri="{FF2B5EF4-FFF2-40B4-BE49-F238E27FC236}">
                    <a16:creationId xmlns:a16="http://schemas.microsoft.com/office/drawing/2014/main" id="{E7549198-6056-4E5A-AD0E-B41552BEAC62}"/>
                  </a:ext>
                </a:extLst>
              </p:cNvPr>
              <p:cNvSpPr/>
              <p:nvPr/>
            </p:nvSpPr>
            <p:spPr>
              <a:xfrm rot="18900000">
                <a:off x="9018245" y="5615062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 dirty="0"/>
              </a:p>
            </p:txBody>
          </p:sp>
          <p:sp>
            <p:nvSpPr>
              <p:cNvPr id="167" name="箭號: 左-右雙向 166">
                <a:extLst>
                  <a:ext uri="{FF2B5EF4-FFF2-40B4-BE49-F238E27FC236}">
                    <a16:creationId xmlns:a16="http://schemas.microsoft.com/office/drawing/2014/main" id="{5621F7D4-8F30-4424-A10E-9D9FEFD4A369}"/>
                  </a:ext>
                </a:extLst>
              </p:cNvPr>
              <p:cNvSpPr/>
              <p:nvPr/>
            </p:nvSpPr>
            <p:spPr>
              <a:xfrm rot="18900000">
                <a:off x="9922348" y="6556570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168" name="箭號: 左-右雙向 167">
                <a:extLst>
                  <a:ext uri="{FF2B5EF4-FFF2-40B4-BE49-F238E27FC236}">
                    <a16:creationId xmlns:a16="http://schemas.microsoft.com/office/drawing/2014/main" id="{3BACE021-444D-48AC-BA0E-FD22BD12AB33}"/>
                  </a:ext>
                </a:extLst>
              </p:cNvPr>
              <p:cNvSpPr/>
              <p:nvPr/>
            </p:nvSpPr>
            <p:spPr>
              <a:xfrm rot="2700000">
                <a:off x="9018246" y="6556571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 dirty="0"/>
              </a:p>
            </p:txBody>
          </p:sp>
          <p:sp>
            <p:nvSpPr>
              <p:cNvPr id="169" name="箭號: 左-右雙向 168">
                <a:extLst>
                  <a:ext uri="{FF2B5EF4-FFF2-40B4-BE49-F238E27FC236}">
                    <a16:creationId xmlns:a16="http://schemas.microsoft.com/office/drawing/2014/main" id="{9882B6EE-2FC9-419C-B5EB-FBA30DE83A4A}"/>
                  </a:ext>
                </a:extLst>
              </p:cNvPr>
              <p:cNvSpPr/>
              <p:nvPr/>
            </p:nvSpPr>
            <p:spPr>
              <a:xfrm rot="2700000">
                <a:off x="9922347" y="5615061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170" name="箭號: 左-右雙向 169">
                <a:extLst>
                  <a:ext uri="{FF2B5EF4-FFF2-40B4-BE49-F238E27FC236}">
                    <a16:creationId xmlns:a16="http://schemas.microsoft.com/office/drawing/2014/main" id="{24662F66-46A1-44A8-B33C-581ADA52EA8C}"/>
                  </a:ext>
                </a:extLst>
              </p:cNvPr>
              <p:cNvSpPr/>
              <p:nvPr/>
            </p:nvSpPr>
            <p:spPr>
              <a:xfrm>
                <a:off x="9460044" y="6744367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171" name="箭號: 左-右雙向 170">
                <a:extLst>
                  <a:ext uri="{FF2B5EF4-FFF2-40B4-BE49-F238E27FC236}">
                    <a16:creationId xmlns:a16="http://schemas.microsoft.com/office/drawing/2014/main" id="{A0085AD3-FC35-42D1-9667-B420C1256463}"/>
                  </a:ext>
                </a:extLst>
              </p:cNvPr>
              <p:cNvSpPr/>
              <p:nvPr/>
            </p:nvSpPr>
            <p:spPr>
              <a:xfrm>
                <a:off x="9460044" y="541468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</p:grpSp>
        <p:grpSp>
          <p:nvGrpSpPr>
            <p:cNvPr id="172" name="群組 171">
              <a:extLst>
                <a:ext uri="{FF2B5EF4-FFF2-40B4-BE49-F238E27FC236}">
                  <a16:creationId xmlns:a16="http://schemas.microsoft.com/office/drawing/2014/main" id="{4500D268-9CE7-452E-B5EF-2B6D0263F2C8}"/>
                </a:ext>
              </a:extLst>
            </p:cNvPr>
            <p:cNvGrpSpPr/>
            <p:nvPr/>
          </p:nvGrpSpPr>
          <p:grpSpPr>
            <a:xfrm>
              <a:off x="8288022" y="7032501"/>
              <a:ext cx="2090057" cy="2090057"/>
              <a:chOff x="-756975" y="5254023"/>
              <a:chExt cx="2090057" cy="2090057"/>
            </a:xfrm>
          </p:grpSpPr>
          <p:sp>
            <p:nvSpPr>
              <p:cNvPr id="173" name="矩形: 圓角 172">
                <a:extLst>
                  <a:ext uri="{FF2B5EF4-FFF2-40B4-BE49-F238E27FC236}">
                    <a16:creationId xmlns:a16="http://schemas.microsoft.com/office/drawing/2014/main" id="{AA240790-D934-47E0-82A5-22C124AA18C3}"/>
                  </a:ext>
                </a:extLst>
              </p:cNvPr>
              <p:cNvSpPr/>
              <p:nvPr/>
            </p:nvSpPr>
            <p:spPr>
              <a:xfrm>
                <a:off x="-756975" y="5254023"/>
                <a:ext cx="2090057" cy="2090057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 dirty="0"/>
              </a:p>
            </p:txBody>
          </p:sp>
          <p:sp>
            <p:nvSpPr>
              <p:cNvPr id="174" name="箭號: 左-右雙向 173">
                <a:extLst>
                  <a:ext uri="{FF2B5EF4-FFF2-40B4-BE49-F238E27FC236}">
                    <a16:creationId xmlns:a16="http://schemas.microsoft.com/office/drawing/2014/main" id="{D7B5C53B-9805-4D6C-9A55-2CD87FA5C568}"/>
                  </a:ext>
                </a:extLst>
              </p:cNvPr>
              <p:cNvSpPr/>
              <p:nvPr/>
            </p:nvSpPr>
            <p:spPr>
              <a:xfrm rot="10800000">
                <a:off x="-564882" y="619017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 dirty="0"/>
              </a:p>
            </p:txBody>
          </p:sp>
          <p:sp>
            <p:nvSpPr>
              <p:cNvPr id="175" name="箭號: 左-右雙向 174">
                <a:extLst>
                  <a:ext uri="{FF2B5EF4-FFF2-40B4-BE49-F238E27FC236}">
                    <a16:creationId xmlns:a16="http://schemas.microsoft.com/office/drawing/2014/main" id="{FBAA8F5A-42C4-4742-AB24-B1A2A9904EDD}"/>
                  </a:ext>
                </a:extLst>
              </p:cNvPr>
              <p:cNvSpPr/>
              <p:nvPr/>
            </p:nvSpPr>
            <p:spPr>
              <a:xfrm rot="10800000">
                <a:off x="740063" y="619017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176" name="箭號: 左-右雙向 175">
                <a:extLst>
                  <a:ext uri="{FF2B5EF4-FFF2-40B4-BE49-F238E27FC236}">
                    <a16:creationId xmlns:a16="http://schemas.microsoft.com/office/drawing/2014/main" id="{B25A5CC4-4038-474B-A4C9-A03370509947}"/>
                  </a:ext>
                </a:extLst>
              </p:cNvPr>
              <p:cNvSpPr/>
              <p:nvPr/>
            </p:nvSpPr>
            <p:spPr>
              <a:xfrm rot="2700000">
                <a:off x="-371956" y="5728012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177" name="箭號: 左-右雙向 176">
                <a:extLst>
                  <a:ext uri="{FF2B5EF4-FFF2-40B4-BE49-F238E27FC236}">
                    <a16:creationId xmlns:a16="http://schemas.microsoft.com/office/drawing/2014/main" id="{E11A1EA9-A6AA-4A30-8D62-7E98D64B961C}"/>
                  </a:ext>
                </a:extLst>
              </p:cNvPr>
              <p:cNvSpPr/>
              <p:nvPr/>
            </p:nvSpPr>
            <p:spPr>
              <a:xfrm rot="2700000">
                <a:off x="532147" y="6669520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178" name="箭號: 左-右雙向 177">
                <a:extLst>
                  <a:ext uri="{FF2B5EF4-FFF2-40B4-BE49-F238E27FC236}">
                    <a16:creationId xmlns:a16="http://schemas.microsoft.com/office/drawing/2014/main" id="{CBBA912D-F6D6-4911-A128-B1D5EA330F47}"/>
                  </a:ext>
                </a:extLst>
              </p:cNvPr>
              <p:cNvSpPr/>
              <p:nvPr/>
            </p:nvSpPr>
            <p:spPr>
              <a:xfrm rot="18900000">
                <a:off x="-371955" y="6669521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 dirty="0"/>
              </a:p>
            </p:txBody>
          </p:sp>
          <p:sp>
            <p:nvSpPr>
              <p:cNvPr id="179" name="箭號: 左-右雙向 178">
                <a:extLst>
                  <a:ext uri="{FF2B5EF4-FFF2-40B4-BE49-F238E27FC236}">
                    <a16:creationId xmlns:a16="http://schemas.microsoft.com/office/drawing/2014/main" id="{8633220A-675F-4E71-8E32-281871B04EA5}"/>
                  </a:ext>
                </a:extLst>
              </p:cNvPr>
              <p:cNvSpPr/>
              <p:nvPr/>
            </p:nvSpPr>
            <p:spPr>
              <a:xfrm rot="18900000">
                <a:off x="532146" y="5728011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180" name="箭號: 左-右雙向 179">
                <a:extLst>
                  <a:ext uri="{FF2B5EF4-FFF2-40B4-BE49-F238E27FC236}">
                    <a16:creationId xmlns:a16="http://schemas.microsoft.com/office/drawing/2014/main" id="{FB6D0AAC-1E78-4A2C-B613-FF4DCF9FA9B2}"/>
                  </a:ext>
                </a:extLst>
              </p:cNvPr>
              <p:cNvSpPr/>
              <p:nvPr/>
            </p:nvSpPr>
            <p:spPr>
              <a:xfrm rot="5400000">
                <a:off x="69843" y="6857317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181" name="箭號: 左-右雙向 180">
                <a:extLst>
                  <a:ext uri="{FF2B5EF4-FFF2-40B4-BE49-F238E27FC236}">
                    <a16:creationId xmlns:a16="http://schemas.microsoft.com/office/drawing/2014/main" id="{B9C5588A-8842-4C5E-8A6D-1AAF9A9067EE}"/>
                  </a:ext>
                </a:extLst>
              </p:cNvPr>
              <p:cNvSpPr/>
              <p:nvPr/>
            </p:nvSpPr>
            <p:spPr>
              <a:xfrm rot="5400000">
                <a:off x="69843" y="552763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2" name="文字方塊 181">
                  <a:extLst>
                    <a:ext uri="{FF2B5EF4-FFF2-40B4-BE49-F238E27FC236}">
                      <a16:creationId xmlns:a16="http://schemas.microsoft.com/office/drawing/2014/main" id="{63B69A0F-D5C5-4A0F-89CD-852BB5D4C196}"/>
                    </a:ext>
                  </a:extLst>
                </p:cNvPr>
                <p:cNvSpPr txBox="1"/>
                <p:nvPr/>
              </p:nvSpPr>
              <p:spPr>
                <a:xfrm>
                  <a:off x="11053174" y="6621466"/>
                  <a:ext cx="1669442" cy="5180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963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TW" sz="2963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963" i="1">
                            <a:latin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zh-TW" altLang="en-US" sz="2963" dirty="0"/>
                </a:p>
              </p:txBody>
            </p:sp>
          </mc:Choice>
          <mc:Fallback>
            <p:sp>
              <p:nvSpPr>
                <p:cNvPr id="182" name="文字方塊 181">
                  <a:extLst>
                    <a:ext uri="{FF2B5EF4-FFF2-40B4-BE49-F238E27FC236}">
                      <a16:creationId xmlns:a16="http://schemas.microsoft.com/office/drawing/2014/main" id="{63B69A0F-D5C5-4A0F-89CD-852BB5D4C1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53174" y="6621466"/>
                  <a:ext cx="1669442" cy="518066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3" name="文字方塊 182">
                  <a:extLst>
                    <a:ext uri="{FF2B5EF4-FFF2-40B4-BE49-F238E27FC236}">
                      <a16:creationId xmlns:a16="http://schemas.microsoft.com/office/drawing/2014/main" id="{D96B3C80-DE81-4563-83B6-07A74BE631A9}"/>
                    </a:ext>
                  </a:extLst>
                </p:cNvPr>
                <p:cNvSpPr txBox="1"/>
                <p:nvPr/>
              </p:nvSpPr>
              <p:spPr>
                <a:xfrm>
                  <a:off x="4037782" y="7537311"/>
                  <a:ext cx="4366125" cy="5180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963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Polarization (</a:t>
                  </a:r>
                  <a14:m>
                    <m:oMath xmlns:m="http://schemas.openxmlformats.org/officeDocument/2006/math">
                      <m:r>
                        <a:rPr lang="en-US" altLang="zh-TW" sz="2963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r>
                        <a:rPr lang="en-US" altLang="zh-TW" sz="2963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sz="2963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TW" sz="2963" i="1">
                          <a:latin typeface="Cambria Math" panose="02040503050406030204" pitchFamily="18" charset="0"/>
                        </a:rPr>
                        <m:t>/2</m:t>
                      </m:r>
                    </m:oMath>
                  </a14:m>
                  <a:r>
                    <a:rPr lang="en-US" altLang="zh-TW" sz="2963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  <a:endParaRPr lang="zh-TW" altLang="en-US" sz="2963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83" name="文字方塊 182">
                  <a:extLst>
                    <a:ext uri="{FF2B5EF4-FFF2-40B4-BE49-F238E27FC236}">
                      <a16:creationId xmlns:a16="http://schemas.microsoft.com/office/drawing/2014/main" id="{D96B3C80-DE81-4563-83B6-07A74BE631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7782" y="7537311"/>
                  <a:ext cx="4366125" cy="518066"/>
                </a:xfrm>
                <a:prstGeom prst="rect">
                  <a:avLst/>
                </a:prstGeom>
                <a:blipFill>
                  <a:blip r:embed="rId21"/>
                  <a:stretch>
                    <a:fillRect t="-13333" b="-3222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4" name="文字方塊 183">
              <a:extLst>
                <a:ext uri="{FF2B5EF4-FFF2-40B4-BE49-F238E27FC236}">
                  <a16:creationId xmlns:a16="http://schemas.microsoft.com/office/drawing/2014/main" id="{F4D88E7B-1C79-4A2A-9FDE-9F37B9742794}"/>
                </a:ext>
              </a:extLst>
            </p:cNvPr>
            <p:cNvSpPr txBox="1"/>
            <p:nvPr/>
          </p:nvSpPr>
          <p:spPr>
            <a:xfrm>
              <a:off x="4037782" y="4893994"/>
              <a:ext cx="4366125" cy="5180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96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Transition dipole</a:t>
              </a:r>
              <a:r>
                <a:rPr lang="zh-TW" altLang="en-US" sz="296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296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(BXs)</a:t>
              </a:r>
              <a:endParaRPr lang="zh-TW" altLang="en-US" sz="296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85" name="群組 184">
              <a:extLst>
                <a:ext uri="{FF2B5EF4-FFF2-40B4-BE49-F238E27FC236}">
                  <a16:creationId xmlns:a16="http://schemas.microsoft.com/office/drawing/2014/main" id="{62B4CCC6-FF76-467E-97CB-6427229FD8BD}"/>
                </a:ext>
              </a:extLst>
            </p:cNvPr>
            <p:cNvGrpSpPr/>
            <p:nvPr/>
          </p:nvGrpSpPr>
          <p:grpSpPr>
            <a:xfrm>
              <a:off x="9202829" y="7606750"/>
              <a:ext cx="609103" cy="498739"/>
              <a:chOff x="6583394" y="1501875"/>
              <a:chExt cx="1650681" cy="1351594"/>
            </a:xfrm>
          </p:grpSpPr>
          <p:grpSp>
            <p:nvGrpSpPr>
              <p:cNvPr id="187" name="群組 186">
                <a:extLst>
                  <a:ext uri="{FF2B5EF4-FFF2-40B4-BE49-F238E27FC236}">
                    <a16:creationId xmlns:a16="http://schemas.microsoft.com/office/drawing/2014/main" id="{BC6ED760-B98E-4C73-9D5B-4F70D342A743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191" name="箭號: 向右 190">
                  <a:extLst>
                    <a:ext uri="{FF2B5EF4-FFF2-40B4-BE49-F238E27FC236}">
                      <a16:creationId xmlns:a16="http://schemas.microsoft.com/office/drawing/2014/main" id="{EE9CC32F-A00B-45BC-9BD6-EC71D20E667E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209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92" name="箭號: 向右 191">
                  <a:extLst>
                    <a:ext uri="{FF2B5EF4-FFF2-40B4-BE49-F238E27FC236}">
                      <a16:creationId xmlns:a16="http://schemas.microsoft.com/office/drawing/2014/main" id="{A2BF1B6E-6656-45D8-B364-B43ECEDF1EED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209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9" name="文字方塊 188">
                    <a:extLst>
                      <a:ext uri="{FF2B5EF4-FFF2-40B4-BE49-F238E27FC236}">
                        <a16:creationId xmlns:a16="http://schemas.microsoft.com/office/drawing/2014/main" id="{61F7A591-CD0C-4ACF-8B92-DC879D8F2280}"/>
                      </a:ext>
                    </a:extLst>
                  </p:cNvPr>
                  <p:cNvSpPr txBox="1"/>
                  <p:nvPr/>
                </p:nvSpPr>
                <p:spPr>
                  <a:xfrm>
                    <a:off x="6583394" y="1501875"/>
                    <a:ext cx="416137" cy="64033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952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89" name="文字方塊 188">
                    <a:extLst>
                      <a:ext uri="{FF2B5EF4-FFF2-40B4-BE49-F238E27FC236}">
                        <a16:creationId xmlns:a16="http://schemas.microsoft.com/office/drawing/2014/main" id="{61F7A591-CD0C-4ACF-8B92-DC879D8F22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3394" y="1501875"/>
                    <a:ext cx="416137" cy="640330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r="-57692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0" name="文字方塊 189">
                    <a:extLst>
                      <a:ext uri="{FF2B5EF4-FFF2-40B4-BE49-F238E27FC236}">
                        <a16:creationId xmlns:a16="http://schemas.microsoft.com/office/drawing/2014/main" id="{84CBDD5D-65FE-419B-90FD-F7F61D372A69}"/>
                      </a:ext>
                    </a:extLst>
                  </p:cNvPr>
                  <p:cNvSpPr txBox="1"/>
                  <p:nvPr/>
                </p:nvSpPr>
                <p:spPr>
                  <a:xfrm>
                    <a:off x="7165989" y="2241869"/>
                    <a:ext cx="1068086" cy="61160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952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90" name="文字方塊 189">
                    <a:extLst>
                      <a:ext uri="{FF2B5EF4-FFF2-40B4-BE49-F238E27FC236}">
                        <a16:creationId xmlns:a16="http://schemas.microsoft.com/office/drawing/2014/main" id="{84CBDD5D-65FE-419B-90FD-F7F61D372A6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65989" y="2241869"/>
                    <a:ext cx="1068086" cy="611600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3" name="文字方塊 192">
                  <a:extLst>
                    <a:ext uri="{FF2B5EF4-FFF2-40B4-BE49-F238E27FC236}">
                      <a16:creationId xmlns:a16="http://schemas.microsoft.com/office/drawing/2014/main" id="{4E9B349C-A849-4A7F-81DA-2A58C53EBE19}"/>
                    </a:ext>
                  </a:extLst>
                </p:cNvPr>
                <p:cNvSpPr txBox="1"/>
                <p:nvPr/>
              </p:nvSpPr>
              <p:spPr>
                <a:xfrm>
                  <a:off x="8335016" y="6621466"/>
                  <a:ext cx="1953311" cy="5180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963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TW" sz="2963" i="1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zh-TW" altLang="en-US" sz="2963" dirty="0"/>
                </a:p>
              </p:txBody>
            </p:sp>
          </mc:Choice>
          <mc:Fallback>
            <p:sp>
              <p:nvSpPr>
                <p:cNvPr id="193" name="文字方塊 192">
                  <a:extLst>
                    <a:ext uri="{FF2B5EF4-FFF2-40B4-BE49-F238E27FC236}">
                      <a16:creationId xmlns:a16="http://schemas.microsoft.com/office/drawing/2014/main" id="{4E9B349C-A849-4A7F-81DA-2A58C53EBE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35016" y="6621466"/>
                  <a:ext cx="1953311" cy="518066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94" name="圖片 193">
              <a:extLst>
                <a:ext uri="{FF2B5EF4-FFF2-40B4-BE49-F238E27FC236}">
                  <a16:creationId xmlns:a16="http://schemas.microsoft.com/office/drawing/2014/main" id="{EE1DAAFA-846E-41F5-B93F-79F7B8F536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64376"/>
            <a:stretch/>
          </p:blipFill>
          <p:spPr>
            <a:xfrm>
              <a:off x="8805830" y="3636600"/>
              <a:ext cx="1196285" cy="600664"/>
            </a:xfrm>
            <a:prstGeom prst="rect">
              <a:avLst/>
            </a:prstGeom>
          </p:spPr>
        </p:pic>
        <p:pic>
          <p:nvPicPr>
            <p:cNvPr id="195" name="圖片 194">
              <a:extLst>
                <a:ext uri="{FF2B5EF4-FFF2-40B4-BE49-F238E27FC236}">
                  <a16:creationId xmlns:a16="http://schemas.microsoft.com/office/drawing/2014/main" id="{B050B404-E5D2-46F8-BD4F-38782EC914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65870"/>
            <a:stretch/>
          </p:blipFill>
          <p:spPr>
            <a:xfrm>
              <a:off x="11256068" y="3661798"/>
              <a:ext cx="1196282" cy="575465"/>
            </a:xfrm>
            <a:prstGeom prst="rect">
              <a:avLst/>
            </a:prstGeom>
          </p:spPr>
        </p:pic>
        <p:grpSp>
          <p:nvGrpSpPr>
            <p:cNvPr id="202" name="群組 201">
              <a:extLst>
                <a:ext uri="{FF2B5EF4-FFF2-40B4-BE49-F238E27FC236}">
                  <a16:creationId xmlns:a16="http://schemas.microsoft.com/office/drawing/2014/main" id="{A333B0B9-1FC5-4025-BD05-E9E3C59BF9DB}"/>
                </a:ext>
              </a:extLst>
            </p:cNvPr>
            <p:cNvGrpSpPr/>
            <p:nvPr/>
          </p:nvGrpSpPr>
          <p:grpSpPr>
            <a:xfrm>
              <a:off x="8288022" y="4252959"/>
              <a:ext cx="2090057" cy="2090057"/>
              <a:chOff x="5094694" y="9823325"/>
              <a:chExt cx="2090057" cy="2090057"/>
            </a:xfrm>
          </p:grpSpPr>
          <p:sp>
            <p:nvSpPr>
              <p:cNvPr id="203" name="矩形: 圓角 202">
                <a:extLst>
                  <a:ext uri="{FF2B5EF4-FFF2-40B4-BE49-F238E27FC236}">
                    <a16:creationId xmlns:a16="http://schemas.microsoft.com/office/drawing/2014/main" id="{D15FDA4D-8D32-4131-8944-4BAFC2FC4BB4}"/>
                  </a:ext>
                </a:extLst>
              </p:cNvPr>
              <p:cNvSpPr/>
              <p:nvPr/>
            </p:nvSpPr>
            <p:spPr>
              <a:xfrm>
                <a:off x="5094694" y="9823325"/>
                <a:ext cx="2090057" cy="2090057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 dirty="0"/>
              </a:p>
            </p:txBody>
          </p:sp>
          <p:sp>
            <p:nvSpPr>
              <p:cNvPr id="204" name="箭號: 向右 203">
                <a:extLst>
                  <a:ext uri="{FF2B5EF4-FFF2-40B4-BE49-F238E27FC236}">
                    <a16:creationId xmlns:a16="http://schemas.microsoft.com/office/drawing/2014/main" id="{D334F4D6-FB12-41A8-92D3-30EC747BE01F}"/>
                  </a:ext>
                </a:extLst>
              </p:cNvPr>
              <p:cNvSpPr/>
              <p:nvPr/>
            </p:nvSpPr>
            <p:spPr>
              <a:xfrm rot="16200000">
                <a:off x="5922594" y="10096014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205" name="箭號: 向右 204">
                <a:extLst>
                  <a:ext uri="{FF2B5EF4-FFF2-40B4-BE49-F238E27FC236}">
                    <a16:creationId xmlns:a16="http://schemas.microsoft.com/office/drawing/2014/main" id="{9FF5B7DA-C88A-441C-BF9A-02F79B20D182}"/>
                  </a:ext>
                </a:extLst>
              </p:cNvPr>
              <p:cNvSpPr/>
              <p:nvPr/>
            </p:nvSpPr>
            <p:spPr>
              <a:xfrm rot="-2700000">
                <a:off x="6368008" y="10346626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206" name="箭號: 向右 205">
                <a:extLst>
                  <a:ext uri="{FF2B5EF4-FFF2-40B4-BE49-F238E27FC236}">
                    <a16:creationId xmlns:a16="http://schemas.microsoft.com/office/drawing/2014/main" id="{E9DFA774-5B17-4888-87DA-C5D92F422146}"/>
                  </a:ext>
                </a:extLst>
              </p:cNvPr>
              <p:cNvSpPr/>
              <p:nvPr/>
            </p:nvSpPr>
            <p:spPr>
              <a:xfrm rot="13500000">
                <a:off x="5487334" y="10363166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207" name="箭號: 向右 206">
                <a:extLst>
                  <a:ext uri="{FF2B5EF4-FFF2-40B4-BE49-F238E27FC236}">
                    <a16:creationId xmlns:a16="http://schemas.microsoft.com/office/drawing/2014/main" id="{7C5AB884-8226-46DB-A274-B4E7C9DF3522}"/>
                  </a:ext>
                </a:extLst>
              </p:cNvPr>
              <p:cNvSpPr/>
              <p:nvPr/>
            </p:nvSpPr>
            <p:spPr>
              <a:xfrm>
                <a:off x="6589978" y="10758553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208" name="箭號: 向右 207">
                <a:extLst>
                  <a:ext uri="{FF2B5EF4-FFF2-40B4-BE49-F238E27FC236}">
                    <a16:creationId xmlns:a16="http://schemas.microsoft.com/office/drawing/2014/main" id="{B8BE7EB8-1F48-4644-B867-9923D6BF2361}"/>
                  </a:ext>
                </a:extLst>
              </p:cNvPr>
              <p:cNvSpPr/>
              <p:nvPr/>
            </p:nvSpPr>
            <p:spPr>
              <a:xfrm rot="10800000">
                <a:off x="5286786" y="10758553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209" name="箭號: 向右 208">
                <a:extLst>
                  <a:ext uri="{FF2B5EF4-FFF2-40B4-BE49-F238E27FC236}">
                    <a16:creationId xmlns:a16="http://schemas.microsoft.com/office/drawing/2014/main" id="{D4AA436F-B110-4897-A99A-5F17B9B8BE18}"/>
                  </a:ext>
                </a:extLst>
              </p:cNvPr>
              <p:cNvSpPr/>
              <p:nvPr/>
            </p:nvSpPr>
            <p:spPr>
              <a:xfrm rot="2700000">
                <a:off x="6368007" y="11203875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210" name="箭號: 向右 209">
                <a:extLst>
                  <a:ext uri="{FF2B5EF4-FFF2-40B4-BE49-F238E27FC236}">
                    <a16:creationId xmlns:a16="http://schemas.microsoft.com/office/drawing/2014/main" id="{4B4C27A8-6859-4D0E-97AF-B904F2F8DB43}"/>
                  </a:ext>
                </a:extLst>
              </p:cNvPr>
              <p:cNvSpPr/>
              <p:nvPr/>
            </p:nvSpPr>
            <p:spPr>
              <a:xfrm rot="8100000">
                <a:off x="5487333" y="11203875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 dirty="0"/>
              </a:p>
            </p:txBody>
          </p:sp>
          <p:sp>
            <p:nvSpPr>
              <p:cNvPr id="211" name="箭號: 向右 210">
                <a:extLst>
                  <a:ext uri="{FF2B5EF4-FFF2-40B4-BE49-F238E27FC236}">
                    <a16:creationId xmlns:a16="http://schemas.microsoft.com/office/drawing/2014/main" id="{E8BD068E-10AA-4F1C-8071-878F60432771}"/>
                  </a:ext>
                </a:extLst>
              </p:cNvPr>
              <p:cNvSpPr/>
              <p:nvPr/>
            </p:nvSpPr>
            <p:spPr>
              <a:xfrm rot="5400000">
                <a:off x="5922594" y="11427961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</p:grpSp>
        <p:grpSp>
          <p:nvGrpSpPr>
            <p:cNvPr id="213" name="群組 212">
              <a:extLst>
                <a:ext uri="{FF2B5EF4-FFF2-40B4-BE49-F238E27FC236}">
                  <a16:creationId xmlns:a16="http://schemas.microsoft.com/office/drawing/2014/main" id="{9C4F2B02-D040-4765-A104-66821F99DE89}"/>
                </a:ext>
              </a:extLst>
            </p:cNvPr>
            <p:cNvGrpSpPr/>
            <p:nvPr/>
          </p:nvGrpSpPr>
          <p:grpSpPr>
            <a:xfrm>
              <a:off x="10782519" y="4252959"/>
              <a:ext cx="2090057" cy="2090057"/>
              <a:chOff x="7828725" y="9933124"/>
              <a:chExt cx="2090057" cy="2090057"/>
            </a:xfrm>
          </p:grpSpPr>
          <p:sp>
            <p:nvSpPr>
              <p:cNvPr id="215" name="矩形: 圓角 214">
                <a:extLst>
                  <a:ext uri="{FF2B5EF4-FFF2-40B4-BE49-F238E27FC236}">
                    <a16:creationId xmlns:a16="http://schemas.microsoft.com/office/drawing/2014/main" id="{3D4EE258-5BDC-40C9-9E06-B763004AFD9D}"/>
                  </a:ext>
                </a:extLst>
              </p:cNvPr>
              <p:cNvSpPr/>
              <p:nvPr/>
            </p:nvSpPr>
            <p:spPr>
              <a:xfrm>
                <a:off x="7828725" y="9933124"/>
                <a:ext cx="2090057" cy="2090057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 dirty="0"/>
              </a:p>
            </p:txBody>
          </p:sp>
          <p:sp>
            <p:nvSpPr>
              <p:cNvPr id="216" name="箭號: 向右 215">
                <a:extLst>
                  <a:ext uri="{FF2B5EF4-FFF2-40B4-BE49-F238E27FC236}">
                    <a16:creationId xmlns:a16="http://schemas.microsoft.com/office/drawing/2014/main" id="{0CCFFFA8-1681-4170-B9BC-6A246783B5FA}"/>
                  </a:ext>
                </a:extLst>
              </p:cNvPr>
              <p:cNvSpPr/>
              <p:nvPr/>
            </p:nvSpPr>
            <p:spPr>
              <a:xfrm rot="10800000">
                <a:off x="8656625" y="10205813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217" name="箭號: 向右 216">
                <a:extLst>
                  <a:ext uri="{FF2B5EF4-FFF2-40B4-BE49-F238E27FC236}">
                    <a16:creationId xmlns:a16="http://schemas.microsoft.com/office/drawing/2014/main" id="{BED925DD-BDCF-4596-BF5E-C879C8D7F80B}"/>
                  </a:ext>
                </a:extLst>
              </p:cNvPr>
              <p:cNvSpPr/>
              <p:nvPr/>
            </p:nvSpPr>
            <p:spPr>
              <a:xfrm rot="13500000">
                <a:off x="9102038" y="10464695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219" name="箭號: 向右 218">
                <a:extLst>
                  <a:ext uri="{FF2B5EF4-FFF2-40B4-BE49-F238E27FC236}">
                    <a16:creationId xmlns:a16="http://schemas.microsoft.com/office/drawing/2014/main" id="{93EC4905-DF84-4AED-BED8-7A49D62E465E}"/>
                  </a:ext>
                </a:extLst>
              </p:cNvPr>
              <p:cNvSpPr/>
              <p:nvPr/>
            </p:nvSpPr>
            <p:spPr>
              <a:xfrm rot="8100000">
                <a:off x="8221364" y="10464695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220" name="箭號: 向右 219">
                <a:extLst>
                  <a:ext uri="{FF2B5EF4-FFF2-40B4-BE49-F238E27FC236}">
                    <a16:creationId xmlns:a16="http://schemas.microsoft.com/office/drawing/2014/main" id="{69D43D3A-FF97-40B4-B11B-72DF41F99599}"/>
                  </a:ext>
                </a:extLst>
              </p:cNvPr>
              <p:cNvSpPr/>
              <p:nvPr/>
            </p:nvSpPr>
            <p:spPr>
              <a:xfrm rot="-5400000">
                <a:off x="9296611" y="10871700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226" name="箭號: 向右 225">
                <a:extLst>
                  <a:ext uri="{FF2B5EF4-FFF2-40B4-BE49-F238E27FC236}">
                    <a16:creationId xmlns:a16="http://schemas.microsoft.com/office/drawing/2014/main" id="{E32EFFAC-BE4C-401F-AC88-BD8C60E7ECAE}"/>
                  </a:ext>
                </a:extLst>
              </p:cNvPr>
              <p:cNvSpPr/>
              <p:nvPr/>
            </p:nvSpPr>
            <p:spPr>
              <a:xfrm rot="5400000">
                <a:off x="8020817" y="10871700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229" name="箭號: 向右 228">
                <a:extLst>
                  <a:ext uri="{FF2B5EF4-FFF2-40B4-BE49-F238E27FC236}">
                    <a16:creationId xmlns:a16="http://schemas.microsoft.com/office/drawing/2014/main" id="{9E5DFA82-5046-4DD9-94A4-64F3A2FF8196}"/>
                  </a:ext>
                </a:extLst>
              </p:cNvPr>
              <p:cNvSpPr/>
              <p:nvPr/>
            </p:nvSpPr>
            <p:spPr>
              <a:xfrm rot="-2700000">
                <a:off x="9102038" y="11313674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  <p:sp>
            <p:nvSpPr>
              <p:cNvPr id="231" name="箭號: 向右 230">
                <a:extLst>
                  <a:ext uri="{FF2B5EF4-FFF2-40B4-BE49-F238E27FC236}">
                    <a16:creationId xmlns:a16="http://schemas.microsoft.com/office/drawing/2014/main" id="{BE0E581C-A24E-4839-A971-0C61A24B0D78}"/>
                  </a:ext>
                </a:extLst>
              </p:cNvPr>
              <p:cNvSpPr/>
              <p:nvPr/>
            </p:nvSpPr>
            <p:spPr>
              <a:xfrm rot="2700000">
                <a:off x="8221364" y="11313674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 dirty="0"/>
              </a:p>
            </p:txBody>
          </p:sp>
          <p:sp>
            <p:nvSpPr>
              <p:cNvPr id="232" name="箭號: 向右 231">
                <a:extLst>
                  <a:ext uri="{FF2B5EF4-FFF2-40B4-BE49-F238E27FC236}">
                    <a16:creationId xmlns:a16="http://schemas.microsoft.com/office/drawing/2014/main" id="{B094E05A-CEAB-4792-94AA-1127AE0A7911}"/>
                  </a:ext>
                </a:extLst>
              </p:cNvPr>
              <p:cNvSpPr/>
              <p:nvPr/>
            </p:nvSpPr>
            <p:spPr>
              <a:xfrm>
                <a:off x="8656624" y="11537760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952"/>
              </a:p>
            </p:txBody>
          </p:sp>
        </p:grpSp>
        <p:grpSp>
          <p:nvGrpSpPr>
            <p:cNvPr id="233" name="群組 232">
              <a:extLst>
                <a:ext uri="{FF2B5EF4-FFF2-40B4-BE49-F238E27FC236}">
                  <a16:creationId xmlns:a16="http://schemas.microsoft.com/office/drawing/2014/main" id="{7410432A-6A87-4057-B05D-F61225FA8B50}"/>
                </a:ext>
              </a:extLst>
            </p:cNvPr>
            <p:cNvGrpSpPr/>
            <p:nvPr/>
          </p:nvGrpSpPr>
          <p:grpSpPr>
            <a:xfrm>
              <a:off x="11698379" y="7606750"/>
              <a:ext cx="609103" cy="498739"/>
              <a:chOff x="6583394" y="1501875"/>
              <a:chExt cx="1650681" cy="1351594"/>
            </a:xfrm>
          </p:grpSpPr>
          <p:grpSp>
            <p:nvGrpSpPr>
              <p:cNvPr id="234" name="群組 233">
                <a:extLst>
                  <a:ext uri="{FF2B5EF4-FFF2-40B4-BE49-F238E27FC236}">
                    <a16:creationId xmlns:a16="http://schemas.microsoft.com/office/drawing/2014/main" id="{5B950C1A-D301-4118-91E5-A25622BDA67E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237" name="箭號: 向右 236">
                  <a:extLst>
                    <a:ext uri="{FF2B5EF4-FFF2-40B4-BE49-F238E27FC236}">
                      <a16:creationId xmlns:a16="http://schemas.microsoft.com/office/drawing/2014/main" id="{5323A9D6-2E73-4456-977C-DA50AB660899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209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38" name="箭號: 向右 237">
                  <a:extLst>
                    <a:ext uri="{FF2B5EF4-FFF2-40B4-BE49-F238E27FC236}">
                      <a16:creationId xmlns:a16="http://schemas.microsoft.com/office/drawing/2014/main" id="{7E67B7B5-C914-42D2-9096-1AD27FD74BB8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209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35" name="文字方塊 234">
                    <a:extLst>
                      <a:ext uri="{FF2B5EF4-FFF2-40B4-BE49-F238E27FC236}">
                        <a16:creationId xmlns:a16="http://schemas.microsoft.com/office/drawing/2014/main" id="{157BEF67-91D7-4FB8-89CC-FE7B44E61DC1}"/>
                      </a:ext>
                    </a:extLst>
                  </p:cNvPr>
                  <p:cNvSpPr txBox="1"/>
                  <p:nvPr/>
                </p:nvSpPr>
                <p:spPr>
                  <a:xfrm>
                    <a:off x="6583394" y="1501875"/>
                    <a:ext cx="416137" cy="64033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952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35" name="文字方塊 234">
                    <a:extLst>
                      <a:ext uri="{FF2B5EF4-FFF2-40B4-BE49-F238E27FC236}">
                        <a16:creationId xmlns:a16="http://schemas.microsoft.com/office/drawing/2014/main" id="{157BEF67-91D7-4FB8-89CC-FE7B44E61D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3394" y="1501875"/>
                    <a:ext cx="416137" cy="640330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r="-5555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36" name="文字方塊 235">
                    <a:extLst>
                      <a:ext uri="{FF2B5EF4-FFF2-40B4-BE49-F238E27FC236}">
                        <a16:creationId xmlns:a16="http://schemas.microsoft.com/office/drawing/2014/main" id="{BA94D9BA-9043-4B21-932E-513644F33DAB}"/>
                      </a:ext>
                    </a:extLst>
                  </p:cNvPr>
                  <p:cNvSpPr txBox="1"/>
                  <p:nvPr/>
                </p:nvSpPr>
                <p:spPr>
                  <a:xfrm>
                    <a:off x="7165989" y="2241869"/>
                    <a:ext cx="1068086" cy="61160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952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36" name="文字方塊 235">
                    <a:extLst>
                      <a:ext uri="{FF2B5EF4-FFF2-40B4-BE49-F238E27FC236}">
                        <a16:creationId xmlns:a16="http://schemas.microsoft.com/office/drawing/2014/main" id="{BA94D9BA-9043-4B21-932E-513644F33D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65989" y="2241869"/>
                    <a:ext cx="1068086" cy="611600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39" name="群組 238">
              <a:extLst>
                <a:ext uri="{FF2B5EF4-FFF2-40B4-BE49-F238E27FC236}">
                  <a16:creationId xmlns:a16="http://schemas.microsoft.com/office/drawing/2014/main" id="{EB319C60-EFC9-40F4-94A0-6B918EF5110F}"/>
                </a:ext>
              </a:extLst>
            </p:cNvPr>
            <p:cNvGrpSpPr/>
            <p:nvPr/>
          </p:nvGrpSpPr>
          <p:grpSpPr>
            <a:xfrm>
              <a:off x="9202829" y="4824639"/>
              <a:ext cx="609103" cy="498739"/>
              <a:chOff x="6583394" y="1501875"/>
              <a:chExt cx="1650681" cy="1351594"/>
            </a:xfrm>
          </p:grpSpPr>
          <p:grpSp>
            <p:nvGrpSpPr>
              <p:cNvPr id="240" name="群組 239">
                <a:extLst>
                  <a:ext uri="{FF2B5EF4-FFF2-40B4-BE49-F238E27FC236}">
                    <a16:creationId xmlns:a16="http://schemas.microsoft.com/office/drawing/2014/main" id="{B2FD4C0A-C03A-4CF9-BBC7-0F96F38CDE12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243" name="箭號: 向右 242">
                  <a:extLst>
                    <a:ext uri="{FF2B5EF4-FFF2-40B4-BE49-F238E27FC236}">
                      <a16:creationId xmlns:a16="http://schemas.microsoft.com/office/drawing/2014/main" id="{46387CAA-B91B-4948-AAD5-CCB34E0F223D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209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44" name="箭號: 向右 243">
                  <a:extLst>
                    <a:ext uri="{FF2B5EF4-FFF2-40B4-BE49-F238E27FC236}">
                      <a16:creationId xmlns:a16="http://schemas.microsoft.com/office/drawing/2014/main" id="{DFED31C4-4900-466E-9D88-EEE3EDB7A5EB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209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41" name="文字方塊 240">
                    <a:extLst>
                      <a:ext uri="{FF2B5EF4-FFF2-40B4-BE49-F238E27FC236}">
                        <a16:creationId xmlns:a16="http://schemas.microsoft.com/office/drawing/2014/main" id="{6202F5B5-B768-4999-8D9A-25983B34DFCF}"/>
                      </a:ext>
                    </a:extLst>
                  </p:cNvPr>
                  <p:cNvSpPr txBox="1"/>
                  <p:nvPr/>
                </p:nvSpPr>
                <p:spPr>
                  <a:xfrm>
                    <a:off x="6583394" y="1501875"/>
                    <a:ext cx="416137" cy="64033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952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41" name="文字方塊 240">
                    <a:extLst>
                      <a:ext uri="{FF2B5EF4-FFF2-40B4-BE49-F238E27FC236}">
                        <a16:creationId xmlns:a16="http://schemas.microsoft.com/office/drawing/2014/main" id="{6202F5B5-B768-4999-8D9A-25983B34DF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3394" y="1501875"/>
                    <a:ext cx="416137" cy="640330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r="-57692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42" name="文字方塊 241">
                    <a:extLst>
                      <a:ext uri="{FF2B5EF4-FFF2-40B4-BE49-F238E27FC236}">
                        <a16:creationId xmlns:a16="http://schemas.microsoft.com/office/drawing/2014/main" id="{05DC344F-1D59-4626-9F96-91B8F7A529E9}"/>
                      </a:ext>
                    </a:extLst>
                  </p:cNvPr>
                  <p:cNvSpPr txBox="1"/>
                  <p:nvPr/>
                </p:nvSpPr>
                <p:spPr>
                  <a:xfrm>
                    <a:off x="7165989" y="2241869"/>
                    <a:ext cx="1068086" cy="61160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952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42" name="文字方塊 241">
                    <a:extLst>
                      <a:ext uri="{FF2B5EF4-FFF2-40B4-BE49-F238E27FC236}">
                        <a16:creationId xmlns:a16="http://schemas.microsoft.com/office/drawing/2014/main" id="{05DC344F-1D59-4626-9F96-91B8F7A529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65989" y="2241869"/>
                    <a:ext cx="1068086" cy="611600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45" name="群組 244">
              <a:extLst>
                <a:ext uri="{FF2B5EF4-FFF2-40B4-BE49-F238E27FC236}">
                  <a16:creationId xmlns:a16="http://schemas.microsoft.com/office/drawing/2014/main" id="{E952B3A9-B9A8-4688-A6EB-7E30853B3B7C}"/>
                </a:ext>
              </a:extLst>
            </p:cNvPr>
            <p:cNvGrpSpPr/>
            <p:nvPr/>
          </p:nvGrpSpPr>
          <p:grpSpPr>
            <a:xfrm>
              <a:off x="11698379" y="4824639"/>
              <a:ext cx="609103" cy="498739"/>
              <a:chOff x="6583394" y="1501875"/>
              <a:chExt cx="1650681" cy="1351594"/>
            </a:xfrm>
          </p:grpSpPr>
          <p:grpSp>
            <p:nvGrpSpPr>
              <p:cNvPr id="246" name="群組 245">
                <a:extLst>
                  <a:ext uri="{FF2B5EF4-FFF2-40B4-BE49-F238E27FC236}">
                    <a16:creationId xmlns:a16="http://schemas.microsoft.com/office/drawing/2014/main" id="{E9CEFCDB-B4B0-428C-ACB7-3590600345CE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249" name="箭號: 向右 248">
                  <a:extLst>
                    <a:ext uri="{FF2B5EF4-FFF2-40B4-BE49-F238E27FC236}">
                      <a16:creationId xmlns:a16="http://schemas.microsoft.com/office/drawing/2014/main" id="{D51097EB-91C8-495D-8039-88898F089864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209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50" name="箭號: 向右 249">
                  <a:extLst>
                    <a:ext uri="{FF2B5EF4-FFF2-40B4-BE49-F238E27FC236}">
                      <a16:creationId xmlns:a16="http://schemas.microsoft.com/office/drawing/2014/main" id="{EFBBECD4-E88B-4ED6-8BE1-B48FA6F43B27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209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47" name="文字方塊 246">
                    <a:extLst>
                      <a:ext uri="{FF2B5EF4-FFF2-40B4-BE49-F238E27FC236}">
                        <a16:creationId xmlns:a16="http://schemas.microsoft.com/office/drawing/2014/main" id="{C8FF0701-53E6-4263-82C6-BD7E80FB29AC}"/>
                      </a:ext>
                    </a:extLst>
                  </p:cNvPr>
                  <p:cNvSpPr txBox="1"/>
                  <p:nvPr/>
                </p:nvSpPr>
                <p:spPr>
                  <a:xfrm>
                    <a:off x="6583394" y="1501875"/>
                    <a:ext cx="416137" cy="64033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952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47" name="文字方塊 246">
                    <a:extLst>
                      <a:ext uri="{FF2B5EF4-FFF2-40B4-BE49-F238E27FC236}">
                        <a16:creationId xmlns:a16="http://schemas.microsoft.com/office/drawing/2014/main" id="{C8FF0701-53E6-4263-82C6-BD7E80FB29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3394" y="1501875"/>
                    <a:ext cx="416137" cy="640330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r="-5555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48" name="文字方塊 247">
                    <a:extLst>
                      <a:ext uri="{FF2B5EF4-FFF2-40B4-BE49-F238E27FC236}">
                        <a16:creationId xmlns:a16="http://schemas.microsoft.com/office/drawing/2014/main" id="{50D8A779-240C-4B41-9766-AE2060B6AB35}"/>
                      </a:ext>
                    </a:extLst>
                  </p:cNvPr>
                  <p:cNvSpPr txBox="1"/>
                  <p:nvPr/>
                </p:nvSpPr>
                <p:spPr>
                  <a:xfrm>
                    <a:off x="7165989" y="2241869"/>
                    <a:ext cx="1068086" cy="61160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952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952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48" name="文字方塊 247">
                    <a:extLst>
                      <a:ext uri="{FF2B5EF4-FFF2-40B4-BE49-F238E27FC236}">
                        <a16:creationId xmlns:a16="http://schemas.microsoft.com/office/drawing/2014/main" id="{50D8A779-240C-4B41-9766-AE2060B6AB3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65989" y="2241869"/>
                    <a:ext cx="1068086" cy="611600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1547604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群組 4">
            <a:extLst>
              <a:ext uri="{FF2B5EF4-FFF2-40B4-BE49-F238E27FC236}">
                <a16:creationId xmlns:a16="http://schemas.microsoft.com/office/drawing/2014/main" id="{5A6F3EA4-88A7-4E1B-9C6F-2BA263CD50A3}"/>
              </a:ext>
            </a:extLst>
          </p:cNvPr>
          <p:cNvGrpSpPr/>
          <p:nvPr/>
        </p:nvGrpSpPr>
        <p:grpSpPr>
          <a:xfrm>
            <a:off x="863405" y="36970"/>
            <a:ext cx="8179203" cy="5326743"/>
            <a:chOff x="569686" y="765629"/>
            <a:chExt cx="8179203" cy="5326743"/>
          </a:xfrm>
        </p:grpSpPr>
        <p:sp>
          <p:nvSpPr>
            <p:cNvPr id="238" name="矩形: 圓角 237">
              <a:extLst>
                <a:ext uri="{FF2B5EF4-FFF2-40B4-BE49-F238E27FC236}">
                  <a16:creationId xmlns:a16="http://schemas.microsoft.com/office/drawing/2014/main" id="{64BFFBEE-304B-4ED2-9791-4679E8397C85}"/>
                </a:ext>
              </a:extLst>
            </p:cNvPr>
            <p:cNvSpPr/>
            <p:nvPr/>
          </p:nvSpPr>
          <p:spPr>
            <a:xfrm>
              <a:off x="569686" y="765629"/>
              <a:ext cx="8179203" cy="5326743"/>
            </a:xfrm>
            <a:prstGeom prst="roundRect">
              <a:avLst>
                <a:gd name="adj" fmla="val 7772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61454" tIns="30727" rIns="61454" bIns="307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700" dirty="0"/>
            </a:p>
          </p:txBody>
        </p:sp>
        <p:grpSp>
          <p:nvGrpSpPr>
            <p:cNvPr id="239" name="群組 238">
              <a:extLst>
                <a:ext uri="{FF2B5EF4-FFF2-40B4-BE49-F238E27FC236}">
                  <a16:creationId xmlns:a16="http://schemas.microsoft.com/office/drawing/2014/main" id="{434308FE-DBC5-4ED8-8617-7F1BBC16AB66}"/>
                </a:ext>
              </a:extLst>
            </p:cNvPr>
            <p:cNvGrpSpPr/>
            <p:nvPr/>
          </p:nvGrpSpPr>
          <p:grpSpPr>
            <a:xfrm>
              <a:off x="6625755" y="3874077"/>
              <a:ext cx="1825190" cy="1825188"/>
              <a:chOff x="8631015" y="5186974"/>
              <a:chExt cx="2090057" cy="2090057"/>
            </a:xfrm>
          </p:grpSpPr>
          <p:sp>
            <p:nvSpPr>
              <p:cNvPr id="300" name="矩形: 圓角 299">
                <a:extLst>
                  <a:ext uri="{FF2B5EF4-FFF2-40B4-BE49-F238E27FC236}">
                    <a16:creationId xmlns:a16="http://schemas.microsoft.com/office/drawing/2014/main" id="{F41F6D6B-A57D-4325-9AF1-DAD9B137CF93}"/>
                  </a:ext>
                </a:extLst>
              </p:cNvPr>
              <p:cNvSpPr/>
              <p:nvPr/>
            </p:nvSpPr>
            <p:spPr>
              <a:xfrm>
                <a:off x="8631015" y="5186974"/>
                <a:ext cx="2090057" cy="2090057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 dirty="0"/>
              </a:p>
            </p:txBody>
          </p:sp>
          <p:sp>
            <p:nvSpPr>
              <p:cNvPr id="301" name="箭號: 左-右雙向 300">
                <a:extLst>
                  <a:ext uri="{FF2B5EF4-FFF2-40B4-BE49-F238E27FC236}">
                    <a16:creationId xmlns:a16="http://schemas.microsoft.com/office/drawing/2014/main" id="{CF154CF6-2929-464D-A4B7-34A76E46B2A2}"/>
                  </a:ext>
                </a:extLst>
              </p:cNvPr>
              <p:cNvSpPr/>
              <p:nvPr/>
            </p:nvSpPr>
            <p:spPr>
              <a:xfrm rot="5400000">
                <a:off x="8825319" y="607722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 dirty="0"/>
              </a:p>
            </p:txBody>
          </p:sp>
          <p:sp>
            <p:nvSpPr>
              <p:cNvPr id="302" name="箭號: 左-右雙向 301">
                <a:extLst>
                  <a:ext uri="{FF2B5EF4-FFF2-40B4-BE49-F238E27FC236}">
                    <a16:creationId xmlns:a16="http://schemas.microsoft.com/office/drawing/2014/main" id="{71F49CDB-2E48-4DEB-B572-41D81377B2D1}"/>
                  </a:ext>
                </a:extLst>
              </p:cNvPr>
              <p:cNvSpPr/>
              <p:nvPr/>
            </p:nvSpPr>
            <p:spPr>
              <a:xfrm rot="5400000">
                <a:off x="10130264" y="607722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303" name="箭號: 左-右雙向 302">
                <a:extLst>
                  <a:ext uri="{FF2B5EF4-FFF2-40B4-BE49-F238E27FC236}">
                    <a16:creationId xmlns:a16="http://schemas.microsoft.com/office/drawing/2014/main" id="{9CB03C62-C3D9-43BE-A86C-2F2F1C028BCF}"/>
                  </a:ext>
                </a:extLst>
              </p:cNvPr>
              <p:cNvSpPr/>
              <p:nvPr/>
            </p:nvSpPr>
            <p:spPr>
              <a:xfrm rot="18900000">
                <a:off x="9018245" y="5615062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 dirty="0"/>
              </a:p>
            </p:txBody>
          </p:sp>
          <p:sp>
            <p:nvSpPr>
              <p:cNvPr id="304" name="箭號: 左-右雙向 303">
                <a:extLst>
                  <a:ext uri="{FF2B5EF4-FFF2-40B4-BE49-F238E27FC236}">
                    <a16:creationId xmlns:a16="http://schemas.microsoft.com/office/drawing/2014/main" id="{C2E4F5D0-9580-40BE-BB3A-1CA2ED33FB13}"/>
                  </a:ext>
                </a:extLst>
              </p:cNvPr>
              <p:cNvSpPr/>
              <p:nvPr/>
            </p:nvSpPr>
            <p:spPr>
              <a:xfrm rot="18900000">
                <a:off x="9922348" y="6556570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305" name="箭號: 左-右雙向 304">
                <a:extLst>
                  <a:ext uri="{FF2B5EF4-FFF2-40B4-BE49-F238E27FC236}">
                    <a16:creationId xmlns:a16="http://schemas.microsoft.com/office/drawing/2014/main" id="{E434F85A-31E3-4187-9773-024A557EEDA1}"/>
                  </a:ext>
                </a:extLst>
              </p:cNvPr>
              <p:cNvSpPr/>
              <p:nvPr/>
            </p:nvSpPr>
            <p:spPr>
              <a:xfrm rot="2700000">
                <a:off x="9018246" y="6556571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 dirty="0"/>
              </a:p>
            </p:txBody>
          </p:sp>
          <p:sp>
            <p:nvSpPr>
              <p:cNvPr id="306" name="箭號: 左-右雙向 305">
                <a:extLst>
                  <a:ext uri="{FF2B5EF4-FFF2-40B4-BE49-F238E27FC236}">
                    <a16:creationId xmlns:a16="http://schemas.microsoft.com/office/drawing/2014/main" id="{9E9C54A5-3FAD-4D52-BAF7-00407B47FA38}"/>
                  </a:ext>
                </a:extLst>
              </p:cNvPr>
              <p:cNvSpPr/>
              <p:nvPr/>
            </p:nvSpPr>
            <p:spPr>
              <a:xfrm rot="2700000">
                <a:off x="9922347" y="5615061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307" name="箭號: 左-右雙向 306">
                <a:extLst>
                  <a:ext uri="{FF2B5EF4-FFF2-40B4-BE49-F238E27FC236}">
                    <a16:creationId xmlns:a16="http://schemas.microsoft.com/office/drawing/2014/main" id="{F9F884A9-62E4-430D-BC69-FD325ABBC766}"/>
                  </a:ext>
                </a:extLst>
              </p:cNvPr>
              <p:cNvSpPr/>
              <p:nvPr/>
            </p:nvSpPr>
            <p:spPr>
              <a:xfrm>
                <a:off x="9460044" y="6744367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308" name="箭號: 左-右雙向 307">
                <a:extLst>
                  <a:ext uri="{FF2B5EF4-FFF2-40B4-BE49-F238E27FC236}">
                    <a16:creationId xmlns:a16="http://schemas.microsoft.com/office/drawing/2014/main" id="{61E36FEB-3C59-4377-BD24-510AAF550F27}"/>
                  </a:ext>
                </a:extLst>
              </p:cNvPr>
              <p:cNvSpPr/>
              <p:nvPr/>
            </p:nvSpPr>
            <p:spPr>
              <a:xfrm>
                <a:off x="9460044" y="541468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</p:grpSp>
        <p:grpSp>
          <p:nvGrpSpPr>
            <p:cNvPr id="240" name="群組 239">
              <a:extLst>
                <a:ext uri="{FF2B5EF4-FFF2-40B4-BE49-F238E27FC236}">
                  <a16:creationId xmlns:a16="http://schemas.microsoft.com/office/drawing/2014/main" id="{3E146815-3CD6-4F4A-8583-75BFAE20000B}"/>
                </a:ext>
              </a:extLst>
            </p:cNvPr>
            <p:cNvGrpSpPr/>
            <p:nvPr/>
          </p:nvGrpSpPr>
          <p:grpSpPr>
            <a:xfrm>
              <a:off x="4663050" y="3874077"/>
              <a:ext cx="1825190" cy="1825188"/>
              <a:chOff x="-756975" y="5254023"/>
              <a:chExt cx="2090057" cy="2090057"/>
            </a:xfrm>
          </p:grpSpPr>
          <p:sp>
            <p:nvSpPr>
              <p:cNvPr id="291" name="矩形: 圓角 290">
                <a:extLst>
                  <a:ext uri="{FF2B5EF4-FFF2-40B4-BE49-F238E27FC236}">
                    <a16:creationId xmlns:a16="http://schemas.microsoft.com/office/drawing/2014/main" id="{A6F75195-A241-4C03-A09B-90A053E9ACDA}"/>
                  </a:ext>
                </a:extLst>
              </p:cNvPr>
              <p:cNvSpPr/>
              <p:nvPr/>
            </p:nvSpPr>
            <p:spPr>
              <a:xfrm>
                <a:off x="-756975" y="5254023"/>
                <a:ext cx="2090057" cy="2090057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 dirty="0"/>
              </a:p>
            </p:txBody>
          </p:sp>
          <p:sp>
            <p:nvSpPr>
              <p:cNvPr id="292" name="箭號: 左-右雙向 291">
                <a:extLst>
                  <a:ext uri="{FF2B5EF4-FFF2-40B4-BE49-F238E27FC236}">
                    <a16:creationId xmlns:a16="http://schemas.microsoft.com/office/drawing/2014/main" id="{06A9FFDF-D95E-4033-B89C-8DA4AE91977C}"/>
                  </a:ext>
                </a:extLst>
              </p:cNvPr>
              <p:cNvSpPr/>
              <p:nvPr/>
            </p:nvSpPr>
            <p:spPr>
              <a:xfrm rot="10800000">
                <a:off x="-564882" y="619017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 dirty="0"/>
              </a:p>
            </p:txBody>
          </p:sp>
          <p:sp>
            <p:nvSpPr>
              <p:cNvPr id="293" name="箭號: 左-右雙向 292">
                <a:extLst>
                  <a:ext uri="{FF2B5EF4-FFF2-40B4-BE49-F238E27FC236}">
                    <a16:creationId xmlns:a16="http://schemas.microsoft.com/office/drawing/2014/main" id="{5DBE807D-04AC-4965-9C07-6AB5349CD6AC}"/>
                  </a:ext>
                </a:extLst>
              </p:cNvPr>
              <p:cNvSpPr/>
              <p:nvPr/>
            </p:nvSpPr>
            <p:spPr>
              <a:xfrm rot="10800000">
                <a:off x="740063" y="619017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294" name="箭號: 左-右雙向 293">
                <a:extLst>
                  <a:ext uri="{FF2B5EF4-FFF2-40B4-BE49-F238E27FC236}">
                    <a16:creationId xmlns:a16="http://schemas.microsoft.com/office/drawing/2014/main" id="{D0975030-27D9-478B-A57F-8FE0C7F09014}"/>
                  </a:ext>
                </a:extLst>
              </p:cNvPr>
              <p:cNvSpPr/>
              <p:nvPr/>
            </p:nvSpPr>
            <p:spPr>
              <a:xfrm rot="2700000">
                <a:off x="-371956" y="5728012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295" name="箭號: 左-右雙向 294">
                <a:extLst>
                  <a:ext uri="{FF2B5EF4-FFF2-40B4-BE49-F238E27FC236}">
                    <a16:creationId xmlns:a16="http://schemas.microsoft.com/office/drawing/2014/main" id="{35AA1802-12FD-4697-B11B-9E1720F76695}"/>
                  </a:ext>
                </a:extLst>
              </p:cNvPr>
              <p:cNvSpPr/>
              <p:nvPr/>
            </p:nvSpPr>
            <p:spPr>
              <a:xfrm rot="2700000">
                <a:off x="532147" y="6669520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296" name="箭號: 左-右雙向 295">
                <a:extLst>
                  <a:ext uri="{FF2B5EF4-FFF2-40B4-BE49-F238E27FC236}">
                    <a16:creationId xmlns:a16="http://schemas.microsoft.com/office/drawing/2014/main" id="{5E718F26-0DF9-407B-A4EB-EDE50C04F5B4}"/>
                  </a:ext>
                </a:extLst>
              </p:cNvPr>
              <p:cNvSpPr/>
              <p:nvPr/>
            </p:nvSpPr>
            <p:spPr>
              <a:xfrm rot="18900000">
                <a:off x="-371955" y="6669521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 dirty="0"/>
              </a:p>
            </p:txBody>
          </p:sp>
          <p:sp>
            <p:nvSpPr>
              <p:cNvPr id="297" name="箭號: 左-右雙向 296">
                <a:extLst>
                  <a:ext uri="{FF2B5EF4-FFF2-40B4-BE49-F238E27FC236}">
                    <a16:creationId xmlns:a16="http://schemas.microsoft.com/office/drawing/2014/main" id="{5C457973-B20A-48B9-8B8F-6965D4DC31E7}"/>
                  </a:ext>
                </a:extLst>
              </p:cNvPr>
              <p:cNvSpPr/>
              <p:nvPr/>
            </p:nvSpPr>
            <p:spPr>
              <a:xfrm rot="18900000">
                <a:off x="532146" y="5728011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298" name="箭號: 左-右雙向 297">
                <a:extLst>
                  <a:ext uri="{FF2B5EF4-FFF2-40B4-BE49-F238E27FC236}">
                    <a16:creationId xmlns:a16="http://schemas.microsoft.com/office/drawing/2014/main" id="{D108C214-3007-4700-A042-255CB97186AD}"/>
                  </a:ext>
                </a:extLst>
              </p:cNvPr>
              <p:cNvSpPr/>
              <p:nvPr/>
            </p:nvSpPr>
            <p:spPr>
              <a:xfrm rot="5400000">
                <a:off x="69843" y="6857317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299" name="箭號: 左-右雙向 298">
                <a:extLst>
                  <a:ext uri="{FF2B5EF4-FFF2-40B4-BE49-F238E27FC236}">
                    <a16:creationId xmlns:a16="http://schemas.microsoft.com/office/drawing/2014/main" id="{861AEE02-5D4A-460C-8CA4-87DB84F354DD}"/>
                  </a:ext>
                </a:extLst>
              </p:cNvPr>
              <p:cNvSpPr/>
              <p:nvPr/>
            </p:nvSpPr>
            <p:spPr>
              <a:xfrm rot="5400000">
                <a:off x="69843" y="552763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1" name="文字方塊 240">
                  <a:extLst>
                    <a:ext uri="{FF2B5EF4-FFF2-40B4-BE49-F238E27FC236}">
                      <a16:creationId xmlns:a16="http://schemas.microsoft.com/office/drawing/2014/main" id="{D6BBFCC5-85B4-4394-9437-49450C509BCA}"/>
                    </a:ext>
                  </a:extLst>
                </p:cNvPr>
                <p:cNvSpPr txBox="1"/>
                <p:nvPr/>
              </p:nvSpPr>
              <p:spPr>
                <a:xfrm>
                  <a:off x="6673640" y="3405310"/>
                  <a:ext cx="1766845" cy="5078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7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TW" sz="27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700" i="1">
                            <a:latin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zh-TW" altLang="en-US" sz="2700" dirty="0"/>
                </a:p>
              </p:txBody>
            </p:sp>
          </mc:Choice>
          <mc:Fallback>
            <p:sp>
              <p:nvSpPr>
                <p:cNvPr id="241" name="文字方塊 240">
                  <a:extLst>
                    <a:ext uri="{FF2B5EF4-FFF2-40B4-BE49-F238E27FC236}">
                      <a16:creationId xmlns:a16="http://schemas.microsoft.com/office/drawing/2014/main" id="{D6BBFCC5-85B4-4394-9437-49450C509B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3640" y="3405310"/>
                  <a:ext cx="1766845" cy="50783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2" name="文字方塊 241">
              <a:extLst>
                <a:ext uri="{FF2B5EF4-FFF2-40B4-BE49-F238E27FC236}">
                  <a16:creationId xmlns:a16="http://schemas.microsoft.com/office/drawing/2014/main" id="{19EB1EA4-9D8C-43AA-A1F5-D2BE884FA21B}"/>
                </a:ext>
              </a:extLst>
            </p:cNvPr>
            <p:cNvSpPr txBox="1"/>
            <p:nvPr/>
          </p:nvSpPr>
          <p:spPr>
            <a:xfrm>
              <a:off x="745409" y="4096652"/>
              <a:ext cx="3840316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Polarization</a:t>
              </a:r>
              <a:r>
                <a:rPr lang="zh-TW" altLang="en-US" sz="2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2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of </a:t>
              </a:r>
              <a:endParaRPr lang="zh-TW" altLang="en-US" sz="2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3" name="文字方塊 242">
              <a:extLst>
                <a:ext uri="{FF2B5EF4-FFF2-40B4-BE49-F238E27FC236}">
                  <a16:creationId xmlns:a16="http://schemas.microsoft.com/office/drawing/2014/main" id="{86885DCE-9326-4EBD-B3A8-36A7FA9FAAF4}"/>
                </a:ext>
              </a:extLst>
            </p:cNvPr>
            <p:cNvSpPr txBox="1"/>
            <p:nvPr/>
          </p:nvSpPr>
          <p:spPr>
            <a:xfrm>
              <a:off x="745409" y="2123767"/>
              <a:ext cx="3840316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Transition dipole</a:t>
              </a:r>
              <a:r>
                <a:rPr lang="zh-TW" altLang="en-US" sz="2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2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(BXs)</a:t>
              </a:r>
              <a:endParaRPr lang="zh-TW" altLang="en-US" sz="2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44" name="群組 243">
              <a:extLst>
                <a:ext uri="{FF2B5EF4-FFF2-40B4-BE49-F238E27FC236}">
                  <a16:creationId xmlns:a16="http://schemas.microsoft.com/office/drawing/2014/main" id="{0A560855-F5BA-406E-81CA-ECBEAE41CCFA}"/>
                </a:ext>
              </a:extLst>
            </p:cNvPr>
            <p:cNvGrpSpPr/>
            <p:nvPr/>
          </p:nvGrpSpPr>
          <p:grpSpPr>
            <a:xfrm>
              <a:off x="5437825" y="4288423"/>
              <a:ext cx="644641" cy="689099"/>
              <a:chOff x="6583394" y="1501875"/>
              <a:chExt cx="1650681" cy="1764520"/>
            </a:xfrm>
          </p:grpSpPr>
          <p:grpSp>
            <p:nvGrpSpPr>
              <p:cNvPr id="286" name="群組 285">
                <a:extLst>
                  <a:ext uri="{FF2B5EF4-FFF2-40B4-BE49-F238E27FC236}">
                    <a16:creationId xmlns:a16="http://schemas.microsoft.com/office/drawing/2014/main" id="{708046E1-F6CA-4487-A845-8CBB437DD241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289" name="箭號: 向右 288">
                  <a:extLst>
                    <a:ext uri="{FF2B5EF4-FFF2-40B4-BE49-F238E27FC236}">
                      <a16:creationId xmlns:a16="http://schemas.microsoft.com/office/drawing/2014/main" id="{CC8F469B-45BA-47E1-80FB-282DBE47F2BC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90" name="箭號: 向右 289">
                  <a:extLst>
                    <a:ext uri="{FF2B5EF4-FFF2-40B4-BE49-F238E27FC236}">
                      <a16:creationId xmlns:a16="http://schemas.microsoft.com/office/drawing/2014/main" id="{E1696520-300B-4620-8BC3-010AC8EB9513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87" name="文字方塊 286">
                    <a:extLst>
                      <a:ext uri="{FF2B5EF4-FFF2-40B4-BE49-F238E27FC236}">
                        <a16:creationId xmlns:a16="http://schemas.microsoft.com/office/drawing/2014/main" id="{8660AA69-DE20-4AA8-B17C-A7A2D9DDFDD9}"/>
                      </a:ext>
                    </a:extLst>
                  </p:cNvPr>
                  <p:cNvSpPr txBox="1"/>
                  <p:nvPr/>
                </p:nvSpPr>
                <p:spPr>
                  <a:xfrm>
                    <a:off x="6583394" y="1501875"/>
                    <a:ext cx="416137" cy="10864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87" name="文字方塊 286">
                    <a:extLst>
                      <a:ext uri="{FF2B5EF4-FFF2-40B4-BE49-F238E27FC236}">
                        <a16:creationId xmlns:a16="http://schemas.microsoft.com/office/drawing/2014/main" id="{8660AA69-DE20-4AA8-B17C-A7A2D9DDFDD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3394" y="1501875"/>
                    <a:ext cx="416137" cy="108642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4815" r="-166667" b="-428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88" name="文字方塊 287">
                    <a:extLst>
                      <a:ext uri="{FF2B5EF4-FFF2-40B4-BE49-F238E27FC236}">
                        <a16:creationId xmlns:a16="http://schemas.microsoft.com/office/drawing/2014/main" id="{1612911D-1B49-4BA9-8116-B49948A25B97}"/>
                      </a:ext>
                    </a:extLst>
                  </p:cNvPr>
                  <p:cNvSpPr txBox="1"/>
                  <p:nvPr/>
                </p:nvSpPr>
                <p:spPr>
                  <a:xfrm>
                    <a:off x="7165989" y="2241866"/>
                    <a:ext cx="1068086" cy="102452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88" name="文字方塊 287">
                    <a:extLst>
                      <a:ext uri="{FF2B5EF4-FFF2-40B4-BE49-F238E27FC236}">
                        <a16:creationId xmlns:a16="http://schemas.microsoft.com/office/drawing/2014/main" id="{1612911D-1B49-4BA9-8116-B49948A25B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65989" y="2241866"/>
                    <a:ext cx="1068086" cy="102452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412" b="-909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5" name="文字方塊 244">
                  <a:extLst>
                    <a:ext uri="{FF2B5EF4-FFF2-40B4-BE49-F238E27FC236}">
                      <a16:creationId xmlns:a16="http://schemas.microsoft.com/office/drawing/2014/main" id="{B62E15B4-AEBA-4A57-A261-01265B810C00}"/>
                    </a:ext>
                  </a:extLst>
                </p:cNvPr>
                <p:cNvSpPr txBox="1"/>
                <p:nvPr/>
              </p:nvSpPr>
              <p:spPr>
                <a:xfrm>
                  <a:off x="4587114" y="3405310"/>
                  <a:ext cx="2067276" cy="5078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7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TW" sz="2700" i="1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zh-TW" altLang="en-US" sz="2700" dirty="0"/>
                </a:p>
              </p:txBody>
            </p:sp>
          </mc:Choice>
          <mc:Fallback>
            <p:sp>
              <p:nvSpPr>
                <p:cNvPr id="245" name="文字方塊 244">
                  <a:extLst>
                    <a:ext uri="{FF2B5EF4-FFF2-40B4-BE49-F238E27FC236}">
                      <a16:creationId xmlns:a16="http://schemas.microsoft.com/office/drawing/2014/main" id="{B62E15B4-AEBA-4A57-A261-01265B810C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7114" y="3405310"/>
                  <a:ext cx="2067276" cy="5078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46" name="圖片 245">
              <a:extLst>
                <a:ext uri="{FF2B5EF4-FFF2-40B4-BE49-F238E27FC236}">
                  <a16:creationId xmlns:a16="http://schemas.microsoft.com/office/drawing/2014/main" id="{F84D42A7-F32D-4C69-B1E2-DDD2B71DA87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64376"/>
            <a:stretch/>
          </p:blipFill>
          <p:spPr>
            <a:xfrm>
              <a:off x="5131151" y="1095541"/>
              <a:ext cx="885827" cy="444781"/>
            </a:xfrm>
            <a:prstGeom prst="rect">
              <a:avLst/>
            </a:prstGeom>
          </p:spPr>
        </p:pic>
        <p:pic>
          <p:nvPicPr>
            <p:cNvPr id="247" name="圖片 246">
              <a:extLst>
                <a:ext uri="{FF2B5EF4-FFF2-40B4-BE49-F238E27FC236}">
                  <a16:creationId xmlns:a16="http://schemas.microsoft.com/office/drawing/2014/main" id="{AF377790-04D8-4346-8343-9D24B761AC5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65870"/>
            <a:stretch/>
          </p:blipFill>
          <p:spPr>
            <a:xfrm>
              <a:off x="7047015" y="1115876"/>
              <a:ext cx="885825" cy="426121"/>
            </a:xfrm>
            <a:prstGeom prst="rect">
              <a:avLst/>
            </a:prstGeom>
          </p:spPr>
        </p:pic>
        <p:grpSp>
          <p:nvGrpSpPr>
            <p:cNvPr id="248" name="群組 247">
              <a:extLst>
                <a:ext uri="{FF2B5EF4-FFF2-40B4-BE49-F238E27FC236}">
                  <a16:creationId xmlns:a16="http://schemas.microsoft.com/office/drawing/2014/main" id="{41602E3C-AA3E-4345-B429-5D883D926D8E}"/>
                </a:ext>
              </a:extLst>
            </p:cNvPr>
            <p:cNvGrpSpPr/>
            <p:nvPr/>
          </p:nvGrpSpPr>
          <p:grpSpPr>
            <a:xfrm>
              <a:off x="4663050" y="1541963"/>
              <a:ext cx="1825190" cy="1825188"/>
              <a:chOff x="5094694" y="9823325"/>
              <a:chExt cx="2090057" cy="2090057"/>
            </a:xfrm>
          </p:grpSpPr>
          <p:sp>
            <p:nvSpPr>
              <p:cNvPr id="277" name="矩形: 圓角 276">
                <a:extLst>
                  <a:ext uri="{FF2B5EF4-FFF2-40B4-BE49-F238E27FC236}">
                    <a16:creationId xmlns:a16="http://schemas.microsoft.com/office/drawing/2014/main" id="{59B7A56C-DE16-4A97-820D-D4F720D3F8C8}"/>
                  </a:ext>
                </a:extLst>
              </p:cNvPr>
              <p:cNvSpPr/>
              <p:nvPr/>
            </p:nvSpPr>
            <p:spPr>
              <a:xfrm>
                <a:off x="5094694" y="9823325"/>
                <a:ext cx="2090057" cy="2090057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 dirty="0"/>
              </a:p>
            </p:txBody>
          </p:sp>
          <p:sp>
            <p:nvSpPr>
              <p:cNvPr id="278" name="箭號: 向右 277">
                <a:extLst>
                  <a:ext uri="{FF2B5EF4-FFF2-40B4-BE49-F238E27FC236}">
                    <a16:creationId xmlns:a16="http://schemas.microsoft.com/office/drawing/2014/main" id="{0324788E-D4A2-4FA3-91ED-E50617935210}"/>
                  </a:ext>
                </a:extLst>
              </p:cNvPr>
              <p:cNvSpPr/>
              <p:nvPr/>
            </p:nvSpPr>
            <p:spPr>
              <a:xfrm rot="16200000">
                <a:off x="5922594" y="10096014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279" name="箭號: 向右 278">
                <a:extLst>
                  <a:ext uri="{FF2B5EF4-FFF2-40B4-BE49-F238E27FC236}">
                    <a16:creationId xmlns:a16="http://schemas.microsoft.com/office/drawing/2014/main" id="{371A157E-54C5-4EDF-ACEA-7A90B08A1630}"/>
                  </a:ext>
                </a:extLst>
              </p:cNvPr>
              <p:cNvSpPr/>
              <p:nvPr/>
            </p:nvSpPr>
            <p:spPr>
              <a:xfrm rot="-2700000">
                <a:off x="6368008" y="10346626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280" name="箭號: 向右 279">
                <a:extLst>
                  <a:ext uri="{FF2B5EF4-FFF2-40B4-BE49-F238E27FC236}">
                    <a16:creationId xmlns:a16="http://schemas.microsoft.com/office/drawing/2014/main" id="{ECED82F6-3367-42E7-B293-071EBDCAC8BF}"/>
                  </a:ext>
                </a:extLst>
              </p:cNvPr>
              <p:cNvSpPr/>
              <p:nvPr/>
            </p:nvSpPr>
            <p:spPr>
              <a:xfrm rot="13500000">
                <a:off x="5487334" y="10363166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281" name="箭號: 向右 280">
                <a:extLst>
                  <a:ext uri="{FF2B5EF4-FFF2-40B4-BE49-F238E27FC236}">
                    <a16:creationId xmlns:a16="http://schemas.microsoft.com/office/drawing/2014/main" id="{CA648331-A619-45FB-91BE-FAB9C69EDA58}"/>
                  </a:ext>
                </a:extLst>
              </p:cNvPr>
              <p:cNvSpPr/>
              <p:nvPr/>
            </p:nvSpPr>
            <p:spPr>
              <a:xfrm>
                <a:off x="6589978" y="10758553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282" name="箭號: 向右 281">
                <a:extLst>
                  <a:ext uri="{FF2B5EF4-FFF2-40B4-BE49-F238E27FC236}">
                    <a16:creationId xmlns:a16="http://schemas.microsoft.com/office/drawing/2014/main" id="{D3F5D45A-9B3F-4759-A160-16138179ABF1}"/>
                  </a:ext>
                </a:extLst>
              </p:cNvPr>
              <p:cNvSpPr/>
              <p:nvPr/>
            </p:nvSpPr>
            <p:spPr>
              <a:xfrm rot="10800000">
                <a:off x="5286786" y="10758553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283" name="箭號: 向右 282">
                <a:extLst>
                  <a:ext uri="{FF2B5EF4-FFF2-40B4-BE49-F238E27FC236}">
                    <a16:creationId xmlns:a16="http://schemas.microsoft.com/office/drawing/2014/main" id="{47D3164A-9750-4A6E-9CE9-BF0AA4C0A973}"/>
                  </a:ext>
                </a:extLst>
              </p:cNvPr>
              <p:cNvSpPr/>
              <p:nvPr/>
            </p:nvSpPr>
            <p:spPr>
              <a:xfrm rot="2700000">
                <a:off x="6368007" y="11203875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284" name="箭號: 向右 283">
                <a:extLst>
                  <a:ext uri="{FF2B5EF4-FFF2-40B4-BE49-F238E27FC236}">
                    <a16:creationId xmlns:a16="http://schemas.microsoft.com/office/drawing/2014/main" id="{48988AC5-587D-4F26-9730-71735FFAC874}"/>
                  </a:ext>
                </a:extLst>
              </p:cNvPr>
              <p:cNvSpPr/>
              <p:nvPr/>
            </p:nvSpPr>
            <p:spPr>
              <a:xfrm rot="8100000">
                <a:off x="5487333" y="11203875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 dirty="0"/>
              </a:p>
            </p:txBody>
          </p:sp>
          <p:sp>
            <p:nvSpPr>
              <p:cNvPr id="285" name="箭號: 向右 284">
                <a:extLst>
                  <a:ext uri="{FF2B5EF4-FFF2-40B4-BE49-F238E27FC236}">
                    <a16:creationId xmlns:a16="http://schemas.microsoft.com/office/drawing/2014/main" id="{CA8779FA-438C-48B8-94F8-3912960E1004}"/>
                  </a:ext>
                </a:extLst>
              </p:cNvPr>
              <p:cNvSpPr/>
              <p:nvPr/>
            </p:nvSpPr>
            <p:spPr>
              <a:xfrm rot="5400000">
                <a:off x="5922594" y="11427961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FF000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</p:grpSp>
        <p:grpSp>
          <p:nvGrpSpPr>
            <p:cNvPr id="249" name="群組 248">
              <a:extLst>
                <a:ext uri="{FF2B5EF4-FFF2-40B4-BE49-F238E27FC236}">
                  <a16:creationId xmlns:a16="http://schemas.microsoft.com/office/drawing/2014/main" id="{12956D8C-AA53-4FB2-B00C-D3E0CC6B58DD}"/>
                </a:ext>
              </a:extLst>
            </p:cNvPr>
            <p:cNvGrpSpPr/>
            <p:nvPr/>
          </p:nvGrpSpPr>
          <p:grpSpPr>
            <a:xfrm>
              <a:off x="6625755" y="1541963"/>
              <a:ext cx="1825190" cy="1825188"/>
              <a:chOff x="7828725" y="9933124"/>
              <a:chExt cx="2090057" cy="2090057"/>
            </a:xfrm>
          </p:grpSpPr>
          <p:sp>
            <p:nvSpPr>
              <p:cNvPr id="268" name="矩形: 圓角 267">
                <a:extLst>
                  <a:ext uri="{FF2B5EF4-FFF2-40B4-BE49-F238E27FC236}">
                    <a16:creationId xmlns:a16="http://schemas.microsoft.com/office/drawing/2014/main" id="{7366A057-59FC-44FD-B35D-2EFD893D8A33}"/>
                  </a:ext>
                </a:extLst>
              </p:cNvPr>
              <p:cNvSpPr/>
              <p:nvPr/>
            </p:nvSpPr>
            <p:spPr>
              <a:xfrm>
                <a:off x="7828725" y="9933124"/>
                <a:ext cx="2090057" cy="2090057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 dirty="0"/>
              </a:p>
            </p:txBody>
          </p:sp>
          <p:sp>
            <p:nvSpPr>
              <p:cNvPr id="269" name="箭號: 向右 268">
                <a:extLst>
                  <a:ext uri="{FF2B5EF4-FFF2-40B4-BE49-F238E27FC236}">
                    <a16:creationId xmlns:a16="http://schemas.microsoft.com/office/drawing/2014/main" id="{EF97A19E-CDC2-4C59-8E31-DE12F1049C44}"/>
                  </a:ext>
                </a:extLst>
              </p:cNvPr>
              <p:cNvSpPr/>
              <p:nvPr/>
            </p:nvSpPr>
            <p:spPr>
              <a:xfrm rot="10800000">
                <a:off x="8656625" y="10205813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270" name="箭號: 向右 269">
                <a:extLst>
                  <a:ext uri="{FF2B5EF4-FFF2-40B4-BE49-F238E27FC236}">
                    <a16:creationId xmlns:a16="http://schemas.microsoft.com/office/drawing/2014/main" id="{D42EEE51-CAA3-4A4C-90CB-1249AD7A8681}"/>
                  </a:ext>
                </a:extLst>
              </p:cNvPr>
              <p:cNvSpPr/>
              <p:nvPr/>
            </p:nvSpPr>
            <p:spPr>
              <a:xfrm rot="13500000">
                <a:off x="9102038" y="10464695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271" name="箭號: 向右 270">
                <a:extLst>
                  <a:ext uri="{FF2B5EF4-FFF2-40B4-BE49-F238E27FC236}">
                    <a16:creationId xmlns:a16="http://schemas.microsoft.com/office/drawing/2014/main" id="{4D3094F5-5CB1-4D39-97E5-1D4335E553C6}"/>
                  </a:ext>
                </a:extLst>
              </p:cNvPr>
              <p:cNvSpPr/>
              <p:nvPr/>
            </p:nvSpPr>
            <p:spPr>
              <a:xfrm rot="8100000">
                <a:off x="8221364" y="10464695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272" name="箭號: 向右 271">
                <a:extLst>
                  <a:ext uri="{FF2B5EF4-FFF2-40B4-BE49-F238E27FC236}">
                    <a16:creationId xmlns:a16="http://schemas.microsoft.com/office/drawing/2014/main" id="{4A349619-6630-4085-AFC4-78038F772713}"/>
                  </a:ext>
                </a:extLst>
              </p:cNvPr>
              <p:cNvSpPr/>
              <p:nvPr/>
            </p:nvSpPr>
            <p:spPr>
              <a:xfrm rot="-5400000">
                <a:off x="9296611" y="10871700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273" name="箭號: 向右 272">
                <a:extLst>
                  <a:ext uri="{FF2B5EF4-FFF2-40B4-BE49-F238E27FC236}">
                    <a16:creationId xmlns:a16="http://schemas.microsoft.com/office/drawing/2014/main" id="{874C6C61-BFE5-440E-8D7D-61479CDA6E14}"/>
                  </a:ext>
                </a:extLst>
              </p:cNvPr>
              <p:cNvSpPr/>
              <p:nvPr/>
            </p:nvSpPr>
            <p:spPr>
              <a:xfrm rot="5400000">
                <a:off x="8020817" y="10871700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274" name="箭號: 向右 273">
                <a:extLst>
                  <a:ext uri="{FF2B5EF4-FFF2-40B4-BE49-F238E27FC236}">
                    <a16:creationId xmlns:a16="http://schemas.microsoft.com/office/drawing/2014/main" id="{3A2C227A-1B82-41C9-8CB1-FFAAFEFF1132}"/>
                  </a:ext>
                </a:extLst>
              </p:cNvPr>
              <p:cNvSpPr/>
              <p:nvPr/>
            </p:nvSpPr>
            <p:spPr>
              <a:xfrm rot="-2700000">
                <a:off x="9102038" y="11313674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  <p:sp>
            <p:nvSpPr>
              <p:cNvPr id="275" name="箭號: 向右 274">
                <a:extLst>
                  <a:ext uri="{FF2B5EF4-FFF2-40B4-BE49-F238E27FC236}">
                    <a16:creationId xmlns:a16="http://schemas.microsoft.com/office/drawing/2014/main" id="{B9507FAC-E6D2-4C84-8199-30EB5CDE8D0B}"/>
                  </a:ext>
                </a:extLst>
              </p:cNvPr>
              <p:cNvSpPr/>
              <p:nvPr/>
            </p:nvSpPr>
            <p:spPr>
              <a:xfrm rot="2700000">
                <a:off x="8221364" y="11313674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 dirty="0"/>
              </a:p>
            </p:txBody>
          </p:sp>
          <p:sp>
            <p:nvSpPr>
              <p:cNvPr id="276" name="箭號: 向右 275">
                <a:extLst>
                  <a:ext uri="{FF2B5EF4-FFF2-40B4-BE49-F238E27FC236}">
                    <a16:creationId xmlns:a16="http://schemas.microsoft.com/office/drawing/2014/main" id="{573DE253-1E87-49DE-A969-39B6BDF1DECE}"/>
                  </a:ext>
                </a:extLst>
              </p:cNvPr>
              <p:cNvSpPr/>
              <p:nvPr/>
            </p:nvSpPr>
            <p:spPr>
              <a:xfrm>
                <a:off x="8656624" y="11537760"/>
                <a:ext cx="432000" cy="219600"/>
              </a:xfrm>
              <a:prstGeom prst="rightArrow">
                <a:avLst>
                  <a:gd name="adj1" fmla="val 41325"/>
                  <a:gd name="adj2" fmla="val 50000"/>
                </a:avLst>
              </a:prstGeom>
              <a:solidFill>
                <a:srgbClr val="00B0F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6775" tIns="48386" rIns="96775" bIns="4838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700"/>
              </a:p>
            </p:txBody>
          </p:sp>
        </p:grpSp>
        <p:grpSp>
          <p:nvGrpSpPr>
            <p:cNvPr id="250" name="群組 249">
              <a:extLst>
                <a:ext uri="{FF2B5EF4-FFF2-40B4-BE49-F238E27FC236}">
                  <a16:creationId xmlns:a16="http://schemas.microsoft.com/office/drawing/2014/main" id="{C05FF975-6382-4D4E-9063-230DD0335D92}"/>
                </a:ext>
              </a:extLst>
            </p:cNvPr>
            <p:cNvGrpSpPr/>
            <p:nvPr/>
          </p:nvGrpSpPr>
          <p:grpSpPr>
            <a:xfrm>
              <a:off x="7401644" y="4288423"/>
              <a:ext cx="644641" cy="689099"/>
              <a:chOff x="6583394" y="1501875"/>
              <a:chExt cx="1650681" cy="1764520"/>
            </a:xfrm>
          </p:grpSpPr>
          <p:grpSp>
            <p:nvGrpSpPr>
              <p:cNvPr id="263" name="群組 262">
                <a:extLst>
                  <a:ext uri="{FF2B5EF4-FFF2-40B4-BE49-F238E27FC236}">
                    <a16:creationId xmlns:a16="http://schemas.microsoft.com/office/drawing/2014/main" id="{F96BD9EB-9D9F-45C4-AD53-A49384797523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266" name="箭號: 向右 265">
                  <a:extLst>
                    <a:ext uri="{FF2B5EF4-FFF2-40B4-BE49-F238E27FC236}">
                      <a16:creationId xmlns:a16="http://schemas.microsoft.com/office/drawing/2014/main" id="{86F0B9CA-CD17-4182-BF6A-DD855915BEF0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67" name="箭號: 向右 266">
                  <a:extLst>
                    <a:ext uri="{FF2B5EF4-FFF2-40B4-BE49-F238E27FC236}">
                      <a16:creationId xmlns:a16="http://schemas.microsoft.com/office/drawing/2014/main" id="{BEF516D3-4820-4759-89A2-54AFCBA38970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64" name="文字方塊 263">
                    <a:extLst>
                      <a:ext uri="{FF2B5EF4-FFF2-40B4-BE49-F238E27FC236}">
                        <a16:creationId xmlns:a16="http://schemas.microsoft.com/office/drawing/2014/main" id="{8FED2E2D-4866-4D98-87B1-D497068FBACA}"/>
                      </a:ext>
                    </a:extLst>
                  </p:cNvPr>
                  <p:cNvSpPr txBox="1"/>
                  <p:nvPr/>
                </p:nvSpPr>
                <p:spPr>
                  <a:xfrm>
                    <a:off x="6583394" y="1501875"/>
                    <a:ext cx="416137" cy="10864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64" name="文字方塊 263">
                    <a:extLst>
                      <a:ext uri="{FF2B5EF4-FFF2-40B4-BE49-F238E27FC236}">
                        <a16:creationId xmlns:a16="http://schemas.microsoft.com/office/drawing/2014/main" id="{8FED2E2D-4866-4D98-87B1-D497068FBA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3394" y="1501875"/>
                    <a:ext cx="416137" cy="108642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4815" r="-166667" b="-428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65" name="文字方塊 264">
                    <a:extLst>
                      <a:ext uri="{FF2B5EF4-FFF2-40B4-BE49-F238E27FC236}">
                        <a16:creationId xmlns:a16="http://schemas.microsoft.com/office/drawing/2014/main" id="{2CA0C90C-717C-46E4-99CF-48354380253E}"/>
                      </a:ext>
                    </a:extLst>
                  </p:cNvPr>
                  <p:cNvSpPr txBox="1"/>
                  <p:nvPr/>
                </p:nvSpPr>
                <p:spPr>
                  <a:xfrm>
                    <a:off x="7165989" y="2241866"/>
                    <a:ext cx="1068086" cy="102452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65" name="文字方塊 264">
                    <a:extLst>
                      <a:ext uri="{FF2B5EF4-FFF2-40B4-BE49-F238E27FC236}">
                        <a16:creationId xmlns:a16="http://schemas.microsoft.com/office/drawing/2014/main" id="{2CA0C90C-717C-46E4-99CF-48354380253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65989" y="2241866"/>
                    <a:ext cx="1068086" cy="102452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4412" b="-909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51" name="群組 250">
              <a:extLst>
                <a:ext uri="{FF2B5EF4-FFF2-40B4-BE49-F238E27FC236}">
                  <a16:creationId xmlns:a16="http://schemas.microsoft.com/office/drawing/2014/main" id="{14DDCB11-35C7-4C50-8C96-C8F4CFB08025}"/>
                </a:ext>
              </a:extLst>
            </p:cNvPr>
            <p:cNvGrpSpPr/>
            <p:nvPr/>
          </p:nvGrpSpPr>
          <p:grpSpPr>
            <a:xfrm>
              <a:off x="5437825" y="1953591"/>
              <a:ext cx="644641" cy="689099"/>
              <a:chOff x="6583394" y="1501875"/>
              <a:chExt cx="1650681" cy="1764520"/>
            </a:xfrm>
          </p:grpSpPr>
          <p:grpSp>
            <p:nvGrpSpPr>
              <p:cNvPr id="258" name="群組 257">
                <a:extLst>
                  <a:ext uri="{FF2B5EF4-FFF2-40B4-BE49-F238E27FC236}">
                    <a16:creationId xmlns:a16="http://schemas.microsoft.com/office/drawing/2014/main" id="{4C77B2CA-4219-450C-9161-C45907F2234C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261" name="箭號: 向右 260">
                  <a:extLst>
                    <a:ext uri="{FF2B5EF4-FFF2-40B4-BE49-F238E27FC236}">
                      <a16:creationId xmlns:a16="http://schemas.microsoft.com/office/drawing/2014/main" id="{9CA7E83D-3F16-4F9D-B998-9A91F3033ADF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62" name="箭號: 向右 261">
                  <a:extLst>
                    <a:ext uri="{FF2B5EF4-FFF2-40B4-BE49-F238E27FC236}">
                      <a16:creationId xmlns:a16="http://schemas.microsoft.com/office/drawing/2014/main" id="{1598C4F9-7060-45FF-AAA7-F25841BD5848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9" name="文字方塊 258">
                    <a:extLst>
                      <a:ext uri="{FF2B5EF4-FFF2-40B4-BE49-F238E27FC236}">
                        <a16:creationId xmlns:a16="http://schemas.microsoft.com/office/drawing/2014/main" id="{292E9A6D-4AE0-4CD4-9EA0-3173D219E896}"/>
                      </a:ext>
                    </a:extLst>
                  </p:cNvPr>
                  <p:cNvSpPr txBox="1"/>
                  <p:nvPr/>
                </p:nvSpPr>
                <p:spPr>
                  <a:xfrm>
                    <a:off x="6583394" y="1501875"/>
                    <a:ext cx="416137" cy="10864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59" name="文字方塊 258">
                    <a:extLst>
                      <a:ext uri="{FF2B5EF4-FFF2-40B4-BE49-F238E27FC236}">
                        <a16:creationId xmlns:a16="http://schemas.microsoft.com/office/drawing/2014/main" id="{292E9A6D-4AE0-4CD4-9EA0-3173D219E89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3394" y="1501875"/>
                    <a:ext cx="416137" cy="108642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4815" r="-166667" b="-428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60" name="文字方塊 259">
                    <a:extLst>
                      <a:ext uri="{FF2B5EF4-FFF2-40B4-BE49-F238E27FC236}">
                        <a16:creationId xmlns:a16="http://schemas.microsoft.com/office/drawing/2014/main" id="{8D6AA90E-8E54-4F85-8069-79A6B681A2B3}"/>
                      </a:ext>
                    </a:extLst>
                  </p:cNvPr>
                  <p:cNvSpPr txBox="1"/>
                  <p:nvPr/>
                </p:nvSpPr>
                <p:spPr>
                  <a:xfrm>
                    <a:off x="7165989" y="2241866"/>
                    <a:ext cx="1068086" cy="102452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60" name="文字方塊 259">
                    <a:extLst>
                      <a:ext uri="{FF2B5EF4-FFF2-40B4-BE49-F238E27FC236}">
                        <a16:creationId xmlns:a16="http://schemas.microsoft.com/office/drawing/2014/main" id="{8D6AA90E-8E54-4F85-8069-79A6B681A2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65989" y="2241866"/>
                    <a:ext cx="1068086" cy="102452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4412" b="-909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52" name="群組 251">
              <a:extLst>
                <a:ext uri="{FF2B5EF4-FFF2-40B4-BE49-F238E27FC236}">
                  <a16:creationId xmlns:a16="http://schemas.microsoft.com/office/drawing/2014/main" id="{A591FB36-B7A7-42AE-80E7-EDF353484EA6}"/>
                </a:ext>
              </a:extLst>
            </p:cNvPr>
            <p:cNvGrpSpPr/>
            <p:nvPr/>
          </p:nvGrpSpPr>
          <p:grpSpPr>
            <a:xfrm>
              <a:off x="7401644" y="1953591"/>
              <a:ext cx="644641" cy="689099"/>
              <a:chOff x="6583394" y="1501875"/>
              <a:chExt cx="1650681" cy="1764520"/>
            </a:xfrm>
          </p:grpSpPr>
          <p:grpSp>
            <p:nvGrpSpPr>
              <p:cNvPr id="253" name="群組 252">
                <a:extLst>
                  <a:ext uri="{FF2B5EF4-FFF2-40B4-BE49-F238E27FC236}">
                    <a16:creationId xmlns:a16="http://schemas.microsoft.com/office/drawing/2014/main" id="{62D89D06-43D4-4F08-8E21-76907DF78595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256" name="箭號: 向右 255">
                  <a:extLst>
                    <a:ext uri="{FF2B5EF4-FFF2-40B4-BE49-F238E27FC236}">
                      <a16:creationId xmlns:a16="http://schemas.microsoft.com/office/drawing/2014/main" id="{9903DA95-1A41-4EE6-BD54-31299C78B37E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57" name="箭號: 向右 256">
                  <a:extLst>
                    <a:ext uri="{FF2B5EF4-FFF2-40B4-BE49-F238E27FC236}">
                      <a16:creationId xmlns:a16="http://schemas.microsoft.com/office/drawing/2014/main" id="{031D0AFE-D964-4AF2-A069-A475F0E9CB46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4" name="文字方塊 253">
                    <a:extLst>
                      <a:ext uri="{FF2B5EF4-FFF2-40B4-BE49-F238E27FC236}">
                        <a16:creationId xmlns:a16="http://schemas.microsoft.com/office/drawing/2014/main" id="{99FB71F3-162E-4E1A-AB76-DD1BD9DAE1E5}"/>
                      </a:ext>
                    </a:extLst>
                  </p:cNvPr>
                  <p:cNvSpPr txBox="1"/>
                  <p:nvPr/>
                </p:nvSpPr>
                <p:spPr>
                  <a:xfrm>
                    <a:off x="6583394" y="1501875"/>
                    <a:ext cx="416137" cy="10864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54" name="文字方塊 253">
                    <a:extLst>
                      <a:ext uri="{FF2B5EF4-FFF2-40B4-BE49-F238E27FC236}">
                        <a16:creationId xmlns:a16="http://schemas.microsoft.com/office/drawing/2014/main" id="{99FB71F3-162E-4E1A-AB76-DD1BD9DAE1E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3394" y="1501875"/>
                    <a:ext cx="416137" cy="108642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4815" r="-166667" b="-428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5" name="文字方塊 254">
                    <a:extLst>
                      <a:ext uri="{FF2B5EF4-FFF2-40B4-BE49-F238E27FC236}">
                        <a16:creationId xmlns:a16="http://schemas.microsoft.com/office/drawing/2014/main" id="{76658871-F9EA-4467-A10F-DFE1A7D200DC}"/>
                      </a:ext>
                    </a:extLst>
                  </p:cNvPr>
                  <p:cNvSpPr txBox="1"/>
                  <p:nvPr/>
                </p:nvSpPr>
                <p:spPr>
                  <a:xfrm>
                    <a:off x="7165989" y="2241866"/>
                    <a:ext cx="1068086" cy="102452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55" name="文字方塊 254">
                    <a:extLst>
                      <a:ext uri="{FF2B5EF4-FFF2-40B4-BE49-F238E27FC236}">
                        <a16:creationId xmlns:a16="http://schemas.microsoft.com/office/drawing/2014/main" id="{76658871-F9EA-4467-A10F-DFE1A7D200D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65989" y="2241866"/>
                    <a:ext cx="1068086" cy="102452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4412" b="-909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2" name="圖片 1">
              <a:extLst>
                <a:ext uri="{FF2B5EF4-FFF2-40B4-BE49-F238E27FC236}">
                  <a16:creationId xmlns:a16="http://schemas.microsoft.com/office/drawing/2014/main" id="{6CF8991A-8115-470B-BE1B-5BBE22FEAA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77364"/>
            <a:stretch/>
          </p:blipFill>
          <p:spPr>
            <a:xfrm>
              <a:off x="882907" y="4575265"/>
              <a:ext cx="3565320" cy="5536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3734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1188</TotalTime>
  <Words>73</Words>
  <Application>Microsoft Office PowerPoint</Application>
  <PresentationFormat>自訂</PresentationFormat>
  <Paragraphs>42</Paragraphs>
  <Slides>3</Slides>
  <Notes>0</Notes>
  <HiddenSlides>2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0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21</cp:revision>
  <dcterms:created xsi:type="dcterms:W3CDTF">2026-04-27T10:55:32Z</dcterms:created>
  <dcterms:modified xsi:type="dcterms:W3CDTF">2026-05-21T08:54:44Z</dcterms:modified>
</cp:coreProperties>
</file>