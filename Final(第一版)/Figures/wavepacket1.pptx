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6" r:id="rId4"/>
    <p:sldId id="267" r:id="rId5"/>
    <p:sldId id="268" r:id="rId6"/>
    <p:sldId id="265" r:id="rId7"/>
    <p:sldId id="269" r:id="rId8"/>
    <p:sldId id="270" r:id="rId9"/>
    <p:sldId id="271" r:id="rId10"/>
    <p:sldId id="272" r:id="rId11"/>
  </p:sldIdLst>
  <p:sldSz cx="99060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94620"/>
            <a:ext cx="74295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945535"/>
            <a:ext cx="74295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48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52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448807"/>
            <a:ext cx="854392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204734"/>
            <a:ext cx="854392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43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4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95846"/>
            <a:ext cx="8543925" cy="347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441305"/>
            <a:ext cx="419070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657582"/>
            <a:ext cx="4190702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441305"/>
            <a:ext cx="421134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657582"/>
            <a:ext cx="4211340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09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86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3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259199"/>
            <a:ext cx="501491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67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259199"/>
            <a:ext cx="501491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09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95846"/>
            <a:ext cx="2135981" cy="152560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95846"/>
            <a:ext cx="6284119" cy="152560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1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5846"/>
            <a:ext cx="854392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479227"/>
            <a:ext cx="854392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668542"/>
            <a:ext cx="334327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9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1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6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5A85DA8-6E2A-4D88-9CD9-664531AACF7B}"/>
              </a:ext>
            </a:extLst>
          </p:cNvPr>
          <p:cNvGrpSpPr/>
          <p:nvPr/>
        </p:nvGrpSpPr>
        <p:grpSpPr>
          <a:xfrm>
            <a:off x="2723646" y="29256"/>
            <a:ext cx="4466643" cy="1741712"/>
            <a:chOff x="2723642" y="933675"/>
            <a:chExt cx="4466643" cy="1741712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2" y="934020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4" y="933675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1512836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1512836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1762179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2" y="1710662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9C426D8-9F0E-49E8-AA33-84D1E5B90C14}"/>
              </a:ext>
            </a:extLst>
          </p:cNvPr>
          <p:cNvGrpSpPr/>
          <p:nvPr/>
        </p:nvGrpSpPr>
        <p:grpSpPr>
          <a:xfrm>
            <a:off x="2144389" y="-1652527"/>
            <a:ext cx="5617233" cy="5105279"/>
            <a:chOff x="1905000" y="990600"/>
            <a:chExt cx="5617233" cy="5105279"/>
          </a:xfrm>
        </p:grpSpPr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3380EA81-C5F8-4D79-838A-1520DA874E3D}"/>
                </a:ext>
              </a:extLst>
            </p:cNvPr>
            <p:cNvSpPr/>
            <p:nvPr/>
          </p:nvSpPr>
          <p:spPr>
            <a:xfrm>
              <a:off x="1905000" y="990600"/>
              <a:ext cx="5617233" cy="503063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8A063E4B-5939-4A6B-BBA1-577A84F295CD}"/>
                </a:ext>
              </a:extLst>
            </p:cNvPr>
            <p:cNvSpPr/>
            <p:nvPr/>
          </p:nvSpPr>
          <p:spPr>
            <a:xfrm>
              <a:off x="2938786" y="2092081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41FB454-9EBF-4826-979F-79FDC56BC6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4943401" y="2274078"/>
              <a:ext cx="2540221" cy="154940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0FFC921-9431-4002-8415-4B1B12481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/>
            <a:stretch/>
          </p:blipFill>
          <p:spPr>
            <a:xfrm>
              <a:off x="4941712" y="4155355"/>
              <a:ext cx="2540221" cy="1940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/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/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874BB4B9-3647-41B7-863B-BA4D9B796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2611" y="3664243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9887D0E-0A07-4759-90BA-97FE7DA61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1286" y="3454101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/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/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/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  <m:sup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⋅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/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/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A3003D1-3B3C-4C0A-8234-851BB0A0B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2905781" y="2235808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/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C81BC7C2-E257-4F42-9817-26DF68AFD2E9}"/>
                </a:ext>
              </a:extLst>
            </p:cNvPr>
            <p:cNvGrpSpPr/>
            <p:nvPr/>
          </p:nvGrpSpPr>
          <p:grpSpPr>
            <a:xfrm>
              <a:off x="3723065" y="2584890"/>
              <a:ext cx="666253" cy="711268"/>
              <a:chOff x="6394099" y="1329789"/>
              <a:chExt cx="1805559" cy="1927549"/>
            </a:xfrm>
          </p:grpSpPr>
          <p:grpSp>
            <p:nvGrpSpPr>
              <p:cNvPr id="23" name="群組 22">
                <a:extLst>
                  <a:ext uri="{FF2B5EF4-FFF2-40B4-BE49-F238E27FC236}">
                    <a16:creationId xmlns:a16="http://schemas.microsoft.com/office/drawing/2014/main" id="{B31EA4FA-38D3-4AE2-A4C3-9A0D34FF1D74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" name="箭號: 向右 25">
                  <a:extLst>
                    <a:ext uri="{FF2B5EF4-FFF2-40B4-BE49-F238E27FC236}">
                      <a16:creationId xmlns:a16="http://schemas.microsoft.com/office/drawing/2014/main" id="{5CA7BE29-053C-470C-B9B9-1422568F30A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箭號: 向右 26">
                  <a:extLst>
                    <a:ext uri="{FF2B5EF4-FFF2-40B4-BE49-F238E27FC236}">
                      <a16:creationId xmlns:a16="http://schemas.microsoft.com/office/drawing/2014/main" id="{C202A97D-E1F0-449A-B047-679C78A2FCD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32555CD-268A-4A9D-A63B-649636A1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184045" y="-433238"/>
            <a:ext cx="2541600" cy="163830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FA61DDFD-BEF9-4C90-9EE2-07C5ECB9C3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45170" y="-395493"/>
            <a:ext cx="2284871" cy="35814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6E31094-94A3-4CD7-982D-030AD537BE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180817" y="1566155"/>
            <a:ext cx="2541600" cy="15621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76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-506612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-428974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1520827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0" y="-417420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88" y="152973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4" y="211389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55" y="731786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55" y="731786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1329765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1329765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27" y="487195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-437278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1021121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810979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2" y="-5823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-38597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-42157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-364283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4175</TotalTime>
  <Words>108</Words>
  <Application>Microsoft Office PowerPoint</Application>
  <PresentationFormat>自訂</PresentationFormat>
  <Paragraphs>68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19</cp:revision>
  <dcterms:created xsi:type="dcterms:W3CDTF">2026-05-22T09:21:35Z</dcterms:created>
  <dcterms:modified xsi:type="dcterms:W3CDTF">2026-05-25T07:26:54Z</dcterms:modified>
</cp:coreProperties>
</file>