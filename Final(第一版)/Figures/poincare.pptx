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7" r:id="rId2"/>
  </p:sldIdLst>
  <p:sldSz cx="9906000" cy="485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60"/>
  </p:normalViewPr>
  <p:slideViewPr>
    <p:cSldViewPr snapToGrid="0">
      <p:cViewPr varScale="1">
        <p:scale>
          <a:sx n="93" d="100"/>
          <a:sy n="93" d="100"/>
        </p:scale>
        <p:origin x="7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95267"/>
            <a:ext cx="7429500" cy="1691770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552278"/>
            <a:ext cx="7429500" cy="1173215"/>
          </a:xfrm>
        </p:spPr>
        <p:txBody>
          <a:bodyPr/>
          <a:lstStyle>
            <a:lvl1pPr marL="0" indent="0" algn="ctr">
              <a:buNone/>
              <a:defRPr sz="1701"/>
            </a:lvl1pPr>
            <a:lvl2pPr marL="323972" indent="0" algn="ctr">
              <a:buNone/>
              <a:defRPr sz="1417"/>
            </a:lvl2pPr>
            <a:lvl3pPr marL="647944" indent="0" algn="ctr">
              <a:buNone/>
              <a:defRPr sz="1275"/>
            </a:lvl3pPr>
            <a:lvl4pPr marL="971916" indent="0" algn="ctr">
              <a:buNone/>
              <a:defRPr sz="1134"/>
            </a:lvl4pPr>
            <a:lvl5pPr marL="1295888" indent="0" algn="ctr">
              <a:buNone/>
              <a:defRPr sz="1134"/>
            </a:lvl5pPr>
            <a:lvl6pPr marL="1619860" indent="0" algn="ctr">
              <a:buNone/>
              <a:defRPr sz="1134"/>
            </a:lvl6pPr>
            <a:lvl7pPr marL="1943832" indent="0" algn="ctr">
              <a:buNone/>
              <a:defRPr sz="1134"/>
            </a:lvl7pPr>
            <a:lvl8pPr marL="2267803" indent="0" algn="ctr">
              <a:buNone/>
              <a:defRPr sz="1134"/>
            </a:lvl8pPr>
            <a:lvl9pPr marL="2591775" indent="0" algn="ctr">
              <a:buNone/>
              <a:defRPr sz="1134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55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1224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211461"/>
            <a:ext cx="8543925" cy="2021349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251933"/>
            <a:ext cx="8543925" cy="1062980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1pPr>
            <a:lvl2pPr marL="323972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7944" indent="0">
              <a:buNone/>
              <a:defRPr sz="1275">
                <a:solidFill>
                  <a:schemeClr val="tx1">
                    <a:tint val="75000"/>
                  </a:schemeClr>
                </a:solidFill>
              </a:defRPr>
            </a:lvl3pPr>
            <a:lvl4pPr marL="97191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58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1986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3832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780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1775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054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93574"/>
            <a:ext cx="4210050" cy="308320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93574"/>
            <a:ext cx="4210050" cy="308320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038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58715"/>
            <a:ext cx="8543925" cy="93924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91213"/>
            <a:ext cx="4190702" cy="583795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3972" indent="0">
              <a:buNone/>
              <a:defRPr sz="1417" b="1"/>
            </a:lvl2pPr>
            <a:lvl3pPr marL="647944" indent="0">
              <a:buNone/>
              <a:defRPr sz="1275" b="1"/>
            </a:lvl3pPr>
            <a:lvl4pPr marL="971916" indent="0">
              <a:buNone/>
              <a:defRPr sz="1134" b="1"/>
            </a:lvl4pPr>
            <a:lvl5pPr marL="1295888" indent="0">
              <a:buNone/>
              <a:defRPr sz="1134" b="1"/>
            </a:lvl5pPr>
            <a:lvl6pPr marL="1619860" indent="0">
              <a:buNone/>
              <a:defRPr sz="1134" b="1"/>
            </a:lvl6pPr>
            <a:lvl7pPr marL="1943832" indent="0">
              <a:buNone/>
              <a:defRPr sz="1134" b="1"/>
            </a:lvl7pPr>
            <a:lvl8pPr marL="2267803" indent="0">
              <a:buNone/>
              <a:defRPr sz="1134" b="1"/>
            </a:lvl8pPr>
            <a:lvl9pPr marL="2591775" indent="0">
              <a:buNone/>
              <a:defRPr sz="113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775008"/>
            <a:ext cx="4190702" cy="261077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91213"/>
            <a:ext cx="4211340" cy="583795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3972" indent="0">
              <a:buNone/>
              <a:defRPr sz="1417" b="1"/>
            </a:lvl2pPr>
            <a:lvl3pPr marL="647944" indent="0">
              <a:buNone/>
              <a:defRPr sz="1275" b="1"/>
            </a:lvl3pPr>
            <a:lvl4pPr marL="971916" indent="0">
              <a:buNone/>
              <a:defRPr sz="1134" b="1"/>
            </a:lvl4pPr>
            <a:lvl5pPr marL="1295888" indent="0">
              <a:buNone/>
              <a:defRPr sz="1134" b="1"/>
            </a:lvl5pPr>
            <a:lvl6pPr marL="1619860" indent="0">
              <a:buNone/>
              <a:defRPr sz="1134" b="1"/>
            </a:lvl6pPr>
            <a:lvl7pPr marL="1943832" indent="0">
              <a:buNone/>
              <a:defRPr sz="1134" b="1"/>
            </a:lvl7pPr>
            <a:lvl8pPr marL="2267803" indent="0">
              <a:buNone/>
              <a:defRPr sz="1134" b="1"/>
            </a:lvl8pPr>
            <a:lvl9pPr marL="2591775" indent="0">
              <a:buNone/>
              <a:defRPr sz="113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75008"/>
            <a:ext cx="4211340" cy="261077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493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053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2302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23956"/>
            <a:ext cx="3194943" cy="113384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99655"/>
            <a:ext cx="5014913" cy="3453280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57802"/>
            <a:ext cx="3194943" cy="2700757"/>
          </a:xfrm>
        </p:spPr>
        <p:txBody>
          <a:bodyPr/>
          <a:lstStyle>
            <a:lvl1pPr marL="0" indent="0">
              <a:buNone/>
              <a:defRPr sz="1134"/>
            </a:lvl1pPr>
            <a:lvl2pPr marL="323972" indent="0">
              <a:buNone/>
              <a:defRPr sz="992"/>
            </a:lvl2pPr>
            <a:lvl3pPr marL="647944" indent="0">
              <a:buNone/>
              <a:defRPr sz="850"/>
            </a:lvl3pPr>
            <a:lvl4pPr marL="971916" indent="0">
              <a:buNone/>
              <a:defRPr sz="709"/>
            </a:lvl4pPr>
            <a:lvl5pPr marL="1295888" indent="0">
              <a:buNone/>
              <a:defRPr sz="709"/>
            </a:lvl5pPr>
            <a:lvl6pPr marL="1619860" indent="0">
              <a:buNone/>
              <a:defRPr sz="709"/>
            </a:lvl6pPr>
            <a:lvl7pPr marL="1943832" indent="0">
              <a:buNone/>
              <a:defRPr sz="709"/>
            </a:lvl7pPr>
            <a:lvl8pPr marL="2267803" indent="0">
              <a:buNone/>
              <a:defRPr sz="709"/>
            </a:lvl8pPr>
            <a:lvl9pPr marL="2591775" indent="0">
              <a:buNone/>
              <a:defRPr sz="70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18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23956"/>
            <a:ext cx="3194943" cy="113384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99655"/>
            <a:ext cx="5014913" cy="3453280"/>
          </a:xfrm>
        </p:spPr>
        <p:txBody>
          <a:bodyPr anchor="t"/>
          <a:lstStyle>
            <a:lvl1pPr marL="0" indent="0">
              <a:buNone/>
              <a:defRPr sz="2268"/>
            </a:lvl1pPr>
            <a:lvl2pPr marL="323972" indent="0">
              <a:buNone/>
              <a:defRPr sz="1984"/>
            </a:lvl2pPr>
            <a:lvl3pPr marL="647944" indent="0">
              <a:buNone/>
              <a:defRPr sz="1701"/>
            </a:lvl3pPr>
            <a:lvl4pPr marL="971916" indent="0">
              <a:buNone/>
              <a:defRPr sz="1417"/>
            </a:lvl4pPr>
            <a:lvl5pPr marL="1295888" indent="0">
              <a:buNone/>
              <a:defRPr sz="1417"/>
            </a:lvl5pPr>
            <a:lvl6pPr marL="1619860" indent="0">
              <a:buNone/>
              <a:defRPr sz="1417"/>
            </a:lvl6pPr>
            <a:lvl7pPr marL="1943832" indent="0">
              <a:buNone/>
              <a:defRPr sz="1417"/>
            </a:lvl7pPr>
            <a:lvl8pPr marL="2267803" indent="0">
              <a:buNone/>
              <a:defRPr sz="1417"/>
            </a:lvl8pPr>
            <a:lvl9pPr marL="2591775" indent="0">
              <a:buNone/>
              <a:defRPr sz="141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57802"/>
            <a:ext cx="3194943" cy="2700757"/>
          </a:xfrm>
        </p:spPr>
        <p:txBody>
          <a:bodyPr/>
          <a:lstStyle>
            <a:lvl1pPr marL="0" indent="0">
              <a:buNone/>
              <a:defRPr sz="1134"/>
            </a:lvl1pPr>
            <a:lvl2pPr marL="323972" indent="0">
              <a:buNone/>
              <a:defRPr sz="992"/>
            </a:lvl2pPr>
            <a:lvl3pPr marL="647944" indent="0">
              <a:buNone/>
              <a:defRPr sz="850"/>
            </a:lvl3pPr>
            <a:lvl4pPr marL="971916" indent="0">
              <a:buNone/>
              <a:defRPr sz="709"/>
            </a:lvl4pPr>
            <a:lvl5pPr marL="1295888" indent="0">
              <a:buNone/>
              <a:defRPr sz="709"/>
            </a:lvl5pPr>
            <a:lvl6pPr marL="1619860" indent="0">
              <a:buNone/>
              <a:defRPr sz="709"/>
            </a:lvl6pPr>
            <a:lvl7pPr marL="1943832" indent="0">
              <a:buNone/>
              <a:defRPr sz="709"/>
            </a:lvl7pPr>
            <a:lvl8pPr marL="2267803" indent="0">
              <a:buNone/>
              <a:defRPr sz="709"/>
            </a:lvl8pPr>
            <a:lvl9pPr marL="2591775" indent="0">
              <a:buNone/>
              <a:defRPr sz="70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252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980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58715"/>
            <a:ext cx="2135981" cy="411806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58715"/>
            <a:ext cx="6284119" cy="411806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122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58715"/>
            <a:ext cx="8543925" cy="939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93574"/>
            <a:ext cx="8543925" cy="3083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503887"/>
            <a:ext cx="2228850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503887"/>
            <a:ext cx="3343275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503887"/>
            <a:ext cx="2228850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994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647944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86" indent="-161986" algn="l" defTabSz="647944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5958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09930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457874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81846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105817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29789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53761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23972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47944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971916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295888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619860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43832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67803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91775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1361D300-353B-486E-A112-EB8FACAC1363}"/>
              </a:ext>
            </a:extLst>
          </p:cNvPr>
          <p:cNvGrpSpPr/>
          <p:nvPr/>
        </p:nvGrpSpPr>
        <p:grpSpPr>
          <a:xfrm>
            <a:off x="1405237" y="45578"/>
            <a:ext cx="7095535" cy="4768189"/>
            <a:chOff x="1390650" y="7011"/>
            <a:chExt cx="7095535" cy="4768189"/>
          </a:xfrm>
        </p:grpSpPr>
        <p:sp>
          <p:nvSpPr>
            <p:cNvPr id="218" name="矩形: 圓角 217">
              <a:extLst>
                <a:ext uri="{FF2B5EF4-FFF2-40B4-BE49-F238E27FC236}">
                  <a16:creationId xmlns:a16="http://schemas.microsoft.com/office/drawing/2014/main" id="{A41F267B-5869-46A3-BE58-3F2D6B675712}"/>
                </a:ext>
              </a:extLst>
            </p:cNvPr>
            <p:cNvSpPr/>
            <p:nvPr/>
          </p:nvSpPr>
          <p:spPr>
            <a:xfrm>
              <a:off x="1390650" y="7011"/>
              <a:ext cx="7016750" cy="4768189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7F5221CE-37EE-40D8-BC56-84C6BB77B026}"/>
                </a:ext>
              </a:extLst>
            </p:cNvPr>
            <p:cNvSpPr/>
            <p:nvPr/>
          </p:nvSpPr>
          <p:spPr>
            <a:xfrm>
              <a:off x="4726407" y="1592193"/>
              <a:ext cx="240811" cy="24944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CDA31535-4AC8-4BAD-BE8E-AFCF3A5C1DFF}"/>
                </a:ext>
              </a:extLst>
            </p:cNvPr>
            <p:cNvSpPr/>
            <p:nvPr/>
          </p:nvSpPr>
          <p:spPr>
            <a:xfrm>
              <a:off x="3779789" y="1716918"/>
              <a:ext cx="2140546" cy="2217330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7" name="Oval 15">
              <a:extLst>
                <a:ext uri="{FF2B5EF4-FFF2-40B4-BE49-F238E27FC236}">
                  <a16:creationId xmlns:a16="http://schemas.microsoft.com/office/drawing/2014/main" id="{1B9C275D-D4F9-404B-9759-D3137F20859E}"/>
                </a:ext>
              </a:extLst>
            </p:cNvPr>
            <p:cNvSpPr/>
            <p:nvPr/>
          </p:nvSpPr>
          <p:spPr>
            <a:xfrm>
              <a:off x="4726407" y="3808278"/>
              <a:ext cx="240811" cy="24944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8" name="SHO">
              <a:extLst>
                <a:ext uri="{FF2B5EF4-FFF2-40B4-BE49-F238E27FC236}">
                  <a16:creationId xmlns:a16="http://schemas.microsoft.com/office/drawing/2014/main" id="{A12C8863-94E3-49F7-8C57-91B9A2E1BDE3}"/>
                </a:ext>
              </a:extLst>
            </p:cNvPr>
            <p:cNvSpPr/>
            <p:nvPr/>
          </p:nvSpPr>
          <p:spPr>
            <a:xfrm rot="16200000">
              <a:off x="4385281" y="1756051"/>
              <a:ext cx="923063" cy="2140546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9" name="SVO">
              <a:extLst>
                <a:ext uri="{FF2B5EF4-FFF2-40B4-BE49-F238E27FC236}">
                  <a16:creationId xmlns:a16="http://schemas.microsoft.com/office/drawing/2014/main" id="{BC0941FF-C00B-42D1-B1F2-D6E6CE090459}"/>
                </a:ext>
              </a:extLst>
            </p:cNvPr>
            <p:cNvSpPr/>
            <p:nvPr/>
          </p:nvSpPr>
          <p:spPr>
            <a:xfrm>
              <a:off x="4310342" y="1717659"/>
              <a:ext cx="1070273" cy="2217330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3B7219CA-A385-4095-B7EA-6C247B36BEF6}"/>
                </a:ext>
              </a:extLst>
            </p:cNvPr>
            <p:cNvSpPr/>
            <p:nvPr/>
          </p:nvSpPr>
          <p:spPr>
            <a:xfrm rot="16200000">
              <a:off x="4385281" y="1756051"/>
              <a:ext cx="923063" cy="2140546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11" name="Partial Circle 9">
              <a:extLst>
                <a:ext uri="{FF2B5EF4-FFF2-40B4-BE49-F238E27FC236}">
                  <a16:creationId xmlns:a16="http://schemas.microsoft.com/office/drawing/2014/main" id="{446DF47F-7EAC-4839-8813-F7266AF991D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4667325" y="2477933"/>
              <a:ext cx="352180" cy="67996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rgbClr val="007E00"/>
                </a:gs>
                <a:gs pos="36000">
                  <a:srgbClr val="45C845">
                    <a:alpha val="60000"/>
                  </a:srgbClr>
                </a:gs>
                <a:gs pos="100000">
                  <a:srgbClr val="B9FFB9">
                    <a:alpha val="60000"/>
                  </a:srgbClr>
                </a:gs>
              </a:gsLst>
              <a:lin ang="2700000" scaled="1"/>
              <a:tileRect/>
            </a:gradFill>
            <a:ln w="19050">
              <a:solidFill>
                <a:srgbClr val="319B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0">
                  <a:extLst>
                    <a:ext uri="{FF2B5EF4-FFF2-40B4-BE49-F238E27FC236}">
                      <a16:creationId xmlns:a16="http://schemas.microsoft.com/office/drawing/2014/main" id="{26699C68-A443-487C-97DC-E3EB498C2D1B}"/>
                    </a:ext>
                  </a:extLst>
                </p:cNvPr>
                <p:cNvSpPr txBox="1"/>
                <p:nvPr/>
              </p:nvSpPr>
              <p:spPr>
                <a:xfrm>
                  <a:off x="4284912" y="2781246"/>
                  <a:ext cx="262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0">
                  <a:extLst>
                    <a:ext uri="{FF2B5EF4-FFF2-40B4-BE49-F238E27FC236}">
                      <a16:creationId xmlns:a16="http://schemas.microsoft.com/office/drawing/2014/main" id="{26699C68-A443-487C-97DC-E3EB498C2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4912" y="2781246"/>
                  <a:ext cx="262272" cy="400110"/>
                </a:xfrm>
                <a:prstGeom prst="rect">
                  <a:avLst/>
                </a:prstGeom>
                <a:blipFill>
                  <a:blip r:embed="rId2"/>
                  <a:stretch>
                    <a:fillRect r="-1860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/>
                <p:nvPr/>
              </p:nvSpPr>
              <p:spPr>
                <a:xfrm>
                  <a:off x="4129326" y="2658333"/>
                  <a:ext cx="2622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9326" y="2658333"/>
                  <a:ext cx="262274" cy="400110"/>
                </a:xfrm>
                <a:prstGeom prst="rect">
                  <a:avLst/>
                </a:prstGeom>
                <a:blipFill>
                  <a:blip r:embed="rId3"/>
                  <a:stretch>
                    <a:fillRect r="-930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22">
              <a:extLst>
                <a:ext uri="{FF2B5EF4-FFF2-40B4-BE49-F238E27FC236}">
                  <a16:creationId xmlns:a16="http://schemas.microsoft.com/office/drawing/2014/main" id="{DC8DEB48-159A-432A-A563-D1E2F53D788D}"/>
                </a:ext>
              </a:extLst>
            </p:cNvPr>
            <p:cNvSpPr/>
            <p:nvPr/>
          </p:nvSpPr>
          <p:spPr>
            <a:xfrm>
              <a:off x="4725003" y="3808277"/>
              <a:ext cx="252000" cy="252000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/>
                <p:nvPr/>
              </p:nvSpPr>
              <p:spPr>
                <a:xfrm>
                  <a:off x="5056199" y="2880552"/>
                  <a:ext cx="2622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199" y="2880552"/>
                  <a:ext cx="262274" cy="400110"/>
                </a:xfrm>
                <a:prstGeom prst="rect">
                  <a:avLst/>
                </a:prstGeom>
                <a:blipFill>
                  <a:blip r:embed="rId4"/>
                  <a:stretch>
                    <a:fillRect r="-25581"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/>
                <p:nvPr/>
              </p:nvSpPr>
              <p:spPr>
                <a:xfrm>
                  <a:off x="4713231" y="1864348"/>
                  <a:ext cx="2622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3231" y="1864348"/>
                  <a:ext cx="262274" cy="400110"/>
                </a:xfrm>
                <a:prstGeom prst="rect">
                  <a:avLst/>
                </a:prstGeom>
                <a:blipFill>
                  <a:blip r:embed="rId5"/>
                  <a:stretch>
                    <a:fillRect r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DVO">
              <a:extLst>
                <a:ext uri="{FF2B5EF4-FFF2-40B4-BE49-F238E27FC236}">
                  <a16:creationId xmlns:a16="http://schemas.microsoft.com/office/drawing/2014/main" id="{602C53B1-114A-48C0-9D73-85F68ECA2FBE}"/>
                </a:ext>
              </a:extLst>
            </p:cNvPr>
            <p:cNvSpPr/>
            <p:nvPr/>
          </p:nvSpPr>
          <p:spPr>
            <a:xfrm flipH="1">
              <a:off x="4310342" y="1717659"/>
              <a:ext cx="1070273" cy="2217330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E8490D4-919C-4E37-805E-215BBF2F8C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5237" y="2819149"/>
              <a:ext cx="328471" cy="424757"/>
            </a:xfrm>
            <a:prstGeom prst="straightConnector1">
              <a:avLst/>
            </a:prstGeom>
            <a:ln w="53975">
              <a:solidFill>
                <a:srgbClr val="238109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2F8E52B4-3879-4A53-853D-37DC6B8692F9}"/>
                </a:ext>
              </a:extLst>
            </p:cNvPr>
            <p:cNvSpPr/>
            <p:nvPr/>
          </p:nvSpPr>
          <p:spPr>
            <a:xfrm>
              <a:off x="5796546" y="2701598"/>
              <a:ext cx="252000" cy="252000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2" name="Partial Circle 9">
              <a:extLst>
                <a:ext uri="{FF2B5EF4-FFF2-40B4-BE49-F238E27FC236}">
                  <a16:creationId xmlns:a16="http://schemas.microsoft.com/office/drawing/2014/main" id="{AE4539B5-558E-4EB9-B939-649312B60E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1552" y="2565520"/>
              <a:ext cx="246001" cy="49684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5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5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7">
              <a:extLst>
                <a:ext uri="{FF2B5EF4-FFF2-40B4-BE49-F238E27FC236}">
                  <a16:creationId xmlns:a16="http://schemas.microsoft.com/office/drawing/2014/main" id="{36EC1456-E151-43D6-83EA-97600C49E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0984" y="2162101"/>
              <a:ext cx="2515" cy="660975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10">
                  <a:extLst>
                    <a:ext uri="{FF2B5EF4-FFF2-40B4-BE49-F238E27FC236}">
                      <a16:creationId xmlns:a16="http://schemas.microsoft.com/office/drawing/2014/main" id="{03023A76-ED64-483B-BE33-0798B5F5BD4A}"/>
                    </a:ext>
                  </a:extLst>
                </p:cNvPr>
                <p:cNvSpPr txBox="1"/>
                <p:nvPr/>
              </p:nvSpPr>
              <p:spPr>
                <a:xfrm>
                  <a:off x="4856771" y="2294406"/>
                  <a:ext cx="262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10">
                  <a:extLst>
                    <a:ext uri="{FF2B5EF4-FFF2-40B4-BE49-F238E27FC236}">
                      <a16:creationId xmlns:a16="http://schemas.microsoft.com/office/drawing/2014/main" id="{03023A76-ED64-483B-BE33-0798B5F5BD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6771" y="2294406"/>
                  <a:ext cx="262272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9302" r="-39535" b="-1538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19">
              <a:extLst>
                <a:ext uri="{FF2B5EF4-FFF2-40B4-BE49-F238E27FC236}">
                  <a16:creationId xmlns:a16="http://schemas.microsoft.com/office/drawing/2014/main" id="{2B4DD044-2A67-4570-938D-6F05AB6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4845410" y="2819837"/>
              <a:ext cx="290252" cy="232381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8">
              <a:extLst>
                <a:ext uri="{FF2B5EF4-FFF2-40B4-BE49-F238E27FC236}">
                  <a16:creationId xmlns:a16="http://schemas.microsoft.com/office/drawing/2014/main" id="{19BA3216-8E1C-4DF5-A108-33E08250036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591446" y="2565647"/>
              <a:ext cx="0" cy="508379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17">
              <a:extLst>
                <a:ext uri="{FF2B5EF4-FFF2-40B4-BE49-F238E27FC236}">
                  <a16:creationId xmlns:a16="http://schemas.microsoft.com/office/drawing/2014/main" id="{A7A2F71B-ECD2-4F8F-B1A7-79F0E3830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720" y="2158419"/>
              <a:ext cx="847803" cy="666541"/>
            </a:xfrm>
            <a:prstGeom prst="straightConnector1">
              <a:avLst/>
            </a:prstGeom>
            <a:ln w="53975">
              <a:solidFill>
                <a:schemeClr val="accent5">
                  <a:lumMod val="75000"/>
                </a:schemeClr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C08F1200-1646-4E05-8061-9C6620047C71}"/>
                </a:ext>
              </a:extLst>
            </p:cNvPr>
            <p:cNvSpPr/>
            <p:nvPr/>
          </p:nvSpPr>
          <p:spPr>
            <a:xfrm>
              <a:off x="3655755" y="2701598"/>
              <a:ext cx="252000" cy="252000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Oval 22">
              <a:extLst>
                <a:ext uri="{FF2B5EF4-FFF2-40B4-BE49-F238E27FC236}">
                  <a16:creationId xmlns:a16="http://schemas.microsoft.com/office/drawing/2014/main" id="{FA290670-5ADB-4445-9B33-122BE606D9A1}"/>
                </a:ext>
              </a:extLst>
            </p:cNvPr>
            <p:cNvSpPr/>
            <p:nvPr/>
          </p:nvSpPr>
          <p:spPr>
            <a:xfrm>
              <a:off x="4726755" y="1580520"/>
              <a:ext cx="252000" cy="252000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BD7D3F58-D2E2-42DB-8B1B-53D87DE0B9E9}"/>
                    </a:ext>
                  </a:extLst>
                </p:cNvPr>
                <p:cNvSpPr txBox="1"/>
                <p:nvPr/>
              </p:nvSpPr>
              <p:spPr>
                <a:xfrm>
                  <a:off x="4010740" y="4089845"/>
                  <a:ext cx="168425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′, ℓ′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BD7D3F58-D2E2-42DB-8B1B-53D87DE0B9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0740" y="4089845"/>
                  <a:ext cx="1684254" cy="400110"/>
                </a:xfrm>
                <a:prstGeom prst="rect">
                  <a:avLst/>
                </a:prstGeom>
                <a:blipFill>
                  <a:blip r:embed="rId7"/>
                  <a:stretch>
                    <a:fillRect t="-122727" r="-5054" b="-18181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/>
                <p:nvPr/>
              </p:nvSpPr>
              <p:spPr>
                <a:xfrm>
                  <a:off x="4010740" y="1148941"/>
                  <a:ext cx="168425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0740" y="1148941"/>
                  <a:ext cx="1684254" cy="400110"/>
                </a:xfrm>
                <a:prstGeom prst="rect">
                  <a:avLst/>
                </a:prstGeom>
                <a:blipFill>
                  <a:blip r:embed="rId8"/>
                  <a:stretch>
                    <a:fillRect t="-124615" r="-1444" b="-1861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6" name="文字方塊 215">
              <a:extLst>
                <a:ext uri="{FF2B5EF4-FFF2-40B4-BE49-F238E27FC236}">
                  <a16:creationId xmlns:a16="http://schemas.microsoft.com/office/drawing/2014/main" id="{42C1D9B8-8446-4675-B219-B666A3F92AA7}"/>
                </a:ext>
              </a:extLst>
            </p:cNvPr>
            <p:cNvSpPr txBox="1"/>
            <p:nvPr/>
          </p:nvSpPr>
          <p:spPr>
            <a:xfrm>
              <a:off x="2288448" y="57396"/>
              <a:ext cx="505326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Poincaré</a:t>
              </a:r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sphere</a:t>
              </a:r>
              <a:r>
                <a: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representation</a:t>
              </a:r>
              <a:endPara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B50033E-DE33-4154-B5F1-8F9B5FFA7A61}"/>
                    </a:ext>
                  </a:extLst>
                </p:cNvPr>
                <p:cNvSpPr txBox="1"/>
                <p:nvPr/>
              </p:nvSpPr>
              <p:spPr>
                <a:xfrm>
                  <a:off x="3216282" y="457916"/>
                  <a:ext cx="312645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in </a:t>
                  </a:r>
                  <a14:m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0, 2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and </a:t>
                  </a:r>
                  <a14:m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a14:m>
                  <a:r>
                    <a: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B50033E-DE33-4154-B5F1-8F9B5FFA7A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6282" y="457916"/>
                  <a:ext cx="3126451" cy="400110"/>
                </a:xfrm>
                <a:prstGeom prst="rect">
                  <a:avLst/>
                </a:prstGeom>
                <a:blipFill>
                  <a:blip r:embed="rId9"/>
                  <a:stretch>
                    <a:fillRect t="-9091" b="-2424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字方塊 151">
                  <a:extLst>
                    <a:ext uri="{FF2B5EF4-FFF2-40B4-BE49-F238E27FC236}">
                      <a16:creationId xmlns:a16="http://schemas.microsoft.com/office/drawing/2014/main" id="{9B54C298-A1A9-4FE3-9982-ABA0B0A23DEC}"/>
                    </a:ext>
                  </a:extLst>
                </p:cNvPr>
                <p:cNvSpPr txBox="1"/>
                <p:nvPr/>
              </p:nvSpPr>
              <p:spPr>
                <a:xfrm>
                  <a:off x="1419815" y="2745546"/>
                  <a:ext cx="2564831" cy="7280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52" name="文字方塊 151">
                  <a:extLst>
                    <a:ext uri="{FF2B5EF4-FFF2-40B4-BE49-F238E27FC236}">
                      <a16:creationId xmlns:a16="http://schemas.microsoft.com/office/drawing/2014/main" id="{9B54C298-A1A9-4FE3-9982-ABA0B0A23D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9815" y="2745546"/>
                  <a:ext cx="2564831" cy="72808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字方塊 152">
                  <a:extLst>
                    <a:ext uri="{FF2B5EF4-FFF2-40B4-BE49-F238E27FC236}">
                      <a16:creationId xmlns:a16="http://schemas.microsoft.com/office/drawing/2014/main" id="{4A739127-4AEF-405F-8E88-CEBDF72EB0E3}"/>
                    </a:ext>
                  </a:extLst>
                </p:cNvPr>
                <p:cNvSpPr txBox="1"/>
                <p:nvPr/>
              </p:nvSpPr>
              <p:spPr>
                <a:xfrm>
                  <a:off x="5921354" y="2183174"/>
                  <a:ext cx="2564831" cy="7280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53" name="文字方塊 152">
                  <a:extLst>
                    <a:ext uri="{FF2B5EF4-FFF2-40B4-BE49-F238E27FC236}">
                      <a16:creationId xmlns:a16="http://schemas.microsoft.com/office/drawing/2014/main" id="{4A739127-4AEF-405F-8E88-CEBDF72EB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354" y="2183174"/>
                  <a:ext cx="2564831" cy="72808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1" name="Oval 23">
              <a:extLst>
                <a:ext uri="{FF2B5EF4-FFF2-40B4-BE49-F238E27FC236}">
                  <a16:creationId xmlns:a16="http://schemas.microsoft.com/office/drawing/2014/main" id="{BBD5FF34-9337-4B59-8506-75DC2B327C98}"/>
                </a:ext>
              </a:extLst>
            </p:cNvPr>
            <p:cNvSpPr/>
            <p:nvPr/>
          </p:nvSpPr>
          <p:spPr>
            <a:xfrm>
              <a:off x="5248352" y="3145353"/>
              <a:ext cx="252000" cy="252000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文字方塊 261">
                  <a:extLst>
                    <a:ext uri="{FF2B5EF4-FFF2-40B4-BE49-F238E27FC236}">
                      <a16:creationId xmlns:a16="http://schemas.microsoft.com/office/drawing/2014/main" id="{A6E631FB-C6A8-4975-8B52-D62B33CB8603}"/>
                    </a:ext>
                  </a:extLst>
                </p:cNvPr>
                <p:cNvSpPr txBox="1"/>
                <p:nvPr/>
              </p:nvSpPr>
              <p:spPr>
                <a:xfrm>
                  <a:off x="5312422" y="3157122"/>
                  <a:ext cx="2564831" cy="7280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62" name="文字方塊 261">
                  <a:extLst>
                    <a:ext uri="{FF2B5EF4-FFF2-40B4-BE49-F238E27FC236}">
                      <a16:creationId xmlns:a16="http://schemas.microsoft.com/office/drawing/2014/main" id="{A6E631FB-C6A8-4975-8B52-D62B33CB8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2422" y="3157122"/>
                  <a:ext cx="2564831" cy="72808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3" name="Oval 23">
              <a:extLst>
                <a:ext uri="{FF2B5EF4-FFF2-40B4-BE49-F238E27FC236}">
                  <a16:creationId xmlns:a16="http://schemas.microsoft.com/office/drawing/2014/main" id="{55915F9D-8E8C-4070-851B-30E7ACA4369D}"/>
                </a:ext>
              </a:extLst>
            </p:cNvPr>
            <p:cNvSpPr/>
            <p:nvPr/>
          </p:nvSpPr>
          <p:spPr>
            <a:xfrm>
              <a:off x="4045773" y="2336748"/>
              <a:ext cx="252000" cy="252000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8F19280E-A8BD-429A-B382-0CE79143AEDB}"/>
                    </a:ext>
                  </a:extLst>
                </p:cNvPr>
                <p:cNvSpPr txBox="1"/>
                <p:nvPr/>
              </p:nvSpPr>
              <p:spPr>
                <a:xfrm>
                  <a:off x="1828572" y="1817657"/>
                  <a:ext cx="2564831" cy="7280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8F19280E-A8BD-429A-B382-0CE79143AE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572" y="1817657"/>
                  <a:ext cx="2564831" cy="72808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47604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</TotalTime>
  <Words>56</Words>
  <Application>Microsoft Office PowerPoint</Application>
  <PresentationFormat>自訂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26</cp:revision>
  <dcterms:created xsi:type="dcterms:W3CDTF">2026-04-27T03:03:02Z</dcterms:created>
  <dcterms:modified xsi:type="dcterms:W3CDTF">2026-05-21T07:50:05Z</dcterms:modified>
</cp:coreProperties>
</file>