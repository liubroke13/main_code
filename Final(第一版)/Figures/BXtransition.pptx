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68" autoAdjust="0"/>
    <p:restoredTop sz="94660"/>
  </p:normalViewPr>
  <p:slideViewPr>
    <p:cSldViewPr snapToGrid="0">
      <p:cViewPr varScale="1">
        <p:scale>
          <a:sx n="87" d="100"/>
          <a:sy n="87" d="100"/>
        </p:scale>
        <p:origin x="108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93096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0644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85" y="1709743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85" y="4589468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66971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06840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32" y="365129"/>
            <a:ext cx="8543925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88319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13850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1696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34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6" y="987429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34" y="2057402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597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34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6" y="987429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34" y="2057402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3843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90140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5" y="365127"/>
            <a:ext cx="2135981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44" y="365127"/>
            <a:ext cx="6284119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368970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41" y="365129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41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5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44D4F-D6DB-48D1-8C0A-431A4767C007}" type="datetimeFigureOut">
              <a:rPr lang="zh-TW" altLang="en-US" smtClean="0"/>
              <a:t>2026/5/22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6" y="6356355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5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8932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600236" y="62347"/>
            <a:ext cx="8705541" cy="673331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43550" tIns="21775" rIns="43550" bIns="217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857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B9437CA-8479-430F-94F9-F829496544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9901" r="79196" b="70805"/>
          <a:stretch/>
        </p:blipFill>
        <p:spPr>
          <a:xfrm>
            <a:off x="2902044" y="1040775"/>
            <a:ext cx="1620469" cy="1625381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E439B64-4C39-4DC3-A808-9F71E101D2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t="9936" r="65451" b="70772"/>
          <a:stretch/>
        </p:blipFill>
        <p:spPr>
          <a:xfrm>
            <a:off x="3278563" y="5097562"/>
            <a:ext cx="1627835" cy="162538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CEA8C1C-2566-4F1A-893A-AC03A79BD9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3" t="30231" r="79166" b="50417"/>
          <a:stretch/>
        </p:blipFill>
        <p:spPr>
          <a:xfrm>
            <a:off x="5016262" y="1038315"/>
            <a:ext cx="1625377" cy="163029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BE2EB9CE-E8BF-48FD-8E8F-D57D018CDA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92" t="30180" r="65466" b="50469"/>
          <a:stretch/>
        </p:blipFill>
        <p:spPr>
          <a:xfrm>
            <a:off x="4971830" y="5095106"/>
            <a:ext cx="1622925" cy="1630291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2545945" y="82460"/>
            <a:ext cx="481411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</a:t>
            </a:r>
            <a:r>
              <a:rPr lang="en-US" altLang="zh-TW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excitons</a:t>
            </a:r>
            <a:r>
              <a:rPr lang="en-US" altLang="zh-TW" sz="22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transition rate</a:t>
            </a:r>
            <a:endParaRPr lang="zh-TW" altLang="en-US" sz="22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731AC40C-DCAE-403E-9464-20D710FD210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8043"/>
          <a:stretch/>
        </p:blipFill>
        <p:spPr>
          <a:xfrm>
            <a:off x="947554" y="1095422"/>
            <a:ext cx="1912024" cy="3719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6024923" y="2247921"/>
                <a:ext cx="532644" cy="352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8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8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8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8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8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4923" y="2247921"/>
                <a:ext cx="532644" cy="352276"/>
              </a:xfrm>
              <a:prstGeom prst="rect">
                <a:avLst/>
              </a:prstGeom>
              <a:blipFill>
                <a:blip r:embed="rId4"/>
                <a:stretch>
                  <a:fillRect r="-18182" b="-86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圖片 22">
            <a:extLst>
              <a:ext uri="{FF2B5EF4-FFF2-40B4-BE49-F238E27FC236}">
                <a16:creationId xmlns:a16="http://schemas.microsoft.com/office/drawing/2014/main" id="{034F05ED-8B77-47E2-B31D-6DCF9EEAF8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7137970" y="994923"/>
            <a:ext cx="1912024" cy="46030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3929587" y="2253284"/>
                <a:ext cx="532644" cy="3522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8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8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68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8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689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9587" y="2253284"/>
                <a:ext cx="532644" cy="352276"/>
              </a:xfrm>
              <a:prstGeom prst="rect">
                <a:avLst/>
              </a:prstGeom>
              <a:blipFill>
                <a:blip r:embed="rId5"/>
                <a:stretch>
                  <a:fillRect r="-19540" b="-105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3709509" y="1765392"/>
            <a:ext cx="100032" cy="95960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89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8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3562174" y="1445384"/>
                <a:ext cx="392785" cy="357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2174" y="1445384"/>
                <a:ext cx="392785" cy="357983"/>
              </a:xfrm>
              <a:prstGeom prst="rect">
                <a:avLst/>
              </a:prstGeom>
              <a:blipFill>
                <a:blip r:embed="rId6"/>
                <a:stretch>
                  <a:fillRect b="-33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3732796" y="1688914"/>
                <a:ext cx="29559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2796" y="1688914"/>
                <a:ext cx="295594" cy="338554"/>
              </a:xfrm>
              <a:prstGeom prst="rect">
                <a:avLst/>
              </a:prstGeom>
              <a:blipFill>
                <a:blip r:embed="rId7"/>
                <a:stretch>
                  <a:fillRect r="-16327"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5827027" y="1765392"/>
            <a:ext cx="100032" cy="95960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8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68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5679686" y="1445384"/>
                <a:ext cx="361516" cy="3579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9686" y="1445384"/>
                <a:ext cx="361516" cy="357983"/>
              </a:xfrm>
              <a:prstGeom prst="rect">
                <a:avLst/>
              </a:prstGeom>
              <a:blipFill>
                <a:blip r:embed="rId8"/>
                <a:stretch>
                  <a:fillRect r="-1695" b="-33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5850315" y="1688914"/>
                <a:ext cx="29559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6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6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0315" y="1688914"/>
                <a:ext cx="295594" cy="338554"/>
              </a:xfrm>
              <a:prstGeom prst="rect">
                <a:avLst/>
              </a:prstGeom>
              <a:blipFill>
                <a:blip r:embed="rId9"/>
                <a:stretch>
                  <a:fillRect r="-16667" b="-535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6586615" y="983115"/>
            <a:ext cx="515897" cy="1724949"/>
          </a:xfrm>
          <a:prstGeom prst="rect">
            <a:avLst/>
          </a:prstGeom>
        </p:spPr>
      </p:pic>
      <p:pic>
        <p:nvPicPr>
          <p:cNvPr id="141" name="圖片 140">
            <a:extLst>
              <a:ext uri="{FF2B5EF4-FFF2-40B4-BE49-F238E27FC236}">
                <a16:creationId xmlns:a16="http://schemas.microsoft.com/office/drawing/2014/main" id="{54D58104-A6B2-4314-B0D5-EFF445DE61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28" t="9942" r="51700" b="70784"/>
          <a:stretch/>
        </p:blipFill>
        <p:spPr>
          <a:xfrm>
            <a:off x="799243" y="2996077"/>
            <a:ext cx="1613922" cy="1623744"/>
          </a:xfrm>
          <a:prstGeom prst="rect">
            <a:avLst/>
          </a:prstGeom>
        </p:spPr>
      </p:pic>
      <p:pic>
        <p:nvPicPr>
          <p:cNvPr id="142" name="圖片 141">
            <a:extLst>
              <a:ext uri="{FF2B5EF4-FFF2-40B4-BE49-F238E27FC236}">
                <a16:creationId xmlns:a16="http://schemas.microsoft.com/office/drawing/2014/main" id="{5C9A896D-E956-4B65-B6D0-476A3CAF2D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74" t="30226" r="51683" b="50480"/>
          <a:stretch/>
        </p:blipFill>
        <p:spPr>
          <a:xfrm>
            <a:off x="2469590" y="2995268"/>
            <a:ext cx="1622923" cy="1625377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4473922" y="994542"/>
            <a:ext cx="515897" cy="1710864"/>
          </a:xfrm>
          <a:prstGeom prst="rect">
            <a:avLst/>
          </a:prstGeom>
        </p:spPr>
      </p:pic>
      <p:pic>
        <p:nvPicPr>
          <p:cNvPr id="144" name="圖片 143">
            <a:extLst>
              <a:ext uri="{FF2B5EF4-FFF2-40B4-BE49-F238E27FC236}">
                <a16:creationId xmlns:a16="http://schemas.microsoft.com/office/drawing/2014/main" id="{35BF13E5-71D9-475C-8AF1-2A3C413496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0" t="9874" r="37949" b="70775"/>
          <a:stretch/>
        </p:blipFill>
        <p:spPr>
          <a:xfrm>
            <a:off x="5852168" y="2992805"/>
            <a:ext cx="1627835" cy="1630290"/>
          </a:xfrm>
          <a:prstGeom prst="rect">
            <a:avLst/>
          </a:prstGeom>
        </p:spPr>
      </p:pic>
      <p:pic>
        <p:nvPicPr>
          <p:cNvPr id="145" name="圖片 144">
            <a:extLst>
              <a:ext uri="{FF2B5EF4-FFF2-40B4-BE49-F238E27FC236}">
                <a16:creationId xmlns:a16="http://schemas.microsoft.com/office/drawing/2014/main" id="{A42122A8-C527-4EFD-9116-C124C9D047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3" t="30160" r="37946" b="50431"/>
          <a:stretch/>
        </p:blipFill>
        <p:spPr>
          <a:xfrm>
            <a:off x="7538409" y="2990350"/>
            <a:ext cx="1625379" cy="16352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4495044" y="2433259"/>
                <a:ext cx="404237" cy="3132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36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36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36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36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36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5044" y="2433259"/>
                <a:ext cx="404237" cy="31329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6616983" y="2433259"/>
                <a:ext cx="404237" cy="31329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1436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1436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1436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1436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1436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16983" y="2433259"/>
                <a:ext cx="404237" cy="31329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3492817" y="722225"/>
                <a:ext cx="299585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60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2817" y="722225"/>
                <a:ext cx="2995850" cy="338554"/>
              </a:xfrm>
              <a:prstGeom prst="rect">
                <a:avLst/>
              </a:prstGeom>
              <a:blipFill>
                <a:blip r:embed="rId13"/>
                <a:stretch>
                  <a:fillRect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638577" y="2712255"/>
                <a:ext cx="15902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8577" y="2712255"/>
                <a:ext cx="1590242" cy="338554"/>
              </a:xfrm>
              <a:prstGeom prst="rect">
                <a:avLst/>
              </a:prstGeom>
              <a:blipFill>
                <a:blip r:embed="rId14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6749483" y="2712255"/>
                <a:ext cx="15902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9483" y="2712255"/>
                <a:ext cx="1590242" cy="338554"/>
              </a:xfrm>
              <a:prstGeom prst="rect">
                <a:avLst/>
              </a:prstGeom>
              <a:blipFill>
                <a:blip r:embed="rId15"/>
                <a:stretch>
                  <a:fillRect b="-109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4252640" y="4805466"/>
                <a:ext cx="147620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2640" y="4805466"/>
                <a:ext cx="1476204" cy="338554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4506003" y="4589962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6003" y="4589962"/>
                <a:ext cx="812954" cy="338554"/>
              </a:xfrm>
              <a:prstGeom prst="rect">
                <a:avLst/>
              </a:prstGeom>
              <a:blipFill>
                <a:blip r:embed="rId17"/>
                <a:stretch>
                  <a:fillRect t="-110909" r="-46269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4522799" y="2706014"/>
                <a:ext cx="81295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600" i="1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600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600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2799" y="2706014"/>
                <a:ext cx="812954" cy="338554"/>
              </a:xfrm>
              <a:prstGeom prst="rect">
                <a:avLst/>
              </a:prstGeom>
              <a:blipFill>
                <a:blip r:embed="rId18"/>
                <a:stretch>
                  <a:fillRect t="-110909" r="-36842" b="-1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4852766" y="2940649"/>
            <a:ext cx="162450" cy="168277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4214184" y="3024787"/>
            <a:ext cx="1443999" cy="1495797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4852766" y="4435606"/>
            <a:ext cx="162450" cy="168277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4622645" y="3051186"/>
            <a:ext cx="622693" cy="1443999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4572092" y="3025288"/>
            <a:ext cx="722000" cy="1495797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4622645" y="3051186"/>
            <a:ext cx="622693" cy="1443999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4384294" y="3594835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4294" y="3594835"/>
                <a:ext cx="176928" cy="338554"/>
              </a:xfrm>
              <a:prstGeom prst="rect">
                <a:avLst/>
              </a:prstGeom>
              <a:blipFill>
                <a:blip r:embed="rId19"/>
                <a:stretch>
                  <a:fillRect r="-4137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4851820" y="4435606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5039217" y="3690232"/>
                <a:ext cx="176928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9217" y="3690232"/>
                <a:ext cx="176928" cy="338554"/>
              </a:xfrm>
              <a:prstGeom prst="rect">
                <a:avLst/>
              </a:prstGeom>
              <a:blipFill>
                <a:blip r:embed="rId20"/>
                <a:stretch>
                  <a:fillRect r="-51724" b="-357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4795092" y="3060490"/>
                <a:ext cx="2569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95092" y="3060490"/>
                <a:ext cx="256967" cy="338554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4572092" y="3025288"/>
            <a:ext cx="722000" cy="1495797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5574676" y="368904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4930060" y="3325105"/>
            <a:ext cx="1697" cy="44589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4933045" y="3768810"/>
            <a:ext cx="195802" cy="15676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761723" y="3597335"/>
            <a:ext cx="0" cy="34295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4130512" y="3689048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4853002" y="2932775"/>
            <a:ext cx="162450" cy="168277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4867659" y="3674658"/>
            <a:ext cx="102408" cy="197724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4503643" y="3709708"/>
                <a:ext cx="31523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03643" y="3709708"/>
                <a:ext cx="315234" cy="338554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4710911" y="3774729"/>
            <a:ext cx="221585" cy="286539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4854936" y="3637437"/>
            <a:ext cx="149214" cy="30136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4894714" y="3389290"/>
                <a:ext cx="2970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4714" y="3389290"/>
                <a:ext cx="297046" cy="338554"/>
              </a:xfrm>
              <a:prstGeom prst="rect">
                <a:avLst/>
              </a:prstGeom>
              <a:blipFill>
                <a:blip r:embed="rId23"/>
                <a:stretch>
                  <a:fillRect l="-2041" r="-2041" b="-89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4924408" y="3329004"/>
            <a:ext cx="571923" cy="449644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401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119</TotalTime>
  <Words>33</Words>
  <Application>Microsoft Office PowerPoint</Application>
  <PresentationFormat>A4 紙張 (210x297 公釐)</PresentationFormat>
  <Paragraphs>20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8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18</cp:revision>
  <dcterms:created xsi:type="dcterms:W3CDTF">2026-04-28T04:34:15Z</dcterms:created>
  <dcterms:modified xsi:type="dcterms:W3CDTF">2026-05-22T09:15:28Z</dcterms:modified>
</cp:coreProperties>
</file>