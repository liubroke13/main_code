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9906000" cy="3779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>
        <p:scale>
          <a:sx n="66" d="100"/>
          <a:sy n="66" d="100"/>
        </p:scale>
        <p:origin x="106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618599"/>
            <a:ext cx="7429500" cy="1315944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985290"/>
            <a:ext cx="7429500" cy="912586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57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95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942335"/>
            <a:ext cx="8543925" cy="1572307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529517"/>
            <a:ext cx="8543925" cy="826839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93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006207"/>
            <a:ext cx="4210050" cy="23982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006207"/>
            <a:ext cx="4210050" cy="23982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46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01242"/>
            <a:ext cx="8543925" cy="7305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926586"/>
            <a:ext cx="4190702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380691"/>
            <a:ext cx="4190702" cy="20307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926586"/>
            <a:ext cx="4211340" cy="454105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380691"/>
            <a:ext cx="4211340" cy="20307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97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389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77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1989"/>
            <a:ext cx="3194943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544227"/>
            <a:ext cx="5014913" cy="2686135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133952"/>
            <a:ext cx="3194943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77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1989"/>
            <a:ext cx="3194943" cy="881962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544227"/>
            <a:ext cx="5014913" cy="2686135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133952"/>
            <a:ext cx="3194943" cy="2100785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5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35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01241"/>
            <a:ext cx="2135981" cy="32032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01241"/>
            <a:ext cx="6284119" cy="32032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15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01242"/>
            <a:ext cx="8543925" cy="730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006207"/>
            <a:ext cx="8543925" cy="239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3503350"/>
            <a:ext cx="2228850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3503350"/>
            <a:ext cx="3343275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3503350"/>
            <a:ext cx="2228850" cy="2012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94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6ABE738-883E-46AA-A822-7B8A11D9BA9D}"/>
              </a:ext>
            </a:extLst>
          </p:cNvPr>
          <p:cNvGrpSpPr/>
          <p:nvPr/>
        </p:nvGrpSpPr>
        <p:grpSpPr>
          <a:xfrm>
            <a:off x="-33764" y="4269"/>
            <a:ext cx="10007576" cy="3815724"/>
            <a:chOff x="-33764" y="1543350"/>
            <a:chExt cx="10007576" cy="3815724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D9AE460D-6E36-4CED-90C2-BCA4BCE798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623"/>
            <a:stretch/>
          </p:blipFill>
          <p:spPr>
            <a:xfrm>
              <a:off x="1387773" y="2560110"/>
              <a:ext cx="7654628" cy="1494274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B7E1A0A-16DC-4A1C-80FA-EED5DA952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87" r="14623"/>
            <a:stretch/>
          </p:blipFill>
          <p:spPr>
            <a:xfrm>
              <a:off x="1387773" y="1543350"/>
              <a:ext cx="7654628" cy="1319642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ECCAF68-A24F-4E7B-AFA4-672323F0D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028"/>
            <a:stretch/>
          </p:blipFill>
          <p:spPr>
            <a:xfrm>
              <a:off x="1386704" y="3756635"/>
              <a:ext cx="7618224" cy="149427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5973EEA-BBBF-4D9D-807A-FF6EB3D04074}"/>
                    </a:ext>
                  </a:extLst>
                </p:cNvPr>
                <p:cNvSpPr/>
                <p:nvPr/>
              </p:nvSpPr>
              <p:spPr>
                <a:xfrm>
                  <a:off x="98303" y="3156815"/>
                  <a:ext cx="1176412" cy="43973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95973EEA-BBBF-4D9D-807A-FF6EB3D040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03" y="3156815"/>
                  <a:ext cx="1176412" cy="4397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DD30E1E-3254-4C6F-8DF1-6F6AA824DBC6}"/>
                    </a:ext>
                  </a:extLst>
                </p:cNvPr>
                <p:cNvSpPr/>
                <p:nvPr/>
              </p:nvSpPr>
              <p:spPr>
                <a:xfrm>
                  <a:off x="-33764" y="1958389"/>
                  <a:ext cx="1583510" cy="445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ℓ−1</m:t>
                                    </m:r>
                                  </m:e>
                                </m:d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5DD30E1E-3254-4C6F-8DF1-6F6AA824D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3764" y="1958389"/>
                  <a:ext cx="1583510" cy="44563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7602E595-1D29-4D58-A267-FBD3337FC00C}"/>
                    </a:ext>
                  </a:extLst>
                </p:cNvPr>
                <p:cNvSpPr/>
                <p:nvPr/>
              </p:nvSpPr>
              <p:spPr>
                <a:xfrm>
                  <a:off x="-33764" y="4351439"/>
                  <a:ext cx="1583510" cy="445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ℓ+1</m:t>
                                    </m:r>
                                  </m:e>
                                </m:d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7602E595-1D29-4D58-A267-FBD3337FC0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3764" y="4351439"/>
                  <a:ext cx="1583510" cy="44563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41213C0D-84F2-49AC-8D43-4B68A15C8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784" r="7482"/>
            <a:stretch/>
          </p:blipFill>
          <p:spPr>
            <a:xfrm>
              <a:off x="8885524" y="2895516"/>
              <a:ext cx="1053255" cy="226979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ECBAAFC-83D2-46F0-9BA3-8E95FA748CA6}"/>
                    </a:ext>
                  </a:extLst>
                </p:cNvPr>
                <p:cNvSpPr/>
                <p:nvPr/>
              </p:nvSpPr>
              <p:spPr>
                <a:xfrm>
                  <a:off x="1587424" y="4671322"/>
                  <a:ext cx="754437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2ECBAAFC-83D2-46F0-9BA3-8E95FA748C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7424" y="4671322"/>
                  <a:ext cx="754437" cy="343171"/>
                </a:xfrm>
                <a:prstGeom prst="rect">
                  <a:avLst/>
                </a:prstGeom>
                <a:blipFill>
                  <a:blip r:embed="rId9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F6C84087-92B1-4FA8-8CF1-044E99D54A3A}"/>
                    </a:ext>
                  </a:extLst>
                </p:cNvPr>
                <p:cNvSpPr/>
                <p:nvPr/>
              </p:nvSpPr>
              <p:spPr>
                <a:xfrm>
                  <a:off x="1641193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F6C84087-92B1-4FA8-8CF1-044E99D54A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1193" y="5015903"/>
                  <a:ext cx="733662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811FA64-E6DD-41BC-80D2-880764802ABE}"/>
                    </a:ext>
                  </a:extLst>
                </p:cNvPr>
                <p:cNvSpPr/>
                <p:nvPr/>
              </p:nvSpPr>
              <p:spPr>
                <a:xfrm>
                  <a:off x="2925421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9811FA64-E6DD-41BC-80D2-880764802A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5421" y="5015903"/>
                  <a:ext cx="733662" cy="34317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9AFAACFC-C00D-499A-8508-F3D19B04B62A}"/>
                    </a:ext>
                  </a:extLst>
                </p:cNvPr>
                <p:cNvSpPr/>
                <p:nvPr/>
              </p:nvSpPr>
              <p:spPr>
                <a:xfrm>
                  <a:off x="4209649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9AFAACFC-C00D-499A-8508-F3D19B04B6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9649" y="5015903"/>
                  <a:ext cx="733662" cy="3431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995B6156-8001-4682-BF33-4738B14DA66A}"/>
                    </a:ext>
                  </a:extLst>
                </p:cNvPr>
                <p:cNvSpPr/>
                <p:nvPr/>
              </p:nvSpPr>
              <p:spPr>
                <a:xfrm>
                  <a:off x="5493877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ℓ=3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995B6156-8001-4682-BF33-4738B14DA6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877" y="5015903"/>
                  <a:ext cx="733662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36A165A2-5CCD-44EC-98FB-D19CA3785C10}"/>
                    </a:ext>
                  </a:extLst>
                </p:cNvPr>
                <p:cNvSpPr/>
                <p:nvPr/>
              </p:nvSpPr>
              <p:spPr>
                <a:xfrm>
                  <a:off x="6778105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ℓ=4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36A165A2-5CCD-44EC-98FB-D19CA3785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8105" y="5015903"/>
                  <a:ext cx="733662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8B48CC31-D1B7-4B52-A279-365D34E581C5}"/>
                    </a:ext>
                  </a:extLst>
                </p:cNvPr>
                <p:cNvSpPr/>
                <p:nvPr/>
              </p:nvSpPr>
              <p:spPr>
                <a:xfrm>
                  <a:off x="8062333" y="5015903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ℓ=5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8B48CC31-D1B7-4B52-A279-365D34E581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2333" y="5015903"/>
                  <a:ext cx="733662" cy="3431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7081AB4-1985-48FE-BE34-AE78233292EF}"/>
                </a:ext>
              </a:extLst>
            </p:cNvPr>
            <p:cNvSpPr/>
            <p:nvPr/>
          </p:nvSpPr>
          <p:spPr>
            <a:xfrm rot="5400000">
              <a:off x="9122393" y="3843110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箭號: 向右 20">
              <a:extLst>
                <a:ext uri="{FF2B5EF4-FFF2-40B4-BE49-F238E27FC236}">
                  <a16:creationId xmlns:a16="http://schemas.microsoft.com/office/drawing/2014/main" id="{025C62A4-9A34-4BD9-8357-674205EBF76F}"/>
                </a:ext>
              </a:extLst>
            </p:cNvPr>
            <p:cNvSpPr/>
            <p:nvPr/>
          </p:nvSpPr>
          <p:spPr>
            <a:xfrm>
              <a:off x="2010795" y="4463869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25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箭號: 向右 21">
              <a:extLst>
                <a:ext uri="{FF2B5EF4-FFF2-40B4-BE49-F238E27FC236}">
                  <a16:creationId xmlns:a16="http://schemas.microsoft.com/office/drawing/2014/main" id="{315B47D2-4A07-49A6-B0C3-0A542558BA2C}"/>
                </a:ext>
              </a:extLst>
            </p:cNvPr>
            <p:cNvSpPr/>
            <p:nvPr/>
          </p:nvSpPr>
          <p:spPr>
            <a:xfrm rot="16200000">
              <a:off x="1970875" y="4424358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BBE3E62-F47A-4075-BF98-571DCD9F3C3D}"/>
                    </a:ext>
                  </a:extLst>
                </p:cNvPr>
                <p:cNvSpPr txBox="1"/>
                <p:nvPr/>
              </p:nvSpPr>
              <p:spPr>
                <a:xfrm>
                  <a:off x="1891549" y="4091315"/>
                  <a:ext cx="323386" cy="3621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2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1625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25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2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25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ABBE3E62-F47A-4075-BF98-571DCD9F3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549" y="4091315"/>
                  <a:ext cx="323386" cy="362150"/>
                </a:xfrm>
                <a:prstGeom prst="rect">
                  <a:avLst/>
                </a:prstGeom>
                <a:blipFill>
                  <a:blip r:embed="rId16"/>
                  <a:stretch>
                    <a:fillRect r="-7547"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D7364931-5D09-451B-90E1-D402ABA92EAE}"/>
                    </a:ext>
                  </a:extLst>
                </p:cNvPr>
                <p:cNvSpPr txBox="1"/>
                <p:nvPr/>
              </p:nvSpPr>
              <p:spPr>
                <a:xfrm>
                  <a:off x="2053689" y="4302656"/>
                  <a:ext cx="406919" cy="3424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2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1625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1625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1625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25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D7364931-5D09-451B-90E1-D402ABA92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3689" y="4302656"/>
                  <a:ext cx="406919" cy="342401"/>
                </a:xfrm>
                <a:prstGeom prst="rect">
                  <a:avLst/>
                </a:prstGeom>
                <a:blipFill>
                  <a:blip r:embed="rId17"/>
                  <a:stretch>
                    <a:fillRect r="-2985"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30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17</cp:revision>
  <dcterms:created xsi:type="dcterms:W3CDTF">2026-03-29T16:54:49Z</dcterms:created>
  <dcterms:modified xsi:type="dcterms:W3CDTF">2026-05-20T11:11:38Z</dcterms:modified>
</cp:coreProperties>
</file>