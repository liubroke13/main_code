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8" r:id="rId2"/>
    <p:sldId id="256" r:id="rId3"/>
  </p:sldIdLst>
  <p:sldSz cx="9906000" cy="4049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11E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8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662766"/>
            <a:ext cx="7429500" cy="1409900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127037"/>
            <a:ext cx="7429500" cy="977743"/>
          </a:xfrm>
        </p:spPr>
        <p:txBody>
          <a:bodyPr/>
          <a:lstStyle>
            <a:lvl1pPr marL="0" indent="0" algn="ctr">
              <a:buNone/>
              <a:defRPr sz="1417"/>
            </a:lvl1pPr>
            <a:lvl2pPr marL="269977" indent="0" algn="ctr">
              <a:buNone/>
              <a:defRPr sz="1181"/>
            </a:lvl2pPr>
            <a:lvl3pPr marL="539953" indent="0" algn="ctr">
              <a:buNone/>
              <a:defRPr sz="1063"/>
            </a:lvl3pPr>
            <a:lvl4pPr marL="809930" indent="0" algn="ctr">
              <a:buNone/>
              <a:defRPr sz="945"/>
            </a:lvl4pPr>
            <a:lvl5pPr marL="1079906" indent="0" algn="ctr">
              <a:buNone/>
              <a:defRPr sz="945"/>
            </a:lvl5pPr>
            <a:lvl6pPr marL="1349883" indent="0" algn="ctr">
              <a:buNone/>
              <a:defRPr sz="945"/>
            </a:lvl6pPr>
            <a:lvl7pPr marL="1619860" indent="0" algn="ctr">
              <a:buNone/>
              <a:defRPr sz="945"/>
            </a:lvl7pPr>
            <a:lvl8pPr marL="1889836" indent="0" algn="ctr">
              <a:buNone/>
              <a:defRPr sz="945"/>
            </a:lvl8pPr>
            <a:lvl9pPr marL="2159813" indent="0" algn="ctr">
              <a:buNone/>
              <a:defRPr sz="945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29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05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009616"/>
            <a:ext cx="8543925" cy="1684568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2710121"/>
            <a:ext cx="8543925" cy="885874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1pPr>
            <a:lvl2pPr marL="26997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39953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099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7990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4988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198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8983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5981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16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078048"/>
            <a:ext cx="4210050" cy="256950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078048"/>
            <a:ext cx="4210050" cy="256950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66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15610"/>
            <a:ext cx="8543925" cy="782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992742"/>
            <a:ext cx="4190702" cy="486528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479270"/>
            <a:ext cx="4190702" cy="217578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992742"/>
            <a:ext cx="4211340" cy="486528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479270"/>
            <a:ext cx="4211340" cy="217578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251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93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115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69981"/>
            <a:ext cx="3194943" cy="94493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583084"/>
            <a:ext cx="5014913" cy="2877921"/>
          </a:xfrm>
        </p:spPr>
        <p:txBody>
          <a:bodyPr/>
          <a:lstStyle>
            <a:lvl1pPr>
              <a:defRPr sz="1890"/>
            </a:lvl1pPr>
            <a:lvl2pPr>
              <a:defRPr sz="1653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214914"/>
            <a:ext cx="3194943" cy="2250778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69981"/>
            <a:ext cx="3194943" cy="94493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583084"/>
            <a:ext cx="5014913" cy="2877921"/>
          </a:xfrm>
        </p:spPr>
        <p:txBody>
          <a:bodyPr anchor="t"/>
          <a:lstStyle>
            <a:lvl1pPr marL="0" indent="0">
              <a:buNone/>
              <a:defRPr sz="1890"/>
            </a:lvl1pPr>
            <a:lvl2pPr marL="269977" indent="0">
              <a:buNone/>
              <a:defRPr sz="1653"/>
            </a:lvl2pPr>
            <a:lvl3pPr marL="539953" indent="0">
              <a:buNone/>
              <a:defRPr sz="1417"/>
            </a:lvl3pPr>
            <a:lvl4pPr marL="809930" indent="0">
              <a:buNone/>
              <a:defRPr sz="1181"/>
            </a:lvl4pPr>
            <a:lvl5pPr marL="1079906" indent="0">
              <a:buNone/>
              <a:defRPr sz="1181"/>
            </a:lvl5pPr>
            <a:lvl6pPr marL="1349883" indent="0">
              <a:buNone/>
              <a:defRPr sz="1181"/>
            </a:lvl6pPr>
            <a:lvl7pPr marL="1619860" indent="0">
              <a:buNone/>
              <a:defRPr sz="1181"/>
            </a:lvl7pPr>
            <a:lvl8pPr marL="1889836" indent="0">
              <a:buNone/>
              <a:defRPr sz="1181"/>
            </a:lvl8pPr>
            <a:lvl9pPr marL="2159813" indent="0">
              <a:buNone/>
              <a:defRPr sz="1181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214914"/>
            <a:ext cx="3194943" cy="2250778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55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628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15610"/>
            <a:ext cx="2135981" cy="343194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15610"/>
            <a:ext cx="6284119" cy="343194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272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15610"/>
            <a:ext cx="8543925" cy="782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078048"/>
            <a:ext cx="8543925" cy="256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3753484"/>
            <a:ext cx="2228850" cy="215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3753484"/>
            <a:ext cx="3343275" cy="215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3753484"/>
            <a:ext cx="2228850" cy="215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67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539953" rtl="0" eaLnBrk="1" latinLnBrk="0" hangingPunct="1">
        <a:lnSpc>
          <a:spcPct val="90000"/>
        </a:lnSpc>
        <a:spcBef>
          <a:spcPct val="0"/>
        </a:spcBef>
        <a:buNone/>
        <a:defRPr sz="2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8" indent="-134988" algn="l" defTabSz="539953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1pPr>
      <a:lvl2pPr marL="40496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4942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491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489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487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484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482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480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69977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0993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7990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4988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1986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8983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5981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23EA0AC3-CBCD-4B77-9EDA-8247A47D6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4956" y="-1574801"/>
            <a:ext cx="7199313" cy="719931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54337F7-993C-4411-BC1A-CFF33BA16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14" y="-1574801"/>
            <a:ext cx="7199313" cy="7199313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0369960-F3FE-4D2B-B80D-BEFB839AB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5896" y="3277534"/>
            <a:ext cx="14081916" cy="2346987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6947A70C-39C7-4A61-A7AA-EF865643AA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94" t="49883" r="4939" b="29724"/>
          <a:stretch/>
        </p:blipFill>
        <p:spPr>
          <a:xfrm>
            <a:off x="4374357" y="2024855"/>
            <a:ext cx="307182" cy="97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3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8AF3D06E-CF50-4E99-8862-5703E85E8CFF}"/>
              </a:ext>
            </a:extLst>
          </p:cNvPr>
          <p:cNvGrpSpPr/>
          <p:nvPr/>
        </p:nvGrpSpPr>
        <p:grpSpPr>
          <a:xfrm>
            <a:off x="1640557" y="48422"/>
            <a:ext cx="6624904" cy="3952874"/>
            <a:chOff x="1640549" y="885827"/>
            <a:chExt cx="6624904" cy="3952874"/>
          </a:xfrm>
        </p:grpSpPr>
        <p:sp>
          <p:nvSpPr>
            <p:cNvPr id="122" name="矩形: 圓角 121">
              <a:extLst>
                <a:ext uri="{FF2B5EF4-FFF2-40B4-BE49-F238E27FC236}">
                  <a16:creationId xmlns:a16="http://schemas.microsoft.com/office/drawing/2014/main" id="{735F0D09-7E7B-4A06-98E4-060B13FC1F34}"/>
                </a:ext>
              </a:extLst>
            </p:cNvPr>
            <p:cNvSpPr/>
            <p:nvPr/>
          </p:nvSpPr>
          <p:spPr>
            <a:xfrm rot="5400000">
              <a:off x="2976564" y="-450188"/>
              <a:ext cx="3952874" cy="6624904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0" scaled="0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43" dirty="0"/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B708367F-6C3E-44FC-A52D-C640F8A21061}"/>
                </a:ext>
              </a:extLst>
            </p:cNvPr>
            <p:cNvGrpSpPr/>
            <p:nvPr/>
          </p:nvGrpSpPr>
          <p:grpSpPr>
            <a:xfrm>
              <a:off x="5882118" y="2332968"/>
              <a:ext cx="1560279" cy="1926947"/>
              <a:chOff x="6882499" y="1964609"/>
              <a:chExt cx="1560279" cy="19269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文字方塊 133">
                    <a:extLst>
                      <a:ext uri="{FF2B5EF4-FFF2-40B4-BE49-F238E27FC236}">
                        <a16:creationId xmlns:a16="http://schemas.microsoft.com/office/drawing/2014/main" id="{97678382-5B63-43AA-85DB-CFB0A7FCA141}"/>
                      </a:ext>
                    </a:extLst>
                  </p:cNvPr>
                  <p:cNvSpPr txBox="1"/>
                  <p:nvPr/>
                </p:nvSpPr>
                <p:spPr>
                  <a:xfrm>
                    <a:off x="6999031" y="1964609"/>
                    <a:ext cx="1327215" cy="37535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34" name="文字方塊 133">
                    <a:extLst>
                      <a:ext uri="{FF2B5EF4-FFF2-40B4-BE49-F238E27FC236}">
                        <a16:creationId xmlns:a16="http://schemas.microsoft.com/office/drawing/2014/main" id="{97678382-5B63-43AA-85DB-CFB0A7FCA1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99031" y="1964609"/>
                    <a:ext cx="1327215" cy="37535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64" name="圖片 63">
                <a:extLst>
                  <a:ext uri="{FF2B5EF4-FFF2-40B4-BE49-F238E27FC236}">
                    <a16:creationId xmlns:a16="http://schemas.microsoft.com/office/drawing/2014/main" id="{893F2CA6-F43C-48E6-8A3D-B317E00457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8763" t="70738" r="51921" b="9857"/>
              <a:stretch/>
            </p:blipFill>
            <p:spPr>
              <a:xfrm>
                <a:off x="6882499" y="2324152"/>
                <a:ext cx="1560279" cy="1567404"/>
              </a:xfrm>
              <a:prstGeom prst="rect">
                <a:avLst/>
              </a:prstGeom>
            </p:spPr>
          </p:pic>
        </p:grpSp>
        <p:pic>
          <p:nvPicPr>
            <p:cNvPr id="60" name="圖片 59">
              <a:extLst>
                <a:ext uri="{FF2B5EF4-FFF2-40B4-BE49-F238E27FC236}">
                  <a16:creationId xmlns:a16="http://schemas.microsoft.com/office/drawing/2014/main" id="{EBD04B34-985A-47A5-9289-5DADDC2685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115" t="70738" r="72469" b="9857"/>
            <a:stretch/>
          </p:blipFill>
          <p:spPr>
            <a:xfrm>
              <a:off x="1928754" y="2708069"/>
              <a:ext cx="1568303" cy="156740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C2CB285-A545-468C-A597-04C14CC2CDBF}"/>
                    </a:ext>
                  </a:extLst>
                </p:cNvPr>
                <p:cNvSpPr txBox="1"/>
                <p:nvPr/>
              </p:nvSpPr>
              <p:spPr>
                <a:xfrm>
                  <a:off x="1869640" y="2338204"/>
                  <a:ext cx="1730102" cy="7007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C2CB285-A545-468C-A597-04C14CC2CD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640" y="2338204"/>
                  <a:ext cx="1730102" cy="7007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字方塊 136">
                  <a:extLst>
                    <a:ext uri="{FF2B5EF4-FFF2-40B4-BE49-F238E27FC236}">
                      <a16:creationId xmlns:a16="http://schemas.microsoft.com/office/drawing/2014/main" id="{DB0EBD35-2601-4A37-A2AC-609C761196F0}"/>
                    </a:ext>
                  </a:extLst>
                </p:cNvPr>
                <p:cNvSpPr txBox="1"/>
                <p:nvPr/>
              </p:nvSpPr>
              <p:spPr>
                <a:xfrm>
                  <a:off x="2777229" y="3811171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137" name="文字方塊 136">
                  <a:extLst>
                    <a:ext uri="{FF2B5EF4-FFF2-40B4-BE49-F238E27FC236}">
                      <a16:creationId xmlns:a16="http://schemas.microsoft.com/office/drawing/2014/main" id="{DB0EBD35-2601-4A37-A2AC-609C761196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7229" y="3811171"/>
                  <a:ext cx="830594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" name="群組 169">
              <a:extLst>
                <a:ext uri="{FF2B5EF4-FFF2-40B4-BE49-F238E27FC236}">
                  <a16:creationId xmlns:a16="http://schemas.microsoft.com/office/drawing/2014/main" id="{F967FB34-A009-4C42-B0D1-7ABFB577004E}"/>
                </a:ext>
              </a:extLst>
            </p:cNvPr>
            <p:cNvGrpSpPr/>
            <p:nvPr/>
          </p:nvGrpSpPr>
          <p:grpSpPr>
            <a:xfrm>
              <a:off x="2514200" y="2970886"/>
              <a:ext cx="666253" cy="711268"/>
              <a:chOff x="6394099" y="1329789"/>
              <a:chExt cx="1805559" cy="1927549"/>
            </a:xfrm>
          </p:grpSpPr>
          <p:grpSp>
            <p:nvGrpSpPr>
              <p:cNvPr id="171" name="群組 170">
                <a:extLst>
                  <a:ext uri="{FF2B5EF4-FFF2-40B4-BE49-F238E27FC236}">
                    <a16:creationId xmlns:a16="http://schemas.microsoft.com/office/drawing/2014/main" id="{20526CE6-FBFA-4525-8A7C-09B993A0D880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174" name="箭號: 向右 173">
                  <a:extLst>
                    <a:ext uri="{FF2B5EF4-FFF2-40B4-BE49-F238E27FC236}">
                      <a16:creationId xmlns:a16="http://schemas.microsoft.com/office/drawing/2014/main" id="{1C356C93-FD6C-4265-8E33-7C77F1E09505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3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5" name="箭號: 向右 174">
                  <a:extLst>
                    <a:ext uri="{FF2B5EF4-FFF2-40B4-BE49-F238E27FC236}">
                      <a16:creationId xmlns:a16="http://schemas.microsoft.com/office/drawing/2014/main" id="{7ACE5D12-B75E-49E8-8E4D-8F17F9B769A7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3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2" name="文字方塊 171">
                    <a:extLst>
                      <a:ext uri="{FF2B5EF4-FFF2-40B4-BE49-F238E27FC236}">
                        <a16:creationId xmlns:a16="http://schemas.microsoft.com/office/drawing/2014/main" id="{1139A5D6-48D9-4C19-B516-03810CC5FB56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2" cy="114981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2" name="文字方塊 171">
                    <a:extLst>
                      <a:ext uri="{FF2B5EF4-FFF2-40B4-BE49-F238E27FC236}">
                        <a16:creationId xmlns:a16="http://schemas.microsoft.com/office/drawing/2014/main" id="{1139A5D6-48D9-4C19-B516-03810CC5FB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2" cy="114981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文字方塊 172">
                    <a:extLst>
                      <a:ext uri="{FF2B5EF4-FFF2-40B4-BE49-F238E27FC236}">
                        <a16:creationId xmlns:a16="http://schemas.microsoft.com/office/drawing/2014/main" id="{1D150E5E-67F0-4869-9BCE-97E831B443DE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3" name="文字方塊 172">
                    <a:extLst>
                      <a:ext uri="{FF2B5EF4-FFF2-40B4-BE49-F238E27FC236}">
                        <a16:creationId xmlns:a16="http://schemas.microsoft.com/office/drawing/2014/main" id="{1D150E5E-67F0-4869-9BCE-97E831B443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615" r="-4615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6" name="圖片 65">
              <a:extLst>
                <a:ext uri="{FF2B5EF4-FFF2-40B4-BE49-F238E27FC236}">
                  <a16:creationId xmlns:a16="http://schemas.microsoft.com/office/drawing/2014/main" id="{8EF15927-1011-48DB-B688-67F43C2D5B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952" t="70186" r="4524" b="8575"/>
            <a:stretch/>
          </p:blipFill>
          <p:spPr>
            <a:xfrm>
              <a:off x="3515115" y="2658131"/>
              <a:ext cx="551543" cy="1726294"/>
            </a:xfrm>
            <a:prstGeom prst="rect">
              <a:avLst/>
            </a:prstGeom>
          </p:spPr>
        </p:pic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8349B33B-52D0-4C65-A643-A98C216E9F10}"/>
                </a:ext>
              </a:extLst>
            </p:cNvPr>
            <p:cNvSpPr txBox="1"/>
            <p:nvPr/>
          </p:nvSpPr>
          <p:spPr>
            <a:xfrm>
              <a:off x="2873992" y="982316"/>
              <a:ext cx="4158018" cy="521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Gray exciton transition rate</a:t>
              </a:r>
              <a:endPara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0" name="圖片 109">
              <a:extLst>
                <a:ext uri="{FF2B5EF4-FFF2-40B4-BE49-F238E27FC236}">
                  <a16:creationId xmlns:a16="http://schemas.microsoft.com/office/drawing/2014/main" id="{AD03D785-4B3A-40E2-82BC-14F046AD8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529746" y="1493952"/>
              <a:ext cx="2916210" cy="6323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35E3BF76-EC93-4F4F-BE37-B142CCB1FB61}"/>
                    </a:ext>
                  </a:extLst>
                </p:cNvPr>
                <p:cNvSpPr txBox="1"/>
                <p:nvPr/>
              </p:nvSpPr>
              <p:spPr>
                <a:xfrm>
                  <a:off x="3440070" y="4010354"/>
                  <a:ext cx="5389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35E3BF76-EC93-4F4F-BE37-B142CCB1FB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070" y="4010354"/>
                  <a:ext cx="538983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Oval 4">
              <a:extLst>
                <a:ext uri="{FF2B5EF4-FFF2-40B4-BE49-F238E27FC236}">
                  <a16:creationId xmlns:a16="http://schemas.microsoft.com/office/drawing/2014/main" id="{7AC5DF8B-5E08-4AC9-9057-913C812E18E0}"/>
                </a:ext>
              </a:extLst>
            </p:cNvPr>
            <p:cNvSpPr/>
            <p:nvPr/>
          </p:nvSpPr>
          <p:spPr>
            <a:xfrm>
              <a:off x="4151400" y="2717405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943FF3DB-B35E-401E-9781-81D2BE6E3260}"/>
                    </a:ext>
                  </a:extLst>
                </p:cNvPr>
                <p:cNvSpPr txBox="1"/>
                <p:nvPr/>
              </p:nvSpPr>
              <p:spPr>
                <a:xfrm>
                  <a:off x="4443217" y="4282578"/>
                  <a:ext cx="812954" cy="34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−1, 2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943FF3DB-B35E-401E-9781-81D2BE6E3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3217" y="4282578"/>
                  <a:ext cx="812954" cy="343940"/>
                </a:xfrm>
                <a:prstGeom prst="rect">
                  <a:avLst/>
                </a:prstGeom>
                <a:blipFill>
                  <a:blip r:embed="rId11"/>
                  <a:stretch>
                    <a:fillRect t="-107018" r="-46617" b="-16315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1C1A62A3-9B64-435D-B7EB-FB9D2B254279}"/>
                    </a:ext>
                  </a:extLst>
                </p:cNvPr>
                <p:cNvSpPr txBox="1"/>
                <p:nvPr/>
              </p:nvSpPr>
              <p:spPr>
                <a:xfrm>
                  <a:off x="4460013" y="2336986"/>
                  <a:ext cx="812954" cy="34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1C1A62A3-9B64-435D-B7EB-FB9D2B254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0013" y="2336986"/>
                  <a:ext cx="812954" cy="343940"/>
                </a:xfrm>
                <a:prstGeom prst="rect">
                  <a:avLst/>
                </a:prstGeom>
                <a:blipFill>
                  <a:blip r:embed="rId12"/>
                  <a:stretch>
                    <a:fillRect t="-108929" r="-46617" b="-167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Oval 14">
              <a:extLst>
                <a:ext uri="{FF2B5EF4-FFF2-40B4-BE49-F238E27FC236}">
                  <a16:creationId xmlns:a16="http://schemas.microsoft.com/office/drawing/2014/main" id="{C80A50E6-2A1F-4FE3-BBFA-CD4722336272}"/>
                </a:ext>
              </a:extLst>
            </p:cNvPr>
            <p:cNvSpPr/>
            <p:nvPr/>
          </p:nvSpPr>
          <p:spPr>
            <a:xfrm>
              <a:off x="4789980" y="2633267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77" name="Oval 15">
              <a:extLst>
                <a:ext uri="{FF2B5EF4-FFF2-40B4-BE49-F238E27FC236}">
                  <a16:creationId xmlns:a16="http://schemas.microsoft.com/office/drawing/2014/main" id="{F51E4572-C75D-464B-BAC0-6E23460658EE}"/>
                </a:ext>
              </a:extLst>
            </p:cNvPr>
            <p:cNvSpPr/>
            <p:nvPr/>
          </p:nvSpPr>
          <p:spPr>
            <a:xfrm>
              <a:off x="4789980" y="4128224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8" name="SHO">
              <a:extLst>
                <a:ext uri="{FF2B5EF4-FFF2-40B4-BE49-F238E27FC236}">
                  <a16:creationId xmlns:a16="http://schemas.microsoft.com/office/drawing/2014/main" id="{D86D28C0-B1A0-4D49-BBEF-28650B9DDE53}"/>
                </a:ext>
              </a:extLst>
            </p:cNvPr>
            <p:cNvSpPr/>
            <p:nvPr/>
          </p:nvSpPr>
          <p:spPr>
            <a:xfrm rot="16200000">
              <a:off x="4559861" y="2743804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9" name="SVO">
              <a:extLst>
                <a:ext uri="{FF2B5EF4-FFF2-40B4-BE49-F238E27FC236}">
                  <a16:creationId xmlns:a16="http://schemas.microsoft.com/office/drawing/2014/main" id="{616F02ED-945D-4C6C-AC49-CAEF46ACF060}"/>
                </a:ext>
              </a:extLst>
            </p:cNvPr>
            <p:cNvSpPr/>
            <p:nvPr/>
          </p:nvSpPr>
          <p:spPr>
            <a:xfrm>
              <a:off x="4509306" y="2717906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80" name="Oval 6">
              <a:extLst>
                <a:ext uri="{FF2B5EF4-FFF2-40B4-BE49-F238E27FC236}">
                  <a16:creationId xmlns:a16="http://schemas.microsoft.com/office/drawing/2014/main" id="{C51C34F6-2024-4010-A58A-740CEBDFF25A}"/>
                </a:ext>
              </a:extLst>
            </p:cNvPr>
            <p:cNvSpPr/>
            <p:nvPr/>
          </p:nvSpPr>
          <p:spPr>
            <a:xfrm rot="16200000">
              <a:off x="4559861" y="2743804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11">
                  <a:extLst>
                    <a:ext uri="{FF2B5EF4-FFF2-40B4-BE49-F238E27FC236}">
                      <a16:creationId xmlns:a16="http://schemas.microsoft.com/office/drawing/2014/main" id="{FC5FBC31-42CD-43B6-A4BB-4D1D92328AFC}"/>
                    </a:ext>
                  </a:extLst>
                </p:cNvPr>
                <p:cNvSpPr txBox="1"/>
                <p:nvPr/>
              </p:nvSpPr>
              <p:spPr>
                <a:xfrm>
                  <a:off x="4321508" y="3287451"/>
                  <a:ext cx="176928" cy="34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1" name="TextBox 11">
                  <a:extLst>
                    <a:ext uri="{FF2B5EF4-FFF2-40B4-BE49-F238E27FC236}">
                      <a16:creationId xmlns:a16="http://schemas.microsoft.com/office/drawing/2014/main" id="{FC5FBC31-42CD-43B6-A4BB-4D1D92328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1508" y="3287451"/>
                  <a:ext cx="176928" cy="343940"/>
                </a:xfrm>
                <a:prstGeom prst="rect">
                  <a:avLst/>
                </a:prstGeom>
                <a:blipFill>
                  <a:blip r:embed="rId13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Oval 22">
              <a:extLst>
                <a:ext uri="{FF2B5EF4-FFF2-40B4-BE49-F238E27FC236}">
                  <a16:creationId xmlns:a16="http://schemas.microsoft.com/office/drawing/2014/main" id="{6A3E76C5-7064-45C4-B428-AA3A471595D4}"/>
                </a:ext>
              </a:extLst>
            </p:cNvPr>
            <p:cNvSpPr/>
            <p:nvPr/>
          </p:nvSpPr>
          <p:spPr>
            <a:xfrm>
              <a:off x="4789034" y="4128224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12">
                  <a:extLst>
                    <a:ext uri="{FF2B5EF4-FFF2-40B4-BE49-F238E27FC236}">
                      <a16:creationId xmlns:a16="http://schemas.microsoft.com/office/drawing/2014/main" id="{CB66E0C9-51B4-4D5F-ACBA-6BE41F0BF4D6}"/>
                    </a:ext>
                  </a:extLst>
                </p:cNvPr>
                <p:cNvSpPr txBox="1"/>
                <p:nvPr/>
              </p:nvSpPr>
              <p:spPr>
                <a:xfrm>
                  <a:off x="4976431" y="3382848"/>
                  <a:ext cx="176928" cy="34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3" name="TextBox 12">
                  <a:extLst>
                    <a:ext uri="{FF2B5EF4-FFF2-40B4-BE49-F238E27FC236}">
                      <a16:creationId xmlns:a16="http://schemas.microsoft.com/office/drawing/2014/main" id="{CB66E0C9-51B4-4D5F-ACBA-6BE41F0BF4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6431" y="3382848"/>
                  <a:ext cx="176928" cy="343940"/>
                </a:xfrm>
                <a:prstGeom prst="rect">
                  <a:avLst/>
                </a:prstGeom>
                <a:blipFill>
                  <a:blip r:embed="rId14"/>
                  <a:stretch>
                    <a:fillRect r="-55172" b="-17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13">
                  <a:extLst>
                    <a:ext uri="{FF2B5EF4-FFF2-40B4-BE49-F238E27FC236}">
                      <a16:creationId xmlns:a16="http://schemas.microsoft.com/office/drawing/2014/main" id="{0BB1F9D2-DEA0-4214-988B-2FE88CC1848E}"/>
                    </a:ext>
                  </a:extLst>
                </p:cNvPr>
                <p:cNvSpPr txBox="1"/>
                <p:nvPr/>
              </p:nvSpPr>
              <p:spPr>
                <a:xfrm>
                  <a:off x="4732308" y="2753106"/>
                  <a:ext cx="256967" cy="34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4" name="TextBox 13">
                  <a:extLst>
                    <a:ext uri="{FF2B5EF4-FFF2-40B4-BE49-F238E27FC236}">
                      <a16:creationId xmlns:a16="http://schemas.microsoft.com/office/drawing/2014/main" id="{0BB1F9D2-DEA0-4214-988B-2FE88CC184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2308" y="2753106"/>
                  <a:ext cx="256967" cy="34394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DVO">
              <a:extLst>
                <a:ext uri="{FF2B5EF4-FFF2-40B4-BE49-F238E27FC236}">
                  <a16:creationId xmlns:a16="http://schemas.microsoft.com/office/drawing/2014/main" id="{03BBC58D-1C62-4070-A05B-A2BD8305F94C}"/>
                </a:ext>
              </a:extLst>
            </p:cNvPr>
            <p:cNvSpPr/>
            <p:nvPr/>
          </p:nvSpPr>
          <p:spPr>
            <a:xfrm flipH="1">
              <a:off x="4509306" y="2717906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87" name="Straight Arrow Connector 7">
              <a:extLst>
                <a:ext uri="{FF2B5EF4-FFF2-40B4-BE49-F238E27FC236}">
                  <a16:creationId xmlns:a16="http://schemas.microsoft.com/office/drawing/2014/main" id="{2F4B186F-8103-433A-B7EC-8DD4E501B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7276" y="3017721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19">
              <a:extLst>
                <a:ext uri="{FF2B5EF4-FFF2-40B4-BE49-F238E27FC236}">
                  <a16:creationId xmlns:a16="http://schemas.microsoft.com/office/drawing/2014/main" id="{0FF37F55-F21B-4F42-AE0F-0BF4914BCBD0}"/>
                </a:ext>
              </a:extLst>
            </p:cNvPr>
            <p:cNvCxnSpPr>
              <a:cxnSpLocks/>
            </p:cNvCxnSpPr>
            <p:nvPr/>
          </p:nvCxnSpPr>
          <p:spPr>
            <a:xfrm>
              <a:off x="4870259" y="3461428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18">
              <a:extLst>
                <a:ext uri="{FF2B5EF4-FFF2-40B4-BE49-F238E27FC236}">
                  <a16:creationId xmlns:a16="http://schemas.microsoft.com/office/drawing/2014/main" id="{427AAB79-9C8B-4FFD-8CBB-347E919AD4E1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698937" y="3289951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22">
              <a:extLst>
                <a:ext uri="{FF2B5EF4-FFF2-40B4-BE49-F238E27FC236}">
                  <a16:creationId xmlns:a16="http://schemas.microsoft.com/office/drawing/2014/main" id="{1D3DDE66-A1EC-422C-A257-CF0F1953AE5F}"/>
                </a:ext>
              </a:extLst>
            </p:cNvPr>
            <p:cNvSpPr/>
            <p:nvPr/>
          </p:nvSpPr>
          <p:spPr>
            <a:xfrm>
              <a:off x="4790216" y="262539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92" name="Partial Circle 9">
              <a:extLst>
                <a:ext uri="{FF2B5EF4-FFF2-40B4-BE49-F238E27FC236}">
                  <a16:creationId xmlns:a16="http://schemas.microsoft.com/office/drawing/2014/main" id="{EE84B114-3380-4AD8-9DCF-B295542FBAB0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4804873" y="3367274"/>
              <a:ext cx="102408" cy="19772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10">
                  <a:extLst>
                    <a:ext uri="{FF2B5EF4-FFF2-40B4-BE49-F238E27FC236}">
                      <a16:creationId xmlns:a16="http://schemas.microsoft.com/office/drawing/2014/main" id="{D9A51DE0-C944-4838-AA8C-945494AD76E9}"/>
                    </a:ext>
                  </a:extLst>
                </p:cNvPr>
                <p:cNvSpPr txBox="1"/>
                <p:nvPr/>
              </p:nvSpPr>
              <p:spPr>
                <a:xfrm>
                  <a:off x="4440857" y="3402324"/>
                  <a:ext cx="315234" cy="34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3" name="TextBox 10">
                  <a:extLst>
                    <a:ext uri="{FF2B5EF4-FFF2-40B4-BE49-F238E27FC236}">
                      <a16:creationId xmlns:a16="http://schemas.microsoft.com/office/drawing/2014/main" id="{D9A51DE0-C944-4838-AA8C-945494AD7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857" y="3402324"/>
                  <a:ext cx="315234" cy="34394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Straight Arrow Connector 17">
              <a:extLst>
                <a:ext uri="{FF2B5EF4-FFF2-40B4-BE49-F238E27FC236}">
                  <a16:creationId xmlns:a16="http://schemas.microsoft.com/office/drawing/2014/main" id="{7262929F-1ED7-43E4-96CB-BF73E081E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8127" y="3467347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5" name="Partial Circle 9">
              <a:extLst>
                <a:ext uri="{FF2B5EF4-FFF2-40B4-BE49-F238E27FC236}">
                  <a16:creationId xmlns:a16="http://schemas.microsoft.com/office/drawing/2014/main" id="{8A6C61F2-9745-420F-8BB6-B4559BC5DA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2150" y="3330053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10">
                  <a:extLst>
                    <a:ext uri="{FF2B5EF4-FFF2-40B4-BE49-F238E27FC236}">
                      <a16:creationId xmlns:a16="http://schemas.microsoft.com/office/drawing/2014/main" id="{7110AD70-C4D4-4EA7-AB69-43AEF59C4714}"/>
                    </a:ext>
                  </a:extLst>
                </p:cNvPr>
                <p:cNvSpPr txBox="1"/>
                <p:nvPr/>
              </p:nvSpPr>
              <p:spPr>
                <a:xfrm>
                  <a:off x="4831928" y="3081906"/>
                  <a:ext cx="297046" cy="34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6" name="TextBox 10">
                  <a:extLst>
                    <a:ext uri="{FF2B5EF4-FFF2-40B4-BE49-F238E27FC236}">
                      <a16:creationId xmlns:a16="http://schemas.microsoft.com/office/drawing/2014/main" id="{7110AD70-C4D4-4EA7-AB69-43AEF59C47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1928" y="3081906"/>
                  <a:ext cx="297046" cy="343940"/>
                </a:xfrm>
                <a:prstGeom prst="rect">
                  <a:avLst/>
                </a:prstGeom>
                <a:blipFill>
                  <a:blip r:embed="rId17"/>
                  <a:stretch>
                    <a:fillRect l="-2083" r="-4167" b="-701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Straight Arrow Connector 17">
              <a:extLst>
                <a:ext uri="{FF2B5EF4-FFF2-40B4-BE49-F238E27FC236}">
                  <a16:creationId xmlns:a16="http://schemas.microsoft.com/office/drawing/2014/main" id="{BFE0BF46-BDCB-41D8-B7AC-3206401732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1624" y="3021620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</TotalTime>
  <Words>24</Words>
  <Application>Microsoft Office PowerPoint</Application>
  <PresentationFormat>自訂</PresentationFormat>
  <Paragraphs>14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40</cp:revision>
  <dcterms:created xsi:type="dcterms:W3CDTF">2026-04-28T04:34:15Z</dcterms:created>
  <dcterms:modified xsi:type="dcterms:W3CDTF">2026-05-22T07:30:40Z</dcterms:modified>
</cp:coreProperties>
</file>