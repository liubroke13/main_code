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00675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4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060529"/>
            <a:ext cx="4590574" cy="2256061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403592"/>
            <a:ext cx="4050506" cy="1564542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86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75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615546"/>
            <a:ext cx="4658082" cy="2695572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4336619"/>
            <a:ext cx="4658082" cy="141753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90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725046"/>
            <a:ext cx="2295287" cy="41116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725046"/>
            <a:ext cx="2295287" cy="41116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992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45011"/>
            <a:ext cx="4658082" cy="1252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588543"/>
            <a:ext cx="2284738" cy="77852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367064"/>
            <a:ext cx="2284738" cy="3481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588543"/>
            <a:ext cx="2295990" cy="77852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367064"/>
            <a:ext cx="2295990" cy="348159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571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935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6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32012"/>
            <a:ext cx="1741858" cy="1512041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933027"/>
            <a:ext cx="2734092" cy="4605124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944052"/>
            <a:ext cx="1741858" cy="3601598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3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32012"/>
            <a:ext cx="1741858" cy="1512041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933027"/>
            <a:ext cx="2734092" cy="4605124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944052"/>
            <a:ext cx="1741858" cy="3601598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43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055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345009"/>
            <a:ext cx="1164521" cy="549164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345009"/>
            <a:ext cx="3426053" cy="549164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39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345011"/>
            <a:ext cx="4658082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725046"/>
            <a:ext cx="4658082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6006164"/>
            <a:ext cx="121515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40BE9-9046-4AA8-908A-A626ACCD439B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6006164"/>
            <a:ext cx="182272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6006164"/>
            <a:ext cx="121515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D548A-A89C-4258-8C24-9AF212EAE4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98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5661F01-5664-43CF-8F08-5E449D77E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34" y="282162"/>
            <a:ext cx="5068007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6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自訂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</cp:revision>
  <dcterms:created xsi:type="dcterms:W3CDTF">2026-04-16T08:42:29Z</dcterms:created>
  <dcterms:modified xsi:type="dcterms:W3CDTF">2026-04-16T08:43:01Z</dcterms:modified>
</cp:coreProperties>
</file>