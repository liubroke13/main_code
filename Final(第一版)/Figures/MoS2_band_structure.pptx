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9906000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28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65909"/>
            <a:ext cx="7429500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58058"/>
            <a:ext cx="7429500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069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8225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66738"/>
            <a:ext cx="8543925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131884"/>
            <a:ext cx="8543925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68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45820"/>
            <a:ext cx="4210050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45820"/>
            <a:ext cx="4210050" cy="296938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9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49164"/>
            <a:ext cx="8543925" cy="90457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47238"/>
            <a:ext cx="4190702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09482"/>
            <a:ext cx="4190702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47238"/>
            <a:ext cx="4211340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09482"/>
            <a:ext cx="4211340" cy="251439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10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00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663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1997"/>
            <a:ext cx="3194943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73826"/>
            <a:ext cx="5014913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03985"/>
            <a:ext cx="3194943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329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1997"/>
            <a:ext cx="3194943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73826"/>
            <a:ext cx="5014913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03985"/>
            <a:ext cx="3194943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38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22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49164"/>
            <a:ext cx="2135981" cy="396604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49164"/>
            <a:ext cx="6284119" cy="3966041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765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49164"/>
            <a:ext cx="8543925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45820"/>
            <a:ext cx="8543925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337621"/>
            <a:ext cx="222885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F21BF-7999-4603-8982-00A31950625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337621"/>
            <a:ext cx="334327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337621"/>
            <a:ext cx="222885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71BD6-2942-41CB-9F22-40079F6CF69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77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7EDF0231-6994-466F-B78E-ABA6D47A94E3}"/>
              </a:ext>
            </a:extLst>
          </p:cNvPr>
          <p:cNvGrpSpPr/>
          <p:nvPr/>
        </p:nvGrpSpPr>
        <p:grpSpPr>
          <a:xfrm>
            <a:off x="-43434" y="-42251"/>
            <a:ext cx="10427448" cy="4764452"/>
            <a:chOff x="-43434" y="467948"/>
            <a:chExt cx="10427448" cy="4764452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51794149-3CEA-4A61-9D1D-9B37259D93E3}"/>
                </a:ext>
              </a:extLst>
            </p:cNvPr>
            <p:cNvSpPr/>
            <p:nvPr/>
          </p:nvSpPr>
          <p:spPr>
            <a:xfrm>
              <a:off x="100609" y="698499"/>
              <a:ext cx="9805392" cy="45339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A0E27693-9B7E-4785-8F7B-A0BD897A2C62}"/>
                </a:ext>
              </a:extLst>
            </p:cNvPr>
            <p:cNvGrpSpPr/>
            <p:nvPr/>
          </p:nvGrpSpPr>
          <p:grpSpPr>
            <a:xfrm>
              <a:off x="6738226" y="467948"/>
              <a:ext cx="3645788" cy="3645788"/>
              <a:chOff x="-98851" y="651318"/>
              <a:chExt cx="4487124" cy="4487124"/>
            </a:xfrm>
          </p:grpSpPr>
          <p:pic>
            <p:nvPicPr>
              <p:cNvPr id="14" name="Picture 2" descr="https://www.mdpi.com/applsci/applsci-08-01157/article_deploy/html/images/applsci-08-01157-g001.png">
                <a:extLst>
                  <a:ext uri="{FF2B5EF4-FFF2-40B4-BE49-F238E27FC236}">
                    <a16:creationId xmlns:a16="http://schemas.microsoft.com/office/drawing/2014/main" id="{BB779D1F-F040-4DA2-BAE2-2F7A34E9CB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64" t="6572" r="70352" b="56107"/>
              <a:stretch/>
            </p:blipFill>
            <p:spPr bwMode="auto">
              <a:xfrm rot="1809625">
                <a:off x="709001" y="1827176"/>
                <a:ext cx="3270061" cy="25935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2" name="圓形: 空心 51">
                <a:extLst>
                  <a:ext uri="{FF2B5EF4-FFF2-40B4-BE49-F238E27FC236}">
                    <a16:creationId xmlns:a16="http://schemas.microsoft.com/office/drawing/2014/main" id="{95ED25BA-F532-4FA5-AFA3-4E2463E8056B}"/>
                  </a:ext>
                </a:extLst>
              </p:cNvPr>
              <p:cNvSpPr/>
              <p:nvPr/>
            </p:nvSpPr>
            <p:spPr>
              <a:xfrm>
                <a:off x="-98851" y="651318"/>
                <a:ext cx="4487124" cy="4487124"/>
              </a:xfrm>
              <a:prstGeom prst="donut">
                <a:avLst>
                  <a:gd name="adj" fmla="val 2434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B99EA0DF-4EF0-46D2-9628-2B1F6F91D90B}"/>
                  </a:ext>
                </a:extLst>
              </p:cNvPr>
              <p:cNvGrpSpPr/>
              <p:nvPr/>
            </p:nvGrpSpPr>
            <p:grpSpPr>
              <a:xfrm rot="16200000">
                <a:off x="1839247" y="2755590"/>
                <a:ext cx="589628" cy="333090"/>
                <a:chOff x="1763808" y="585245"/>
                <a:chExt cx="1828792" cy="863907"/>
              </a:xfrm>
            </p:grpSpPr>
            <p:cxnSp>
              <p:nvCxnSpPr>
                <p:cNvPr id="54" name="直線接點 53">
                  <a:extLst>
                    <a:ext uri="{FF2B5EF4-FFF2-40B4-BE49-F238E27FC236}">
                      <a16:creationId xmlns:a16="http://schemas.microsoft.com/office/drawing/2014/main" id="{62AF9BEC-FDCC-477A-8FC0-BEAF65E92CEE}"/>
                    </a:ext>
                  </a:extLst>
                </p:cNvPr>
                <p:cNvCxnSpPr/>
                <p:nvPr/>
              </p:nvCxnSpPr>
              <p:spPr>
                <a:xfrm>
                  <a:off x="2678201" y="586088"/>
                  <a:ext cx="914399" cy="42672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4">
                  <a:extLst>
                    <a:ext uri="{FF2B5EF4-FFF2-40B4-BE49-F238E27FC236}">
                      <a16:creationId xmlns:a16="http://schemas.microsoft.com/office/drawing/2014/main" id="{2702ACC3-77E2-4B95-A6BB-83EE61921103}"/>
                    </a:ext>
                  </a:extLst>
                </p:cNvPr>
                <p:cNvCxnSpPr/>
                <p:nvPr/>
              </p:nvCxnSpPr>
              <p:spPr>
                <a:xfrm>
                  <a:off x="1763811" y="1021595"/>
                  <a:ext cx="914399" cy="42672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接點 55">
                  <a:extLst>
                    <a:ext uri="{FF2B5EF4-FFF2-40B4-BE49-F238E27FC236}">
                      <a16:creationId xmlns:a16="http://schemas.microsoft.com/office/drawing/2014/main" id="{B581387D-7DDE-404B-9E32-1D986E3DF2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78201" y="1020752"/>
                  <a:ext cx="914399" cy="42840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>
                  <a:extLst>
                    <a:ext uri="{FF2B5EF4-FFF2-40B4-BE49-F238E27FC236}">
                      <a16:creationId xmlns:a16="http://schemas.microsoft.com/office/drawing/2014/main" id="{2A771E86-1748-475E-BF31-D18696D6F3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763808" y="585245"/>
                  <a:ext cx="914399" cy="428400"/>
                </a:xfrm>
                <a:prstGeom prst="line">
                  <a:avLst/>
                </a:prstGeom>
                <a:ln w="9525">
                  <a:prstDash val="sysDash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5" name="Picture 2" descr="https://www.mdpi.com/applsci/applsci-08-01157/article_deploy/html/images/applsci-08-01157-g001.png">
              <a:extLst>
                <a:ext uri="{FF2B5EF4-FFF2-40B4-BE49-F238E27FC236}">
                  <a16:creationId xmlns:a16="http://schemas.microsoft.com/office/drawing/2014/main" id="{84CEEA8B-37D1-4637-B472-26FA9690D7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03" t="43627" r="69001" b="47528"/>
            <a:stretch/>
          </p:blipFill>
          <p:spPr bwMode="auto">
            <a:xfrm>
              <a:off x="7520478" y="667220"/>
              <a:ext cx="2315714" cy="4994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5" name="群組 64">
              <a:extLst>
                <a:ext uri="{FF2B5EF4-FFF2-40B4-BE49-F238E27FC236}">
                  <a16:creationId xmlns:a16="http://schemas.microsoft.com/office/drawing/2014/main" id="{9FD33F3C-2EA6-4223-8AA7-18DB949691BD}"/>
                </a:ext>
              </a:extLst>
            </p:cNvPr>
            <p:cNvGrpSpPr/>
            <p:nvPr/>
          </p:nvGrpSpPr>
          <p:grpSpPr>
            <a:xfrm>
              <a:off x="6935613" y="2568847"/>
              <a:ext cx="814086" cy="936698"/>
              <a:chOff x="6095200" y="-105692"/>
              <a:chExt cx="1153156" cy="13268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1AC21DCA-45FB-481B-8FAD-616224AF2E4F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1AC21DCA-45FB-481B-8FAD-616224AF2E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4" name="直線單箭頭接點 43">
                <a:extLst>
                  <a:ext uri="{FF2B5EF4-FFF2-40B4-BE49-F238E27FC236}">
                    <a16:creationId xmlns:a16="http://schemas.microsoft.com/office/drawing/2014/main" id="{EBDF0B66-0BCB-438D-B5A5-204CE09C23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直線單箭頭接點 44">
                <a:extLst>
                  <a:ext uri="{FF2B5EF4-FFF2-40B4-BE49-F238E27FC236}">
                    <a16:creationId xmlns:a16="http://schemas.microsoft.com/office/drawing/2014/main" id="{1554358E-A756-4E34-AD44-5C8E42D7A6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9381824-E8D5-4BFC-91DD-94D582F39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文字方塊 45">
                    <a:extLst>
                      <a:ext uri="{FF2B5EF4-FFF2-40B4-BE49-F238E27FC236}">
                        <a16:creationId xmlns:a16="http://schemas.microsoft.com/office/drawing/2014/main" id="{F9381824-E8D5-4BFC-91DD-94D582F396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5E2D19B0-E246-47EA-BEFF-DC7713F756AE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105692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5E2D19B0-E246-47EA-BEFF-DC7713F756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105692"/>
                    <a:ext cx="500693" cy="566758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3" name="群組 62">
                <a:extLst>
                  <a:ext uri="{FF2B5EF4-FFF2-40B4-BE49-F238E27FC236}">
                    <a16:creationId xmlns:a16="http://schemas.microsoft.com/office/drawing/2014/main" id="{86C01793-27FB-4469-B902-77A19DA60798}"/>
                  </a:ext>
                </a:extLst>
              </p:cNvPr>
              <p:cNvGrpSpPr/>
              <p:nvPr/>
            </p:nvGrpSpPr>
            <p:grpSpPr>
              <a:xfrm>
                <a:off x="6432721" y="705415"/>
                <a:ext cx="152982" cy="152982"/>
                <a:chOff x="5713955" y="632452"/>
                <a:chExt cx="1065551" cy="1065551"/>
              </a:xfrm>
            </p:grpSpPr>
            <p:sp>
              <p:nvSpPr>
                <p:cNvPr id="61" name="圓形: 空心 60">
                  <a:extLst>
                    <a:ext uri="{FF2B5EF4-FFF2-40B4-BE49-F238E27FC236}">
                      <a16:creationId xmlns:a16="http://schemas.microsoft.com/office/drawing/2014/main" id="{4095E452-70E7-4ED1-B8B6-9B95E719916F}"/>
                    </a:ext>
                  </a:extLst>
                </p:cNvPr>
                <p:cNvSpPr/>
                <p:nvPr/>
              </p:nvSpPr>
              <p:spPr>
                <a:xfrm>
                  <a:off x="5713955" y="632452"/>
                  <a:ext cx="1065551" cy="1065551"/>
                </a:xfrm>
                <a:prstGeom prst="donut">
                  <a:avLst>
                    <a:gd name="adj" fmla="val 38442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橢圓 61">
                  <a:extLst>
                    <a:ext uri="{FF2B5EF4-FFF2-40B4-BE49-F238E27FC236}">
                      <a16:creationId xmlns:a16="http://schemas.microsoft.com/office/drawing/2014/main" id="{590205C3-404B-47C5-9E3F-133C45A0FF04}"/>
                    </a:ext>
                  </a:extLst>
                </p:cNvPr>
                <p:cNvSpPr/>
                <p:nvPr/>
              </p:nvSpPr>
              <p:spPr>
                <a:xfrm>
                  <a:off x="6200578" y="1119065"/>
                  <a:ext cx="131269" cy="13126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5FDA83A2-C41F-4A11-8390-268C85ADC071}"/>
                </a:ext>
              </a:extLst>
            </p:cNvPr>
            <p:cNvGrpSpPr/>
            <p:nvPr/>
          </p:nvGrpSpPr>
          <p:grpSpPr>
            <a:xfrm>
              <a:off x="7852741" y="3143777"/>
              <a:ext cx="1776730" cy="1578221"/>
              <a:chOff x="4630105" y="42452"/>
              <a:chExt cx="1879637" cy="1669627"/>
            </a:xfrm>
          </p:grpSpPr>
          <p:sp>
            <p:nvSpPr>
              <p:cNvPr id="18" name="六邊形 17">
                <a:extLst>
                  <a:ext uri="{FF2B5EF4-FFF2-40B4-BE49-F238E27FC236}">
                    <a16:creationId xmlns:a16="http://schemas.microsoft.com/office/drawing/2014/main" id="{F0697EBA-83D2-4D22-8B5F-6081014D393C}"/>
                  </a:ext>
                </a:extLst>
              </p:cNvPr>
              <p:cNvSpPr/>
              <p:nvPr/>
            </p:nvSpPr>
            <p:spPr>
              <a:xfrm>
                <a:off x="4630105" y="432916"/>
                <a:ext cx="1483948" cy="1279163"/>
              </a:xfrm>
              <a:prstGeom prst="hexagon">
                <a:avLst>
                  <a:gd name="adj" fmla="val 29067"/>
                  <a:gd name="vf" fmla="val 115470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A972CE0-B624-471F-AEE8-237ADA8C4A64}"/>
                      </a:ext>
                    </a:extLst>
                  </p:cNvPr>
                  <p:cNvSpPr txBox="1"/>
                  <p:nvPr/>
                </p:nvSpPr>
                <p:spPr>
                  <a:xfrm>
                    <a:off x="6009049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4A972CE0-B624-471F-AEE8-237ADA8C4A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09049" y="1044766"/>
                    <a:ext cx="500693" cy="42328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5D18D05-50DF-4D1E-AAFB-B58A0119A134}"/>
                      </a:ext>
                    </a:extLst>
                  </p:cNvPr>
                  <p:cNvSpPr txBox="1"/>
                  <p:nvPr/>
                </p:nvSpPr>
                <p:spPr>
                  <a:xfrm>
                    <a:off x="5551558" y="42452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’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5D18D05-50DF-4D1E-AAFB-B58A0119A1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51558" y="42452"/>
                    <a:ext cx="500693" cy="42328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9889234A-4146-4DFD-A384-1D93E5EBD06B}"/>
                      </a:ext>
                    </a:extLst>
                  </p:cNvPr>
                  <p:cNvSpPr txBox="1"/>
                  <p:nvPr/>
                </p:nvSpPr>
                <p:spPr>
                  <a:xfrm>
                    <a:off x="5830031" y="479919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9889234A-4146-4DFD-A384-1D93E5EBD0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0031" y="479919"/>
                    <a:ext cx="500693" cy="42328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6" name="橢圓 25">
                <a:extLst>
                  <a:ext uri="{FF2B5EF4-FFF2-40B4-BE49-F238E27FC236}">
                    <a16:creationId xmlns:a16="http://schemas.microsoft.com/office/drawing/2014/main" id="{123D994E-8905-46CD-8FAE-24B0A3D5508E}"/>
                  </a:ext>
                </a:extLst>
              </p:cNvPr>
              <p:cNvSpPr/>
              <p:nvPr/>
            </p:nvSpPr>
            <p:spPr>
              <a:xfrm rot="1800318">
                <a:off x="5704815" y="395314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9FDB16D7-52BC-493A-B1B4-54F5D3236A58}"/>
                  </a:ext>
                </a:extLst>
              </p:cNvPr>
              <p:cNvSpPr/>
              <p:nvPr/>
            </p:nvSpPr>
            <p:spPr>
              <a:xfrm rot="1800318">
                <a:off x="6073550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283E8ED5-0F51-4EE2-9FDC-01B1883EA98B}"/>
                      </a:ext>
                    </a:extLst>
                  </p:cNvPr>
                  <p:cNvSpPr txBox="1"/>
                  <p:nvPr/>
                </p:nvSpPr>
                <p:spPr>
                  <a:xfrm>
                    <a:off x="4942271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sz="2000">
                              <a:latin typeface="Cambria Math" panose="02040503050406030204" pitchFamily="18" charset="0"/>
                            </a:rPr>
                            <m:t>Γ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283E8ED5-0F51-4EE2-9FDC-01B1883EA9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42271" y="1044766"/>
                    <a:ext cx="500693" cy="42328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4305C0AF-4D0C-479E-BADB-A00EC0C525F7}"/>
                  </a:ext>
                </a:extLst>
              </p:cNvPr>
              <p:cNvSpPr/>
              <p:nvPr/>
            </p:nvSpPr>
            <p:spPr>
              <a:xfrm rot="1800318">
                <a:off x="5889183" y="715090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橢圓 29">
                <a:extLst>
                  <a:ext uri="{FF2B5EF4-FFF2-40B4-BE49-F238E27FC236}">
                    <a16:creationId xmlns:a16="http://schemas.microsoft.com/office/drawing/2014/main" id="{83BDADA2-A496-476E-A8BC-AD2B3166E19F}"/>
                  </a:ext>
                </a:extLst>
              </p:cNvPr>
              <p:cNvSpPr/>
              <p:nvPr/>
            </p:nvSpPr>
            <p:spPr>
              <a:xfrm rot="1800318">
                <a:off x="5336079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橢圓 30">
                <a:extLst>
                  <a:ext uri="{FF2B5EF4-FFF2-40B4-BE49-F238E27FC236}">
                    <a16:creationId xmlns:a16="http://schemas.microsoft.com/office/drawing/2014/main" id="{439E7B51-CDCD-4B79-8B92-358AA3EAEF51}"/>
                  </a:ext>
                </a:extLst>
              </p:cNvPr>
              <p:cNvSpPr/>
              <p:nvPr/>
            </p:nvSpPr>
            <p:spPr>
              <a:xfrm rot="1800318">
                <a:off x="5520447" y="715905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橢圓 31">
                <a:extLst>
                  <a:ext uri="{FF2B5EF4-FFF2-40B4-BE49-F238E27FC236}">
                    <a16:creationId xmlns:a16="http://schemas.microsoft.com/office/drawing/2014/main" id="{14C492AD-7AB9-49BB-A7CA-6E2AAF76DFD2}"/>
                  </a:ext>
                </a:extLst>
              </p:cNvPr>
              <p:cNvSpPr/>
              <p:nvPr/>
            </p:nvSpPr>
            <p:spPr>
              <a:xfrm rot="1800318">
                <a:off x="5704815" y="103486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5749DBA2-3861-4B36-B154-DD4BD215C4D4}"/>
                      </a:ext>
                    </a:extLst>
                  </p:cNvPr>
                  <p:cNvSpPr txBox="1"/>
                  <p:nvPr/>
                </p:nvSpPr>
                <p:spPr>
                  <a:xfrm>
                    <a:off x="5177253" y="479919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’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3" name="文字方塊 32">
                    <a:extLst>
                      <a:ext uri="{FF2B5EF4-FFF2-40B4-BE49-F238E27FC236}">
                        <a16:creationId xmlns:a16="http://schemas.microsoft.com/office/drawing/2014/main" id="{5749DBA2-3861-4B36-B154-DD4BD215C4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7253" y="479919"/>
                    <a:ext cx="500693" cy="42328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2308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174AD440-EBE8-40B0-A2C0-B223506D29B0}"/>
                      </a:ext>
                    </a:extLst>
                  </p:cNvPr>
                  <p:cNvSpPr txBox="1"/>
                  <p:nvPr/>
                </p:nvSpPr>
                <p:spPr>
                  <a:xfrm>
                    <a:off x="5510827" y="1044766"/>
                    <a:ext cx="500693" cy="4232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4" name="文字方塊 33">
                    <a:extLst>
                      <a:ext uri="{FF2B5EF4-FFF2-40B4-BE49-F238E27FC236}">
                        <a16:creationId xmlns:a16="http://schemas.microsoft.com/office/drawing/2014/main" id="{174AD440-EBE8-40B0-A2C0-B223506D29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0827" y="1044766"/>
                    <a:ext cx="500693" cy="42328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0606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9" name="群組 78">
              <a:extLst>
                <a:ext uri="{FF2B5EF4-FFF2-40B4-BE49-F238E27FC236}">
                  <a16:creationId xmlns:a16="http://schemas.microsoft.com/office/drawing/2014/main" id="{E588A180-2FB7-4D06-B54F-8C8BE4B436B6}"/>
                </a:ext>
              </a:extLst>
            </p:cNvPr>
            <p:cNvGrpSpPr/>
            <p:nvPr/>
          </p:nvGrpSpPr>
          <p:grpSpPr>
            <a:xfrm>
              <a:off x="6935613" y="4146186"/>
              <a:ext cx="814086" cy="930772"/>
              <a:chOff x="6095200" y="-97298"/>
              <a:chExt cx="1153156" cy="131844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7F292124-D26C-4A4D-B471-6E640C42DA47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5" name="文字方塊 84">
                    <a:extLst>
                      <a:ext uri="{FF2B5EF4-FFF2-40B4-BE49-F238E27FC236}">
                        <a16:creationId xmlns:a16="http://schemas.microsoft.com/office/drawing/2014/main" id="{7F292124-D26C-4A4D-B471-6E640C42DA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7"/>
                    <a:ext cx="500693" cy="56675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689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80" name="直線單箭頭接點 79">
                <a:extLst>
                  <a:ext uri="{FF2B5EF4-FFF2-40B4-BE49-F238E27FC236}">
                    <a16:creationId xmlns:a16="http://schemas.microsoft.com/office/drawing/2014/main" id="{80C7D949-C218-4433-B52A-F2DE23D674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直線單箭頭接點 80">
                <a:extLst>
                  <a:ext uri="{FF2B5EF4-FFF2-40B4-BE49-F238E27FC236}">
                    <a16:creationId xmlns:a16="http://schemas.microsoft.com/office/drawing/2014/main" id="{DFD5C945-0593-467A-B538-CF53EC4B43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85838C4-7CEB-42A7-9F9D-8F4611F3AD3B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2" name="文字方塊 81">
                    <a:extLst>
                      <a:ext uri="{FF2B5EF4-FFF2-40B4-BE49-F238E27FC236}">
                        <a16:creationId xmlns:a16="http://schemas.microsoft.com/office/drawing/2014/main" id="{A85838C4-7CEB-42A7-9F9D-8F4611F3AD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4"/>
                    <a:ext cx="500693" cy="56675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0345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3519F496-065B-4C4E-8ED7-71C585DD926B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97298"/>
                    <a:ext cx="500693" cy="600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3519F496-065B-4C4E-8ED7-71C585DD92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97298"/>
                    <a:ext cx="500693" cy="600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8966"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4" name="群組 83">
                <a:extLst>
                  <a:ext uri="{FF2B5EF4-FFF2-40B4-BE49-F238E27FC236}">
                    <a16:creationId xmlns:a16="http://schemas.microsoft.com/office/drawing/2014/main" id="{495DF09D-1858-4C50-8BC1-76A72A31389C}"/>
                  </a:ext>
                </a:extLst>
              </p:cNvPr>
              <p:cNvGrpSpPr/>
              <p:nvPr/>
            </p:nvGrpSpPr>
            <p:grpSpPr>
              <a:xfrm>
                <a:off x="6436095" y="705414"/>
                <a:ext cx="152982" cy="152983"/>
                <a:chOff x="5737446" y="632449"/>
                <a:chExt cx="1065551" cy="1065563"/>
              </a:xfrm>
            </p:grpSpPr>
            <p:sp>
              <p:nvSpPr>
                <p:cNvPr id="86" name="圓形: 空心 85">
                  <a:extLst>
                    <a:ext uri="{FF2B5EF4-FFF2-40B4-BE49-F238E27FC236}">
                      <a16:creationId xmlns:a16="http://schemas.microsoft.com/office/drawing/2014/main" id="{ACE52A13-FB9D-4060-9C97-8A67AFE54A4A}"/>
                    </a:ext>
                  </a:extLst>
                </p:cNvPr>
                <p:cNvSpPr/>
                <p:nvPr/>
              </p:nvSpPr>
              <p:spPr>
                <a:xfrm>
                  <a:off x="5737446" y="632449"/>
                  <a:ext cx="1065551" cy="1065563"/>
                </a:xfrm>
                <a:prstGeom prst="donut">
                  <a:avLst>
                    <a:gd name="adj" fmla="val 38442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橢圓 86">
                  <a:extLst>
                    <a:ext uri="{FF2B5EF4-FFF2-40B4-BE49-F238E27FC236}">
                      <a16:creationId xmlns:a16="http://schemas.microsoft.com/office/drawing/2014/main" id="{149EA94D-64FC-4D0B-8973-99184378A3FF}"/>
                    </a:ext>
                  </a:extLst>
                </p:cNvPr>
                <p:cNvSpPr/>
                <p:nvPr/>
              </p:nvSpPr>
              <p:spPr>
                <a:xfrm>
                  <a:off x="6200578" y="1119065"/>
                  <a:ext cx="131269" cy="13126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zh-TW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D3C30B12-C841-478A-8023-FFA4E768F38A}"/>
                </a:ext>
              </a:extLst>
            </p:cNvPr>
            <p:cNvGrpSpPr/>
            <p:nvPr/>
          </p:nvGrpSpPr>
          <p:grpSpPr>
            <a:xfrm>
              <a:off x="6935615" y="644199"/>
              <a:ext cx="814087" cy="891542"/>
              <a:chOff x="6095200" y="-41730"/>
              <a:chExt cx="1153156" cy="126287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79885C87-960B-4533-8B78-16664E820A61}"/>
                      </a:ext>
                    </a:extLst>
                  </p:cNvPr>
                  <p:cNvSpPr txBox="1"/>
                  <p:nvPr/>
                </p:nvSpPr>
                <p:spPr>
                  <a:xfrm>
                    <a:off x="6095200" y="654386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2" name="文字方塊 71">
                    <a:extLst>
                      <a:ext uri="{FF2B5EF4-FFF2-40B4-BE49-F238E27FC236}">
                        <a16:creationId xmlns:a16="http://schemas.microsoft.com/office/drawing/2014/main" id="{79885C87-960B-4533-8B78-16664E820A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5200" y="654386"/>
                    <a:ext cx="500693" cy="56675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923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" name="直線單箭頭接點 66">
                <a:extLst>
                  <a:ext uri="{FF2B5EF4-FFF2-40B4-BE49-F238E27FC236}">
                    <a16:creationId xmlns:a16="http://schemas.microsoft.com/office/drawing/2014/main" id="{89E15BBF-7670-4A3F-BADB-C7EFDDB322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2870" y="782175"/>
                <a:ext cx="363442" cy="0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線單箭頭接點 67">
                <a:extLst>
                  <a:ext uri="{FF2B5EF4-FFF2-40B4-BE49-F238E27FC236}">
                    <a16:creationId xmlns:a16="http://schemas.microsoft.com/office/drawing/2014/main" id="{C471E3AC-049E-4231-A4DD-08949586D1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08390" y="432919"/>
                <a:ext cx="0" cy="355792"/>
              </a:xfrm>
              <a:prstGeom prst="straightConnector1">
                <a:avLst/>
              </a:prstGeom>
              <a:solidFill>
                <a:schemeClr val="bg1"/>
              </a:solidFill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E065E39B-4A55-4C1C-9725-9C09934398BF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663" y="592473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E065E39B-4A55-4C1C-9725-9C09934398B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47663" y="592473"/>
                    <a:ext cx="500693" cy="56675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7E55DF81-5B1D-470B-98DF-CE680CB1E8EE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528" y="-41730"/>
                    <a:ext cx="500693" cy="56675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20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0" name="文字方塊 69">
                    <a:extLst>
                      <a:ext uri="{FF2B5EF4-FFF2-40B4-BE49-F238E27FC236}">
                        <a16:creationId xmlns:a16="http://schemas.microsoft.com/office/drawing/2014/main" id="{7E55DF81-5B1D-470B-98DF-CE680CB1E8E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1528" y="-41730"/>
                    <a:ext cx="500693" cy="566758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99874BD5-0A9D-4A6D-80FA-8D320A783253}"/>
                </a:ext>
              </a:extLst>
            </p:cNvPr>
            <p:cNvSpPr/>
            <p:nvPr/>
          </p:nvSpPr>
          <p:spPr>
            <a:xfrm>
              <a:off x="7180174" y="1172372"/>
              <a:ext cx="108001" cy="10800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乘號 76">
              <a:extLst>
                <a:ext uri="{FF2B5EF4-FFF2-40B4-BE49-F238E27FC236}">
                  <a16:creationId xmlns:a16="http://schemas.microsoft.com/office/drawing/2014/main" id="{FD21A3C2-4C45-4FF7-926A-5DE21AAFEF4F}"/>
                </a:ext>
              </a:extLst>
            </p:cNvPr>
            <p:cNvSpPr/>
            <p:nvPr/>
          </p:nvSpPr>
          <p:spPr>
            <a:xfrm>
              <a:off x="7165846" y="1164431"/>
              <a:ext cx="136654" cy="123880"/>
            </a:xfrm>
            <a:prstGeom prst="mathMultiply">
              <a:avLst>
                <a:gd name="adj1" fmla="val 376"/>
              </a:avLst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4295" tIns="37148" rIns="74295" bIns="371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F50863B7-43C0-41E1-BDE4-A077FED16DAB}"/>
                </a:ext>
              </a:extLst>
            </p:cNvPr>
            <p:cNvGrpSpPr/>
            <p:nvPr/>
          </p:nvGrpSpPr>
          <p:grpSpPr>
            <a:xfrm>
              <a:off x="-43434" y="780429"/>
              <a:ext cx="6596081" cy="4300514"/>
              <a:chOff x="1211211" y="524630"/>
              <a:chExt cx="9984532" cy="6509717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2880606-AA17-462B-82D0-1F146FA2C58A}"/>
                  </a:ext>
                </a:extLst>
              </p:cNvPr>
              <p:cNvSpPr/>
              <p:nvPr/>
            </p:nvSpPr>
            <p:spPr>
              <a:xfrm>
                <a:off x="1535502" y="655608"/>
                <a:ext cx="9161253" cy="60384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6" name="圖片 5">
                <a:extLst>
                  <a:ext uri="{FF2B5EF4-FFF2-40B4-BE49-F238E27FC236}">
                    <a16:creationId xmlns:a16="http://schemas.microsoft.com/office/drawing/2014/main" id="{C19DBC62-3059-4DD9-BB31-B2E00EBCC6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93" t="7368"/>
              <a:stretch/>
            </p:blipFill>
            <p:spPr>
              <a:xfrm>
                <a:off x="1915063" y="1053110"/>
                <a:ext cx="9089276" cy="5981237"/>
              </a:xfrm>
              <a:prstGeom prst="rect">
                <a:avLst/>
              </a:prstGeom>
            </p:spPr>
          </p:pic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73DE3EC-6A51-412D-B4BF-FC0F69DF4AB8}"/>
                  </a:ext>
                </a:extLst>
              </p:cNvPr>
              <p:cNvSpPr txBox="1"/>
              <p:nvPr/>
            </p:nvSpPr>
            <p:spPr>
              <a:xfrm>
                <a:off x="2238161" y="524630"/>
                <a:ext cx="1477932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Bulk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9692366-D237-4840-90EC-D60BC3D25066}"/>
                  </a:ext>
                </a:extLst>
              </p:cNvPr>
              <p:cNvSpPr txBox="1"/>
              <p:nvPr/>
            </p:nvSpPr>
            <p:spPr>
              <a:xfrm>
                <a:off x="3861478" y="524630"/>
                <a:ext cx="2814223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Quadrilayer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BDB668E-1E46-40E1-BDD6-8ED8D59CBC1E}"/>
                  </a:ext>
                </a:extLst>
              </p:cNvPr>
              <p:cNvSpPr txBox="1"/>
              <p:nvPr/>
            </p:nvSpPr>
            <p:spPr>
              <a:xfrm>
                <a:off x="6568991" y="524630"/>
                <a:ext cx="2214108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9E8E7A6-99BD-4EDE-B9AC-66C93843D161}"/>
                  </a:ext>
                </a:extLst>
              </p:cNvPr>
              <p:cNvSpPr txBox="1"/>
              <p:nvPr/>
            </p:nvSpPr>
            <p:spPr>
              <a:xfrm>
                <a:off x="8530360" y="524630"/>
                <a:ext cx="2665383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Monolayer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CC849950-3412-4CFB-83BE-CD1FDB918AD8}"/>
                  </a:ext>
                </a:extLst>
              </p:cNvPr>
              <p:cNvSpPr txBox="1"/>
              <p:nvPr/>
            </p:nvSpPr>
            <p:spPr>
              <a:xfrm rot="16200000">
                <a:off x="555653" y="2836802"/>
                <a:ext cx="2079824" cy="768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</a:t>
                </a:r>
                <a:endParaRPr lang="zh-TW" altLang="en-US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222275CC-8746-4A24-9EC2-87E6EB718A19}"/>
                </a:ext>
              </a:extLst>
            </p:cNvPr>
            <p:cNvSpPr txBox="1"/>
            <p:nvPr/>
          </p:nvSpPr>
          <p:spPr>
            <a:xfrm>
              <a:off x="11708" y="658515"/>
              <a:ext cx="572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40C23607-93F0-430D-99CE-D32AB785B967}"/>
                </a:ext>
              </a:extLst>
            </p:cNvPr>
            <p:cNvSpPr txBox="1"/>
            <p:nvPr/>
          </p:nvSpPr>
          <p:spPr>
            <a:xfrm>
              <a:off x="6502400" y="658515"/>
              <a:ext cx="508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3A60362D-4BAD-4D2F-90B2-31CB316F6673}"/>
                </a:ext>
              </a:extLst>
            </p:cNvPr>
            <p:cNvSpPr txBox="1"/>
            <p:nvPr/>
          </p:nvSpPr>
          <p:spPr>
            <a:xfrm>
              <a:off x="6502400" y="2055294"/>
              <a:ext cx="508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E4B7BA61-589C-45E5-A295-84E3D26F9EA7}"/>
                </a:ext>
              </a:extLst>
            </p:cNvPr>
            <p:cNvSpPr txBox="1"/>
            <p:nvPr/>
          </p:nvSpPr>
          <p:spPr>
            <a:xfrm>
              <a:off x="6502400" y="3843257"/>
              <a:ext cx="508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111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34</Words>
  <Application>Microsoft Office PowerPoint</Application>
  <PresentationFormat>自訂</PresentationFormat>
  <Paragraphs>24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18</cp:revision>
  <dcterms:created xsi:type="dcterms:W3CDTF">2026-03-17T09:39:46Z</dcterms:created>
  <dcterms:modified xsi:type="dcterms:W3CDTF">2026-05-20T10:43:30Z</dcterms:modified>
</cp:coreProperties>
</file>