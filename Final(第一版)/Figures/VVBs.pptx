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77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49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28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51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1821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3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90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64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2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07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137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4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26" Type="http://schemas.openxmlformats.org/officeDocument/2006/relationships/image" Target="../media/image38.png"/><Relationship Id="rId39" Type="http://schemas.openxmlformats.org/officeDocument/2006/relationships/image" Target="../media/image51.png"/><Relationship Id="rId21" Type="http://schemas.openxmlformats.org/officeDocument/2006/relationships/image" Target="../media/image33.png"/><Relationship Id="rId34" Type="http://schemas.openxmlformats.org/officeDocument/2006/relationships/image" Target="../media/image4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50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36.png"/><Relationship Id="rId32" Type="http://schemas.openxmlformats.org/officeDocument/2006/relationships/image" Target="../media/image44.png"/><Relationship Id="rId37" Type="http://schemas.openxmlformats.org/officeDocument/2006/relationships/image" Target="../media/image49.png"/><Relationship Id="rId40" Type="http://schemas.openxmlformats.org/officeDocument/2006/relationships/image" Target="../media/image52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31" Type="http://schemas.openxmlformats.org/officeDocument/2006/relationships/image" Target="../media/image4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902DE7EA-F635-4EC2-8FC2-5B9B9E617B88}"/>
              </a:ext>
            </a:extLst>
          </p:cNvPr>
          <p:cNvGrpSpPr/>
          <p:nvPr/>
        </p:nvGrpSpPr>
        <p:grpSpPr>
          <a:xfrm>
            <a:off x="4055699" y="2153318"/>
            <a:ext cx="1606614" cy="1671108"/>
            <a:chOff x="3909893" y="2121313"/>
            <a:chExt cx="2919455" cy="3036650"/>
          </a:xfrm>
        </p:grpSpPr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5222336" y="2135621"/>
              <a:ext cx="295195" cy="305784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4061937" y="2288513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522233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4712309" y="2289422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4804171" y="2336484"/>
              <a:ext cx="1131525" cy="2623960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11" name="Partial Circle 9">
              <a:extLst>
                <a:ext uri="{FF2B5EF4-FFF2-40B4-BE49-F238E27FC236}">
                  <a16:creationId xmlns:a16="http://schemas.microsoft.com/office/drawing/2014/main" id="{446DF47F-7EAC-4839-8813-F7266AF991D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5149911" y="3221394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/>
                <p:nvPr/>
              </p:nvSpPr>
              <p:spPr>
                <a:xfrm>
                  <a:off x="4690463" y="3556135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" name="TextBox 10">
                  <a:extLst>
                    <a:ext uri="{FF2B5EF4-FFF2-40B4-BE49-F238E27FC236}">
                      <a16:creationId xmlns:a16="http://schemas.microsoft.com/office/drawing/2014/main" id="{26699C68-A443-487C-97DC-E3EB498C2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0463" y="3556135"/>
                  <a:ext cx="321504" cy="598657"/>
                </a:xfrm>
                <a:prstGeom prst="rect">
                  <a:avLst/>
                </a:prstGeom>
                <a:blipFill>
                  <a:blip r:embed="rId2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4440286" y="3358990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286" y="3358990"/>
                  <a:ext cx="321504" cy="598657"/>
                </a:xfrm>
                <a:prstGeom prst="rect">
                  <a:avLst/>
                </a:prstGeom>
                <a:blipFill>
                  <a:blip r:embed="rId3"/>
                  <a:stretch>
                    <a:fillRect r="-379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5220616" y="4852179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5682303" y="3497724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2303" y="3497724"/>
                  <a:ext cx="321504" cy="598657"/>
                </a:xfrm>
                <a:prstGeom prst="rect">
                  <a:avLst/>
                </a:prstGeom>
                <a:blipFill>
                  <a:blip r:embed="rId4"/>
                  <a:stretch>
                    <a:fillRect r="-51724" b="-18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5200615" y="2429547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615" y="2429547"/>
                  <a:ext cx="321504" cy="598657"/>
                </a:xfrm>
                <a:prstGeom prst="rect">
                  <a:avLst/>
                </a:prstGeom>
                <a:blipFill>
                  <a:blip r:embed="rId5"/>
                  <a:stretch>
                    <a:fillRect r="-275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4712309" y="2289422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E8490D4-919C-4E37-805E-215BBF2F8C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476" y="3639669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653415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  <p:sp>
          <p:nvSpPr>
            <p:cNvPr id="22" name="Partial Circle 9">
              <a:extLst>
                <a:ext uri="{FF2B5EF4-FFF2-40B4-BE49-F238E27FC236}">
                  <a16:creationId xmlns:a16="http://schemas.microsoft.com/office/drawing/2014/main" id="{AE4539B5-558E-4EB9-B939-649312B60E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04126" y="3328761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2789" y="2834235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/>
                <p:nvPr/>
              </p:nvSpPr>
              <p:spPr>
                <a:xfrm>
                  <a:off x="5398430" y="2996971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4" name="TextBox 10">
                  <a:extLst>
                    <a:ext uri="{FF2B5EF4-FFF2-40B4-BE49-F238E27FC236}">
                      <a16:creationId xmlns:a16="http://schemas.microsoft.com/office/drawing/2014/main" id="{03023A76-ED64-483B-BE33-0798B5F5B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430" y="2996971"/>
                  <a:ext cx="321504" cy="598657"/>
                </a:xfrm>
                <a:prstGeom prst="rect">
                  <a:avLst/>
                </a:prstGeom>
                <a:blipFill>
                  <a:blip r:embed="rId6"/>
                  <a:stretch>
                    <a:fillRect l="-3448" r="-65517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5368214" y="3640512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056896" y="3328917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A7A2F71B-ECD2-4F8F-B1A7-79F0E3830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433" y="2829722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3909893" y="3495572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5222764" y="2121313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/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88F4F32B-7535-49A6-9366-1751B55D9F67}"/>
              </a:ext>
            </a:extLst>
          </p:cNvPr>
          <p:cNvGrpSpPr/>
          <p:nvPr/>
        </p:nvGrpSpPr>
        <p:grpSpPr>
          <a:xfrm>
            <a:off x="3250945" y="273308"/>
            <a:ext cx="1516706" cy="1514080"/>
            <a:chOff x="3159330" y="477156"/>
            <a:chExt cx="2756079" cy="2751307"/>
          </a:xfrm>
        </p:grpSpPr>
        <p:pic>
          <p:nvPicPr>
            <p:cNvPr id="44" name="圖片 43">
              <a:extLst>
                <a:ext uri="{FF2B5EF4-FFF2-40B4-BE49-F238E27FC236}">
                  <a16:creationId xmlns:a16="http://schemas.microsoft.com/office/drawing/2014/main" id="{B0EB9C93-CD1B-4804-8D05-87EF0F93F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603" r="25951" b="9184"/>
            <a:stretch/>
          </p:blipFill>
          <p:spPr>
            <a:xfrm>
              <a:off x="3159330" y="477156"/>
              <a:ext cx="2756079" cy="2751307"/>
            </a:xfrm>
            <a:prstGeom prst="rect">
              <a:avLst/>
            </a:prstGeom>
          </p:spPr>
        </p:pic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4328340" y="95116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4328340" y="228759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988424" y="162851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649009" y="162851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849574" y="211468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849574" y="115351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803260" y="211468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803260" y="115351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459899" y="89357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459899" y="222752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780568" y="157559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981133" y="109359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981133" y="205607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934819" y="109359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934819" y="205607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5119984" y="157559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D1F44C08-89A1-4980-AE11-5E7A6241CF7F}"/>
              </a:ext>
            </a:extLst>
          </p:cNvPr>
          <p:cNvGrpSpPr/>
          <p:nvPr/>
        </p:nvGrpSpPr>
        <p:grpSpPr>
          <a:xfrm>
            <a:off x="3250945" y="4429774"/>
            <a:ext cx="1516706" cy="1514080"/>
            <a:chOff x="3036714" y="6709267"/>
            <a:chExt cx="2756079" cy="2751307"/>
          </a:xfrm>
        </p:grpSpPr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44A25E80-642C-418B-A893-C18ABE6AF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603" r="25951" b="9184"/>
            <a:stretch/>
          </p:blipFill>
          <p:spPr>
            <a:xfrm>
              <a:off x="3036714" y="6709267"/>
              <a:ext cx="2756079" cy="2751307"/>
            </a:xfrm>
            <a:prstGeom prst="rect">
              <a:avLst/>
            </a:prstGeom>
          </p:spPr>
        </p:pic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4205724" y="7183273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4205724" y="851970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4865808" y="786062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3526393" y="786062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3726958" y="834680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3726958" y="7385621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4680644" y="834680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4680644" y="7385621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4337283" y="7125681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4337283" y="84596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3657952" y="780770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3858517" y="732570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3858517" y="8288187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4812203" y="732570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4812203" y="8288187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4997368" y="780770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D3815EEA-AC0C-4FCB-905D-7FDDB924B3A3}"/>
              </a:ext>
            </a:extLst>
          </p:cNvPr>
          <p:cNvGrpSpPr/>
          <p:nvPr/>
        </p:nvGrpSpPr>
        <p:grpSpPr>
          <a:xfrm>
            <a:off x="6164302" y="2298427"/>
            <a:ext cx="1517703" cy="1516706"/>
            <a:chOff x="6186178" y="3591039"/>
            <a:chExt cx="2757891" cy="2756079"/>
          </a:xfrm>
        </p:grpSpPr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AFC42FE9-D34C-4C10-AD5F-81BD57B8F7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430" r="25951" b="9185"/>
            <a:stretch/>
          </p:blipFill>
          <p:spPr>
            <a:xfrm rot="5400000">
              <a:off x="6187084" y="3590133"/>
              <a:ext cx="2756079" cy="2757891"/>
            </a:xfrm>
            <a:prstGeom prst="rect">
              <a:avLst/>
            </a:prstGeom>
          </p:spPr>
        </p:pic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6714397" y="48342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8019342" y="48342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8100000">
              <a:off x="6907323" y="4372048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8100000">
              <a:off x="7811426" y="531355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2700000">
              <a:off x="6907324" y="531355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2700000">
              <a:off x="7811425" y="437204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10800000">
              <a:off x="7349122" y="5501353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10800000">
              <a:off x="7349122" y="41716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37670FF9-C469-4DC6-9DCC-56769E587ABC}"/>
              </a:ext>
            </a:extLst>
          </p:cNvPr>
          <p:cNvGrpSpPr/>
          <p:nvPr/>
        </p:nvGrpSpPr>
        <p:grpSpPr>
          <a:xfrm>
            <a:off x="301848" y="2272723"/>
            <a:ext cx="1517703" cy="1516706"/>
            <a:chOff x="-39280" y="3524564"/>
            <a:chExt cx="2757891" cy="2756079"/>
          </a:xfrm>
        </p:grpSpPr>
        <p:pic>
          <p:nvPicPr>
            <p:cNvPr id="89" name="圖片 88">
              <a:extLst>
                <a:ext uri="{FF2B5EF4-FFF2-40B4-BE49-F238E27FC236}">
                  <a16:creationId xmlns:a16="http://schemas.microsoft.com/office/drawing/2014/main" id="{20B6DAE3-CAE3-4471-B17F-9AF1CD5A68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43" t="18430" r="25951" b="9185"/>
            <a:stretch/>
          </p:blipFill>
          <p:spPr>
            <a:xfrm rot="5400000">
              <a:off x="-38374" y="3523658"/>
              <a:ext cx="2756079" cy="2757891"/>
            </a:xfrm>
            <a:prstGeom prst="rect">
              <a:avLst/>
            </a:prstGeom>
          </p:spPr>
        </p:pic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88939" y="476773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793884" y="476773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 rot="13500000">
              <a:off x="681865" y="4305573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 rot="13500000">
              <a:off x="1585968" y="524708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 rot="8100000">
              <a:off x="681866" y="524708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 rot="8100000">
              <a:off x="1585967" y="430557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 rot="16200000">
              <a:off x="1123664" y="5434878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 rot="16200000">
              <a:off x="1123664" y="4105196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pic>
        <p:nvPicPr>
          <p:cNvPr id="103" name="圖片 102">
            <a:extLst>
              <a:ext uri="{FF2B5EF4-FFF2-40B4-BE49-F238E27FC236}">
                <a16:creationId xmlns:a16="http://schemas.microsoft.com/office/drawing/2014/main" id="{19B0ACFB-B907-46EA-A23F-96C9E0525BB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0" t="15604" r="25729" b="8729"/>
          <a:stretch/>
        </p:blipFill>
        <p:spPr>
          <a:xfrm>
            <a:off x="1993944" y="2237828"/>
            <a:ext cx="1544564" cy="1586498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B5569F76-3F7B-4A88-93E5-A399660A1B8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1" t="16462" r="25702" b="9253"/>
          <a:stretch/>
        </p:blipFill>
        <p:spPr>
          <a:xfrm>
            <a:off x="4870909" y="247727"/>
            <a:ext cx="1550305" cy="1557543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DAFC6DBC-E535-4465-BB9B-E6B5B127E43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0" t="15699" r="25714" b="8873"/>
          <a:stretch/>
        </p:blipFill>
        <p:spPr>
          <a:xfrm>
            <a:off x="7751069" y="2242821"/>
            <a:ext cx="1541568" cy="1581505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19769F14-9391-4019-89D7-A4AEB224F2D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9" t="17604" r="26072" b="9253"/>
          <a:stretch/>
        </p:blipFill>
        <p:spPr>
          <a:xfrm>
            <a:off x="4888737" y="4410268"/>
            <a:ext cx="1517606" cy="15335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2F9AB9D4-049A-42C4-8837-5708D30DFB59}"/>
                  </a:ext>
                </a:extLst>
              </p:cNvPr>
              <p:cNvSpPr txBox="1"/>
              <p:nvPr/>
            </p:nvSpPr>
            <p:spPr>
              <a:xfrm>
                <a:off x="4527405" y="-488244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>
          <p:sp>
            <p:nvSpPr>
              <p:cNvPr id="112" name="文字方塊 111">
                <a:extLst>
                  <a:ext uri="{FF2B5EF4-FFF2-40B4-BE49-F238E27FC236}">
                    <a16:creationId xmlns:a16="http://schemas.microsoft.com/office/drawing/2014/main" id="{2F9AB9D4-049A-42C4-8837-5708D30D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405" y="-488244"/>
                <a:ext cx="812954" cy="181140"/>
              </a:xfrm>
              <a:prstGeom prst="rect">
                <a:avLst/>
              </a:prstGeom>
              <a:blipFill>
                <a:blip r:embed="rId12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497279" y="3810505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279" y="3810505"/>
                <a:ext cx="812954" cy="181140"/>
              </a:xfrm>
              <a:prstGeom prst="rect">
                <a:avLst/>
              </a:prstGeom>
              <a:blipFill>
                <a:blip r:embed="rId13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3692737" y="-402205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737" y="-402205"/>
                <a:ext cx="812954" cy="181140"/>
              </a:xfrm>
              <a:prstGeom prst="rect">
                <a:avLst/>
              </a:prstGeom>
              <a:blipFill>
                <a:blip r:embed="rId14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612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0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712681" y="4918062"/>
            <a:ext cx="1150186" cy="1150186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BF94BE1F-3691-4B5F-9AF0-5D5F4535D47C}"/>
              </a:ext>
            </a:extLst>
          </p:cNvPr>
          <p:cNvGrpSpPr/>
          <p:nvPr/>
        </p:nvGrpSpPr>
        <p:grpSpPr>
          <a:xfrm>
            <a:off x="3463278" y="4421229"/>
            <a:ext cx="1150186" cy="1150186"/>
            <a:chOff x="3463278" y="4507593"/>
            <a:chExt cx="1150186" cy="1150186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3463278" y="4507593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3570206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4288335" y="499751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5400000">
              <a:off x="3676376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5400000">
              <a:off x="417391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5400000">
              <a:off x="3676376" y="5261300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5400000">
              <a:off x="4173915" y="474317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 rot="5400000">
              <a:off x="3919504" y="5364647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 rot="5400000">
              <a:off x="3919504" y="4632905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7174BC2A-1B9F-4151-AE65-69868F38E2CE}"/>
              </a:ext>
            </a:extLst>
          </p:cNvPr>
          <p:cNvGrpSpPr/>
          <p:nvPr/>
        </p:nvGrpSpPr>
        <p:grpSpPr>
          <a:xfrm>
            <a:off x="389151" y="1922593"/>
            <a:ext cx="1150186" cy="1150186"/>
            <a:chOff x="389151" y="2161357"/>
            <a:chExt cx="1150186" cy="1150186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494862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1212991" y="267653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>
              <a:off x="601033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>
              <a:off x="1098571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>
              <a:off x="844160" y="3043671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>
              <a:off x="844160" y="231192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2"/>
                <a:ext cx="812954" cy="338554"/>
              </a:xfrm>
              <a:prstGeom prst="rect">
                <a:avLst/>
              </a:prstGeom>
              <a:blipFill>
                <a:blip r:embed="rId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91714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圖片 31">
            <a:extLst>
              <a:ext uri="{FF2B5EF4-FFF2-40B4-BE49-F238E27FC236}">
                <a16:creationId xmlns:a16="http://schemas.microsoft.com/office/drawing/2014/main" id="{AA50D0C9-379E-4B88-BFAB-45F8554B4F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87575" y="1293130"/>
            <a:ext cx="1308764" cy="1285746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09E37AD3-84C7-4EB4-B06B-7110E29A5E6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17135" y="3118843"/>
            <a:ext cx="1308764" cy="128574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08E3CD1A-4342-4058-BB78-8709BF5E63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3389535" y="3118843"/>
            <a:ext cx="1308764" cy="1285746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7A5486C3-2624-48BB-83FE-832C13E6A6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6" t="20373" r="28237" b="11922"/>
          <a:stretch/>
        </p:blipFill>
        <p:spPr>
          <a:xfrm>
            <a:off x="1895898" y="4857271"/>
            <a:ext cx="1308764" cy="1285746"/>
          </a:xfrm>
          <a:prstGeom prst="rect">
            <a:avLst/>
          </a:prstGeom>
        </p:spPr>
      </p:pic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4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7"/>
                <a:ext cx="43840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0" y="1746270"/>
                <a:ext cx="388427" cy="400110"/>
              </a:xfrm>
              <a:prstGeom prst="rect">
                <a:avLst/>
              </a:prstGeom>
              <a:blipFill>
                <a:blip r:embed="rId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3595979" y="1339944"/>
            <a:ext cx="1150186" cy="1150186"/>
            <a:chOff x="3481679" y="1553308"/>
            <a:chExt cx="1150186" cy="1150186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3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57671" y="2031019"/>
              <a:ext cx="115586" cy="110880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603" y="1730465"/>
                  <a:ext cx="411859" cy="357983"/>
                </a:xfrm>
                <a:prstGeom prst="rect">
                  <a:avLst/>
                </a:prstGeom>
                <a:blipFill>
                  <a:blip r:embed="rId7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240" y="1908368"/>
                  <a:ext cx="348841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7"/>
                <a:ext cx="652306" cy="338554"/>
              </a:xfrm>
              <a:prstGeom prst="rect">
                <a:avLst/>
              </a:prstGeom>
              <a:blipFill>
                <a:blip r:embed="rId9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3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7"/>
                <a:ext cx="1673596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1"/>
                <a:ext cx="1150186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1"/>
                <a:ext cx="1150186" cy="338554"/>
              </a:xfrm>
              <a:prstGeom prst="rect">
                <a:avLst/>
              </a:prstGeom>
              <a:blipFill>
                <a:blip r:embed="rId1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5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4" name="圖片 223">
            <a:extLst>
              <a:ext uri="{FF2B5EF4-FFF2-40B4-BE49-F238E27FC236}">
                <a16:creationId xmlns:a16="http://schemas.microsoft.com/office/drawing/2014/main" id="{4EA54F6C-70B5-4267-BECD-E6E6C07FBDE8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083"/>
          <a:stretch/>
        </p:blipFill>
        <p:spPr>
          <a:xfrm>
            <a:off x="1399921" y="515896"/>
            <a:ext cx="2300718" cy="620437"/>
          </a:xfrm>
          <a:prstGeom prst="rect">
            <a:avLst/>
          </a:prstGeom>
        </p:spPr>
      </p:pic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0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1" y="233922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49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4" y="2910487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6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88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5" y="2936886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5"/>
                <a:ext cx="176928" cy="338554"/>
              </a:xfrm>
              <a:prstGeom prst="rect">
                <a:avLst/>
              </a:prstGeom>
              <a:blipFill>
                <a:blip r:embed="rId1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6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2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2" y="2946190"/>
                <a:ext cx="256967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88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0" y="3210805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0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5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8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8"/>
                <a:ext cx="315234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1" y="366042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7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0"/>
                <a:ext cx="297046" cy="338554"/>
              </a:xfrm>
              <a:prstGeom prst="rect">
                <a:avLst/>
              </a:prstGeom>
              <a:blipFill>
                <a:blip r:embed="rId21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8" y="321470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圖片 207">
            <a:extLst>
              <a:ext uri="{FF2B5EF4-FFF2-40B4-BE49-F238E27FC236}">
                <a16:creationId xmlns:a16="http://schemas.microsoft.com/office/drawing/2014/main" id="{78D82BF4-13A5-45FF-B9A2-9375B9FE926C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764229" y="1294531"/>
            <a:ext cx="1292876" cy="1282944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C9751448-EBCD-4B26-A30A-607AD48C72A0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67966" y="4851605"/>
            <a:ext cx="1285402" cy="1297078"/>
          </a:xfrm>
          <a:prstGeom prst="rect">
            <a:avLst/>
          </a:prstGeom>
        </p:spPr>
      </p:pic>
      <p:pic>
        <p:nvPicPr>
          <p:cNvPr id="210" name="圖片 209">
            <a:extLst>
              <a:ext uri="{FF2B5EF4-FFF2-40B4-BE49-F238E27FC236}">
                <a16:creationId xmlns:a16="http://schemas.microsoft.com/office/drawing/2014/main" id="{974A8271-7062-41BF-812F-7BEA57BAB9E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6814" y="3119422"/>
            <a:ext cx="1300348" cy="1272418"/>
          </a:xfrm>
          <a:prstGeom prst="rect">
            <a:avLst/>
          </a:prstGeom>
        </p:spPr>
      </p:pic>
      <p:pic>
        <p:nvPicPr>
          <p:cNvPr id="211" name="圖片 210">
            <a:extLst>
              <a:ext uri="{FF2B5EF4-FFF2-40B4-BE49-F238E27FC236}">
                <a16:creationId xmlns:a16="http://schemas.microsoft.com/office/drawing/2014/main" id="{FCFA52FF-0D4E-4B9B-A77C-EA8292B51925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288152" y="3119049"/>
            <a:ext cx="1300348" cy="1281010"/>
          </a:xfrm>
          <a:prstGeom prst="rect">
            <a:avLst/>
          </a:prstGeom>
        </p:spPr>
      </p:pic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0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3"/>
                <a:ext cx="438402" cy="424283"/>
              </a:xfrm>
              <a:prstGeom prst="rect">
                <a:avLst/>
              </a:prstGeom>
              <a:blipFill>
                <a:blip r:embed="rId2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3" y="1704336"/>
                <a:ext cx="388427" cy="400110"/>
              </a:xfrm>
              <a:prstGeom prst="rect">
                <a:avLst/>
              </a:prstGeom>
              <a:blipFill>
                <a:blip r:embed="rId2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8"/>
                <a:ext cx="652306" cy="338554"/>
              </a:xfrm>
              <a:prstGeom prst="rect">
                <a:avLst/>
              </a:prstGeom>
              <a:blipFill>
                <a:blip r:embed="rId3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圖片 229">
            <a:extLst>
              <a:ext uri="{FF2B5EF4-FFF2-40B4-BE49-F238E27FC236}">
                <a16:creationId xmlns:a16="http://schemas.microsoft.com/office/drawing/2014/main" id="{78DD5379-389F-4B1B-AD61-D7F44D0D3FC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4"/>
                <a:ext cx="1673596" cy="338554"/>
              </a:xfrm>
              <a:prstGeom prst="rect">
                <a:avLst/>
              </a:prstGeom>
              <a:blipFill>
                <a:blip r:embed="rId3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0" y="2332876"/>
                <a:ext cx="4783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0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61</Words>
  <Application>Microsoft Office PowerPoint</Application>
  <PresentationFormat>自訂</PresentationFormat>
  <Paragraphs>42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36</cp:revision>
  <dcterms:created xsi:type="dcterms:W3CDTF">2026-04-27T03:03:02Z</dcterms:created>
  <dcterms:modified xsi:type="dcterms:W3CDTF">2026-05-21T08:53:39Z</dcterms:modified>
</cp:coreProperties>
</file>