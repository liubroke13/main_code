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9906000" cy="3222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4" autoAdjust="0"/>
    <p:restoredTop sz="94660"/>
  </p:normalViewPr>
  <p:slideViewPr>
    <p:cSldViewPr snapToGrid="0">
      <p:cViewPr>
        <p:scale>
          <a:sx n="150" d="100"/>
          <a:sy n="150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527407"/>
            <a:ext cx="7429500" cy="1121951"/>
          </a:xfrm>
        </p:spPr>
        <p:txBody>
          <a:bodyPr anchor="b"/>
          <a:lstStyle>
            <a:lvl1pPr algn="ctr">
              <a:defRPr sz="28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692624"/>
            <a:ext cx="7429500" cy="778055"/>
          </a:xfrm>
        </p:spPr>
        <p:txBody>
          <a:bodyPr/>
          <a:lstStyle>
            <a:lvl1pPr marL="0" indent="0" algn="ctr">
              <a:buNone/>
              <a:defRPr sz="1128"/>
            </a:lvl1pPr>
            <a:lvl2pPr marL="214838" indent="0" algn="ctr">
              <a:buNone/>
              <a:defRPr sz="940"/>
            </a:lvl2pPr>
            <a:lvl3pPr marL="429677" indent="0" algn="ctr">
              <a:buNone/>
              <a:defRPr sz="846"/>
            </a:lvl3pPr>
            <a:lvl4pPr marL="644515" indent="0" algn="ctr">
              <a:buNone/>
              <a:defRPr sz="752"/>
            </a:lvl4pPr>
            <a:lvl5pPr marL="859353" indent="0" algn="ctr">
              <a:buNone/>
              <a:defRPr sz="752"/>
            </a:lvl5pPr>
            <a:lvl6pPr marL="1074191" indent="0" algn="ctr">
              <a:buNone/>
              <a:defRPr sz="752"/>
            </a:lvl6pPr>
            <a:lvl7pPr marL="1289030" indent="0" algn="ctr">
              <a:buNone/>
              <a:defRPr sz="752"/>
            </a:lvl7pPr>
            <a:lvl8pPr marL="1503868" indent="0" algn="ctr">
              <a:buNone/>
              <a:defRPr sz="752"/>
            </a:lvl8pPr>
            <a:lvl9pPr marL="1718706" indent="0" algn="ctr">
              <a:buNone/>
              <a:defRPr sz="75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33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614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803419"/>
            <a:ext cx="8543925" cy="1340522"/>
          </a:xfrm>
        </p:spPr>
        <p:txBody>
          <a:bodyPr anchor="b"/>
          <a:lstStyle>
            <a:lvl1pPr>
              <a:defRPr sz="28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2156623"/>
            <a:ext cx="8543925" cy="704949"/>
          </a:xfrm>
        </p:spPr>
        <p:txBody>
          <a:bodyPr/>
          <a:lstStyle>
            <a:lvl1pPr marL="0" indent="0">
              <a:buNone/>
              <a:defRPr sz="1128">
                <a:solidFill>
                  <a:schemeClr val="tx1">
                    <a:tint val="75000"/>
                  </a:schemeClr>
                </a:solidFill>
              </a:defRPr>
            </a:lvl1pPr>
            <a:lvl2pPr marL="214838" indent="0">
              <a:buNone/>
              <a:defRPr sz="940">
                <a:solidFill>
                  <a:schemeClr val="tx1">
                    <a:tint val="75000"/>
                  </a:schemeClr>
                </a:solidFill>
              </a:defRPr>
            </a:lvl2pPr>
            <a:lvl3pPr marL="429677" indent="0">
              <a:buNone/>
              <a:defRPr sz="846">
                <a:solidFill>
                  <a:schemeClr val="tx1">
                    <a:tint val="75000"/>
                  </a:schemeClr>
                </a:solidFill>
              </a:defRPr>
            </a:lvl3pPr>
            <a:lvl4pPr marL="644515" indent="0">
              <a:buNone/>
              <a:defRPr sz="752">
                <a:solidFill>
                  <a:schemeClr val="tx1">
                    <a:tint val="75000"/>
                  </a:schemeClr>
                </a:solidFill>
              </a:defRPr>
            </a:lvl4pPr>
            <a:lvl5pPr marL="859353" indent="0">
              <a:buNone/>
              <a:defRPr sz="752">
                <a:solidFill>
                  <a:schemeClr val="tx1">
                    <a:tint val="75000"/>
                  </a:schemeClr>
                </a:solidFill>
              </a:defRPr>
            </a:lvl5pPr>
            <a:lvl6pPr marL="1074191" indent="0">
              <a:buNone/>
              <a:defRPr sz="752">
                <a:solidFill>
                  <a:schemeClr val="tx1">
                    <a:tint val="75000"/>
                  </a:schemeClr>
                </a:solidFill>
              </a:defRPr>
            </a:lvl6pPr>
            <a:lvl7pPr marL="1289030" indent="0">
              <a:buNone/>
              <a:defRPr sz="752">
                <a:solidFill>
                  <a:schemeClr val="tx1">
                    <a:tint val="75000"/>
                  </a:schemeClr>
                </a:solidFill>
              </a:defRPr>
            </a:lvl7pPr>
            <a:lvl8pPr marL="1503868" indent="0">
              <a:buNone/>
              <a:defRPr sz="752">
                <a:solidFill>
                  <a:schemeClr val="tx1">
                    <a:tint val="75000"/>
                  </a:schemeClr>
                </a:solidFill>
              </a:defRPr>
            </a:lvl8pPr>
            <a:lvl9pPr marL="1718706" indent="0">
              <a:buNone/>
              <a:defRPr sz="7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186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857875"/>
            <a:ext cx="4210050" cy="20447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857875"/>
            <a:ext cx="4210050" cy="20447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486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71575"/>
            <a:ext cx="8543925" cy="62289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789991"/>
            <a:ext cx="4190702" cy="387162"/>
          </a:xfrm>
        </p:spPr>
        <p:txBody>
          <a:bodyPr anchor="b"/>
          <a:lstStyle>
            <a:lvl1pPr marL="0" indent="0">
              <a:buNone/>
              <a:defRPr sz="1128" b="1"/>
            </a:lvl1pPr>
            <a:lvl2pPr marL="214838" indent="0">
              <a:buNone/>
              <a:defRPr sz="940" b="1"/>
            </a:lvl2pPr>
            <a:lvl3pPr marL="429677" indent="0">
              <a:buNone/>
              <a:defRPr sz="846" b="1"/>
            </a:lvl3pPr>
            <a:lvl4pPr marL="644515" indent="0">
              <a:buNone/>
              <a:defRPr sz="752" b="1"/>
            </a:lvl4pPr>
            <a:lvl5pPr marL="859353" indent="0">
              <a:buNone/>
              <a:defRPr sz="752" b="1"/>
            </a:lvl5pPr>
            <a:lvl6pPr marL="1074191" indent="0">
              <a:buNone/>
              <a:defRPr sz="752" b="1"/>
            </a:lvl6pPr>
            <a:lvl7pPr marL="1289030" indent="0">
              <a:buNone/>
              <a:defRPr sz="752" b="1"/>
            </a:lvl7pPr>
            <a:lvl8pPr marL="1503868" indent="0">
              <a:buNone/>
              <a:defRPr sz="752" b="1"/>
            </a:lvl8pPr>
            <a:lvl9pPr marL="1718706" indent="0">
              <a:buNone/>
              <a:defRPr sz="75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177153"/>
            <a:ext cx="4190702" cy="173141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789991"/>
            <a:ext cx="4211340" cy="387162"/>
          </a:xfrm>
        </p:spPr>
        <p:txBody>
          <a:bodyPr anchor="b"/>
          <a:lstStyle>
            <a:lvl1pPr marL="0" indent="0">
              <a:buNone/>
              <a:defRPr sz="1128" b="1"/>
            </a:lvl1pPr>
            <a:lvl2pPr marL="214838" indent="0">
              <a:buNone/>
              <a:defRPr sz="940" b="1"/>
            </a:lvl2pPr>
            <a:lvl3pPr marL="429677" indent="0">
              <a:buNone/>
              <a:defRPr sz="846" b="1"/>
            </a:lvl3pPr>
            <a:lvl4pPr marL="644515" indent="0">
              <a:buNone/>
              <a:defRPr sz="752" b="1"/>
            </a:lvl4pPr>
            <a:lvl5pPr marL="859353" indent="0">
              <a:buNone/>
              <a:defRPr sz="752" b="1"/>
            </a:lvl5pPr>
            <a:lvl6pPr marL="1074191" indent="0">
              <a:buNone/>
              <a:defRPr sz="752" b="1"/>
            </a:lvl6pPr>
            <a:lvl7pPr marL="1289030" indent="0">
              <a:buNone/>
              <a:defRPr sz="752" b="1"/>
            </a:lvl7pPr>
            <a:lvl8pPr marL="1503868" indent="0">
              <a:buNone/>
              <a:defRPr sz="752" b="1"/>
            </a:lvl8pPr>
            <a:lvl9pPr marL="1718706" indent="0">
              <a:buNone/>
              <a:defRPr sz="75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177153"/>
            <a:ext cx="4211340" cy="173141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82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70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6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14842"/>
            <a:ext cx="3194943" cy="751946"/>
          </a:xfrm>
        </p:spPr>
        <p:txBody>
          <a:bodyPr anchor="b"/>
          <a:lstStyle>
            <a:lvl1pPr>
              <a:defRPr sz="150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463999"/>
            <a:ext cx="5014913" cy="2290152"/>
          </a:xfrm>
        </p:spPr>
        <p:txBody>
          <a:bodyPr/>
          <a:lstStyle>
            <a:lvl1pPr>
              <a:defRPr sz="1504"/>
            </a:lvl1pPr>
            <a:lvl2pPr>
              <a:defRPr sz="1316"/>
            </a:lvl2pPr>
            <a:lvl3pPr>
              <a:defRPr sz="1128"/>
            </a:lvl3pPr>
            <a:lvl4pPr>
              <a:defRPr sz="940"/>
            </a:lvl4pPr>
            <a:lvl5pPr>
              <a:defRPr sz="940"/>
            </a:lvl5pPr>
            <a:lvl6pPr>
              <a:defRPr sz="940"/>
            </a:lvl6pPr>
            <a:lvl7pPr>
              <a:defRPr sz="940"/>
            </a:lvl7pPr>
            <a:lvl8pPr>
              <a:defRPr sz="940"/>
            </a:lvl8pPr>
            <a:lvl9pPr>
              <a:defRPr sz="94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66788"/>
            <a:ext cx="3194943" cy="1791093"/>
          </a:xfrm>
        </p:spPr>
        <p:txBody>
          <a:bodyPr/>
          <a:lstStyle>
            <a:lvl1pPr marL="0" indent="0">
              <a:buNone/>
              <a:defRPr sz="752"/>
            </a:lvl1pPr>
            <a:lvl2pPr marL="214838" indent="0">
              <a:buNone/>
              <a:defRPr sz="658"/>
            </a:lvl2pPr>
            <a:lvl3pPr marL="429677" indent="0">
              <a:buNone/>
              <a:defRPr sz="564"/>
            </a:lvl3pPr>
            <a:lvl4pPr marL="644515" indent="0">
              <a:buNone/>
              <a:defRPr sz="470"/>
            </a:lvl4pPr>
            <a:lvl5pPr marL="859353" indent="0">
              <a:buNone/>
              <a:defRPr sz="470"/>
            </a:lvl5pPr>
            <a:lvl6pPr marL="1074191" indent="0">
              <a:buNone/>
              <a:defRPr sz="470"/>
            </a:lvl6pPr>
            <a:lvl7pPr marL="1289030" indent="0">
              <a:buNone/>
              <a:defRPr sz="470"/>
            </a:lvl7pPr>
            <a:lvl8pPr marL="1503868" indent="0">
              <a:buNone/>
              <a:defRPr sz="470"/>
            </a:lvl8pPr>
            <a:lvl9pPr marL="1718706" indent="0">
              <a:buNone/>
              <a:defRPr sz="47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058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14842"/>
            <a:ext cx="3194943" cy="751946"/>
          </a:xfrm>
        </p:spPr>
        <p:txBody>
          <a:bodyPr anchor="b"/>
          <a:lstStyle>
            <a:lvl1pPr>
              <a:defRPr sz="150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463999"/>
            <a:ext cx="5014913" cy="2290152"/>
          </a:xfrm>
        </p:spPr>
        <p:txBody>
          <a:bodyPr anchor="t"/>
          <a:lstStyle>
            <a:lvl1pPr marL="0" indent="0">
              <a:buNone/>
              <a:defRPr sz="1504"/>
            </a:lvl1pPr>
            <a:lvl2pPr marL="214838" indent="0">
              <a:buNone/>
              <a:defRPr sz="1316"/>
            </a:lvl2pPr>
            <a:lvl3pPr marL="429677" indent="0">
              <a:buNone/>
              <a:defRPr sz="1128"/>
            </a:lvl3pPr>
            <a:lvl4pPr marL="644515" indent="0">
              <a:buNone/>
              <a:defRPr sz="940"/>
            </a:lvl4pPr>
            <a:lvl5pPr marL="859353" indent="0">
              <a:buNone/>
              <a:defRPr sz="940"/>
            </a:lvl5pPr>
            <a:lvl6pPr marL="1074191" indent="0">
              <a:buNone/>
              <a:defRPr sz="940"/>
            </a:lvl6pPr>
            <a:lvl7pPr marL="1289030" indent="0">
              <a:buNone/>
              <a:defRPr sz="940"/>
            </a:lvl7pPr>
            <a:lvl8pPr marL="1503868" indent="0">
              <a:buNone/>
              <a:defRPr sz="940"/>
            </a:lvl8pPr>
            <a:lvl9pPr marL="1718706" indent="0">
              <a:buNone/>
              <a:defRPr sz="94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66788"/>
            <a:ext cx="3194943" cy="1791093"/>
          </a:xfrm>
        </p:spPr>
        <p:txBody>
          <a:bodyPr/>
          <a:lstStyle>
            <a:lvl1pPr marL="0" indent="0">
              <a:buNone/>
              <a:defRPr sz="752"/>
            </a:lvl1pPr>
            <a:lvl2pPr marL="214838" indent="0">
              <a:buNone/>
              <a:defRPr sz="658"/>
            </a:lvl2pPr>
            <a:lvl3pPr marL="429677" indent="0">
              <a:buNone/>
              <a:defRPr sz="564"/>
            </a:lvl3pPr>
            <a:lvl4pPr marL="644515" indent="0">
              <a:buNone/>
              <a:defRPr sz="470"/>
            </a:lvl4pPr>
            <a:lvl5pPr marL="859353" indent="0">
              <a:buNone/>
              <a:defRPr sz="470"/>
            </a:lvl5pPr>
            <a:lvl6pPr marL="1074191" indent="0">
              <a:buNone/>
              <a:defRPr sz="470"/>
            </a:lvl6pPr>
            <a:lvl7pPr marL="1289030" indent="0">
              <a:buNone/>
              <a:defRPr sz="470"/>
            </a:lvl7pPr>
            <a:lvl8pPr marL="1503868" indent="0">
              <a:buNone/>
              <a:defRPr sz="470"/>
            </a:lvl8pPr>
            <a:lvl9pPr marL="1718706" indent="0">
              <a:buNone/>
              <a:defRPr sz="47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02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090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171575"/>
            <a:ext cx="2135981" cy="273102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171575"/>
            <a:ext cx="6284119" cy="2731026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66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171575"/>
            <a:ext cx="8543925" cy="62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857875"/>
            <a:ext cx="8543925" cy="2044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2986896"/>
            <a:ext cx="2228850" cy="171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2986896"/>
            <a:ext cx="3343275" cy="171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2986896"/>
            <a:ext cx="2228850" cy="171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574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429677" rtl="0" eaLnBrk="1" latinLnBrk="0" hangingPunct="1">
        <a:lnSpc>
          <a:spcPct val="90000"/>
        </a:lnSpc>
        <a:spcBef>
          <a:spcPct val="0"/>
        </a:spcBef>
        <a:buNone/>
        <a:defRPr sz="20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7419" indent="-107419" algn="l" defTabSz="429677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316" kern="1200">
          <a:solidFill>
            <a:schemeClr val="tx1"/>
          </a:solidFill>
          <a:latin typeface="+mn-lt"/>
          <a:ea typeface="+mn-ea"/>
          <a:cs typeface="+mn-cs"/>
        </a:defRPr>
      </a:lvl1pPr>
      <a:lvl2pPr marL="322257" indent="-107419" algn="l" defTabSz="429677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1128" kern="1200">
          <a:solidFill>
            <a:schemeClr val="tx1"/>
          </a:solidFill>
          <a:latin typeface="+mn-lt"/>
          <a:ea typeface="+mn-ea"/>
          <a:cs typeface="+mn-cs"/>
        </a:defRPr>
      </a:lvl2pPr>
      <a:lvl3pPr marL="537096" indent="-107419" algn="l" defTabSz="429677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940" kern="1200">
          <a:solidFill>
            <a:schemeClr val="tx1"/>
          </a:solidFill>
          <a:latin typeface="+mn-lt"/>
          <a:ea typeface="+mn-ea"/>
          <a:cs typeface="+mn-cs"/>
        </a:defRPr>
      </a:lvl3pPr>
      <a:lvl4pPr marL="751934" indent="-107419" algn="l" defTabSz="429677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6" kern="1200">
          <a:solidFill>
            <a:schemeClr val="tx1"/>
          </a:solidFill>
          <a:latin typeface="+mn-lt"/>
          <a:ea typeface="+mn-ea"/>
          <a:cs typeface="+mn-cs"/>
        </a:defRPr>
      </a:lvl4pPr>
      <a:lvl5pPr marL="966772" indent="-107419" algn="l" defTabSz="429677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6" kern="1200">
          <a:solidFill>
            <a:schemeClr val="tx1"/>
          </a:solidFill>
          <a:latin typeface="+mn-lt"/>
          <a:ea typeface="+mn-ea"/>
          <a:cs typeface="+mn-cs"/>
        </a:defRPr>
      </a:lvl5pPr>
      <a:lvl6pPr marL="1181611" indent="-107419" algn="l" defTabSz="429677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6" kern="1200">
          <a:solidFill>
            <a:schemeClr val="tx1"/>
          </a:solidFill>
          <a:latin typeface="+mn-lt"/>
          <a:ea typeface="+mn-ea"/>
          <a:cs typeface="+mn-cs"/>
        </a:defRPr>
      </a:lvl6pPr>
      <a:lvl7pPr marL="1396449" indent="-107419" algn="l" defTabSz="429677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6" kern="1200">
          <a:solidFill>
            <a:schemeClr val="tx1"/>
          </a:solidFill>
          <a:latin typeface="+mn-lt"/>
          <a:ea typeface="+mn-ea"/>
          <a:cs typeface="+mn-cs"/>
        </a:defRPr>
      </a:lvl7pPr>
      <a:lvl8pPr marL="1611287" indent="-107419" algn="l" defTabSz="429677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6" kern="1200">
          <a:solidFill>
            <a:schemeClr val="tx1"/>
          </a:solidFill>
          <a:latin typeface="+mn-lt"/>
          <a:ea typeface="+mn-ea"/>
          <a:cs typeface="+mn-cs"/>
        </a:defRPr>
      </a:lvl8pPr>
      <a:lvl9pPr marL="1826125" indent="-107419" algn="l" defTabSz="429677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9677" rtl="0" eaLnBrk="1" latinLnBrk="0" hangingPunct="1">
        <a:defRPr sz="846" kern="1200">
          <a:solidFill>
            <a:schemeClr val="tx1"/>
          </a:solidFill>
          <a:latin typeface="+mn-lt"/>
          <a:ea typeface="+mn-ea"/>
          <a:cs typeface="+mn-cs"/>
        </a:defRPr>
      </a:lvl1pPr>
      <a:lvl2pPr marL="214838" algn="l" defTabSz="429677" rtl="0" eaLnBrk="1" latinLnBrk="0" hangingPunct="1">
        <a:defRPr sz="846" kern="1200">
          <a:solidFill>
            <a:schemeClr val="tx1"/>
          </a:solidFill>
          <a:latin typeface="+mn-lt"/>
          <a:ea typeface="+mn-ea"/>
          <a:cs typeface="+mn-cs"/>
        </a:defRPr>
      </a:lvl2pPr>
      <a:lvl3pPr marL="429677" algn="l" defTabSz="429677" rtl="0" eaLnBrk="1" latinLnBrk="0" hangingPunct="1">
        <a:defRPr sz="846" kern="1200">
          <a:solidFill>
            <a:schemeClr val="tx1"/>
          </a:solidFill>
          <a:latin typeface="+mn-lt"/>
          <a:ea typeface="+mn-ea"/>
          <a:cs typeface="+mn-cs"/>
        </a:defRPr>
      </a:lvl3pPr>
      <a:lvl4pPr marL="644515" algn="l" defTabSz="429677" rtl="0" eaLnBrk="1" latinLnBrk="0" hangingPunct="1">
        <a:defRPr sz="846" kern="1200">
          <a:solidFill>
            <a:schemeClr val="tx1"/>
          </a:solidFill>
          <a:latin typeface="+mn-lt"/>
          <a:ea typeface="+mn-ea"/>
          <a:cs typeface="+mn-cs"/>
        </a:defRPr>
      </a:lvl4pPr>
      <a:lvl5pPr marL="859353" algn="l" defTabSz="429677" rtl="0" eaLnBrk="1" latinLnBrk="0" hangingPunct="1">
        <a:defRPr sz="846" kern="1200">
          <a:solidFill>
            <a:schemeClr val="tx1"/>
          </a:solidFill>
          <a:latin typeface="+mn-lt"/>
          <a:ea typeface="+mn-ea"/>
          <a:cs typeface="+mn-cs"/>
        </a:defRPr>
      </a:lvl5pPr>
      <a:lvl6pPr marL="1074191" algn="l" defTabSz="429677" rtl="0" eaLnBrk="1" latinLnBrk="0" hangingPunct="1">
        <a:defRPr sz="846" kern="1200">
          <a:solidFill>
            <a:schemeClr val="tx1"/>
          </a:solidFill>
          <a:latin typeface="+mn-lt"/>
          <a:ea typeface="+mn-ea"/>
          <a:cs typeface="+mn-cs"/>
        </a:defRPr>
      </a:lvl6pPr>
      <a:lvl7pPr marL="1289030" algn="l" defTabSz="429677" rtl="0" eaLnBrk="1" latinLnBrk="0" hangingPunct="1">
        <a:defRPr sz="846" kern="1200">
          <a:solidFill>
            <a:schemeClr val="tx1"/>
          </a:solidFill>
          <a:latin typeface="+mn-lt"/>
          <a:ea typeface="+mn-ea"/>
          <a:cs typeface="+mn-cs"/>
        </a:defRPr>
      </a:lvl7pPr>
      <a:lvl8pPr marL="1503868" algn="l" defTabSz="429677" rtl="0" eaLnBrk="1" latinLnBrk="0" hangingPunct="1">
        <a:defRPr sz="846" kern="1200">
          <a:solidFill>
            <a:schemeClr val="tx1"/>
          </a:solidFill>
          <a:latin typeface="+mn-lt"/>
          <a:ea typeface="+mn-ea"/>
          <a:cs typeface="+mn-cs"/>
        </a:defRPr>
      </a:lvl8pPr>
      <a:lvl9pPr marL="1718706" algn="l" defTabSz="429677" rtl="0" eaLnBrk="1" latinLnBrk="0" hangingPunct="1">
        <a:defRPr sz="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FD558900-7134-43B7-B0FD-EC6791A99399}"/>
              </a:ext>
            </a:extLst>
          </p:cNvPr>
          <p:cNvSpPr/>
          <p:nvPr/>
        </p:nvSpPr>
        <p:spPr>
          <a:xfrm>
            <a:off x="97371" y="-2501"/>
            <a:ext cx="9778521" cy="3187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7157" tIns="38577" rIns="77157" bIns="385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625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D9EDACF-7245-4366-8C98-B86E8812BF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9" r="9532"/>
          <a:stretch/>
        </p:blipFill>
        <p:spPr>
          <a:xfrm>
            <a:off x="1437128" y="58994"/>
            <a:ext cx="8250795" cy="1491676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F6612A0F-E864-4261-902D-76A4FFDFD7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54"/>
          <a:stretch/>
        </p:blipFill>
        <p:spPr>
          <a:xfrm>
            <a:off x="1408186" y="1594858"/>
            <a:ext cx="7747153" cy="15598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F2B5097-B455-4243-9F4D-7F89C6F0E6A4}"/>
                  </a:ext>
                </a:extLst>
              </p:cNvPr>
              <p:cNvSpPr/>
              <p:nvPr/>
            </p:nvSpPr>
            <p:spPr>
              <a:xfrm>
                <a:off x="1659408" y="946131"/>
                <a:ext cx="736547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25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25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25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F2B5097-B455-4243-9F4D-7F89C6F0E6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408" y="946131"/>
                <a:ext cx="736547" cy="342401"/>
              </a:xfrm>
              <a:prstGeom prst="rect">
                <a:avLst/>
              </a:prstGeom>
              <a:blipFill>
                <a:blip r:embed="rId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5DBBAD4-C131-4ACA-90FC-C0E0DB29EE2C}"/>
                  </a:ext>
                </a:extLst>
              </p:cNvPr>
              <p:cNvSpPr/>
              <p:nvPr/>
            </p:nvSpPr>
            <p:spPr>
              <a:xfrm>
                <a:off x="1326058" y="1320276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5DBBAD4-C131-4ACA-90FC-C0E0DB29EE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058" y="1320276"/>
                <a:ext cx="731674" cy="3424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16D4D42-573F-41D7-817B-D2C9850F5244}"/>
                  </a:ext>
                </a:extLst>
              </p:cNvPr>
              <p:cNvSpPr/>
              <p:nvPr/>
            </p:nvSpPr>
            <p:spPr>
              <a:xfrm>
                <a:off x="2719407" y="1320276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16D4D42-573F-41D7-817B-D2C9850F5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407" y="1320276"/>
                <a:ext cx="731674" cy="3424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AFD892F-F7A7-40D0-81F1-3F88F68F50FD}"/>
                  </a:ext>
                </a:extLst>
              </p:cNvPr>
              <p:cNvSpPr/>
              <p:nvPr/>
            </p:nvSpPr>
            <p:spPr>
              <a:xfrm>
                <a:off x="4112758" y="1320276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AFD892F-F7A7-40D0-81F1-3F88F68F50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758" y="1320276"/>
                <a:ext cx="731674" cy="3424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881D687-EBB4-479A-ACED-8B11403DD29C}"/>
                  </a:ext>
                </a:extLst>
              </p:cNvPr>
              <p:cNvSpPr/>
              <p:nvPr/>
            </p:nvSpPr>
            <p:spPr>
              <a:xfrm>
                <a:off x="5506107" y="1320276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ℓ=3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881D687-EBB4-479A-ACED-8B11403DD2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107" y="1320276"/>
                <a:ext cx="731674" cy="3424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327670E-C918-49BB-AF44-D80342753882}"/>
                  </a:ext>
                </a:extLst>
              </p:cNvPr>
              <p:cNvSpPr/>
              <p:nvPr/>
            </p:nvSpPr>
            <p:spPr>
              <a:xfrm>
                <a:off x="6899458" y="1320276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ℓ=4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327670E-C918-49BB-AF44-D80342753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458" y="1320276"/>
                <a:ext cx="731674" cy="3424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57DBC5B-32AA-48F2-92AC-D6F076A05411}"/>
                  </a:ext>
                </a:extLst>
              </p:cNvPr>
              <p:cNvSpPr/>
              <p:nvPr/>
            </p:nvSpPr>
            <p:spPr>
              <a:xfrm>
                <a:off x="8292809" y="1320276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ℓ=5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57DBC5B-32AA-48F2-92AC-D6F076A054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809" y="1320276"/>
                <a:ext cx="731674" cy="3424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F198B12-D53B-4B17-BA1D-89FF19683B02}"/>
                  </a:ext>
                </a:extLst>
              </p:cNvPr>
              <p:cNvSpPr/>
              <p:nvPr/>
            </p:nvSpPr>
            <p:spPr>
              <a:xfrm>
                <a:off x="1659408" y="2573853"/>
                <a:ext cx="736547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  <m:sSub>
                        <m:sSubPr>
                          <m:ctrlPr>
                            <a:rPr lang="en-US" altLang="zh-TW" sz="162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2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2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sz="162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F198B12-D53B-4B17-BA1D-89FF19683B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408" y="2573853"/>
                <a:ext cx="736547" cy="342401"/>
              </a:xfrm>
              <a:prstGeom prst="rect">
                <a:avLst/>
              </a:prstGeom>
              <a:blipFill>
                <a:blip r:embed="rId1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295B3F8-393E-4F5A-B11B-EE2AD0609793}"/>
                  </a:ext>
                </a:extLst>
              </p:cNvPr>
              <p:cNvSpPr/>
              <p:nvPr/>
            </p:nvSpPr>
            <p:spPr>
              <a:xfrm>
                <a:off x="1326058" y="2918324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295B3F8-393E-4F5A-B11B-EE2AD06097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058" y="2918324"/>
                <a:ext cx="731674" cy="34240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02227E5-4E0E-4A9C-BBEE-ED438C4C9462}"/>
                  </a:ext>
                </a:extLst>
              </p:cNvPr>
              <p:cNvSpPr/>
              <p:nvPr/>
            </p:nvSpPr>
            <p:spPr>
              <a:xfrm>
                <a:off x="2719407" y="2918323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02227E5-4E0E-4A9C-BBEE-ED438C4C9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407" y="2918323"/>
                <a:ext cx="731674" cy="34240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DD27638-A940-4BEF-A988-4B25C776137A}"/>
                  </a:ext>
                </a:extLst>
              </p:cNvPr>
              <p:cNvSpPr/>
              <p:nvPr/>
            </p:nvSpPr>
            <p:spPr>
              <a:xfrm>
                <a:off x="4112758" y="2918323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DD27638-A940-4BEF-A988-4B25C77613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758" y="2918323"/>
                <a:ext cx="731674" cy="34240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C1A91CC-4752-490B-8E0C-37A410477DB8}"/>
                  </a:ext>
                </a:extLst>
              </p:cNvPr>
              <p:cNvSpPr/>
              <p:nvPr/>
            </p:nvSpPr>
            <p:spPr>
              <a:xfrm>
                <a:off x="5506107" y="2918323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ℓ=3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C1A91CC-4752-490B-8E0C-37A410477D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107" y="2918323"/>
                <a:ext cx="731674" cy="34240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397C0F0-BBFA-4816-84BF-51900169D37C}"/>
                  </a:ext>
                </a:extLst>
              </p:cNvPr>
              <p:cNvSpPr/>
              <p:nvPr/>
            </p:nvSpPr>
            <p:spPr>
              <a:xfrm>
                <a:off x="6899458" y="2918323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ℓ=4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397C0F0-BBFA-4816-84BF-51900169D3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458" y="2918323"/>
                <a:ext cx="731674" cy="34240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1A9238A-5FF4-4DCD-8EAA-753E08958678}"/>
                  </a:ext>
                </a:extLst>
              </p:cNvPr>
              <p:cNvSpPr/>
              <p:nvPr/>
            </p:nvSpPr>
            <p:spPr>
              <a:xfrm>
                <a:off x="8292809" y="2918323"/>
                <a:ext cx="731674" cy="342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25" i="1">
                          <a:latin typeface="Cambria Math" panose="02040503050406030204" pitchFamily="18" charset="0"/>
                        </a:rPr>
                        <m:t>ℓ=5</m:t>
                      </m:r>
                    </m:oMath>
                  </m:oMathPara>
                </a14:m>
                <a:endParaRPr lang="zh-TW" altLang="en-US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1A9238A-5FF4-4DCD-8EAA-753E089586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809" y="2918323"/>
                <a:ext cx="731674" cy="34240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5DD30E1E-3254-4C6F-8DF1-6F6AA824DBC6}"/>
                  </a:ext>
                </a:extLst>
              </p:cNvPr>
              <p:cNvSpPr/>
              <p:nvPr/>
            </p:nvSpPr>
            <p:spPr>
              <a:xfrm>
                <a:off x="107016" y="2123760"/>
                <a:ext cx="1347292" cy="4713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>
                          <a:latin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5DD30E1E-3254-4C6F-8DF1-6F6AA824DB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16" y="2123760"/>
                <a:ext cx="1347292" cy="47134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矩形 44">
            <a:extLst>
              <a:ext uri="{FF2B5EF4-FFF2-40B4-BE49-F238E27FC236}">
                <a16:creationId xmlns:a16="http://schemas.microsoft.com/office/drawing/2014/main" id="{2667D122-1621-490B-9CDD-F3F9D5F3FF97}"/>
              </a:ext>
            </a:extLst>
          </p:cNvPr>
          <p:cNvSpPr/>
          <p:nvPr/>
        </p:nvSpPr>
        <p:spPr>
          <a:xfrm rot="5400000">
            <a:off x="9040158" y="558587"/>
            <a:ext cx="1359668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 units</a:t>
            </a:r>
            <a:endParaRPr lang="zh-TW" altLang="en-US" sz="16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0FD9A8B-297D-4E45-AB13-1BDB407EEF7E}"/>
              </a:ext>
            </a:extLst>
          </p:cNvPr>
          <p:cNvSpPr/>
          <p:nvPr/>
        </p:nvSpPr>
        <p:spPr>
          <a:xfrm rot="5400000">
            <a:off x="9040159" y="2117266"/>
            <a:ext cx="1359668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 units</a:t>
            </a:r>
            <a:endParaRPr lang="zh-TW" altLang="en-US" sz="16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2D04DA75-0189-46D1-8CA0-0BAE4AAE5968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65" r="8888"/>
          <a:stretch/>
        </p:blipFill>
        <p:spPr>
          <a:xfrm>
            <a:off x="9100596" y="1505214"/>
            <a:ext cx="563830" cy="1649468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EA768D4D-DB27-45A1-88B0-55950ED9C5F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209" y="589936"/>
            <a:ext cx="1466906" cy="424501"/>
          </a:xfrm>
          <a:prstGeom prst="rect">
            <a:avLst/>
          </a:prstGeom>
        </p:spPr>
      </p:pic>
      <p:sp>
        <p:nvSpPr>
          <p:cNvPr id="32" name="箭號: 向右 31">
            <a:extLst>
              <a:ext uri="{FF2B5EF4-FFF2-40B4-BE49-F238E27FC236}">
                <a16:creationId xmlns:a16="http://schemas.microsoft.com/office/drawing/2014/main" id="{88052F3C-30BD-4C6E-99EB-38E3B37FA55A}"/>
              </a:ext>
            </a:extLst>
          </p:cNvPr>
          <p:cNvSpPr/>
          <p:nvPr/>
        </p:nvSpPr>
        <p:spPr>
          <a:xfrm>
            <a:off x="2069620" y="2345703"/>
            <a:ext cx="92654" cy="27541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25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箭號: 向右 32">
            <a:extLst>
              <a:ext uri="{FF2B5EF4-FFF2-40B4-BE49-F238E27FC236}">
                <a16:creationId xmlns:a16="http://schemas.microsoft.com/office/drawing/2014/main" id="{577614CA-5278-4D74-8B7C-95C4FCBA66D8}"/>
              </a:ext>
            </a:extLst>
          </p:cNvPr>
          <p:cNvSpPr/>
          <p:nvPr/>
        </p:nvSpPr>
        <p:spPr>
          <a:xfrm rot="16200000">
            <a:off x="2029700" y="2306192"/>
            <a:ext cx="91764" cy="27808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51C04E-D705-431C-BF37-4C434E459464}"/>
                  </a:ext>
                </a:extLst>
              </p:cNvPr>
              <p:cNvSpPr txBox="1"/>
              <p:nvPr/>
            </p:nvSpPr>
            <p:spPr>
              <a:xfrm>
                <a:off x="1950374" y="1973149"/>
                <a:ext cx="323386" cy="362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2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en-US" sz="1625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25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zh-TW" sz="162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62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51C04E-D705-431C-BF37-4C434E459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374" y="1973149"/>
                <a:ext cx="323386" cy="362150"/>
              </a:xfrm>
              <a:prstGeom prst="rect">
                <a:avLst/>
              </a:prstGeom>
              <a:blipFill>
                <a:blip r:embed="rId21"/>
                <a:stretch>
                  <a:fillRect r="-7547" b="-16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A2A4A3A9-9D72-44FC-B8C2-E033178F7EA5}"/>
                  </a:ext>
                </a:extLst>
              </p:cNvPr>
              <p:cNvSpPr txBox="1"/>
              <p:nvPr/>
            </p:nvSpPr>
            <p:spPr>
              <a:xfrm>
                <a:off x="2112514" y="2184490"/>
                <a:ext cx="406919" cy="342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2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en-US" sz="1625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25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zh-TW" sz="162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62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A2A4A3A9-9D72-44FC-B8C2-E033178F7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514" y="2184490"/>
                <a:ext cx="406919" cy="342401"/>
              </a:xfrm>
              <a:prstGeom prst="rect">
                <a:avLst/>
              </a:prstGeom>
              <a:blipFill>
                <a:blip r:embed="rId22"/>
                <a:stretch>
                  <a:fillRect r="-4545"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31A2AB68-DF59-45DB-8CF5-CA87140274B6}"/>
              </a:ext>
            </a:extLst>
          </p:cNvPr>
          <p:cNvSpPr/>
          <p:nvPr/>
        </p:nvSpPr>
        <p:spPr>
          <a:xfrm>
            <a:off x="2069620" y="737041"/>
            <a:ext cx="92654" cy="27541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25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箭號: 向右 36">
            <a:extLst>
              <a:ext uri="{FF2B5EF4-FFF2-40B4-BE49-F238E27FC236}">
                <a16:creationId xmlns:a16="http://schemas.microsoft.com/office/drawing/2014/main" id="{629675A1-6365-462C-895C-760A6F13437B}"/>
              </a:ext>
            </a:extLst>
          </p:cNvPr>
          <p:cNvSpPr/>
          <p:nvPr/>
        </p:nvSpPr>
        <p:spPr>
          <a:xfrm rot="16200000">
            <a:off x="2029700" y="697530"/>
            <a:ext cx="91764" cy="27808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BC716D3F-4BFE-46A0-8521-4123468810FA}"/>
                  </a:ext>
                </a:extLst>
              </p:cNvPr>
              <p:cNvSpPr txBox="1"/>
              <p:nvPr/>
            </p:nvSpPr>
            <p:spPr>
              <a:xfrm>
                <a:off x="1950374" y="364487"/>
                <a:ext cx="323386" cy="362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en-US" sz="162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25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zh-TW" sz="1625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BC716D3F-4BFE-46A0-8521-412346881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374" y="364487"/>
                <a:ext cx="323386" cy="362150"/>
              </a:xfrm>
              <a:prstGeom prst="rect">
                <a:avLst/>
              </a:prstGeom>
              <a:blipFill>
                <a:blip r:embed="rId23"/>
                <a:stretch>
                  <a:fillRect r="-7547" b="-16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801AB060-B26A-42ED-8EAD-63152A50699F}"/>
                  </a:ext>
                </a:extLst>
              </p:cNvPr>
              <p:cNvSpPr txBox="1"/>
              <p:nvPr/>
            </p:nvSpPr>
            <p:spPr>
              <a:xfrm>
                <a:off x="2112514" y="575829"/>
                <a:ext cx="297261" cy="342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en-US" sz="162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25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zh-TW" sz="1625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6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801AB060-B26A-42ED-8EAD-63152A506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514" y="575829"/>
                <a:ext cx="297261" cy="342401"/>
              </a:xfrm>
              <a:prstGeom prst="rect">
                <a:avLst/>
              </a:prstGeom>
              <a:blipFill>
                <a:blip r:embed="rId24"/>
                <a:stretch>
                  <a:fillRect r="-10417"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96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49</Words>
  <Application>Microsoft Office PowerPoint</Application>
  <PresentationFormat>自訂</PresentationFormat>
  <Paragraphs>21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17</cp:revision>
  <dcterms:created xsi:type="dcterms:W3CDTF">2026-03-29T16:54:49Z</dcterms:created>
  <dcterms:modified xsi:type="dcterms:W3CDTF">2026-05-20T11:03:09Z</dcterms:modified>
</cp:coreProperties>
</file>