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</p:sldIdLst>
  <p:sldSz cx="9906000" cy="5129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EC71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7" autoAdjust="0"/>
    <p:restoredTop sz="94660"/>
  </p:normalViewPr>
  <p:slideViewPr>
    <p:cSldViewPr snapToGrid="0">
      <p:cViewPr varScale="1">
        <p:scale>
          <a:sx n="93" d="100"/>
          <a:sy n="93" d="100"/>
        </p:scale>
        <p:origin x="78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839434"/>
            <a:ext cx="7429500" cy="1785726"/>
          </a:xfrm>
        </p:spPr>
        <p:txBody>
          <a:bodyPr anchor="b"/>
          <a:lstStyle>
            <a:lvl1pPr algn="ctr">
              <a:defRPr sz="448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694025"/>
            <a:ext cx="7429500" cy="1238372"/>
          </a:xfrm>
        </p:spPr>
        <p:txBody>
          <a:bodyPr/>
          <a:lstStyle>
            <a:lvl1pPr marL="0" indent="0" algn="ctr">
              <a:buNone/>
              <a:defRPr sz="1795"/>
            </a:lvl1pPr>
            <a:lvl2pPr marL="341940" indent="0" algn="ctr">
              <a:buNone/>
              <a:defRPr sz="1496"/>
            </a:lvl2pPr>
            <a:lvl3pPr marL="683880" indent="0" algn="ctr">
              <a:buNone/>
              <a:defRPr sz="1346"/>
            </a:lvl3pPr>
            <a:lvl4pPr marL="1025820" indent="0" algn="ctr">
              <a:buNone/>
              <a:defRPr sz="1197"/>
            </a:lvl4pPr>
            <a:lvl5pPr marL="1367760" indent="0" algn="ctr">
              <a:buNone/>
              <a:defRPr sz="1197"/>
            </a:lvl5pPr>
            <a:lvl6pPr marL="1709699" indent="0" algn="ctr">
              <a:buNone/>
              <a:defRPr sz="1197"/>
            </a:lvl6pPr>
            <a:lvl7pPr marL="2051639" indent="0" algn="ctr">
              <a:buNone/>
              <a:defRPr sz="1197"/>
            </a:lvl7pPr>
            <a:lvl8pPr marL="2393579" indent="0" algn="ctr">
              <a:buNone/>
              <a:defRPr sz="1197"/>
            </a:lvl8pPr>
            <a:lvl9pPr marL="2735519" indent="0" algn="ctr">
              <a:buNone/>
              <a:defRPr sz="119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56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501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278742"/>
            <a:ext cx="8543925" cy="2133610"/>
          </a:xfrm>
        </p:spPr>
        <p:txBody>
          <a:bodyPr anchor="b"/>
          <a:lstStyle>
            <a:lvl1pPr>
              <a:defRPr sz="448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432537"/>
            <a:ext cx="8543925" cy="1122015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1940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2pPr>
            <a:lvl3pPr marL="683880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3pPr>
            <a:lvl4pPr marL="102582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36776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70969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05163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39357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273551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638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365415"/>
            <a:ext cx="4210050" cy="325443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365415"/>
            <a:ext cx="4210050" cy="325443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0798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73083"/>
            <a:ext cx="8543925" cy="99141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257370"/>
            <a:ext cx="4190702" cy="616218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40" indent="0">
              <a:buNone/>
              <a:defRPr sz="1496" b="1"/>
            </a:lvl2pPr>
            <a:lvl3pPr marL="683880" indent="0">
              <a:buNone/>
              <a:defRPr sz="1346" b="1"/>
            </a:lvl3pPr>
            <a:lvl4pPr marL="1025820" indent="0">
              <a:buNone/>
              <a:defRPr sz="1197" b="1"/>
            </a:lvl4pPr>
            <a:lvl5pPr marL="1367760" indent="0">
              <a:buNone/>
              <a:defRPr sz="1197" b="1"/>
            </a:lvl5pPr>
            <a:lvl6pPr marL="1709699" indent="0">
              <a:buNone/>
              <a:defRPr sz="1197" b="1"/>
            </a:lvl6pPr>
            <a:lvl7pPr marL="2051639" indent="0">
              <a:buNone/>
              <a:defRPr sz="1197" b="1"/>
            </a:lvl7pPr>
            <a:lvl8pPr marL="2393579" indent="0">
              <a:buNone/>
              <a:defRPr sz="1197" b="1"/>
            </a:lvl8pPr>
            <a:lvl9pPr marL="2735519" indent="0">
              <a:buNone/>
              <a:defRPr sz="119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873588"/>
            <a:ext cx="4190702" cy="27557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257370"/>
            <a:ext cx="4211340" cy="616218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40" indent="0">
              <a:buNone/>
              <a:defRPr sz="1496" b="1"/>
            </a:lvl2pPr>
            <a:lvl3pPr marL="683880" indent="0">
              <a:buNone/>
              <a:defRPr sz="1346" b="1"/>
            </a:lvl3pPr>
            <a:lvl4pPr marL="1025820" indent="0">
              <a:buNone/>
              <a:defRPr sz="1197" b="1"/>
            </a:lvl4pPr>
            <a:lvl5pPr marL="1367760" indent="0">
              <a:buNone/>
              <a:defRPr sz="1197" b="1"/>
            </a:lvl5pPr>
            <a:lvl6pPr marL="1709699" indent="0">
              <a:buNone/>
              <a:defRPr sz="1197" b="1"/>
            </a:lvl6pPr>
            <a:lvl7pPr marL="2051639" indent="0">
              <a:buNone/>
              <a:defRPr sz="1197" b="1"/>
            </a:lvl7pPr>
            <a:lvl8pPr marL="2393579" indent="0">
              <a:buNone/>
              <a:defRPr sz="1197" b="1"/>
            </a:lvl8pPr>
            <a:lvl9pPr marL="2735519" indent="0">
              <a:buNone/>
              <a:defRPr sz="119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873588"/>
            <a:ext cx="4211340" cy="27557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42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52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04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41948"/>
            <a:ext cx="3194943" cy="1196816"/>
          </a:xfrm>
        </p:spPr>
        <p:txBody>
          <a:bodyPr anchor="b"/>
          <a:lstStyle>
            <a:lvl1pPr>
              <a:defRPr sz="239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738512"/>
            <a:ext cx="5014913" cy="3645066"/>
          </a:xfrm>
        </p:spPr>
        <p:txBody>
          <a:bodyPr/>
          <a:lstStyle>
            <a:lvl1pPr>
              <a:defRPr sz="2393"/>
            </a:lvl1pPr>
            <a:lvl2pPr>
              <a:defRPr sz="2094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538764"/>
            <a:ext cx="3194943" cy="2850750"/>
          </a:xfrm>
        </p:spPr>
        <p:txBody>
          <a:bodyPr/>
          <a:lstStyle>
            <a:lvl1pPr marL="0" indent="0">
              <a:buNone/>
              <a:defRPr sz="1197"/>
            </a:lvl1pPr>
            <a:lvl2pPr marL="341940" indent="0">
              <a:buNone/>
              <a:defRPr sz="1047"/>
            </a:lvl2pPr>
            <a:lvl3pPr marL="683880" indent="0">
              <a:buNone/>
              <a:defRPr sz="897"/>
            </a:lvl3pPr>
            <a:lvl4pPr marL="1025820" indent="0">
              <a:buNone/>
              <a:defRPr sz="748"/>
            </a:lvl4pPr>
            <a:lvl5pPr marL="1367760" indent="0">
              <a:buNone/>
              <a:defRPr sz="748"/>
            </a:lvl5pPr>
            <a:lvl6pPr marL="1709699" indent="0">
              <a:buNone/>
              <a:defRPr sz="748"/>
            </a:lvl6pPr>
            <a:lvl7pPr marL="2051639" indent="0">
              <a:buNone/>
              <a:defRPr sz="748"/>
            </a:lvl7pPr>
            <a:lvl8pPr marL="2393579" indent="0">
              <a:buNone/>
              <a:defRPr sz="748"/>
            </a:lvl8pPr>
            <a:lvl9pPr marL="2735519" indent="0">
              <a:buNone/>
              <a:defRPr sz="748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51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41948"/>
            <a:ext cx="3194943" cy="1196816"/>
          </a:xfrm>
        </p:spPr>
        <p:txBody>
          <a:bodyPr anchor="b"/>
          <a:lstStyle>
            <a:lvl1pPr>
              <a:defRPr sz="239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738512"/>
            <a:ext cx="5014913" cy="3645066"/>
          </a:xfrm>
        </p:spPr>
        <p:txBody>
          <a:bodyPr anchor="t"/>
          <a:lstStyle>
            <a:lvl1pPr marL="0" indent="0">
              <a:buNone/>
              <a:defRPr sz="2393"/>
            </a:lvl1pPr>
            <a:lvl2pPr marL="341940" indent="0">
              <a:buNone/>
              <a:defRPr sz="2094"/>
            </a:lvl2pPr>
            <a:lvl3pPr marL="683880" indent="0">
              <a:buNone/>
              <a:defRPr sz="1795"/>
            </a:lvl3pPr>
            <a:lvl4pPr marL="1025820" indent="0">
              <a:buNone/>
              <a:defRPr sz="1496"/>
            </a:lvl4pPr>
            <a:lvl5pPr marL="1367760" indent="0">
              <a:buNone/>
              <a:defRPr sz="1496"/>
            </a:lvl5pPr>
            <a:lvl6pPr marL="1709699" indent="0">
              <a:buNone/>
              <a:defRPr sz="1496"/>
            </a:lvl6pPr>
            <a:lvl7pPr marL="2051639" indent="0">
              <a:buNone/>
              <a:defRPr sz="1496"/>
            </a:lvl7pPr>
            <a:lvl8pPr marL="2393579" indent="0">
              <a:buNone/>
              <a:defRPr sz="1496"/>
            </a:lvl8pPr>
            <a:lvl9pPr marL="2735519" indent="0">
              <a:buNone/>
              <a:defRPr sz="149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538764"/>
            <a:ext cx="3194943" cy="2850750"/>
          </a:xfrm>
        </p:spPr>
        <p:txBody>
          <a:bodyPr/>
          <a:lstStyle>
            <a:lvl1pPr marL="0" indent="0">
              <a:buNone/>
              <a:defRPr sz="1197"/>
            </a:lvl1pPr>
            <a:lvl2pPr marL="341940" indent="0">
              <a:buNone/>
              <a:defRPr sz="1047"/>
            </a:lvl2pPr>
            <a:lvl3pPr marL="683880" indent="0">
              <a:buNone/>
              <a:defRPr sz="897"/>
            </a:lvl3pPr>
            <a:lvl4pPr marL="1025820" indent="0">
              <a:buNone/>
              <a:defRPr sz="748"/>
            </a:lvl4pPr>
            <a:lvl5pPr marL="1367760" indent="0">
              <a:buNone/>
              <a:defRPr sz="748"/>
            </a:lvl5pPr>
            <a:lvl6pPr marL="1709699" indent="0">
              <a:buNone/>
              <a:defRPr sz="748"/>
            </a:lvl6pPr>
            <a:lvl7pPr marL="2051639" indent="0">
              <a:buNone/>
              <a:defRPr sz="748"/>
            </a:lvl7pPr>
            <a:lvl8pPr marL="2393579" indent="0">
              <a:buNone/>
              <a:defRPr sz="748"/>
            </a:lvl8pPr>
            <a:lvl9pPr marL="2735519" indent="0">
              <a:buNone/>
              <a:defRPr sz="748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90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854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73083"/>
            <a:ext cx="2135981" cy="434677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73083"/>
            <a:ext cx="6284119" cy="434677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82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73083"/>
            <a:ext cx="8543925" cy="991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365415"/>
            <a:ext cx="8543925" cy="3254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754021"/>
            <a:ext cx="2228850" cy="273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A6E93-4FD9-4879-A402-30E11AB0882A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754021"/>
            <a:ext cx="3343275" cy="273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754021"/>
            <a:ext cx="2228850" cy="273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232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683880" rtl="0" eaLnBrk="1" latinLnBrk="0" hangingPunct="1">
        <a:lnSpc>
          <a:spcPct val="90000"/>
        </a:lnSpc>
        <a:spcBef>
          <a:spcPct val="0"/>
        </a:spcBef>
        <a:buNone/>
        <a:defRPr sz="32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0970" indent="-170970" algn="l" defTabSz="683880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1291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485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679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53872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88066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22260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56454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90648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1pPr>
      <a:lvl2pPr marL="34194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8388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3pPr>
      <a:lvl4pPr marL="102582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36776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70969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05163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39357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73551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8F2D0FE-138E-4D1C-9760-B27BBC5B62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3" t="7928" r="9352" b="5498"/>
          <a:stretch/>
        </p:blipFill>
        <p:spPr>
          <a:xfrm>
            <a:off x="3102052" y="1424513"/>
            <a:ext cx="5938249" cy="248701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122B8DDE-8393-45D7-BD3E-F28D7631A4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77825"/>
          <a:stretch/>
        </p:blipFill>
        <p:spPr>
          <a:xfrm>
            <a:off x="3241419" y="1265310"/>
            <a:ext cx="1322796" cy="230194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6DBCC8F3-743D-4539-B07C-D1BBB20BB0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6338" b="52989"/>
          <a:stretch/>
        </p:blipFill>
        <p:spPr>
          <a:xfrm>
            <a:off x="4709328" y="1273108"/>
            <a:ext cx="1322796" cy="214596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5AFD253B-F40C-4608-BC80-D511F92FE0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2339" b="27199"/>
          <a:stretch/>
        </p:blipFill>
        <p:spPr>
          <a:xfrm>
            <a:off x="6177238" y="1274195"/>
            <a:ext cx="1322796" cy="212406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D92790B2-636F-4925-8D3B-47A466F222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8349"/>
          <a:stretch/>
        </p:blipFill>
        <p:spPr>
          <a:xfrm>
            <a:off x="7645147" y="1268026"/>
            <a:ext cx="1322796" cy="224760"/>
          </a:xfrm>
          <a:prstGeom prst="rect">
            <a:avLst/>
          </a:prstGeom>
        </p:spPr>
      </p:pic>
      <p:grpSp>
        <p:nvGrpSpPr>
          <p:cNvPr id="42" name="群組 41">
            <a:extLst>
              <a:ext uri="{FF2B5EF4-FFF2-40B4-BE49-F238E27FC236}">
                <a16:creationId xmlns:a16="http://schemas.microsoft.com/office/drawing/2014/main" id="{95C87AA4-744E-416C-87D9-C6B4D503C2A5}"/>
              </a:ext>
            </a:extLst>
          </p:cNvPr>
          <p:cNvGrpSpPr/>
          <p:nvPr/>
        </p:nvGrpSpPr>
        <p:grpSpPr>
          <a:xfrm>
            <a:off x="914305" y="1473268"/>
            <a:ext cx="1868260" cy="2406858"/>
            <a:chOff x="-215120" y="1723602"/>
            <a:chExt cx="2919455" cy="3761102"/>
          </a:xfrm>
        </p:grpSpPr>
        <p:sp>
          <p:nvSpPr>
            <p:cNvPr id="17" name="Oval 4">
              <a:extLst>
                <a:ext uri="{FF2B5EF4-FFF2-40B4-BE49-F238E27FC236}">
                  <a16:creationId xmlns:a16="http://schemas.microsoft.com/office/drawing/2014/main" id="{AC7CFE6F-6E39-45E7-84BA-7F134569105A}"/>
                </a:ext>
              </a:extLst>
            </p:cNvPr>
            <p:cNvSpPr/>
            <p:nvPr/>
          </p:nvSpPr>
          <p:spPr>
            <a:xfrm>
              <a:off x="-65943" y="2210658"/>
              <a:ext cx="2623960" cy="271808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2" dirty="0"/>
            </a:p>
          </p:txBody>
        </p:sp>
        <p:sp>
          <p:nvSpPr>
            <p:cNvPr id="34" name="SHO">
              <a:extLst>
                <a:ext uri="{FF2B5EF4-FFF2-40B4-BE49-F238E27FC236}">
                  <a16:creationId xmlns:a16="http://schemas.microsoft.com/office/drawing/2014/main" id="{EABFAF74-4902-4691-91A0-D2CE01856B8D}"/>
                </a:ext>
              </a:extLst>
            </p:cNvPr>
            <p:cNvSpPr/>
            <p:nvPr/>
          </p:nvSpPr>
          <p:spPr>
            <a:xfrm rot="16200000">
              <a:off x="676291" y="2258629"/>
              <a:ext cx="1131525" cy="2623960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gradFill>
                <a:gsLst>
                  <a:gs pos="49000">
                    <a:srgbClr val="EC711E"/>
                  </a:gs>
                  <a:gs pos="51000">
                    <a:schemeClr val="tx1"/>
                  </a:gs>
                  <a:gs pos="0">
                    <a:srgbClr val="EC711E"/>
                  </a:gs>
                  <a:gs pos="100000">
                    <a:schemeClr val="tx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52" dirty="0"/>
            </a:p>
          </p:txBody>
        </p:sp>
        <p:sp>
          <p:nvSpPr>
            <p:cNvPr id="21" name="Partial Circle 9">
              <a:extLst>
                <a:ext uri="{FF2B5EF4-FFF2-40B4-BE49-F238E27FC236}">
                  <a16:creationId xmlns:a16="http://schemas.microsoft.com/office/drawing/2014/main" id="{E4C4771C-4CCB-40E2-9C70-ECFA3B3F5A7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022031" y="3143539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rgbClr val="007E00"/>
                </a:gs>
                <a:gs pos="36000">
                  <a:srgbClr val="45C845">
                    <a:alpha val="60000"/>
                  </a:srgbClr>
                </a:gs>
                <a:gs pos="100000">
                  <a:srgbClr val="B9FFB9">
                    <a:alpha val="60000"/>
                  </a:srgbClr>
                </a:gs>
              </a:gsLst>
              <a:lin ang="2700000" scaled="1"/>
              <a:tileRect/>
            </a:gradFill>
            <a:ln w="19050">
              <a:solidFill>
                <a:srgbClr val="319B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2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10">
                  <a:extLst>
                    <a:ext uri="{FF2B5EF4-FFF2-40B4-BE49-F238E27FC236}">
                      <a16:creationId xmlns:a16="http://schemas.microsoft.com/office/drawing/2014/main" id="{1255F81D-C5BA-4875-836D-8B38E016E253}"/>
                    </a:ext>
                  </a:extLst>
                </p:cNvPr>
                <p:cNvSpPr txBox="1"/>
                <p:nvPr/>
              </p:nvSpPr>
              <p:spPr>
                <a:xfrm>
                  <a:off x="562585" y="3478281"/>
                  <a:ext cx="321505" cy="5752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792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792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10">
                  <a:extLst>
                    <a:ext uri="{FF2B5EF4-FFF2-40B4-BE49-F238E27FC236}">
                      <a16:creationId xmlns:a16="http://schemas.microsoft.com/office/drawing/2014/main" id="{1255F81D-C5BA-4875-836D-8B38E016E2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585" y="3478281"/>
                  <a:ext cx="321505" cy="575237"/>
                </a:xfrm>
                <a:prstGeom prst="rect">
                  <a:avLst/>
                </a:prstGeom>
                <a:blipFill>
                  <a:blip r:embed="rId4"/>
                  <a:stretch>
                    <a:fillRect r="-3939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11">
                  <a:extLst>
                    <a:ext uri="{FF2B5EF4-FFF2-40B4-BE49-F238E27FC236}">
                      <a16:creationId xmlns:a16="http://schemas.microsoft.com/office/drawing/2014/main" id="{CB894404-8457-4B95-B0FC-E86775D8F692}"/>
                    </a:ext>
                  </a:extLst>
                </p:cNvPr>
                <p:cNvSpPr txBox="1"/>
                <p:nvPr/>
              </p:nvSpPr>
              <p:spPr>
                <a:xfrm>
                  <a:off x="312406" y="3281135"/>
                  <a:ext cx="321505" cy="5752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792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792" dirty="0"/>
                </a:p>
              </p:txBody>
            </p:sp>
          </mc:Choice>
          <mc:Fallback xmlns="">
            <p:sp>
              <p:nvSpPr>
                <p:cNvPr id="23" name="TextBox 11">
                  <a:extLst>
                    <a:ext uri="{FF2B5EF4-FFF2-40B4-BE49-F238E27FC236}">
                      <a16:creationId xmlns:a16="http://schemas.microsoft.com/office/drawing/2014/main" id="{CB894404-8457-4B95-B0FC-E86775D8F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06" y="3281135"/>
                  <a:ext cx="321505" cy="575237"/>
                </a:xfrm>
                <a:prstGeom prst="rect">
                  <a:avLst/>
                </a:prstGeom>
                <a:blipFill>
                  <a:blip r:embed="rId5"/>
                  <a:stretch>
                    <a:fillRect r="-3235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12">
                  <a:extLst>
                    <a:ext uri="{FF2B5EF4-FFF2-40B4-BE49-F238E27FC236}">
                      <a16:creationId xmlns:a16="http://schemas.microsoft.com/office/drawing/2014/main" id="{C85F2D75-858C-4DA4-89C4-4EA3F465D57D}"/>
                    </a:ext>
                  </a:extLst>
                </p:cNvPr>
                <p:cNvSpPr txBox="1"/>
                <p:nvPr/>
              </p:nvSpPr>
              <p:spPr>
                <a:xfrm>
                  <a:off x="1554424" y="3419870"/>
                  <a:ext cx="321505" cy="5752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792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792" dirty="0"/>
                </a:p>
              </p:txBody>
            </p:sp>
          </mc:Choice>
          <mc:Fallback xmlns="">
            <p:sp>
              <p:nvSpPr>
                <p:cNvPr id="24" name="TextBox 12">
                  <a:extLst>
                    <a:ext uri="{FF2B5EF4-FFF2-40B4-BE49-F238E27FC236}">
                      <a16:creationId xmlns:a16="http://schemas.microsoft.com/office/drawing/2014/main" id="{C85F2D75-858C-4DA4-89C4-4EA3F465D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424" y="3419870"/>
                  <a:ext cx="321505" cy="575237"/>
                </a:xfrm>
                <a:prstGeom prst="rect">
                  <a:avLst/>
                </a:prstGeom>
                <a:blipFill>
                  <a:blip r:embed="rId6"/>
                  <a:stretch>
                    <a:fillRect r="-48485" b="-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13">
                  <a:extLst>
                    <a:ext uri="{FF2B5EF4-FFF2-40B4-BE49-F238E27FC236}">
                      <a16:creationId xmlns:a16="http://schemas.microsoft.com/office/drawing/2014/main" id="{50E193F0-8822-4CC9-AF26-14BEF0DCDEF4}"/>
                    </a:ext>
                  </a:extLst>
                </p:cNvPr>
                <p:cNvSpPr txBox="1"/>
                <p:nvPr/>
              </p:nvSpPr>
              <p:spPr>
                <a:xfrm>
                  <a:off x="1072734" y="2351691"/>
                  <a:ext cx="321505" cy="5752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792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792" dirty="0"/>
                </a:p>
              </p:txBody>
            </p:sp>
          </mc:Choice>
          <mc:Fallback xmlns="">
            <p:sp>
              <p:nvSpPr>
                <p:cNvPr id="25" name="TextBox 13">
                  <a:extLst>
                    <a:ext uri="{FF2B5EF4-FFF2-40B4-BE49-F238E27FC236}">
                      <a16:creationId xmlns:a16="http://schemas.microsoft.com/office/drawing/2014/main" id="{50E193F0-8822-4CC9-AF26-14BEF0DCDE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734" y="2351691"/>
                  <a:ext cx="321505" cy="575237"/>
                </a:xfrm>
                <a:prstGeom prst="rect">
                  <a:avLst/>
                </a:prstGeom>
                <a:blipFill>
                  <a:blip r:embed="rId7"/>
                  <a:stretch>
                    <a:fillRect r="-264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DVO">
              <a:extLst>
                <a:ext uri="{FF2B5EF4-FFF2-40B4-BE49-F238E27FC236}">
                  <a16:creationId xmlns:a16="http://schemas.microsoft.com/office/drawing/2014/main" id="{F5A3C81D-28AC-45C8-BA99-8F15EC8DDCDD}"/>
                </a:ext>
              </a:extLst>
            </p:cNvPr>
            <p:cNvSpPr/>
            <p:nvPr/>
          </p:nvSpPr>
          <p:spPr>
            <a:xfrm flipH="1">
              <a:off x="584429" y="2211567"/>
              <a:ext cx="1311980" cy="271808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52" dirty="0"/>
            </a:p>
          </p:txBody>
        </p:sp>
        <p:cxnSp>
          <p:nvCxnSpPr>
            <p:cNvPr id="27" name="Straight Arrow Connector 17">
              <a:extLst>
                <a:ext uri="{FF2B5EF4-FFF2-40B4-BE49-F238E27FC236}">
                  <a16:creationId xmlns:a16="http://schemas.microsoft.com/office/drawing/2014/main" id="{C15310FA-FA8C-4C91-9AAE-A23FF18D76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596" y="3561814"/>
              <a:ext cx="402652" cy="520683"/>
            </a:xfrm>
            <a:prstGeom prst="straightConnector1">
              <a:avLst/>
            </a:prstGeom>
            <a:ln w="53975">
              <a:solidFill>
                <a:srgbClr val="238109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Partial Circle 9">
              <a:extLst>
                <a:ext uri="{FF2B5EF4-FFF2-40B4-BE49-F238E27FC236}">
                  <a16:creationId xmlns:a16="http://schemas.microsoft.com/office/drawing/2014/main" id="{6C11BF45-0CF5-4A7D-BE02-6A564F8517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6246" y="3250906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5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5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2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7">
              <a:extLst>
                <a:ext uri="{FF2B5EF4-FFF2-40B4-BE49-F238E27FC236}">
                  <a16:creationId xmlns:a16="http://schemas.microsoft.com/office/drawing/2014/main" id="{E7AFAF12-0748-465E-8ACC-CD14E1F6A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909" y="2756380"/>
              <a:ext cx="3083" cy="81024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10">
                  <a:extLst>
                    <a:ext uri="{FF2B5EF4-FFF2-40B4-BE49-F238E27FC236}">
                      <a16:creationId xmlns:a16="http://schemas.microsoft.com/office/drawing/2014/main" id="{699EDCDA-17DA-4E79-A3B4-CFA956E006D0}"/>
                    </a:ext>
                  </a:extLst>
                </p:cNvPr>
                <p:cNvSpPr txBox="1"/>
                <p:nvPr/>
              </p:nvSpPr>
              <p:spPr>
                <a:xfrm>
                  <a:off x="1289600" y="2906416"/>
                  <a:ext cx="321505" cy="5752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792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792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10">
                  <a:extLst>
                    <a:ext uri="{FF2B5EF4-FFF2-40B4-BE49-F238E27FC236}">
                      <a16:creationId xmlns:a16="http://schemas.microsoft.com/office/drawing/2014/main" id="{699EDCDA-17DA-4E79-A3B4-CFA956E00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600" y="2906416"/>
                  <a:ext cx="321505" cy="575237"/>
                </a:xfrm>
                <a:prstGeom prst="rect">
                  <a:avLst/>
                </a:prstGeom>
                <a:blipFill>
                  <a:blip r:embed="rId8"/>
                  <a:stretch>
                    <a:fillRect l="-8824" r="-58824"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19">
              <a:extLst>
                <a:ext uri="{FF2B5EF4-FFF2-40B4-BE49-F238E27FC236}">
                  <a16:creationId xmlns:a16="http://schemas.microsoft.com/office/drawing/2014/main" id="{E7AD9431-0739-48AA-9E9A-507AB0346CBE}"/>
                </a:ext>
              </a:extLst>
            </p:cNvPr>
            <p:cNvCxnSpPr>
              <a:cxnSpLocks/>
            </p:cNvCxnSpPr>
            <p:nvPr/>
          </p:nvCxnSpPr>
          <p:spPr>
            <a:xfrm>
              <a:off x="1240334" y="3562657"/>
              <a:ext cx="355802" cy="284861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18">
              <a:extLst>
                <a:ext uri="{FF2B5EF4-FFF2-40B4-BE49-F238E27FC236}">
                  <a16:creationId xmlns:a16="http://schemas.microsoft.com/office/drawing/2014/main" id="{24BFF6B3-7336-4FFA-A753-5ACD3ECF9392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929016" y="3251062"/>
              <a:ext cx="0" cy="62319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17">
              <a:extLst>
                <a:ext uri="{FF2B5EF4-FFF2-40B4-BE49-F238E27FC236}">
                  <a16:creationId xmlns:a16="http://schemas.microsoft.com/office/drawing/2014/main" id="{1084C470-EE2F-4BF3-8588-7B6DDA288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553" y="2751867"/>
              <a:ext cx="1039268" cy="817070"/>
            </a:xfrm>
            <a:prstGeom prst="straightConnector1">
              <a:avLst/>
            </a:prstGeom>
            <a:ln w="53975">
              <a:solidFill>
                <a:schemeClr val="accent5">
                  <a:lumMod val="75000"/>
                </a:schemeClr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8D65A2DC-85E8-4DDB-9015-B0C095B8BB57}"/>
                    </a:ext>
                  </a:extLst>
                </p:cNvPr>
                <p:cNvSpPr txBox="1"/>
                <p:nvPr/>
              </p:nvSpPr>
              <p:spPr>
                <a:xfrm>
                  <a:off x="772701" y="5063370"/>
                  <a:ext cx="938080" cy="4213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2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2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152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152" i="1">
                                <a:latin typeface="Cambria Math" panose="02040503050406030204" pitchFamily="18" charset="0"/>
                              </a:rPr>
                              <m:t>,−ℓ</m:t>
                            </m:r>
                          </m:e>
                        </m:d>
                      </m:oMath>
                    </m:oMathPara>
                  </a14:m>
                  <a:endParaRPr lang="zh-TW" altLang="en-US" sz="1152" dirty="0"/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8D65A2DC-85E8-4DDB-9015-B0C095B8B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01" y="5063370"/>
                  <a:ext cx="938080" cy="421334"/>
                </a:xfrm>
                <a:prstGeom prst="rect">
                  <a:avLst/>
                </a:prstGeom>
                <a:blipFill>
                  <a:blip r:embed="rId9"/>
                  <a:stretch>
                    <a:fillRect t="-95556" r="-69388" b="-1488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31B16C9F-FEB9-4154-8591-78F8EE0D2D76}"/>
                    </a:ext>
                  </a:extLst>
                </p:cNvPr>
                <p:cNvSpPr txBox="1"/>
                <p:nvPr/>
              </p:nvSpPr>
              <p:spPr>
                <a:xfrm>
                  <a:off x="772701" y="1723602"/>
                  <a:ext cx="938080" cy="4213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2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2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152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</m:oMath>
                    </m:oMathPara>
                  </a14:m>
                  <a:endParaRPr lang="zh-TW" altLang="en-US" sz="1152" dirty="0"/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31B16C9F-FEB9-4154-8591-78F8EE0D2D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01" y="1723602"/>
                  <a:ext cx="938080" cy="421334"/>
                </a:xfrm>
                <a:prstGeom prst="rect">
                  <a:avLst/>
                </a:prstGeom>
                <a:blipFill>
                  <a:blip r:embed="rId10"/>
                  <a:stretch>
                    <a:fillRect t="-97727" r="-40816" b="-1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D7A35C84-BDFA-4763-AB3E-90E6689A498B}"/>
                </a:ext>
              </a:extLst>
            </p:cNvPr>
            <p:cNvSpPr/>
            <p:nvPr/>
          </p:nvSpPr>
          <p:spPr>
            <a:xfrm rot="5400000">
              <a:off x="1113528" y="3913139"/>
              <a:ext cx="382378" cy="439171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8515" tIns="29258" rIns="58515" bIns="2925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2"/>
            </a:p>
          </p:txBody>
        </p:sp>
        <p:sp>
          <p:nvSpPr>
            <p:cNvPr id="10" name="Oval 23">
              <a:extLst>
                <a:ext uri="{FF2B5EF4-FFF2-40B4-BE49-F238E27FC236}">
                  <a16:creationId xmlns:a16="http://schemas.microsoft.com/office/drawing/2014/main" id="{179D3563-D67E-4323-B7B8-A3DC650ABAA6}"/>
                </a:ext>
              </a:extLst>
            </p:cNvPr>
            <p:cNvSpPr/>
            <p:nvPr/>
          </p:nvSpPr>
          <p:spPr>
            <a:xfrm>
              <a:off x="2409140" y="3413458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2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" name="Oval 20">
              <a:extLst>
                <a:ext uri="{FF2B5EF4-FFF2-40B4-BE49-F238E27FC236}">
                  <a16:creationId xmlns:a16="http://schemas.microsoft.com/office/drawing/2014/main" id="{488E8B5C-39FC-4924-B912-85F1C4D9FBA1}"/>
                </a:ext>
              </a:extLst>
            </p:cNvPr>
            <p:cNvSpPr/>
            <p:nvPr/>
          </p:nvSpPr>
          <p:spPr>
            <a:xfrm>
              <a:off x="-215120" y="3413458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2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" name="SVO">
              <a:extLst>
                <a:ext uri="{FF2B5EF4-FFF2-40B4-BE49-F238E27FC236}">
                  <a16:creationId xmlns:a16="http://schemas.microsoft.com/office/drawing/2014/main" id="{55573B33-9BFC-4504-A639-268A738D7B41}"/>
                </a:ext>
              </a:extLst>
            </p:cNvPr>
            <p:cNvSpPr/>
            <p:nvPr/>
          </p:nvSpPr>
          <p:spPr>
            <a:xfrm>
              <a:off x="584429" y="2211567"/>
              <a:ext cx="1311980" cy="271808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2" dirty="0"/>
            </a:p>
          </p:txBody>
        </p:sp>
        <p:sp>
          <p:nvSpPr>
            <p:cNvPr id="9" name="Oval 22">
              <a:extLst>
                <a:ext uri="{FF2B5EF4-FFF2-40B4-BE49-F238E27FC236}">
                  <a16:creationId xmlns:a16="http://schemas.microsoft.com/office/drawing/2014/main" id="{062E3D45-5D85-434C-9C6F-D23B44DE6745}"/>
                </a:ext>
              </a:extLst>
            </p:cNvPr>
            <p:cNvSpPr/>
            <p:nvPr/>
          </p:nvSpPr>
          <p:spPr>
            <a:xfrm>
              <a:off x="1711553" y="3931865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2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39" name="Oval 23">
            <a:extLst>
              <a:ext uri="{FF2B5EF4-FFF2-40B4-BE49-F238E27FC236}">
                <a16:creationId xmlns:a16="http://schemas.microsoft.com/office/drawing/2014/main" id="{BD838864-6849-4DFA-8902-17B0A66C6A01}"/>
              </a:ext>
            </a:extLst>
          </p:cNvPr>
          <p:cNvSpPr/>
          <p:nvPr/>
        </p:nvSpPr>
        <p:spPr>
          <a:xfrm>
            <a:off x="3260567" y="3029988"/>
            <a:ext cx="188905" cy="19568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0" name="Oval 20">
            <a:extLst>
              <a:ext uri="{FF2B5EF4-FFF2-40B4-BE49-F238E27FC236}">
                <a16:creationId xmlns:a16="http://schemas.microsoft.com/office/drawing/2014/main" id="{381C1006-F837-4CED-A579-E351BF8AA403}"/>
              </a:ext>
            </a:extLst>
          </p:cNvPr>
          <p:cNvSpPr/>
          <p:nvPr/>
        </p:nvSpPr>
        <p:spPr>
          <a:xfrm>
            <a:off x="3260567" y="1496971"/>
            <a:ext cx="188905" cy="19568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Oval 22">
            <a:extLst>
              <a:ext uri="{FF2B5EF4-FFF2-40B4-BE49-F238E27FC236}">
                <a16:creationId xmlns:a16="http://schemas.microsoft.com/office/drawing/2014/main" id="{D67065E1-1CCC-46E7-A593-E2CA2284286E}"/>
              </a:ext>
            </a:extLst>
          </p:cNvPr>
          <p:cNvSpPr/>
          <p:nvPr/>
        </p:nvSpPr>
        <p:spPr>
          <a:xfrm>
            <a:off x="3260567" y="2259119"/>
            <a:ext cx="188905" cy="19568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6D7E432-829E-4FA4-A6C7-DECCE799C731}"/>
                  </a:ext>
                </a:extLst>
              </p:cNvPr>
              <p:cNvSpPr txBox="1"/>
              <p:nvPr/>
            </p:nvSpPr>
            <p:spPr>
              <a:xfrm rot="16200000">
                <a:off x="2907593" y="3254593"/>
                <a:ext cx="344914" cy="269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152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152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152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152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152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6D7E432-829E-4FA4-A6C7-DECCE799C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07593" y="3254593"/>
                <a:ext cx="344914" cy="2696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5D42583-E55F-4E75-94A9-07D6F15D46CE}"/>
                  </a:ext>
                </a:extLst>
              </p:cNvPr>
              <p:cNvSpPr txBox="1"/>
              <p:nvPr/>
            </p:nvSpPr>
            <p:spPr>
              <a:xfrm rot="16200000">
                <a:off x="2907593" y="1730298"/>
                <a:ext cx="344914" cy="269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152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152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152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152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152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5D42583-E55F-4E75-94A9-07D6F15D4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07593" y="1730298"/>
                <a:ext cx="344914" cy="2696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F54E20B-EC11-4C89-898D-1B3A4D60F943}"/>
                  </a:ext>
                </a:extLst>
              </p:cNvPr>
              <p:cNvSpPr txBox="1"/>
              <p:nvPr/>
            </p:nvSpPr>
            <p:spPr>
              <a:xfrm rot="16200000">
                <a:off x="2907593" y="2492446"/>
                <a:ext cx="344914" cy="269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152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152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152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152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152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F54E20B-EC11-4C89-898D-1B3A4D60F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07593" y="2492446"/>
                <a:ext cx="344914" cy="2696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15691A11-45C0-4F72-8C42-876060437EB5}"/>
                  </a:ext>
                </a:extLst>
              </p:cNvPr>
              <p:cNvSpPr txBox="1"/>
              <p:nvPr/>
            </p:nvSpPr>
            <p:spPr>
              <a:xfrm>
                <a:off x="3441234" y="3007919"/>
                <a:ext cx="497879" cy="442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152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1152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152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TW" altLang="en-US" sz="1152" dirty="0"/>
                  <a:t> </a:t>
                </a: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15691A11-45C0-4F72-8C42-87606043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34" y="3007919"/>
                <a:ext cx="497879" cy="4424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7E33DDEF-2F12-42EE-93FB-FD59888A6738}"/>
                  </a:ext>
                </a:extLst>
              </p:cNvPr>
              <p:cNvSpPr txBox="1"/>
              <p:nvPr/>
            </p:nvSpPr>
            <p:spPr>
              <a:xfrm>
                <a:off x="3441234" y="1474904"/>
                <a:ext cx="497879" cy="442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152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1152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TW" altLang="en-US" sz="1152" dirty="0"/>
                  <a:t> </a:t>
                </a: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7E33DDEF-2F12-42EE-93FB-FD59888A6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34" y="1474904"/>
                <a:ext cx="497879" cy="44249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33442D0-2642-4711-B00F-F6CC385BC9F8}"/>
                  </a:ext>
                </a:extLst>
              </p:cNvPr>
              <p:cNvSpPr txBox="1"/>
              <p:nvPr/>
            </p:nvSpPr>
            <p:spPr>
              <a:xfrm>
                <a:off x="3441227" y="2237051"/>
                <a:ext cx="652448" cy="442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152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1152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152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1152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zh-TW" altLang="en-US" sz="1152" dirty="0"/>
                  <a:t> </a:t>
                </a: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33442D0-2642-4711-B00F-F6CC385BC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27" y="2237051"/>
                <a:ext cx="652448" cy="442493"/>
              </a:xfrm>
              <a:prstGeom prst="rect">
                <a:avLst/>
              </a:prstGeom>
              <a:blipFill>
                <a:blip r:embed="rId14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6">
            <a:extLst>
              <a:ext uri="{FF2B5EF4-FFF2-40B4-BE49-F238E27FC236}">
                <a16:creationId xmlns:a16="http://schemas.microsoft.com/office/drawing/2014/main" id="{4196289E-5F04-4D61-B2B1-CB9A94CFD3EC}"/>
              </a:ext>
            </a:extLst>
          </p:cNvPr>
          <p:cNvSpPr/>
          <p:nvPr/>
        </p:nvSpPr>
        <p:spPr>
          <a:xfrm rot="16200000">
            <a:off x="1756399" y="-919560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4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CB082311-F63C-4CE4-AE52-060B16A85D80}"/>
              </a:ext>
            </a:extLst>
          </p:cNvPr>
          <p:cNvGrpSpPr/>
          <p:nvPr/>
        </p:nvGrpSpPr>
        <p:grpSpPr>
          <a:xfrm>
            <a:off x="11683" y="22348"/>
            <a:ext cx="9882634" cy="5084523"/>
            <a:chOff x="40258" y="1268689"/>
            <a:chExt cx="9882634" cy="5084523"/>
          </a:xfrm>
        </p:grpSpPr>
        <p:sp>
          <p:nvSpPr>
            <p:cNvPr id="61" name="矩形: 圓角 60">
              <a:extLst>
                <a:ext uri="{FF2B5EF4-FFF2-40B4-BE49-F238E27FC236}">
                  <a16:creationId xmlns:a16="http://schemas.microsoft.com/office/drawing/2014/main" id="{244D7CEB-3C44-4825-8D2E-BC6422286AA3}"/>
                </a:ext>
              </a:extLst>
            </p:cNvPr>
            <p:cNvSpPr/>
            <p:nvPr/>
          </p:nvSpPr>
          <p:spPr>
            <a:xfrm>
              <a:off x="40258" y="1283970"/>
              <a:ext cx="9882634" cy="5041264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箭號: 向右 69">
              <a:extLst>
                <a:ext uri="{FF2B5EF4-FFF2-40B4-BE49-F238E27FC236}">
                  <a16:creationId xmlns:a16="http://schemas.microsoft.com/office/drawing/2014/main" id="{DFFDAE7A-3B0A-4808-88A0-C328B468C4EF}"/>
                </a:ext>
              </a:extLst>
            </p:cNvPr>
            <p:cNvSpPr/>
            <p:nvPr/>
          </p:nvSpPr>
          <p:spPr>
            <a:xfrm rot="5400000">
              <a:off x="59136" y="3922599"/>
              <a:ext cx="3787144" cy="673971"/>
            </a:xfrm>
            <a:prstGeom prst="rightArrow">
              <a:avLst>
                <a:gd name="adj1" fmla="val 50000"/>
                <a:gd name="adj2" fmla="val 3719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8516" tIns="29258" rIns="58516" bIns="2925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2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12227D7D-795D-4A5B-982D-19FD8C9D579C}"/>
                    </a:ext>
                  </a:extLst>
                </p:cNvPr>
                <p:cNvSpPr txBox="1"/>
                <p:nvPr/>
              </p:nvSpPr>
              <p:spPr>
                <a:xfrm>
                  <a:off x="2988365" y="5953102"/>
                  <a:ext cx="60031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12227D7D-795D-4A5B-982D-19FD8C9D5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365" y="5953102"/>
                  <a:ext cx="600310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4D82635B-412F-4294-9D01-8D1D291F9573}"/>
                    </a:ext>
                  </a:extLst>
                </p:cNvPr>
                <p:cNvSpPr txBox="1"/>
                <p:nvPr/>
              </p:nvSpPr>
              <p:spPr>
                <a:xfrm>
                  <a:off x="8644232" y="5953102"/>
                  <a:ext cx="60031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4D82635B-412F-4294-9D01-8D1D291F95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232" y="5953102"/>
                  <a:ext cx="600310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59A0B5A8-317E-4CC4-BEC5-A584D03F477A}"/>
                    </a:ext>
                  </a:extLst>
                </p:cNvPr>
                <p:cNvSpPr txBox="1"/>
                <p:nvPr/>
              </p:nvSpPr>
              <p:spPr>
                <a:xfrm>
                  <a:off x="4873654" y="5953102"/>
                  <a:ext cx="60031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59A0B5A8-317E-4CC4-BEC5-A584D03F4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3654" y="5953102"/>
                  <a:ext cx="60031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E6CD585A-C15D-460D-835D-4042EF42616B}"/>
                    </a:ext>
                  </a:extLst>
                </p:cNvPr>
                <p:cNvSpPr txBox="1"/>
                <p:nvPr/>
              </p:nvSpPr>
              <p:spPr>
                <a:xfrm>
                  <a:off x="6758943" y="5953102"/>
                  <a:ext cx="60031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E6CD585A-C15D-460D-835D-4042EF426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943" y="5953102"/>
                  <a:ext cx="60031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1F2F9EFB-F318-4A51-883A-29F8A8BB5188}"/>
                </a:ext>
              </a:extLst>
            </p:cNvPr>
            <p:cNvSpPr txBox="1"/>
            <p:nvPr/>
          </p:nvSpPr>
          <p:spPr>
            <a:xfrm>
              <a:off x="3304499" y="1268689"/>
              <a:ext cx="329700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transition rate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E7BF89E2-EF27-4960-B7B8-16EBBB9567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80007"/>
            <a:stretch/>
          </p:blipFill>
          <p:spPr>
            <a:xfrm>
              <a:off x="2845941" y="1893261"/>
              <a:ext cx="1075310" cy="409294"/>
            </a:xfrm>
            <a:prstGeom prst="rect">
              <a:avLst/>
            </a:prstGeom>
          </p:spPr>
        </p:pic>
        <p:pic>
          <p:nvPicPr>
            <p:cNvPr id="72" name="圖片 71">
              <a:extLst>
                <a:ext uri="{FF2B5EF4-FFF2-40B4-BE49-F238E27FC236}">
                  <a16:creationId xmlns:a16="http://schemas.microsoft.com/office/drawing/2014/main" id="{266DB175-C593-4AF8-8610-4FC2DB6102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26340" b="54309"/>
            <a:stretch/>
          </p:blipFill>
          <p:spPr>
            <a:xfrm>
              <a:off x="4714154" y="1879652"/>
              <a:ext cx="1075306" cy="396160"/>
            </a:xfrm>
            <a:prstGeom prst="rect">
              <a:avLst/>
            </a:prstGeom>
          </p:spPr>
        </p:pic>
        <p:pic>
          <p:nvPicPr>
            <p:cNvPr id="73" name="圖片 72">
              <a:extLst>
                <a:ext uri="{FF2B5EF4-FFF2-40B4-BE49-F238E27FC236}">
                  <a16:creationId xmlns:a16="http://schemas.microsoft.com/office/drawing/2014/main" id="{1886C92E-A6D5-43FE-89DB-39A2E29192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2461" b="26415"/>
            <a:stretch/>
          </p:blipFill>
          <p:spPr>
            <a:xfrm>
              <a:off x="6570064" y="1878547"/>
              <a:ext cx="1075308" cy="432456"/>
            </a:xfrm>
            <a:prstGeom prst="rect">
              <a:avLst/>
            </a:prstGeom>
          </p:spPr>
        </p:pic>
        <p:pic>
          <p:nvPicPr>
            <p:cNvPr id="74" name="圖片 73">
              <a:extLst>
                <a:ext uri="{FF2B5EF4-FFF2-40B4-BE49-F238E27FC236}">
                  <a16:creationId xmlns:a16="http://schemas.microsoft.com/office/drawing/2014/main" id="{93EE4156-B7D9-481C-918A-372D6376C7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79036"/>
            <a:stretch/>
          </p:blipFill>
          <p:spPr>
            <a:xfrm>
              <a:off x="8491110" y="1869058"/>
              <a:ext cx="1075306" cy="429186"/>
            </a:xfrm>
            <a:prstGeom prst="rect">
              <a:avLst/>
            </a:prstGeom>
          </p:spPr>
        </p:pic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B4259E5-A5A0-4718-9941-7DF57F6731B4}"/>
                </a:ext>
              </a:extLst>
            </p:cNvPr>
            <p:cNvGrpSpPr/>
            <p:nvPr/>
          </p:nvGrpSpPr>
          <p:grpSpPr>
            <a:xfrm>
              <a:off x="110222" y="2925016"/>
              <a:ext cx="1606614" cy="2284146"/>
              <a:chOff x="1187740" y="-909815"/>
              <a:chExt cx="1606614" cy="22841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F4949E2B-21B2-4ED9-903E-09F890780B56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231" y="1035777"/>
                    <a:ext cx="81295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−1, 1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F4949E2B-21B2-4ED9-903E-09F890780B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3231" y="1035777"/>
                    <a:ext cx="812954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09091" r="-46617" b="-174545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C09D2860-E450-4D94-9C1E-154D8ACD1ED1}"/>
                      </a:ext>
                    </a:extLst>
                  </p:cNvPr>
                  <p:cNvSpPr txBox="1"/>
                  <p:nvPr/>
                </p:nvSpPr>
                <p:spPr>
                  <a:xfrm>
                    <a:off x="1580027" y="-909815"/>
                    <a:ext cx="81295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1, −1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C09D2860-E450-4D94-9C1E-154D8ACD1E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0027" y="-909815"/>
                    <a:ext cx="81295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107143" r="-46617" b="-1696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" name="Oval 4">
                <a:extLst>
                  <a:ext uri="{FF2B5EF4-FFF2-40B4-BE49-F238E27FC236}">
                    <a16:creationId xmlns:a16="http://schemas.microsoft.com/office/drawing/2014/main" id="{471773A0-586C-4B5D-9506-DE7F786CC477}"/>
                  </a:ext>
                </a:extLst>
              </p:cNvPr>
              <p:cNvSpPr/>
              <p:nvPr/>
            </p:nvSpPr>
            <p:spPr>
              <a:xfrm>
                <a:off x="1271413" y="-529397"/>
                <a:ext cx="1443999" cy="149579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SHO">
                <a:extLst>
                  <a:ext uri="{FF2B5EF4-FFF2-40B4-BE49-F238E27FC236}">
                    <a16:creationId xmlns:a16="http://schemas.microsoft.com/office/drawing/2014/main" id="{D5F2F6D1-8B15-46F3-86F4-661661F9F5A1}"/>
                  </a:ext>
                </a:extLst>
              </p:cNvPr>
              <p:cNvSpPr/>
              <p:nvPr/>
            </p:nvSpPr>
            <p:spPr>
              <a:xfrm rot="16200000">
                <a:off x="1679874" y="-502998"/>
                <a:ext cx="622693" cy="1443999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SVO">
                <a:extLst>
                  <a:ext uri="{FF2B5EF4-FFF2-40B4-BE49-F238E27FC236}">
                    <a16:creationId xmlns:a16="http://schemas.microsoft.com/office/drawing/2014/main" id="{B2787C35-0306-47CD-AA2E-CE1A3AAF4D44}"/>
                  </a:ext>
                </a:extLst>
              </p:cNvPr>
              <p:cNvSpPr/>
              <p:nvPr/>
            </p:nvSpPr>
            <p:spPr>
              <a:xfrm>
                <a:off x="1629320" y="-528896"/>
                <a:ext cx="722000" cy="1495797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Oval 6">
                <a:extLst>
                  <a:ext uri="{FF2B5EF4-FFF2-40B4-BE49-F238E27FC236}">
                    <a16:creationId xmlns:a16="http://schemas.microsoft.com/office/drawing/2014/main" id="{108915DC-0DBA-454E-BB46-75C50684DE50}"/>
                  </a:ext>
                </a:extLst>
              </p:cNvPr>
              <p:cNvSpPr/>
              <p:nvPr/>
            </p:nvSpPr>
            <p:spPr>
              <a:xfrm rot="16200000">
                <a:off x="1679874" y="-502998"/>
                <a:ext cx="622693" cy="1443999"/>
              </a:xfrm>
              <a:prstGeom prst="ellipse">
                <a:avLst/>
              </a:prstGeom>
              <a:noFill/>
              <a:ln w="38100">
                <a:gradFill>
                  <a:gsLst>
                    <a:gs pos="49000">
                      <a:srgbClr val="FF3300">
                        <a:alpha val="60000"/>
                      </a:srgbClr>
                    </a:gs>
                    <a:gs pos="0">
                      <a:srgbClr val="FF3300">
                        <a:alpha val="60000"/>
                      </a:srgbClr>
                    </a:gs>
                    <a:gs pos="51000">
                      <a:schemeClr val="tx1">
                        <a:alpha val="60000"/>
                      </a:schemeClr>
                    </a:gs>
                    <a:gs pos="100000">
                      <a:schemeClr val="tx1">
                        <a:alpha val="6000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11">
                    <a:extLst>
                      <a:ext uri="{FF2B5EF4-FFF2-40B4-BE49-F238E27FC236}">
                        <a16:creationId xmlns:a16="http://schemas.microsoft.com/office/drawing/2014/main" id="{9C3B51CE-B82A-4AC3-9962-02CD775FFF2A}"/>
                      </a:ext>
                    </a:extLst>
                  </p:cNvPr>
                  <p:cNvSpPr txBox="1"/>
                  <p:nvPr/>
                </p:nvSpPr>
                <p:spPr>
                  <a:xfrm>
                    <a:off x="1441522" y="40650"/>
                    <a:ext cx="17692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11">
                    <a:extLst>
                      <a:ext uri="{FF2B5EF4-FFF2-40B4-BE49-F238E27FC236}">
                        <a16:creationId xmlns:a16="http://schemas.microsoft.com/office/drawing/2014/main" id="{9C3B51CE-B82A-4AC3-9962-02CD775FFF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1522" y="40650"/>
                    <a:ext cx="176928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4137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12">
                    <a:extLst>
                      <a:ext uri="{FF2B5EF4-FFF2-40B4-BE49-F238E27FC236}">
                        <a16:creationId xmlns:a16="http://schemas.microsoft.com/office/drawing/2014/main" id="{DFB180A3-E153-415D-AC5C-1F2AE70BA6C4}"/>
                      </a:ext>
                    </a:extLst>
                  </p:cNvPr>
                  <p:cNvSpPr txBox="1"/>
                  <p:nvPr/>
                </p:nvSpPr>
                <p:spPr>
                  <a:xfrm>
                    <a:off x="2096445" y="136047"/>
                    <a:ext cx="17692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5" name="TextBox 12">
                    <a:extLst>
                      <a:ext uri="{FF2B5EF4-FFF2-40B4-BE49-F238E27FC236}">
                        <a16:creationId xmlns:a16="http://schemas.microsoft.com/office/drawing/2014/main" id="{DFB180A3-E153-415D-AC5C-1F2AE70BA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6445" y="136047"/>
                    <a:ext cx="176928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55172" b="-5455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13">
                    <a:extLst>
                      <a:ext uri="{FF2B5EF4-FFF2-40B4-BE49-F238E27FC236}">
                        <a16:creationId xmlns:a16="http://schemas.microsoft.com/office/drawing/2014/main" id="{F25E64F7-0209-4C33-9B0F-95304961A15B}"/>
                      </a:ext>
                    </a:extLst>
                  </p:cNvPr>
                  <p:cNvSpPr txBox="1"/>
                  <p:nvPr/>
                </p:nvSpPr>
                <p:spPr>
                  <a:xfrm>
                    <a:off x="1852321" y="-493695"/>
                    <a:ext cx="25696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6" name="TextBox 13">
                    <a:extLst>
                      <a:ext uri="{FF2B5EF4-FFF2-40B4-BE49-F238E27FC236}">
                        <a16:creationId xmlns:a16="http://schemas.microsoft.com/office/drawing/2014/main" id="{F25E64F7-0209-4C33-9B0F-95304961A1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2321" y="-493695"/>
                    <a:ext cx="256967" cy="33855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7" name="DVO">
                <a:extLst>
                  <a:ext uri="{FF2B5EF4-FFF2-40B4-BE49-F238E27FC236}">
                    <a16:creationId xmlns:a16="http://schemas.microsoft.com/office/drawing/2014/main" id="{A7E89ABE-350D-4F06-B83F-2F02D712FC14}"/>
                  </a:ext>
                </a:extLst>
              </p:cNvPr>
              <p:cNvSpPr/>
              <p:nvPr/>
            </p:nvSpPr>
            <p:spPr>
              <a:xfrm flipH="1">
                <a:off x="1629320" y="-528896"/>
                <a:ext cx="722000" cy="1495797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Oval 23">
                <a:extLst>
                  <a:ext uri="{FF2B5EF4-FFF2-40B4-BE49-F238E27FC236}">
                    <a16:creationId xmlns:a16="http://schemas.microsoft.com/office/drawing/2014/main" id="{8BEB4D8C-991D-4ADE-A4B2-F082BE8096E9}"/>
                  </a:ext>
                </a:extLst>
              </p:cNvPr>
              <p:cNvSpPr/>
              <p:nvPr/>
            </p:nvSpPr>
            <p:spPr>
              <a:xfrm>
                <a:off x="2631904" y="134864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9" name="Straight Arrow Connector 7">
                <a:extLst>
                  <a:ext uri="{FF2B5EF4-FFF2-40B4-BE49-F238E27FC236}">
                    <a16:creationId xmlns:a16="http://schemas.microsoft.com/office/drawing/2014/main" id="{237E883B-9E99-4B1C-836E-6EBB37C9D3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7289" y="-229080"/>
                <a:ext cx="1697" cy="4458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19">
                <a:extLst>
                  <a:ext uri="{FF2B5EF4-FFF2-40B4-BE49-F238E27FC236}">
                    <a16:creationId xmlns:a16="http://schemas.microsoft.com/office/drawing/2014/main" id="{9EE12019-F0EF-41D5-A915-66B68B30A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0273" y="214626"/>
                <a:ext cx="195802" cy="1567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18">
                <a:extLst>
                  <a:ext uri="{FF2B5EF4-FFF2-40B4-BE49-F238E27FC236}">
                    <a16:creationId xmlns:a16="http://schemas.microsoft.com/office/drawing/2014/main" id="{D9D2B841-D7D4-401B-948A-E4B6E6D6C79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1818951" y="43150"/>
                <a:ext cx="0" cy="3429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Oval 20">
                <a:extLst>
                  <a:ext uri="{FF2B5EF4-FFF2-40B4-BE49-F238E27FC236}">
                    <a16:creationId xmlns:a16="http://schemas.microsoft.com/office/drawing/2014/main" id="{08870176-ADC2-42AA-9719-C958B3C3327C}"/>
                  </a:ext>
                </a:extLst>
              </p:cNvPr>
              <p:cNvSpPr/>
              <p:nvPr/>
            </p:nvSpPr>
            <p:spPr>
              <a:xfrm>
                <a:off x="1187740" y="134864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Partial Circle 9">
                <a:extLst>
                  <a:ext uri="{FF2B5EF4-FFF2-40B4-BE49-F238E27FC236}">
                    <a16:creationId xmlns:a16="http://schemas.microsoft.com/office/drawing/2014/main" id="{81683723-6BA4-410C-81F9-B823A5AB872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1924887" y="120473"/>
                <a:ext cx="102408" cy="197724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TextBox 10">
                    <a:extLst>
                      <a:ext uri="{FF2B5EF4-FFF2-40B4-BE49-F238E27FC236}">
                        <a16:creationId xmlns:a16="http://schemas.microsoft.com/office/drawing/2014/main" id="{5C8BEE24-B80E-45D5-A366-BF8CE052562A}"/>
                      </a:ext>
                    </a:extLst>
                  </p:cNvPr>
                  <p:cNvSpPr txBox="1"/>
                  <p:nvPr/>
                </p:nvSpPr>
                <p:spPr>
                  <a:xfrm>
                    <a:off x="1560871" y="155523"/>
                    <a:ext cx="3152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5" name="TextBox 10">
                    <a:extLst>
                      <a:ext uri="{FF2B5EF4-FFF2-40B4-BE49-F238E27FC236}">
                        <a16:creationId xmlns:a16="http://schemas.microsoft.com/office/drawing/2014/main" id="{5C8BEE24-B80E-45D5-A366-BF8CE05256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0871" y="155523"/>
                    <a:ext cx="315234" cy="33855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Straight Arrow Connector 17">
                <a:extLst>
                  <a:ext uri="{FF2B5EF4-FFF2-40B4-BE49-F238E27FC236}">
                    <a16:creationId xmlns:a16="http://schemas.microsoft.com/office/drawing/2014/main" id="{40C44466-68AD-46A6-9046-58B2AB26F3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8140" y="220545"/>
                <a:ext cx="221585" cy="28653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87" name="Partial Circle 9">
                <a:extLst>
                  <a:ext uri="{FF2B5EF4-FFF2-40B4-BE49-F238E27FC236}">
                    <a16:creationId xmlns:a16="http://schemas.microsoft.com/office/drawing/2014/main" id="{0A10C67B-E8F9-447B-BF78-4CE42E6A8E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2164" y="83252"/>
                <a:ext cx="149214" cy="301366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10">
                    <a:extLst>
                      <a:ext uri="{FF2B5EF4-FFF2-40B4-BE49-F238E27FC236}">
                        <a16:creationId xmlns:a16="http://schemas.microsoft.com/office/drawing/2014/main" id="{7641A4AE-D759-48EC-B1E9-5642B6CEF6D9}"/>
                      </a:ext>
                    </a:extLst>
                  </p:cNvPr>
                  <p:cNvSpPr txBox="1"/>
                  <p:nvPr/>
                </p:nvSpPr>
                <p:spPr>
                  <a:xfrm>
                    <a:off x="1951942" y="-164895"/>
                    <a:ext cx="29704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10">
                    <a:extLst>
                      <a:ext uri="{FF2B5EF4-FFF2-40B4-BE49-F238E27FC236}">
                        <a16:creationId xmlns:a16="http://schemas.microsoft.com/office/drawing/2014/main" id="{7641A4AE-D759-48EC-B1E9-5642B6CEF6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1942" y="-164895"/>
                    <a:ext cx="297046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83" r="-4167" b="-1272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9" name="Straight Arrow Connector 17">
                <a:extLst>
                  <a:ext uri="{FF2B5EF4-FFF2-40B4-BE49-F238E27FC236}">
                    <a16:creationId xmlns:a16="http://schemas.microsoft.com/office/drawing/2014/main" id="{FAB80374-67F8-4F58-B896-A7386F0D18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1637" y="-225181"/>
                <a:ext cx="571923" cy="44964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90" name="等腰三角形 89">
                <a:extLst>
                  <a:ext uri="{FF2B5EF4-FFF2-40B4-BE49-F238E27FC236}">
                    <a16:creationId xmlns:a16="http://schemas.microsoft.com/office/drawing/2014/main" id="{B2CDBC32-AB36-4385-B13D-37A84F496152}"/>
                  </a:ext>
                </a:extLst>
              </p:cNvPr>
              <p:cNvSpPr/>
              <p:nvPr/>
            </p:nvSpPr>
            <p:spPr>
              <a:xfrm rot="5400000">
                <a:off x="1943813" y="420057"/>
                <a:ext cx="329835" cy="221179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1889" tIns="35945" rIns="71889" bIns="359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41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Oval 22">
                <a:extLst>
                  <a:ext uri="{FF2B5EF4-FFF2-40B4-BE49-F238E27FC236}">
                    <a16:creationId xmlns:a16="http://schemas.microsoft.com/office/drawing/2014/main" id="{63F05932-6193-4703-A2BF-1CFD15C079F2}"/>
                  </a:ext>
                </a:extLst>
              </p:cNvPr>
              <p:cNvSpPr/>
              <p:nvPr/>
            </p:nvSpPr>
            <p:spPr>
              <a:xfrm>
                <a:off x="2247185" y="400410"/>
                <a:ext cx="162450" cy="16827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70E25E55-64C6-4FCD-A170-BE3D052857AA}"/>
                </a:ext>
              </a:extLst>
            </p:cNvPr>
            <p:cNvGrpSpPr/>
            <p:nvPr/>
          </p:nvGrpSpPr>
          <p:grpSpPr>
            <a:xfrm>
              <a:off x="1641417" y="2238375"/>
              <a:ext cx="8230673" cy="3790928"/>
              <a:chOff x="1848481" y="2270706"/>
              <a:chExt cx="7995034" cy="3682396"/>
            </a:xfrm>
          </p:grpSpPr>
          <p:grpSp>
            <p:nvGrpSpPr>
              <p:cNvPr id="99" name="群組 98">
                <a:extLst>
                  <a:ext uri="{FF2B5EF4-FFF2-40B4-BE49-F238E27FC236}">
                    <a16:creationId xmlns:a16="http://schemas.microsoft.com/office/drawing/2014/main" id="{30027040-2E8A-4E06-BC76-736C83B9C1EE}"/>
                  </a:ext>
                </a:extLst>
              </p:cNvPr>
              <p:cNvGrpSpPr/>
              <p:nvPr/>
            </p:nvGrpSpPr>
            <p:grpSpPr>
              <a:xfrm>
                <a:off x="1848481" y="2270706"/>
                <a:ext cx="7995034" cy="3682396"/>
                <a:chOff x="1848481" y="2270706"/>
                <a:chExt cx="7995034" cy="3682396"/>
              </a:xfrm>
            </p:grpSpPr>
            <p:sp>
              <p:nvSpPr>
                <p:cNvPr id="62" name="矩形: 圓角 61">
                  <a:extLst>
                    <a:ext uri="{FF2B5EF4-FFF2-40B4-BE49-F238E27FC236}">
                      <a16:creationId xmlns:a16="http://schemas.microsoft.com/office/drawing/2014/main" id="{11160685-28B3-46DE-9AC0-6E0BD39730FC}"/>
                    </a:ext>
                  </a:extLst>
                </p:cNvPr>
                <p:cNvSpPr/>
                <p:nvPr/>
              </p:nvSpPr>
              <p:spPr>
                <a:xfrm>
                  <a:off x="2043627" y="4645917"/>
                  <a:ext cx="7763887" cy="1151081"/>
                </a:xfrm>
                <a:prstGeom prst="roundRect">
                  <a:avLst>
                    <a:gd name="adj" fmla="val 4048"/>
                  </a:avLst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73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" name="矩形: 圓角 96">
                  <a:extLst>
                    <a:ext uri="{FF2B5EF4-FFF2-40B4-BE49-F238E27FC236}">
                      <a16:creationId xmlns:a16="http://schemas.microsoft.com/office/drawing/2014/main" id="{045E8295-6028-4BF4-9E21-EB4697ED9947}"/>
                    </a:ext>
                  </a:extLst>
                </p:cNvPr>
                <p:cNvSpPr/>
                <p:nvPr/>
              </p:nvSpPr>
              <p:spPr>
                <a:xfrm>
                  <a:off x="2043627" y="3500469"/>
                  <a:ext cx="7763887" cy="1151081"/>
                </a:xfrm>
                <a:prstGeom prst="roundRect">
                  <a:avLst>
                    <a:gd name="adj" fmla="val 4048"/>
                  </a:avLst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73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矩形: 圓角 97">
                  <a:extLst>
                    <a:ext uri="{FF2B5EF4-FFF2-40B4-BE49-F238E27FC236}">
                      <a16:creationId xmlns:a16="http://schemas.microsoft.com/office/drawing/2014/main" id="{5C205CF1-35BB-473E-96F8-86F708DE602E}"/>
                    </a:ext>
                  </a:extLst>
                </p:cNvPr>
                <p:cNvSpPr/>
                <p:nvPr/>
              </p:nvSpPr>
              <p:spPr>
                <a:xfrm>
                  <a:off x="2043627" y="2355021"/>
                  <a:ext cx="7763887" cy="1151081"/>
                </a:xfrm>
                <a:prstGeom prst="roundRect">
                  <a:avLst>
                    <a:gd name="adj" fmla="val 4048"/>
                  </a:avLst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73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文字方塊 46">
                      <a:extLst>
                        <a:ext uri="{FF2B5EF4-FFF2-40B4-BE49-F238E27FC236}">
                          <a16:creationId xmlns:a16="http://schemas.microsoft.com/office/drawing/2014/main" id="{15691A11-45C0-4F72-8C42-876060437E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58304" y="5052180"/>
                      <a:ext cx="707500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a14:m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47" name="文字方塊 46">
                      <a:extLst>
                        <a:ext uri="{FF2B5EF4-FFF2-40B4-BE49-F238E27FC236}">
                          <a16:creationId xmlns:a16="http://schemas.microsoft.com/office/drawing/2014/main" id="{15691A11-45C0-4F72-8C42-876060437EB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58304" y="5052180"/>
                      <a:ext cx="707500" cy="33855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文字方塊 47">
                      <a:extLst>
                        <a:ext uri="{FF2B5EF4-FFF2-40B4-BE49-F238E27FC236}">
                          <a16:creationId xmlns:a16="http://schemas.microsoft.com/office/drawing/2014/main" id="{7E33DDEF-2F12-42EE-93FB-FD59888A67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58304" y="2744983"/>
                      <a:ext cx="707500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48" name="文字方塊 47">
                      <a:extLst>
                        <a:ext uri="{FF2B5EF4-FFF2-40B4-BE49-F238E27FC236}">
                          <a16:creationId xmlns:a16="http://schemas.microsoft.com/office/drawing/2014/main" id="{7E33DDEF-2F12-42EE-93FB-FD59888A67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58304" y="2744983"/>
                      <a:ext cx="707500" cy="33855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文字方塊 48">
                      <a:extLst>
                        <a:ext uri="{FF2B5EF4-FFF2-40B4-BE49-F238E27FC236}">
                          <a16:creationId xmlns:a16="http://schemas.microsoft.com/office/drawing/2014/main" id="{C33442D0-2642-4711-B00F-F6CC385BC9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48481" y="3898582"/>
                      <a:ext cx="927146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oMath>
                      </a14:m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49" name="文字方塊 48">
                      <a:extLst>
                        <a:ext uri="{FF2B5EF4-FFF2-40B4-BE49-F238E27FC236}">
                          <a16:creationId xmlns:a16="http://schemas.microsoft.com/office/drawing/2014/main" id="{C33442D0-2642-4711-B00F-F6CC385BC9F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48481" y="3898582"/>
                      <a:ext cx="927146" cy="33855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b="-877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96" name="圖片 95">
                  <a:extLst>
                    <a:ext uri="{FF2B5EF4-FFF2-40B4-BE49-F238E27FC236}">
                      <a16:creationId xmlns:a16="http://schemas.microsoft.com/office/drawing/2014/main" id="{581EBD39-1713-4B01-8D6F-F0A0F903D1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78723" y="2270706"/>
                  <a:ext cx="7364792" cy="3682396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66D7E432-829E-4FA4-A6C7-DECCE799C731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227528" y="5462668"/>
                    <a:ext cx="45282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TW" alt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66D7E432-829E-4FA4-A6C7-DECCE799C7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2227528" y="5462668"/>
                    <a:ext cx="452829" cy="33855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7FAB7778-888A-4D13-B0E9-C2EA22859D0C}"/>
                    </a:ext>
                  </a:extLst>
                </p:cNvPr>
                <p:cNvSpPr/>
                <p:nvPr/>
              </p:nvSpPr>
              <p:spPr>
                <a:xfrm>
                  <a:off x="128857" y="2047947"/>
                  <a:ext cx="1920520" cy="400110"/>
                </a:xfrm>
                <a:prstGeom prst="rect">
                  <a:avLst/>
                </a:prstGeom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TW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At equator, </a:t>
                  </a:r>
                  <a14:m>
                    <m:oMath xmlns:m="http://schemas.openxmlformats.org/officeDocument/2006/math">
                      <m:r>
                        <a:rPr lang="en-US" altLang="zh-TW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7FAB7778-888A-4D13-B0E9-C2EA22859D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857" y="2047947"/>
                  <a:ext cx="1920520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8568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4403</TotalTime>
  <Words>68</Words>
  <Application>Microsoft Office PowerPoint</Application>
  <PresentationFormat>自訂</PresentationFormat>
  <Paragraphs>36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38</cp:revision>
  <dcterms:created xsi:type="dcterms:W3CDTF">2026-05-06T04:51:24Z</dcterms:created>
  <dcterms:modified xsi:type="dcterms:W3CDTF">2026-05-25T04:39:12Z</dcterms:modified>
</cp:coreProperties>
</file>