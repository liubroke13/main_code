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3729"/>
    <a:srgbClr val="020202"/>
    <a:srgbClr val="BED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78222"/>
            <a:ext cx="9144000" cy="250642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33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17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94830"/>
            <a:ext cx="10515600" cy="29947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17875"/>
            <a:ext cx="10515600" cy="15748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68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16484"/>
            <a:ext cx="5181600" cy="45678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16484"/>
            <a:ext cx="5181600" cy="45678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60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3297"/>
            <a:ext cx="10515600" cy="1391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64832"/>
            <a:ext cx="5157787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29749"/>
            <a:ext cx="5157787" cy="3867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64832"/>
            <a:ext cx="5183188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29749"/>
            <a:ext cx="5183188" cy="3867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75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2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931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36569"/>
            <a:ext cx="6172200" cy="5116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39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36569"/>
            <a:ext cx="6172200" cy="51161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56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12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3297"/>
            <a:ext cx="2628900" cy="610108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3297"/>
            <a:ext cx="7734300" cy="610108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5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3297"/>
            <a:ext cx="1051560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6484"/>
            <a:ext cx="1051560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F73B8-AC6A-4D49-AFB6-533F12F8058A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72697"/>
            <a:ext cx="41148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C429D-6116-4F58-A4C0-627EA4988F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33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BDE82F9B-02DC-4304-B39E-A40604AD1148}"/>
              </a:ext>
            </a:extLst>
          </p:cNvPr>
          <p:cNvGrpSpPr/>
          <p:nvPr/>
        </p:nvGrpSpPr>
        <p:grpSpPr>
          <a:xfrm>
            <a:off x="-25400" y="38100"/>
            <a:ext cx="12283841" cy="6883400"/>
            <a:chOff x="-215900" y="1"/>
            <a:chExt cx="12623787" cy="707390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910366F-2484-43AA-B46D-EB659EDE4C5F}"/>
                </a:ext>
              </a:extLst>
            </p:cNvPr>
            <p:cNvSpPr/>
            <p:nvPr/>
          </p:nvSpPr>
          <p:spPr>
            <a:xfrm>
              <a:off x="-215900" y="1"/>
              <a:ext cx="12623787" cy="7073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026" name="Picture 2" descr="https://opg.optica.org/getimagev2.cfm?img=dwV66DSyhOtXAy2DywZrovCvYUO3L1mSXaWDBhOvfDs%3D&amp;size=full&amp;uri=optica-4-9-1006-g002">
              <a:extLst>
                <a:ext uri="{FF2B5EF4-FFF2-40B4-BE49-F238E27FC236}">
                  <a16:creationId xmlns:a16="http://schemas.microsoft.com/office/drawing/2014/main" id="{36C9DEE8-959E-42FB-95A9-319ECDD54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490" y="3084132"/>
              <a:ext cx="10874023" cy="3917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9E7D68F2-1E18-49F3-9794-9B791E3DF0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6540"/>
            <a:stretch/>
          </p:blipFill>
          <p:spPr>
            <a:xfrm>
              <a:off x="-110071" y="146449"/>
              <a:ext cx="6807318" cy="2939655"/>
            </a:xfrm>
            <a:prstGeom prst="rect">
              <a:avLst/>
            </a:prstGeom>
          </p:spPr>
        </p:pic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15358A5C-4107-4556-8100-76F9A7B7B1F6}"/>
                </a:ext>
              </a:extLst>
            </p:cNvPr>
            <p:cNvSpPr txBox="1"/>
            <p:nvPr/>
          </p:nvSpPr>
          <p:spPr>
            <a:xfrm>
              <a:off x="24644" y="229968"/>
              <a:ext cx="571452" cy="518475"/>
            </a:xfrm>
            <a:prstGeom prst="rect">
              <a:avLst/>
            </a:prstGeom>
            <a:solidFill>
              <a:srgbClr val="BED4EC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27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sz="276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8E8C3F91-17FD-465A-8288-C599DF6F7739}"/>
                </a:ext>
              </a:extLst>
            </p:cNvPr>
            <p:cNvGrpSpPr/>
            <p:nvPr/>
          </p:nvGrpSpPr>
          <p:grpSpPr>
            <a:xfrm>
              <a:off x="6651852" y="965224"/>
              <a:ext cx="5729367" cy="2141337"/>
              <a:chOff x="6007334" y="298473"/>
              <a:chExt cx="5729373" cy="2141335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3571659D-297C-44C8-B9C0-9F66F52AFE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3732"/>
              <a:stretch/>
            </p:blipFill>
            <p:spPr>
              <a:xfrm>
                <a:off x="6007334" y="298473"/>
                <a:ext cx="5729373" cy="2141335"/>
              </a:xfrm>
              <a:prstGeom prst="rect">
                <a:avLst/>
              </a:prstGeom>
            </p:spPr>
          </p:pic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24DC14D-AEAC-449D-AE20-C0E9D3E3B8E7}"/>
                  </a:ext>
                </a:extLst>
              </p:cNvPr>
              <p:cNvSpPr txBox="1"/>
              <p:nvPr/>
            </p:nvSpPr>
            <p:spPr>
              <a:xfrm>
                <a:off x="6099486" y="323924"/>
                <a:ext cx="674020" cy="518476"/>
              </a:xfrm>
              <a:prstGeom prst="rect">
                <a:avLst/>
              </a:prstGeom>
              <a:solidFill>
                <a:srgbClr val="02020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769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:endParaRPr lang="zh-TW" altLang="en-US" sz="2769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394EF8B-9CD5-4E23-AD09-768DB6D9682C}"/>
                  </a:ext>
                </a:extLst>
              </p:cNvPr>
              <p:cNvSpPr txBox="1"/>
              <p:nvPr/>
            </p:nvSpPr>
            <p:spPr>
              <a:xfrm>
                <a:off x="8482619" y="323924"/>
                <a:ext cx="674020" cy="518476"/>
              </a:xfrm>
              <a:prstGeom prst="rect">
                <a:avLst/>
              </a:prstGeom>
              <a:solidFill>
                <a:srgbClr val="4A3729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769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  <a:endParaRPr lang="zh-TW" altLang="en-US" sz="2769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1D7B8E7-6666-45A2-ADC4-6271B12DAAA3}"/>
                </a:ext>
              </a:extLst>
            </p:cNvPr>
            <p:cNvSpPr txBox="1"/>
            <p:nvPr/>
          </p:nvSpPr>
          <p:spPr>
            <a:xfrm>
              <a:off x="473719" y="3258486"/>
              <a:ext cx="489806" cy="518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7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zh-TW" altLang="en-US" sz="276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3877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12</Words>
  <Application>Microsoft Office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</cp:revision>
  <dcterms:created xsi:type="dcterms:W3CDTF">2026-03-20T05:31:31Z</dcterms:created>
  <dcterms:modified xsi:type="dcterms:W3CDTF">2026-03-20T09:44:42Z</dcterms:modified>
</cp:coreProperties>
</file>