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</p:sldIdLst>
  <p:sldSz cx="9906000" cy="25193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412312"/>
            <a:ext cx="7429500" cy="877112"/>
          </a:xfrm>
        </p:spPr>
        <p:txBody>
          <a:bodyPr anchor="b"/>
          <a:lstStyle>
            <a:lvl1pPr algn="ctr">
              <a:defRPr sz="22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1323249"/>
            <a:ext cx="7429500" cy="608263"/>
          </a:xfrm>
        </p:spPr>
        <p:txBody>
          <a:bodyPr/>
          <a:lstStyle>
            <a:lvl1pPr marL="0" indent="0" algn="ctr">
              <a:buNone/>
              <a:defRPr sz="882"/>
            </a:lvl1pPr>
            <a:lvl2pPr marL="167975" indent="0" algn="ctr">
              <a:buNone/>
              <a:defRPr sz="735"/>
            </a:lvl2pPr>
            <a:lvl3pPr marL="335951" indent="0" algn="ctr">
              <a:buNone/>
              <a:defRPr sz="661"/>
            </a:lvl3pPr>
            <a:lvl4pPr marL="503926" indent="0" algn="ctr">
              <a:buNone/>
              <a:defRPr sz="588"/>
            </a:lvl4pPr>
            <a:lvl5pPr marL="671901" indent="0" algn="ctr">
              <a:buNone/>
              <a:defRPr sz="588"/>
            </a:lvl5pPr>
            <a:lvl6pPr marL="839876" indent="0" algn="ctr">
              <a:buNone/>
              <a:defRPr sz="588"/>
            </a:lvl6pPr>
            <a:lvl7pPr marL="1007852" indent="0" algn="ctr">
              <a:buNone/>
              <a:defRPr sz="588"/>
            </a:lvl7pPr>
            <a:lvl8pPr marL="1175827" indent="0" algn="ctr">
              <a:buNone/>
              <a:defRPr sz="588"/>
            </a:lvl8pPr>
            <a:lvl9pPr marL="1343802" indent="0" algn="ctr">
              <a:buNone/>
              <a:defRPr sz="58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0949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01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628091"/>
            <a:ext cx="8543925" cy="1047985"/>
          </a:xfrm>
        </p:spPr>
        <p:txBody>
          <a:bodyPr anchor="b"/>
          <a:lstStyle>
            <a:lvl1pPr>
              <a:defRPr sz="2204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685991"/>
            <a:ext cx="8543925" cy="551110"/>
          </a:xfrm>
        </p:spPr>
        <p:txBody>
          <a:bodyPr/>
          <a:lstStyle>
            <a:lvl1pPr marL="0" indent="0">
              <a:buNone/>
              <a:defRPr sz="882">
                <a:solidFill>
                  <a:schemeClr val="tx1">
                    <a:tint val="75000"/>
                  </a:schemeClr>
                </a:solidFill>
              </a:defRPr>
            </a:lvl1pPr>
            <a:lvl2pPr marL="167975" indent="0">
              <a:buNone/>
              <a:defRPr sz="735">
                <a:solidFill>
                  <a:schemeClr val="tx1">
                    <a:tint val="75000"/>
                  </a:schemeClr>
                </a:solidFill>
              </a:defRPr>
            </a:lvl2pPr>
            <a:lvl3pPr marL="335951" indent="0">
              <a:buNone/>
              <a:defRPr sz="661">
                <a:solidFill>
                  <a:schemeClr val="tx1">
                    <a:tint val="75000"/>
                  </a:schemeClr>
                </a:solidFill>
              </a:defRPr>
            </a:lvl3pPr>
            <a:lvl4pPr marL="50392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4pPr>
            <a:lvl5pPr marL="671901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5pPr>
            <a:lvl6pPr marL="839876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6pPr>
            <a:lvl7pPr marL="100785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7pPr>
            <a:lvl8pPr marL="1175827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8pPr>
            <a:lvl9pPr marL="1343802" indent="0">
              <a:buNone/>
              <a:defRPr sz="58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5250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670664"/>
            <a:ext cx="4210050" cy="15985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670664"/>
            <a:ext cx="4210050" cy="159851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7721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34133"/>
            <a:ext cx="8543925" cy="486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617594"/>
            <a:ext cx="4190702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920267"/>
            <a:ext cx="4190702" cy="1353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617594"/>
            <a:ext cx="4211340" cy="302673"/>
          </a:xfrm>
        </p:spPr>
        <p:txBody>
          <a:bodyPr anchor="b"/>
          <a:lstStyle>
            <a:lvl1pPr marL="0" indent="0">
              <a:buNone/>
              <a:defRPr sz="882" b="1"/>
            </a:lvl1pPr>
            <a:lvl2pPr marL="167975" indent="0">
              <a:buNone/>
              <a:defRPr sz="735" b="1"/>
            </a:lvl2pPr>
            <a:lvl3pPr marL="335951" indent="0">
              <a:buNone/>
              <a:defRPr sz="661" b="1"/>
            </a:lvl3pPr>
            <a:lvl4pPr marL="503926" indent="0">
              <a:buNone/>
              <a:defRPr sz="588" b="1"/>
            </a:lvl4pPr>
            <a:lvl5pPr marL="671901" indent="0">
              <a:buNone/>
              <a:defRPr sz="588" b="1"/>
            </a:lvl5pPr>
            <a:lvl6pPr marL="839876" indent="0">
              <a:buNone/>
              <a:defRPr sz="588" b="1"/>
            </a:lvl6pPr>
            <a:lvl7pPr marL="1007852" indent="0">
              <a:buNone/>
              <a:defRPr sz="588" b="1"/>
            </a:lvl7pPr>
            <a:lvl8pPr marL="1175827" indent="0">
              <a:buNone/>
              <a:defRPr sz="588" b="1"/>
            </a:lvl8pPr>
            <a:lvl9pPr marL="1343802" indent="0">
              <a:buNone/>
              <a:defRPr sz="58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920267"/>
            <a:ext cx="4211340" cy="1353575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333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73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751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67958"/>
            <a:ext cx="3194943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362742"/>
            <a:ext cx="5014913" cy="1790381"/>
          </a:xfrm>
        </p:spPr>
        <p:txBody>
          <a:bodyPr/>
          <a:lstStyle>
            <a:lvl1pPr>
              <a:defRPr sz="1176"/>
            </a:lvl1pPr>
            <a:lvl2pPr>
              <a:defRPr sz="1029"/>
            </a:lvl2pPr>
            <a:lvl3pPr>
              <a:defRPr sz="882"/>
            </a:lvl3pPr>
            <a:lvl4pPr>
              <a:defRPr sz="735"/>
            </a:lvl4pPr>
            <a:lvl5pPr>
              <a:defRPr sz="735"/>
            </a:lvl5pPr>
            <a:lvl6pPr>
              <a:defRPr sz="735"/>
            </a:lvl6pPr>
            <a:lvl7pPr>
              <a:defRPr sz="735"/>
            </a:lvl7pPr>
            <a:lvl8pPr>
              <a:defRPr sz="735"/>
            </a:lvl8pPr>
            <a:lvl9pPr>
              <a:defRPr sz="73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755809"/>
            <a:ext cx="3194943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8161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67958"/>
            <a:ext cx="3194943" cy="587851"/>
          </a:xfrm>
        </p:spPr>
        <p:txBody>
          <a:bodyPr anchor="b"/>
          <a:lstStyle>
            <a:lvl1pPr>
              <a:defRPr sz="1176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362742"/>
            <a:ext cx="5014913" cy="1790381"/>
          </a:xfrm>
        </p:spPr>
        <p:txBody>
          <a:bodyPr anchor="t"/>
          <a:lstStyle>
            <a:lvl1pPr marL="0" indent="0">
              <a:buNone/>
              <a:defRPr sz="1176"/>
            </a:lvl1pPr>
            <a:lvl2pPr marL="167975" indent="0">
              <a:buNone/>
              <a:defRPr sz="1029"/>
            </a:lvl2pPr>
            <a:lvl3pPr marL="335951" indent="0">
              <a:buNone/>
              <a:defRPr sz="882"/>
            </a:lvl3pPr>
            <a:lvl4pPr marL="503926" indent="0">
              <a:buNone/>
              <a:defRPr sz="735"/>
            </a:lvl4pPr>
            <a:lvl5pPr marL="671901" indent="0">
              <a:buNone/>
              <a:defRPr sz="735"/>
            </a:lvl5pPr>
            <a:lvl6pPr marL="839876" indent="0">
              <a:buNone/>
              <a:defRPr sz="735"/>
            </a:lvl6pPr>
            <a:lvl7pPr marL="1007852" indent="0">
              <a:buNone/>
              <a:defRPr sz="735"/>
            </a:lvl7pPr>
            <a:lvl8pPr marL="1175827" indent="0">
              <a:buNone/>
              <a:defRPr sz="735"/>
            </a:lvl8pPr>
            <a:lvl9pPr marL="1343802" indent="0">
              <a:buNone/>
              <a:defRPr sz="73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755809"/>
            <a:ext cx="3194943" cy="1400229"/>
          </a:xfrm>
        </p:spPr>
        <p:txBody>
          <a:bodyPr/>
          <a:lstStyle>
            <a:lvl1pPr marL="0" indent="0">
              <a:buNone/>
              <a:defRPr sz="588"/>
            </a:lvl1pPr>
            <a:lvl2pPr marL="167975" indent="0">
              <a:buNone/>
              <a:defRPr sz="514"/>
            </a:lvl2pPr>
            <a:lvl3pPr marL="335951" indent="0">
              <a:buNone/>
              <a:defRPr sz="441"/>
            </a:lvl3pPr>
            <a:lvl4pPr marL="503926" indent="0">
              <a:buNone/>
              <a:defRPr sz="367"/>
            </a:lvl4pPr>
            <a:lvl5pPr marL="671901" indent="0">
              <a:buNone/>
              <a:defRPr sz="367"/>
            </a:lvl5pPr>
            <a:lvl6pPr marL="839876" indent="0">
              <a:buNone/>
              <a:defRPr sz="367"/>
            </a:lvl6pPr>
            <a:lvl7pPr marL="1007852" indent="0">
              <a:buNone/>
              <a:defRPr sz="367"/>
            </a:lvl7pPr>
            <a:lvl8pPr marL="1175827" indent="0">
              <a:buNone/>
              <a:defRPr sz="367"/>
            </a:lvl8pPr>
            <a:lvl9pPr marL="1343802" indent="0">
              <a:buNone/>
              <a:defRPr sz="367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891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770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134133"/>
            <a:ext cx="2135981" cy="21350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134133"/>
            <a:ext cx="6284119" cy="2135044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377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134133"/>
            <a:ext cx="8543925" cy="486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670664"/>
            <a:ext cx="8543925" cy="1598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2335076"/>
            <a:ext cx="222885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CB8D9-02A8-431F-86FB-1060DDC6D7B5}" type="datetimeFigureOut">
              <a:rPr lang="zh-TW" altLang="en-US" smtClean="0"/>
              <a:t>2026/5/20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2335076"/>
            <a:ext cx="3343275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2335076"/>
            <a:ext cx="2228850" cy="134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4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341A5-D5E9-4A12-B92E-3650E061A15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675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335951" rtl="0" eaLnBrk="1" latinLnBrk="0" hangingPunct="1">
        <a:lnSpc>
          <a:spcPct val="90000"/>
        </a:lnSpc>
        <a:spcBef>
          <a:spcPct val="0"/>
        </a:spcBef>
        <a:buNone/>
        <a:defRPr sz="16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3988" indent="-83988" algn="l" defTabSz="335951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029" kern="1200">
          <a:solidFill>
            <a:schemeClr val="tx1"/>
          </a:solidFill>
          <a:latin typeface="+mn-lt"/>
          <a:ea typeface="+mn-ea"/>
          <a:cs typeface="+mn-cs"/>
        </a:defRPr>
      </a:lvl1pPr>
      <a:lvl2pPr marL="25196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882" kern="1200">
          <a:solidFill>
            <a:schemeClr val="tx1"/>
          </a:solidFill>
          <a:latin typeface="+mn-lt"/>
          <a:ea typeface="+mn-ea"/>
          <a:cs typeface="+mn-cs"/>
        </a:defRPr>
      </a:lvl2pPr>
      <a:lvl3pPr marL="419938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3pPr>
      <a:lvl4pPr marL="587913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75588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923864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91839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259815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427790" indent="-83988" algn="l" defTabSz="335951" rtl="0" eaLnBrk="1" latinLnBrk="0" hangingPunct="1">
        <a:lnSpc>
          <a:spcPct val="90000"/>
        </a:lnSpc>
        <a:spcBef>
          <a:spcPts val="184"/>
        </a:spcBef>
        <a:buFont typeface="Arial" panose="020B0604020202020204" pitchFamily="34" charset="0"/>
        <a:buChar char="•"/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1pPr>
      <a:lvl2pPr marL="167975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2pPr>
      <a:lvl3pPr marL="33595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3pPr>
      <a:lvl4pPr marL="50392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4pPr>
      <a:lvl5pPr marL="671901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5pPr>
      <a:lvl6pPr marL="839876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6pPr>
      <a:lvl7pPr marL="100785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7pPr>
      <a:lvl8pPr marL="1175827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8pPr>
      <a:lvl9pPr marL="1343802" algn="l" defTabSz="335951" rtl="0" eaLnBrk="1" latinLnBrk="0" hangingPunct="1">
        <a:defRPr sz="6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群組 45">
            <a:extLst>
              <a:ext uri="{FF2B5EF4-FFF2-40B4-BE49-F238E27FC236}">
                <a16:creationId xmlns:a16="http://schemas.microsoft.com/office/drawing/2014/main" id="{E9162808-01B4-4551-907E-741481E6670F}"/>
              </a:ext>
            </a:extLst>
          </p:cNvPr>
          <p:cNvGrpSpPr/>
          <p:nvPr/>
        </p:nvGrpSpPr>
        <p:grpSpPr>
          <a:xfrm>
            <a:off x="58290" y="41535"/>
            <a:ext cx="9789425" cy="2436299"/>
            <a:chOff x="254046" y="111805"/>
            <a:chExt cx="10672670" cy="2656114"/>
          </a:xfrm>
        </p:grpSpPr>
        <p:grpSp>
          <p:nvGrpSpPr>
            <p:cNvPr id="36" name="群組 35">
              <a:extLst>
                <a:ext uri="{FF2B5EF4-FFF2-40B4-BE49-F238E27FC236}">
                  <a16:creationId xmlns:a16="http://schemas.microsoft.com/office/drawing/2014/main" id="{31B3A743-6F31-4C73-97B5-5E726215B461}"/>
                </a:ext>
              </a:extLst>
            </p:cNvPr>
            <p:cNvGrpSpPr/>
            <p:nvPr/>
          </p:nvGrpSpPr>
          <p:grpSpPr>
            <a:xfrm>
              <a:off x="3134985" y="427068"/>
              <a:ext cx="4473574" cy="1523392"/>
              <a:chOff x="7839075" y="5334608"/>
              <a:chExt cx="4473574" cy="1523392"/>
            </a:xfrm>
          </p:grpSpPr>
          <p:pic>
            <p:nvPicPr>
              <p:cNvPr id="40" name="Picture 2" descr="Figure 1">
                <a:extLst>
                  <a:ext uri="{FF2B5EF4-FFF2-40B4-BE49-F238E27FC236}">
                    <a16:creationId xmlns:a16="http://schemas.microsoft.com/office/drawing/2014/main" id="{E0FBF22C-BEBA-438D-896A-FE3277A4331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t="77787"/>
              <a:stretch/>
            </p:blipFill>
            <p:spPr bwMode="auto">
              <a:xfrm>
                <a:off x="8006750" y="5334608"/>
                <a:ext cx="4305899" cy="15233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矩形 42">
                <a:extLst>
                  <a:ext uri="{FF2B5EF4-FFF2-40B4-BE49-F238E27FC236}">
                    <a16:creationId xmlns:a16="http://schemas.microsoft.com/office/drawing/2014/main" id="{5DE5FE8D-F1A0-4363-92CE-186AC8C8AAF7}"/>
                  </a:ext>
                </a:extLst>
              </p:cNvPr>
              <p:cNvSpPr/>
              <p:nvPr/>
            </p:nvSpPr>
            <p:spPr>
              <a:xfrm>
                <a:off x="7839075" y="5372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/>
              </a:p>
            </p:txBody>
          </p:sp>
        </p:grpSp>
        <p:grpSp>
          <p:nvGrpSpPr>
            <p:cNvPr id="27" name="群組 26">
              <a:extLst>
                <a:ext uri="{FF2B5EF4-FFF2-40B4-BE49-F238E27FC236}">
                  <a16:creationId xmlns:a16="http://schemas.microsoft.com/office/drawing/2014/main" id="{98D7BD72-410F-41BB-A62C-8999619D5ED7}"/>
                </a:ext>
              </a:extLst>
            </p:cNvPr>
            <p:cNvGrpSpPr/>
            <p:nvPr/>
          </p:nvGrpSpPr>
          <p:grpSpPr>
            <a:xfrm>
              <a:off x="6424567" y="111805"/>
              <a:ext cx="4502149" cy="2656114"/>
              <a:chOff x="7810500" y="2624308"/>
              <a:chExt cx="4502149" cy="2656114"/>
            </a:xfrm>
          </p:grpSpPr>
          <p:pic>
            <p:nvPicPr>
              <p:cNvPr id="31" name="Picture 2" descr="Figure 1">
                <a:extLst>
                  <a:ext uri="{FF2B5EF4-FFF2-40B4-BE49-F238E27FC236}">
                    <a16:creationId xmlns:a16="http://schemas.microsoft.com/office/drawing/2014/main" id="{B5C55F44-E8B7-4A0D-B37C-996F95BA17B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t="38266" b="23003"/>
              <a:stretch/>
            </p:blipFill>
            <p:spPr bwMode="auto">
              <a:xfrm>
                <a:off x="8006750" y="2624308"/>
                <a:ext cx="4305899" cy="26561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641DE227-B689-4809-9A51-56A5E94FF7E9}"/>
                  </a:ext>
                </a:extLst>
              </p:cNvPr>
              <p:cNvSpPr/>
              <p:nvPr/>
            </p:nvSpPr>
            <p:spPr>
              <a:xfrm>
                <a:off x="7810500" y="2924175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/>
              </a:p>
            </p:txBody>
          </p:sp>
        </p:grp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7BDB613-DD88-44BC-B0BE-19CF71933F0A}"/>
                </a:ext>
              </a:extLst>
            </p:cNvPr>
            <p:cNvSpPr txBox="1"/>
            <p:nvPr/>
          </p:nvSpPr>
          <p:spPr>
            <a:xfrm>
              <a:off x="8217713" y="675259"/>
              <a:ext cx="947739" cy="553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7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GXs</a:t>
              </a:r>
              <a:endParaRPr lang="zh-TW" altLang="en-US" sz="27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文字方塊 38">
              <a:extLst>
                <a:ext uri="{FF2B5EF4-FFF2-40B4-BE49-F238E27FC236}">
                  <a16:creationId xmlns:a16="http://schemas.microsoft.com/office/drawing/2014/main" id="{94390502-AA2A-49D3-86DA-53B5DE388EBC}"/>
                </a:ext>
              </a:extLst>
            </p:cNvPr>
            <p:cNvSpPr txBox="1"/>
            <p:nvPr/>
          </p:nvSpPr>
          <p:spPr>
            <a:xfrm>
              <a:off x="4932197" y="675259"/>
              <a:ext cx="947739" cy="553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7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DXs</a:t>
              </a:r>
              <a:endParaRPr lang="zh-TW" altLang="en-US" sz="27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C8B29744-6F31-4605-91B2-BEE9778DEC79}"/>
                </a:ext>
              </a:extLst>
            </p:cNvPr>
            <p:cNvSpPr/>
            <p:nvPr/>
          </p:nvSpPr>
          <p:spPr>
            <a:xfrm>
              <a:off x="3495675" y="427068"/>
              <a:ext cx="522667" cy="544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  <p:grpSp>
          <p:nvGrpSpPr>
            <p:cNvPr id="3" name="群組 2">
              <a:extLst>
                <a:ext uri="{FF2B5EF4-FFF2-40B4-BE49-F238E27FC236}">
                  <a16:creationId xmlns:a16="http://schemas.microsoft.com/office/drawing/2014/main" id="{79E2410E-8361-4829-8057-92AEAF88F352}"/>
                </a:ext>
              </a:extLst>
            </p:cNvPr>
            <p:cNvGrpSpPr/>
            <p:nvPr/>
          </p:nvGrpSpPr>
          <p:grpSpPr>
            <a:xfrm>
              <a:off x="254046" y="168503"/>
              <a:ext cx="4305899" cy="2479218"/>
              <a:chOff x="7625750" y="0"/>
              <a:chExt cx="4305899" cy="2479218"/>
            </a:xfrm>
          </p:grpSpPr>
          <p:pic>
            <p:nvPicPr>
              <p:cNvPr id="1026" name="Picture 2" descr="Figure 1">
                <a:extLst>
                  <a:ext uri="{FF2B5EF4-FFF2-40B4-BE49-F238E27FC236}">
                    <a16:creationId xmlns:a16="http://schemas.microsoft.com/office/drawing/2014/main" id="{8C6290E3-8B86-4B9F-9A96-6E741BE5872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3107" b="63849"/>
              <a:stretch/>
            </p:blipFill>
            <p:spPr bwMode="auto">
              <a:xfrm>
                <a:off x="7625750" y="0"/>
                <a:ext cx="4305899" cy="247921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FB13C63-0209-4F4D-85DE-6D8F1E346E9F}"/>
                  </a:ext>
                </a:extLst>
              </p:cNvPr>
              <p:cNvSpPr/>
              <p:nvPr/>
            </p:nvSpPr>
            <p:spPr>
              <a:xfrm>
                <a:off x="7905750" y="38100"/>
                <a:ext cx="495300" cy="39052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83873" tIns="41935" rIns="83873" bIns="41935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TW" altLang="en-US" sz="1650" dirty="0"/>
              </a:p>
            </p:txBody>
          </p:sp>
        </p:grp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C8D4747B-997D-40F1-9B90-EAD60C21C202}"/>
                </a:ext>
              </a:extLst>
            </p:cNvPr>
            <p:cNvSpPr txBox="1"/>
            <p:nvPr/>
          </p:nvSpPr>
          <p:spPr>
            <a:xfrm>
              <a:off x="1989534" y="675259"/>
              <a:ext cx="947739" cy="553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70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BXs</a:t>
              </a:r>
              <a:endParaRPr lang="zh-TW" altLang="en-US" sz="270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441C5FD7-092F-4622-A29C-B804AA7704C5}"/>
                </a:ext>
              </a:extLst>
            </p:cNvPr>
            <p:cNvSpPr/>
            <p:nvPr/>
          </p:nvSpPr>
          <p:spPr>
            <a:xfrm>
              <a:off x="6829425" y="255618"/>
              <a:ext cx="522667" cy="5444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50"/>
            </a:p>
          </p:txBody>
        </p:sp>
      </p:grpSp>
    </p:spTree>
    <p:extLst>
      <p:ext uri="{BB962C8B-B14F-4D97-AF65-F5344CB8AC3E}">
        <p14:creationId xmlns:p14="http://schemas.microsoft.com/office/powerpoint/2010/main" val="32369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</TotalTime>
  <Words>3</Words>
  <Application>Microsoft Office PowerPoint</Application>
  <PresentationFormat>自訂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Arial</vt:lpstr>
      <vt:lpstr>Calibri</vt:lpstr>
      <vt:lpstr>Calibri Light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6</cp:revision>
  <dcterms:created xsi:type="dcterms:W3CDTF">2026-04-09T04:58:37Z</dcterms:created>
  <dcterms:modified xsi:type="dcterms:W3CDTF">2026-05-20T10:36:23Z</dcterms:modified>
</cp:coreProperties>
</file>