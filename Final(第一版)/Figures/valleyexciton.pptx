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</p:sldIdLst>
  <p:sldSz cx="9906000" cy="3240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96" autoAdjust="0"/>
    <p:restoredTop sz="94660"/>
  </p:normalViewPr>
  <p:slideViewPr>
    <p:cSldViewPr snapToGrid="0">
      <p:cViewPr>
        <p:scale>
          <a:sx n="75" d="100"/>
          <a:sy n="75" d="100"/>
        </p:scale>
        <p:origin x="792" y="1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530264"/>
            <a:ext cx="7429500" cy="1128031"/>
          </a:xfrm>
        </p:spPr>
        <p:txBody>
          <a:bodyPr anchor="b"/>
          <a:lstStyle>
            <a:lvl1pPr algn="ctr">
              <a:defRPr sz="283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1701796"/>
            <a:ext cx="7429500" cy="782271"/>
          </a:xfrm>
        </p:spPr>
        <p:txBody>
          <a:bodyPr/>
          <a:lstStyle>
            <a:lvl1pPr marL="0" indent="0" algn="ctr">
              <a:buNone/>
              <a:defRPr sz="1134"/>
            </a:lvl1pPr>
            <a:lvl2pPr marL="216027" indent="0" algn="ctr">
              <a:buNone/>
              <a:defRPr sz="945"/>
            </a:lvl2pPr>
            <a:lvl3pPr marL="432054" indent="0" algn="ctr">
              <a:buNone/>
              <a:defRPr sz="851"/>
            </a:lvl3pPr>
            <a:lvl4pPr marL="648081" indent="0" algn="ctr">
              <a:buNone/>
              <a:defRPr sz="756"/>
            </a:lvl4pPr>
            <a:lvl5pPr marL="864108" indent="0" algn="ctr">
              <a:buNone/>
              <a:defRPr sz="756"/>
            </a:lvl5pPr>
            <a:lvl6pPr marL="1080135" indent="0" algn="ctr">
              <a:buNone/>
              <a:defRPr sz="756"/>
            </a:lvl6pPr>
            <a:lvl7pPr marL="1296162" indent="0" algn="ctr">
              <a:buNone/>
              <a:defRPr sz="756"/>
            </a:lvl7pPr>
            <a:lvl8pPr marL="1512189" indent="0" algn="ctr">
              <a:buNone/>
              <a:defRPr sz="756"/>
            </a:lvl8pPr>
            <a:lvl9pPr marL="1728216" indent="0" algn="ctr">
              <a:buNone/>
              <a:defRPr sz="756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C03-FC5A-4A91-8603-A2AAB6AAE5B1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D7DF-023C-4A6E-8E3B-3F49757D64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4416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C03-FC5A-4A91-8603-A2AAB6AAE5B1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D7DF-023C-4A6E-8E3B-3F49757D64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1905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807773"/>
            <a:ext cx="8543925" cy="1347786"/>
          </a:xfrm>
        </p:spPr>
        <p:txBody>
          <a:bodyPr anchor="b"/>
          <a:lstStyle>
            <a:lvl1pPr>
              <a:defRPr sz="283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2168309"/>
            <a:ext cx="8543925" cy="708769"/>
          </a:xfrm>
        </p:spPr>
        <p:txBody>
          <a:bodyPr/>
          <a:lstStyle>
            <a:lvl1pPr marL="0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1pPr>
            <a:lvl2pPr marL="216027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2pPr>
            <a:lvl3pPr marL="432054" indent="0">
              <a:buNone/>
              <a:defRPr sz="851">
                <a:solidFill>
                  <a:schemeClr val="tx1">
                    <a:tint val="75000"/>
                  </a:schemeClr>
                </a:solidFill>
              </a:defRPr>
            </a:lvl3pPr>
            <a:lvl4pPr marL="648081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4pPr>
            <a:lvl5pPr marL="864108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5pPr>
            <a:lvl6pPr marL="1080135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6pPr>
            <a:lvl7pPr marL="1296162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7pPr>
            <a:lvl8pPr marL="1512189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8pPr>
            <a:lvl9pPr marL="1728216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C03-FC5A-4A91-8603-A2AAB6AAE5B1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D7DF-023C-4A6E-8E3B-3F49757D64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4043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862523"/>
            <a:ext cx="4210050" cy="205580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862523"/>
            <a:ext cx="4210050" cy="205580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C03-FC5A-4A91-8603-A2AAB6AAE5B1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D7DF-023C-4A6E-8E3B-3F49757D64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2401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172505"/>
            <a:ext cx="8543925" cy="62626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794272"/>
            <a:ext cx="4190702" cy="38926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1183532"/>
            <a:ext cx="4190702" cy="174079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794272"/>
            <a:ext cx="4211340" cy="38926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1183532"/>
            <a:ext cx="4211340" cy="174079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C03-FC5A-4A91-8603-A2AAB6AAE5B1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D7DF-023C-4A6E-8E3B-3F49757D64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9985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C03-FC5A-4A91-8603-A2AAB6AAE5B1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D7DF-023C-4A6E-8E3B-3F49757D64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175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C03-FC5A-4A91-8603-A2AAB6AAE5B1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D7DF-023C-4A6E-8E3B-3F49757D64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2643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16006"/>
            <a:ext cx="3194943" cy="756021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466513"/>
            <a:ext cx="5014913" cy="2302563"/>
          </a:xfrm>
        </p:spPr>
        <p:txBody>
          <a:bodyPr/>
          <a:lstStyle>
            <a:lvl1pPr>
              <a:defRPr sz="1512"/>
            </a:lvl1pPr>
            <a:lvl2pPr>
              <a:defRPr sz="1323"/>
            </a:lvl2pPr>
            <a:lvl3pPr>
              <a:defRPr sz="1134"/>
            </a:lvl3pPr>
            <a:lvl4pPr>
              <a:defRPr sz="945"/>
            </a:lvl4pPr>
            <a:lvl5pPr>
              <a:defRPr sz="945"/>
            </a:lvl5pPr>
            <a:lvl6pPr>
              <a:defRPr sz="945"/>
            </a:lvl6pPr>
            <a:lvl7pPr>
              <a:defRPr sz="945"/>
            </a:lvl7pPr>
            <a:lvl8pPr>
              <a:defRPr sz="945"/>
            </a:lvl8pPr>
            <a:lvl9pPr>
              <a:defRPr sz="94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972026"/>
            <a:ext cx="3194943" cy="1800799"/>
          </a:xfrm>
        </p:spPr>
        <p:txBody>
          <a:bodyPr/>
          <a:lstStyle>
            <a:lvl1pPr marL="0" indent="0">
              <a:buNone/>
              <a:defRPr sz="756"/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C03-FC5A-4A91-8603-A2AAB6AAE5B1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D7DF-023C-4A6E-8E3B-3F49757D64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4370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16006"/>
            <a:ext cx="3194943" cy="756021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466513"/>
            <a:ext cx="5014913" cy="2302563"/>
          </a:xfrm>
        </p:spPr>
        <p:txBody>
          <a:bodyPr anchor="t"/>
          <a:lstStyle>
            <a:lvl1pPr marL="0" indent="0">
              <a:buNone/>
              <a:defRPr sz="1512"/>
            </a:lvl1pPr>
            <a:lvl2pPr marL="216027" indent="0">
              <a:buNone/>
              <a:defRPr sz="1323"/>
            </a:lvl2pPr>
            <a:lvl3pPr marL="432054" indent="0">
              <a:buNone/>
              <a:defRPr sz="1134"/>
            </a:lvl3pPr>
            <a:lvl4pPr marL="648081" indent="0">
              <a:buNone/>
              <a:defRPr sz="945"/>
            </a:lvl4pPr>
            <a:lvl5pPr marL="864108" indent="0">
              <a:buNone/>
              <a:defRPr sz="945"/>
            </a:lvl5pPr>
            <a:lvl6pPr marL="1080135" indent="0">
              <a:buNone/>
              <a:defRPr sz="945"/>
            </a:lvl6pPr>
            <a:lvl7pPr marL="1296162" indent="0">
              <a:buNone/>
              <a:defRPr sz="945"/>
            </a:lvl7pPr>
            <a:lvl8pPr marL="1512189" indent="0">
              <a:buNone/>
              <a:defRPr sz="945"/>
            </a:lvl8pPr>
            <a:lvl9pPr marL="1728216" indent="0">
              <a:buNone/>
              <a:defRPr sz="94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972026"/>
            <a:ext cx="3194943" cy="1800799"/>
          </a:xfrm>
        </p:spPr>
        <p:txBody>
          <a:bodyPr/>
          <a:lstStyle>
            <a:lvl1pPr marL="0" indent="0">
              <a:buNone/>
              <a:defRPr sz="756"/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C03-FC5A-4A91-8603-A2AAB6AAE5B1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D7DF-023C-4A6E-8E3B-3F49757D64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4505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C03-FC5A-4A91-8603-A2AAB6AAE5B1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D7DF-023C-4A6E-8E3B-3F49757D64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395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172505"/>
            <a:ext cx="2135981" cy="27458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172505"/>
            <a:ext cx="6284119" cy="2745825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C03-FC5A-4A91-8603-A2AAB6AAE5B1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D7DF-023C-4A6E-8E3B-3F49757D64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7715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172505"/>
            <a:ext cx="8543925" cy="626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862523"/>
            <a:ext cx="8543925" cy="2055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3003082"/>
            <a:ext cx="2228850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8EC03-FC5A-4A91-8603-A2AAB6AAE5B1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3003082"/>
            <a:ext cx="3343275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3003082"/>
            <a:ext cx="2228850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CD7DF-023C-4A6E-8E3B-3F49757D64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6780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432054" rtl="0" eaLnBrk="1" latinLnBrk="0" hangingPunct="1">
        <a:lnSpc>
          <a:spcPct val="90000"/>
        </a:lnSpc>
        <a:spcBef>
          <a:spcPct val="0"/>
        </a:spcBef>
        <a:buNone/>
        <a:defRPr sz="20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014" indent="-108014" algn="l" defTabSz="432054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24041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40068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56095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972122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9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6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3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836230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群組 9">
            <a:extLst>
              <a:ext uri="{FF2B5EF4-FFF2-40B4-BE49-F238E27FC236}">
                <a16:creationId xmlns:a16="http://schemas.microsoft.com/office/drawing/2014/main" id="{EB9E00B8-F6A7-462D-AA40-D53370B92F90}"/>
              </a:ext>
            </a:extLst>
          </p:cNvPr>
          <p:cNvGrpSpPr/>
          <p:nvPr/>
        </p:nvGrpSpPr>
        <p:grpSpPr>
          <a:xfrm>
            <a:off x="-52710" y="-273667"/>
            <a:ext cx="9995329" cy="3635022"/>
            <a:chOff x="1218633" y="1859809"/>
            <a:chExt cx="9055129" cy="3293098"/>
          </a:xfrm>
        </p:grpSpPr>
        <p:grpSp>
          <p:nvGrpSpPr>
            <p:cNvPr id="4" name="群組 3">
              <a:extLst>
                <a:ext uri="{FF2B5EF4-FFF2-40B4-BE49-F238E27FC236}">
                  <a16:creationId xmlns:a16="http://schemas.microsoft.com/office/drawing/2014/main" id="{785A6496-EC8A-4CDF-851A-33C867B9E701}"/>
                </a:ext>
              </a:extLst>
            </p:cNvPr>
            <p:cNvGrpSpPr/>
            <p:nvPr/>
          </p:nvGrpSpPr>
          <p:grpSpPr>
            <a:xfrm>
              <a:off x="1218633" y="1917460"/>
              <a:ext cx="4577754" cy="3101976"/>
              <a:chOff x="6243865" y="254221"/>
              <a:chExt cx="4577753" cy="3101976"/>
            </a:xfrm>
          </p:grpSpPr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3F7BA8C8-62B3-46A4-9197-8D8829DB14B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51194"/>
              <a:stretch/>
            </p:blipFill>
            <p:spPr>
              <a:xfrm>
                <a:off x="6344243" y="380575"/>
                <a:ext cx="4477375" cy="2975622"/>
              </a:xfrm>
              <a:prstGeom prst="rect">
                <a:avLst/>
              </a:prstGeom>
            </p:spPr>
          </p:pic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E13C7F8E-BADF-4C76-AF4C-006130ABD887}"/>
                  </a:ext>
                </a:extLst>
              </p:cNvPr>
              <p:cNvSpPr/>
              <p:nvPr/>
            </p:nvSpPr>
            <p:spPr>
              <a:xfrm>
                <a:off x="6243865" y="254221"/>
                <a:ext cx="495300" cy="6343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4955" tIns="47478" rIns="94955" bIns="4747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523" dirty="0"/>
              </a:p>
            </p:txBody>
          </p:sp>
        </p:grp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76762E92-6F26-4412-8ED7-A6E00A989308}"/>
                </a:ext>
              </a:extLst>
            </p:cNvPr>
            <p:cNvGrpSpPr/>
            <p:nvPr/>
          </p:nvGrpSpPr>
          <p:grpSpPr>
            <a:xfrm>
              <a:off x="5727638" y="1859809"/>
              <a:ext cx="4546124" cy="3293098"/>
              <a:chOff x="6275494" y="3184327"/>
              <a:chExt cx="4546124" cy="3293098"/>
            </a:xfrm>
          </p:grpSpPr>
          <p:pic>
            <p:nvPicPr>
              <p:cNvPr id="8" name="圖片 7">
                <a:extLst>
                  <a:ext uri="{FF2B5EF4-FFF2-40B4-BE49-F238E27FC236}">
                    <a16:creationId xmlns:a16="http://schemas.microsoft.com/office/drawing/2014/main" id="{5C60233C-73B3-416D-8493-46CF09ADA3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t="49500"/>
              <a:stretch/>
            </p:blipFill>
            <p:spPr>
              <a:xfrm>
                <a:off x="6344243" y="3398473"/>
                <a:ext cx="4477375" cy="3078952"/>
              </a:xfrm>
              <a:prstGeom prst="rect">
                <a:avLst/>
              </a:prstGeom>
            </p:spPr>
          </p:pic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1C80A5E5-34E5-494E-A9EC-B4927C7D04FA}"/>
                  </a:ext>
                </a:extLst>
              </p:cNvPr>
              <p:cNvSpPr/>
              <p:nvPr/>
            </p:nvSpPr>
            <p:spPr>
              <a:xfrm>
                <a:off x="6275494" y="3184327"/>
                <a:ext cx="495300" cy="6343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4955" tIns="47478" rIns="94955" bIns="4747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523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74718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0</Words>
  <Application>Microsoft Office PowerPoint</Application>
  <PresentationFormat>自訂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6</cp:revision>
  <dcterms:created xsi:type="dcterms:W3CDTF">2026-04-20T06:49:52Z</dcterms:created>
  <dcterms:modified xsi:type="dcterms:W3CDTF">2026-05-20T10:39:08Z</dcterms:modified>
</cp:coreProperties>
</file>